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5B96B-A759-D201-20A4-04D446799E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1E115-BE91-A346-B23F-6F2A50A3C1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9F569-B58B-2A55-5F4E-7A2BC4A83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B0E99-4C82-47D7-923E-42873A6A49D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A4FEA-36C6-A1CA-FE7C-CE2FDFCFF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B1F20-13A8-82E0-FFDE-905A4ABD2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96433-1221-4C5D-9D21-614AA100B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877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B1078-3CAA-E5E4-5BDB-9B0EA8E70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4641B-B923-194C-B74A-84D2D6C1F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6B4F9-0EB4-5ED0-A24D-51D9938C4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B0E99-4C82-47D7-923E-42873A6A49D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F3713-9C08-00E0-702C-2EA193C47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164E7-4DF5-FF5B-310F-D2A22B5DF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96433-1221-4C5D-9D21-614AA100B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664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E3441-3EE0-F248-6F9B-3CA7F59DB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FC1FD6-AAB8-2F42-24B6-C526519D7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2BB2A-EE52-E49C-1FC8-93F8A9ECE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B0E99-4C82-47D7-923E-42873A6A49D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B59BC-D5DF-E14E-7A1B-62C0484BE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F029F-B84E-68E7-B219-ECD7EDB8A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96433-1221-4C5D-9D21-614AA100B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041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AF32C-8484-A307-E507-125C251E1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F423A-5DC6-64D5-CE05-B864A41749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742C8A-9F97-7181-A5B8-1ACA31C098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31BE09-365C-43D7-8F15-C09D97ADA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B0E99-4C82-47D7-923E-42873A6A49D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4FEF4-5BE2-835B-6FF8-F7BB9E07A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1116FA-97DC-A6A7-EF65-5137D2568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96433-1221-4C5D-9D21-614AA100B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260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E34B3-3847-EF45-FCEE-735E90E65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63998-1C72-C747-6602-1C3AA7E04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0D0036-0FC1-5535-C3BD-B868FAA5A8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0135FC-1ABD-9ABA-F85A-9627634239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816C32-8558-3C06-9A54-9EDD1510AA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FD7AF6-BCAE-D820-ADE0-358362CB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B0E99-4C82-47D7-923E-42873A6A49D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8CEC98-D6A9-5974-3936-D51C1D8E7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E86753-8F55-3D21-ECAA-125BD7678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96433-1221-4C5D-9D21-614AA100B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883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58451-4783-DF6D-F98A-B7D565F38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F3272B-4497-798B-2EB5-EFDF0DFAA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B0E99-4C82-47D7-923E-42873A6A49D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423A90-52CF-7E74-5133-E7BA7C018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F9252-EB4C-EB84-65C5-7EA095195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96433-1221-4C5D-9D21-614AA100B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267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6D6942-70BD-A264-01E1-0F8BF3CAF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B0E99-4C82-47D7-923E-42873A6A49D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70A48B-B863-8303-036C-A1B3906BF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184203-3C31-EFBC-072B-550F41673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96433-1221-4C5D-9D21-614AA100B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262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CC9DF-29DB-2F9D-40B6-55AC456C9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D5918-A15F-EA74-DB0C-C54A8B208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59FF5D-7103-67DA-56E6-02506211C5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55E745-3A1E-4E63-3A95-8036EE6ED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B0E99-4C82-47D7-923E-42873A6A49D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113908-B5CA-401C-A308-DD7CE41C4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A3BAC7-0BFC-3847-FFE0-4973D4962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96433-1221-4C5D-9D21-614AA100B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701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BE85F-A743-6070-5052-3EB075C92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D1890E-DC79-F3E6-9068-06A01F4F0A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06A9FD-8CA2-8060-778D-CB9763828D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AE8496-8D16-3CFD-485F-35F98933C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B0E99-4C82-47D7-923E-42873A6A49D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E45431-57C6-9C88-BF76-CA9F247E5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26CF4B-D267-A019-1A90-523C83596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96433-1221-4C5D-9D21-614AA100B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585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BFB21-9B0B-D252-7A18-7169A6D70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C4691C-19FB-8E35-F6D7-84CA843B2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535BE-0F7E-17DD-F256-CD0CBA49E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B0E99-4C82-47D7-923E-42873A6A49D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A4EC0-91EF-F6BA-C037-7C47DC8B9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6C18D-8382-5A9F-A443-85CB312EC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96433-1221-4C5D-9D21-614AA100B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4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0BFB8B-6223-AA8F-3B9D-F0C14E4651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11C92D-23CB-D693-BA79-5005E2AF6D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57FB97-C9E9-123E-E1AE-F60681C9E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B0E99-4C82-47D7-923E-42873A6A49D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1A6FF-0551-DE36-481B-84B873E06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11342-A91B-1649-5FCE-53771FDB8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96433-1221-4C5D-9D21-614AA100B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145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3725C7-EB1F-B158-DE81-FF19A3DE5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FF767F-A33E-8FB8-CA55-F224F2D29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A26E8-C425-CD99-BFEE-DC08583F5F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7B0E99-4C82-47D7-923E-42873A6A49D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EE10A-FC6F-1D92-48BD-43CBB154E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4B015-3E6B-DFDC-9E73-509166F752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596433-1221-4C5D-9D21-614AA100B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03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3CFE39D-EB87-F683-E4BD-A48BA48CB970}"/>
              </a:ext>
            </a:extLst>
          </p:cNvPr>
          <p:cNvGrpSpPr/>
          <p:nvPr/>
        </p:nvGrpSpPr>
        <p:grpSpPr>
          <a:xfrm>
            <a:off x="-6903885" y="977661"/>
            <a:ext cx="28988484" cy="5940243"/>
            <a:chOff x="-6903885" y="977661"/>
            <a:chExt cx="28988484" cy="5940243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2A178FA0-3470-2C24-74B4-0597D483B9E0}"/>
                </a:ext>
              </a:extLst>
            </p:cNvPr>
            <p:cNvSpPr/>
            <p:nvPr/>
          </p:nvSpPr>
          <p:spPr>
            <a:xfrm>
              <a:off x="8210770" y="1061564"/>
              <a:ext cx="474498" cy="1265962"/>
            </a:xfrm>
            <a:custGeom>
              <a:avLst/>
              <a:gdLst>
                <a:gd name="connsiteX0" fmla="*/ 259452 w 474498"/>
                <a:gd name="connsiteY0" fmla="*/ 138671 h 1265962"/>
                <a:gd name="connsiteX1" fmla="*/ 269546 w 474498"/>
                <a:gd name="connsiteY1" fmla="*/ 144487 h 1265962"/>
                <a:gd name="connsiteX2" fmla="*/ 259452 w 474498"/>
                <a:gd name="connsiteY2" fmla="*/ 156805 h 1265962"/>
                <a:gd name="connsiteX3" fmla="*/ 252610 w 474498"/>
                <a:gd name="connsiteY3" fmla="*/ 156121 h 1265962"/>
                <a:gd name="connsiteX4" fmla="*/ 259452 w 474498"/>
                <a:gd name="connsiteY4" fmla="*/ 138585 h 1265962"/>
                <a:gd name="connsiteX5" fmla="*/ 259452 w 474498"/>
                <a:gd name="connsiteY5" fmla="*/ 138585 h 1265962"/>
                <a:gd name="connsiteX6" fmla="*/ 281436 w 474498"/>
                <a:gd name="connsiteY6" fmla="*/ 95901 h 1265962"/>
                <a:gd name="connsiteX7" fmla="*/ 292300 w 474498"/>
                <a:gd name="connsiteY7" fmla="*/ 91709 h 1265962"/>
                <a:gd name="connsiteX8" fmla="*/ 281949 w 474498"/>
                <a:gd name="connsiteY8" fmla="*/ 90598 h 1265962"/>
                <a:gd name="connsiteX9" fmla="*/ 282805 w 474498"/>
                <a:gd name="connsiteY9" fmla="*/ 73404 h 1265962"/>
                <a:gd name="connsiteX10" fmla="*/ 239009 w 474498"/>
                <a:gd name="connsiteY10" fmla="*/ 14040 h 1265962"/>
                <a:gd name="connsiteX11" fmla="*/ 217110 w 474498"/>
                <a:gd name="connsiteY11" fmla="*/ 12585 h 1265962"/>
                <a:gd name="connsiteX12" fmla="*/ 232165 w 474498"/>
                <a:gd name="connsiteY12" fmla="*/ 1893 h 1265962"/>
                <a:gd name="connsiteX13" fmla="*/ 209754 w 474498"/>
                <a:gd name="connsiteY13" fmla="*/ 11644 h 1265962"/>
                <a:gd name="connsiteX14" fmla="*/ 162964 w 474498"/>
                <a:gd name="connsiteY14" fmla="*/ 7282 h 1265962"/>
                <a:gd name="connsiteX15" fmla="*/ 107962 w 474498"/>
                <a:gd name="connsiteY15" fmla="*/ 90084 h 1265962"/>
                <a:gd name="connsiteX16" fmla="*/ 108903 w 474498"/>
                <a:gd name="connsiteY16" fmla="*/ 138756 h 1265962"/>
                <a:gd name="connsiteX17" fmla="*/ 100606 w 474498"/>
                <a:gd name="connsiteY17" fmla="*/ 152870 h 1265962"/>
                <a:gd name="connsiteX18" fmla="*/ 113779 w 474498"/>
                <a:gd name="connsiteY18" fmla="*/ 155779 h 1265962"/>
                <a:gd name="connsiteX19" fmla="*/ 108903 w 474498"/>
                <a:gd name="connsiteY19" fmla="*/ 167497 h 1265962"/>
                <a:gd name="connsiteX20" fmla="*/ 108903 w 474498"/>
                <a:gd name="connsiteY20" fmla="*/ 168866 h 1265962"/>
                <a:gd name="connsiteX21" fmla="*/ 107449 w 474498"/>
                <a:gd name="connsiteY21" fmla="*/ 168353 h 1265962"/>
                <a:gd name="connsiteX22" fmla="*/ 96414 w 474498"/>
                <a:gd name="connsiteY22" fmla="*/ 168695 h 1265962"/>
                <a:gd name="connsiteX23" fmla="*/ 92565 w 474498"/>
                <a:gd name="connsiteY23" fmla="*/ 177762 h 1265962"/>
                <a:gd name="connsiteX24" fmla="*/ 92565 w 474498"/>
                <a:gd name="connsiteY24" fmla="*/ 177762 h 1265962"/>
                <a:gd name="connsiteX25" fmla="*/ 81702 w 474498"/>
                <a:gd name="connsiteY25" fmla="*/ 177762 h 1265962"/>
                <a:gd name="connsiteX26" fmla="*/ 71009 w 474498"/>
                <a:gd name="connsiteY26" fmla="*/ 195811 h 1265962"/>
                <a:gd name="connsiteX27" fmla="*/ 41754 w 474498"/>
                <a:gd name="connsiteY27" fmla="*/ 195811 h 1265962"/>
                <a:gd name="connsiteX28" fmla="*/ 10618 w 474498"/>
                <a:gd name="connsiteY28" fmla="*/ 216768 h 1265962"/>
                <a:gd name="connsiteX29" fmla="*/ 1807 w 474498"/>
                <a:gd name="connsiteY29" fmla="*/ 249872 h 1265962"/>
                <a:gd name="connsiteX30" fmla="*/ 2833 w 474498"/>
                <a:gd name="connsiteY30" fmla="*/ 267921 h 1265962"/>
                <a:gd name="connsiteX31" fmla="*/ 866 w 474498"/>
                <a:gd name="connsiteY31" fmla="*/ 302479 h 1265962"/>
                <a:gd name="connsiteX32" fmla="*/ 8137 w 474498"/>
                <a:gd name="connsiteY32" fmla="*/ 357053 h 1265962"/>
                <a:gd name="connsiteX33" fmla="*/ 23192 w 474498"/>
                <a:gd name="connsiteY33" fmla="*/ 435921 h 1265962"/>
                <a:gd name="connsiteX34" fmla="*/ 31917 w 474498"/>
                <a:gd name="connsiteY34" fmla="*/ 503155 h 1265962"/>
                <a:gd name="connsiteX35" fmla="*/ 31831 w 474498"/>
                <a:gd name="connsiteY35" fmla="*/ 507945 h 1265962"/>
                <a:gd name="connsiteX36" fmla="*/ 30464 w 474498"/>
                <a:gd name="connsiteY36" fmla="*/ 524882 h 1265962"/>
                <a:gd name="connsiteX37" fmla="*/ 30719 w 474498"/>
                <a:gd name="connsiteY37" fmla="*/ 546780 h 1265962"/>
                <a:gd name="connsiteX38" fmla="*/ 29950 w 474498"/>
                <a:gd name="connsiteY38" fmla="*/ 583049 h 1265962"/>
                <a:gd name="connsiteX39" fmla="*/ 36793 w 474498"/>
                <a:gd name="connsiteY39" fmla="*/ 667305 h 1265962"/>
                <a:gd name="connsiteX40" fmla="*/ 45433 w 474498"/>
                <a:gd name="connsiteY40" fmla="*/ 670384 h 1265962"/>
                <a:gd name="connsiteX41" fmla="*/ 47999 w 474498"/>
                <a:gd name="connsiteY41" fmla="*/ 682702 h 1265962"/>
                <a:gd name="connsiteX42" fmla="*/ 53216 w 474498"/>
                <a:gd name="connsiteY42" fmla="*/ 704771 h 1265962"/>
                <a:gd name="connsiteX43" fmla="*/ 59717 w 474498"/>
                <a:gd name="connsiteY43" fmla="*/ 755411 h 1265962"/>
                <a:gd name="connsiteX44" fmla="*/ 62284 w 474498"/>
                <a:gd name="connsiteY44" fmla="*/ 822901 h 1265962"/>
                <a:gd name="connsiteX45" fmla="*/ 55869 w 474498"/>
                <a:gd name="connsiteY45" fmla="*/ 833765 h 1265962"/>
                <a:gd name="connsiteX46" fmla="*/ 49966 w 474498"/>
                <a:gd name="connsiteY46" fmla="*/ 851471 h 1265962"/>
                <a:gd name="connsiteX47" fmla="*/ 55783 w 474498"/>
                <a:gd name="connsiteY47" fmla="*/ 903394 h 1265962"/>
                <a:gd name="connsiteX48" fmla="*/ 42781 w 474498"/>
                <a:gd name="connsiteY48" fmla="*/ 973536 h 1265962"/>
                <a:gd name="connsiteX49" fmla="*/ 44064 w 474498"/>
                <a:gd name="connsiteY49" fmla="*/ 1094318 h 1265962"/>
                <a:gd name="connsiteX50" fmla="*/ 49880 w 474498"/>
                <a:gd name="connsiteY50" fmla="*/ 1155308 h 1265962"/>
                <a:gd name="connsiteX51" fmla="*/ 62882 w 474498"/>
                <a:gd name="connsiteY51" fmla="*/ 1174811 h 1265962"/>
                <a:gd name="connsiteX52" fmla="*/ 57665 w 474498"/>
                <a:gd name="connsiteY52" fmla="*/ 1194314 h 1265962"/>
                <a:gd name="connsiteX53" fmla="*/ 57665 w 474498"/>
                <a:gd name="connsiteY53" fmla="*/ 1209882 h 1265962"/>
                <a:gd name="connsiteX54" fmla="*/ 51848 w 474498"/>
                <a:gd name="connsiteY54" fmla="*/ 1227418 h 1265962"/>
                <a:gd name="connsiteX55" fmla="*/ 56381 w 474498"/>
                <a:gd name="connsiteY55" fmla="*/ 1239137 h 1265962"/>
                <a:gd name="connsiteX56" fmla="*/ 49196 w 474498"/>
                <a:gd name="connsiteY56" fmla="*/ 1248204 h 1265962"/>
                <a:gd name="connsiteX57" fmla="*/ 48512 w 474498"/>
                <a:gd name="connsiteY57" fmla="*/ 1263088 h 1265962"/>
                <a:gd name="connsiteX58" fmla="*/ 96585 w 474498"/>
                <a:gd name="connsiteY58" fmla="*/ 1263088 h 1265962"/>
                <a:gd name="connsiteX59" fmla="*/ 95302 w 474498"/>
                <a:gd name="connsiteY59" fmla="*/ 1258554 h 1265962"/>
                <a:gd name="connsiteX60" fmla="*/ 115404 w 474498"/>
                <a:gd name="connsiteY60" fmla="*/ 1265654 h 1265962"/>
                <a:gd name="connsiteX61" fmla="*/ 239436 w 474498"/>
                <a:gd name="connsiteY61" fmla="*/ 1265654 h 1265962"/>
                <a:gd name="connsiteX62" fmla="*/ 274507 w 474498"/>
                <a:gd name="connsiteY62" fmla="*/ 1258554 h 1265962"/>
                <a:gd name="connsiteX63" fmla="*/ 273225 w 474498"/>
                <a:gd name="connsiteY63" fmla="*/ 1250770 h 1265962"/>
                <a:gd name="connsiteX64" fmla="*/ 266039 w 474498"/>
                <a:gd name="connsiteY64" fmla="*/ 1239735 h 1265962"/>
                <a:gd name="connsiteX65" fmla="*/ 260821 w 474498"/>
                <a:gd name="connsiteY65" fmla="*/ 1240420 h 1265962"/>
                <a:gd name="connsiteX66" fmla="*/ 250471 w 474498"/>
                <a:gd name="connsiteY66" fmla="*/ 1233234 h 1265962"/>
                <a:gd name="connsiteX67" fmla="*/ 199831 w 474498"/>
                <a:gd name="connsiteY67" fmla="*/ 1228017 h 1265962"/>
                <a:gd name="connsiteX68" fmla="*/ 194015 w 474498"/>
                <a:gd name="connsiteY68" fmla="*/ 1216298 h 1265962"/>
                <a:gd name="connsiteX69" fmla="*/ 184264 w 474498"/>
                <a:gd name="connsiteY69" fmla="*/ 1211080 h 1265962"/>
                <a:gd name="connsiteX70" fmla="*/ 184264 w 474498"/>
                <a:gd name="connsiteY70" fmla="*/ 1197479 h 1265962"/>
                <a:gd name="connsiteX71" fmla="*/ 184264 w 474498"/>
                <a:gd name="connsiteY71" fmla="*/ 1181226 h 1265962"/>
                <a:gd name="connsiteX72" fmla="*/ 191363 w 474498"/>
                <a:gd name="connsiteY72" fmla="*/ 1163691 h 1265962"/>
                <a:gd name="connsiteX73" fmla="*/ 184264 w 474498"/>
                <a:gd name="connsiteY73" fmla="*/ 1075414 h 1265962"/>
                <a:gd name="connsiteX74" fmla="*/ 187514 w 474498"/>
                <a:gd name="connsiteY74" fmla="*/ 974819 h 1265962"/>
                <a:gd name="connsiteX75" fmla="*/ 217367 w 474498"/>
                <a:gd name="connsiteY75" fmla="*/ 815117 h 1265962"/>
                <a:gd name="connsiteX76" fmla="*/ 238153 w 474498"/>
                <a:gd name="connsiteY76" fmla="*/ 715806 h 1265962"/>
                <a:gd name="connsiteX77" fmla="*/ 276475 w 474498"/>
                <a:gd name="connsiteY77" fmla="*/ 632063 h 1265962"/>
                <a:gd name="connsiteX78" fmla="*/ 264157 w 474498"/>
                <a:gd name="connsiteY78" fmla="*/ 515814 h 1265962"/>
                <a:gd name="connsiteX79" fmla="*/ 314883 w 474498"/>
                <a:gd name="connsiteY79" fmla="*/ 493574 h 1265962"/>
                <a:gd name="connsiteX80" fmla="*/ 335070 w 474498"/>
                <a:gd name="connsiteY80" fmla="*/ 493403 h 1265962"/>
                <a:gd name="connsiteX81" fmla="*/ 340202 w 474498"/>
                <a:gd name="connsiteY81" fmla="*/ 493745 h 1265962"/>
                <a:gd name="connsiteX82" fmla="*/ 364837 w 474498"/>
                <a:gd name="connsiteY82" fmla="*/ 443020 h 1265962"/>
                <a:gd name="connsiteX83" fmla="*/ 387591 w 474498"/>
                <a:gd name="connsiteY83" fmla="*/ 434039 h 1265962"/>
                <a:gd name="connsiteX84" fmla="*/ 396059 w 474498"/>
                <a:gd name="connsiteY84" fmla="*/ 432756 h 1265962"/>
                <a:gd name="connsiteX85" fmla="*/ 402218 w 474498"/>
                <a:gd name="connsiteY85" fmla="*/ 428222 h 1265962"/>
                <a:gd name="connsiteX86" fmla="*/ 408377 w 474498"/>
                <a:gd name="connsiteY86" fmla="*/ 424287 h 1265962"/>
                <a:gd name="connsiteX87" fmla="*/ 421379 w 474498"/>
                <a:gd name="connsiteY87" fmla="*/ 411285 h 1265962"/>
                <a:gd name="connsiteX88" fmla="*/ 430104 w 474498"/>
                <a:gd name="connsiteY88" fmla="*/ 402218 h 1265962"/>
                <a:gd name="connsiteX89" fmla="*/ 430617 w 474498"/>
                <a:gd name="connsiteY89" fmla="*/ 401362 h 1265962"/>
                <a:gd name="connsiteX90" fmla="*/ 463806 w 474498"/>
                <a:gd name="connsiteY90" fmla="*/ 396059 h 1265962"/>
                <a:gd name="connsiteX91" fmla="*/ 467656 w 474498"/>
                <a:gd name="connsiteY91" fmla="*/ 388788 h 1265962"/>
                <a:gd name="connsiteX92" fmla="*/ 474499 w 474498"/>
                <a:gd name="connsiteY92" fmla="*/ 279212 h 1265962"/>
                <a:gd name="connsiteX93" fmla="*/ 467656 w 474498"/>
                <a:gd name="connsiteY93" fmla="*/ 277758 h 1265962"/>
                <a:gd name="connsiteX94" fmla="*/ 388104 w 474498"/>
                <a:gd name="connsiteY94" fmla="*/ 289391 h 1265962"/>
                <a:gd name="connsiteX95" fmla="*/ 375102 w 474498"/>
                <a:gd name="connsiteY95" fmla="*/ 280153 h 1265962"/>
                <a:gd name="connsiteX96" fmla="*/ 336182 w 474498"/>
                <a:gd name="connsiteY96" fmla="*/ 265526 h 1265962"/>
                <a:gd name="connsiteX97" fmla="*/ 295294 w 474498"/>
                <a:gd name="connsiteY97" fmla="*/ 266980 h 1265962"/>
                <a:gd name="connsiteX98" fmla="*/ 272711 w 474498"/>
                <a:gd name="connsiteY98" fmla="*/ 269974 h 1265962"/>
                <a:gd name="connsiteX99" fmla="*/ 272113 w 474498"/>
                <a:gd name="connsiteY99" fmla="*/ 269974 h 1265962"/>
                <a:gd name="connsiteX100" fmla="*/ 263815 w 474498"/>
                <a:gd name="connsiteY100" fmla="*/ 272198 h 1265962"/>
                <a:gd name="connsiteX101" fmla="*/ 262190 w 474498"/>
                <a:gd name="connsiteY101" fmla="*/ 269803 h 1265962"/>
                <a:gd name="connsiteX102" fmla="*/ 201200 w 474498"/>
                <a:gd name="connsiteY102" fmla="*/ 291273 h 1265962"/>
                <a:gd name="connsiteX103" fmla="*/ 198976 w 474498"/>
                <a:gd name="connsiteY103" fmla="*/ 291701 h 1265962"/>
                <a:gd name="connsiteX104" fmla="*/ 199404 w 474498"/>
                <a:gd name="connsiteY104" fmla="*/ 291444 h 1265962"/>
                <a:gd name="connsiteX105" fmla="*/ 193074 w 474498"/>
                <a:gd name="connsiteY105" fmla="*/ 254919 h 1265962"/>
                <a:gd name="connsiteX106" fmla="*/ 186743 w 474498"/>
                <a:gd name="connsiteY106" fmla="*/ 241318 h 1265962"/>
                <a:gd name="connsiteX107" fmla="*/ 181184 w 474498"/>
                <a:gd name="connsiteY107" fmla="*/ 232593 h 1265962"/>
                <a:gd name="connsiteX108" fmla="*/ 178960 w 474498"/>
                <a:gd name="connsiteY108" fmla="*/ 227632 h 1265962"/>
                <a:gd name="connsiteX109" fmla="*/ 177334 w 474498"/>
                <a:gd name="connsiteY109" fmla="*/ 224381 h 1265962"/>
                <a:gd name="connsiteX110" fmla="*/ 175795 w 474498"/>
                <a:gd name="connsiteY110" fmla="*/ 217367 h 1265962"/>
                <a:gd name="connsiteX111" fmla="*/ 179730 w 474498"/>
                <a:gd name="connsiteY111" fmla="*/ 212235 h 1265962"/>
                <a:gd name="connsiteX112" fmla="*/ 202911 w 474498"/>
                <a:gd name="connsiteY112" fmla="*/ 211208 h 1265962"/>
                <a:gd name="connsiteX113" fmla="*/ 213603 w 474498"/>
                <a:gd name="connsiteY113" fmla="*/ 202483 h 1265962"/>
                <a:gd name="connsiteX114" fmla="*/ 222842 w 474498"/>
                <a:gd name="connsiteY114" fmla="*/ 190764 h 1265962"/>
                <a:gd name="connsiteX115" fmla="*/ 227974 w 474498"/>
                <a:gd name="connsiteY115" fmla="*/ 188540 h 1265962"/>
                <a:gd name="connsiteX116" fmla="*/ 227974 w 474498"/>
                <a:gd name="connsiteY116" fmla="*/ 186060 h 1265962"/>
                <a:gd name="connsiteX117" fmla="*/ 232594 w 474498"/>
                <a:gd name="connsiteY117" fmla="*/ 184349 h 1265962"/>
                <a:gd name="connsiteX118" fmla="*/ 234817 w 474498"/>
                <a:gd name="connsiteY118" fmla="*/ 180927 h 1265962"/>
                <a:gd name="connsiteX119" fmla="*/ 245509 w 474498"/>
                <a:gd name="connsiteY119" fmla="*/ 169208 h 1265962"/>
                <a:gd name="connsiteX120" fmla="*/ 249359 w 474498"/>
                <a:gd name="connsiteY120" fmla="*/ 158772 h 1265962"/>
                <a:gd name="connsiteX121" fmla="*/ 260051 w 474498"/>
                <a:gd name="connsiteY121" fmla="*/ 159542 h 1265962"/>
                <a:gd name="connsiteX122" fmla="*/ 271257 w 474498"/>
                <a:gd name="connsiteY122" fmla="*/ 143461 h 1265962"/>
                <a:gd name="connsiteX123" fmla="*/ 259795 w 474498"/>
                <a:gd name="connsiteY123" fmla="*/ 137388 h 1265962"/>
                <a:gd name="connsiteX124" fmla="*/ 260735 w 474498"/>
                <a:gd name="connsiteY124" fmla="*/ 134992 h 1265962"/>
                <a:gd name="connsiteX125" fmla="*/ 268520 w 474498"/>
                <a:gd name="connsiteY125" fmla="*/ 126695 h 1265962"/>
                <a:gd name="connsiteX126" fmla="*/ 269461 w 474498"/>
                <a:gd name="connsiteY126" fmla="*/ 116944 h 1265962"/>
                <a:gd name="connsiteX127" fmla="*/ 272369 w 474498"/>
                <a:gd name="connsiteY127" fmla="*/ 109160 h 1265962"/>
                <a:gd name="connsiteX128" fmla="*/ 273823 w 474498"/>
                <a:gd name="connsiteY128" fmla="*/ 118911 h 1265962"/>
                <a:gd name="connsiteX129" fmla="*/ 281265 w 474498"/>
                <a:gd name="connsiteY129" fmla="*/ 96072 h 1265962"/>
                <a:gd name="connsiteX130" fmla="*/ 281265 w 474498"/>
                <a:gd name="connsiteY130" fmla="*/ 96072 h 1265962"/>
                <a:gd name="connsiteX131" fmla="*/ 286997 w 474498"/>
                <a:gd name="connsiteY131" fmla="*/ 355171 h 1265962"/>
                <a:gd name="connsiteX132" fmla="*/ 286056 w 474498"/>
                <a:gd name="connsiteY132" fmla="*/ 340202 h 1265962"/>
                <a:gd name="connsiteX133" fmla="*/ 288621 w 474498"/>
                <a:gd name="connsiteY133" fmla="*/ 339517 h 1265962"/>
                <a:gd name="connsiteX134" fmla="*/ 285200 w 474498"/>
                <a:gd name="connsiteY134" fmla="*/ 318047 h 1265962"/>
                <a:gd name="connsiteX135" fmla="*/ 284259 w 474498"/>
                <a:gd name="connsiteY135" fmla="*/ 309065 h 1265962"/>
                <a:gd name="connsiteX136" fmla="*/ 303248 w 474498"/>
                <a:gd name="connsiteY136" fmla="*/ 319245 h 1265962"/>
                <a:gd name="connsiteX137" fmla="*/ 312487 w 474498"/>
                <a:gd name="connsiteY137" fmla="*/ 323008 h 1265962"/>
                <a:gd name="connsiteX138" fmla="*/ 313514 w 474498"/>
                <a:gd name="connsiteY138" fmla="*/ 415220 h 1265962"/>
                <a:gd name="connsiteX139" fmla="*/ 321298 w 474498"/>
                <a:gd name="connsiteY139" fmla="*/ 417615 h 1265962"/>
                <a:gd name="connsiteX140" fmla="*/ 330622 w 474498"/>
                <a:gd name="connsiteY140" fmla="*/ 416588 h 1265962"/>
                <a:gd name="connsiteX141" fmla="*/ 327884 w 474498"/>
                <a:gd name="connsiteY141" fmla="*/ 418043 h 1265962"/>
                <a:gd name="connsiteX142" fmla="*/ 285713 w 474498"/>
                <a:gd name="connsiteY142" fmla="*/ 434894 h 1265962"/>
                <a:gd name="connsiteX143" fmla="*/ 275363 w 474498"/>
                <a:gd name="connsiteY143" fmla="*/ 439428 h 1265962"/>
                <a:gd name="connsiteX144" fmla="*/ 266296 w 474498"/>
                <a:gd name="connsiteY144" fmla="*/ 439428 h 1265962"/>
                <a:gd name="connsiteX145" fmla="*/ 251326 w 474498"/>
                <a:gd name="connsiteY145" fmla="*/ 434894 h 1265962"/>
                <a:gd name="connsiteX146" fmla="*/ 248760 w 474498"/>
                <a:gd name="connsiteY146" fmla="*/ 433611 h 1265962"/>
                <a:gd name="connsiteX147" fmla="*/ 246792 w 474498"/>
                <a:gd name="connsiteY147" fmla="*/ 389472 h 1265962"/>
                <a:gd name="connsiteX148" fmla="*/ 235758 w 474498"/>
                <a:gd name="connsiteY148" fmla="*/ 362870 h 1265962"/>
                <a:gd name="connsiteX149" fmla="*/ 287082 w 474498"/>
                <a:gd name="connsiteY149" fmla="*/ 355086 h 1265962"/>
                <a:gd name="connsiteX150" fmla="*/ 287082 w 474498"/>
                <a:gd name="connsiteY150" fmla="*/ 355086 h 1265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</a:cxnLst>
              <a:rect l="l" t="t" r="r" b="b"/>
              <a:pathLst>
                <a:path w="474498" h="1265962">
                  <a:moveTo>
                    <a:pt x="259452" y="138671"/>
                  </a:moveTo>
                  <a:cubicBezTo>
                    <a:pt x="263045" y="139612"/>
                    <a:pt x="269803" y="142862"/>
                    <a:pt x="269546" y="144487"/>
                  </a:cubicBezTo>
                  <a:cubicBezTo>
                    <a:pt x="269204" y="146113"/>
                    <a:pt x="261762" y="156463"/>
                    <a:pt x="259452" y="156805"/>
                  </a:cubicBezTo>
                  <a:cubicBezTo>
                    <a:pt x="257143" y="157147"/>
                    <a:pt x="252610" y="156121"/>
                    <a:pt x="252610" y="156121"/>
                  </a:cubicBezTo>
                  <a:cubicBezTo>
                    <a:pt x="251669" y="141493"/>
                    <a:pt x="257742" y="138157"/>
                    <a:pt x="259452" y="138585"/>
                  </a:cubicBezTo>
                  <a:lnTo>
                    <a:pt x="259452" y="138585"/>
                  </a:lnTo>
                  <a:close/>
                  <a:moveTo>
                    <a:pt x="281436" y="95901"/>
                  </a:moveTo>
                  <a:lnTo>
                    <a:pt x="292300" y="91709"/>
                  </a:lnTo>
                  <a:lnTo>
                    <a:pt x="281949" y="90598"/>
                  </a:lnTo>
                  <a:cubicBezTo>
                    <a:pt x="282291" y="85893"/>
                    <a:pt x="282548" y="80247"/>
                    <a:pt x="282805" y="73404"/>
                  </a:cubicBezTo>
                  <a:cubicBezTo>
                    <a:pt x="283746" y="46630"/>
                    <a:pt x="251669" y="21824"/>
                    <a:pt x="239009" y="14040"/>
                  </a:cubicBezTo>
                  <a:cubicBezTo>
                    <a:pt x="226348" y="6256"/>
                    <a:pt x="218565" y="13526"/>
                    <a:pt x="217110" y="12585"/>
                  </a:cubicBezTo>
                  <a:cubicBezTo>
                    <a:pt x="208471" y="6769"/>
                    <a:pt x="232165" y="1893"/>
                    <a:pt x="232165" y="1893"/>
                  </a:cubicBezTo>
                  <a:cubicBezTo>
                    <a:pt x="220018" y="-2042"/>
                    <a:pt x="209754" y="11644"/>
                    <a:pt x="209754" y="11644"/>
                  </a:cubicBezTo>
                  <a:cubicBezTo>
                    <a:pt x="193159" y="-11708"/>
                    <a:pt x="162964" y="7282"/>
                    <a:pt x="162964" y="7282"/>
                  </a:cubicBezTo>
                  <a:cubicBezTo>
                    <a:pt x="124043" y="20883"/>
                    <a:pt x="107962" y="66219"/>
                    <a:pt x="107962" y="90084"/>
                  </a:cubicBezTo>
                  <a:cubicBezTo>
                    <a:pt x="107962" y="113950"/>
                    <a:pt x="108903" y="138756"/>
                    <a:pt x="108903" y="138756"/>
                  </a:cubicBezTo>
                  <a:cubicBezTo>
                    <a:pt x="113265" y="149021"/>
                    <a:pt x="100606" y="152870"/>
                    <a:pt x="100606" y="152870"/>
                  </a:cubicBezTo>
                  <a:cubicBezTo>
                    <a:pt x="105481" y="158687"/>
                    <a:pt x="114206" y="153383"/>
                    <a:pt x="113779" y="155779"/>
                  </a:cubicBezTo>
                  <a:cubicBezTo>
                    <a:pt x="113265" y="158174"/>
                    <a:pt x="108903" y="167497"/>
                    <a:pt x="108903" y="167497"/>
                  </a:cubicBezTo>
                  <a:lnTo>
                    <a:pt x="108903" y="168866"/>
                  </a:lnTo>
                  <a:cubicBezTo>
                    <a:pt x="108390" y="168695"/>
                    <a:pt x="107962" y="168524"/>
                    <a:pt x="107449" y="168353"/>
                  </a:cubicBezTo>
                  <a:cubicBezTo>
                    <a:pt x="107449" y="168353"/>
                    <a:pt x="100606" y="165787"/>
                    <a:pt x="96414" y="168695"/>
                  </a:cubicBezTo>
                  <a:cubicBezTo>
                    <a:pt x="96414" y="168695"/>
                    <a:pt x="92223" y="173571"/>
                    <a:pt x="92565" y="177762"/>
                  </a:cubicBezTo>
                  <a:lnTo>
                    <a:pt x="92565" y="177762"/>
                  </a:lnTo>
                  <a:cubicBezTo>
                    <a:pt x="83070" y="173827"/>
                    <a:pt x="81702" y="177762"/>
                    <a:pt x="81702" y="177762"/>
                  </a:cubicBezTo>
                  <a:cubicBezTo>
                    <a:pt x="81702" y="177762"/>
                    <a:pt x="78280" y="193844"/>
                    <a:pt x="71009" y="195811"/>
                  </a:cubicBezTo>
                  <a:cubicBezTo>
                    <a:pt x="71009" y="195811"/>
                    <a:pt x="52532" y="192903"/>
                    <a:pt x="41754" y="195811"/>
                  </a:cubicBezTo>
                  <a:cubicBezTo>
                    <a:pt x="31062" y="198719"/>
                    <a:pt x="19343" y="204108"/>
                    <a:pt x="10618" y="216768"/>
                  </a:cubicBezTo>
                  <a:cubicBezTo>
                    <a:pt x="1807" y="229428"/>
                    <a:pt x="4288" y="234817"/>
                    <a:pt x="1807" y="249872"/>
                  </a:cubicBezTo>
                  <a:cubicBezTo>
                    <a:pt x="-587" y="264927"/>
                    <a:pt x="2321" y="266467"/>
                    <a:pt x="2833" y="267921"/>
                  </a:cubicBezTo>
                  <a:cubicBezTo>
                    <a:pt x="3347" y="269375"/>
                    <a:pt x="-2042" y="282035"/>
                    <a:pt x="866" y="302479"/>
                  </a:cubicBezTo>
                  <a:cubicBezTo>
                    <a:pt x="3775" y="322923"/>
                    <a:pt x="1807" y="334128"/>
                    <a:pt x="8137" y="357053"/>
                  </a:cubicBezTo>
                  <a:cubicBezTo>
                    <a:pt x="14468" y="379978"/>
                    <a:pt x="18317" y="408633"/>
                    <a:pt x="23192" y="435921"/>
                  </a:cubicBezTo>
                  <a:cubicBezTo>
                    <a:pt x="28068" y="463208"/>
                    <a:pt x="32431" y="469965"/>
                    <a:pt x="31917" y="503155"/>
                  </a:cubicBezTo>
                  <a:cubicBezTo>
                    <a:pt x="31917" y="504780"/>
                    <a:pt x="31917" y="506405"/>
                    <a:pt x="31831" y="507945"/>
                  </a:cubicBezTo>
                  <a:cubicBezTo>
                    <a:pt x="31233" y="513847"/>
                    <a:pt x="30634" y="518979"/>
                    <a:pt x="30464" y="524882"/>
                  </a:cubicBezTo>
                  <a:cubicBezTo>
                    <a:pt x="30207" y="534633"/>
                    <a:pt x="30464" y="541391"/>
                    <a:pt x="30719" y="546780"/>
                  </a:cubicBezTo>
                  <a:cubicBezTo>
                    <a:pt x="30292" y="558413"/>
                    <a:pt x="29950" y="569619"/>
                    <a:pt x="29950" y="583049"/>
                  </a:cubicBezTo>
                  <a:cubicBezTo>
                    <a:pt x="29950" y="611277"/>
                    <a:pt x="36280" y="658494"/>
                    <a:pt x="36793" y="667305"/>
                  </a:cubicBezTo>
                  <a:lnTo>
                    <a:pt x="45433" y="670384"/>
                  </a:lnTo>
                  <a:cubicBezTo>
                    <a:pt x="45433" y="670384"/>
                    <a:pt x="46715" y="677570"/>
                    <a:pt x="47999" y="682702"/>
                  </a:cubicBezTo>
                  <a:cubicBezTo>
                    <a:pt x="49282" y="687920"/>
                    <a:pt x="50565" y="694421"/>
                    <a:pt x="53216" y="704771"/>
                  </a:cubicBezTo>
                  <a:cubicBezTo>
                    <a:pt x="55783" y="715121"/>
                    <a:pt x="61001" y="716490"/>
                    <a:pt x="59717" y="755411"/>
                  </a:cubicBezTo>
                  <a:cubicBezTo>
                    <a:pt x="58434" y="794331"/>
                    <a:pt x="62284" y="822901"/>
                    <a:pt x="62284" y="822901"/>
                  </a:cubicBezTo>
                  <a:cubicBezTo>
                    <a:pt x="59376" y="826323"/>
                    <a:pt x="57322" y="830001"/>
                    <a:pt x="55869" y="833765"/>
                  </a:cubicBezTo>
                  <a:cubicBezTo>
                    <a:pt x="52875" y="839496"/>
                    <a:pt x="49966" y="846425"/>
                    <a:pt x="49966" y="851471"/>
                  </a:cubicBezTo>
                  <a:cubicBezTo>
                    <a:pt x="49966" y="861907"/>
                    <a:pt x="57152" y="896294"/>
                    <a:pt x="55783" y="903394"/>
                  </a:cubicBezTo>
                  <a:cubicBezTo>
                    <a:pt x="54500" y="910579"/>
                    <a:pt x="43465" y="958567"/>
                    <a:pt x="42781" y="973536"/>
                  </a:cubicBezTo>
                  <a:cubicBezTo>
                    <a:pt x="42097" y="988506"/>
                    <a:pt x="42781" y="1064465"/>
                    <a:pt x="44064" y="1094318"/>
                  </a:cubicBezTo>
                  <a:cubicBezTo>
                    <a:pt x="45347" y="1124171"/>
                    <a:pt x="44064" y="1145556"/>
                    <a:pt x="49880" y="1155308"/>
                  </a:cubicBezTo>
                  <a:cubicBezTo>
                    <a:pt x="55697" y="1165059"/>
                    <a:pt x="64166" y="1166342"/>
                    <a:pt x="62882" y="1174811"/>
                  </a:cubicBezTo>
                  <a:cubicBezTo>
                    <a:pt x="61599" y="1183279"/>
                    <a:pt x="59632" y="1181312"/>
                    <a:pt x="57665" y="1194314"/>
                  </a:cubicBezTo>
                  <a:cubicBezTo>
                    <a:pt x="55697" y="1207316"/>
                    <a:pt x="62882" y="1202782"/>
                    <a:pt x="57665" y="1209882"/>
                  </a:cubicBezTo>
                  <a:cubicBezTo>
                    <a:pt x="52447" y="1217068"/>
                    <a:pt x="47913" y="1223568"/>
                    <a:pt x="51848" y="1227418"/>
                  </a:cubicBezTo>
                  <a:cubicBezTo>
                    <a:pt x="55697" y="1231267"/>
                    <a:pt x="58948" y="1233919"/>
                    <a:pt x="56381" y="1239137"/>
                  </a:cubicBezTo>
                  <a:cubicBezTo>
                    <a:pt x="53816" y="1244355"/>
                    <a:pt x="49196" y="1248204"/>
                    <a:pt x="49196" y="1248204"/>
                  </a:cubicBezTo>
                  <a:lnTo>
                    <a:pt x="48512" y="1263088"/>
                  </a:lnTo>
                  <a:lnTo>
                    <a:pt x="96585" y="1263088"/>
                  </a:lnTo>
                  <a:lnTo>
                    <a:pt x="95302" y="1258554"/>
                  </a:lnTo>
                  <a:cubicBezTo>
                    <a:pt x="95302" y="1258554"/>
                    <a:pt x="104369" y="1265654"/>
                    <a:pt x="115404" y="1265654"/>
                  </a:cubicBezTo>
                  <a:lnTo>
                    <a:pt x="239436" y="1265654"/>
                  </a:lnTo>
                  <a:cubicBezTo>
                    <a:pt x="239436" y="1265654"/>
                    <a:pt x="256287" y="1268220"/>
                    <a:pt x="274507" y="1258554"/>
                  </a:cubicBezTo>
                  <a:cubicBezTo>
                    <a:pt x="274507" y="1258554"/>
                    <a:pt x="276475" y="1252737"/>
                    <a:pt x="273225" y="1250770"/>
                  </a:cubicBezTo>
                  <a:cubicBezTo>
                    <a:pt x="269974" y="1248803"/>
                    <a:pt x="266039" y="1239735"/>
                    <a:pt x="266039" y="1239735"/>
                  </a:cubicBezTo>
                  <a:lnTo>
                    <a:pt x="260821" y="1240420"/>
                  </a:lnTo>
                  <a:cubicBezTo>
                    <a:pt x="260821" y="1240420"/>
                    <a:pt x="256287" y="1232636"/>
                    <a:pt x="250471" y="1233234"/>
                  </a:cubicBezTo>
                  <a:cubicBezTo>
                    <a:pt x="244654" y="1233919"/>
                    <a:pt x="208899" y="1236485"/>
                    <a:pt x="199831" y="1228017"/>
                  </a:cubicBezTo>
                  <a:cubicBezTo>
                    <a:pt x="190765" y="1219548"/>
                    <a:pt x="197864" y="1217666"/>
                    <a:pt x="194015" y="1216298"/>
                  </a:cubicBezTo>
                  <a:cubicBezTo>
                    <a:pt x="190165" y="1215014"/>
                    <a:pt x="184264" y="1216298"/>
                    <a:pt x="184264" y="1211080"/>
                  </a:cubicBezTo>
                  <a:cubicBezTo>
                    <a:pt x="184264" y="1205862"/>
                    <a:pt x="182980" y="1205263"/>
                    <a:pt x="184264" y="1197479"/>
                  </a:cubicBezTo>
                  <a:cubicBezTo>
                    <a:pt x="185547" y="1189695"/>
                    <a:pt x="181013" y="1187727"/>
                    <a:pt x="184264" y="1181226"/>
                  </a:cubicBezTo>
                  <a:cubicBezTo>
                    <a:pt x="187514" y="1174725"/>
                    <a:pt x="188797" y="1182509"/>
                    <a:pt x="191363" y="1163691"/>
                  </a:cubicBezTo>
                  <a:cubicBezTo>
                    <a:pt x="193930" y="1144872"/>
                    <a:pt x="184862" y="1099365"/>
                    <a:pt x="184264" y="1075414"/>
                  </a:cubicBezTo>
                  <a:cubicBezTo>
                    <a:pt x="183579" y="1051378"/>
                    <a:pt x="184947" y="996889"/>
                    <a:pt x="187514" y="974819"/>
                  </a:cubicBezTo>
                  <a:cubicBezTo>
                    <a:pt x="190080" y="952750"/>
                    <a:pt x="204365" y="915113"/>
                    <a:pt x="217367" y="815117"/>
                  </a:cubicBezTo>
                  <a:cubicBezTo>
                    <a:pt x="217367" y="815117"/>
                    <a:pt x="229086" y="808616"/>
                    <a:pt x="238153" y="715806"/>
                  </a:cubicBezTo>
                  <a:cubicBezTo>
                    <a:pt x="268006" y="704087"/>
                    <a:pt x="282291" y="676885"/>
                    <a:pt x="276475" y="632063"/>
                  </a:cubicBezTo>
                  <a:cubicBezTo>
                    <a:pt x="270658" y="587240"/>
                    <a:pt x="273909" y="560637"/>
                    <a:pt x="264157" y="515814"/>
                  </a:cubicBezTo>
                  <a:cubicBezTo>
                    <a:pt x="264157" y="515814"/>
                    <a:pt x="297261" y="496825"/>
                    <a:pt x="314883" y="493574"/>
                  </a:cubicBezTo>
                  <a:cubicBezTo>
                    <a:pt x="322153" y="493317"/>
                    <a:pt x="330108" y="493317"/>
                    <a:pt x="335070" y="493403"/>
                  </a:cubicBezTo>
                  <a:cubicBezTo>
                    <a:pt x="338747" y="493574"/>
                    <a:pt x="340202" y="493745"/>
                    <a:pt x="340202" y="493745"/>
                  </a:cubicBezTo>
                  <a:cubicBezTo>
                    <a:pt x="340202" y="493745"/>
                    <a:pt x="360817" y="499562"/>
                    <a:pt x="364837" y="443020"/>
                  </a:cubicBezTo>
                  <a:cubicBezTo>
                    <a:pt x="374503" y="438914"/>
                    <a:pt x="384939" y="435151"/>
                    <a:pt x="387591" y="434039"/>
                  </a:cubicBezTo>
                  <a:cubicBezTo>
                    <a:pt x="391526" y="432413"/>
                    <a:pt x="392466" y="434039"/>
                    <a:pt x="396059" y="432756"/>
                  </a:cubicBezTo>
                  <a:cubicBezTo>
                    <a:pt x="399651" y="431472"/>
                    <a:pt x="400251" y="429505"/>
                    <a:pt x="402218" y="428222"/>
                  </a:cubicBezTo>
                  <a:cubicBezTo>
                    <a:pt x="404185" y="426939"/>
                    <a:pt x="406409" y="427538"/>
                    <a:pt x="408377" y="424287"/>
                  </a:cubicBezTo>
                  <a:cubicBezTo>
                    <a:pt x="410344" y="421037"/>
                    <a:pt x="417444" y="415562"/>
                    <a:pt x="421379" y="411285"/>
                  </a:cubicBezTo>
                  <a:cubicBezTo>
                    <a:pt x="425313" y="407094"/>
                    <a:pt x="428222" y="405811"/>
                    <a:pt x="430104" y="402218"/>
                  </a:cubicBezTo>
                  <a:cubicBezTo>
                    <a:pt x="430275" y="401876"/>
                    <a:pt x="430447" y="401619"/>
                    <a:pt x="430617" y="401362"/>
                  </a:cubicBezTo>
                  <a:cubicBezTo>
                    <a:pt x="448837" y="398454"/>
                    <a:pt x="462353" y="396230"/>
                    <a:pt x="463806" y="396059"/>
                  </a:cubicBezTo>
                  <a:cubicBezTo>
                    <a:pt x="463806" y="396059"/>
                    <a:pt x="467228" y="394605"/>
                    <a:pt x="467656" y="388788"/>
                  </a:cubicBezTo>
                  <a:cubicBezTo>
                    <a:pt x="468169" y="382972"/>
                    <a:pt x="474499" y="279212"/>
                    <a:pt x="474499" y="279212"/>
                  </a:cubicBezTo>
                  <a:cubicBezTo>
                    <a:pt x="474499" y="279212"/>
                    <a:pt x="471590" y="277245"/>
                    <a:pt x="467656" y="277758"/>
                  </a:cubicBezTo>
                  <a:cubicBezTo>
                    <a:pt x="465689" y="278015"/>
                    <a:pt x="426597" y="283746"/>
                    <a:pt x="388104" y="289391"/>
                  </a:cubicBezTo>
                  <a:cubicBezTo>
                    <a:pt x="385965" y="286568"/>
                    <a:pt x="382202" y="284002"/>
                    <a:pt x="375102" y="280153"/>
                  </a:cubicBezTo>
                  <a:cubicBezTo>
                    <a:pt x="362442" y="273310"/>
                    <a:pt x="355770" y="264157"/>
                    <a:pt x="336182" y="265526"/>
                  </a:cubicBezTo>
                  <a:cubicBezTo>
                    <a:pt x="315738" y="266980"/>
                    <a:pt x="312830" y="265013"/>
                    <a:pt x="295294" y="266980"/>
                  </a:cubicBezTo>
                  <a:cubicBezTo>
                    <a:pt x="289905" y="267579"/>
                    <a:pt x="279725" y="268178"/>
                    <a:pt x="272711" y="269974"/>
                  </a:cubicBezTo>
                  <a:cubicBezTo>
                    <a:pt x="272540" y="269974"/>
                    <a:pt x="272283" y="269974"/>
                    <a:pt x="272113" y="269974"/>
                  </a:cubicBezTo>
                  <a:cubicBezTo>
                    <a:pt x="270060" y="270316"/>
                    <a:pt x="266638" y="271342"/>
                    <a:pt x="263815" y="272198"/>
                  </a:cubicBezTo>
                  <a:cubicBezTo>
                    <a:pt x="263302" y="271428"/>
                    <a:pt x="262788" y="270573"/>
                    <a:pt x="262190" y="269803"/>
                  </a:cubicBezTo>
                  <a:cubicBezTo>
                    <a:pt x="262190" y="269803"/>
                    <a:pt x="217367" y="282805"/>
                    <a:pt x="201200" y="291273"/>
                  </a:cubicBezTo>
                  <a:cubicBezTo>
                    <a:pt x="201200" y="291273"/>
                    <a:pt x="200345" y="291444"/>
                    <a:pt x="198976" y="291701"/>
                  </a:cubicBezTo>
                  <a:cubicBezTo>
                    <a:pt x="199147" y="291615"/>
                    <a:pt x="199233" y="291530"/>
                    <a:pt x="199404" y="291444"/>
                  </a:cubicBezTo>
                  <a:cubicBezTo>
                    <a:pt x="202825" y="288964"/>
                    <a:pt x="195042" y="262703"/>
                    <a:pt x="193074" y="254919"/>
                  </a:cubicBezTo>
                  <a:cubicBezTo>
                    <a:pt x="191106" y="247135"/>
                    <a:pt x="185803" y="243200"/>
                    <a:pt x="186743" y="241318"/>
                  </a:cubicBezTo>
                  <a:cubicBezTo>
                    <a:pt x="187514" y="239778"/>
                    <a:pt x="185033" y="234817"/>
                    <a:pt x="181184" y="232593"/>
                  </a:cubicBezTo>
                  <a:cubicBezTo>
                    <a:pt x="180414" y="230797"/>
                    <a:pt x="179644" y="229172"/>
                    <a:pt x="178960" y="227632"/>
                  </a:cubicBezTo>
                  <a:cubicBezTo>
                    <a:pt x="178618" y="227033"/>
                    <a:pt x="178105" y="225921"/>
                    <a:pt x="177334" y="224381"/>
                  </a:cubicBezTo>
                  <a:cubicBezTo>
                    <a:pt x="176479" y="222414"/>
                    <a:pt x="175624" y="219762"/>
                    <a:pt x="175795" y="217367"/>
                  </a:cubicBezTo>
                  <a:cubicBezTo>
                    <a:pt x="176051" y="212748"/>
                    <a:pt x="179730" y="212235"/>
                    <a:pt x="179730" y="212235"/>
                  </a:cubicBezTo>
                  <a:cubicBezTo>
                    <a:pt x="189481" y="213005"/>
                    <a:pt x="198035" y="213176"/>
                    <a:pt x="202911" y="211208"/>
                  </a:cubicBezTo>
                  <a:cubicBezTo>
                    <a:pt x="207787" y="209241"/>
                    <a:pt x="211209" y="206589"/>
                    <a:pt x="213603" y="202483"/>
                  </a:cubicBezTo>
                  <a:cubicBezTo>
                    <a:pt x="215998" y="198377"/>
                    <a:pt x="221130" y="191021"/>
                    <a:pt x="222842" y="190764"/>
                  </a:cubicBezTo>
                  <a:cubicBezTo>
                    <a:pt x="224552" y="190508"/>
                    <a:pt x="226948" y="189567"/>
                    <a:pt x="227974" y="188540"/>
                  </a:cubicBezTo>
                  <a:cubicBezTo>
                    <a:pt x="228915" y="187599"/>
                    <a:pt x="227974" y="186060"/>
                    <a:pt x="227974" y="186060"/>
                  </a:cubicBezTo>
                  <a:cubicBezTo>
                    <a:pt x="227974" y="186060"/>
                    <a:pt x="231823" y="185546"/>
                    <a:pt x="232594" y="184349"/>
                  </a:cubicBezTo>
                  <a:cubicBezTo>
                    <a:pt x="233277" y="183151"/>
                    <a:pt x="232594" y="182638"/>
                    <a:pt x="234817" y="180927"/>
                  </a:cubicBezTo>
                  <a:cubicBezTo>
                    <a:pt x="237041" y="179216"/>
                    <a:pt x="241917" y="174597"/>
                    <a:pt x="245509" y="169208"/>
                  </a:cubicBezTo>
                  <a:cubicBezTo>
                    <a:pt x="249188" y="163819"/>
                    <a:pt x="249359" y="158772"/>
                    <a:pt x="249359" y="158772"/>
                  </a:cubicBezTo>
                  <a:cubicBezTo>
                    <a:pt x="252267" y="159286"/>
                    <a:pt x="260051" y="159542"/>
                    <a:pt x="260051" y="159542"/>
                  </a:cubicBezTo>
                  <a:cubicBezTo>
                    <a:pt x="266894" y="153212"/>
                    <a:pt x="272198" y="146369"/>
                    <a:pt x="271257" y="143461"/>
                  </a:cubicBezTo>
                  <a:cubicBezTo>
                    <a:pt x="270316" y="140553"/>
                    <a:pt x="259795" y="137388"/>
                    <a:pt x="259795" y="137388"/>
                  </a:cubicBezTo>
                  <a:lnTo>
                    <a:pt x="260735" y="134992"/>
                  </a:lnTo>
                  <a:cubicBezTo>
                    <a:pt x="261249" y="132084"/>
                    <a:pt x="266552" y="128663"/>
                    <a:pt x="268520" y="126695"/>
                  </a:cubicBezTo>
                  <a:cubicBezTo>
                    <a:pt x="270487" y="124728"/>
                    <a:pt x="270915" y="121306"/>
                    <a:pt x="269461" y="116944"/>
                  </a:cubicBezTo>
                  <a:cubicBezTo>
                    <a:pt x="268006" y="112581"/>
                    <a:pt x="272369" y="109160"/>
                    <a:pt x="272369" y="109160"/>
                  </a:cubicBezTo>
                  <a:cubicBezTo>
                    <a:pt x="274337" y="114548"/>
                    <a:pt x="273823" y="118911"/>
                    <a:pt x="273823" y="118911"/>
                  </a:cubicBezTo>
                  <a:cubicBezTo>
                    <a:pt x="278186" y="112068"/>
                    <a:pt x="280153" y="106337"/>
                    <a:pt x="281265" y="96072"/>
                  </a:cubicBezTo>
                  <a:lnTo>
                    <a:pt x="281265" y="96072"/>
                  </a:lnTo>
                  <a:close/>
                  <a:moveTo>
                    <a:pt x="286997" y="355171"/>
                  </a:moveTo>
                  <a:cubicBezTo>
                    <a:pt x="286997" y="355171"/>
                    <a:pt x="286997" y="349269"/>
                    <a:pt x="286056" y="340202"/>
                  </a:cubicBezTo>
                  <a:lnTo>
                    <a:pt x="288621" y="339517"/>
                  </a:lnTo>
                  <a:cubicBezTo>
                    <a:pt x="285542" y="330279"/>
                    <a:pt x="285200" y="318047"/>
                    <a:pt x="285200" y="318047"/>
                  </a:cubicBezTo>
                  <a:cubicBezTo>
                    <a:pt x="284944" y="314968"/>
                    <a:pt x="284601" y="311974"/>
                    <a:pt x="284259" y="309065"/>
                  </a:cubicBezTo>
                  <a:cubicBezTo>
                    <a:pt x="284430" y="309065"/>
                    <a:pt x="296491" y="316336"/>
                    <a:pt x="303248" y="319245"/>
                  </a:cubicBezTo>
                  <a:cubicBezTo>
                    <a:pt x="306414" y="320613"/>
                    <a:pt x="309493" y="321811"/>
                    <a:pt x="312487" y="323008"/>
                  </a:cubicBezTo>
                  <a:cubicBezTo>
                    <a:pt x="312744" y="356711"/>
                    <a:pt x="313514" y="415220"/>
                    <a:pt x="313514" y="415220"/>
                  </a:cubicBezTo>
                  <a:cubicBezTo>
                    <a:pt x="313514" y="415220"/>
                    <a:pt x="314626" y="417187"/>
                    <a:pt x="321298" y="417615"/>
                  </a:cubicBezTo>
                  <a:cubicBezTo>
                    <a:pt x="322239" y="417615"/>
                    <a:pt x="325575" y="417273"/>
                    <a:pt x="330622" y="416588"/>
                  </a:cubicBezTo>
                  <a:cubicBezTo>
                    <a:pt x="329766" y="417016"/>
                    <a:pt x="328826" y="417529"/>
                    <a:pt x="327884" y="418043"/>
                  </a:cubicBezTo>
                  <a:cubicBezTo>
                    <a:pt x="327884" y="418043"/>
                    <a:pt x="296063" y="430360"/>
                    <a:pt x="285713" y="434894"/>
                  </a:cubicBezTo>
                  <a:cubicBezTo>
                    <a:pt x="275363" y="439428"/>
                    <a:pt x="274678" y="437460"/>
                    <a:pt x="275363" y="439428"/>
                  </a:cubicBezTo>
                  <a:cubicBezTo>
                    <a:pt x="276047" y="441395"/>
                    <a:pt x="268177" y="437460"/>
                    <a:pt x="266296" y="439428"/>
                  </a:cubicBezTo>
                  <a:cubicBezTo>
                    <a:pt x="264328" y="441395"/>
                    <a:pt x="253978" y="436177"/>
                    <a:pt x="251326" y="434894"/>
                  </a:cubicBezTo>
                  <a:lnTo>
                    <a:pt x="248760" y="433611"/>
                  </a:lnTo>
                  <a:cubicBezTo>
                    <a:pt x="248760" y="433611"/>
                    <a:pt x="247477" y="394006"/>
                    <a:pt x="246792" y="389472"/>
                  </a:cubicBezTo>
                  <a:cubicBezTo>
                    <a:pt x="246108" y="384939"/>
                    <a:pt x="235758" y="362870"/>
                    <a:pt x="235758" y="362870"/>
                  </a:cubicBezTo>
                  <a:cubicBezTo>
                    <a:pt x="235758" y="362870"/>
                    <a:pt x="272797" y="353118"/>
                    <a:pt x="287082" y="355086"/>
                  </a:cubicBezTo>
                  <a:lnTo>
                    <a:pt x="287082" y="355086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1FF99A8D-2478-A689-E09F-E8CF1281B60A}"/>
                </a:ext>
              </a:extLst>
            </p:cNvPr>
            <p:cNvSpPr/>
            <p:nvPr/>
          </p:nvSpPr>
          <p:spPr>
            <a:xfrm>
              <a:off x="6925978" y="1046898"/>
              <a:ext cx="466874" cy="1284939"/>
            </a:xfrm>
            <a:custGeom>
              <a:avLst/>
              <a:gdLst>
                <a:gd name="connsiteX0" fmla="*/ 412471 w 466874"/>
                <a:gd name="connsiteY0" fmla="*/ 433564 h 1284939"/>
                <a:gd name="connsiteX1" fmla="*/ 412386 w 466874"/>
                <a:gd name="connsiteY1" fmla="*/ 433735 h 1284939"/>
                <a:gd name="connsiteX2" fmla="*/ 410761 w 466874"/>
                <a:gd name="connsiteY2" fmla="*/ 434762 h 1284939"/>
                <a:gd name="connsiteX3" fmla="*/ 412471 w 466874"/>
                <a:gd name="connsiteY3" fmla="*/ 433650 h 1284939"/>
                <a:gd name="connsiteX4" fmla="*/ 412471 w 466874"/>
                <a:gd name="connsiteY4" fmla="*/ 433650 h 1284939"/>
                <a:gd name="connsiteX5" fmla="*/ 244386 w 466874"/>
                <a:gd name="connsiteY5" fmla="*/ 1280491 h 1284939"/>
                <a:gd name="connsiteX6" fmla="*/ 246012 w 466874"/>
                <a:gd name="connsiteY6" fmla="*/ 1280491 h 1284939"/>
                <a:gd name="connsiteX7" fmla="*/ 354475 w 466874"/>
                <a:gd name="connsiteY7" fmla="*/ 1280491 h 1284939"/>
                <a:gd name="connsiteX8" fmla="*/ 382704 w 466874"/>
                <a:gd name="connsiteY8" fmla="*/ 1274674 h 1284939"/>
                <a:gd name="connsiteX9" fmla="*/ 364227 w 466874"/>
                <a:gd name="connsiteY9" fmla="*/ 1251322 h 1284939"/>
                <a:gd name="connsiteX10" fmla="*/ 346691 w 466874"/>
                <a:gd name="connsiteY10" fmla="*/ 1246446 h 1284939"/>
                <a:gd name="connsiteX11" fmla="*/ 342842 w 466874"/>
                <a:gd name="connsiteY11" fmla="*/ 1237721 h 1284939"/>
                <a:gd name="connsiteX12" fmla="*/ 328215 w 466874"/>
                <a:gd name="connsiteY12" fmla="*/ 1219245 h 1284939"/>
                <a:gd name="connsiteX13" fmla="*/ 350626 w 466874"/>
                <a:gd name="connsiteY13" fmla="*/ 1198801 h 1284939"/>
                <a:gd name="connsiteX14" fmla="*/ 339934 w 466874"/>
                <a:gd name="connsiteY14" fmla="*/ 1012752 h 1284939"/>
                <a:gd name="connsiteX15" fmla="*/ 340875 w 466874"/>
                <a:gd name="connsiteY15" fmla="*/ 820887 h 1284939"/>
                <a:gd name="connsiteX16" fmla="*/ 343783 w 466874"/>
                <a:gd name="connsiteY16" fmla="*/ 683596 h 1284939"/>
                <a:gd name="connsiteX17" fmla="*/ 355502 w 466874"/>
                <a:gd name="connsiteY17" fmla="*/ 613454 h 1284939"/>
                <a:gd name="connsiteX18" fmla="*/ 335998 w 466874"/>
                <a:gd name="connsiteY18" fmla="*/ 572566 h 1284939"/>
                <a:gd name="connsiteX19" fmla="*/ 359352 w 466874"/>
                <a:gd name="connsiteY19" fmla="*/ 561874 h 1284939"/>
                <a:gd name="connsiteX20" fmla="*/ 360976 w 466874"/>
                <a:gd name="connsiteY20" fmla="*/ 554261 h 1284939"/>
                <a:gd name="connsiteX21" fmla="*/ 361576 w 466874"/>
                <a:gd name="connsiteY21" fmla="*/ 549641 h 1284939"/>
                <a:gd name="connsiteX22" fmla="*/ 363286 w 466874"/>
                <a:gd name="connsiteY22" fmla="*/ 549299 h 1284939"/>
                <a:gd name="connsiteX23" fmla="*/ 393482 w 466874"/>
                <a:gd name="connsiteY23" fmla="*/ 544424 h 1284939"/>
                <a:gd name="connsiteX24" fmla="*/ 419742 w 466874"/>
                <a:gd name="connsiteY24" fmla="*/ 513287 h 1284939"/>
                <a:gd name="connsiteX25" fmla="*/ 427526 w 466874"/>
                <a:gd name="connsiteY25" fmla="*/ 482151 h 1284939"/>
                <a:gd name="connsiteX26" fmla="*/ 428039 w 466874"/>
                <a:gd name="connsiteY26" fmla="*/ 473597 h 1284939"/>
                <a:gd name="connsiteX27" fmla="*/ 432915 w 466874"/>
                <a:gd name="connsiteY27" fmla="*/ 454864 h 1284939"/>
                <a:gd name="connsiteX28" fmla="*/ 434369 w 466874"/>
                <a:gd name="connsiteY28" fmla="*/ 433906 h 1284939"/>
                <a:gd name="connsiteX29" fmla="*/ 428553 w 466874"/>
                <a:gd name="connsiteY29" fmla="*/ 423214 h 1284939"/>
                <a:gd name="connsiteX30" fmla="*/ 428296 w 466874"/>
                <a:gd name="connsiteY30" fmla="*/ 422016 h 1284939"/>
                <a:gd name="connsiteX31" fmla="*/ 455155 w 466874"/>
                <a:gd name="connsiteY31" fmla="*/ 394815 h 1284939"/>
                <a:gd name="connsiteX32" fmla="*/ 460373 w 466874"/>
                <a:gd name="connsiteY32" fmla="*/ 384465 h 1284939"/>
                <a:gd name="connsiteX33" fmla="*/ 466874 w 466874"/>
                <a:gd name="connsiteY33" fmla="*/ 208510 h 1284939"/>
                <a:gd name="connsiteX34" fmla="*/ 455839 w 466874"/>
                <a:gd name="connsiteY34" fmla="*/ 198758 h 1284939"/>
                <a:gd name="connsiteX35" fmla="*/ 291775 w 466874"/>
                <a:gd name="connsiteY35" fmla="*/ 173866 h 1284939"/>
                <a:gd name="connsiteX36" fmla="*/ 292202 w 466874"/>
                <a:gd name="connsiteY36" fmla="*/ 172498 h 1284939"/>
                <a:gd name="connsiteX37" fmla="*/ 301013 w 466874"/>
                <a:gd name="connsiteY37" fmla="*/ 141361 h 1284939"/>
                <a:gd name="connsiteX38" fmla="*/ 304948 w 466874"/>
                <a:gd name="connsiteY38" fmla="*/ 118950 h 1284939"/>
                <a:gd name="connsiteX39" fmla="*/ 312732 w 466874"/>
                <a:gd name="connsiteY39" fmla="*/ 55651 h 1284939"/>
                <a:gd name="connsiteX40" fmla="*/ 232838 w 466874"/>
                <a:gd name="connsiteY40" fmla="*/ 135 h 1284939"/>
                <a:gd name="connsiteX41" fmla="*/ 171506 w 466874"/>
                <a:gd name="connsiteY41" fmla="*/ 46926 h 1284939"/>
                <a:gd name="connsiteX42" fmla="*/ 177323 w 466874"/>
                <a:gd name="connsiteY42" fmla="*/ 130669 h 1284939"/>
                <a:gd name="connsiteX43" fmla="*/ 186048 w 466874"/>
                <a:gd name="connsiteY43" fmla="*/ 152139 h 1284939"/>
                <a:gd name="connsiteX44" fmla="*/ 184081 w 466874"/>
                <a:gd name="connsiteY44" fmla="*/ 169760 h 1284939"/>
                <a:gd name="connsiteX45" fmla="*/ 181172 w 466874"/>
                <a:gd name="connsiteY45" fmla="*/ 169760 h 1284939"/>
                <a:gd name="connsiteX46" fmla="*/ 163637 w 466874"/>
                <a:gd name="connsiteY46" fmla="*/ 193113 h 1284939"/>
                <a:gd name="connsiteX47" fmla="*/ 126598 w 466874"/>
                <a:gd name="connsiteY47" fmla="*/ 197988 h 1284939"/>
                <a:gd name="connsiteX48" fmla="*/ 51580 w 466874"/>
                <a:gd name="connsiteY48" fmla="*/ 225276 h 1284939"/>
                <a:gd name="connsiteX49" fmla="*/ 28227 w 466874"/>
                <a:gd name="connsiteY49" fmla="*/ 305169 h 1284939"/>
                <a:gd name="connsiteX50" fmla="*/ 10692 w 466874"/>
                <a:gd name="connsiteY50" fmla="*/ 354868 h 1284939"/>
                <a:gd name="connsiteX51" fmla="*/ 0 w 466874"/>
                <a:gd name="connsiteY51" fmla="*/ 406448 h 1284939"/>
                <a:gd name="connsiteX52" fmla="*/ 21471 w 466874"/>
                <a:gd name="connsiteY52" fmla="*/ 446395 h 1284939"/>
                <a:gd name="connsiteX53" fmla="*/ 59450 w 466874"/>
                <a:gd name="connsiteY53" fmla="*/ 464872 h 1284939"/>
                <a:gd name="connsiteX54" fmla="*/ 71168 w 466874"/>
                <a:gd name="connsiteY54" fmla="*/ 464872 h 1284939"/>
                <a:gd name="connsiteX55" fmla="*/ 78953 w 466874"/>
                <a:gd name="connsiteY55" fmla="*/ 484375 h 1284939"/>
                <a:gd name="connsiteX56" fmla="*/ 76045 w 466874"/>
                <a:gd name="connsiteY56" fmla="*/ 528171 h 1284939"/>
                <a:gd name="connsiteX57" fmla="*/ 81861 w 466874"/>
                <a:gd name="connsiteY57" fmla="*/ 536468 h 1284939"/>
                <a:gd name="connsiteX58" fmla="*/ 81177 w 466874"/>
                <a:gd name="connsiteY58" fmla="*/ 536639 h 1284939"/>
                <a:gd name="connsiteX59" fmla="*/ 81946 w 466874"/>
                <a:gd name="connsiteY59" fmla="*/ 536639 h 1284939"/>
                <a:gd name="connsiteX60" fmla="*/ 86652 w 466874"/>
                <a:gd name="connsiteY60" fmla="*/ 542627 h 1284939"/>
                <a:gd name="connsiteX61" fmla="*/ 85283 w 466874"/>
                <a:gd name="connsiteY61" fmla="*/ 549641 h 1284939"/>
                <a:gd name="connsiteX62" fmla="*/ 85454 w 466874"/>
                <a:gd name="connsiteY62" fmla="*/ 549812 h 1284939"/>
                <a:gd name="connsiteX63" fmla="*/ 77926 w 466874"/>
                <a:gd name="connsiteY63" fmla="*/ 572053 h 1284939"/>
                <a:gd name="connsiteX64" fmla="*/ 71083 w 466874"/>
                <a:gd name="connsiteY64" fmla="*/ 618757 h 1284939"/>
                <a:gd name="connsiteX65" fmla="*/ 75959 w 466874"/>
                <a:gd name="connsiteY65" fmla="*/ 652888 h 1284939"/>
                <a:gd name="connsiteX66" fmla="*/ 75959 w 466874"/>
                <a:gd name="connsiteY66" fmla="*/ 685991 h 1284939"/>
                <a:gd name="connsiteX67" fmla="*/ 75018 w 466874"/>
                <a:gd name="connsiteY67" fmla="*/ 730814 h 1284939"/>
                <a:gd name="connsiteX68" fmla="*/ 85711 w 466874"/>
                <a:gd name="connsiteY68" fmla="*/ 784362 h 1284939"/>
                <a:gd name="connsiteX69" fmla="*/ 81775 w 466874"/>
                <a:gd name="connsiteY69" fmla="*/ 966475 h 1284939"/>
                <a:gd name="connsiteX70" fmla="*/ 70056 w 466874"/>
                <a:gd name="connsiteY70" fmla="*/ 1177844 h 1284939"/>
                <a:gd name="connsiteX71" fmla="*/ 74933 w 466874"/>
                <a:gd name="connsiteY71" fmla="*/ 1208039 h 1284939"/>
                <a:gd name="connsiteX72" fmla="*/ 75874 w 466874"/>
                <a:gd name="connsiteY72" fmla="*/ 1229424 h 1284939"/>
                <a:gd name="connsiteX73" fmla="*/ 91441 w 466874"/>
                <a:gd name="connsiteY73" fmla="*/ 1253803 h 1284939"/>
                <a:gd name="connsiteX74" fmla="*/ 83657 w 466874"/>
                <a:gd name="connsiteY74" fmla="*/ 1274247 h 1284939"/>
                <a:gd name="connsiteX75" fmla="*/ 84599 w 466874"/>
                <a:gd name="connsiteY75" fmla="*/ 1284939 h 1284939"/>
                <a:gd name="connsiteX76" fmla="*/ 166374 w 466874"/>
                <a:gd name="connsiteY76" fmla="*/ 1284939 h 1284939"/>
                <a:gd name="connsiteX77" fmla="*/ 166374 w 466874"/>
                <a:gd name="connsiteY77" fmla="*/ 1269371 h 1284939"/>
                <a:gd name="connsiteX78" fmla="*/ 168427 w 466874"/>
                <a:gd name="connsiteY78" fmla="*/ 1262785 h 1284939"/>
                <a:gd name="connsiteX79" fmla="*/ 174671 w 466874"/>
                <a:gd name="connsiteY79" fmla="*/ 1256283 h 1284939"/>
                <a:gd name="connsiteX80" fmla="*/ 177152 w 466874"/>
                <a:gd name="connsiteY80" fmla="*/ 1250894 h 1284939"/>
                <a:gd name="connsiteX81" fmla="*/ 178178 w 466874"/>
                <a:gd name="connsiteY81" fmla="*/ 1241571 h 1284939"/>
                <a:gd name="connsiteX82" fmla="*/ 180146 w 466874"/>
                <a:gd name="connsiteY82" fmla="*/ 1219758 h 1284939"/>
                <a:gd name="connsiteX83" fmla="*/ 182199 w 466874"/>
                <a:gd name="connsiteY83" fmla="*/ 1217962 h 1284939"/>
                <a:gd name="connsiteX84" fmla="*/ 193746 w 466874"/>
                <a:gd name="connsiteY84" fmla="*/ 1204104 h 1284939"/>
                <a:gd name="connsiteX85" fmla="*/ 193405 w 466874"/>
                <a:gd name="connsiteY85" fmla="*/ 1202821 h 1284939"/>
                <a:gd name="connsiteX86" fmla="*/ 175442 w 466874"/>
                <a:gd name="connsiteY86" fmla="*/ 1179811 h 1284939"/>
                <a:gd name="connsiteX87" fmla="*/ 175869 w 466874"/>
                <a:gd name="connsiteY87" fmla="*/ 1177502 h 1284939"/>
                <a:gd name="connsiteX88" fmla="*/ 183139 w 466874"/>
                <a:gd name="connsiteY88" fmla="*/ 1165868 h 1284939"/>
                <a:gd name="connsiteX89" fmla="*/ 200504 w 466874"/>
                <a:gd name="connsiteY89" fmla="*/ 1135844 h 1284939"/>
                <a:gd name="connsiteX90" fmla="*/ 201787 w 466874"/>
                <a:gd name="connsiteY90" fmla="*/ 1131995 h 1284939"/>
                <a:gd name="connsiteX91" fmla="*/ 203071 w 466874"/>
                <a:gd name="connsiteY91" fmla="*/ 1025498 h 1284939"/>
                <a:gd name="connsiteX92" fmla="*/ 213506 w 466874"/>
                <a:gd name="connsiteY92" fmla="*/ 919001 h 1284939"/>
                <a:gd name="connsiteX93" fmla="*/ 213164 w 466874"/>
                <a:gd name="connsiteY93" fmla="*/ 895734 h 1284939"/>
                <a:gd name="connsiteX94" fmla="*/ 215987 w 466874"/>
                <a:gd name="connsiteY94" fmla="*/ 863229 h 1284939"/>
                <a:gd name="connsiteX95" fmla="*/ 216073 w 466874"/>
                <a:gd name="connsiteY95" fmla="*/ 863144 h 1284939"/>
                <a:gd name="connsiteX96" fmla="*/ 216414 w 466874"/>
                <a:gd name="connsiteY96" fmla="*/ 862802 h 1284939"/>
                <a:gd name="connsiteX97" fmla="*/ 231726 w 466874"/>
                <a:gd name="connsiteY97" fmla="*/ 1018911 h 1284939"/>
                <a:gd name="connsiteX98" fmla="*/ 233865 w 466874"/>
                <a:gd name="connsiteY98" fmla="*/ 1048850 h 1284939"/>
                <a:gd name="connsiteX99" fmla="*/ 225225 w 466874"/>
                <a:gd name="connsiteY99" fmla="*/ 1137127 h 1284939"/>
                <a:gd name="connsiteX100" fmla="*/ 216159 w 466874"/>
                <a:gd name="connsiteY100" fmla="*/ 1197176 h 1284939"/>
                <a:gd name="connsiteX101" fmla="*/ 224028 w 466874"/>
                <a:gd name="connsiteY101" fmla="*/ 1206670 h 1284939"/>
                <a:gd name="connsiteX102" fmla="*/ 225909 w 466874"/>
                <a:gd name="connsiteY102" fmla="*/ 1211803 h 1284939"/>
                <a:gd name="connsiteX103" fmla="*/ 232753 w 466874"/>
                <a:gd name="connsiteY103" fmla="*/ 1226430 h 1284939"/>
                <a:gd name="connsiteX104" fmla="*/ 234463 w 466874"/>
                <a:gd name="connsiteY104" fmla="*/ 1235241 h 1284939"/>
                <a:gd name="connsiteX105" fmla="*/ 236687 w 466874"/>
                <a:gd name="connsiteY105" fmla="*/ 1252776 h 1284939"/>
                <a:gd name="connsiteX106" fmla="*/ 236346 w 466874"/>
                <a:gd name="connsiteY106" fmla="*/ 1265008 h 1284939"/>
                <a:gd name="connsiteX107" fmla="*/ 242504 w 466874"/>
                <a:gd name="connsiteY107" fmla="*/ 1275188 h 1284939"/>
                <a:gd name="connsiteX108" fmla="*/ 246097 w 466874"/>
                <a:gd name="connsiteY108" fmla="*/ 1281004 h 1284939"/>
                <a:gd name="connsiteX109" fmla="*/ 244472 w 466874"/>
                <a:gd name="connsiteY109" fmla="*/ 1281004 h 1284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466874" h="1284939">
                  <a:moveTo>
                    <a:pt x="412471" y="433564"/>
                  </a:moveTo>
                  <a:cubicBezTo>
                    <a:pt x="412471" y="433564"/>
                    <a:pt x="412471" y="433650"/>
                    <a:pt x="412386" y="433735"/>
                  </a:cubicBezTo>
                  <a:cubicBezTo>
                    <a:pt x="412043" y="434249"/>
                    <a:pt x="411445" y="434505"/>
                    <a:pt x="410761" y="434762"/>
                  </a:cubicBezTo>
                  <a:cubicBezTo>
                    <a:pt x="411359" y="434334"/>
                    <a:pt x="411872" y="433992"/>
                    <a:pt x="412471" y="433650"/>
                  </a:cubicBezTo>
                  <a:lnTo>
                    <a:pt x="412471" y="433650"/>
                  </a:lnTo>
                  <a:close/>
                  <a:moveTo>
                    <a:pt x="244386" y="1280491"/>
                  </a:moveTo>
                  <a:cubicBezTo>
                    <a:pt x="244386" y="1280491"/>
                    <a:pt x="245241" y="1280577"/>
                    <a:pt x="246012" y="1280491"/>
                  </a:cubicBezTo>
                  <a:lnTo>
                    <a:pt x="354475" y="1280491"/>
                  </a:lnTo>
                  <a:cubicBezTo>
                    <a:pt x="354475" y="1280491"/>
                    <a:pt x="377827" y="1278524"/>
                    <a:pt x="382704" y="1274674"/>
                  </a:cubicBezTo>
                  <a:cubicBezTo>
                    <a:pt x="387579" y="1270825"/>
                    <a:pt x="381763" y="1256198"/>
                    <a:pt x="364227" y="1251322"/>
                  </a:cubicBezTo>
                  <a:lnTo>
                    <a:pt x="346691" y="1246446"/>
                  </a:lnTo>
                  <a:cubicBezTo>
                    <a:pt x="346691" y="1246446"/>
                    <a:pt x="341816" y="1242511"/>
                    <a:pt x="342842" y="1237721"/>
                  </a:cubicBezTo>
                  <a:cubicBezTo>
                    <a:pt x="343783" y="1232846"/>
                    <a:pt x="322398" y="1227970"/>
                    <a:pt x="328215" y="1219245"/>
                  </a:cubicBezTo>
                  <a:cubicBezTo>
                    <a:pt x="334031" y="1210520"/>
                    <a:pt x="343783" y="1210520"/>
                    <a:pt x="350626" y="1198801"/>
                  </a:cubicBezTo>
                  <a:cubicBezTo>
                    <a:pt x="357469" y="1187167"/>
                    <a:pt x="339934" y="1063477"/>
                    <a:pt x="339934" y="1012752"/>
                  </a:cubicBezTo>
                  <a:cubicBezTo>
                    <a:pt x="339934" y="962028"/>
                    <a:pt x="327274" y="924133"/>
                    <a:pt x="340875" y="820887"/>
                  </a:cubicBezTo>
                  <a:cubicBezTo>
                    <a:pt x="354475" y="717641"/>
                    <a:pt x="341816" y="692321"/>
                    <a:pt x="343783" y="683596"/>
                  </a:cubicBezTo>
                  <a:cubicBezTo>
                    <a:pt x="345750" y="674786"/>
                    <a:pt x="363286" y="631931"/>
                    <a:pt x="355502" y="613454"/>
                  </a:cubicBezTo>
                  <a:cubicBezTo>
                    <a:pt x="347717" y="594977"/>
                    <a:pt x="335998" y="579409"/>
                    <a:pt x="335998" y="572566"/>
                  </a:cubicBezTo>
                  <a:cubicBezTo>
                    <a:pt x="335998" y="572566"/>
                    <a:pt x="355502" y="565723"/>
                    <a:pt x="359352" y="561874"/>
                  </a:cubicBezTo>
                  <a:cubicBezTo>
                    <a:pt x="361148" y="560077"/>
                    <a:pt x="361062" y="556912"/>
                    <a:pt x="360976" y="554261"/>
                  </a:cubicBezTo>
                  <a:cubicBezTo>
                    <a:pt x="361660" y="552721"/>
                    <a:pt x="361832" y="551181"/>
                    <a:pt x="361576" y="549641"/>
                  </a:cubicBezTo>
                  <a:cubicBezTo>
                    <a:pt x="361917" y="549299"/>
                    <a:pt x="362431" y="549128"/>
                    <a:pt x="363286" y="549299"/>
                  </a:cubicBezTo>
                  <a:cubicBezTo>
                    <a:pt x="368161" y="550240"/>
                    <a:pt x="387665" y="550240"/>
                    <a:pt x="393482" y="544424"/>
                  </a:cubicBezTo>
                  <a:cubicBezTo>
                    <a:pt x="399298" y="538607"/>
                    <a:pt x="417860" y="520045"/>
                    <a:pt x="419742" y="513287"/>
                  </a:cubicBezTo>
                  <a:cubicBezTo>
                    <a:pt x="421709" y="506444"/>
                    <a:pt x="422650" y="490876"/>
                    <a:pt x="427526" y="482151"/>
                  </a:cubicBezTo>
                  <a:cubicBezTo>
                    <a:pt x="429237" y="478986"/>
                    <a:pt x="429151" y="476249"/>
                    <a:pt x="428039" y="473597"/>
                  </a:cubicBezTo>
                  <a:cubicBezTo>
                    <a:pt x="428210" y="461963"/>
                    <a:pt x="431034" y="458200"/>
                    <a:pt x="432915" y="454864"/>
                  </a:cubicBezTo>
                  <a:cubicBezTo>
                    <a:pt x="434883" y="451442"/>
                    <a:pt x="432915" y="439809"/>
                    <a:pt x="434369" y="433906"/>
                  </a:cubicBezTo>
                  <a:cubicBezTo>
                    <a:pt x="435823" y="428090"/>
                    <a:pt x="428980" y="426122"/>
                    <a:pt x="428553" y="423214"/>
                  </a:cubicBezTo>
                  <a:cubicBezTo>
                    <a:pt x="428553" y="422872"/>
                    <a:pt x="428382" y="422444"/>
                    <a:pt x="428296" y="422016"/>
                  </a:cubicBezTo>
                  <a:cubicBezTo>
                    <a:pt x="438817" y="412864"/>
                    <a:pt x="453445" y="398322"/>
                    <a:pt x="455155" y="394815"/>
                  </a:cubicBezTo>
                  <a:cubicBezTo>
                    <a:pt x="457123" y="390966"/>
                    <a:pt x="459689" y="388314"/>
                    <a:pt x="460373" y="384465"/>
                  </a:cubicBezTo>
                  <a:cubicBezTo>
                    <a:pt x="461057" y="380530"/>
                    <a:pt x="466874" y="208510"/>
                    <a:pt x="466874" y="208510"/>
                  </a:cubicBezTo>
                  <a:cubicBezTo>
                    <a:pt x="466874" y="208510"/>
                    <a:pt x="462341" y="199443"/>
                    <a:pt x="455839" y="198758"/>
                  </a:cubicBezTo>
                  <a:cubicBezTo>
                    <a:pt x="451991" y="198331"/>
                    <a:pt x="362772" y="184730"/>
                    <a:pt x="291775" y="173866"/>
                  </a:cubicBezTo>
                  <a:cubicBezTo>
                    <a:pt x="292032" y="173011"/>
                    <a:pt x="292202" y="172498"/>
                    <a:pt x="292202" y="172498"/>
                  </a:cubicBezTo>
                  <a:cubicBezTo>
                    <a:pt x="292202" y="172498"/>
                    <a:pt x="299046" y="151113"/>
                    <a:pt x="301013" y="141361"/>
                  </a:cubicBezTo>
                  <a:cubicBezTo>
                    <a:pt x="302980" y="131610"/>
                    <a:pt x="304948" y="118950"/>
                    <a:pt x="304948" y="118950"/>
                  </a:cubicBezTo>
                  <a:cubicBezTo>
                    <a:pt x="313673" y="104323"/>
                    <a:pt x="322484" y="93630"/>
                    <a:pt x="312732" y="55651"/>
                  </a:cubicBezTo>
                  <a:cubicBezTo>
                    <a:pt x="302980" y="17671"/>
                    <a:pt x="263034" y="-1832"/>
                    <a:pt x="232838" y="135"/>
                  </a:cubicBezTo>
                  <a:cubicBezTo>
                    <a:pt x="202643" y="2103"/>
                    <a:pt x="179291" y="20579"/>
                    <a:pt x="171506" y="46926"/>
                  </a:cubicBezTo>
                  <a:cubicBezTo>
                    <a:pt x="163723" y="73272"/>
                    <a:pt x="168598" y="122885"/>
                    <a:pt x="177323" y="130669"/>
                  </a:cubicBezTo>
                  <a:cubicBezTo>
                    <a:pt x="186048" y="138453"/>
                    <a:pt x="185108" y="142388"/>
                    <a:pt x="186048" y="152139"/>
                  </a:cubicBezTo>
                  <a:cubicBezTo>
                    <a:pt x="186732" y="158640"/>
                    <a:pt x="185192" y="165740"/>
                    <a:pt x="184081" y="169760"/>
                  </a:cubicBezTo>
                  <a:cubicBezTo>
                    <a:pt x="183054" y="169760"/>
                    <a:pt x="182027" y="169760"/>
                    <a:pt x="181172" y="169760"/>
                  </a:cubicBezTo>
                  <a:cubicBezTo>
                    <a:pt x="181172" y="169760"/>
                    <a:pt x="169453" y="187296"/>
                    <a:pt x="163637" y="193113"/>
                  </a:cubicBezTo>
                  <a:cubicBezTo>
                    <a:pt x="163637" y="193113"/>
                    <a:pt x="150036" y="197988"/>
                    <a:pt x="126598" y="197988"/>
                  </a:cubicBezTo>
                  <a:cubicBezTo>
                    <a:pt x="103160" y="197988"/>
                    <a:pt x="56456" y="208681"/>
                    <a:pt x="51580" y="225276"/>
                  </a:cubicBezTo>
                  <a:cubicBezTo>
                    <a:pt x="46704" y="241870"/>
                    <a:pt x="36012" y="258379"/>
                    <a:pt x="28227" y="305169"/>
                  </a:cubicBezTo>
                  <a:cubicBezTo>
                    <a:pt x="28227" y="305169"/>
                    <a:pt x="14627" y="345116"/>
                    <a:pt x="10692" y="354868"/>
                  </a:cubicBezTo>
                  <a:cubicBezTo>
                    <a:pt x="6757" y="364619"/>
                    <a:pt x="0" y="394815"/>
                    <a:pt x="0" y="406448"/>
                  </a:cubicBezTo>
                  <a:cubicBezTo>
                    <a:pt x="0" y="418082"/>
                    <a:pt x="11719" y="438611"/>
                    <a:pt x="21471" y="446395"/>
                  </a:cubicBezTo>
                  <a:cubicBezTo>
                    <a:pt x="31221" y="454179"/>
                    <a:pt x="40973" y="466839"/>
                    <a:pt x="59450" y="464872"/>
                  </a:cubicBezTo>
                  <a:cubicBezTo>
                    <a:pt x="77926" y="462904"/>
                    <a:pt x="71168" y="464872"/>
                    <a:pt x="71168" y="464872"/>
                  </a:cubicBezTo>
                  <a:lnTo>
                    <a:pt x="78953" y="484375"/>
                  </a:lnTo>
                  <a:cubicBezTo>
                    <a:pt x="78953" y="484375"/>
                    <a:pt x="73136" y="523295"/>
                    <a:pt x="76045" y="528171"/>
                  </a:cubicBezTo>
                  <a:cubicBezTo>
                    <a:pt x="77327" y="530309"/>
                    <a:pt x="79722" y="533560"/>
                    <a:pt x="81861" y="536468"/>
                  </a:cubicBezTo>
                  <a:cubicBezTo>
                    <a:pt x="81434" y="536554"/>
                    <a:pt x="81177" y="536639"/>
                    <a:pt x="81177" y="536639"/>
                  </a:cubicBezTo>
                  <a:cubicBezTo>
                    <a:pt x="81177" y="536639"/>
                    <a:pt x="81434" y="536639"/>
                    <a:pt x="81946" y="536639"/>
                  </a:cubicBezTo>
                  <a:cubicBezTo>
                    <a:pt x="83914" y="539206"/>
                    <a:pt x="85711" y="541515"/>
                    <a:pt x="86652" y="542627"/>
                  </a:cubicBezTo>
                  <a:cubicBezTo>
                    <a:pt x="85967" y="544509"/>
                    <a:pt x="85454" y="546819"/>
                    <a:pt x="85283" y="549641"/>
                  </a:cubicBezTo>
                  <a:cubicBezTo>
                    <a:pt x="85283" y="549641"/>
                    <a:pt x="85283" y="549641"/>
                    <a:pt x="85454" y="549812"/>
                  </a:cubicBezTo>
                  <a:cubicBezTo>
                    <a:pt x="81946" y="556912"/>
                    <a:pt x="78782" y="564953"/>
                    <a:pt x="77926" y="572053"/>
                  </a:cubicBezTo>
                  <a:cubicBezTo>
                    <a:pt x="75959" y="589588"/>
                    <a:pt x="70142" y="598313"/>
                    <a:pt x="71083" y="618757"/>
                  </a:cubicBezTo>
                  <a:cubicBezTo>
                    <a:pt x="71083" y="618757"/>
                    <a:pt x="75959" y="646985"/>
                    <a:pt x="75959" y="652888"/>
                  </a:cubicBezTo>
                  <a:lnTo>
                    <a:pt x="75959" y="685991"/>
                  </a:lnTo>
                  <a:cubicBezTo>
                    <a:pt x="75959" y="702586"/>
                    <a:pt x="71083" y="718154"/>
                    <a:pt x="75018" y="730814"/>
                  </a:cubicBezTo>
                  <a:cubicBezTo>
                    <a:pt x="78953" y="743474"/>
                    <a:pt x="82802" y="758101"/>
                    <a:pt x="85711" y="784362"/>
                  </a:cubicBezTo>
                  <a:cubicBezTo>
                    <a:pt x="88619" y="810622"/>
                    <a:pt x="91527" y="884700"/>
                    <a:pt x="81775" y="966475"/>
                  </a:cubicBezTo>
                  <a:cubicBezTo>
                    <a:pt x="72024" y="1048251"/>
                    <a:pt x="62272" y="1124210"/>
                    <a:pt x="70056" y="1177844"/>
                  </a:cubicBezTo>
                  <a:cubicBezTo>
                    <a:pt x="70056" y="1177844"/>
                    <a:pt x="74933" y="1203163"/>
                    <a:pt x="74933" y="1208039"/>
                  </a:cubicBezTo>
                  <a:cubicBezTo>
                    <a:pt x="74933" y="1212915"/>
                    <a:pt x="68089" y="1215823"/>
                    <a:pt x="75874" y="1229424"/>
                  </a:cubicBezTo>
                  <a:cubicBezTo>
                    <a:pt x="83657" y="1243025"/>
                    <a:pt x="95376" y="1244992"/>
                    <a:pt x="91441" y="1253803"/>
                  </a:cubicBezTo>
                  <a:cubicBezTo>
                    <a:pt x="87507" y="1262528"/>
                    <a:pt x="82716" y="1269371"/>
                    <a:pt x="83657" y="1274247"/>
                  </a:cubicBezTo>
                  <a:cubicBezTo>
                    <a:pt x="84599" y="1279122"/>
                    <a:pt x="84599" y="1284939"/>
                    <a:pt x="84599" y="1284939"/>
                  </a:cubicBezTo>
                  <a:lnTo>
                    <a:pt x="166374" y="1284939"/>
                  </a:lnTo>
                  <a:lnTo>
                    <a:pt x="166374" y="1269371"/>
                  </a:lnTo>
                  <a:cubicBezTo>
                    <a:pt x="166374" y="1266206"/>
                    <a:pt x="167229" y="1264324"/>
                    <a:pt x="168427" y="1262785"/>
                  </a:cubicBezTo>
                  <a:cubicBezTo>
                    <a:pt x="170308" y="1262271"/>
                    <a:pt x="172618" y="1261330"/>
                    <a:pt x="174671" y="1256283"/>
                  </a:cubicBezTo>
                  <a:cubicBezTo>
                    <a:pt x="175612" y="1254915"/>
                    <a:pt x="176468" y="1253204"/>
                    <a:pt x="177152" y="1250894"/>
                  </a:cubicBezTo>
                  <a:cubicBezTo>
                    <a:pt x="177922" y="1248072"/>
                    <a:pt x="178178" y="1244821"/>
                    <a:pt x="178178" y="1241571"/>
                  </a:cubicBezTo>
                  <a:cubicBezTo>
                    <a:pt x="178948" y="1235925"/>
                    <a:pt x="179633" y="1228825"/>
                    <a:pt x="180146" y="1219758"/>
                  </a:cubicBezTo>
                  <a:cubicBezTo>
                    <a:pt x="180146" y="1219758"/>
                    <a:pt x="181001" y="1219074"/>
                    <a:pt x="182199" y="1217962"/>
                  </a:cubicBezTo>
                  <a:cubicBezTo>
                    <a:pt x="187331" y="1214027"/>
                    <a:pt x="194602" y="1210947"/>
                    <a:pt x="193746" y="1204104"/>
                  </a:cubicBezTo>
                  <a:cubicBezTo>
                    <a:pt x="193746" y="1203762"/>
                    <a:pt x="193662" y="1203334"/>
                    <a:pt x="193405" y="1202821"/>
                  </a:cubicBezTo>
                  <a:cubicBezTo>
                    <a:pt x="191181" y="1196919"/>
                    <a:pt x="179547" y="1187424"/>
                    <a:pt x="175442" y="1179811"/>
                  </a:cubicBezTo>
                  <a:cubicBezTo>
                    <a:pt x="175442" y="1179041"/>
                    <a:pt x="175527" y="1178186"/>
                    <a:pt x="175869" y="1177502"/>
                  </a:cubicBezTo>
                  <a:cubicBezTo>
                    <a:pt x="177152" y="1174935"/>
                    <a:pt x="179889" y="1170830"/>
                    <a:pt x="183139" y="1165868"/>
                  </a:cubicBezTo>
                  <a:cubicBezTo>
                    <a:pt x="189385" y="1161249"/>
                    <a:pt x="197082" y="1153722"/>
                    <a:pt x="200504" y="1135844"/>
                  </a:cubicBezTo>
                  <a:cubicBezTo>
                    <a:pt x="201018" y="1134475"/>
                    <a:pt x="201531" y="1133192"/>
                    <a:pt x="201787" y="1131995"/>
                  </a:cubicBezTo>
                  <a:cubicBezTo>
                    <a:pt x="205722" y="1117709"/>
                    <a:pt x="197853" y="1060569"/>
                    <a:pt x="203071" y="1025498"/>
                  </a:cubicBezTo>
                  <a:cubicBezTo>
                    <a:pt x="208289" y="990426"/>
                    <a:pt x="212137" y="934569"/>
                    <a:pt x="213506" y="919001"/>
                  </a:cubicBezTo>
                  <a:cubicBezTo>
                    <a:pt x="214020" y="913099"/>
                    <a:pt x="213506" y="904545"/>
                    <a:pt x="213164" y="895734"/>
                  </a:cubicBezTo>
                  <a:cubicBezTo>
                    <a:pt x="214533" y="881962"/>
                    <a:pt x="215559" y="870757"/>
                    <a:pt x="215987" y="863229"/>
                  </a:cubicBezTo>
                  <a:cubicBezTo>
                    <a:pt x="215987" y="863229"/>
                    <a:pt x="215987" y="863229"/>
                    <a:pt x="216073" y="863144"/>
                  </a:cubicBezTo>
                  <a:cubicBezTo>
                    <a:pt x="216159" y="863144"/>
                    <a:pt x="216243" y="862887"/>
                    <a:pt x="216414" y="862802"/>
                  </a:cubicBezTo>
                  <a:cubicBezTo>
                    <a:pt x="218467" y="892484"/>
                    <a:pt x="226337" y="983583"/>
                    <a:pt x="231726" y="1018911"/>
                  </a:cubicBezTo>
                  <a:cubicBezTo>
                    <a:pt x="233181" y="1028492"/>
                    <a:pt x="233779" y="1038500"/>
                    <a:pt x="233865" y="1048850"/>
                  </a:cubicBezTo>
                  <a:cubicBezTo>
                    <a:pt x="233010" y="1069807"/>
                    <a:pt x="230785" y="1103766"/>
                    <a:pt x="225225" y="1137127"/>
                  </a:cubicBezTo>
                  <a:cubicBezTo>
                    <a:pt x="217441" y="1183917"/>
                    <a:pt x="209657" y="1189734"/>
                    <a:pt x="216159" y="1197176"/>
                  </a:cubicBezTo>
                  <a:cubicBezTo>
                    <a:pt x="217698" y="1203420"/>
                    <a:pt x="221205" y="1201538"/>
                    <a:pt x="224028" y="1206670"/>
                  </a:cubicBezTo>
                  <a:cubicBezTo>
                    <a:pt x="224541" y="1207868"/>
                    <a:pt x="225140" y="1209493"/>
                    <a:pt x="225909" y="1211803"/>
                  </a:cubicBezTo>
                  <a:cubicBezTo>
                    <a:pt x="228818" y="1223522"/>
                    <a:pt x="230785" y="1218646"/>
                    <a:pt x="232753" y="1226430"/>
                  </a:cubicBezTo>
                  <a:cubicBezTo>
                    <a:pt x="233266" y="1229937"/>
                    <a:pt x="233865" y="1232760"/>
                    <a:pt x="234463" y="1235241"/>
                  </a:cubicBezTo>
                  <a:cubicBezTo>
                    <a:pt x="235405" y="1241228"/>
                    <a:pt x="236003" y="1247644"/>
                    <a:pt x="236687" y="1252776"/>
                  </a:cubicBezTo>
                  <a:cubicBezTo>
                    <a:pt x="235918" y="1260988"/>
                    <a:pt x="234720" y="1261672"/>
                    <a:pt x="236346" y="1265008"/>
                  </a:cubicBezTo>
                  <a:cubicBezTo>
                    <a:pt x="236602" y="1268516"/>
                    <a:pt x="237885" y="1271937"/>
                    <a:pt x="242504" y="1275188"/>
                  </a:cubicBezTo>
                  <a:cubicBezTo>
                    <a:pt x="249091" y="1279807"/>
                    <a:pt x="247637" y="1280833"/>
                    <a:pt x="246097" y="1281004"/>
                  </a:cubicBezTo>
                  <a:lnTo>
                    <a:pt x="244472" y="1281004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3FA2831-4B5F-52B5-2903-8979CA268021}"/>
                </a:ext>
              </a:extLst>
            </p:cNvPr>
            <p:cNvSpPr/>
            <p:nvPr/>
          </p:nvSpPr>
          <p:spPr>
            <a:xfrm>
              <a:off x="7434089" y="1060753"/>
              <a:ext cx="287907" cy="1271102"/>
            </a:xfrm>
            <a:custGeom>
              <a:avLst/>
              <a:gdLst>
                <a:gd name="connsiteX0" fmla="*/ 73730 w 287907"/>
                <a:gd name="connsiteY0" fmla="*/ 449819 h 1271102"/>
                <a:gd name="connsiteX1" fmla="*/ 73730 w 287907"/>
                <a:gd name="connsiteY1" fmla="*/ 449819 h 1271102"/>
                <a:gd name="connsiteX2" fmla="*/ 73730 w 287907"/>
                <a:gd name="connsiteY2" fmla="*/ 449819 h 1271102"/>
                <a:gd name="connsiteX3" fmla="*/ 73730 w 287907"/>
                <a:gd name="connsiteY3" fmla="*/ 449819 h 1271102"/>
                <a:gd name="connsiteX4" fmla="*/ 242499 w 287907"/>
                <a:gd name="connsiteY4" fmla="*/ 481640 h 1271102"/>
                <a:gd name="connsiteX5" fmla="*/ 225305 w 287907"/>
                <a:gd name="connsiteY5" fmla="*/ 480699 h 1271102"/>
                <a:gd name="connsiteX6" fmla="*/ 242499 w 287907"/>
                <a:gd name="connsiteY6" fmla="*/ 481640 h 1271102"/>
                <a:gd name="connsiteX7" fmla="*/ 242499 w 287907"/>
                <a:gd name="connsiteY7" fmla="*/ 481640 h 1271102"/>
                <a:gd name="connsiteX8" fmla="*/ 246433 w 287907"/>
                <a:gd name="connsiteY8" fmla="*/ 488825 h 1271102"/>
                <a:gd name="connsiteX9" fmla="*/ 246690 w 287907"/>
                <a:gd name="connsiteY9" fmla="*/ 490279 h 1271102"/>
                <a:gd name="connsiteX10" fmla="*/ 245749 w 287907"/>
                <a:gd name="connsiteY10" fmla="*/ 487628 h 1271102"/>
                <a:gd name="connsiteX11" fmla="*/ 246433 w 287907"/>
                <a:gd name="connsiteY11" fmla="*/ 488825 h 1271102"/>
                <a:gd name="connsiteX12" fmla="*/ 246433 w 287907"/>
                <a:gd name="connsiteY12" fmla="*/ 488825 h 1271102"/>
                <a:gd name="connsiteX13" fmla="*/ 2303 w 287907"/>
                <a:gd name="connsiteY13" fmla="*/ 358634 h 1271102"/>
                <a:gd name="connsiteX14" fmla="*/ 11371 w 287907"/>
                <a:gd name="connsiteY14" fmla="*/ 420308 h 1271102"/>
                <a:gd name="connsiteX15" fmla="*/ 12654 w 287907"/>
                <a:gd name="connsiteY15" fmla="*/ 423901 h 1271102"/>
                <a:gd name="connsiteX16" fmla="*/ 26597 w 287907"/>
                <a:gd name="connsiteY16" fmla="*/ 445628 h 1271102"/>
                <a:gd name="connsiteX17" fmla="*/ 40882 w 287907"/>
                <a:gd name="connsiteY17" fmla="*/ 447595 h 1271102"/>
                <a:gd name="connsiteX18" fmla="*/ 50633 w 287907"/>
                <a:gd name="connsiteY18" fmla="*/ 439383 h 1271102"/>
                <a:gd name="connsiteX19" fmla="*/ 53884 w 287907"/>
                <a:gd name="connsiteY19" fmla="*/ 444002 h 1271102"/>
                <a:gd name="connsiteX20" fmla="*/ 53969 w 287907"/>
                <a:gd name="connsiteY20" fmla="*/ 444173 h 1271102"/>
                <a:gd name="connsiteX21" fmla="*/ 54141 w 287907"/>
                <a:gd name="connsiteY21" fmla="*/ 445628 h 1271102"/>
                <a:gd name="connsiteX22" fmla="*/ 67314 w 287907"/>
                <a:gd name="connsiteY22" fmla="*/ 454353 h 1271102"/>
                <a:gd name="connsiteX23" fmla="*/ 64833 w 287907"/>
                <a:gd name="connsiteY23" fmla="*/ 459229 h 1271102"/>
                <a:gd name="connsiteX24" fmla="*/ 59615 w 287907"/>
                <a:gd name="connsiteY24" fmla="*/ 472230 h 1271102"/>
                <a:gd name="connsiteX25" fmla="*/ 61240 w 287907"/>
                <a:gd name="connsiteY25" fmla="*/ 482666 h 1271102"/>
                <a:gd name="connsiteX26" fmla="*/ 59273 w 287907"/>
                <a:gd name="connsiteY26" fmla="*/ 486687 h 1271102"/>
                <a:gd name="connsiteX27" fmla="*/ 58930 w 287907"/>
                <a:gd name="connsiteY27" fmla="*/ 487114 h 1271102"/>
                <a:gd name="connsiteX28" fmla="*/ 38829 w 287907"/>
                <a:gd name="connsiteY28" fmla="*/ 585143 h 1271102"/>
                <a:gd name="connsiteX29" fmla="*/ 35578 w 287907"/>
                <a:gd name="connsiteY29" fmla="*/ 753912 h 1271102"/>
                <a:gd name="connsiteX30" fmla="*/ 39428 w 287907"/>
                <a:gd name="connsiteY30" fmla="*/ 766230 h 1271102"/>
                <a:gd name="connsiteX31" fmla="*/ 67228 w 287907"/>
                <a:gd name="connsiteY31" fmla="*/ 771448 h 1271102"/>
                <a:gd name="connsiteX32" fmla="*/ 85533 w 287907"/>
                <a:gd name="connsiteY32" fmla="*/ 877260 h 1271102"/>
                <a:gd name="connsiteX33" fmla="*/ 52429 w 287907"/>
                <a:gd name="connsiteY33" fmla="*/ 961688 h 1271102"/>
                <a:gd name="connsiteX34" fmla="*/ 44646 w 287907"/>
                <a:gd name="connsiteY34" fmla="*/ 1090852 h 1271102"/>
                <a:gd name="connsiteX35" fmla="*/ 45929 w 287907"/>
                <a:gd name="connsiteY35" fmla="*/ 1145427 h 1271102"/>
                <a:gd name="connsiteX36" fmla="*/ 35578 w 287907"/>
                <a:gd name="connsiteY36" fmla="*/ 1182465 h 1271102"/>
                <a:gd name="connsiteX37" fmla="*/ 31644 w 287907"/>
                <a:gd name="connsiteY37" fmla="*/ 1187768 h 1271102"/>
                <a:gd name="connsiteX38" fmla="*/ 19325 w 287907"/>
                <a:gd name="connsiteY38" fmla="*/ 1221471 h 1271102"/>
                <a:gd name="connsiteX39" fmla="*/ 31644 w 287907"/>
                <a:gd name="connsiteY39" fmla="*/ 1268860 h 1271102"/>
                <a:gd name="connsiteX40" fmla="*/ 38829 w 287907"/>
                <a:gd name="connsiteY40" fmla="*/ 1270828 h 1271102"/>
                <a:gd name="connsiteX41" fmla="*/ 44646 w 287907"/>
                <a:gd name="connsiteY41" fmla="*/ 1263728 h 1271102"/>
                <a:gd name="connsiteX42" fmla="*/ 65431 w 287907"/>
                <a:gd name="connsiteY42" fmla="*/ 1270229 h 1271102"/>
                <a:gd name="connsiteX43" fmla="*/ 116071 w 287907"/>
                <a:gd name="connsiteY43" fmla="*/ 1270229 h 1271102"/>
                <a:gd name="connsiteX44" fmla="*/ 131041 w 287907"/>
                <a:gd name="connsiteY44" fmla="*/ 1257227 h 1271102"/>
                <a:gd name="connsiteX45" fmla="*/ 117440 w 287907"/>
                <a:gd name="connsiteY45" fmla="*/ 1242942 h 1271102"/>
                <a:gd name="connsiteX46" fmla="*/ 109399 w 287907"/>
                <a:gd name="connsiteY46" fmla="*/ 1236868 h 1271102"/>
                <a:gd name="connsiteX47" fmla="*/ 97337 w 287907"/>
                <a:gd name="connsiteY47" fmla="*/ 1220872 h 1271102"/>
                <a:gd name="connsiteX48" fmla="*/ 85619 w 287907"/>
                <a:gd name="connsiteY48" fmla="*/ 1137728 h 1271102"/>
                <a:gd name="connsiteX49" fmla="*/ 114873 w 287907"/>
                <a:gd name="connsiteY49" fmla="*/ 1014979 h 1271102"/>
                <a:gd name="connsiteX50" fmla="*/ 126592 w 287907"/>
                <a:gd name="connsiteY50" fmla="*/ 958523 h 1271102"/>
                <a:gd name="connsiteX51" fmla="*/ 140193 w 287907"/>
                <a:gd name="connsiteY51" fmla="*/ 930637 h 1271102"/>
                <a:gd name="connsiteX52" fmla="*/ 142845 w 287907"/>
                <a:gd name="connsiteY52" fmla="*/ 941671 h 1271102"/>
                <a:gd name="connsiteX53" fmla="*/ 133093 w 287907"/>
                <a:gd name="connsiteY53" fmla="*/ 1026698 h 1271102"/>
                <a:gd name="connsiteX54" fmla="*/ 131810 w 287907"/>
                <a:gd name="connsiteY54" fmla="*/ 1137728 h 1271102"/>
                <a:gd name="connsiteX55" fmla="*/ 124026 w 287907"/>
                <a:gd name="connsiteY55" fmla="*/ 1180583 h 1271102"/>
                <a:gd name="connsiteX56" fmla="*/ 119065 w 287907"/>
                <a:gd name="connsiteY56" fmla="*/ 1189052 h 1271102"/>
                <a:gd name="connsiteX57" fmla="*/ 114275 w 287907"/>
                <a:gd name="connsiteY57" fmla="*/ 1220188 h 1271102"/>
                <a:gd name="connsiteX58" fmla="*/ 134377 w 287907"/>
                <a:gd name="connsiteY58" fmla="*/ 1265011 h 1271102"/>
                <a:gd name="connsiteX59" fmla="*/ 144727 w 287907"/>
                <a:gd name="connsiteY59" fmla="*/ 1266294 h 1271102"/>
                <a:gd name="connsiteX60" fmla="*/ 146694 w 287907"/>
                <a:gd name="connsiteY60" fmla="*/ 1260477 h 1271102"/>
                <a:gd name="connsiteX61" fmla="*/ 157729 w 287907"/>
                <a:gd name="connsiteY61" fmla="*/ 1266978 h 1271102"/>
                <a:gd name="connsiteX62" fmla="*/ 204519 w 287907"/>
                <a:gd name="connsiteY62" fmla="*/ 1266978 h 1271102"/>
                <a:gd name="connsiteX63" fmla="*/ 211619 w 287907"/>
                <a:gd name="connsiteY63" fmla="*/ 1259793 h 1271102"/>
                <a:gd name="connsiteX64" fmla="*/ 189635 w 287907"/>
                <a:gd name="connsiteY64" fmla="*/ 1235500 h 1271102"/>
                <a:gd name="connsiteX65" fmla="*/ 188180 w 287907"/>
                <a:gd name="connsiteY65" fmla="*/ 1233190 h 1271102"/>
                <a:gd name="connsiteX66" fmla="*/ 171929 w 287907"/>
                <a:gd name="connsiteY66" fmla="*/ 1185117 h 1271102"/>
                <a:gd name="connsiteX67" fmla="*/ 188180 w 287907"/>
                <a:gd name="connsiteY67" fmla="*/ 1072119 h 1271102"/>
                <a:gd name="connsiteX68" fmla="*/ 206400 w 287907"/>
                <a:gd name="connsiteY68" fmla="*/ 933203 h 1271102"/>
                <a:gd name="connsiteX69" fmla="*/ 211619 w 287907"/>
                <a:gd name="connsiteY69" fmla="*/ 907883 h 1271102"/>
                <a:gd name="connsiteX70" fmla="*/ 214185 w 287907"/>
                <a:gd name="connsiteY70" fmla="*/ 878030 h 1271102"/>
                <a:gd name="connsiteX71" fmla="*/ 238563 w 287907"/>
                <a:gd name="connsiteY71" fmla="*/ 792319 h 1271102"/>
                <a:gd name="connsiteX72" fmla="*/ 240360 w 287907"/>
                <a:gd name="connsiteY72" fmla="*/ 792319 h 1271102"/>
                <a:gd name="connsiteX73" fmla="*/ 269358 w 287907"/>
                <a:gd name="connsiteY73" fmla="*/ 790951 h 1271102"/>
                <a:gd name="connsiteX74" fmla="*/ 267390 w 287907"/>
                <a:gd name="connsiteY74" fmla="*/ 752629 h 1271102"/>
                <a:gd name="connsiteX75" fmla="*/ 266877 w 287907"/>
                <a:gd name="connsiteY75" fmla="*/ 709346 h 1271102"/>
                <a:gd name="connsiteX76" fmla="*/ 281932 w 287907"/>
                <a:gd name="connsiteY76" fmla="*/ 699680 h 1271102"/>
                <a:gd name="connsiteX77" fmla="*/ 284328 w 287907"/>
                <a:gd name="connsiteY77" fmla="*/ 685053 h 1271102"/>
                <a:gd name="connsiteX78" fmla="*/ 285269 w 287907"/>
                <a:gd name="connsiteY78" fmla="*/ 673334 h 1271102"/>
                <a:gd name="connsiteX79" fmla="*/ 287663 w 287907"/>
                <a:gd name="connsiteY79" fmla="*/ 664609 h 1271102"/>
                <a:gd name="connsiteX80" fmla="*/ 285696 w 287907"/>
                <a:gd name="connsiteY80" fmla="*/ 642711 h 1271102"/>
                <a:gd name="connsiteX81" fmla="*/ 285696 w 287907"/>
                <a:gd name="connsiteY81" fmla="*/ 599856 h 1271102"/>
                <a:gd name="connsiteX82" fmla="*/ 274491 w 287907"/>
                <a:gd name="connsiteY82" fmla="*/ 557941 h 1271102"/>
                <a:gd name="connsiteX83" fmla="*/ 266706 w 287907"/>
                <a:gd name="connsiteY83" fmla="*/ 512177 h 1271102"/>
                <a:gd name="connsiteX84" fmla="*/ 265508 w 287907"/>
                <a:gd name="connsiteY84" fmla="*/ 494984 h 1271102"/>
                <a:gd name="connsiteX85" fmla="*/ 266877 w 287907"/>
                <a:gd name="connsiteY85" fmla="*/ 485061 h 1271102"/>
                <a:gd name="connsiteX86" fmla="*/ 261660 w 287907"/>
                <a:gd name="connsiteY86" fmla="*/ 462650 h 1271102"/>
                <a:gd name="connsiteX87" fmla="*/ 264568 w 287907"/>
                <a:gd name="connsiteY87" fmla="*/ 455208 h 1271102"/>
                <a:gd name="connsiteX88" fmla="*/ 262001 w 287907"/>
                <a:gd name="connsiteY88" fmla="*/ 439982 h 1271102"/>
                <a:gd name="connsiteX89" fmla="*/ 263969 w 287907"/>
                <a:gd name="connsiteY89" fmla="*/ 351021 h 1271102"/>
                <a:gd name="connsiteX90" fmla="*/ 264910 w 287907"/>
                <a:gd name="connsiteY90" fmla="*/ 277970 h 1271102"/>
                <a:gd name="connsiteX91" fmla="*/ 216580 w 287907"/>
                <a:gd name="connsiteY91" fmla="*/ 216125 h 1271102"/>
                <a:gd name="connsiteX92" fmla="*/ 216066 w 287907"/>
                <a:gd name="connsiteY92" fmla="*/ 209795 h 1271102"/>
                <a:gd name="connsiteX93" fmla="*/ 212646 w 287907"/>
                <a:gd name="connsiteY93" fmla="*/ 200728 h 1271102"/>
                <a:gd name="connsiteX94" fmla="*/ 207085 w 287907"/>
                <a:gd name="connsiteY94" fmla="*/ 175408 h 1271102"/>
                <a:gd name="connsiteX95" fmla="*/ 210336 w 287907"/>
                <a:gd name="connsiteY95" fmla="*/ 173184 h 1271102"/>
                <a:gd name="connsiteX96" fmla="*/ 222653 w 287907"/>
                <a:gd name="connsiteY96" fmla="*/ 169592 h 1271102"/>
                <a:gd name="connsiteX97" fmla="*/ 224279 w 287907"/>
                <a:gd name="connsiteY97" fmla="*/ 159241 h 1271102"/>
                <a:gd name="connsiteX98" fmla="*/ 228812 w 287907"/>
                <a:gd name="connsiteY98" fmla="*/ 148207 h 1271102"/>
                <a:gd name="connsiteX99" fmla="*/ 231378 w 287907"/>
                <a:gd name="connsiteY99" fmla="*/ 141107 h 1271102"/>
                <a:gd name="connsiteX100" fmla="*/ 233945 w 287907"/>
                <a:gd name="connsiteY100" fmla="*/ 133323 h 1271102"/>
                <a:gd name="connsiteX101" fmla="*/ 239761 w 287907"/>
                <a:gd name="connsiteY101" fmla="*/ 109971 h 1271102"/>
                <a:gd name="connsiteX102" fmla="*/ 237195 w 287907"/>
                <a:gd name="connsiteY102" fmla="*/ 95001 h 1271102"/>
                <a:gd name="connsiteX103" fmla="*/ 239163 w 287907"/>
                <a:gd name="connsiteY103" fmla="*/ 85934 h 1271102"/>
                <a:gd name="connsiteX104" fmla="*/ 238478 w 287907"/>
                <a:gd name="connsiteY104" fmla="*/ 70366 h 1271102"/>
                <a:gd name="connsiteX105" fmla="*/ 237195 w 287907"/>
                <a:gd name="connsiteY105" fmla="*/ 51547 h 1271102"/>
                <a:gd name="connsiteX106" fmla="*/ 235912 w 287907"/>
                <a:gd name="connsiteY106" fmla="*/ 35979 h 1271102"/>
                <a:gd name="connsiteX107" fmla="*/ 200156 w 287907"/>
                <a:gd name="connsiteY107" fmla="*/ 7409 h 1271102"/>
                <a:gd name="connsiteX108" fmla="*/ 109228 w 287907"/>
                <a:gd name="connsiteY108" fmla="*/ 33413 h 1271102"/>
                <a:gd name="connsiteX109" fmla="*/ 93660 w 287907"/>
                <a:gd name="connsiteY109" fmla="*/ 97054 h 1271102"/>
                <a:gd name="connsiteX110" fmla="*/ 85192 w 287907"/>
                <a:gd name="connsiteY110" fmla="*/ 158129 h 1271102"/>
                <a:gd name="connsiteX111" fmla="*/ 87757 w 287907"/>
                <a:gd name="connsiteY111" fmla="*/ 173698 h 1271102"/>
                <a:gd name="connsiteX112" fmla="*/ 95456 w 287907"/>
                <a:gd name="connsiteY112" fmla="*/ 175066 h 1271102"/>
                <a:gd name="connsiteX113" fmla="*/ 93317 w 287907"/>
                <a:gd name="connsiteY113" fmla="*/ 174382 h 1271102"/>
                <a:gd name="connsiteX114" fmla="*/ 74157 w 287907"/>
                <a:gd name="connsiteY114" fmla="*/ 182166 h 1271102"/>
                <a:gd name="connsiteX115" fmla="*/ 30617 w 287907"/>
                <a:gd name="connsiteY115" fmla="*/ 204577 h 1271102"/>
                <a:gd name="connsiteX116" fmla="*/ 6580 w 287907"/>
                <a:gd name="connsiteY116" fmla="*/ 251624 h 1271102"/>
                <a:gd name="connsiteX117" fmla="*/ 6923 w 287907"/>
                <a:gd name="connsiteY117" fmla="*/ 314923 h 1271102"/>
                <a:gd name="connsiteX118" fmla="*/ 1705 w 287907"/>
                <a:gd name="connsiteY118" fmla="*/ 358720 h 1271102"/>
                <a:gd name="connsiteX119" fmla="*/ 1705 w 287907"/>
                <a:gd name="connsiteY119" fmla="*/ 358720 h 1271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287907" h="1271102">
                  <a:moveTo>
                    <a:pt x="73730" y="449819"/>
                  </a:moveTo>
                  <a:lnTo>
                    <a:pt x="73730" y="449819"/>
                  </a:lnTo>
                  <a:lnTo>
                    <a:pt x="73730" y="449819"/>
                  </a:lnTo>
                  <a:lnTo>
                    <a:pt x="73730" y="449819"/>
                  </a:lnTo>
                  <a:close/>
                  <a:moveTo>
                    <a:pt x="242499" y="481640"/>
                  </a:moveTo>
                  <a:cubicBezTo>
                    <a:pt x="242499" y="481640"/>
                    <a:pt x="228556" y="481982"/>
                    <a:pt x="225305" y="480699"/>
                  </a:cubicBezTo>
                  <a:cubicBezTo>
                    <a:pt x="231464" y="481041"/>
                    <a:pt x="242499" y="481640"/>
                    <a:pt x="242499" y="481640"/>
                  </a:cubicBezTo>
                  <a:lnTo>
                    <a:pt x="242499" y="481640"/>
                  </a:lnTo>
                  <a:close/>
                  <a:moveTo>
                    <a:pt x="246433" y="488825"/>
                  </a:moveTo>
                  <a:cubicBezTo>
                    <a:pt x="246433" y="489338"/>
                    <a:pt x="246605" y="489766"/>
                    <a:pt x="246690" y="490279"/>
                  </a:cubicBezTo>
                  <a:cubicBezTo>
                    <a:pt x="246433" y="489338"/>
                    <a:pt x="246091" y="488483"/>
                    <a:pt x="245749" y="487628"/>
                  </a:cubicBezTo>
                  <a:lnTo>
                    <a:pt x="246433" y="488825"/>
                  </a:lnTo>
                  <a:lnTo>
                    <a:pt x="246433" y="488825"/>
                  </a:lnTo>
                  <a:close/>
                  <a:moveTo>
                    <a:pt x="2303" y="358634"/>
                  </a:moveTo>
                  <a:cubicBezTo>
                    <a:pt x="-7" y="373603"/>
                    <a:pt x="-4198" y="384895"/>
                    <a:pt x="11371" y="420308"/>
                  </a:cubicBezTo>
                  <a:cubicBezTo>
                    <a:pt x="11371" y="420308"/>
                    <a:pt x="11371" y="421933"/>
                    <a:pt x="12654" y="423901"/>
                  </a:cubicBezTo>
                  <a:cubicBezTo>
                    <a:pt x="12996" y="425526"/>
                    <a:pt x="21378" y="443061"/>
                    <a:pt x="26597" y="445628"/>
                  </a:cubicBezTo>
                  <a:cubicBezTo>
                    <a:pt x="31815" y="448194"/>
                    <a:pt x="36947" y="451444"/>
                    <a:pt x="40882" y="447595"/>
                  </a:cubicBezTo>
                  <a:cubicBezTo>
                    <a:pt x="44047" y="444430"/>
                    <a:pt x="47640" y="441693"/>
                    <a:pt x="50633" y="439383"/>
                  </a:cubicBezTo>
                  <a:cubicBezTo>
                    <a:pt x="51403" y="440495"/>
                    <a:pt x="52772" y="442463"/>
                    <a:pt x="53884" y="444002"/>
                  </a:cubicBezTo>
                  <a:cubicBezTo>
                    <a:pt x="53884" y="444002"/>
                    <a:pt x="53884" y="444088"/>
                    <a:pt x="53969" y="444173"/>
                  </a:cubicBezTo>
                  <a:cubicBezTo>
                    <a:pt x="53969" y="444601"/>
                    <a:pt x="54141" y="445114"/>
                    <a:pt x="54141" y="445628"/>
                  </a:cubicBezTo>
                  <a:cubicBezTo>
                    <a:pt x="54141" y="445628"/>
                    <a:pt x="65176" y="453839"/>
                    <a:pt x="67314" y="454353"/>
                  </a:cubicBezTo>
                  <a:cubicBezTo>
                    <a:pt x="66629" y="455978"/>
                    <a:pt x="66031" y="457774"/>
                    <a:pt x="64833" y="459229"/>
                  </a:cubicBezTo>
                  <a:cubicBezTo>
                    <a:pt x="61583" y="463163"/>
                    <a:pt x="59615" y="467013"/>
                    <a:pt x="59615" y="472230"/>
                  </a:cubicBezTo>
                  <a:cubicBezTo>
                    <a:pt x="59615" y="476165"/>
                    <a:pt x="62181" y="478560"/>
                    <a:pt x="61240" y="482666"/>
                  </a:cubicBezTo>
                  <a:cubicBezTo>
                    <a:pt x="60727" y="483607"/>
                    <a:pt x="60042" y="485061"/>
                    <a:pt x="59273" y="486687"/>
                  </a:cubicBezTo>
                  <a:cubicBezTo>
                    <a:pt x="59187" y="486858"/>
                    <a:pt x="59102" y="487029"/>
                    <a:pt x="58930" y="487114"/>
                  </a:cubicBezTo>
                  <a:cubicBezTo>
                    <a:pt x="53713" y="494300"/>
                    <a:pt x="38829" y="530654"/>
                    <a:pt x="38829" y="585143"/>
                  </a:cubicBezTo>
                  <a:cubicBezTo>
                    <a:pt x="38829" y="639631"/>
                    <a:pt x="36861" y="737061"/>
                    <a:pt x="35578" y="753912"/>
                  </a:cubicBezTo>
                  <a:cubicBezTo>
                    <a:pt x="35578" y="753912"/>
                    <a:pt x="34295" y="762979"/>
                    <a:pt x="39428" y="766230"/>
                  </a:cubicBezTo>
                  <a:cubicBezTo>
                    <a:pt x="39428" y="766230"/>
                    <a:pt x="48752" y="772389"/>
                    <a:pt x="67228" y="771448"/>
                  </a:cubicBezTo>
                  <a:cubicBezTo>
                    <a:pt x="72788" y="789582"/>
                    <a:pt x="82027" y="826022"/>
                    <a:pt x="85533" y="877260"/>
                  </a:cubicBezTo>
                  <a:cubicBezTo>
                    <a:pt x="86389" y="889749"/>
                    <a:pt x="65431" y="919431"/>
                    <a:pt x="52429" y="961688"/>
                  </a:cubicBezTo>
                  <a:cubicBezTo>
                    <a:pt x="39428" y="1003859"/>
                    <a:pt x="42079" y="1060999"/>
                    <a:pt x="44646" y="1090852"/>
                  </a:cubicBezTo>
                  <a:cubicBezTo>
                    <a:pt x="47211" y="1120706"/>
                    <a:pt x="50462" y="1132424"/>
                    <a:pt x="45929" y="1145427"/>
                  </a:cubicBezTo>
                  <a:cubicBezTo>
                    <a:pt x="41395" y="1158429"/>
                    <a:pt x="38145" y="1178530"/>
                    <a:pt x="35578" y="1182465"/>
                  </a:cubicBezTo>
                  <a:cubicBezTo>
                    <a:pt x="34980" y="1183406"/>
                    <a:pt x="33525" y="1185288"/>
                    <a:pt x="31644" y="1187768"/>
                  </a:cubicBezTo>
                  <a:cubicBezTo>
                    <a:pt x="25655" y="1195980"/>
                    <a:pt x="15819" y="1210950"/>
                    <a:pt x="19325" y="1221471"/>
                  </a:cubicBezTo>
                  <a:cubicBezTo>
                    <a:pt x="23859" y="1235072"/>
                    <a:pt x="33611" y="1249357"/>
                    <a:pt x="31644" y="1268860"/>
                  </a:cubicBezTo>
                  <a:lnTo>
                    <a:pt x="38829" y="1270828"/>
                  </a:lnTo>
                  <a:cubicBezTo>
                    <a:pt x="38829" y="1270828"/>
                    <a:pt x="40112" y="1263043"/>
                    <a:pt x="44646" y="1263728"/>
                  </a:cubicBezTo>
                  <a:cubicBezTo>
                    <a:pt x="49179" y="1264326"/>
                    <a:pt x="58246" y="1268261"/>
                    <a:pt x="65431" y="1270229"/>
                  </a:cubicBezTo>
                  <a:cubicBezTo>
                    <a:pt x="72532" y="1272196"/>
                    <a:pt x="116071" y="1270229"/>
                    <a:pt x="116071" y="1270229"/>
                  </a:cubicBezTo>
                  <a:cubicBezTo>
                    <a:pt x="116071" y="1270229"/>
                    <a:pt x="130357" y="1261162"/>
                    <a:pt x="131041" y="1257227"/>
                  </a:cubicBezTo>
                  <a:cubicBezTo>
                    <a:pt x="131725" y="1253292"/>
                    <a:pt x="122572" y="1247475"/>
                    <a:pt x="117440" y="1242942"/>
                  </a:cubicBezTo>
                  <a:cubicBezTo>
                    <a:pt x="115387" y="1241145"/>
                    <a:pt x="112478" y="1239263"/>
                    <a:pt x="109399" y="1236868"/>
                  </a:cubicBezTo>
                  <a:cubicBezTo>
                    <a:pt x="104695" y="1233190"/>
                    <a:pt x="99647" y="1228314"/>
                    <a:pt x="97337" y="1220872"/>
                  </a:cubicBezTo>
                  <a:cubicBezTo>
                    <a:pt x="93403" y="1208555"/>
                    <a:pt x="85020" y="1174168"/>
                    <a:pt x="85619" y="1137728"/>
                  </a:cubicBezTo>
                  <a:cubicBezTo>
                    <a:pt x="86304" y="1101374"/>
                    <a:pt x="110340" y="1035765"/>
                    <a:pt x="114873" y="1014979"/>
                  </a:cubicBezTo>
                  <a:cubicBezTo>
                    <a:pt x="119407" y="994192"/>
                    <a:pt x="123342" y="964339"/>
                    <a:pt x="126592" y="958523"/>
                  </a:cubicBezTo>
                  <a:cubicBezTo>
                    <a:pt x="129843" y="952706"/>
                    <a:pt x="137627" y="933203"/>
                    <a:pt x="140193" y="930637"/>
                  </a:cubicBezTo>
                  <a:cubicBezTo>
                    <a:pt x="142845" y="928071"/>
                    <a:pt x="144727" y="934572"/>
                    <a:pt x="142845" y="941671"/>
                  </a:cubicBezTo>
                  <a:cubicBezTo>
                    <a:pt x="140878" y="948857"/>
                    <a:pt x="132495" y="1001378"/>
                    <a:pt x="133093" y="1026698"/>
                  </a:cubicBezTo>
                  <a:cubicBezTo>
                    <a:pt x="133777" y="1052017"/>
                    <a:pt x="132495" y="1117626"/>
                    <a:pt x="131810" y="1137728"/>
                  </a:cubicBezTo>
                  <a:cubicBezTo>
                    <a:pt x="131126" y="1157830"/>
                    <a:pt x="129245" y="1172799"/>
                    <a:pt x="124026" y="1180583"/>
                  </a:cubicBezTo>
                  <a:cubicBezTo>
                    <a:pt x="122572" y="1182722"/>
                    <a:pt x="120776" y="1185630"/>
                    <a:pt x="119065" y="1189052"/>
                  </a:cubicBezTo>
                  <a:cubicBezTo>
                    <a:pt x="114361" y="1198204"/>
                    <a:pt x="109998" y="1210693"/>
                    <a:pt x="114275" y="1220188"/>
                  </a:cubicBezTo>
                  <a:cubicBezTo>
                    <a:pt x="120091" y="1233190"/>
                    <a:pt x="131810" y="1246791"/>
                    <a:pt x="134377" y="1265011"/>
                  </a:cubicBezTo>
                  <a:lnTo>
                    <a:pt x="144727" y="1266294"/>
                  </a:lnTo>
                  <a:cubicBezTo>
                    <a:pt x="144727" y="1266294"/>
                    <a:pt x="144727" y="1259793"/>
                    <a:pt x="146694" y="1260477"/>
                  </a:cubicBezTo>
                  <a:cubicBezTo>
                    <a:pt x="148661" y="1261162"/>
                    <a:pt x="148661" y="1266294"/>
                    <a:pt x="157729" y="1266978"/>
                  </a:cubicBezTo>
                  <a:cubicBezTo>
                    <a:pt x="166796" y="1267662"/>
                    <a:pt x="202551" y="1266294"/>
                    <a:pt x="204519" y="1266978"/>
                  </a:cubicBezTo>
                  <a:cubicBezTo>
                    <a:pt x="206486" y="1267662"/>
                    <a:pt x="211020" y="1264412"/>
                    <a:pt x="211619" y="1259793"/>
                  </a:cubicBezTo>
                  <a:cubicBezTo>
                    <a:pt x="212217" y="1255602"/>
                    <a:pt x="195879" y="1244310"/>
                    <a:pt x="189635" y="1235500"/>
                  </a:cubicBezTo>
                  <a:cubicBezTo>
                    <a:pt x="189122" y="1234730"/>
                    <a:pt x="188609" y="1233960"/>
                    <a:pt x="188180" y="1233190"/>
                  </a:cubicBezTo>
                  <a:cubicBezTo>
                    <a:pt x="183648" y="1224123"/>
                    <a:pt x="171329" y="1207870"/>
                    <a:pt x="171929" y="1185117"/>
                  </a:cubicBezTo>
                  <a:cubicBezTo>
                    <a:pt x="172613" y="1162363"/>
                    <a:pt x="173896" y="1140978"/>
                    <a:pt x="188180" y="1072119"/>
                  </a:cubicBezTo>
                  <a:cubicBezTo>
                    <a:pt x="202466" y="1003260"/>
                    <a:pt x="208967" y="988975"/>
                    <a:pt x="206400" y="933203"/>
                  </a:cubicBezTo>
                  <a:cubicBezTo>
                    <a:pt x="206400" y="933203"/>
                    <a:pt x="208967" y="918918"/>
                    <a:pt x="211619" y="907883"/>
                  </a:cubicBezTo>
                  <a:cubicBezTo>
                    <a:pt x="214185" y="896849"/>
                    <a:pt x="210336" y="887782"/>
                    <a:pt x="214185" y="878030"/>
                  </a:cubicBezTo>
                  <a:cubicBezTo>
                    <a:pt x="217692" y="869305"/>
                    <a:pt x="233004" y="814560"/>
                    <a:pt x="238563" y="792319"/>
                  </a:cubicBezTo>
                  <a:cubicBezTo>
                    <a:pt x="238906" y="792319"/>
                    <a:pt x="239590" y="792319"/>
                    <a:pt x="240360" y="792319"/>
                  </a:cubicBezTo>
                  <a:cubicBezTo>
                    <a:pt x="247288" y="793346"/>
                    <a:pt x="261231" y="794800"/>
                    <a:pt x="269358" y="790951"/>
                  </a:cubicBezTo>
                  <a:cubicBezTo>
                    <a:pt x="269358" y="790951"/>
                    <a:pt x="268673" y="781884"/>
                    <a:pt x="267390" y="752629"/>
                  </a:cubicBezTo>
                  <a:cubicBezTo>
                    <a:pt x="266963" y="743391"/>
                    <a:pt x="266963" y="727652"/>
                    <a:pt x="266877" y="709346"/>
                  </a:cubicBezTo>
                  <a:cubicBezTo>
                    <a:pt x="275774" y="704983"/>
                    <a:pt x="279794" y="702588"/>
                    <a:pt x="281932" y="699680"/>
                  </a:cubicBezTo>
                  <a:cubicBezTo>
                    <a:pt x="284840" y="695745"/>
                    <a:pt x="285354" y="688988"/>
                    <a:pt x="284328" y="685053"/>
                  </a:cubicBezTo>
                  <a:cubicBezTo>
                    <a:pt x="283386" y="681118"/>
                    <a:pt x="284328" y="674788"/>
                    <a:pt x="285269" y="673334"/>
                  </a:cubicBezTo>
                  <a:cubicBezTo>
                    <a:pt x="286209" y="671880"/>
                    <a:pt x="288689" y="667945"/>
                    <a:pt x="287663" y="664609"/>
                  </a:cubicBezTo>
                  <a:cubicBezTo>
                    <a:pt x="286722" y="661187"/>
                    <a:pt x="286209" y="653403"/>
                    <a:pt x="285696" y="642711"/>
                  </a:cubicBezTo>
                  <a:cubicBezTo>
                    <a:pt x="285183" y="632018"/>
                    <a:pt x="285696" y="599856"/>
                    <a:pt x="285696" y="599856"/>
                  </a:cubicBezTo>
                  <a:cubicBezTo>
                    <a:pt x="282274" y="590104"/>
                    <a:pt x="277399" y="572055"/>
                    <a:pt x="274491" y="557941"/>
                  </a:cubicBezTo>
                  <a:cubicBezTo>
                    <a:pt x="271581" y="543827"/>
                    <a:pt x="266706" y="512177"/>
                    <a:pt x="266706" y="512177"/>
                  </a:cubicBezTo>
                  <a:cubicBezTo>
                    <a:pt x="265166" y="505591"/>
                    <a:pt x="265252" y="498919"/>
                    <a:pt x="265508" y="494984"/>
                  </a:cubicBezTo>
                  <a:cubicBezTo>
                    <a:pt x="266449" y="495497"/>
                    <a:pt x="269016" y="496182"/>
                    <a:pt x="266877" y="485061"/>
                  </a:cubicBezTo>
                  <a:cubicBezTo>
                    <a:pt x="264311" y="471717"/>
                    <a:pt x="262686" y="465901"/>
                    <a:pt x="261660" y="462650"/>
                  </a:cubicBezTo>
                  <a:cubicBezTo>
                    <a:pt x="260719" y="459400"/>
                    <a:pt x="263969" y="458116"/>
                    <a:pt x="264568" y="455208"/>
                  </a:cubicBezTo>
                  <a:cubicBezTo>
                    <a:pt x="265166" y="452300"/>
                    <a:pt x="263627" y="447424"/>
                    <a:pt x="262001" y="439982"/>
                  </a:cubicBezTo>
                  <a:cubicBezTo>
                    <a:pt x="260376" y="432540"/>
                    <a:pt x="262943" y="371123"/>
                    <a:pt x="263969" y="351021"/>
                  </a:cubicBezTo>
                  <a:cubicBezTo>
                    <a:pt x="264910" y="330919"/>
                    <a:pt x="268161" y="289946"/>
                    <a:pt x="264910" y="277970"/>
                  </a:cubicBezTo>
                  <a:cubicBezTo>
                    <a:pt x="261660" y="265995"/>
                    <a:pt x="232490" y="232207"/>
                    <a:pt x="216580" y="216125"/>
                  </a:cubicBezTo>
                  <a:cubicBezTo>
                    <a:pt x="212217" y="211763"/>
                    <a:pt x="216066" y="209795"/>
                    <a:pt x="216066" y="209795"/>
                  </a:cubicBezTo>
                  <a:cubicBezTo>
                    <a:pt x="216751" y="207229"/>
                    <a:pt x="237451" y="240932"/>
                    <a:pt x="212646" y="200728"/>
                  </a:cubicBezTo>
                  <a:cubicBezTo>
                    <a:pt x="207855" y="192944"/>
                    <a:pt x="208112" y="178317"/>
                    <a:pt x="207085" y="175408"/>
                  </a:cubicBezTo>
                  <a:cubicBezTo>
                    <a:pt x="206145" y="172500"/>
                    <a:pt x="210336" y="173184"/>
                    <a:pt x="210336" y="173184"/>
                  </a:cubicBezTo>
                  <a:cubicBezTo>
                    <a:pt x="216837" y="172842"/>
                    <a:pt x="220088" y="171901"/>
                    <a:pt x="222653" y="169592"/>
                  </a:cubicBezTo>
                  <a:cubicBezTo>
                    <a:pt x="225220" y="167282"/>
                    <a:pt x="224963" y="164117"/>
                    <a:pt x="224279" y="159241"/>
                  </a:cubicBezTo>
                  <a:cubicBezTo>
                    <a:pt x="223594" y="154366"/>
                    <a:pt x="227187" y="149832"/>
                    <a:pt x="228812" y="148207"/>
                  </a:cubicBezTo>
                  <a:cubicBezTo>
                    <a:pt x="230437" y="146582"/>
                    <a:pt x="231378" y="142989"/>
                    <a:pt x="231378" y="141107"/>
                  </a:cubicBezTo>
                  <a:cubicBezTo>
                    <a:pt x="231378" y="139225"/>
                    <a:pt x="233945" y="133323"/>
                    <a:pt x="233945" y="133323"/>
                  </a:cubicBezTo>
                  <a:cubicBezTo>
                    <a:pt x="239163" y="121690"/>
                    <a:pt x="239761" y="117070"/>
                    <a:pt x="239761" y="109971"/>
                  </a:cubicBezTo>
                  <a:cubicBezTo>
                    <a:pt x="239761" y="102871"/>
                    <a:pt x="237195" y="98252"/>
                    <a:pt x="237195" y="95001"/>
                  </a:cubicBezTo>
                  <a:cubicBezTo>
                    <a:pt x="237195" y="91751"/>
                    <a:pt x="239163" y="85934"/>
                    <a:pt x="239163" y="85934"/>
                  </a:cubicBezTo>
                  <a:cubicBezTo>
                    <a:pt x="240446" y="78834"/>
                    <a:pt x="238478" y="70366"/>
                    <a:pt x="238478" y="70366"/>
                  </a:cubicBezTo>
                  <a:cubicBezTo>
                    <a:pt x="235912" y="63865"/>
                    <a:pt x="237195" y="51547"/>
                    <a:pt x="237195" y="51547"/>
                  </a:cubicBezTo>
                  <a:cubicBezTo>
                    <a:pt x="238478" y="43079"/>
                    <a:pt x="235912" y="35979"/>
                    <a:pt x="235912" y="35979"/>
                  </a:cubicBezTo>
                  <a:cubicBezTo>
                    <a:pt x="226844" y="21694"/>
                    <a:pt x="200156" y="7409"/>
                    <a:pt x="200156" y="7409"/>
                  </a:cubicBezTo>
                  <a:cubicBezTo>
                    <a:pt x="152768" y="-11410"/>
                    <a:pt x="125480" y="8692"/>
                    <a:pt x="109228" y="33413"/>
                  </a:cubicBezTo>
                  <a:cubicBezTo>
                    <a:pt x="92976" y="58048"/>
                    <a:pt x="95627" y="84736"/>
                    <a:pt x="93660" y="97054"/>
                  </a:cubicBezTo>
                  <a:cubicBezTo>
                    <a:pt x="91693" y="109372"/>
                    <a:pt x="82625" y="143160"/>
                    <a:pt x="85192" y="158129"/>
                  </a:cubicBezTo>
                  <a:cubicBezTo>
                    <a:pt x="87757" y="173099"/>
                    <a:pt x="87757" y="173698"/>
                    <a:pt x="87757" y="173698"/>
                  </a:cubicBezTo>
                  <a:cubicBezTo>
                    <a:pt x="91093" y="171302"/>
                    <a:pt x="93403" y="172243"/>
                    <a:pt x="95456" y="175066"/>
                  </a:cubicBezTo>
                  <a:cubicBezTo>
                    <a:pt x="94601" y="174895"/>
                    <a:pt x="93917" y="174638"/>
                    <a:pt x="93317" y="174382"/>
                  </a:cubicBezTo>
                  <a:cubicBezTo>
                    <a:pt x="85533" y="170875"/>
                    <a:pt x="78091" y="182508"/>
                    <a:pt x="74157" y="182166"/>
                  </a:cubicBezTo>
                  <a:cubicBezTo>
                    <a:pt x="70222" y="181824"/>
                    <a:pt x="51403" y="184732"/>
                    <a:pt x="30617" y="204577"/>
                  </a:cubicBezTo>
                  <a:cubicBezTo>
                    <a:pt x="9831" y="224422"/>
                    <a:pt x="2389" y="239648"/>
                    <a:pt x="6580" y="251624"/>
                  </a:cubicBezTo>
                  <a:cubicBezTo>
                    <a:pt x="10772" y="263685"/>
                    <a:pt x="8206" y="289261"/>
                    <a:pt x="6923" y="314923"/>
                  </a:cubicBezTo>
                  <a:cubicBezTo>
                    <a:pt x="5639" y="340585"/>
                    <a:pt x="4015" y="343836"/>
                    <a:pt x="1705" y="358720"/>
                  </a:cubicBezTo>
                  <a:lnTo>
                    <a:pt x="1705" y="358720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F43B138-91F8-130C-EE2E-1DDBB15CF957}"/>
                </a:ext>
              </a:extLst>
            </p:cNvPr>
            <p:cNvSpPr/>
            <p:nvPr/>
          </p:nvSpPr>
          <p:spPr>
            <a:xfrm>
              <a:off x="7733240" y="1017462"/>
              <a:ext cx="441283" cy="1316000"/>
            </a:xfrm>
            <a:custGeom>
              <a:avLst/>
              <a:gdLst>
                <a:gd name="connsiteX0" fmla="*/ 179008 w 441283"/>
                <a:gd name="connsiteY0" fmla="*/ 208520 h 1316000"/>
                <a:gd name="connsiteX1" fmla="*/ 172421 w 441283"/>
                <a:gd name="connsiteY1" fmla="*/ 205013 h 1316000"/>
                <a:gd name="connsiteX2" fmla="*/ 145647 w 441283"/>
                <a:gd name="connsiteY2" fmla="*/ 188504 h 1316000"/>
                <a:gd name="connsiteX3" fmla="*/ 179008 w 441283"/>
                <a:gd name="connsiteY3" fmla="*/ 208520 h 1316000"/>
                <a:gd name="connsiteX4" fmla="*/ 179008 w 441283"/>
                <a:gd name="connsiteY4" fmla="*/ 208520 h 1316000"/>
                <a:gd name="connsiteX5" fmla="*/ 137350 w 441283"/>
                <a:gd name="connsiteY5" fmla="*/ 181233 h 1316000"/>
                <a:gd name="connsiteX6" fmla="*/ 137778 w 441283"/>
                <a:gd name="connsiteY6" fmla="*/ 182259 h 1316000"/>
                <a:gd name="connsiteX7" fmla="*/ 131020 w 441283"/>
                <a:gd name="connsiteY7" fmla="*/ 201163 h 1316000"/>
                <a:gd name="connsiteX8" fmla="*/ 110576 w 441283"/>
                <a:gd name="connsiteY8" fmla="*/ 211856 h 1316000"/>
                <a:gd name="connsiteX9" fmla="*/ 53094 w 441283"/>
                <a:gd name="connsiteY9" fmla="*/ 242992 h 1316000"/>
                <a:gd name="connsiteX10" fmla="*/ 32650 w 441283"/>
                <a:gd name="connsiteY10" fmla="*/ 259501 h 1316000"/>
                <a:gd name="connsiteX11" fmla="*/ 29485 w 441283"/>
                <a:gd name="connsiteY11" fmla="*/ 274043 h 1316000"/>
                <a:gd name="connsiteX12" fmla="*/ 7843 w 441283"/>
                <a:gd name="connsiteY12" fmla="*/ 274642 h 1316000"/>
                <a:gd name="connsiteX13" fmla="*/ 2454 w 441283"/>
                <a:gd name="connsiteY13" fmla="*/ 282939 h 1316000"/>
                <a:gd name="connsiteX14" fmla="*/ 5876 w 441283"/>
                <a:gd name="connsiteY14" fmla="*/ 442214 h 1316000"/>
                <a:gd name="connsiteX15" fmla="*/ 2027 w 441283"/>
                <a:gd name="connsiteY15" fmla="*/ 449998 h 1316000"/>
                <a:gd name="connsiteX16" fmla="*/ 1086 w 441283"/>
                <a:gd name="connsiteY16" fmla="*/ 456841 h 1316000"/>
                <a:gd name="connsiteX17" fmla="*/ 6475 w 441283"/>
                <a:gd name="connsiteY17" fmla="*/ 458295 h 1316000"/>
                <a:gd name="connsiteX18" fmla="*/ 34446 w 441283"/>
                <a:gd name="connsiteY18" fmla="*/ 458894 h 1316000"/>
                <a:gd name="connsiteX19" fmla="*/ 34703 w 441283"/>
                <a:gd name="connsiteY19" fmla="*/ 463684 h 1316000"/>
                <a:gd name="connsiteX20" fmla="*/ 38125 w 441283"/>
                <a:gd name="connsiteY20" fmla="*/ 488491 h 1316000"/>
                <a:gd name="connsiteX21" fmla="*/ 46422 w 441283"/>
                <a:gd name="connsiteY21" fmla="*/ 506540 h 1316000"/>
                <a:gd name="connsiteX22" fmla="*/ 65412 w 441283"/>
                <a:gd name="connsiteY22" fmla="*/ 526043 h 1316000"/>
                <a:gd name="connsiteX23" fmla="*/ 74222 w 441283"/>
                <a:gd name="connsiteY23" fmla="*/ 532373 h 1316000"/>
                <a:gd name="connsiteX24" fmla="*/ 91758 w 441283"/>
                <a:gd name="connsiteY24" fmla="*/ 540670 h 1316000"/>
                <a:gd name="connsiteX25" fmla="*/ 96890 w 441283"/>
                <a:gd name="connsiteY25" fmla="*/ 539729 h 1316000"/>
                <a:gd name="connsiteX26" fmla="*/ 87396 w 441283"/>
                <a:gd name="connsiteY26" fmla="*/ 558719 h 1316000"/>
                <a:gd name="connsiteX27" fmla="*/ 73110 w 441283"/>
                <a:gd name="connsiteY27" fmla="*/ 597639 h 1316000"/>
                <a:gd name="connsiteX28" fmla="*/ 64043 w 441283"/>
                <a:gd name="connsiteY28" fmla="*/ 706702 h 1316000"/>
                <a:gd name="connsiteX29" fmla="*/ 69859 w 441283"/>
                <a:gd name="connsiteY29" fmla="*/ 746906 h 1316000"/>
                <a:gd name="connsiteX30" fmla="*/ 78328 w 441283"/>
                <a:gd name="connsiteY30" fmla="*/ 862469 h 1316000"/>
                <a:gd name="connsiteX31" fmla="*/ 88079 w 441283"/>
                <a:gd name="connsiteY31" fmla="*/ 932612 h 1316000"/>
                <a:gd name="connsiteX32" fmla="*/ 90047 w 441283"/>
                <a:gd name="connsiteY32" fmla="*/ 963150 h 1316000"/>
                <a:gd name="connsiteX33" fmla="*/ 91330 w 441283"/>
                <a:gd name="connsiteY33" fmla="*/ 979402 h 1316000"/>
                <a:gd name="connsiteX34" fmla="*/ 89363 w 441283"/>
                <a:gd name="connsiteY34" fmla="*/ 1024225 h 1316000"/>
                <a:gd name="connsiteX35" fmla="*/ 89363 w 441283"/>
                <a:gd name="connsiteY35" fmla="*/ 1113870 h 1316000"/>
                <a:gd name="connsiteX36" fmla="*/ 98430 w 441283"/>
                <a:gd name="connsiteY36" fmla="*/ 1195646 h 1316000"/>
                <a:gd name="connsiteX37" fmla="*/ 104247 w 441283"/>
                <a:gd name="connsiteY37" fmla="*/ 1211898 h 1316000"/>
                <a:gd name="connsiteX38" fmla="*/ 87994 w 441283"/>
                <a:gd name="connsiteY38" fmla="*/ 1239186 h 1316000"/>
                <a:gd name="connsiteX39" fmla="*/ 86027 w 441283"/>
                <a:gd name="connsiteY39" fmla="*/ 1265190 h 1316000"/>
                <a:gd name="connsiteX40" fmla="*/ 73024 w 441283"/>
                <a:gd name="connsiteY40" fmla="*/ 1280159 h 1316000"/>
                <a:gd name="connsiteX41" fmla="*/ 43771 w 441283"/>
                <a:gd name="connsiteY41" fmla="*/ 1286660 h 1316000"/>
                <a:gd name="connsiteX42" fmla="*/ 38553 w 441283"/>
                <a:gd name="connsiteY42" fmla="*/ 1296412 h 1316000"/>
                <a:gd name="connsiteX43" fmla="*/ 34703 w 441283"/>
                <a:gd name="connsiteY43" fmla="*/ 1303597 h 1316000"/>
                <a:gd name="connsiteX44" fmla="*/ 63274 w 441283"/>
                <a:gd name="connsiteY44" fmla="*/ 1313947 h 1316000"/>
                <a:gd name="connsiteX45" fmla="*/ 171737 w 441283"/>
                <a:gd name="connsiteY45" fmla="*/ 1313947 h 1316000"/>
                <a:gd name="connsiteX46" fmla="*/ 179522 w 441283"/>
                <a:gd name="connsiteY46" fmla="*/ 1312664 h 1316000"/>
                <a:gd name="connsiteX47" fmla="*/ 178837 w 441283"/>
                <a:gd name="connsiteY47" fmla="*/ 1292562 h 1316000"/>
                <a:gd name="connsiteX48" fmla="*/ 176870 w 441283"/>
                <a:gd name="connsiteY48" fmla="*/ 1282212 h 1316000"/>
                <a:gd name="connsiteX49" fmla="*/ 182601 w 441283"/>
                <a:gd name="connsiteY49" fmla="*/ 1267841 h 1316000"/>
                <a:gd name="connsiteX50" fmla="*/ 186621 w 441283"/>
                <a:gd name="connsiteY50" fmla="*/ 1254583 h 1316000"/>
                <a:gd name="connsiteX51" fmla="*/ 187648 w 441283"/>
                <a:gd name="connsiteY51" fmla="*/ 1246542 h 1316000"/>
                <a:gd name="connsiteX52" fmla="*/ 187391 w 441283"/>
                <a:gd name="connsiteY52" fmla="*/ 1238587 h 1316000"/>
                <a:gd name="connsiteX53" fmla="*/ 185338 w 441283"/>
                <a:gd name="connsiteY53" fmla="*/ 1213438 h 1316000"/>
                <a:gd name="connsiteX54" fmla="*/ 179693 w 441283"/>
                <a:gd name="connsiteY54" fmla="*/ 1193593 h 1316000"/>
                <a:gd name="connsiteX55" fmla="*/ 176955 w 441283"/>
                <a:gd name="connsiteY55" fmla="*/ 1168616 h 1316000"/>
                <a:gd name="connsiteX56" fmla="*/ 183542 w 441283"/>
                <a:gd name="connsiteY56" fmla="*/ 1124563 h 1316000"/>
                <a:gd name="connsiteX57" fmla="*/ 193208 w 441283"/>
                <a:gd name="connsiteY57" fmla="*/ 1042616 h 1316000"/>
                <a:gd name="connsiteX58" fmla="*/ 195175 w 441283"/>
                <a:gd name="connsiteY58" fmla="*/ 937402 h 1316000"/>
                <a:gd name="connsiteX59" fmla="*/ 210830 w 441283"/>
                <a:gd name="connsiteY59" fmla="*/ 787024 h 1316000"/>
                <a:gd name="connsiteX60" fmla="*/ 221351 w 441283"/>
                <a:gd name="connsiteY60" fmla="*/ 733647 h 1316000"/>
                <a:gd name="connsiteX61" fmla="*/ 219896 w 441283"/>
                <a:gd name="connsiteY61" fmla="*/ 737924 h 1316000"/>
                <a:gd name="connsiteX62" fmla="*/ 221436 w 441283"/>
                <a:gd name="connsiteY62" fmla="*/ 733219 h 1316000"/>
                <a:gd name="connsiteX63" fmla="*/ 221351 w 441283"/>
                <a:gd name="connsiteY63" fmla="*/ 733647 h 1316000"/>
                <a:gd name="connsiteX64" fmla="*/ 221522 w 441283"/>
                <a:gd name="connsiteY64" fmla="*/ 733048 h 1316000"/>
                <a:gd name="connsiteX65" fmla="*/ 221863 w 441283"/>
                <a:gd name="connsiteY65" fmla="*/ 732278 h 1316000"/>
                <a:gd name="connsiteX66" fmla="*/ 222035 w 441283"/>
                <a:gd name="connsiteY66" fmla="*/ 732278 h 1316000"/>
                <a:gd name="connsiteX67" fmla="*/ 222035 w 441283"/>
                <a:gd name="connsiteY67" fmla="*/ 732278 h 1316000"/>
                <a:gd name="connsiteX68" fmla="*/ 222120 w 441283"/>
                <a:gd name="connsiteY68" fmla="*/ 732278 h 1316000"/>
                <a:gd name="connsiteX69" fmla="*/ 222035 w 441283"/>
                <a:gd name="connsiteY69" fmla="*/ 732278 h 1316000"/>
                <a:gd name="connsiteX70" fmla="*/ 230160 w 441283"/>
                <a:gd name="connsiteY70" fmla="*/ 762559 h 1316000"/>
                <a:gd name="connsiteX71" fmla="*/ 244617 w 441283"/>
                <a:gd name="connsiteY71" fmla="*/ 856311 h 1316000"/>
                <a:gd name="connsiteX72" fmla="*/ 252487 w 441283"/>
                <a:gd name="connsiteY72" fmla="*/ 881117 h 1316000"/>
                <a:gd name="connsiteX73" fmla="*/ 253342 w 441283"/>
                <a:gd name="connsiteY73" fmla="*/ 884881 h 1316000"/>
                <a:gd name="connsiteX74" fmla="*/ 258132 w 441283"/>
                <a:gd name="connsiteY74" fmla="*/ 910201 h 1316000"/>
                <a:gd name="connsiteX75" fmla="*/ 258132 w 441283"/>
                <a:gd name="connsiteY75" fmla="*/ 910885 h 1316000"/>
                <a:gd name="connsiteX76" fmla="*/ 274385 w 441283"/>
                <a:gd name="connsiteY76" fmla="*/ 1028416 h 1316000"/>
                <a:gd name="connsiteX77" fmla="*/ 280886 w 441283"/>
                <a:gd name="connsiteY77" fmla="*/ 1126445 h 1316000"/>
                <a:gd name="connsiteX78" fmla="*/ 284393 w 441283"/>
                <a:gd name="connsiteY78" fmla="*/ 1172379 h 1316000"/>
                <a:gd name="connsiteX79" fmla="*/ 291236 w 441283"/>
                <a:gd name="connsiteY79" fmla="*/ 1223190 h 1316000"/>
                <a:gd name="connsiteX80" fmla="*/ 300816 w 441283"/>
                <a:gd name="connsiteY80" fmla="*/ 1252786 h 1316000"/>
                <a:gd name="connsiteX81" fmla="*/ 300902 w 441283"/>
                <a:gd name="connsiteY81" fmla="*/ 1255010 h 1316000"/>
                <a:gd name="connsiteX82" fmla="*/ 302699 w 441283"/>
                <a:gd name="connsiteY82" fmla="*/ 1267243 h 1316000"/>
                <a:gd name="connsiteX83" fmla="*/ 305436 w 441283"/>
                <a:gd name="connsiteY83" fmla="*/ 1270578 h 1316000"/>
                <a:gd name="connsiteX84" fmla="*/ 318095 w 441283"/>
                <a:gd name="connsiteY84" fmla="*/ 1283923 h 1316000"/>
                <a:gd name="connsiteX85" fmla="*/ 317326 w 441283"/>
                <a:gd name="connsiteY85" fmla="*/ 1291279 h 1316000"/>
                <a:gd name="connsiteX86" fmla="*/ 315786 w 441283"/>
                <a:gd name="connsiteY86" fmla="*/ 1302998 h 1316000"/>
                <a:gd name="connsiteX87" fmla="*/ 317069 w 441283"/>
                <a:gd name="connsiteY87" fmla="*/ 1315316 h 1316000"/>
                <a:gd name="connsiteX88" fmla="*/ 395595 w 441283"/>
                <a:gd name="connsiteY88" fmla="*/ 1316000 h 1316000"/>
                <a:gd name="connsiteX89" fmla="*/ 414413 w 441283"/>
                <a:gd name="connsiteY89" fmla="*/ 1288114 h 1316000"/>
                <a:gd name="connsiteX90" fmla="*/ 404063 w 441283"/>
                <a:gd name="connsiteY90" fmla="*/ 1275112 h 1316000"/>
                <a:gd name="connsiteX91" fmla="*/ 396279 w 441283"/>
                <a:gd name="connsiteY91" fmla="*/ 1260228 h 1316000"/>
                <a:gd name="connsiteX92" fmla="*/ 395680 w 441283"/>
                <a:gd name="connsiteY92" fmla="*/ 1230375 h 1316000"/>
                <a:gd name="connsiteX93" fmla="*/ 380711 w 441283"/>
                <a:gd name="connsiteY93" fmla="*/ 1205055 h 1316000"/>
                <a:gd name="connsiteX94" fmla="*/ 387810 w 441283"/>
                <a:gd name="connsiteY94" fmla="*/ 1102493 h 1316000"/>
                <a:gd name="connsiteX95" fmla="*/ 367024 w 441283"/>
                <a:gd name="connsiteY95" fmla="*/ 966143 h 1316000"/>
                <a:gd name="connsiteX96" fmla="*/ 368992 w 441283"/>
                <a:gd name="connsiteY96" fmla="*/ 749301 h 1316000"/>
                <a:gd name="connsiteX97" fmla="*/ 354707 w 441283"/>
                <a:gd name="connsiteY97" fmla="*/ 601916 h 1316000"/>
                <a:gd name="connsiteX98" fmla="*/ 327419 w 441283"/>
                <a:gd name="connsiteY98" fmla="*/ 549309 h 1316000"/>
                <a:gd name="connsiteX99" fmla="*/ 322886 w 441283"/>
                <a:gd name="connsiteY99" fmla="*/ 530491 h 1316000"/>
                <a:gd name="connsiteX100" fmla="*/ 322115 w 441283"/>
                <a:gd name="connsiteY100" fmla="*/ 529806 h 1316000"/>
                <a:gd name="connsiteX101" fmla="*/ 321945 w 441283"/>
                <a:gd name="connsiteY101" fmla="*/ 528865 h 1316000"/>
                <a:gd name="connsiteX102" fmla="*/ 327761 w 441283"/>
                <a:gd name="connsiteY102" fmla="*/ 533741 h 1316000"/>
                <a:gd name="connsiteX103" fmla="*/ 327761 w 441283"/>
                <a:gd name="connsiteY103" fmla="*/ 542552 h 1316000"/>
                <a:gd name="connsiteX104" fmla="*/ 341876 w 441283"/>
                <a:gd name="connsiteY104" fmla="*/ 536735 h 1316000"/>
                <a:gd name="connsiteX105" fmla="*/ 327761 w 441283"/>
                <a:gd name="connsiteY105" fmla="*/ 503118 h 1316000"/>
                <a:gd name="connsiteX106" fmla="*/ 319977 w 441283"/>
                <a:gd name="connsiteY106" fmla="*/ 483615 h 1316000"/>
                <a:gd name="connsiteX107" fmla="*/ 322886 w 441283"/>
                <a:gd name="connsiteY107" fmla="*/ 468988 h 1316000"/>
                <a:gd name="connsiteX108" fmla="*/ 323057 w 441283"/>
                <a:gd name="connsiteY108" fmla="*/ 468817 h 1316000"/>
                <a:gd name="connsiteX109" fmla="*/ 324511 w 441283"/>
                <a:gd name="connsiteY109" fmla="*/ 468646 h 1316000"/>
                <a:gd name="connsiteX110" fmla="*/ 340421 w 441283"/>
                <a:gd name="connsiteY110" fmla="*/ 473863 h 1316000"/>
                <a:gd name="connsiteX111" fmla="*/ 369676 w 441283"/>
                <a:gd name="connsiteY111" fmla="*/ 474377 h 1316000"/>
                <a:gd name="connsiteX112" fmla="*/ 394054 w 441283"/>
                <a:gd name="connsiteY112" fmla="*/ 487037 h 1316000"/>
                <a:gd name="connsiteX113" fmla="*/ 427672 w 441283"/>
                <a:gd name="connsiteY113" fmla="*/ 472409 h 1316000"/>
                <a:gd name="connsiteX114" fmla="*/ 441272 w 441283"/>
                <a:gd name="connsiteY114" fmla="*/ 452479 h 1316000"/>
                <a:gd name="connsiteX115" fmla="*/ 421342 w 441283"/>
                <a:gd name="connsiteY115" fmla="*/ 396022 h 1316000"/>
                <a:gd name="connsiteX116" fmla="*/ 410650 w 441283"/>
                <a:gd name="connsiteY116" fmla="*/ 366340 h 1316000"/>
                <a:gd name="connsiteX117" fmla="*/ 386270 w 441283"/>
                <a:gd name="connsiteY117" fmla="*/ 324426 h 1316000"/>
                <a:gd name="connsiteX118" fmla="*/ 376520 w 441283"/>
                <a:gd name="connsiteY118" fmla="*/ 303982 h 1316000"/>
                <a:gd name="connsiteX119" fmla="*/ 365827 w 441283"/>
                <a:gd name="connsiteY119" fmla="*/ 283538 h 1316000"/>
                <a:gd name="connsiteX120" fmla="*/ 360951 w 441283"/>
                <a:gd name="connsiteY120" fmla="*/ 267970 h 1316000"/>
                <a:gd name="connsiteX121" fmla="*/ 325880 w 441283"/>
                <a:gd name="connsiteY121" fmla="*/ 238715 h 1316000"/>
                <a:gd name="connsiteX122" fmla="*/ 274727 w 441283"/>
                <a:gd name="connsiteY122" fmla="*/ 228451 h 1316000"/>
                <a:gd name="connsiteX123" fmla="*/ 249407 w 441283"/>
                <a:gd name="connsiteY123" fmla="*/ 212369 h 1316000"/>
                <a:gd name="connsiteX124" fmla="*/ 238202 w 441283"/>
                <a:gd name="connsiteY124" fmla="*/ 208007 h 1316000"/>
                <a:gd name="connsiteX125" fmla="*/ 236320 w 441283"/>
                <a:gd name="connsiteY125" fmla="*/ 206552 h 1316000"/>
                <a:gd name="connsiteX126" fmla="*/ 227081 w 441283"/>
                <a:gd name="connsiteY126" fmla="*/ 186622 h 1316000"/>
                <a:gd name="connsiteX127" fmla="*/ 223147 w 441283"/>
                <a:gd name="connsiteY127" fmla="*/ 178324 h 1316000"/>
                <a:gd name="connsiteX128" fmla="*/ 216817 w 441283"/>
                <a:gd name="connsiteY128" fmla="*/ 194834 h 1316000"/>
                <a:gd name="connsiteX129" fmla="*/ 200650 w 441283"/>
                <a:gd name="connsiteY129" fmla="*/ 210231 h 1316000"/>
                <a:gd name="connsiteX130" fmla="*/ 209375 w 441283"/>
                <a:gd name="connsiteY130" fmla="*/ 200736 h 1316000"/>
                <a:gd name="connsiteX131" fmla="*/ 221692 w 441283"/>
                <a:gd name="connsiteY131" fmla="*/ 185766 h 1316000"/>
                <a:gd name="connsiteX132" fmla="*/ 220410 w 441283"/>
                <a:gd name="connsiteY132" fmla="*/ 159164 h 1316000"/>
                <a:gd name="connsiteX133" fmla="*/ 221692 w 441283"/>
                <a:gd name="connsiteY133" fmla="*/ 144194 h 1316000"/>
                <a:gd name="connsiteX134" fmla="*/ 222975 w 441283"/>
                <a:gd name="connsiteY134" fmla="*/ 129909 h 1316000"/>
                <a:gd name="connsiteX135" fmla="*/ 230760 w 441283"/>
                <a:gd name="connsiteY135" fmla="*/ 117591 h 1316000"/>
                <a:gd name="connsiteX136" fmla="*/ 235978 w 441283"/>
                <a:gd name="connsiteY136" fmla="*/ 88337 h 1316000"/>
                <a:gd name="connsiteX137" fmla="*/ 229477 w 441283"/>
                <a:gd name="connsiteY137" fmla="*/ 86369 h 1316000"/>
                <a:gd name="connsiteX138" fmla="*/ 228193 w 441283"/>
                <a:gd name="connsiteY138" fmla="*/ 37013 h 1316000"/>
                <a:gd name="connsiteX139" fmla="*/ 193122 w 441283"/>
                <a:gd name="connsiteY139" fmla="*/ 2626 h 1316000"/>
                <a:gd name="connsiteX140" fmla="*/ 172337 w 441283"/>
                <a:gd name="connsiteY140" fmla="*/ 60 h 1316000"/>
                <a:gd name="connsiteX141" fmla="*/ 134014 w 441283"/>
                <a:gd name="connsiteY141" fmla="*/ 13661 h 1316000"/>
                <a:gd name="connsiteX142" fmla="*/ 114512 w 441283"/>
                <a:gd name="connsiteY142" fmla="*/ 35730 h 1316000"/>
                <a:gd name="connsiteX143" fmla="*/ 114512 w 441283"/>
                <a:gd name="connsiteY143" fmla="*/ 84402 h 1316000"/>
                <a:gd name="connsiteX144" fmla="*/ 115794 w 441283"/>
                <a:gd name="connsiteY144" fmla="*/ 91587 h 1316000"/>
                <a:gd name="connsiteX145" fmla="*/ 108609 w 441283"/>
                <a:gd name="connsiteY145" fmla="*/ 90903 h 1316000"/>
                <a:gd name="connsiteX146" fmla="*/ 110576 w 441283"/>
                <a:gd name="connsiteY146" fmla="*/ 115624 h 1316000"/>
                <a:gd name="connsiteX147" fmla="*/ 123579 w 441283"/>
                <a:gd name="connsiteY147" fmla="*/ 130593 h 1316000"/>
                <a:gd name="connsiteX148" fmla="*/ 128112 w 441283"/>
                <a:gd name="connsiteY148" fmla="*/ 139661 h 1316000"/>
                <a:gd name="connsiteX149" fmla="*/ 140430 w 441283"/>
                <a:gd name="connsiteY149" fmla="*/ 178581 h 1316000"/>
                <a:gd name="connsiteX150" fmla="*/ 141713 w 441283"/>
                <a:gd name="connsiteY150" fmla="*/ 185766 h 1316000"/>
                <a:gd name="connsiteX151" fmla="*/ 142482 w 441283"/>
                <a:gd name="connsiteY151" fmla="*/ 186793 h 1316000"/>
                <a:gd name="connsiteX152" fmla="*/ 137693 w 441283"/>
                <a:gd name="connsiteY152" fmla="*/ 182773 h 1316000"/>
                <a:gd name="connsiteX153" fmla="*/ 137265 w 441283"/>
                <a:gd name="connsiteY153" fmla="*/ 181746 h 1316000"/>
                <a:gd name="connsiteX154" fmla="*/ 137265 w 441283"/>
                <a:gd name="connsiteY154" fmla="*/ 181746 h 1316000"/>
                <a:gd name="connsiteX155" fmla="*/ 195603 w 441283"/>
                <a:gd name="connsiteY155" fmla="*/ 213823 h 1316000"/>
                <a:gd name="connsiteX156" fmla="*/ 195346 w 441283"/>
                <a:gd name="connsiteY156" fmla="*/ 213994 h 1316000"/>
                <a:gd name="connsiteX157" fmla="*/ 188161 w 441283"/>
                <a:gd name="connsiteY157" fmla="*/ 214422 h 1316000"/>
                <a:gd name="connsiteX158" fmla="*/ 187990 w 441283"/>
                <a:gd name="connsiteY158" fmla="*/ 214422 h 1316000"/>
                <a:gd name="connsiteX159" fmla="*/ 186707 w 441283"/>
                <a:gd name="connsiteY159" fmla="*/ 213396 h 1316000"/>
                <a:gd name="connsiteX160" fmla="*/ 195689 w 441283"/>
                <a:gd name="connsiteY160" fmla="*/ 213909 h 1316000"/>
                <a:gd name="connsiteX161" fmla="*/ 195689 w 441283"/>
                <a:gd name="connsiteY161" fmla="*/ 213909 h 1316000"/>
                <a:gd name="connsiteX162" fmla="*/ 312194 w 441283"/>
                <a:gd name="connsiteY162" fmla="*/ 520654 h 1316000"/>
                <a:gd name="connsiteX163" fmla="*/ 321089 w 441283"/>
                <a:gd name="connsiteY163" fmla="*/ 527839 h 1316000"/>
                <a:gd name="connsiteX164" fmla="*/ 313134 w 441283"/>
                <a:gd name="connsiteY164" fmla="*/ 522279 h 1316000"/>
                <a:gd name="connsiteX165" fmla="*/ 306034 w 441283"/>
                <a:gd name="connsiteY165" fmla="*/ 522706 h 1316000"/>
                <a:gd name="connsiteX166" fmla="*/ 291578 w 441283"/>
                <a:gd name="connsiteY166" fmla="*/ 523476 h 1316000"/>
                <a:gd name="connsiteX167" fmla="*/ 312194 w 441283"/>
                <a:gd name="connsiteY167" fmla="*/ 520568 h 1316000"/>
                <a:gd name="connsiteX168" fmla="*/ 312194 w 441283"/>
                <a:gd name="connsiteY168" fmla="*/ 520568 h 131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441283" h="1316000">
                  <a:moveTo>
                    <a:pt x="179008" y="208520"/>
                  </a:moveTo>
                  <a:cubicBezTo>
                    <a:pt x="177126" y="207493"/>
                    <a:pt x="174988" y="206296"/>
                    <a:pt x="172421" y="205013"/>
                  </a:cubicBezTo>
                  <a:cubicBezTo>
                    <a:pt x="165408" y="201506"/>
                    <a:pt x="153603" y="194149"/>
                    <a:pt x="145647" y="188504"/>
                  </a:cubicBezTo>
                  <a:cubicBezTo>
                    <a:pt x="153090" y="193379"/>
                    <a:pt x="169513" y="202276"/>
                    <a:pt x="179008" y="208520"/>
                  </a:cubicBezTo>
                  <a:lnTo>
                    <a:pt x="179008" y="208520"/>
                  </a:lnTo>
                  <a:close/>
                  <a:moveTo>
                    <a:pt x="137350" y="181233"/>
                  </a:moveTo>
                  <a:cubicBezTo>
                    <a:pt x="137350" y="181233"/>
                    <a:pt x="137350" y="181746"/>
                    <a:pt x="137778" y="182259"/>
                  </a:cubicBezTo>
                  <a:cubicBezTo>
                    <a:pt x="137093" y="186109"/>
                    <a:pt x="131876" y="198854"/>
                    <a:pt x="131020" y="201163"/>
                  </a:cubicBezTo>
                  <a:cubicBezTo>
                    <a:pt x="129994" y="204072"/>
                    <a:pt x="114426" y="206039"/>
                    <a:pt x="110576" y="211856"/>
                  </a:cubicBezTo>
                  <a:cubicBezTo>
                    <a:pt x="106728" y="217673"/>
                    <a:pt x="71657" y="229392"/>
                    <a:pt x="53094" y="242992"/>
                  </a:cubicBezTo>
                  <a:cubicBezTo>
                    <a:pt x="53094" y="242992"/>
                    <a:pt x="35045" y="254198"/>
                    <a:pt x="32650" y="259501"/>
                  </a:cubicBezTo>
                  <a:cubicBezTo>
                    <a:pt x="31197" y="262752"/>
                    <a:pt x="30084" y="268911"/>
                    <a:pt x="29485" y="274043"/>
                  </a:cubicBezTo>
                  <a:cubicBezTo>
                    <a:pt x="15970" y="274385"/>
                    <a:pt x="7843" y="274642"/>
                    <a:pt x="7843" y="274642"/>
                  </a:cubicBezTo>
                  <a:cubicBezTo>
                    <a:pt x="1001" y="277123"/>
                    <a:pt x="2454" y="282939"/>
                    <a:pt x="2454" y="282939"/>
                  </a:cubicBezTo>
                  <a:lnTo>
                    <a:pt x="5876" y="442214"/>
                  </a:lnTo>
                  <a:cubicBezTo>
                    <a:pt x="5876" y="442214"/>
                    <a:pt x="3909" y="447603"/>
                    <a:pt x="2027" y="449998"/>
                  </a:cubicBezTo>
                  <a:cubicBezTo>
                    <a:pt x="60" y="452393"/>
                    <a:pt x="-881" y="454874"/>
                    <a:pt x="1086" y="456841"/>
                  </a:cubicBezTo>
                  <a:cubicBezTo>
                    <a:pt x="3054" y="458809"/>
                    <a:pt x="6475" y="458295"/>
                    <a:pt x="6475" y="458295"/>
                  </a:cubicBezTo>
                  <a:lnTo>
                    <a:pt x="34446" y="458894"/>
                  </a:lnTo>
                  <a:cubicBezTo>
                    <a:pt x="34532" y="461375"/>
                    <a:pt x="34703" y="463000"/>
                    <a:pt x="34703" y="463684"/>
                  </a:cubicBezTo>
                  <a:cubicBezTo>
                    <a:pt x="35644" y="471468"/>
                    <a:pt x="36157" y="480707"/>
                    <a:pt x="38125" y="488491"/>
                  </a:cubicBezTo>
                  <a:cubicBezTo>
                    <a:pt x="40092" y="496275"/>
                    <a:pt x="39579" y="500637"/>
                    <a:pt x="46422" y="506540"/>
                  </a:cubicBezTo>
                  <a:cubicBezTo>
                    <a:pt x="53265" y="512356"/>
                    <a:pt x="60023" y="521167"/>
                    <a:pt x="65412" y="526043"/>
                  </a:cubicBezTo>
                  <a:cubicBezTo>
                    <a:pt x="70800" y="530918"/>
                    <a:pt x="73709" y="530918"/>
                    <a:pt x="74222" y="532373"/>
                  </a:cubicBezTo>
                  <a:cubicBezTo>
                    <a:pt x="74736" y="533827"/>
                    <a:pt x="86369" y="540157"/>
                    <a:pt x="91758" y="540670"/>
                  </a:cubicBezTo>
                  <a:cubicBezTo>
                    <a:pt x="92785" y="540755"/>
                    <a:pt x="94581" y="540413"/>
                    <a:pt x="96890" y="539729"/>
                  </a:cubicBezTo>
                  <a:cubicBezTo>
                    <a:pt x="92699" y="544006"/>
                    <a:pt x="86540" y="551705"/>
                    <a:pt x="87396" y="558719"/>
                  </a:cubicBezTo>
                  <a:cubicBezTo>
                    <a:pt x="88679" y="569069"/>
                    <a:pt x="80894" y="578821"/>
                    <a:pt x="73110" y="597639"/>
                  </a:cubicBezTo>
                  <a:cubicBezTo>
                    <a:pt x="65327" y="616458"/>
                    <a:pt x="64043" y="674881"/>
                    <a:pt x="64043" y="706702"/>
                  </a:cubicBezTo>
                  <a:cubicBezTo>
                    <a:pt x="67294" y="719704"/>
                    <a:pt x="70544" y="724238"/>
                    <a:pt x="69859" y="746906"/>
                  </a:cubicBezTo>
                  <a:cubicBezTo>
                    <a:pt x="69859" y="746906"/>
                    <a:pt x="71828" y="822266"/>
                    <a:pt x="78328" y="862469"/>
                  </a:cubicBezTo>
                  <a:cubicBezTo>
                    <a:pt x="84829" y="902759"/>
                    <a:pt x="88079" y="923545"/>
                    <a:pt x="88079" y="932612"/>
                  </a:cubicBezTo>
                  <a:cubicBezTo>
                    <a:pt x="88079" y="941679"/>
                    <a:pt x="88079" y="960498"/>
                    <a:pt x="90047" y="963150"/>
                  </a:cubicBezTo>
                  <a:cubicBezTo>
                    <a:pt x="92015" y="965716"/>
                    <a:pt x="93297" y="969650"/>
                    <a:pt x="91330" y="979402"/>
                  </a:cubicBezTo>
                  <a:cubicBezTo>
                    <a:pt x="89363" y="989153"/>
                    <a:pt x="90047" y="1001471"/>
                    <a:pt x="89363" y="1024225"/>
                  </a:cubicBezTo>
                  <a:cubicBezTo>
                    <a:pt x="88679" y="1046978"/>
                    <a:pt x="87396" y="1079398"/>
                    <a:pt x="89363" y="1113870"/>
                  </a:cubicBezTo>
                  <a:cubicBezTo>
                    <a:pt x="91330" y="1148257"/>
                    <a:pt x="95864" y="1177512"/>
                    <a:pt x="98430" y="1195646"/>
                  </a:cubicBezTo>
                  <a:cubicBezTo>
                    <a:pt x="98430" y="1195646"/>
                    <a:pt x="103563" y="1205397"/>
                    <a:pt x="104247" y="1211898"/>
                  </a:cubicBezTo>
                  <a:cubicBezTo>
                    <a:pt x="104932" y="1218400"/>
                    <a:pt x="93213" y="1226868"/>
                    <a:pt x="87994" y="1239186"/>
                  </a:cubicBezTo>
                  <a:cubicBezTo>
                    <a:pt x="82776" y="1251503"/>
                    <a:pt x="84743" y="1263222"/>
                    <a:pt x="86027" y="1265190"/>
                  </a:cubicBezTo>
                  <a:cubicBezTo>
                    <a:pt x="87310" y="1267157"/>
                    <a:pt x="80210" y="1279475"/>
                    <a:pt x="73024" y="1280159"/>
                  </a:cubicBezTo>
                  <a:cubicBezTo>
                    <a:pt x="65839" y="1280843"/>
                    <a:pt x="48988" y="1280843"/>
                    <a:pt x="43771" y="1286660"/>
                  </a:cubicBezTo>
                  <a:cubicBezTo>
                    <a:pt x="38553" y="1292477"/>
                    <a:pt x="38553" y="1296412"/>
                    <a:pt x="38553" y="1296412"/>
                  </a:cubicBezTo>
                  <a:cubicBezTo>
                    <a:pt x="38553" y="1296412"/>
                    <a:pt x="29485" y="1298978"/>
                    <a:pt x="34703" y="1303597"/>
                  </a:cubicBezTo>
                  <a:cubicBezTo>
                    <a:pt x="39921" y="1308130"/>
                    <a:pt x="57457" y="1313947"/>
                    <a:pt x="63274" y="1313947"/>
                  </a:cubicBezTo>
                  <a:lnTo>
                    <a:pt x="171737" y="1313947"/>
                  </a:lnTo>
                  <a:lnTo>
                    <a:pt x="179522" y="1312664"/>
                  </a:lnTo>
                  <a:lnTo>
                    <a:pt x="178837" y="1292562"/>
                  </a:lnTo>
                  <a:cubicBezTo>
                    <a:pt x="178837" y="1292562"/>
                    <a:pt x="176271" y="1290595"/>
                    <a:pt x="176870" y="1282212"/>
                  </a:cubicBezTo>
                  <a:cubicBezTo>
                    <a:pt x="177810" y="1278021"/>
                    <a:pt x="180291" y="1273487"/>
                    <a:pt x="182601" y="1267841"/>
                  </a:cubicBezTo>
                  <a:cubicBezTo>
                    <a:pt x="184568" y="1263906"/>
                    <a:pt x="186279" y="1259629"/>
                    <a:pt x="186621" y="1254583"/>
                  </a:cubicBezTo>
                  <a:cubicBezTo>
                    <a:pt x="187135" y="1252102"/>
                    <a:pt x="187476" y="1249365"/>
                    <a:pt x="187648" y="1246542"/>
                  </a:cubicBezTo>
                  <a:cubicBezTo>
                    <a:pt x="187819" y="1244232"/>
                    <a:pt x="187648" y="1241495"/>
                    <a:pt x="187391" y="1238587"/>
                  </a:cubicBezTo>
                  <a:cubicBezTo>
                    <a:pt x="187648" y="1229434"/>
                    <a:pt x="187391" y="1219854"/>
                    <a:pt x="185338" y="1213438"/>
                  </a:cubicBezTo>
                  <a:cubicBezTo>
                    <a:pt x="184056" y="1209247"/>
                    <a:pt x="181660" y="1202232"/>
                    <a:pt x="179693" y="1193593"/>
                  </a:cubicBezTo>
                  <a:cubicBezTo>
                    <a:pt x="178153" y="1184440"/>
                    <a:pt x="176955" y="1175715"/>
                    <a:pt x="176955" y="1168616"/>
                  </a:cubicBezTo>
                  <a:cubicBezTo>
                    <a:pt x="176955" y="1159206"/>
                    <a:pt x="180034" y="1143809"/>
                    <a:pt x="183542" y="1124563"/>
                  </a:cubicBezTo>
                  <a:cubicBezTo>
                    <a:pt x="188588" y="1099927"/>
                    <a:pt x="193636" y="1069732"/>
                    <a:pt x="193208" y="1042616"/>
                  </a:cubicBezTo>
                  <a:cubicBezTo>
                    <a:pt x="192524" y="1005577"/>
                    <a:pt x="193208" y="975724"/>
                    <a:pt x="195175" y="937402"/>
                  </a:cubicBezTo>
                  <a:cubicBezTo>
                    <a:pt x="196458" y="911740"/>
                    <a:pt x="203302" y="839374"/>
                    <a:pt x="210830" y="787024"/>
                  </a:cubicBezTo>
                  <a:cubicBezTo>
                    <a:pt x="215106" y="763158"/>
                    <a:pt x="219982" y="739977"/>
                    <a:pt x="221351" y="733647"/>
                  </a:cubicBezTo>
                  <a:cubicBezTo>
                    <a:pt x="221094" y="734759"/>
                    <a:pt x="220580" y="736213"/>
                    <a:pt x="219896" y="737924"/>
                  </a:cubicBezTo>
                  <a:cubicBezTo>
                    <a:pt x="220410" y="736128"/>
                    <a:pt x="220923" y="734588"/>
                    <a:pt x="221436" y="733219"/>
                  </a:cubicBezTo>
                  <a:cubicBezTo>
                    <a:pt x="221436" y="733305"/>
                    <a:pt x="221436" y="733476"/>
                    <a:pt x="221351" y="733647"/>
                  </a:cubicBezTo>
                  <a:cubicBezTo>
                    <a:pt x="221351" y="733476"/>
                    <a:pt x="221522" y="733219"/>
                    <a:pt x="221522" y="733048"/>
                  </a:cubicBezTo>
                  <a:cubicBezTo>
                    <a:pt x="221607" y="732792"/>
                    <a:pt x="221778" y="732450"/>
                    <a:pt x="221863" y="732278"/>
                  </a:cubicBezTo>
                  <a:cubicBezTo>
                    <a:pt x="221863" y="732278"/>
                    <a:pt x="221949" y="732278"/>
                    <a:pt x="222035" y="732278"/>
                  </a:cubicBezTo>
                  <a:cubicBezTo>
                    <a:pt x="222035" y="732278"/>
                    <a:pt x="222035" y="732278"/>
                    <a:pt x="222035" y="732278"/>
                  </a:cubicBezTo>
                  <a:cubicBezTo>
                    <a:pt x="222035" y="732278"/>
                    <a:pt x="222035" y="732278"/>
                    <a:pt x="222120" y="732278"/>
                  </a:cubicBezTo>
                  <a:cubicBezTo>
                    <a:pt x="222120" y="732278"/>
                    <a:pt x="222120" y="732278"/>
                    <a:pt x="222035" y="732278"/>
                  </a:cubicBezTo>
                  <a:cubicBezTo>
                    <a:pt x="222633" y="732535"/>
                    <a:pt x="224771" y="735529"/>
                    <a:pt x="230160" y="762559"/>
                  </a:cubicBezTo>
                  <a:cubicBezTo>
                    <a:pt x="233325" y="791386"/>
                    <a:pt x="242136" y="848356"/>
                    <a:pt x="244617" y="856311"/>
                  </a:cubicBezTo>
                  <a:cubicBezTo>
                    <a:pt x="246072" y="860930"/>
                    <a:pt x="249407" y="870083"/>
                    <a:pt x="252487" y="881117"/>
                  </a:cubicBezTo>
                  <a:cubicBezTo>
                    <a:pt x="252743" y="882315"/>
                    <a:pt x="253086" y="883598"/>
                    <a:pt x="253342" y="884881"/>
                  </a:cubicBezTo>
                  <a:cubicBezTo>
                    <a:pt x="254796" y="891125"/>
                    <a:pt x="256422" y="899936"/>
                    <a:pt x="258132" y="910201"/>
                  </a:cubicBezTo>
                  <a:cubicBezTo>
                    <a:pt x="258132" y="910457"/>
                    <a:pt x="258132" y="910628"/>
                    <a:pt x="258132" y="910885"/>
                  </a:cubicBezTo>
                  <a:cubicBezTo>
                    <a:pt x="260099" y="933638"/>
                    <a:pt x="271134" y="1003695"/>
                    <a:pt x="274385" y="1028416"/>
                  </a:cubicBezTo>
                  <a:cubicBezTo>
                    <a:pt x="277635" y="1053137"/>
                    <a:pt x="280886" y="1107027"/>
                    <a:pt x="280886" y="1126445"/>
                  </a:cubicBezTo>
                  <a:cubicBezTo>
                    <a:pt x="280886" y="1135512"/>
                    <a:pt x="282426" y="1153817"/>
                    <a:pt x="284393" y="1172379"/>
                  </a:cubicBezTo>
                  <a:cubicBezTo>
                    <a:pt x="285932" y="1194620"/>
                    <a:pt x="288071" y="1214208"/>
                    <a:pt x="291236" y="1223190"/>
                  </a:cubicBezTo>
                  <a:cubicBezTo>
                    <a:pt x="294231" y="1237560"/>
                    <a:pt x="299961" y="1244232"/>
                    <a:pt x="300816" y="1252786"/>
                  </a:cubicBezTo>
                  <a:cubicBezTo>
                    <a:pt x="300816" y="1253471"/>
                    <a:pt x="300902" y="1254155"/>
                    <a:pt x="300902" y="1255010"/>
                  </a:cubicBezTo>
                  <a:cubicBezTo>
                    <a:pt x="300902" y="1262452"/>
                    <a:pt x="300560" y="1264249"/>
                    <a:pt x="302699" y="1267243"/>
                  </a:cubicBezTo>
                  <a:cubicBezTo>
                    <a:pt x="303297" y="1268611"/>
                    <a:pt x="304238" y="1269723"/>
                    <a:pt x="305436" y="1270578"/>
                  </a:cubicBezTo>
                  <a:cubicBezTo>
                    <a:pt x="309970" y="1275711"/>
                    <a:pt x="316471" y="1280244"/>
                    <a:pt x="318095" y="1283923"/>
                  </a:cubicBezTo>
                  <a:cubicBezTo>
                    <a:pt x="318010" y="1285976"/>
                    <a:pt x="317668" y="1288627"/>
                    <a:pt x="317326" y="1291279"/>
                  </a:cubicBezTo>
                  <a:cubicBezTo>
                    <a:pt x="316299" y="1295385"/>
                    <a:pt x="315016" y="1300090"/>
                    <a:pt x="315786" y="1302998"/>
                  </a:cubicBezTo>
                  <a:cubicBezTo>
                    <a:pt x="315444" y="1306847"/>
                    <a:pt x="317069" y="1315316"/>
                    <a:pt x="317069" y="1315316"/>
                  </a:cubicBezTo>
                  <a:cubicBezTo>
                    <a:pt x="317069" y="1315316"/>
                    <a:pt x="381309" y="1316000"/>
                    <a:pt x="395595" y="1316000"/>
                  </a:cubicBezTo>
                  <a:cubicBezTo>
                    <a:pt x="409879" y="1316000"/>
                    <a:pt x="427415" y="1316000"/>
                    <a:pt x="414413" y="1288114"/>
                  </a:cubicBezTo>
                  <a:cubicBezTo>
                    <a:pt x="414413" y="1288114"/>
                    <a:pt x="407228" y="1281613"/>
                    <a:pt x="404063" y="1275112"/>
                  </a:cubicBezTo>
                  <a:cubicBezTo>
                    <a:pt x="400812" y="1268611"/>
                    <a:pt x="396279" y="1262110"/>
                    <a:pt x="396279" y="1260228"/>
                  </a:cubicBezTo>
                  <a:cubicBezTo>
                    <a:pt x="396279" y="1258346"/>
                    <a:pt x="397562" y="1235593"/>
                    <a:pt x="395680" y="1230375"/>
                  </a:cubicBezTo>
                  <a:cubicBezTo>
                    <a:pt x="393712" y="1225157"/>
                    <a:pt x="383961" y="1216774"/>
                    <a:pt x="380711" y="1205055"/>
                  </a:cubicBezTo>
                  <a:cubicBezTo>
                    <a:pt x="377460" y="1193336"/>
                    <a:pt x="390463" y="1110876"/>
                    <a:pt x="387810" y="1102493"/>
                  </a:cubicBezTo>
                  <a:cubicBezTo>
                    <a:pt x="385244" y="1094025"/>
                    <a:pt x="368307" y="1015500"/>
                    <a:pt x="367024" y="966143"/>
                  </a:cubicBezTo>
                  <a:cubicBezTo>
                    <a:pt x="365741" y="916787"/>
                    <a:pt x="367024" y="788221"/>
                    <a:pt x="368992" y="749301"/>
                  </a:cubicBezTo>
                  <a:cubicBezTo>
                    <a:pt x="370959" y="710380"/>
                    <a:pt x="371558" y="638869"/>
                    <a:pt x="354707" y="601916"/>
                  </a:cubicBezTo>
                  <a:cubicBezTo>
                    <a:pt x="337855" y="564878"/>
                    <a:pt x="328702" y="556495"/>
                    <a:pt x="327419" y="549309"/>
                  </a:cubicBezTo>
                  <a:cubicBezTo>
                    <a:pt x="326137" y="542210"/>
                    <a:pt x="322886" y="530491"/>
                    <a:pt x="322886" y="530491"/>
                  </a:cubicBezTo>
                  <a:lnTo>
                    <a:pt x="322115" y="529806"/>
                  </a:lnTo>
                  <a:lnTo>
                    <a:pt x="321945" y="528865"/>
                  </a:lnTo>
                  <a:cubicBezTo>
                    <a:pt x="326308" y="531774"/>
                    <a:pt x="326821" y="531346"/>
                    <a:pt x="327761" y="533741"/>
                  </a:cubicBezTo>
                  <a:cubicBezTo>
                    <a:pt x="328702" y="536222"/>
                    <a:pt x="325794" y="541525"/>
                    <a:pt x="327761" y="542552"/>
                  </a:cubicBezTo>
                  <a:cubicBezTo>
                    <a:pt x="329729" y="543493"/>
                    <a:pt x="338968" y="548882"/>
                    <a:pt x="341876" y="536735"/>
                  </a:cubicBezTo>
                  <a:cubicBezTo>
                    <a:pt x="344784" y="524588"/>
                    <a:pt x="338454" y="514837"/>
                    <a:pt x="327761" y="503118"/>
                  </a:cubicBezTo>
                  <a:cubicBezTo>
                    <a:pt x="317069" y="491399"/>
                    <a:pt x="319464" y="490458"/>
                    <a:pt x="319977" y="483615"/>
                  </a:cubicBezTo>
                  <a:cubicBezTo>
                    <a:pt x="320491" y="476772"/>
                    <a:pt x="321945" y="471468"/>
                    <a:pt x="322886" y="468988"/>
                  </a:cubicBezTo>
                  <a:cubicBezTo>
                    <a:pt x="322886" y="468988"/>
                    <a:pt x="322972" y="468817"/>
                    <a:pt x="323057" y="468817"/>
                  </a:cubicBezTo>
                  <a:cubicBezTo>
                    <a:pt x="323741" y="468817"/>
                    <a:pt x="324254" y="468817"/>
                    <a:pt x="324511" y="468646"/>
                  </a:cubicBezTo>
                  <a:cubicBezTo>
                    <a:pt x="327249" y="469501"/>
                    <a:pt x="333322" y="473863"/>
                    <a:pt x="340421" y="473863"/>
                  </a:cubicBezTo>
                  <a:cubicBezTo>
                    <a:pt x="349660" y="473863"/>
                    <a:pt x="365741" y="471896"/>
                    <a:pt x="369676" y="474377"/>
                  </a:cubicBezTo>
                  <a:cubicBezTo>
                    <a:pt x="373610" y="476857"/>
                    <a:pt x="388665" y="487037"/>
                    <a:pt x="394054" y="487037"/>
                  </a:cubicBezTo>
                  <a:cubicBezTo>
                    <a:pt x="399444" y="487037"/>
                    <a:pt x="422796" y="474890"/>
                    <a:pt x="427672" y="472409"/>
                  </a:cubicBezTo>
                  <a:cubicBezTo>
                    <a:pt x="432547" y="470014"/>
                    <a:pt x="440844" y="458809"/>
                    <a:pt x="441272" y="452479"/>
                  </a:cubicBezTo>
                  <a:cubicBezTo>
                    <a:pt x="441786" y="446149"/>
                    <a:pt x="424250" y="406715"/>
                    <a:pt x="421342" y="396022"/>
                  </a:cubicBezTo>
                  <a:cubicBezTo>
                    <a:pt x="418433" y="385330"/>
                    <a:pt x="423309" y="384817"/>
                    <a:pt x="410650" y="366340"/>
                  </a:cubicBezTo>
                  <a:cubicBezTo>
                    <a:pt x="397989" y="347864"/>
                    <a:pt x="392601" y="335204"/>
                    <a:pt x="386270" y="324426"/>
                  </a:cubicBezTo>
                  <a:cubicBezTo>
                    <a:pt x="379940" y="313733"/>
                    <a:pt x="377032" y="307831"/>
                    <a:pt x="376520" y="303982"/>
                  </a:cubicBezTo>
                  <a:cubicBezTo>
                    <a:pt x="376006" y="300047"/>
                    <a:pt x="368221" y="288927"/>
                    <a:pt x="365827" y="283538"/>
                  </a:cubicBezTo>
                  <a:cubicBezTo>
                    <a:pt x="363346" y="278149"/>
                    <a:pt x="364373" y="275241"/>
                    <a:pt x="360951" y="267970"/>
                  </a:cubicBezTo>
                  <a:cubicBezTo>
                    <a:pt x="357529" y="260699"/>
                    <a:pt x="350258" y="249921"/>
                    <a:pt x="325880" y="238715"/>
                  </a:cubicBezTo>
                  <a:cubicBezTo>
                    <a:pt x="301501" y="227510"/>
                    <a:pt x="284479" y="233326"/>
                    <a:pt x="274727" y="228451"/>
                  </a:cubicBezTo>
                  <a:cubicBezTo>
                    <a:pt x="264976" y="223575"/>
                    <a:pt x="256250" y="215278"/>
                    <a:pt x="249407" y="212369"/>
                  </a:cubicBezTo>
                  <a:cubicBezTo>
                    <a:pt x="244018" y="210060"/>
                    <a:pt x="240768" y="209546"/>
                    <a:pt x="238202" y="208007"/>
                  </a:cubicBezTo>
                  <a:cubicBezTo>
                    <a:pt x="237261" y="207066"/>
                    <a:pt x="236576" y="206552"/>
                    <a:pt x="236320" y="206552"/>
                  </a:cubicBezTo>
                  <a:cubicBezTo>
                    <a:pt x="233411" y="203644"/>
                    <a:pt x="229477" y="191412"/>
                    <a:pt x="227081" y="186622"/>
                  </a:cubicBezTo>
                  <a:cubicBezTo>
                    <a:pt x="224687" y="181746"/>
                    <a:pt x="223147" y="178324"/>
                    <a:pt x="223147" y="178324"/>
                  </a:cubicBezTo>
                  <a:cubicBezTo>
                    <a:pt x="223147" y="178324"/>
                    <a:pt x="224259" y="189017"/>
                    <a:pt x="216817" y="194834"/>
                  </a:cubicBezTo>
                  <a:cubicBezTo>
                    <a:pt x="211599" y="198939"/>
                    <a:pt x="205355" y="205697"/>
                    <a:pt x="200650" y="210231"/>
                  </a:cubicBezTo>
                  <a:cubicBezTo>
                    <a:pt x="203472" y="206809"/>
                    <a:pt x="206637" y="202276"/>
                    <a:pt x="209375" y="200736"/>
                  </a:cubicBezTo>
                  <a:cubicBezTo>
                    <a:pt x="213909" y="198170"/>
                    <a:pt x="220410" y="187734"/>
                    <a:pt x="221692" y="185766"/>
                  </a:cubicBezTo>
                  <a:cubicBezTo>
                    <a:pt x="222975" y="183799"/>
                    <a:pt x="219127" y="179950"/>
                    <a:pt x="220410" y="159164"/>
                  </a:cubicBezTo>
                  <a:cubicBezTo>
                    <a:pt x="220410" y="159164"/>
                    <a:pt x="221692" y="150096"/>
                    <a:pt x="221692" y="144194"/>
                  </a:cubicBezTo>
                  <a:cubicBezTo>
                    <a:pt x="221692" y="138292"/>
                    <a:pt x="220410" y="133160"/>
                    <a:pt x="222975" y="129909"/>
                  </a:cubicBezTo>
                  <a:cubicBezTo>
                    <a:pt x="225542" y="126659"/>
                    <a:pt x="226226" y="123408"/>
                    <a:pt x="230760" y="117591"/>
                  </a:cubicBezTo>
                  <a:cubicBezTo>
                    <a:pt x="235294" y="111775"/>
                    <a:pt x="238116" y="91160"/>
                    <a:pt x="235978" y="88337"/>
                  </a:cubicBezTo>
                  <a:cubicBezTo>
                    <a:pt x="232727" y="84145"/>
                    <a:pt x="229477" y="88936"/>
                    <a:pt x="229477" y="86369"/>
                  </a:cubicBezTo>
                  <a:cubicBezTo>
                    <a:pt x="229477" y="83803"/>
                    <a:pt x="231444" y="42231"/>
                    <a:pt x="228193" y="37013"/>
                  </a:cubicBezTo>
                  <a:cubicBezTo>
                    <a:pt x="224943" y="31795"/>
                    <a:pt x="200907" y="5877"/>
                    <a:pt x="193122" y="2626"/>
                  </a:cubicBezTo>
                  <a:cubicBezTo>
                    <a:pt x="185338" y="-624"/>
                    <a:pt x="172337" y="60"/>
                    <a:pt x="172337" y="60"/>
                  </a:cubicBezTo>
                  <a:cubicBezTo>
                    <a:pt x="154201" y="2027"/>
                    <a:pt x="138548" y="6561"/>
                    <a:pt x="134014" y="13661"/>
                  </a:cubicBezTo>
                  <a:cubicBezTo>
                    <a:pt x="129481" y="20846"/>
                    <a:pt x="116479" y="30512"/>
                    <a:pt x="114512" y="35730"/>
                  </a:cubicBezTo>
                  <a:cubicBezTo>
                    <a:pt x="112544" y="40948"/>
                    <a:pt x="108695" y="68834"/>
                    <a:pt x="114512" y="84402"/>
                  </a:cubicBezTo>
                  <a:lnTo>
                    <a:pt x="115794" y="91587"/>
                  </a:lnTo>
                  <a:cubicBezTo>
                    <a:pt x="113229" y="92272"/>
                    <a:pt x="111945" y="87653"/>
                    <a:pt x="108609" y="90903"/>
                  </a:cubicBezTo>
                  <a:cubicBezTo>
                    <a:pt x="105102" y="94410"/>
                    <a:pt x="108609" y="110406"/>
                    <a:pt x="110576" y="115624"/>
                  </a:cubicBezTo>
                  <a:cubicBezTo>
                    <a:pt x="112544" y="120842"/>
                    <a:pt x="119644" y="128626"/>
                    <a:pt x="123579" y="130593"/>
                  </a:cubicBezTo>
                  <a:cubicBezTo>
                    <a:pt x="127428" y="132561"/>
                    <a:pt x="127428" y="135811"/>
                    <a:pt x="128112" y="139661"/>
                  </a:cubicBezTo>
                  <a:cubicBezTo>
                    <a:pt x="128796" y="143510"/>
                    <a:pt x="130080" y="159762"/>
                    <a:pt x="140430" y="178581"/>
                  </a:cubicBezTo>
                  <a:cubicBezTo>
                    <a:pt x="140430" y="178581"/>
                    <a:pt x="141713" y="183115"/>
                    <a:pt x="141713" y="185766"/>
                  </a:cubicBezTo>
                  <a:cubicBezTo>
                    <a:pt x="141713" y="186023"/>
                    <a:pt x="141970" y="186365"/>
                    <a:pt x="142482" y="186793"/>
                  </a:cubicBezTo>
                  <a:cubicBezTo>
                    <a:pt x="140174" y="185082"/>
                    <a:pt x="138462" y="183628"/>
                    <a:pt x="137693" y="182773"/>
                  </a:cubicBezTo>
                  <a:cubicBezTo>
                    <a:pt x="137864" y="181832"/>
                    <a:pt x="137693" y="181404"/>
                    <a:pt x="137265" y="181746"/>
                  </a:cubicBezTo>
                  <a:lnTo>
                    <a:pt x="137265" y="181746"/>
                  </a:lnTo>
                  <a:close/>
                  <a:moveTo>
                    <a:pt x="195603" y="213823"/>
                  </a:moveTo>
                  <a:cubicBezTo>
                    <a:pt x="195603" y="213823"/>
                    <a:pt x="195432" y="213823"/>
                    <a:pt x="195346" y="213994"/>
                  </a:cubicBezTo>
                  <a:cubicBezTo>
                    <a:pt x="193293" y="213823"/>
                    <a:pt x="190727" y="213994"/>
                    <a:pt x="188161" y="214422"/>
                  </a:cubicBezTo>
                  <a:cubicBezTo>
                    <a:pt x="188076" y="214422"/>
                    <a:pt x="187990" y="214422"/>
                    <a:pt x="187990" y="214422"/>
                  </a:cubicBezTo>
                  <a:cubicBezTo>
                    <a:pt x="187990" y="214422"/>
                    <a:pt x="187562" y="214080"/>
                    <a:pt x="186707" y="213396"/>
                  </a:cubicBezTo>
                  <a:cubicBezTo>
                    <a:pt x="188931" y="213567"/>
                    <a:pt x="193293" y="213909"/>
                    <a:pt x="195689" y="213909"/>
                  </a:cubicBezTo>
                  <a:lnTo>
                    <a:pt x="195689" y="213909"/>
                  </a:lnTo>
                  <a:close/>
                  <a:moveTo>
                    <a:pt x="312194" y="520654"/>
                  </a:moveTo>
                  <a:cubicBezTo>
                    <a:pt x="313990" y="520654"/>
                    <a:pt x="317155" y="524931"/>
                    <a:pt x="321089" y="527839"/>
                  </a:cubicBezTo>
                  <a:lnTo>
                    <a:pt x="313134" y="522279"/>
                  </a:lnTo>
                  <a:cubicBezTo>
                    <a:pt x="313134" y="522279"/>
                    <a:pt x="310482" y="522450"/>
                    <a:pt x="306034" y="522706"/>
                  </a:cubicBezTo>
                  <a:cubicBezTo>
                    <a:pt x="302356" y="522878"/>
                    <a:pt x="297395" y="523220"/>
                    <a:pt x="291578" y="523476"/>
                  </a:cubicBezTo>
                  <a:cubicBezTo>
                    <a:pt x="303640" y="521937"/>
                    <a:pt x="310996" y="520568"/>
                    <a:pt x="312194" y="520568"/>
                  </a:cubicBezTo>
                  <a:lnTo>
                    <a:pt x="312194" y="520568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38B6C0A-D127-17FE-D27E-67E569DB5484}"/>
                </a:ext>
              </a:extLst>
            </p:cNvPr>
            <p:cNvSpPr/>
            <p:nvPr/>
          </p:nvSpPr>
          <p:spPr>
            <a:xfrm>
              <a:off x="9084739" y="1046900"/>
              <a:ext cx="426118" cy="1284068"/>
            </a:xfrm>
            <a:custGeom>
              <a:avLst/>
              <a:gdLst>
                <a:gd name="connsiteX0" fmla="*/ 12317 w 426118"/>
                <a:gd name="connsiteY0" fmla="*/ 123737 h 1284068"/>
                <a:gd name="connsiteX1" fmla="*/ 20102 w 426118"/>
                <a:gd name="connsiteY1" fmla="*/ 129554 h 1284068"/>
                <a:gd name="connsiteX2" fmla="*/ 27886 w 426118"/>
                <a:gd name="connsiteY2" fmla="*/ 138022 h 1284068"/>
                <a:gd name="connsiteX3" fmla="*/ 34387 w 426118"/>
                <a:gd name="connsiteY3" fmla="*/ 141273 h 1284068"/>
                <a:gd name="connsiteX4" fmla="*/ 34986 w 426118"/>
                <a:gd name="connsiteY4" fmla="*/ 145807 h 1284068"/>
                <a:gd name="connsiteX5" fmla="*/ 12317 w 426118"/>
                <a:gd name="connsiteY5" fmla="*/ 123737 h 1284068"/>
                <a:gd name="connsiteX6" fmla="*/ 12317 w 426118"/>
                <a:gd name="connsiteY6" fmla="*/ 123737 h 1284068"/>
                <a:gd name="connsiteX7" fmla="*/ 178521 w 426118"/>
                <a:gd name="connsiteY7" fmla="*/ 59497 h 1284068"/>
                <a:gd name="connsiteX8" fmla="*/ 116846 w 426118"/>
                <a:gd name="connsiteY8" fmla="*/ 5607 h 1284068"/>
                <a:gd name="connsiteX9" fmla="*/ 85711 w 426118"/>
                <a:gd name="connsiteY9" fmla="*/ 1074 h 1284068"/>
                <a:gd name="connsiteX10" fmla="*/ 13002 w 426118"/>
                <a:gd name="connsiteY10" fmla="*/ 44613 h 1284068"/>
                <a:gd name="connsiteX11" fmla="*/ 2651 w 426118"/>
                <a:gd name="connsiteY11" fmla="*/ 110821 h 1284068"/>
                <a:gd name="connsiteX12" fmla="*/ 17535 w 426118"/>
                <a:gd name="connsiteY12" fmla="*/ 139990 h 1284068"/>
                <a:gd name="connsiteX13" fmla="*/ 34986 w 426118"/>
                <a:gd name="connsiteY13" fmla="*/ 145807 h 1284068"/>
                <a:gd name="connsiteX14" fmla="*/ 38322 w 426118"/>
                <a:gd name="connsiteY14" fmla="*/ 164027 h 1284068"/>
                <a:gd name="connsiteX15" fmla="*/ 42513 w 426118"/>
                <a:gd name="connsiteY15" fmla="*/ 174719 h 1284068"/>
                <a:gd name="connsiteX16" fmla="*/ 51238 w 426118"/>
                <a:gd name="connsiteY16" fmla="*/ 173094 h 1284068"/>
                <a:gd name="connsiteX17" fmla="*/ 59023 w 426118"/>
                <a:gd name="connsiteY17" fmla="*/ 182845 h 1284068"/>
                <a:gd name="connsiteX18" fmla="*/ 60305 w 426118"/>
                <a:gd name="connsiteY18" fmla="*/ 185411 h 1284068"/>
                <a:gd name="connsiteX19" fmla="*/ 63555 w 426118"/>
                <a:gd name="connsiteY19" fmla="*/ 188662 h 1284068"/>
                <a:gd name="connsiteX20" fmla="*/ 68773 w 426118"/>
                <a:gd name="connsiteY20" fmla="*/ 191228 h 1284068"/>
                <a:gd name="connsiteX21" fmla="*/ 73307 w 426118"/>
                <a:gd name="connsiteY21" fmla="*/ 197729 h 1284068"/>
                <a:gd name="connsiteX22" fmla="*/ 90843 w 426118"/>
                <a:gd name="connsiteY22" fmla="*/ 204230 h 1284068"/>
                <a:gd name="connsiteX23" fmla="*/ 121980 w 426118"/>
                <a:gd name="connsiteY23" fmla="*/ 184727 h 1284068"/>
                <a:gd name="connsiteX24" fmla="*/ 136949 w 426118"/>
                <a:gd name="connsiteY24" fmla="*/ 192511 h 1284068"/>
                <a:gd name="connsiteX25" fmla="*/ 140200 w 426118"/>
                <a:gd name="connsiteY25" fmla="*/ 196446 h 1284068"/>
                <a:gd name="connsiteX26" fmla="*/ 136008 w 426118"/>
                <a:gd name="connsiteY26" fmla="*/ 222878 h 1284068"/>
                <a:gd name="connsiteX27" fmla="*/ 90843 w 426118"/>
                <a:gd name="connsiteY27" fmla="*/ 272405 h 1284068"/>
                <a:gd name="connsiteX28" fmla="*/ 85625 w 426118"/>
                <a:gd name="connsiteY28" fmla="*/ 306193 h 1284068"/>
                <a:gd name="connsiteX29" fmla="*/ 82716 w 426118"/>
                <a:gd name="connsiteY29" fmla="*/ 307220 h 1284068"/>
                <a:gd name="connsiteX30" fmla="*/ 83657 w 426118"/>
                <a:gd name="connsiteY30" fmla="*/ 289342 h 1284068"/>
                <a:gd name="connsiteX31" fmla="*/ 87593 w 426118"/>
                <a:gd name="connsiteY31" fmla="*/ 261456 h 1284068"/>
                <a:gd name="connsiteX32" fmla="*/ 85625 w 426118"/>
                <a:gd name="connsiteY32" fmla="*/ 243920 h 1284068"/>
                <a:gd name="connsiteX33" fmla="*/ 81775 w 426118"/>
                <a:gd name="connsiteY33" fmla="*/ 236136 h 1284068"/>
                <a:gd name="connsiteX34" fmla="*/ 79808 w 426118"/>
                <a:gd name="connsiteY34" fmla="*/ 230918 h 1284068"/>
                <a:gd name="connsiteX35" fmla="*/ 79808 w 426118"/>
                <a:gd name="connsiteY35" fmla="*/ 223819 h 1284068"/>
                <a:gd name="connsiteX36" fmla="*/ 76558 w 426118"/>
                <a:gd name="connsiteY36" fmla="*/ 214751 h 1284068"/>
                <a:gd name="connsiteX37" fmla="*/ 75274 w 426118"/>
                <a:gd name="connsiteY37" fmla="*/ 201750 h 1284068"/>
                <a:gd name="connsiteX38" fmla="*/ 65523 w 426118"/>
                <a:gd name="connsiteY38" fmla="*/ 197900 h 1284068"/>
                <a:gd name="connsiteX39" fmla="*/ 60990 w 426118"/>
                <a:gd name="connsiteY39" fmla="*/ 209619 h 1284068"/>
                <a:gd name="connsiteX40" fmla="*/ 47988 w 426118"/>
                <a:gd name="connsiteY40" fmla="*/ 211587 h 1284068"/>
                <a:gd name="connsiteX41" fmla="*/ 33702 w 426118"/>
                <a:gd name="connsiteY41" fmla="*/ 234340 h 1284068"/>
                <a:gd name="connsiteX42" fmla="*/ 29168 w 426118"/>
                <a:gd name="connsiteY42" fmla="*/ 247941 h 1284068"/>
                <a:gd name="connsiteX43" fmla="*/ 30452 w 426118"/>
                <a:gd name="connsiteY43" fmla="*/ 257008 h 1284068"/>
                <a:gd name="connsiteX44" fmla="*/ 33702 w 426118"/>
                <a:gd name="connsiteY44" fmla="*/ 268727 h 1284068"/>
                <a:gd name="connsiteX45" fmla="*/ 44138 w 426118"/>
                <a:gd name="connsiteY45" fmla="*/ 286262 h 1284068"/>
                <a:gd name="connsiteX46" fmla="*/ 46961 w 426118"/>
                <a:gd name="connsiteY46" fmla="*/ 307220 h 1284068"/>
                <a:gd name="connsiteX47" fmla="*/ 36953 w 426118"/>
                <a:gd name="connsiteY47" fmla="*/ 343403 h 1284068"/>
                <a:gd name="connsiteX48" fmla="*/ 38920 w 426118"/>
                <a:gd name="connsiteY48" fmla="*/ 392075 h 1284068"/>
                <a:gd name="connsiteX49" fmla="*/ 46106 w 426118"/>
                <a:gd name="connsiteY49" fmla="*/ 437496 h 1284068"/>
                <a:gd name="connsiteX50" fmla="*/ 59107 w 426118"/>
                <a:gd name="connsiteY50" fmla="*/ 478384 h 1284068"/>
                <a:gd name="connsiteX51" fmla="*/ 74077 w 426118"/>
                <a:gd name="connsiteY51" fmla="*/ 489419 h 1284068"/>
                <a:gd name="connsiteX52" fmla="*/ 93238 w 426118"/>
                <a:gd name="connsiteY52" fmla="*/ 491215 h 1284068"/>
                <a:gd name="connsiteX53" fmla="*/ 93494 w 426118"/>
                <a:gd name="connsiteY53" fmla="*/ 491386 h 1284068"/>
                <a:gd name="connsiteX54" fmla="*/ 101963 w 426118"/>
                <a:gd name="connsiteY54" fmla="*/ 601134 h 1284068"/>
                <a:gd name="connsiteX55" fmla="*/ 104187 w 426118"/>
                <a:gd name="connsiteY55" fmla="*/ 660583 h 1284068"/>
                <a:gd name="connsiteX56" fmla="*/ 105898 w 426118"/>
                <a:gd name="connsiteY56" fmla="*/ 697879 h 1284068"/>
                <a:gd name="connsiteX57" fmla="*/ 120183 w 426118"/>
                <a:gd name="connsiteY57" fmla="*/ 703097 h 1284068"/>
                <a:gd name="connsiteX58" fmla="*/ 136435 w 426118"/>
                <a:gd name="connsiteY58" fmla="*/ 837479 h 1284068"/>
                <a:gd name="connsiteX59" fmla="*/ 161755 w 426118"/>
                <a:gd name="connsiteY59" fmla="*/ 1021218 h 1284068"/>
                <a:gd name="connsiteX60" fmla="*/ 178007 w 426118"/>
                <a:gd name="connsiteY60" fmla="*/ 1099829 h 1284068"/>
                <a:gd name="connsiteX61" fmla="*/ 185792 w 426118"/>
                <a:gd name="connsiteY61" fmla="*/ 1141401 h 1284068"/>
                <a:gd name="connsiteX62" fmla="*/ 198109 w 426118"/>
                <a:gd name="connsiteY62" fmla="*/ 1168004 h 1284068"/>
                <a:gd name="connsiteX63" fmla="*/ 195543 w 426118"/>
                <a:gd name="connsiteY63" fmla="*/ 1202391 h 1284068"/>
                <a:gd name="connsiteX64" fmla="*/ 214362 w 426118"/>
                <a:gd name="connsiteY64" fmla="*/ 1209576 h 1284068"/>
                <a:gd name="connsiteX65" fmla="*/ 205295 w 426118"/>
                <a:gd name="connsiteY65" fmla="*/ 1228395 h 1284068"/>
                <a:gd name="connsiteX66" fmla="*/ 127369 w 426118"/>
                <a:gd name="connsiteY66" fmla="*/ 1254998 h 1284068"/>
                <a:gd name="connsiteX67" fmla="*/ 115050 w 426118"/>
                <a:gd name="connsiteY67" fmla="*/ 1263466 h 1284068"/>
                <a:gd name="connsiteX68" fmla="*/ 113767 w 426118"/>
                <a:gd name="connsiteY68" fmla="*/ 1272533 h 1284068"/>
                <a:gd name="connsiteX69" fmla="*/ 205295 w 426118"/>
                <a:gd name="connsiteY69" fmla="*/ 1283568 h 1284068"/>
                <a:gd name="connsiteX70" fmla="*/ 241050 w 426118"/>
                <a:gd name="connsiteY70" fmla="*/ 1279034 h 1284068"/>
                <a:gd name="connsiteX71" fmla="*/ 264402 w 426118"/>
                <a:gd name="connsiteY71" fmla="*/ 1282883 h 1284068"/>
                <a:gd name="connsiteX72" fmla="*/ 318976 w 426118"/>
                <a:gd name="connsiteY72" fmla="*/ 1280916 h 1284068"/>
                <a:gd name="connsiteX73" fmla="*/ 321543 w 426118"/>
                <a:gd name="connsiteY73" fmla="*/ 1258163 h 1284068"/>
                <a:gd name="connsiteX74" fmla="*/ 320859 w 426118"/>
                <a:gd name="connsiteY74" fmla="*/ 1228908 h 1284068"/>
                <a:gd name="connsiteX75" fmla="*/ 334459 w 426118"/>
                <a:gd name="connsiteY75" fmla="*/ 1241910 h 1284068"/>
                <a:gd name="connsiteX76" fmla="*/ 335743 w 426118"/>
                <a:gd name="connsiteY76" fmla="*/ 1259446 h 1284068"/>
                <a:gd name="connsiteX77" fmla="*/ 332492 w 426118"/>
                <a:gd name="connsiteY77" fmla="*/ 1276297 h 1284068"/>
                <a:gd name="connsiteX78" fmla="*/ 335743 w 426118"/>
                <a:gd name="connsiteY78" fmla="*/ 1282798 h 1284068"/>
                <a:gd name="connsiteX79" fmla="*/ 421454 w 426118"/>
                <a:gd name="connsiteY79" fmla="*/ 1282798 h 1284068"/>
                <a:gd name="connsiteX80" fmla="*/ 422137 w 426118"/>
                <a:gd name="connsiteY80" fmla="*/ 1236093 h 1284068"/>
                <a:gd name="connsiteX81" fmla="*/ 415038 w 426118"/>
                <a:gd name="connsiteY81" fmla="*/ 1081524 h 1284068"/>
                <a:gd name="connsiteX82" fmla="*/ 401437 w 426118"/>
                <a:gd name="connsiteY82" fmla="*/ 957491 h 1284068"/>
                <a:gd name="connsiteX83" fmla="*/ 396219 w 426118"/>
                <a:gd name="connsiteY83" fmla="*/ 928921 h 1284068"/>
                <a:gd name="connsiteX84" fmla="*/ 367649 w 426118"/>
                <a:gd name="connsiteY84" fmla="*/ 884783 h 1284068"/>
                <a:gd name="connsiteX85" fmla="*/ 368932 w 426118"/>
                <a:gd name="connsiteY85" fmla="*/ 854929 h 1284068"/>
                <a:gd name="connsiteX86" fmla="*/ 363115 w 426118"/>
                <a:gd name="connsiteY86" fmla="*/ 834827 h 1284068"/>
                <a:gd name="connsiteX87" fmla="*/ 361832 w 426118"/>
                <a:gd name="connsiteY87" fmla="*/ 795223 h 1284068"/>
                <a:gd name="connsiteX88" fmla="*/ 363799 w 426118"/>
                <a:gd name="connsiteY88" fmla="*/ 707545 h 1284068"/>
                <a:gd name="connsiteX89" fmla="*/ 364056 w 426118"/>
                <a:gd name="connsiteY89" fmla="*/ 695911 h 1284068"/>
                <a:gd name="connsiteX90" fmla="*/ 366451 w 426118"/>
                <a:gd name="connsiteY90" fmla="*/ 691378 h 1284068"/>
                <a:gd name="connsiteX91" fmla="*/ 364570 w 426118"/>
                <a:gd name="connsiteY91" fmla="*/ 681198 h 1284068"/>
                <a:gd name="connsiteX92" fmla="*/ 364997 w 426118"/>
                <a:gd name="connsiteY92" fmla="*/ 670848 h 1284068"/>
                <a:gd name="connsiteX93" fmla="*/ 369103 w 426118"/>
                <a:gd name="connsiteY93" fmla="*/ 669309 h 1284068"/>
                <a:gd name="connsiteX94" fmla="*/ 371669 w 426118"/>
                <a:gd name="connsiteY94" fmla="*/ 653740 h 1284068"/>
                <a:gd name="connsiteX95" fmla="*/ 366622 w 426118"/>
                <a:gd name="connsiteY95" fmla="*/ 641080 h 1284068"/>
                <a:gd name="connsiteX96" fmla="*/ 367734 w 426118"/>
                <a:gd name="connsiteY96" fmla="*/ 632355 h 1284068"/>
                <a:gd name="connsiteX97" fmla="*/ 425559 w 426118"/>
                <a:gd name="connsiteY97" fmla="*/ 605753 h 1284068"/>
                <a:gd name="connsiteX98" fmla="*/ 421025 w 426118"/>
                <a:gd name="connsiteY98" fmla="*/ 578466 h 1284068"/>
                <a:gd name="connsiteX99" fmla="*/ 398272 w 426118"/>
                <a:gd name="connsiteY99" fmla="*/ 467435 h 1284068"/>
                <a:gd name="connsiteX100" fmla="*/ 386553 w 426118"/>
                <a:gd name="connsiteY100" fmla="*/ 322617 h 1284068"/>
                <a:gd name="connsiteX101" fmla="*/ 343013 w 426118"/>
                <a:gd name="connsiteY101" fmla="*/ 157697 h 1284068"/>
                <a:gd name="connsiteX102" fmla="*/ 236517 w 426118"/>
                <a:gd name="connsiteY102" fmla="*/ 124593 h 1284068"/>
                <a:gd name="connsiteX103" fmla="*/ 215132 w 426118"/>
                <a:gd name="connsiteY103" fmla="*/ 117408 h 1284068"/>
                <a:gd name="connsiteX104" fmla="*/ 209913 w 426118"/>
                <a:gd name="connsiteY104" fmla="*/ 109623 h 1284068"/>
                <a:gd name="connsiteX105" fmla="*/ 204440 w 426118"/>
                <a:gd name="connsiteY105" fmla="*/ 116295 h 1284068"/>
                <a:gd name="connsiteX106" fmla="*/ 194944 w 426118"/>
                <a:gd name="connsiteY106" fmla="*/ 108340 h 1284068"/>
                <a:gd name="connsiteX107" fmla="*/ 173389 w 426118"/>
                <a:gd name="connsiteY107" fmla="*/ 134173 h 1284068"/>
                <a:gd name="connsiteX108" fmla="*/ 187759 w 426118"/>
                <a:gd name="connsiteY108" fmla="*/ 113558 h 1284068"/>
                <a:gd name="connsiteX109" fmla="*/ 184508 w 426118"/>
                <a:gd name="connsiteY109" fmla="*/ 96023 h 1284068"/>
                <a:gd name="connsiteX110" fmla="*/ 191010 w 426118"/>
                <a:gd name="connsiteY110" fmla="*/ 97306 h 1284068"/>
                <a:gd name="connsiteX111" fmla="*/ 194944 w 426118"/>
                <a:gd name="connsiteY111" fmla="*/ 108340 h 1284068"/>
                <a:gd name="connsiteX112" fmla="*/ 178692 w 426118"/>
                <a:gd name="connsiteY112" fmla="*/ 59668 h 1284068"/>
                <a:gd name="connsiteX113" fmla="*/ 178692 w 426118"/>
                <a:gd name="connsiteY113" fmla="*/ 59668 h 128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426118" h="1284068">
                  <a:moveTo>
                    <a:pt x="12317" y="123737"/>
                  </a:moveTo>
                  <a:cubicBezTo>
                    <a:pt x="12317" y="123737"/>
                    <a:pt x="16851" y="126988"/>
                    <a:pt x="20102" y="129554"/>
                  </a:cubicBezTo>
                  <a:cubicBezTo>
                    <a:pt x="23352" y="132120"/>
                    <a:pt x="24636" y="136654"/>
                    <a:pt x="27886" y="138022"/>
                  </a:cubicBezTo>
                  <a:cubicBezTo>
                    <a:pt x="31137" y="139306"/>
                    <a:pt x="33702" y="136739"/>
                    <a:pt x="34387" y="141273"/>
                  </a:cubicBezTo>
                  <a:cubicBezTo>
                    <a:pt x="34557" y="142471"/>
                    <a:pt x="34729" y="144010"/>
                    <a:pt x="34986" y="145807"/>
                  </a:cubicBezTo>
                  <a:cubicBezTo>
                    <a:pt x="33531" y="145379"/>
                    <a:pt x="12317" y="138792"/>
                    <a:pt x="12317" y="123737"/>
                  </a:cubicBezTo>
                  <a:lnTo>
                    <a:pt x="12317" y="123737"/>
                  </a:lnTo>
                  <a:close/>
                  <a:moveTo>
                    <a:pt x="178521" y="59497"/>
                  </a:moveTo>
                  <a:cubicBezTo>
                    <a:pt x="159018" y="27078"/>
                    <a:pt x="146701" y="18609"/>
                    <a:pt x="116846" y="5607"/>
                  </a:cubicBezTo>
                  <a:cubicBezTo>
                    <a:pt x="116846" y="5607"/>
                    <a:pt x="101279" y="4923"/>
                    <a:pt x="85711" y="1074"/>
                  </a:cubicBezTo>
                  <a:cubicBezTo>
                    <a:pt x="64839" y="-4144"/>
                    <a:pt x="27886" y="9542"/>
                    <a:pt x="13002" y="44613"/>
                  </a:cubicBezTo>
                  <a:cubicBezTo>
                    <a:pt x="-1883" y="79685"/>
                    <a:pt x="-1883" y="97220"/>
                    <a:pt x="2651" y="110821"/>
                  </a:cubicBezTo>
                  <a:cubicBezTo>
                    <a:pt x="7185" y="124422"/>
                    <a:pt x="9752" y="134858"/>
                    <a:pt x="17535" y="139990"/>
                  </a:cubicBezTo>
                  <a:cubicBezTo>
                    <a:pt x="24977" y="144951"/>
                    <a:pt x="34216" y="145721"/>
                    <a:pt x="34986" y="145807"/>
                  </a:cubicBezTo>
                  <a:cubicBezTo>
                    <a:pt x="35584" y="150511"/>
                    <a:pt x="36440" y="156927"/>
                    <a:pt x="38322" y="164027"/>
                  </a:cubicBezTo>
                  <a:cubicBezTo>
                    <a:pt x="38664" y="168560"/>
                    <a:pt x="39946" y="174120"/>
                    <a:pt x="42513" y="174719"/>
                  </a:cubicBezTo>
                  <a:cubicBezTo>
                    <a:pt x="46448" y="174719"/>
                    <a:pt x="49357" y="171811"/>
                    <a:pt x="51238" y="173094"/>
                  </a:cubicBezTo>
                  <a:cubicBezTo>
                    <a:pt x="53205" y="174377"/>
                    <a:pt x="57739" y="180279"/>
                    <a:pt x="59023" y="182845"/>
                  </a:cubicBezTo>
                  <a:lnTo>
                    <a:pt x="60305" y="185411"/>
                  </a:lnTo>
                  <a:lnTo>
                    <a:pt x="63555" y="188662"/>
                  </a:lnTo>
                  <a:cubicBezTo>
                    <a:pt x="63555" y="188662"/>
                    <a:pt x="66806" y="189945"/>
                    <a:pt x="68773" y="191228"/>
                  </a:cubicBezTo>
                  <a:cubicBezTo>
                    <a:pt x="70742" y="192511"/>
                    <a:pt x="70057" y="193794"/>
                    <a:pt x="73307" y="197729"/>
                  </a:cubicBezTo>
                  <a:cubicBezTo>
                    <a:pt x="76558" y="201578"/>
                    <a:pt x="85026" y="207481"/>
                    <a:pt x="90843" y="204230"/>
                  </a:cubicBezTo>
                  <a:cubicBezTo>
                    <a:pt x="96659" y="200980"/>
                    <a:pt x="116846" y="189945"/>
                    <a:pt x="121980" y="184727"/>
                  </a:cubicBezTo>
                  <a:cubicBezTo>
                    <a:pt x="127197" y="179509"/>
                    <a:pt x="133698" y="188576"/>
                    <a:pt x="136949" y="192511"/>
                  </a:cubicBezTo>
                  <a:lnTo>
                    <a:pt x="140200" y="196446"/>
                  </a:lnTo>
                  <a:cubicBezTo>
                    <a:pt x="138317" y="205171"/>
                    <a:pt x="136949" y="214153"/>
                    <a:pt x="136008" y="222878"/>
                  </a:cubicBezTo>
                  <a:cubicBezTo>
                    <a:pt x="124802" y="234682"/>
                    <a:pt x="94521" y="266588"/>
                    <a:pt x="90843" y="272405"/>
                  </a:cubicBezTo>
                  <a:cubicBezTo>
                    <a:pt x="86309" y="279590"/>
                    <a:pt x="86309" y="301660"/>
                    <a:pt x="85625" y="306193"/>
                  </a:cubicBezTo>
                  <a:cubicBezTo>
                    <a:pt x="85540" y="307049"/>
                    <a:pt x="84428" y="307305"/>
                    <a:pt x="82716" y="307220"/>
                  </a:cubicBezTo>
                  <a:cubicBezTo>
                    <a:pt x="82802" y="301403"/>
                    <a:pt x="82716" y="293533"/>
                    <a:pt x="83657" y="289342"/>
                  </a:cubicBezTo>
                  <a:cubicBezTo>
                    <a:pt x="84940" y="283525"/>
                    <a:pt x="88876" y="269240"/>
                    <a:pt x="87593" y="261456"/>
                  </a:cubicBezTo>
                  <a:cubicBezTo>
                    <a:pt x="86309" y="253672"/>
                    <a:pt x="88876" y="246487"/>
                    <a:pt x="85625" y="243920"/>
                  </a:cubicBezTo>
                  <a:cubicBezTo>
                    <a:pt x="82375" y="241354"/>
                    <a:pt x="81775" y="238703"/>
                    <a:pt x="81775" y="236136"/>
                  </a:cubicBezTo>
                  <a:cubicBezTo>
                    <a:pt x="81775" y="233570"/>
                    <a:pt x="81775" y="233570"/>
                    <a:pt x="79808" y="230918"/>
                  </a:cubicBezTo>
                  <a:cubicBezTo>
                    <a:pt x="77841" y="228352"/>
                    <a:pt x="78525" y="227069"/>
                    <a:pt x="79808" y="223819"/>
                  </a:cubicBezTo>
                  <a:cubicBezTo>
                    <a:pt x="81091" y="220568"/>
                    <a:pt x="77841" y="217318"/>
                    <a:pt x="76558" y="214751"/>
                  </a:cubicBezTo>
                  <a:cubicBezTo>
                    <a:pt x="75274" y="212185"/>
                    <a:pt x="75874" y="204401"/>
                    <a:pt x="75274" y="201750"/>
                  </a:cubicBezTo>
                  <a:cubicBezTo>
                    <a:pt x="74590" y="199183"/>
                    <a:pt x="70057" y="195248"/>
                    <a:pt x="65523" y="197900"/>
                  </a:cubicBezTo>
                  <a:cubicBezTo>
                    <a:pt x="59535" y="201322"/>
                    <a:pt x="61588" y="207652"/>
                    <a:pt x="60990" y="209619"/>
                  </a:cubicBezTo>
                  <a:cubicBezTo>
                    <a:pt x="60305" y="211587"/>
                    <a:pt x="51238" y="207053"/>
                    <a:pt x="47988" y="211587"/>
                  </a:cubicBezTo>
                  <a:cubicBezTo>
                    <a:pt x="44737" y="216120"/>
                    <a:pt x="36269" y="228438"/>
                    <a:pt x="33702" y="234340"/>
                  </a:cubicBezTo>
                  <a:cubicBezTo>
                    <a:pt x="31137" y="240157"/>
                    <a:pt x="28484" y="242808"/>
                    <a:pt x="29168" y="247941"/>
                  </a:cubicBezTo>
                  <a:cubicBezTo>
                    <a:pt x="29168" y="247941"/>
                    <a:pt x="27886" y="253757"/>
                    <a:pt x="30452" y="257008"/>
                  </a:cubicBezTo>
                  <a:cubicBezTo>
                    <a:pt x="33018" y="260259"/>
                    <a:pt x="31137" y="265476"/>
                    <a:pt x="33702" y="268727"/>
                  </a:cubicBezTo>
                  <a:cubicBezTo>
                    <a:pt x="36269" y="271977"/>
                    <a:pt x="42171" y="281729"/>
                    <a:pt x="44138" y="286262"/>
                  </a:cubicBezTo>
                  <a:cubicBezTo>
                    <a:pt x="45849" y="290197"/>
                    <a:pt x="45080" y="300034"/>
                    <a:pt x="46961" y="307220"/>
                  </a:cubicBezTo>
                  <a:cubicBezTo>
                    <a:pt x="41401" y="315004"/>
                    <a:pt x="37552" y="331598"/>
                    <a:pt x="36953" y="343403"/>
                  </a:cubicBezTo>
                  <a:cubicBezTo>
                    <a:pt x="36269" y="356405"/>
                    <a:pt x="42171" y="371289"/>
                    <a:pt x="38920" y="392075"/>
                  </a:cubicBezTo>
                  <a:cubicBezTo>
                    <a:pt x="35669" y="412861"/>
                    <a:pt x="39605" y="414144"/>
                    <a:pt x="46106" y="437496"/>
                  </a:cubicBezTo>
                  <a:cubicBezTo>
                    <a:pt x="52607" y="460849"/>
                    <a:pt x="54574" y="474535"/>
                    <a:pt x="59107" y="478384"/>
                  </a:cubicBezTo>
                  <a:cubicBezTo>
                    <a:pt x="63641" y="482234"/>
                    <a:pt x="68175" y="488735"/>
                    <a:pt x="74077" y="489419"/>
                  </a:cubicBezTo>
                  <a:cubicBezTo>
                    <a:pt x="79723" y="490018"/>
                    <a:pt x="89731" y="489419"/>
                    <a:pt x="93238" y="491215"/>
                  </a:cubicBezTo>
                  <a:cubicBezTo>
                    <a:pt x="93409" y="491728"/>
                    <a:pt x="93494" y="491814"/>
                    <a:pt x="93494" y="491386"/>
                  </a:cubicBezTo>
                  <a:cubicBezTo>
                    <a:pt x="96745" y="493354"/>
                    <a:pt x="98028" y="575129"/>
                    <a:pt x="101963" y="601134"/>
                  </a:cubicBezTo>
                  <a:cubicBezTo>
                    <a:pt x="104015" y="615077"/>
                    <a:pt x="104101" y="639626"/>
                    <a:pt x="104187" y="660583"/>
                  </a:cubicBezTo>
                  <a:cubicBezTo>
                    <a:pt x="103417" y="679830"/>
                    <a:pt x="103075" y="696681"/>
                    <a:pt x="105898" y="697879"/>
                  </a:cubicBezTo>
                  <a:cubicBezTo>
                    <a:pt x="109149" y="706347"/>
                    <a:pt x="116248" y="703695"/>
                    <a:pt x="120183" y="703097"/>
                  </a:cubicBezTo>
                  <a:cubicBezTo>
                    <a:pt x="124118" y="702412"/>
                    <a:pt x="133185" y="790775"/>
                    <a:pt x="136435" y="837479"/>
                  </a:cubicBezTo>
                  <a:cubicBezTo>
                    <a:pt x="139686" y="884269"/>
                    <a:pt x="152004" y="970579"/>
                    <a:pt x="161755" y="1021218"/>
                  </a:cubicBezTo>
                  <a:cubicBezTo>
                    <a:pt x="171506" y="1071858"/>
                    <a:pt x="176040" y="1081609"/>
                    <a:pt x="178007" y="1099829"/>
                  </a:cubicBezTo>
                  <a:cubicBezTo>
                    <a:pt x="179975" y="1117963"/>
                    <a:pt x="183825" y="1136868"/>
                    <a:pt x="185792" y="1141401"/>
                  </a:cubicBezTo>
                  <a:cubicBezTo>
                    <a:pt x="187759" y="1145935"/>
                    <a:pt x="196827" y="1160220"/>
                    <a:pt x="198109" y="1168004"/>
                  </a:cubicBezTo>
                  <a:cubicBezTo>
                    <a:pt x="199392" y="1175788"/>
                    <a:pt x="192891" y="1199140"/>
                    <a:pt x="195543" y="1202391"/>
                  </a:cubicBezTo>
                  <a:cubicBezTo>
                    <a:pt x="198109" y="1205641"/>
                    <a:pt x="211111" y="1208892"/>
                    <a:pt x="214362" y="1209576"/>
                  </a:cubicBezTo>
                  <a:cubicBezTo>
                    <a:pt x="217612" y="1210175"/>
                    <a:pt x="216928" y="1220611"/>
                    <a:pt x="205295" y="1228395"/>
                  </a:cubicBezTo>
                  <a:cubicBezTo>
                    <a:pt x="193576" y="1236179"/>
                    <a:pt x="176724" y="1253030"/>
                    <a:pt x="127369" y="1254998"/>
                  </a:cubicBezTo>
                  <a:cubicBezTo>
                    <a:pt x="127369" y="1254998"/>
                    <a:pt x="116334" y="1254313"/>
                    <a:pt x="115050" y="1263466"/>
                  </a:cubicBezTo>
                  <a:cubicBezTo>
                    <a:pt x="113767" y="1272533"/>
                    <a:pt x="111202" y="1271934"/>
                    <a:pt x="113767" y="1272533"/>
                  </a:cubicBezTo>
                  <a:cubicBezTo>
                    <a:pt x="116334" y="1273217"/>
                    <a:pt x="133870" y="1286818"/>
                    <a:pt x="205295" y="1283568"/>
                  </a:cubicBezTo>
                  <a:cubicBezTo>
                    <a:pt x="205295" y="1283568"/>
                    <a:pt x="232582" y="1278350"/>
                    <a:pt x="241050" y="1279034"/>
                  </a:cubicBezTo>
                  <a:cubicBezTo>
                    <a:pt x="249518" y="1279718"/>
                    <a:pt x="252769" y="1282883"/>
                    <a:pt x="264402" y="1282883"/>
                  </a:cubicBezTo>
                  <a:cubicBezTo>
                    <a:pt x="276036" y="1282883"/>
                    <a:pt x="313075" y="1284851"/>
                    <a:pt x="318976" y="1280916"/>
                  </a:cubicBezTo>
                  <a:cubicBezTo>
                    <a:pt x="324793" y="1277067"/>
                    <a:pt x="321543" y="1262696"/>
                    <a:pt x="321543" y="1258163"/>
                  </a:cubicBezTo>
                  <a:cubicBezTo>
                    <a:pt x="321543" y="1253629"/>
                    <a:pt x="321543" y="1235409"/>
                    <a:pt x="320859" y="1228908"/>
                  </a:cubicBezTo>
                  <a:cubicBezTo>
                    <a:pt x="320859" y="1228908"/>
                    <a:pt x="326675" y="1229592"/>
                    <a:pt x="334459" y="1241910"/>
                  </a:cubicBezTo>
                  <a:cubicBezTo>
                    <a:pt x="342244" y="1254228"/>
                    <a:pt x="338394" y="1252346"/>
                    <a:pt x="335743" y="1259446"/>
                  </a:cubicBezTo>
                  <a:cubicBezTo>
                    <a:pt x="333176" y="1266631"/>
                    <a:pt x="330525" y="1272448"/>
                    <a:pt x="332492" y="1276297"/>
                  </a:cubicBezTo>
                  <a:cubicBezTo>
                    <a:pt x="334459" y="1280232"/>
                    <a:pt x="335743" y="1282798"/>
                    <a:pt x="335743" y="1282798"/>
                  </a:cubicBezTo>
                  <a:lnTo>
                    <a:pt x="421454" y="1282798"/>
                  </a:lnTo>
                  <a:cubicBezTo>
                    <a:pt x="421454" y="1282798"/>
                    <a:pt x="422736" y="1252945"/>
                    <a:pt x="422137" y="1236093"/>
                  </a:cubicBezTo>
                  <a:cubicBezTo>
                    <a:pt x="421454" y="1219242"/>
                    <a:pt x="414353" y="1103678"/>
                    <a:pt x="415038" y="1081524"/>
                  </a:cubicBezTo>
                  <a:cubicBezTo>
                    <a:pt x="415722" y="1059454"/>
                    <a:pt x="420854" y="1024383"/>
                    <a:pt x="401437" y="957491"/>
                  </a:cubicBezTo>
                  <a:cubicBezTo>
                    <a:pt x="401437" y="957491"/>
                    <a:pt x="396219" y="935422"/>
                    <a:pt x="396219" y="928921"/>
                  </a:cubicBezTo>
                  <a:cubicBezTo>
                    <a:pt x="396219" y="922420"/>
                    <a:pt x="368333" y="895133"/>
                    <a:pt x="367649" y="884783"/>
                  </a:cubicBezTo>
                  <a:cubicBezTo>
                    <a:pt x="366965" y="874432"/>
                    <a:pt x="372183" y="861430"/>
                    <a:pt x="368932" y="854929"/>
                  </a:cubicBezTo>
                  <a:cubicBezTo>
                    <a:pt x="365682" y="848428"/>
                    <a:pt x="363714" y="842611"/>
                    <a:pt x="363115" y="834827"/>
                  </a:cubicBezTo>
                  <a:cubicBezTo>
                    <a:pt x="362431" y="827043"/>
                    <a:pt x="361832" y="803691"/>
                    <a:pt x="361832" y="795223"/>
                  </a:cubicBezTo>
                  <a:cubicBezTo>
                    <a:pt x="361832" y="786754"/>
                    <a:pt x="363799" y="717981"/>
                    <a:pt x="363799" y="707545"/>
                  </a:cubicBezTo>
                  <a:cubicBezTo>
                    <a:pt x="363799" y="705406"/>
                    <a:pt x="363885" y="701215"/>
                    <a:pt x="364056" y="695911"/>
                  </a:cubicBezTo>
                  <a:cubicBezTo>
                    <a:pt x="365425" y="695312"/>
                    <a:pt x="366109" y="693773"/>
                    <a:pt x="366451" y="691378"/>
                  </a:cubicBezTo>
                  <a:cubicBezTo>
                    <a:pt x="366708" y="688983"/>
                    <a:pt x="365853" y="685133"/>
                    <a:pt x="364570" y="681198"/>
                  </a:cubicBezTo>
                  <a:cubicBezTo>
                    <a:pt x="364655" y="677863"/>
                    <a:pt x="364826" y="674355"/>
                    <a:pt x="364997" y="670848"/>
                  </a:cubicBezTo>
                  <a:cubicBezTo>
                    <a:pt x="366366" y="670934"/>
                    <a:pt x="367820" y="670592"/>
                    <a:pt x="369103" y="669309"/>
                  </a:cubicBezTo>
                  <a:cubicBezTo>
                    <a:pt x="372952" y="665374"/>
                    <a:pt x="374321" y="660840"/>
                    <a:pt x="371669" y="653740"/>
                  </a:cubicBezTo>
                  <a:cubicBezTo>
                    <a:pt x="369873" y="648779"/>
                    <a:pt x="367734" y="645357"/>
                    <a:pt x="366622" y="641080"/>
                  </a:cubicBezTo>
                  <a:cubicBezTo>
                    <a:pt x="366965" y="636547"/>
                    <a:pt x="367392" y="633382"/>
                    <a:pt x="367734" y="632355"/>
                  </a:cubicBezTo>
                  <a:cubicBezTo>
                    <a:pt x="369702" y="627137"/>
                    <a:pt x="422907" y="612852"/>
                    <a:pt x="425559" y="605753"/>
                  </a:cubicBezTo>
                  <a:cubicBezTo>
                    <a:pt x="428125" y="598567"/>
                    <a:pt x="421025" y="590869"/>
                    <a:pt x="421025" y="578466"/>
                  </a:cubicBezTo>
                  <a:cubicBezTo>
                    <a:pt x="421025" y="566062"/>
                    <a:pt x="408707" y="505757"/>
                    <a:pt x="398272" y="467435"/>
                  </a:cubicBezTo>
                  <a:cubicBezTo>
                    <a:pt x="387922" y="429113"/>
                    <a:pt x="386553" y="353154"/>
                    <a:pt x="386553" y="322617"/>
                  </a:cubicBezTo>
                  <a:cubicBezTo>
                    <a:pt x="386553" y="292079"/>
                    <a:pt x="367734" y="199868"/>
                    <a:pt x="343013" y="157697"/>
                  </a:cubicBezTo>
                  <a:cubicBezTo>
                    <a:pt x="318378" y="115526"/>
                    <a:pt x="281340" y="106373"/>
                    <a:pt x="236517" y="124593"/>
                  </a:cubicBezTo>
                  <a:cubicBezTo>
                    <a:pt x="236517" y="124593"/>
                    <a:pt x="217698" y="123909"/>
                    <a:pt x="215132" y="117408"/>
                  </a:cubicBezTo>
                  <a:cubicBezTo>
                    <a:pt x="212566" y="110906"/>
                    <a:pt x="209913" y="109623"/>
                    <a:pt x="209913" y="109623"/>
                  </a:cubicBezTo>
                  <a:cubicBezTo>
                    <a:pt x="209913" y="109623"/>
                    <a:pt x="207861" y="111676"/>
                    <a:pt x="204440" y="116295"/>
                  </a:cubicBezTo>
                  <a:cubicBezTo>
                    <a:pt x="200761" y="115697"/>
                    <a:pt x="195372" y="114499"/>
                    <a:pt x="194944" y="108340"/>
                  </a:cubicBezTo>
                  <a:cubicBezTo>
                    <a:pt x="194944" y="108340"/>
                    <a:pt x="184937" y="118862"/>
                    <a:pt x="173389" y="134173"/>
                  </a:cubicBezTo>
                  <a:cubicBezTo>
                    <a:pt x="179205" y="124422"/>
                    <a:pt x="184594" y="116124"/>
                    <a:pt x="187759" y="113558"/>
                  </a:cubicBezTo>
                  <a:cubicBezTo>
                    <a:pt x="187759" y="113558"/>
                    <a:pt x="181943" y="110308"/>
                    <a:pt x="184508" y="96023"/>
                  </a:cubicBezTo>
                  <a:cubicBezTo>
                    <a:pt x="184508" y="96023"/>
                    <a:pt x="188358" y="91489"/>
                    <a:pt x="191010" y="97306"/>
                  </a:cubicBezTo>
                  <a:cubicBezTo>
                    <a:pt x="193576" y="103122"/>
                    <a:pt x="194944" y="108340"/>
                    <a:pt x="194944" y="108340"/>
                  </a:cubicBezTo>
                  <a:cubicBezTo>
                    <a:pt x="194944" y="108340"/>
                    <a:pt x="198195" y="92088"/>
                    <a:pt x="178692" y="59668"/>
                  </a:cubicBezTo>
                  <a:lnTo>
                    <a:pt x="178692" y="59668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650F9D6-890D-8932-8730-9796621B72B9}"/>
                </a:ext>
              </a:extLst>
            </p:cNvPr>
            <p:cNvSpPr/>
            <p:nvPr/>
          </p:nvSpPr>
          <p:spPr>
            <a:xfrm>
              <a:off x="9530097" y="1052044"/>
              <a:ext cx="475549" cy="1286122"/>
            </a:xfrm>
            <a:custGeom>
              <a:avLst/>
              <a:gdLst>
                <a:gd name="connsiteX0" fmla="*/ 160261 w 475549"/>
                <a:gd name="connsiteY0" fmla="*/ 238948 h 1286122"/>
                <a:gd name="connsiteX1" fmla="*/ 168901 w 475549"/>
                <a:gd name="connsiteY1" fmla="*/ 227656 h 1286122"/>
                <a:gd name="connsiteX2" fmla="*/ 162913 w 475549"/>
                <a:gd name="connsiteY2" fmla="*/ 236210 h 1286122"/>
                <a:gd name="connsiteX3" fmla="*/ 170953 w 475549"/>
                <a:gd name="connsiteY3" fmla="*/ 248956 h 1286122"/>
                <a:gd name="connsiteX4" fmla="*/ 171638 w 475549"/>
                <a:gd name="connsiteY4" fmla="*/ 272394 h 1286122"/>
                <a:gd name="connsiteX5" fmla="*/ 173092 w 475549"/>
                <a:gd name="connsiteY5" fmla="*/ 275302 h 1286122"/>
                <a:gd name="connsiteX6" fmla="*/ 167617 w 475549"/>
                <a:gd name="connsiteY6" fmla="*/ 259734 h 1286122"/>
                <a:gd name="connsiteX7" fmla="*/ 160261 w 475549"/>
                <a:gd name="connsiteY7" fmla="*/ 239033 h 1286122"/>
                <a:gd name="connsiteX8" fmla="*/ 160261 w 475549"/>
                <a:gd name="connsiteY8" fmla="*/ 239033 h 1286122"/>
                <a:gd name="connsiteX9" fmla="*/ 190371 w 475549"/>
                <a:gd name="connsiteY9" fmla="*/ 301135 h 1286122"/>
                <a:gd name="connsiteX10" fmla="*/ 194991 w 475549"/>
                <a:gd name="connsiteY10" fmla="*/ 313795 h 1286122"/>
                <a:gd name="connsiteX11" fmla="*/ 182160 w 475549"/>
                <a:gd name="connsiteY11" fmla="*/ 287620 h 1286122"/>
                <a:gd name="connsiteX12" fmla="*/ 190371 w 475549"/>
                <a:gd name="connsiteY12" fmla="*/ 301135 h 1286122"/>
                <a:gd name="connsiteX13" fmla="*/ 190371 w 475549"/>
                <a:gd name="connsiteY13" fmla="*/ 301135 h 1286122"/>
                <a:gd name="connsiteX14" fmla="*/ 232457 w 475549"/>
                <a:gd name="connsiteY14" fmla="*/ 108756 h 1286122"/>
                <a:gd name="connsiteX15" fmla="*/ 239728 w 475549"/>
                <a:gd name="connsiteY15" fmla="*/ 102255 h 1286122"/>
                <a:gd name="connsiteX16" fmla="*/ 245715 w 475549"/>
                <a:gd name="connsiteY16" fmla="*/ 112264 h 1286122"/>
                <a:gd name="connsiteX17" fmla="*/ 238444 w 475549"/>
                <a:gd name="connsiteY17" fmla="*/ 128601 h 1286122"/>
                <a:gd name="connsiteX18" fmla="*/ 232884 w 475549"/>
                <a:gd name="connsiteY18" fmla="*/ 119278 h 1286122"/>
                <a:gd name="connsiteX19" fmla="*/ 232371 w 475549"/>
                <a:gd name="connsiteY19" fmla="*/ 108756 h 1286122"/>
                <a:gd name="connsiteX20" fmla="*/ 232371 w 475549"/>
                <a:gd name="connsiteY20" fmla="*/ 108756 h 1286122"/>
                <a:gd name="connsiteX21" fmla="*/ 243491 w 475549"/>
                <a:gd name="connsiteY21" fmla="*/ 510963 h 1286122"/>
                <a:gd name="connsiteX22" fmla="*/ 241524 w 475549"/>
                <a:gd name="connsiteY22" fmla="*/ 509680 h 1286122"/>
                <a:gd name="connsiteX23" fmla="*/ 243491 w 475549"/>
                <a:gd name="connsiteY23" fmla="*/ 510963 h 1286122"/>
                <a:gd name="connsiteX24" fmla="*/ 243491 w 475549"/>
                <a:gd name="connsiteY24" fmla="*/ 510963 h 1286122"/>
                <a:gd name="connsiteX25" fmla="*/ 55048 w 475549"/>
                <a:gd name="connsiteY25" fmla="*/ 522254 h 1286122"/>
                <a:gd name="connsiteX26" fmla="*/ 57699 w 475549"/>
                <a:gd name="connsiteY26" fmla="*/ 521142 h 1286122"/>
                <a:gd name="connsiteX27" fmla="*/ 59325 w 475549"/>
                <a:gd name="connsiteY27" fmla="*/ 521228 h 1286122"/>
                <a:gd name="connsiteX28" fmla="*/ 54962 w 475549"/>
                <a:gd name="connsiteY28" fmla="*/ 522254 h 1286122"/>
                <a:gd name="connsiteX29" fmla="*/ 54962 w 475549"/>
                <a:gd name="connsiteY29" fmla="*/ 522254 h 1286122"/>
                <a:gd name="connsiteX30" fmla="*/ 81308 w 475549"/>
                <a:gd name="connsiteY30" fmla="*/ 166667 h 1286122"/>
                <a:gd name="connsiteX31" fmla="*/ 75321 w 475549"/>
                <a:gd name="connsiteY31" fmla="*/ 170003 h 1286122"/>
                <a:gd name="connsiteX32" fmla="*/ 57272 w 475549"/>
                <a:gd name="connsiteY32" fmla="*/ 189420 h 1286122"/>
                <a:gd name="connsiteX33" fmla="*/ 50600 w 475549"/>
                <a:gd name="connsiteY33" fmla="*/ 198829 h 1286122"/>
                <a:gd name="connsiteX34" fmla="*/ 11764 w 475549"/>
                <a:gd name="connsiteY34" fmla="*/ 259049 h 1286122"/>
                <a:gd name="connsiteX35" fmla="*/ 388 w 475549"/>
                <a:gd name="connsiteY35" fmla="*/ 370764 h 1286122"/>
                <a:gd name="connsiteX36" fmla="*/ 5777 w 475549"/>
                <a:gd name="connsiteY36" fmla="*/ 415587 h 1286122"/>
                <a:gd name="connsiteX37" fmla="*/ 19378 w 475549"/>
                <a:gd name="connsiteY37" fmla="*/ 471786 h 1286122"/>
                <a:gd name="connsiteX38" fmla="*/ 23226 w 475549"/>
                <a:gd name="connsiteY38" fmla="*/ 481195 h 1286122"/>
                <a:gd name="connsiteX39" fmla="*/ 39308 w 475549"/>
                <a:gd name="connsiteY39" fmla="*/ 504633 h 1286122"/>
                <a:gd name="connsiteX40" fmla="*/ 39650 w 475549"/>
                <a:gd name="connsiteY40" fmla="*/ 506002 h 1286122"/>
                <a:gd name="connsiteX41" fmla="*/ 40677 w 475549"/>
                <a:gd name="connsiteY41" fmla="*/ 518063 h 1286122"/>
                <a:gd name="connsiteX42" fmla="*/ 47520 w 475549"/>
                <a:gd name="connsiteY42" fmla="*/ 524906 h 1286122"/>
                <a:gd name="connsiteX43" fmla="*/ 51541 w 475549"/>
                <a:gd name="connsiteY43" fmla="*/ 537480 h 1286122"/>
                <a:gd name="connsiteX44" fmla="*/ 45553 w 475549"/>
                <a:gd name="connsiteY44" fmla="*/ 546975 h 1286122"/>
                <a:gd name="connsiteX45" fmla="*/ 43585 w 475549"/>
                <a:gd name="connsiteY45" fmla="*/ 610702 h 1286122"/>
                <a:gd name="connsiteX46" fmla="*/ 68135 w 475549"/>
                <a:gd name="connsiteY46" fmla="*/ 696498 h 1286122"/>
                <a:gd name="connsiteX47" fmla="*/ 62147 w 475549"/>
                <a:gd name="connsiteY47" fmla="*/ 718054 h 1286122"/>
                <a:gd name="connsiteX48" fmla="*/ 66852 w 475549"/>
                <a:gd name="connsiteY48" fmla="*/ 733708 h 1286122"/>
                <a:gd name="connsiteX49" fmla="*/ 67194 w 475549"/>
                <a:gd name="connsiteY49" fmla="*/ 735077 h 1286122"/>
                <a:gd name="connsiteX50" fmla="*/ 59154 w 475549"/>
                <a:gd name="connsiteY50" fmla="*/ 755178 h 1286122"/>
                <a:gd name="connsiteX51" fmla="*/ 59154 w 475549"/>
                <a:gd name="connsiteY51" fmla="*/ 785802 h 1286122"/>
                <a:gd name="connsiteX52" fmla="*/ 57614 w 475549"/>
                <a:gd name="connsiteY52" fmla="*/ 855089 h 1286122"/>
                <a:gd name="connsiteX53" fmla="*/ 40079 w 475549"/>
                <a:gd name="connsiteY53" fmla="*/ 939858 h 1286122"/>
                <a:gd name="connsiteX54" fmla="*/ 28017 w 475549"/>
                <a:gd name="connsiteY54" fmla="*/ 1078347 h 1286122"/>
                <a:gd name="connsiteX55" fmla="*/ 31525 w 475549"/>
                <a:gd name="connsiteY55" fmla="*/ 1157642 h 1286122"/>
                <a:gd name="connsiteX56" fmla="*/ 26991 w 475549"/>
                <a:gd name="connsiteY56" fmla="*/ 1180738 h 1286122"/>
                <a:gd name="connsiteX57" fmla="*/ 21944 w 475549"/>
                <a:gd name="connsiteY57" fmla="*/ 1221369 h 1286122"/>
                <a:gd name="connsiteX58" fmla="*/ 17410 w 475549"/>
                <a:gd name="connsiteY58" fmla="*/ 1241471 h 1286122"/>
                <a:gd name="connsiteX59" fmla="*/ 22457 w 475549"/>
                <a:gd name="connsiteY59" fmla="*/ 1242497 h 1286122"/>
                <a:gd name="connsiteX60" fmla="*/ 21430 w 475549"/>
                <a:gd name="connsiteY60" fmla="*/ 1256526 h 1286122"/>
                <a:gd name="connsiteX61" fmla="*/ 21430 w 475549"/>
                <a:gd name="connsiteY61" fmla="*/ 1263540 h 1286122"/>
                <a:gd name="connsiteX62" fmla="*/ 20918 w 475549"/>
                <a:gd name="connsiteY62" fmla="*/ 1282615 h 1286122"/>
                <a:gd name="connsiteX63" fmla="*/ 223133 w 475549"/>
                <a:gd name="connsiteY63" fmla="*/ 1286122 h 1286122"/>
                <a:gd name="connsiteX64" fmla="*/ 260770 w 475549"/>
                <a:gd name="connsiteY64" fmla="*/ 1278595 h 1286122"/>
                <a:gd name="connsiteX65" fmla="*/ 256237 w 475549"/>
                <a:gd name="connsiteY65" fmla="*/ 1262513 h 1286122"/>
                <a:gd name="connsiteX66" fmla="*/ 222620 w 475549"/>
                <a:gd name="connsiteY66" fmla="*/ 1259006 h 1286122"/>
                <a:gd name="connsiteX67" fmla="*/ 208078 w 475549"/>
                <a:gd name="connsiteY67" fmla="*/ 1256013 h 1286122"/>
                <a:gd name="connsiteX68" fmla="*/ 179507 w 475549"/>
                <a:gd name="connsiteY68" fmla="*/ 1241984 h 1286122"/>
                <a:gd name="connsiteX69" fmla="*/ 173006 w 475549"/>
                <a:gd name="connsiteY69" fmla="*/ 1233430 h 1286122"/>
                <a:gd name="connsiteX70" fmla="*/ 165993 w 475549"/>
                <a:gd name="connsiteY70" fmla="*/ 1186725 h 1286122"/>
                <a:gd name="connsiteX71" fmla="*/ 156925 w 475549"/>
                <a:gd name="connsiteY71" fmla="*/ 1134546 h 1286122"/>
                <a:gd name="connsiteX72" fmla="*/ 160432 w 475549"/>
                <a:gd name="connsiteY72" fmla="*/ 1121544 h 1286122"/>
                <a:gd name="connsiteX73" fmla="*/ 172494 w 475549"/>
                <a:gd name="connsiteY73" fmla="*/ 1071846 h 1286122"/>
                <a:gd name="connsiteX74" fmla="*/ 200636 w 475549"/>
                <a:gd name="connsiteY74" fmla="*/ 929850 h 1286122"/>
                <a:gd name="connsiteX75" fmla="*/ 217659 w 475549"/>
                <a:gd name="connsiteY75" fmla="*/ 818991 h 1286122"/>
                <a:gd name="connsiteX76" fmla="*/ 229206 w 475549"/>
                <a:gd name="connsiteY76" fmla="*/ 750731 h 1286122"/>
                <a:gd name="connsiteX77" fmla="*/ 232714 w 475549"/>
                <a:gd name="connsiteY77" fmla="*/ 744657 h 1286122"/>
                <a:gd name="connsiteX78" fmla="*/ 230233 w 475549"/>
                <a:gd name="connsiteY78" fmla="*/ 699492 h 1286122"/>
                <a:gd name="connsiteX79" fmla="*/ 239728 w 475549"/>
                <a:gd name="connsiteY79" fmla="*/ 644833 h 1286122"/>
                <a:gd name="connsiteX80" fmla="*/ 241268 w 475549"/>
                <a:gd name="connsiteY80" fmla="*/ 574605 h 1286122"/>
                <a:gd name="connsiteX81" fmla="*/ 243235 w 475549"/>
                <a:gd name="connsiteY81" fmla="*/ 531407 h 1286122"/>
                <a:gd name="connsiteX82" fmla="*/ 244774 w 475549"/>
                <a:gd name="connsiteY82" fmla="*/ 528242 h 1286122"/>
                <a:gd name="connsiteX83" fmla="*/ 247169 w 475549"/>
                <a:gd name="connsiteY83" fmla="*/ 525419 h 1286122"/>
                <a:gd name="connsiteX84" fmla="*/ 246229 w 475549"/>
                <a:gd name="connsiteY84" fmla="*/ 522853 h 1286122"/>
                <a:gd name="connsiteX85" fmla="*/ 246229 w 475549"/>
                <a:gd name="connsiteY85" fmla="*/ 516780 h 1286122"/>
                <a:gd name="connsiteX86" fmla="*/ 257434 w 475549"/>
                <a:gd name="connsiteY86" fmla="*/ 513615 h 1286122"/>
                <a:gd name="connsiteX87" fmla="*/ 268042 w 475549"/>
                <a:gd name="connsiteY87" fmla="*/ 534230 h 1286122"/>
                <a:gd name="connsiteX88" fmla="*/ 269409 w 475549"/>
                <a:gd name="connsiteY88" fmla="*/ 521485 h 1286122"/>
                <a:gd name="connsiteX89" fmla="*/ 268042 w 475549"/>
                <a:gd name="connsiteY89" fmla="*/ 503436 h 1286122"/>
                <a:gd name="connsiteX90" fmla="*/ 251618 w 475549"/>
                <a:gd name="connsiteY90" fmla="*/ 459383 h 1286122"/>
                <a:gd name="connsiteX91" fmla="*/ 278734 w 475549"/>
                <a:gd name="connsiteY91" fmla="*/ 441163 h 1286122"/>
                <a:gd name="connsiteX92" fmla="*/ 309528 w 475549"/>
                <a:gd name="connsiteY92" fmla="*/ 427134 h 1286122"/>
                <a:gd name="connsiteX93" fmla="*/ 343658 w 475549"/>
                <a:gd name="connsiteY93" fmla="*/ 394972 h 1286122"/>
                <a:gd name="connsiteX94" fmla="*/ 357088 w 475549"/>
                <a:gd name="connsiteY94" fmla="*/ 381627 h 1286122"/>
                <a:gd name="connsiteX95" fmla="*/ 379157 w 475549"/>
                <a:gd name="connsiteY95" fmla="*/ 361526 h 1286122"/>
                <a:gd name="connsiteX96" fmla="*/ 362477 w 475549"/>
                <a:gd name="connsiteY96" fmla="*/ 332100 h 1286122"/>
                <a:gd name="connsiteX97" fmla="*/ 358969 w 475549"/>
                <a:gd name="connsiteY97" fmla="*/ 333298 h 1286122"/>
                <a:gd name="connsiteX98" fmla="*/ 360424 w 475549"/>
                <a:gd name="connsiteY98" fmla="*/ 331501 h 1286122"/>
                <a:gd name="connsiteX99" fmla="*/ 371459 w 475549"/>
                <a:gd name="connsiteY99" fmla="*/ 322947 h 1286122"/>
                <a:gd name="connsiteX100" fmla="*/ 386769 w 475549"/>
                <a:gd name="connsiteY100" fmla="*/ 320638 h 1286122"/>
                <a:gd name="connsiteX101" fmla="*/ 412603 w 475549"/>
                <a:gd name="connsiteY101" fmla="*/ 312597 h 1286122"/>
                <a:gd name="connsiteX102" fmla="*/ 454774 w 475549"/>
                <a:gd name="connsiteY102" fmla="*/ 294035 h 1286122"/>
                <a:gd name="connsiteX103" fmla="*/ 458281 w 475549"/>
                <a:gd name="connsiteY103" fmla="*/ 287534 h 1286122"/>
                <a:gd name="connsiteX104" fmla="*/ 430908 w 475549"/>
                <a:gd name="connsiteY104" fmla="*/ 295318 h 1286122"/>
                <a:gd name="connsiteX105" fmla="*/ 426118 w 475549"/>
                <a:gd name="connsiteY105" fmla="*/ 290528 h 1286122"/>
                <a:gd name="connsiteX106" fmla="*/ 454004 w 475549"/>
                <a:gd name="connsiteY106" fmla="*/ 280776 h 1286122"/>
                <a:gd name="connsiteX107" fmla="*/ 474790 w 475549"/>
                <a:gd name="connsiteY107" fmla="*/ 272736 h 1286122"/>
                <a:gd name="connsiteX108" fmla="*/ 472566 w 475549"/>
                <a:gd name="connsiteY108" fmla="*/ 267945 h 1286122"/>
                <a:gd name="connsiteX109" fmla="*/ 461018 w 475549"/>
                <a:gd name="connsiteY109" fmla="*/ 268202 h 1286122"/>
                <a:gd name="connsiteX110" fmla="*/ 463755 w 475549"/>
                <a:gd name="connsiteY110" fmla="*/ 265978 h 1286122"/>
                <a:gd name="connsiteX111" fmla="*/ 475304 w 475549"/>
                <a:gd name="connsiteY111" fmla="*/ 258451 h 1286122"/>
                <a:gd name="connsiteX112" fmla="*/ 466493 w 475549"/>
                <a:gd name="connsiteY112" fmla="*/ 255970 h 1286122"/>
                <a:gd name="connsiteX113" fmla="*/ 458196 w 475549"/>
                <a:gd name="connsiteY113" fmla="*/ 254943 h 1286122"/>
                <a:gd name="connsiteX114" fmla="*/ 460420 w 475549"/>
                <a:gd name="connsiteY114" fmla="*/ 248442 h 1286122"/>
                <a:gd name="connsiteX115" fmla="*/ 430310 w 475549"/>
                <a:gd name="connsiteY115" fmla="*/ 249469 h 1286122"/>
                <a:gd name="connsiteX116" fmla="*/ 420815 w 475549"/>
                <a:gd name="connsiteY116" fmla="*/ 251522 h 1286122"/>
                <a:gd name="connsiteX117" fmla="*/ 404734 w 475549"/>
                <a:gd name="connsiteY117" fmla="*/ 254516 h 1286122"/>
                <a:gd name="connsiteX118" fmla="*/ 390705 w 475549"/>
                <a:gd name="connsiteY118" fmla="*/ 260076 h 1286122"/>
                <a:gd name="connsiteX119" fmla="*/ 389165 w 475549"/>
                <a:gd name="connsiteY119" fmla="*/ 252548 h 1286122"/>
                <a:gd name="connsiteX120" fmla="*/ 398233 w 475549"/>
                <a:gd name="connsiteY120" fmla="*/ 239974 h 1286122"/>
                <a:gd name="connsiteX121" fmla="*/ 398233 w 475549"/>
                <a:gd name="connsiteY121" fmla="*/ 227400 h 1286122"/>
                <a:gd name="connsiteX122" fmla="*/ 392672 w 475549"/>
                <a:gd name="connsiteY122" fmla="*/ 229367 h 1286122"/>
                <a:gd name="connsiteX123" fmla="*/ 383177 w 475549"/>
                <a:gd name="connsiteY123" fmla="*/ 242882 h 1286122"/>
                <a:gd name="connsiteX124" fmla="*/ 369662 w 475549"/>
                <a:gd name="connsiteY124" fmla="*/ 253917 h 1286122"/>
                <a:gd name="connsiteX125" fmla="*/ 349047 w 475549"/>
                <a:gd name="connsiteY125" fmla="*/ 285567 h 1286122"/>
                <a:gd name="connsiteX126" fmla="*/ 329030 w 475549"/>
                <a:gd name="connsiteY126" fmla="*/ 308149 h 1286122"/>
                <a:gd name="connsiteX127" fmla="*/ 353751 w 475549"/>
                <a:gd name="connsiteY127" fmla="*/ 336890 h 1286122"/>
                <a:gd name="connsiteX128" fmla="*/ 353067 w 475549"/>
                <a:gd name="connsiteY128" fmla="*/ 337403 h 1286122"/>
                <a:gd name="connsiteX129" fmla="*/ 328946 w 475549"/>
                <a:gd name="connsiteY129" fmla="*/ 308149 h 1286122"/>
                <a:gd name="connsiteX130" fmla="*/ 298151 w 475549"/>
                <a:gd name="connsiteY130" fmla="*/ 338772 h 1286122"/>
                <a:gd name="connsiteX131" fmla="*/ 267357 w 475549"/>
                <a:gd name="connsiteY131" fmla="*/ 352116 h 1286122"/>
                <a:gd name="connsiteX132" fmla="*/ 264020 w 475549"/>
                <a:gd name="connsiteY132" fmla="*/ 364177 h 1286122"/>
                <a:gd name="connsiteX133" fmla="*/ 249992 w 475549"/>
                <a:gd name="connsiteY133" fmla="*/ 369481 h 1286122"/>
                <a:gd name="connsiteX134" fmla="*/ 239984 w 475549"/>
                <a:gd name="connsiteY134" fmla="*/ 368796 h 1286122"/>
                <a:gd name="connsiteX135" fmla="*/ 228607 w 475549"/>
                <a:gd name="connsiteY135" fmla="*/ 362124 h 1286122"/>
                <a:gd name="connsiteX136" fmla="*/ 217744 w 475549"/>
                <a:gd name="connsiteY136" fmla="*/ 354511 h 1286122"/>
                <a:gd name="connsiteX137" fmla="*/ 208591 w 475549"/>
                <a:gd name="connsiteY137" fmla="*/ 320638 h 1286122"/>
                <a:gd name="connsiteX138" fmla="*/ 197899 w 475549"/>
                <a:gd name="connsiteY138" fmla="*/ 275815 h 1286122"/>
                <a:gd name="connsiteX139" fmla="*/ 184469 w 475549"/>
                <a:gd name="connsiteY139" fmla="*/ 249041 h 1286122"/>
                <a:gd name="connsiteX140" fmla="*/ 185153 w 475549"/>
                <a:gd name="connsiteY140" fmla="*/ 239033 h 1286122"/>
                <a:gd name="connsiteX141" fmla="*/ 171724 w 475549"/>
                <a:gd name="connsiteY141" fmla="*/ 218931 h 1286122"/>
                <a:gd name="connsiteX142" fmla="*/ 171638 w 475549"/>
                <a:gd name="connsiteY142" fmla="*/ 219445 h 1286122"/>
                <a:gd name="connsiteX143" fmla="*/ 166933 w 475549"/>
                <a:gd name="connsiteY143" fmla="*/ 202337 h 1286122"/>
                <a:gd name="connsiteX144" fmla="*/ 167703 w 475549"/>
                <a:gd name="connsiteY144" fmla="*/ 201567 h 1286122"/>
                <a:gd name="connsiteX145" fmla="*/ 181731 w 475549"/>
                <a:gd name="connsiteY145" fmla="*/ 190874 h 1286122"/>
                <a:gd name="connsiteX146" fmla="*/ 208505 w 475549"/>
                <a:gd name="connsiteY146" fmla="*/ 188223 h 1286122"/>
                <a:gd name="connsiteX147" fmla="*/ 222534 w 475549"/>
                <a:gd name="connsiteY147" fmla="*/ 182834 h 1286122"/>
                <a:gd name="connsiteX148" fmla="*/ 221850 w 475549"/>
                <a:gd name="connsiteY148" fmla="*/ 172141 h 1286122"/>
                <a:gd name="connsiteX149" fmla="*/ 226554 w 475549"/>
                <a:gd name="connsiteY149" fmla="*/ 164100 h 1286122"/>
                <a:gd name="connsiteX150" fmla="*/ 223989 w 475549"/>
                <a:gd name="connsiteY150" fmla="*/ 157770 h 1286122"/>
                <a:gd name="connsiteX151" fmla="*/ 229035 w 475549"/>
                <a:gd name="connsiteY151" fmla="*/ 154007 h 1286122"/>
                <a:gd name="connsiteX152" fmla="*/ 229890 w 475549"/>
                <a:gd name="connsiteY152" fmla="*/ 143999 h 1286122"/>
                <a:gd name="connsiteX153" fmla="*/ 235964 w 475549"/>
                <a:gd name="connsiteY153" fmla="*/ 144084 h 1286122"/>
                <a:gd name="connsiteX154" fmla="*/ 241952 w 475549"/>
                <a:gd name="connsiteY154" fmla="*/ 136813 h 1286122"/>
                <a:gd name="connsiteX155" fmla="*/ 239899 w 475549"/>
                <a:gd name="connsiteY155" fmla="*/ 129885 h 1286122"/>
                <a:gd name="connsiteX156" fmla="*/ 244603 w 475549"/>
                <a:gd name="connsiteY156" fmla="*/ 120561 h 1286122"/>
                <a:gd name="connsiteX157" fmla="*/ 245288 w 475549"/>
                <a:gd name="connsiteY157" fmla="*/ 101828 h 1286122"/>
                <a:gd name="connsiteX158" fmla="*/ 238615 w 475549"/>
                <a:gd name="connsiteY158" fmla="*/ 95840 h 1286122"/>
                <a:gd name="connsiteX159" fmla="*/ 235964 w 475549"/>
                <a:gd name="connsiteY159" fmla="*/ 85832 h 1286122"/>
                <a:gd name="connsiteX160" fmla="*/ 231943 w 475549"/>
                <a:gd name="connsiteY160" fmla="*/ 61111 h 1286122"/>
                <a:gd name="connsiteX161" fmla="*/ 225613 w 475549"/>
                <a:gd name="connsiteY161" fmla="*/ 47425 h 1286122"/>
                <a:gd name="connsiteX162" fmla="*/ 238359 w 475549"/>
                <a:gd name="connsiteY162" fmla="*/ 52813 h 1286122"/>
                <a:gd name="connsiteX163" fmla="*/ 214921 w 475549"/>
                <a:gd name="connsiteY163" fmla="*/ 17999 h 1286122"/>
                <a:gd name="connsiteX164" fmla="*/ 146318 w 475549"/>
                <a:gd name="connsiteY164" fmla="*/ 292 h 1286122"/>
                <a:gd name="connsiteX165" fmla="*/ 92770 w 475549"/>
                <a:gd name="connsiteY165" fmla="*/ 24414 h 1286122"/>
                <a:gd name="connsiteX166" fmla="*/ 78743 w 475549"/>
                <a:gd name="connsiteY166" fmla="*/ 86602 h 1286122"/>
                <a:gd name="connsiteX167" fmla="*/ 88750 w 475549"/>
                <a:gd name="connsiteY167" fmla="*/ 118080 h 1286122"/>
                <a:gd name="connsiteX168" fmla="*/ 94139 w 475549"/>
                <a:gd name="connsiteY168" fmla="*/ 136129 h 1286122"/>
                <a:gd name="connsiteX169" fmla="*/ 94824 w 475549"/>
                <a:gd name="connsiteY169" fmla="*/ 142801 h 1286122"/>
                <a:gd name="connsiteX170" fmla="*/ 81479 w 475549"/>
                <a:gd name="connsiteY170" fmla="*/ 166838 h 1286122"/>
                <a:gd name="connsiteX171" fmla="*/ 81479 w 475549"/>
                <a:gd name="connsiteY171" fmla="*/ 166838 h 1286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</a:cxnLst>
              <a:rect l="l" t="t" r="r" b="b"/>
              <a:pathLst>
                <a:path w="475549" h="1286122">
                  <a:moveTo>
                    <a:pt x="160261" y="238948"/>
                  </a:moveTo>
                  <a:cubicBezTo>
                    <a:pt x="161544" y="236723"/>
                    <a:pt x="165993" y="232019"/>
                    <a:pt x="168901" y="227656"/>
                  </a:cubicBezTo>
                  <a:cubicBezTo>
                    <a:pt x="166762" y="231249"/>
                    <a:pt x="162913" y="236210"/>
                    <a:pt x="162913" y="236210"/>
                  </a:cubicBezTo>
                  <a:cubicBezTo>
                    <a:pt x="162913" y="236210"/>
                    <a:pt x="167617" y="242198"/>
                    <a:pt x="170953" y="248956"/>
                  </a:cubicBezTo>
                  <a:cubicBezTo>
                    <a:pt x="174290" y="255628"/>
                    <a:pt x="170269" y="267689"/>
                    <a:pt x="171638" y="272394"/>
                  </a:cubicBezTo>
                  <a:cubicBezTo>
                    <a:pt x="171894" y="273163"/>
                    <a:pt x="172408" y="274104"/>
                    <a:pt x="173092" y="275302"/>
                  </a:cubicBezTo>
                  <a:cubicBezTo>
                    <a:pt x="167533" y="269656"/>
                    <a:pt x="170098" y="268886"/>
                    <a:pt x="167617" y="259734"/>
                  </a:cubicBezTo>
                  <a:cubicBezTo>
                    <a:pt x="164966" y="249725"/>
                    <a:pt x="158294" y="242369"/>
                    <a:pt x="160261" y="239033"/>
                  </a:cubicBezTo>
                  <a:lnTo>
                    <a:pt x="160261" y="239033"/>
                  </a:lnTo>
                  <a:close/>
                  <a:moveTo>
                    <a:pt x="190371" y="301135"/>
                  </a:moveTo>
                  <a:cubicBezTo>
                    <a:pt x="191654" y="303957"/>
                    <a:pt x="193195" y="308406"/>
                    <a:pt x="194991" y="313795"/>
                  </a:cubicBezTo>
                  <a:cubicBezTo>
                    <a:pt x="191141" y="307807"/>
                    <a:pt x="186864" y="296516"/>
                    <a:pt x="182160" y="287620"/>
                  </a:cubicBezTo>
                  <a:cubicBezTo>
                    <a:pt x="185239" y="291811"/>
                    <a:pt x="188318" y="296516"/>
                    <a:pt x="190371" y="301135"/>
                  </a:cubicBezTo>
                  <a:lnTo>
                    <a:pt x="190371" y="301135"/>
                  </a:lnTo>
                  <a:close/>
                  <a:moveTo>
                    <a:pt x="232457" y="108756"/>
                  </a:moveTo>
                  <a:cubicBezTo>
                    <a:pt x="232970" y="105249"/>
                    <a:pt x="239728" y="102255"/>
                    <a:pt x="239728" y="102255"/>
                  </a:cubicBezTo>
                  <a:cubicBezTo>
                    <a:pt x="247512" y="101999"/>
                    <a:pt x="246485" y="105762"/>
                    <a:pt x="245715" y="112264"/>
                  </a:cubicBezTo>
                  <a:cubicBezTo>
                    <a:pt x="244945" y="118764"/>
                    <a:pt x="239728" y="127575"/>
                    <a:pt x="238444" y="128601"/>
                  </a:cubicBezTo>
                  <a:cubicBezTo>
                    <a:pt x="237161" y="129628"/>
                    <a:pt x="234424" y="122357"/>
                    <a:pt x="232884" y="119278"/>
                  </a:cubicBezTo>
                  <a:cubicBezTo>
                    <a:pt x="231345" y="116284"/>
                    <a:pt x="231858" y="112264"/>
                    <a:pt x="232371" y="108756"/>
                  </a:cubicBezTo>
                  <a:lnTo>
                    <a:pt x="232371" y="108756"/>
                  </a:lnTo>
                  <a:close/>
                  <a:moveTo>
                    <a:pt x="243491" y="510963"/>
                  </a:moveTo>
                  <a:cubicBezTo>
                    <a:pt x="242892" y="510450"/>
                    <a:pt x="242294" y="509937"/>
                    <a:pt x="241524" y="509680"/>
                  </a:cubicBezTo>
                  <a:cubicBezTo>
                    <a:pt x="242721" y="509680"/>
                    <a:pt x="243321" y="510279"/>
                    <a:pt x="243491" y="510963"/>
                  </a:cubicBezTo>
                  <a:lnTo>
                    <a:pt x="243491" y="510963"/>
                  </a:lnTo>
                  <a:close/>
                  <a:moveTo>
                    <a:pt x="55048" y="522254"/>
                  </a:moveTo>
                  <a:cubicBezTo>
                    <a:pt x="55989" y="521741"/>
                    <a:pt x="56844" y="521313"/>
                    <a:pt x="57699" y="521142"/>
                  </a:cubicBezTo>
                  <a:cubicBezTo>
                    <a:pt x="58726" y="521228"/>
                    <a:pt x="59325" y="521228"/>
                    <a:pt x="59325" y="521228"/>
                  </a:cubicBezTo>
                  <a:cubicBezTo>
                    <a:pt x="58640" y="521228"/>
                    <a:pt x="56930" y="521656"/>
                    <a:pt x="54962" y="522254"/>
                  </a:cubicBezTo>
                  <a:lnTo>
                    <a:pt x="54962" y="522254"/>
                  </a:lnTo>
                  <a:close/>
                  <a:moveTo>
                    <a:pt x="81308" y="166667"/>
                  </a:moveTo>
                  <a:cubicBezTo>
                    <a:pt x="81308" y="166667"/>
                    <a:pt x="77972" y="168035"/>
                    <a:pt x="75321" y="170003"/>
                  </a:cubicBezTo>
                  <a:cubicBezTo>
                    <a:pt x="72669" y="171970"/>
                    <a:pt x="60608" y="184031"/>
                    <a:pt x="57272" y="189420"/>
                  </a:cubicBezTo>
                  <a:cubicBezTo>
                    <a:pt x="53936" y="194809"/>
                    <a:pt x="53936" y="196776"/>
                    <a:pt x="50600" y="198829"/>
                  </a:cubicBezTo>
                  <a:cubicBezTo>
                    <a:pt x="47264" y="200882"/>
                    <a:pt x="25195" y="222267"/>
                    <a:pt x="11764" y="259049"/>
                  </a:cubicBezTo>
                  <a:cubicBezTo>
                    <a:pt x="-1579" y="295831"/>
                    <a:pt x="-297" y="352031"/>
                    <a:pt x="388" y="370764"/>
                  </a:cubicBezTo>
                  <a:cubicBezTo>
                    <a:pt x="1072" y="389497"/>
                    <a:pt x="2355" y="398222"/>
                    <a:pt x="5777" y="415587"/>
                  </a:cubicBezTo>
                  <a:cubicBezTo>
                    <a:pt x="8343" y="428760"/>
                    <a:pt x="14673" y="456817"/>
                    <a:pt x="19378" y="471786"/>
                  </a:cubicBezTo>
                  <a:cubicBezTo>
                    <a:pt x="18608" y="474694"/>
                    <a:pt x="19378" y="478373"/>
                    <a:pt x="23226" y="481195"/>
                  </a:cubicBezTo>
                  <a:cubicBezTo>
                    <a:pt x="27248" y="485900"/>
                    <a:pt x="37255" y="497961"/>
                    <a:pt x="39308" y="504633"/>
                  </a:cubicBezTo>
                  <a:cubicBezTo>
                    <a:pt x="39394" y="505061"/>
                    <a:pt x="39565" y="505489"/>
                    <a:pt x="39650" y="506002"/>
                  </a:cubicBezTo>
                  <a:cubicBezTo>
                    <a:pt x="40763" y="511562"/>
                    <a:pt x="37512" y="513102"/>
                    <a:pt x="40677" y="518063"/>
                  </a:cubicBezTo>
                  <a:cubicBezTo>
                    <a:pt x="44013" y="523452"/>
                    <a:pt x="44356" y="522425"/>
                    <a:pt x="47520" y="524906"/>
                  </a:cubicBezTo>
                  <a:cubicBezTo>
                    <a:pt x="47520" y="524906"/>
                    <a:pt x="48974" y="532947"/>
                    <a:pt x="51541" y="537480"/>
                  </a:cubicBezTo>
                  <a:cubicBezTo>
                    <a:pt x="54022" y="542014"/>
                    <a:pt x="48033" y="543468"/>
                    <a:pt x="45553" y="546975"/>
                  </a:cubicBezTo>
                  <a:cubicBezTo>
                    <a:pt x="43072" y="550482"/>
                    <a:pt x="40506" y="575545"/>
                    <a:pt x="43585" y="610702"/>
                  </a:cubicBezTo>
                  <a:cubicBezTo>
                    <a:pt x="46580" y="645859"/>
                    <a:pt x="67194" y="690511"/>
                    <a:pt x="68135" y="696498"/>
                  </a:cubicBezTo>
                  <a:cubicBezTo>
                    <a:pt x="68135" y="701374"/>
                    <a:pt x="61463" y="712066"/>
                    <a:pt x="62147" y="718054"/>
                  </a:cubicBezTo>
                  <a:cubicBezTo>
                    <a:pt x="61292" y="724555"/>
                    <a:pt x="65655" y="730372"/>
                    <a:pt x="66852" y="733708"/>
                  </a:cubicBezTo>
                  <a:cubicBezTo>
                    <a:pt x="67024" y="734221"/>
                    <a:pt x="67108" y="734735"/>
                    <a:pt x="67194" y="735077"/>
                  </a:cubicBezTo>
                  <a:cubicBezTo>
                    <a:pt x="67194" y="738071"/>
                    <a:pt x="62147" y="751671"/>
                    <a:pt x="59154" y="755178"/>
                  </a:cubicBezTo>
                  <a:cubicBezTo>
                    <a:pt x="56160" y="758686"/>
                    <a:pt x="58127" y="770234"/>
                    <a:pt x="59154" y="785802"/>
                  </a:cubicBezTo>
                  <a:cubicBezTo>
                    <a:pt x="60180" y="801370"/>
                    <a:pt x="58640" y="849529"/>
                    <a:pt x="57614" y="855089"/>
                  </a:cubicBezTo>
                  <a:cubicBezTo>
                    <a:pt x="56587" y="860649"/>
                    <a:pt x="46066" y="893753"/>
                    <a:pt x="40079" y="939858"/>
                  </a:cubicBezTo>
                  <a:cubicBezTo>
                    <a:pt x="34090" y="986050"/>
                    <a:pt x="30498" y="1048750"/>
                    <a:pt x="28017" y="1078347"/>
                  </a:cubicBezTo>
                  <a:cubicBezTo>
                    <a:pt x="25536" y="1107944"/>
                    <a:pt x="31525" y="1147121"/>
                    <a:pt x="31525" y="1157642"/>
                  </a:cubicBezTo>
                  <a:cubicBezTo>
                    <a:pt x="31525" y="1168163"/>
                    <a:pt x="28531" y="1173723"/>
                    <a:pt x="26991" y="1180738"/>
                  </a:cubicBezTo>
                  <a:cubicBezTo>
                    <a:pt x="25451" y="1187752"/>
                    <a:pt x="23483" y="1215381"/>
                    <a:pt x="21944" y="1221369"/>
                  </a:cubicBezTo>
                  <a:cubicBezTo>
                    <a:pt x="20404" y="1227357"/>
                    <a:pt x="19463" y="1241471"/>
                    <a:pt x="17410" y="1241471"/>
                  </a:cubicBezTo>
                  <a:cubicBezTo>
                    <a:pt x="15358" y="1241471"/>
                    <a:pt x="22457" y="1242497"/>
                    <a:pt x="22457" y="1242497"/>
                  </a:cubicBezTo>
                  <a:cubicBezTo>
                    <a:pt x="22457" y="1242497"/>
                    <a:pt x="20918" y="1254558"/>
                    <a:pt x="21430" y="1256526"/>
                  </a:cubicBezTo>
                  <a:cubicBezTo>
                    <a:pt x="21944" y="1258493"/>
                    <a:pt x="22457" y="1261573"/>
                    <a:pt x="21430" y="1263540"/>
                  </a:cubicBezTo>
                  <a:cubicBezTo>
                    <a:pt x="20404" y="1265593"/>
                    <a:pt x="20918" y="1282615"/>
                    <a:pt x="20918" y="1282615"/>
                  </a:cubicBezTo>
                  <a:cubicBezTo>
                    <a:pt x="32465" y="1286122"/>
                    <a:pt x="215092" y="1286122"/>
                    <a:pt x="223133" y="1286122"/>
                  </a:cubicBezTo>
                  <a:cubicBezTo>
                    <a:pt x="231174" y="1286122"/>
                    <a:pt x="260770" y="1278595"/>
                    <a:pt x="260770" y="1278595"/>
                  </a:cubicBezTo>
                  <a:cubicBezTo>
                    <a:pt x="265304" y="1276542"/>
                    <a:pt x="260257" y="1265507"/>
                    <a:pt x="256237" y="1262513"/>
                  </a:cubicBezTo>
                  <a:cubicBezTo>
                    <a:pt x="252216" y="1259519"/>
                    <a:pt x="224672" y="1260033"/>
                    <a:pt x="222620" y="1259006"/>
                  </a:cubicBezTo>
                  <a:cubicBezTo>
                    <a:pt x="220652" y="1257980"/>
                    <a:pt x="224672" y="1255499"/>
                    <a:pt x="208078" y="1256013"/>
                  </a:cubicBezTo>
                  <a:cubicBezTo>
                    <a:pt x="191569" y="1256526"/>
                    <a:pt x="180021" y="1243438"/>
                    <a:pt x="179507" y="1241984"/>
                  </a:cubicBezTo>
                  <a:cubicBezTo>
                    <a:pt x="178995" y="1240444"/>
                    <a:pt x="173520" y="1237450"/>
                    <a:pt x="173006" y="1233430"/>
                  </a:cubicBezTo>
                  <a:cubicBezTo>
                    <a:pt x="172494" y="1229410"/>
                    <a:pt x="165993" y="1195279"/>
                    <a:pt x="165993" y="1186725"/>
                  </a:cubicBezTo>
                  <a:cubicBezTo>
                    <a:pt x="165993" y="1178172"/>
                    <a:pt x="159491" y="1137540"/>
                    <a:pt x="156925" y="1134546"/>
                  </a:cubicBezTo>
                  <a:cubicBezTo>
                    <a:pt x="154445" y="1131552"/>
                    <a:pt x="153931" y="1130526"/>
                    <a:pt x="160432" y="1121544"/>
                  </a:cubicBezTo>
                  <a:cubicBezTo>
                    <a:pt x="166933" y="1112477"/>
                    <a:pt x="167960" y="1101443"/>
                    <a:pt x="172494" y="1071846"/>
                  </a:cubicBezTo>
                  <a:cubicBezTo>
                    <a:pt x="177027" y="1042249"/>
                    <a:pt x="193536" y="958934"/>
                    <a:pt x="200636" y="929850"/>
                  </a:cubicBezTo>
                  <a:cubicBezTo>
                    <a:pt x="207650" y="900767"/>
                    <a:pt x="212697" y="837553"/>
                    <a:pt x="217659" y="818991"/>
                  </a:cubicBezTo>
                  <a:cubicBezTo>
                    <a:pt x="222705" y="800429"/>
                    <a:pt x="229206" y="752783"/>
                    <a:pt x="229206" y="750731"/>
                  </a:cubicBezTo>
                  <a:cubicBezTo>
                    <a:pt x="229206" y="748678"/>
                    <a:pt x="232714" y="744657"/>
                    <a:pt x="232714" y="744657"/>
                  </a:cubicBezTo>
                  <a:cubicBezTo>
                    <a:pt x="232714" y="744657"/>
                    <a:pt x="229719" y="712066"/>
                    <a:pt x="230233" y="699492"/>
                  </a:cubicBezTo>
                  <a:cubicBezTo>
                    <a:pt x="230745" y="687003"/>
                    <a:pt x="235707" y="663908"/>
                    <a:pt x="239728" y="644833"/>
                  </a:cubicBezTo>
                  <a:cubicBezTo>
                    <a:pt x="243748" y="625757"/>
                    <a:pt x="238701" y="602148"/>
                    <a:pt x="241268" y="574605"/>
                  </a:cubicBezTo>
                  <a:cubicBezTo>
                    <a:pt x="243748" y="546975"/>
                    <a:pt x="243748" y="535428"/>
                    <a:pt x="243235" y="531407"/>
                  </a:cubicBezTo>
                  <a:cubicBezTo>
                    <a:pt x="243833" y="530466"/>
                    <a:pt x="244347" y="529440"/>
                    <a:pt x="244774" y="528242"/>
                  </a:cubicBezTo>
                  <a:cubicBezTo>
                    <a:pt x="246143" y="527301"/>
                    <a:pt x="247768" y="526874"/>
                    <a:pt x="247169" y="525419"/>
                  </a:cubicBezTo>
                  <a:cubicBezTo>
                    <a:pt x="246998" y="524906"/>
                    <a:pt x="246657" y="523965"/>
                    <a:pt x="246229" y="522853"/>
                  </a:cubicBezTo>
                  <a:cubicBezTo>
                    <a:pt x="246571" y="520800"/>
                    <a:pt x="246571" y="518662"/>
                    <a:pt x="246229" y="516780"/>
                  </a:cubicBezTo>
                  <a:cubicBezTo>
                    <a:pt x="249479" y="516438"/>
                    <a:pt x="254783" y="514984"/>
                    <a:pt x="257434" y="513615"/>
                  </a:cubicBezTo>
                  <a:cubicBezTo>
                    <a:pt x="261968" y="523880"/>
                    <a:pt x="266159" y="532947"/>
                    <a:pt x="268042" y="534230"/>
                  </a:cubicBezTo>
                  <a:cubicBezTo>
                    <a:pt x="272062" y="536882"/>
                    <a:pt x="270009" y="528242"/>
                    <a:pt x="269409" y="521485"/>
                  </a:cubicBezTo>
                  <a:cubicBezTo>
                    <a:pt x="268726" y="514812"/>
                    <a:pt x="269409" y="506772"/>
                    <a:pt x="268042" y="503436"/>
                  </a:cubicBezTo>
                  <a:cubicBezTo>
                    <a:pt x="267357" y="501810"/>
                    <a:pt x="259743" y="481538"/>
                    <a:pt x="251618" y="459383"/>
                  </a:cubicBezTo>
                  <a:cubicBezTo>
                    <a:pt x="255980" y="454336"/>
                    <a:pt x="273430" y="444670"/>
                    <a:pt x="278734" y="441163"/>
                  </a:cubicBezTo>
                  <a:cubicBezTo>
                    <a:pt x="284721" y="437143"/>
                    <a:pt x="303540" y="432438"/>
                    <a:pt x="309528" y="427134"/>
                  </a:cubicBezTo>
                  <a:cubicBezTo>
                    <a:pt x="315515" y="421745"/>
                    <a:pt x="340322" y="405065"/>
                    <a:pt x="343658" y="394972"/>
                  </a:cubicBezTo>
                  <a:cubicBezTo>
                    <a:pt x="346994" y="384963"/>
                    <a:pt x="353067" y="382911"/>
                    <a:pt x="357088" y="381627"/>
                  </a:cubicBezTo>
                  <a:cubicBezTo>
                    <a:pt x="361108" y="380259"/>
                    <a:pt x="377189" y="363579"/>
                    <a:pt x="379157" y="361526"/>
                  </a:cubicBezTo>
                  <a:cubicBezTo>
                    <a:pt x="381125" y="359473"/>
                    <a:pt x="364529" y="332699"/>
                    <a:pt x="362477" y="332100"/>
                  </a:cubicBezTo>
                  <a:cubicBezTo>
                    <a:pt x="361793" y="331929"/>
                    <a:pt x="360424" y="332442"/>
                    <a:pt x="358969" y="333298"/>
                  </a:cubicBezTo>
                  <a:cubicBezTo>
                    <a:pt x="359654" y="332442"/>
                    <a:pt x="360167" y="331758"/>
                    <a:pt x="360424" y="331501"/>
                  </a:cubicBezTo>
                  <a:cubicBezTo>
                    <a:pt x="361193" y="330731"/>
                    <a:pt x="369234" y="325000"/>
                    <a:pt x="371459" y="322947"/>
                  </a:cubicBezTo>
                  <a:cubicBezTo>
                    <a:pt x="373683" y="320980"/>
                    <a:pt x="378472" y="319953"/>
                    <a:pt x="386769" y="320638"/>
                  </a:cubicBezTo>
                  <a:cubicBezTo>
                    <a:pt x="395068" y="321408"/>
                    <a:pt x="405075" y="315591"/>
                    <a:pt x="412603" y="312597"/>
                  </a:cubicBezTo>
                  <a:cubicBezTo>
                    <a:pt x="420130" y="309603"/>
                    <a:pt x="446733" y="297029"/>
                    <a:pt x="454774" y="294035"/>
                  </a:cubicBezTo>
                  <a:cubicBezTo>
                    <a:pt x="462814" y="291041"/>
                    <a:pt x="461532" y="288731"/>
                    <a:pt x="458281" y="287534"/>
                  </a:cubicBezTo>
                  <a:cubicBezTo>
                    <a:pt x="455031" y="286251"/>
                    <a:pt x="437495" y="294292"/>
                    <a:pt x="430908" y="295318"/>
                  </a:cubicBezTo>
                  <a:cubicBezTo>
                    <a:pt x="424407" y="296344"/>
                    <a:pt x="423124" y="293094"/>
                    <a:pt x="426118" y="290528"/>
                  </a:cubicBezTo>
                  <a:cubicBezTo>
                    <a:pt x="429112" y="288047"/>
                    <a:pt x="445963" y="282487"/>
                    <a:pt x="454004" y="280776"/>
                  </a:cubicBezTo>
                  <a:cubicBezTo>
                    <a:pt x="462045" y="279066"/>
                    <a:pt x="472566" y="274789"/>
                    <a:pt x="474790" y="272736"/>
                  </a:cubicBezTo>
                  <a:cubicBezTo>
                    <a:pt x="477014" y="270768"/>
                    <a:pt x="473764" y="268459"/>
                    <a:pt x="472566" y="267945"/>
                  </a:cubicBezTo>
                  <a:cubicBezTo>
                    <a:pt x="471283" y="267432"/>
                    <a:pt x="462985" y="268202"/>
                    <a:pt x="461018" y="268202"/>
                  </a:cubicBezTo>
                  <a:cubicBezTo>
                    <a:pt x="459051" y="268202"/>
                    <a:pt x="460249" y="267176"/>
                    <a:pt x="463755" y="265978"/>
                  </a:cubicBezTo>
                  <a:cubicBezTo>
                    <a:pt x="467262" y="264695"/>
                    <a:pt x="475816" y="260504"/>
                    <a:pt x="475304" y="258451"/>
                  </a:cubicBezTo>
                  <a:cubicBezTo>
                    <a:pt x="474790" y="256398"/>
                    <a:pt x="472823" y="255457"/>
                    <a:pt x="466493" y="255970"/>
                  </a:cubicBezTo>
                  <a:cubicBezTo>
                    <a:pt x="460249" y="256483"/>
                    <a:pt x="458196" y="254943"/>
                    <a:pt x="458196" y="254943"/>
                  </a:cubicBezTo>
                  <a:cubicBezTo>
                    <a:pt x="464440" y="252206"/>
                    <a:pt x="460420" y="248442"/>
                    <a:pt x="460420" y="248442"/>
                  </a:cubicBezTo>
                  <a:cubicBezTo>
                    <a:pt x="459393" y="245962"/>
                    <a:pt x="432790" y="249982"/>
                    <a:pt x="430310" y="249469"/>
                  </a:cubicBezTo>
                  <a:cubicBezTo>
                    <a:pt x="427829" y="248956"/>
                    <a:pt x="426802" y="249982"/>
                    <a:pt x="420815" y="251522"/>
                  </a:cubicBezTo>
                  <a:cubicBezTo>
                    <a:pt x="414827" y="253061"/>
                    <a:pt x="408754" y="254516"/>
                    <a:pt x="404734" y="254516"/>
                  </a:cubicBezTo>
                  <a:cubicBezTo>
                    <a:pt x="400712" y="254516"/>
                    <a:pt x="395666" y="259049"/>
                    <a:pt x="390705" y="260076"/>
                  </a:cubicBezTo>
                  <a:cubicBezTo>
                    <a:pt x="385658" y="261102"/>
                    <a:pt x="388224" y="256569"/>
                    <a:pt x="389165" y="252548"/>
                  </a:cubicBezTo>
                  <a:cubicBezTo>
                    <a:pt x="390191" y="248528"/>
                    <a:pt x="396692" y="243994"/>
                    <a:pt x="398233" y="239974"/>
                  </a:cubicBezTo>
                  <a:cubicBezTo>
                    <a:pt x="399772" y="235954"/>
                    <a:pt x="399259" y="230479"/>
                    <a:pt x="398233" y="227400"/>
                  </a:cubicBezTo>
                  <a:cubicBezTo>
                    <a:pt x="397206" y="224406"/>
                    <a:pt x="394212" y="224919"/>
                    <a:pt x="392672" y="229367"/>
                  </a:cubicBezTo>
                  <a:cubicBezTo>
                    <a:pt x="391132" y="233901"/>
                    <a:pt x="385658" y="240402"/>
                    <a:pt x="383177" y="242882"/>
                  </a:cubicBezTo>
                  <a:cubicBezTo>
                    <a:pt x="380697" y="245363"/>
                    <a:pt x="376163" y="248956"/>
                    <a:pt x="369662" y="253917"/>
                  </a:cubicBezTo>
                  <a:cubicBezTo>
                    <a:pt x="363162" y="258964"/>
                    <a:pt x="350074" y="280007"/>
                    <a:pt x="349047" y="285567"/>
                  </a:cubicBezTo>
                  <a:cubicBezTo>
                    <a:pt x="348021" y="291041"/>
                    <a:pt x="328432" y="307208"/>
                    <a:pt x="329030" y="308149"/>
                  </a:cubicBezTo>
                  <a:cubicBezTo>
                    <a:pt x="336558" y="321065"/>
                    <a:pt x="349389" y="332955"/>
                    <a:pt x="353751" y="336890"/>
                  </a:cubicBezTo>
                  <a:cubicBezTo>
                    <a:pt x="353324" y="337232"/>
                    <a:pt x="353067" y="337403"/>
                    <a:pt x="353067" y="337403"/>
                  </a:cubicBezTo>
                  <a:cubicBezTo>
                    <a:pt x="353067" y="337403"/>
                    <a:pt x="330314" y="314308"/>
                    <a:pt x="328946" y="308149"/>
                  </a:cubicBezTo>
                  <a:cubicBezTo>
                    <a:pt x="328946" y="308149"/>
                    <a:pt x="306192" y="326711"/>
                    <a:pt x="298151" y="338772"/>
                  </a:cubicBezTo>
                  <a:cubicBezTo>
                    <a:pt x="298151" y="338772"/>
                    <a:pt x="270693" y="344161"/>
                    <a:pt x="267357" y="352116"/>
                  </a:cubicBezTo>
                  <a:cubicBezTo>
                    <a:pt x="264020" y="360157"/>
                    <a:pt x="267357" y="363493"/>
                    <a:pt x="264020" y="364177"/>
                  </a:cubicBezTo>
                  <a:cubicBezTo>
                    <a:pt x="260684" y="364862"/>
                    <a:pt x="255980" y="371534"/>
                    <a:pt x="249992" y="369481"/>
                  </a:cubicBezTo>
                  <a:cubicBezTo>
                    <a:pt x="244005" y="367513"/>
                    <a:pt x="247341" y="366829"/>
                    <a:pt x="239984" y="368796"/>
                  </a:cubicBezTo>
                  <a:cubicBezTo>
                    <a:pt x="232628" y="370849"/>
                    <a:pt x="236648" y="364776"/>
                    <a:pt x="228607" y="362124"/>
                  </a:cubicBezTo>
                  <a:cubicBezTo>
                    <a:pt x="224587" y="360756"/>
                    <a:pt x="220909" y="357591"/>
                    <a:pt x="217744" y="354511"/>
                  </a:cubicBezTo>
                  <a:cubicBezTo>
                    <a:pt x="213467" y="339884"/>
                    <a:pt x="209703" y="326540"/>
                    <a:pt x="208591" y="320638"/>
                  </a:cubicBezTo>
                  <a:cubicBezTo>
                    <a:pt x="205940" y="307294"/>
                    <a:pt x="198583" y="280520"/>
                    <a:pt x="197899" y="275815"/>
                  </a:cubicBezTo>
                  <a:cubicBezTo>
                    <a:pt x="197215" y="271110"/>
                    <a:pt x="183870" y="254430"/>
                    <a:pt x="184469" y="249041"/>
                  </a:cubicBezTo>
                  <a:cubicBezTo>
                    <a:pt x="185153" y="243652"/>
                    <a:pt x="185153" y="239033"/>
                    <a:pt x="185153" y="239033"/>
                  </a:cubicBezTo>
                  <a:cubicBezTo>
                    <a:pt x="185153" y="239033"/>
                    <a:pt x="177113" y="223636"/>
                    <a:pt x="171724" y="218931"/>
                  </a:cubicBezTo>
                  <a:cubicBezTo>
                    <a:pt x="171724" y="218931"/>
                    <a:pt x="171724" y="219102"/>
                    <a:pt x="171638" y="219445"/>
                  </a:cubicBezTo>
                  <a:cubicBezTo>
                    <a:pt x="171296" y="215510"/>
                    <a:pt x="170013" y="209009"/>
                    <a:pt x="166933" y="202337"/>
                  </a:cubicBezTo>
                  <a:cubicBezTo>
                    <a:pt x="167190" y="202080"/>
                    <a:pt x="167447" y="201823"/>
                    <a:pt x="167703" y="201567"/>
                  </a:cubicBezTo>
                  <a:cubicBezTo>
                    <a:pt x="171039" y="198231"/>
                    <a:pt x="175059" y="195579"/>
                    <a:pt x="181731" y="190874"/>
                  </a:cubicBezTo>
                  <a:cubicBezTo>
                    <a:pt x="188404" y="186170"/>
                    <a:pt x="199780" y="187538"/>
                    <a:pt x="208505" y="188223"/>
                  </a:cubicBezTo>
                  <a:cubicBezTo>
                    <a:pt x="217231" y="188907"/>
                    <a:pt x="219198" y="186255"/>
                    <a:pt x="222534" y="182834"/>
                  </a:cubicBezTo>
                  <a:cubicBezTo>
                    <a:pt x="225870" y="179498"/>
                    <a:pt x="223218" y="177445"/>
                    <a:pt x="221850" y="172141"/>
                  </a:cubicBezTo>
                  <a:cubicBezTo>
                    <a:pt x="220481" y="166752"/>
                    <a:pt x="225870" y="168549"/>
                    <a:pt x="226554" y="164100"/>
                  </a:cubicBezTo>
                  <a:cubicBezTo>
                    <a:pt x="226982" y="160935"/>
                    <a:pt x="223989" y="161791"/>
                    <a:pt x="223989" y="157770"/>
                  </a:cubicBezTo>
                  <a:cubicBezTo>
                    <a:pt x="223989" y="153750"/>
                    <a:pt x="229633" y="157343"/>
                    <a:pt x="229035" y="154007"/>
                  </a:cubicBezTo>
                  <a:cubicBezTo>
                    <a:pt x="228351" y="150671"/>
                    <a:pt x="229890" y="143999"/>
                    <a:pt x="229890" y="143999"/>
                  </a:cubicBezTo>
                  <a:cubicBezTo>
                    <a:pt x="229890" y="143999"/>
                    <a:pt x="233740" y="143999"/>
                    <a:pt x="235964" y="144084"/>
                  </a:cubicBezTo>
                  <a:cubicBezTo>
                    <a:pt x="238958" y="144255"/>
                    <a:pt x="243321" y="142716"/>
                    <a:pt x="241952" y="136813"/>
                  </a:cubicBezTo>
                  <a:cubicBezTo>
                    <a:pt x="240925" y="132451"/>
                    <a:pt x="239899" y="129885"/>
                    <a:pt x="239899" y="129885"/>
                  </a:cubicBezTo>
                  <a:cubicBezTo>
                    <a:pt x="239899" y="129885"/>
                    <a:pt x="241268" y="127233"/>
                    <a:pt x="244603" y="120561"/>
                  </a:cubicBezTo>
                  <a:cubicBezTo>
                    <a:pt x="247939" y="113889"/>
                    <a:pt x="249308" y="103196"/>
                    <a:pt x="245288" y="101828"/>
                  </a:cubicBezTo>
                  <a:cubicBezTo>
                    <a:pt x="241268" y="100459"/>
                    <a:pt x="238615" y="99176"/>
                    <a:pt x="238615" y="95840"/>
                  </a:cubicBezTo>
                  <a:cubicBezTo>
                    <a:pt x="238615" y="92504"/>
                    <a:pt x="235964" y="92504"/>
                    <a:pt x="235964" y="85832"/>
                  </a:cubicBezTo>
                  <a:cubicBezTo>
                    <a:pt x="235964" y="79160"/>
                    <a:pt x="235964" y="70435"/>
                    <a:pt x="231943" y="61111"/>
                  </a:cubicBezTo>
                  <a:cubicBezTo>
                    <a:pt x="227923" y="51702"/>
                    <a:pt x="225613" y="47425"/>
                    <a:pt x="225613" y="47425"/>
                  </a:cubicBezTo>
                  <a:cubicBezTo>
                    <a:pt x="228949" y="47425"/>
                    <a:pt x="238359" y="52813"/>
                    <a:pt x="238359" y="52813"/>
                  </a:cubicBezTo>
                  <a:cubicBezTo>
                    <a:pt x="235022" y="41437"/>
                    <a:pt x="229633" y="28691"/>
                    <a:pt x="214921" y="17999"/>
                  </a:cubicBezTo>
                  <a:cubicBezTo>
                    <a:pt x="200208" y="7306"/>
                    <a:pt x="172408" y="-1761"/>
                    <a:pt x="146318" y="292"/>
                  </a:cubicBezTo>
                  <a:cubicBezTo>
                    <a:pt x="120229" y="2260"/>
                    <a:pt x="115524" y="9616"/>
                    <a:pt x="92770" y="24414"/>
                  </a:cubicBezTo>
                  <a:cubicBezTo>
                    <a:pt x="70017" y="39127"/>
                    <a:pt x="75406" y="65217"/>
                    <a:pt x="78743" y="86602"/>
                  </a:cubicBezTo>
                  <a:cubicBezTo>
                    <a:pt x="82078" y="107987"/>
                    <a:pt x="88152" y="108671"/>
                    <a:pt x="88750" y="118080"/>
                  </a:cubicBezTo>
                  <a:cubicBezTo>
                    <a:pt x="89435" y="127490"/>
                    <a:pt x="91402" y="134162"/>
                    <a:pt x="94139" y="136129"/>
                  </a:cubicBezTo>
                  <a:cubicBezTo>
                    <a:pt x="96791" y="138182"/>
                    <a:pt x="94824" y="142801"/>
                    <a:pt x="94824" y="142801"/>
                  </a:cubicBezTo>
                  <a:cubicBezTo>
                    <a:pt x="94824" y="142801"/>
                    <a:pt x="86099" y="157514"/>
                    <a:pt x="81479" y="166838"/>
                  </a:cubicBezTo>
                  <a:lnTo>
                    <a:pt x="81479" y="166838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8CD848A-B04A-C485-78CD-5DF6DAE787A6}"/>
                </a:ext>
              </a:extLst>
            </p:cNvPr>
            <p:cNvSpPr/>
            <p:nvPr/>
          </p:nvSpPr>
          <p:spPr>
            <a:xfrm>
              <a:off x="9930664" y="1137084"/>
              <a:ext cx="334986" cy="1199465"/>
            </a:xfrm>
            <a:custGeom>
              <a:avLst/>
              <a:gdLst>
                <a:gd name="connsiteX0" fmla="*/ 38809 w 334986"/>
                <a:gd name="connsiteY0" fmla="*/ 659617 h 1199465"/>
                <a:gd name="connsiteX1" fmla="*/ 43343 w 334986"/>
                <a:gd name="connsiteY1" fmla="*/ 666631 h 1199465"/>
                <a:gd name="connsiteX2" fmla="*/ 39580 w 334986"/>
                <a:gd name="connsiteY2" fmla="*/ 672448 h 1199465"/>
                <a:gd name="connsiteX3" fmla="*/ 37099 w 334986"/>
                <a:gd name="connsiteY3" fmla="*/ 676041 h 1199465"/>
                <a:gd name="connsiteX4" fmla="*/ 35388 w 334986"/>
                <a:gd name="connsiteY4" fmla="*/ 667915 h 1199465"/>
                <a:gd name="connsiteX5" fmla="*/ 38809 w 334986"/>
                <a:gd name="connsiteY5" fmla="*/ 659617 h 1199465"/>
                <a:gd name="connsiteX6" fmla="*/ 38809 w 334986"/>
                <a:gd name="connsiteY6" fmla="*/ 659617 h 1199465"/>
                <a:gd name="connsiteX7" fmla="*/ 62761 w 334986"/>
                <a:gd name="connsiteY7" fmla="*/ 593410 h 1199465"/>
                <a:gd name="connsiteX8" fmla="*/ 61991 w 334986"/>
                <a:gd name="connsiteY8" fmla="*/ 611544 h 1199465"/>
                <a:gd name="connsiteX9" fmla="*/ 59339 w 334986"/>
                <a:gd name="connsiteY9" fmla="*/ 600681 h 1199465"/>
                <a:gd name="connsiteX10" fmla="*/ 62846 w 334986"/>
                <a:gd name="connsiteY10" fmla="*/ 593410 h 1199465"/>
                <a:gd name="connsiteX11" fmla="*/ 62846 w 334986"/>
                <a:gd name="connsiteY11" fmla="*/ 593410 h 1199465"/>
                <a:gd name="connsiteX12" fmla="*/ 116223 w 334986"/>
                <a:gd name="connsiteY12" fmla="*/ 808200 h 1199465"/>
                <a:gd name="connsiteX13" fmla="*/ 125975 w 334986"/>
                <a:gd name="connsiteY13" fmla="*/ 794513 h 1199465"/>
                <a:gd name="connsiteX14" fmla="*/ 128455 w 334986"/>
                <a:gd name="connsiteY14" fmla="*/ 831038 h 1199465"/>
                <a:gd name="connsiteX15" fmla="*/ 134272 w 334986"/>
                <a:gd name="connsiteY15" fmla="*/ 868505 h 1199465"/>
                <a:gd name="connsiteX16" fmla="*/ 144023 w 334986"/>
                <a:gd name="connsiteY16" fmla="*/ 916236 h 1199465"/>
                <a:gd name="connsiteX17" fmla="*/ 144536 w 334986"/>
                <a:gd name="connsiteY17" fmla="*/ 950794 h 1199465"/>
                <a:gd name="connsiteX18" fmla="*/ 139661 w 334986"/>
                <a:gd name="connsiteY18" fmla="*/ 940101 h 1199465"/>
                <a:gd name="connsiteX19" fmla="*/ 129909 w 334986"/>
                <a:gd name="connsiteY19" fmla="*/ 916236 h 1199465"/>
                <a:gd name="connsiteX20" fmla="*/ 116736 w 334986"/>
                <a:gd name="connsiteY20" fmla="*/ 886981 h 1199465"/>
                <a:gd name="connsiteX21" fmla="*/ 114768 w 334986"/>
                <a:gd name="connsiteY21" fmla="*/ 870900 h 1199465"/>
                <a:gd name="connsiteX22" fmla="*/ 114170 w 334986"/>
                <a:gd name="connsiteY22" fmla="*/ 868505 h 1199465"/>
                <a:gd name="connsiteX23" fmla="*/ 107926 w 334986"/>
                <a:gd name="connsiteY23" fmla="*/ 859181 h 1199465"/>
                <a:gd name="connsiteX24" fmla="*/ 109038 w 334986"/>
                <a:gd name="connsiteY24" fmla="*/ 852338 h 1199465"/>
                <a:gd name="connsiteX25" fmla="*/ 109893 w 334986"/>
                <a:gd name="connsiteY25" fmla="*/ 848403 h 1199465"/>
                <a:gd name="connsiteX26" fmla="*/ 110406 w 334986"/>
                <a:gd name="connsiteY26" fmla="*/ 838652 h 1199465"/>
                <a:gd name="connsiteX27" fmla="*/ 106471 w 334986"/>
                <a:gd name="connsiteY27" fmla="*/ 829926 h 1199465"/>
                <a:gd name="connsiteX28" fmla="*/ 116223 w 334986"/>
                <a:gd name="connsiteY28" fmla="*/ 808028 h 1199465"/>
                <a:gd name="connsiteX29" fmla="*/ 116223 w 334986"/>
                <a:gd name="connsiteY29" fmla="*/ 808028 h 1199465"/>
                <a:gd name="connsiteX30" fmla="*/ 10411 w 334986"/>
                <a:gd name="connsiteY30" fmla="*/ 810081 h 1199465"/>
                <a:gd name="connsiteX31" fmla="*/ 61 w 334986"/>
                <a:gd name="connsiteY31" fmla="*/ 841902 h 1199465"/>
                <a:gd name="connsiteX32" fmla="*/ 12378 w 334986"/>
                <a:gd name="connsiteY32" fmla="*/ 874321 h 1199465"/>
                <a:gd name="connsiteX33" fmla="*/ 85086 w 334986"/>
                <a:gd name="connsiteY33" fmla="*/ 1013922 h 1199465"/>
                <a:gd name="connsiteX34" fmla="*/ 109722 w 334986"/>
                <a:gd name="connsiteY34" fmla="*/ 1074912 h 1199465"/>
                <a:gd name="connsiteX35" fmla="*/ 121441 w 334986"/>
                <a:gd name="connsiteY35" fmla="*/ 1102199 h 1199465"/>
                <a:gd name="connsiteX36" fmla="*/ 135041 w 334986"/>
                <a:gd name="connsiteY36" fmla="*/ 1103482 h 1199465"/>
                <a:gd name="connsiteX37" fmla="*/ 123322 w 334986"/>
                <a:gd name="connsiteY37" fmla="*/ 1141119 h 1199465"/>
                <a:gd name="connsiteX38" fmla="*/ 108353 w 334986"/>
                <a:gd name="connsiteY38" fmla="*/ 1156089 h 1199465"/>
                <a:gd name="connsiteX39" fmla="*/ 79099 w 334986"/>
                <a:gd name="connsiteY39" fmla="*/ 1175592 h 1199465"/>
                <a:gd name="connsiteX40" fmla="*/ 79099 w 334986"/>
                <a:gd name="connsiteY40" fmla="*/ 1184060 h 1199465"/>
                <a:gd name="connsiteX41" fmla="*/ 108353 w 334986"/>
                <a:gd name="connsiteY41" fmla="*/ 1184744 h 1199465"/>
                <a:gd name="connsiteX42" fmla="*/ 108353 w 334986"/>
                <a:gd name="connsiteY42" fmla="*/ 1193812 h 1199465"/>
                <a:gd name="connsiteX43" fmla="*/ 194064 w 334986"/>
                <a:gd name="connsiteY43" fmla="*/ 1198345 h 1199465"/>
                <a:gd name="connsiteX44" fmla="*/ 207664 w 334986"/>
                <a:gd name="connsiteY44" fmla="*/ 1182093 h 1199465"/>
                <a:gd name="connsiteX45" fmla="*/ 216732 w 334986"/>
                <a:gd name="connsiteY45" fmla="*/ 1174309 h 1199465"/>
                <a:gd name="connsiteX46" fmla="*/ 214765 w 334986"/>
                <a:gd name="connsiteY46" fmla="*/ 1198345 h 1199465"/>
                <a:gd name="connsiteX47" fmla="*/ 247269 w 334986"/>
                <a:gd name="connsiteY47" fmla="*/ 1199030 h 1199465"/>
                <a:gd name="connsiteX48" fmla="*/ 242736 w 334986"/>
                <a:gd name="connsiteY48" fmla="*/ 1190561 h 1199465"/>
                <a:gd name="connsiteX49" fmla="*/ 245302 w 334986"/>
                <a:gd name="connsiteY49" fmla="*/ 1156773 h 1199465"/>
                <a:gd name="connsiteX50" fmla="*/ 246585 w 334986"/>
                <a:gd name="connsiteY50" fmla="*/ 1138553 h 1199465"/>
                <a:gd name="connsiteX51" fmla="*/ 242651 w 334986"/>
                <a:gd name="connsiteY51" fmla="*/ 1039840 h 1199465"/>
                <a:gd name="connsiteX52" fmla="*/ 241367 w 334986"/>
                <a:gd name="connsiteY52" fmla="*/ 919743 h 1199465"/>
                <a:gd name="connsiteX53" fmla="*/ 242651 w 334986"/>
                <a:gd name="connsiteY53" fmla="*/ 872953 h 1199465"/>
                <a:gd name="connsiteX54" fmla="*/ 234866 w 334986"/>
                <a:gd name="connsiteY54" fmla="*/ 827531 h 1199465"/>
                <a:gd name="connsiteX55" fmla="*/ 258218 w 334986"/>
                <a:gd name="connsiteY55" fmla="*/ 766456 h 1199465"/>
                <a:gd name="connsiteX56" fmla="*/ 272504 w 334986"/>
                <a:gd name="connsiteY56" fmla="*/ 583402 h 1199465"/>
                <a:gd name="connsiteX57" fmla="*/ 253685 w 334986"/>
                <a:gd name="connsiteY57" fmla="*/ 476306 h 1199465"/>
                <a:gd name="connsiteX58" fmla="*/ 258902 w 334986"/>
                <a:gd name="connsiteY58" fmla="*/ 472457 h 1199465"/>
                <a:gd name="connsiteX59" fmla="*/ 259416 w 334986"/>
                <a:gd name="connsiteY59" fmla="*/ 468522 h 1199465"/>
                <a:gd name="connsiteX60" fmla="*/ 259673 w 334986"/>
                <a:gd name="connsiteY60" fmla="*/ 465528 h 1199465"/>
                <a:gd name="connsiteX61" fmla="*/ 267029 w 334986"/>
                <a:gd name="connsiteY61" fmla="*/ 464673 h 1199465"/>
                <a:gd name="connsiteX62" fmla="*/ 268996 w 334986"/>
                <a:gd name="connsiteY62" fmla="*/ 464074 h 1199465"/>
                <a:gd name="connsiteX63" fmla="*/ 289953 w 334986"/>
                <a:gd name="connsiteY63" fmla="*/ 444828 h 1199465"/>
                <a:gd name="connsiteX64" fmla="*/ 295514 w 334986"/>
                <a:gd name="connsiteY64" fmla="*/ 436359 h 1199465"/>
                <a:gd name="connsiteX65" fmla="*/ 302443 w 334986"/>
                <a:gd name="connsiteY65" fmla="*/ 428319 h 1199465"/>
                <a:gd name="connsiteX66" fmla="*/ 322202 w 334986"/>
                <a:gd name="connsiteY66" fmla="*/ 380930 h 1199465"/>
                <a:gd name="connsiteX67" fmla="*/ 329729 w 334986"/>
                <a:gd name="connsiteY67" fmla="*/ 379219 h 1199465"/>
                <a:gd name="connsiteX68" fmla="*/ 334263 w 334986"/>
                <a:gd name="connsiteY68" fmla="*/ 377166 h 1199465"/>
                <a:gd name="connsiteX69" fmla="*/ 332809 w 334986"/>
                <a:gd name="connsiteY69" fmla="*/ 347997 h 1199465"/>
                <a:gd name="connsiteX70" fmla="*/ 329901 w 334986"/>
                <a:gd name="connsiteY70" fmla="*/ 314893 h 1199465"/>
                <a:gd name="connsiteX71" fmla="*/ 327933 w 334986"/>
                <a:gd name="connsiteY71" fmla="*/ 293508 h 1199465"/>
                <a:gd name="connsiteX72" fmla="*/ 323057 w 334986"/>
                <a:gd name="connsiteY72" fmla="*/ 255015 h 1199465"/>
                <a:gd name="connsiteX73" fmla="*/ 319123 w 334986"/>
                <a:gd name="connsiteY73" fmla="*/ 229183 h 1199465"/>
                <a:gd name="connsiteX74" fmla="*/ 313306 w 334986"/>
                <a:gd name="connsiteY74" fmla="*/ 212160 h 1199465"/>
                <a:gd name="connsiteX75" fmla="*/ 267542 w 334986"/>
                <a:gd name="connsiteY75" fmla="*/ 193684 h 1199465"/>
                <a:gd name="connsiteX76" fmla="*/ 254882 w 334986"/>
                <a:gd name="connsiteY76" fmla="*/ 177089 h 1199465"/>
                <a:gd name="connsiteX77" fmla="*/ 243677 w 334986"/>
                <a:gd name="connsiteY77" fmla="*/ 166396 h 1199465"/>
                <a:gd name="connsiteX78" fmla="*/ 243420 w 334986"/>
                <a:gd name="connsiteY78" fmla="*/ 166568 h 1199465"/>
                <a:gd name="connsiteX79" fmla="*/ 237603 w 334986"/>
                <a:gd name="connsiteY79" fmla="*/ 142531 h 1199465"/>
                <a:gd name="connsiteX80" fmla="*/ 252744 w 334986"/>
                <a:gd name="connsiteY80" fmla="*/ 114046 h 1199465"/>
                <a:gd name="connsiteX81" fmla="*/ 266088 w 334986"/>
                <a:gd name="connsiteY81" fmla="*/ 84107 h 1199465"/>
                <a:gd name="connsiteX82" fmla="*/ 266601 w 334986"/>
                <a:gd name="connsiteY82" fmla="*/ 63663 h 1199465"/>
                <a:gd name="connsiteX83" fmla="*/ 272161 w 334986"/>
                <a:gd name="connsiteY83" fmla="*/ 65374 h 1199465"/>
                <a:gd name="connsiteX84" fmla="*/ 270964 w 334986"/>
                <a:gd name="connsiteY84" fmla="*/ 58103 h 1199465"/>
                <a:gd name="connsiteX85" fmla="*/ 273188 w 334986"/>
                <a:gd name="connsiteY85" fmla="*/ 43220 h 1199465"/>
                <a:gd name="connsiteX86" fmla="*/ 266601 w 334986"/>
                <a:gd name="connsiteY86" fmla="*/ 31586 h 1199465"/>
                <a:gd name="connsiteX87" fmla="*/ 259759 w 334986"/>
                <a:gd name="connsiteY87" fmla="*/ 36975 h 1199465"/>
                <a:gd name="connsiteX88" fmla="*/ 258304 w 334986"/>
                <a:gd name="connsiteY88" fmla="*/ 29704 h 1199465"/>
                <a:gd name="connsiteX89" fmla="*/ 255139 w 334986"/>
                <a:gd name="connsiteY89" fmla="*/ 30474 h 1199465"/>
                <a:gd name="connsiteX90" fmla="*/ 237860 w 334986"/>
                <a:gd name="connsiteY90" fmla="*/ 14136 h 1199465"/>
                <a:gd name="connsiteX91" fmla="*/ 191413 w 334986"/>
                <a:gd name="connsiteY91" fmla="*/ 22 h 1199465"/>
                <a:gd name="connsiteX92" fmla="*/ 144023 w 334986"/>
                <a:gd name="connsiteY92" fmla="*/ 22091 h 1199465"/>
                <a:gd name="connsiteX93" fmla="*/ 125889 w 334986"/>
                <a:gd name="connsiteY93" fmla="*/ 64947 h 1199465"/>
                <a:gd name="connsiteX94" fmla="*/ 128027 w 334986"/>
                <a:gd name="connsiteY94" fmla="*/ 78890 h 1199465"/>
                <a:gd name="connsiteX95" fmla="*/ 115539 w 334986"/>
                <a:gd name="connsiteY95" fmla="*/ 95142 h 1199465"/>
                <a:gd name="connsiteX96" fmla="*/ 122981 w 334986"/>
                <a:gd name="connsiteY96" fmla="*/ 99676 h 1199465"/>
                <a:gd name="connsiteX97" fmla="*/ 123322 w 334986"/>
                <a:gd name="connsiteY97" fmla="*/ 111052 h 1199465"/>
                <a:gd name="connsiteX98" fmla="*/ 130764 w 334986"/>
                <a:gd name="connsiteY98" fmla="*/ 120804 h 1199465"/>
                <a:gd name="connsiteX99" fmla="*/ 131107 w 334986"/>
                <a:gd name="connsiteY99" fmla="*/ 123541 h 1199465"/>
                <a:gd name="connsiteX100" fmla="*/ 134700 w 334986"/>
                <a:gd name="connsiteY100" fmla="*/ 127305 h 1199465"/>
                <a:gd name="connsiteX101" fmla="*/ 135726 w 334986"/>
                <a:gd name="connsiteY101" fmla="*/ 138682 h 1199465"/>
                <a:gd name="connsiteX102" fmla="*/ 148043 w 334986"/>
                <a:gd name="connsiteY102" fmla="*/ 151855 h 1199465"/>
                <a:gd name="connsiteX103" fmla="*/ 173534 w 334986"/>
                <a:gd name="connsiteY103" fmla="*/ 171358 h 1199465"/>
                <a:gd name="connsiteX104" fmla="*/ 180976 w 334986"/>
                <a:gd name="connsiteY104" fmla="*/ 193085 h 1199465"/>
                <a:gd name="connsiteX105" fmla="*/ 180976 w 334986"/>
                <a:gd name="connsiteY105" fmla="*/ 193085 h 1199465"/>
                <a:gd name="connsiteX106" fmla="*/ 164467 w 334986"/>
                <a:gd name="connsiteY106" fmla="*/ 207883 h 1199465"/>
                <a:gd name="connsiteX107" fmla="*/ 153261 w 334986"/>
                <a:gd name="connsiteY107" fmla="*/ 221484 h 1199465"/>
                <a:gd name="connsiteX108" fmla="*/ 152577 w 334986"/>
                <a:gd name="connsiteY108" fmla="*/ 222168 h 1199465"/>
                <a:gd name="connsiteX109" fmla="*/ 147445 w 334986"/>
                <a:gd name="connsiteY109" fmla="*/ 223537 h 1199465"/>
                <a:gd name="connsiteX110" fmla="*/ 136239 w 334986"/>
                <a:gd name="connsiteY110" fmla="*/ 229781 h 1199465"/>
                <a:gd name="connsiteX111" fmla="*/ 114341 w 334986"/>
                <a:gd name="connsiteY111" fmla="*/ 251679 h 1199465"/>
                <a:gd name="connsiteX112" fmla="*/ 96463 w 334986"/>
                <a:gd name="connsiteY112" fmla="*/ 289060 h 1199465"/>
                <a:gd name="connsiteX113" fmla="*/ 88765 w 334986"/>
                <a:gd name="connsiteY113" fmla="*/ 292054 h 1199465"/>
                <a:gd name="connsiteX114" fmla="*/ 88508 w 334986"/>
                <a:gd name="connsiteY114" fmla="*/ 298641 h 1199465"/>
                <a:gd name="connsiteX115" fmla="*/ 91074 w 334986"/>
                <a:gd name="connsiteY115" fmla="*/ 301463 h 1199465"/>
                <a:gd name="connsiteX116" fmla="*/ 89107 w 334986"/>
                <a:gd name="connsiteY116" fmla="*/ 305997 h 1199465"/>
                <a:gd name="connsiteX117" fmla="*/ 86113 w 334986"/>
                <a:gd name="connsiteY117" fmla="*/ 307366 h 1199465"/>
                <a:gd name="connsiteX118" fmla="*/ 86113 w 334986"/>
                <a:gd name="connsiteY118" fmla="*/ 313268 h 1199465"/>
                <a:gd name="connsiteX119" fmla="*/ 74992 w 334986"/>
                <a:gd name="connsiteY119" fmla="*/ 342266 h 1199465"/>
                <a:gd name="connsiteX120" fmla="*/ 93042 w 334986"/>
                <a:gd name="connsiteY120" fmla="*/ 353471 h 1199465"/>
                <a:gd name="connsiteX121" fmla="*/ 100825 w 334986"/>
                <a:gd name="connsiteY121" fmla="*/ 384180 h 1199465"/>
                <a:gd name="connsiteX122" fmla="*/ 96891 w 334986"/>
                <a:gd name="connsiteY122" fmla="*/ 406591 h 1199465"/>
                <a:gd name="connsiteX123" fmla="*/ 83290 w 334986"/>
                <a:gd name="connsiteY123" fmla="*/ 424127 h 1199465"/>
                <a:gd name="connsiteX124" fmla="*/ 85258 w 334986"/>
                <a:gd name="connsiteY124" fmla="*/ 439268 h 1199465"/>
                <a:gd name="connsiteX125" fmla="*/ 85770 w 334986"/>
                <a:gd name="connsiteY125" fmla="*/ 440037 h 1199465"/>
                <a:gd name="connsiteX126" fmla="*/ 53607 w 334986"/>
                <a:gd name="connsiteY126" fmla="*/ 534387 h 1199465"/>
                <a:gd name="connsiteX127" fmla="*/ 28802 w 334986"/>
                <a:gd name="connsiteY127" fmla="*/ 594778 h 1199465"/>
                <a:gd name="connsiteX128" fmla="*/ 27347 w 334986"/>
                <a:gd name="connsiteY128" fmla="*/ 620611 h 1199465"/>
                <a:gd name="connsiteX129" fmla="*/ 18109 w 334986"/>
                <a:gd name="connsiteY129" fmla="*/ 644990 h 1199465"/>
                <a:gd name="connsiteX130" fmla="*/ 17596 w 334986"/>
                <a:gd name="connsiteY130" fmla="*/ 668342 h 1199465"/>
                <a:gd name="connsiteX131" fmla="*/ 18536 w 334986"/>
                <a:gd name="connsiteY131" fmla="*/ 685878 h 1199465"/>
                <a:gd name="connsiteX132" fmla="*/ 28117 w 334986"/>
                <a:gd name="connsiteY132" fmla="*/ 708974 h 1199465"/>
                <a:gd name="connsiteX133" fmla="*/ 24268 w 334986"/>
                <a:gd name="connsiteY133" fmla="*/ 730701 h 1199465"/>
                <a:gd name="connsiteX134" fmla="*/ 10668 w 334986"/>
                <a:gd name="connsiteY134" fmla="*/ 810595 h 1199465"/>
                <a:gd name="connsiteX135" fmla="*/ 10668 w 334986"/>
                <a:gd name="connsiteY135" fmla="*/ 810595 h 1199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</a:cxnLst>
              <a:rect l="l" t="t" r="r" b="b"/>
              <a:pathLst>
                <a:path w="334986" h="1199465">
                  <a:moveTo>
                    <a:pt x="38809" y="659617"/>
                  </a:moveTo>
                  <a:cubicBezTo>
                    <a:pt x="40093" y="659617"/>
                    <a:pt x="42659" y="665177"/>
                    <a:pt x="43343" y="666631"/>
                  </a:cubicBezTo>
                  <a:cubicBezTo>
                    <a:pt x="42145" y="669027"/>
                    <a:pt x="40948" y="671080"/>
                    <a:pt x="39580" y="672448"/>
                  </a:cubicBezTo>
                  <a:cubicBezTo>
                    <a:pt x="38724" y="673389"/>
                    <a:pt x="37868" y="674587"/>
                    <a:pt x="37099" y="676041"/>
                  </a:cubicBezTo>
                  <a:cubicBezTo>
                    <a:pt x="35987" y="673389"/>
                    <a:pt x="35132" y="670737"/>
                    <a:pt x="35388" y="667915"/>
                  </a:cubicBezTo>
                  <a:cubicBezTo>
                    <a:pt x="35901" y="662098"/>
                    <a:pt x="37356" y="659617"/>
                    <a:pt x="38809" y="659617"/>
                  </a:cubicBezTo>
                  <a:lnTo>
                    <a:pt x="38809" y="659617"/>
                  </a:lnTo>
                  <a:close/>
                  <a:moveTo>
                    <a:pt x="62761" y="593410"/>
                  </a:moveTo>
                  <a:cubicBezTo>
                    <a:pt x="62418" y="601108"/>
                    <a:pt x="62161" y="607096"/>
                    <a:pt x="61991" y="611544"/>
                  </a:cubicBezTo>
                  <a:cubicBezTo>
                    <a:pt x="60879" y="607010"/>
                    <a:pt x="59339" y="603418"/>
                    <a:pt x="59339" y="600681"/>
                  </a:cubicBezTo>
                  <a:cubicBezTo>
                    <a:pt x="59339" y="596831"/>
                    <a:pt x="60794" y="595634"/>
                    <a:pt x="62846" y="593410"/>
                  </a:cubicBezTo>
                  <a:lnTo>
                    <a:pt x="62846" y="593410"/>
                  </a:lnTo>
                  <a:close/>
                  <a:moveTo>
                    <a:pt x="116223" y="808200"/>
                  </a:moveTo>
                  <a:cubicBezTo>
                    <a:pt x="119131" y="805291"/>
                    <a:pt x="125975" y="794513"/>
                    <a:pt x="125975" y="794513"/>
                  </a:cubicBezTo>
                  <a:cubicBezTo>
                    <a:pt x="130337" y="800330"/>
                    <a:pt x="128883" y="821287"/>
                    <a:pt x="128455" y="831038"/>
                  </a:cubicBezTo>
                  <a:cubicBezTo>
                    <a:pt x="127942" y="840790"/>
                    <a:pt x="131364" y="856358"/>
                    <a:pt x="134272" y="868505"/>
                  </a:cubicBezTo>
                  <a:cubicBezTo>
                    <a:pt x="137180" y="880652"/>
                    <a:pt x="143083" y="907511"/>
                    <a:pt x="144023" y="916236"/>
                  </a:cubicBezTo>
                  <a:cubicBezTo>
                    <a:pt x="144964" y="925047"/>
                    <a:pt x="144536" y="950794"/>
                    <a:pt x="144536" y="950794"/>
                  </a:cubicBezTo>
                  <a:cubicBezTo>
                    <a:pt x="144536" y="950794"/>
                    <a:pt x="140602" y="946859"/>
                    <a:pt x="139661" y="940101"/>
                  </a:cubicBezTo>
                  <a:cubicBezTo>
                    <a:pt x="138720" y="933258"/>
                    <a:pt x="133844" y="925474"/>
                    <a:pt x="129909" y="916236"/>
                  </a:cubicBezTo>
                  <a:cubicBezTo>
                    <a:pt x="125975" y="906998"/>
                    <a:pt x="118190" y="890916"/>
                    <a:pt x="116736" y="886981"/>
                  </a:cubicBezTo>
                  <a:cubicBezTo>
                    <a:pt x="115282" y="883132"/>
                    <a:pt x="115282" y="876289"/>
                    <a:pt x="114768" y="870900"/>
                  </a:cubicBezTo>
                  <a:cubicBezTo>
                    <a:pt x="114854" y="869959"/>
                    <a:pt x="114597" y="869189"/>
                    <a:pt x="114170" y="868505"/>
                  </a:cubicBezTo>
                  <a:cubicBezTo>
                    <a:pt x="112630" y="864484"/>
                    <a:pt x="108781" y="861662"/>
                    <a:pt x="107926" y="859181"/>
                  </a:cubicBezTo>
                  <a:cubicBezTo>
                    <a:pt x="108267" y="856529"/>
                    <a:pt x="108695" y="854476"/>
                    <a:pt x="109038" y="852338"/>
                  </a:cubicBezTo>
                  <a:cubicBezTo>
                    <a:pt x="109379" y="851140"/>
                    <a:pt x="109722" y="849943"/>
                    <a:pt x="109893" y="848403"/>
                  </a:cubicBezTo>
                  <a:cubicBezTo>
                    <a:pt x="110320" y="843955"/>
                    <a:pt x="111946" y="841902"/>
                    <a:pt x="110406" y="838652"/>
                  </a:cubicBezTo>
                  <a:cubicBezTo>
                    <a:pt x="109979" y="835059"/>
                    <a:pt x="108012" y="835144"/>
                    <a:pt x="106471" y="829926"/>
                  </a:cubicBezTo>
                  <a:cubicBezTo>
                    <a:pt x="110834" y="825051"/>
                    <a:pt x="113315" y="810937"/>
                    <a:pt x="116223" y="808028"/>
                  </a:cubicBezTo>
                  <a:lnTo>
                    <a:pt x="116223" y="808028"/>
                  </a:lnTo>
                  <a:close/>
                  <a:moveTo>
                    <a:pt x="10411" y="810081"/>
                  </a:moveTo>
                  <a:cubicBezTo>
                    <a:pt x="4593" y="839336"/>
                    <a:pt x="-624" y="833434"/>
                    <a:pt x="61" y="841902"/>
                  </a:cubicBezTo>
                  <a:cubicBezTo>
                    <a:pt x="745" y="850370"/>
                    <a:pt x="5278" y="862004"/>
                    <a:pt x="12378" y="874321"/>
                  </a:cubicBezTo>
                  <a:cubicBezTo>
                    <a:pt x="19563" y="886639"/>
                    <a:pt x="71486" y="986635"/>
                    <a:pt x="85086" y="1013922"/>
                  </a:cubicBezTo>
                  <a:cubicBezTo>
                    <a:pt x="98687" y="1041209"/>
                    <a:pt x="105188" y="1058060"/>
                    <a:pt x="109722" y="1074912"/>
                  </a:cubicBezTo>
                  <a:cubicBezTo>
                    <a:pt x="114256" y="1091763"/>
                    <a:pt x="121441" y="1102199"/>
                    <a:pt x="121441" y="1102199"/>
                  </a:cubicBezTo>
                  <a:cubicBezTo>
                    <a:pt x="121441" y="1102199"/>
                    <a:pt x="133160" y="1104166"/>
                    <a:pt x="135041" y="1103482"/>
                  </a:cubicBezTo>
                  <a:cubicBezTo>
                    <a:pt x="137009" y="1102798"/>
                    <a:pt x="131192" y="1131368"/>
                    <a:pt x="123322" y="1141119"/>
                  </a:cubicBezTo>
                  <a:cubicBezTo>
                    <a:pt x="123322" y="1141119"/>
                    <a:pt x="117506" y="1152838"/>
                    <a:pt x="108353" y="1156089"/>
                  </a:cubicBezTo>
                  <a:cubicBezTo>
                    <a:pt x="99286" y="1159339"/>
                    <a:pt x="83034" y="1171657"/>
                    <a:pt x="79099" y="1175592"/>
                  </a:cubicBezTo>
                  <a:cubicBezTo>
                    <a:pt x="75164" y="1179527"/>
                    <a:pt x="79099" y="1184060"/>
                    <a:pt x="79099" y="1184060"/>
                  </a:cubicBezTo>
                  <a:cubicBezTo>
                    <a:pt x="79099" y="1184060"/>
                    <a:pt x="101168" y="1188594"/>
                    <a:pt x="108353" y="1184744"/>
                  </a:cubicBezTo>
                  <a:cubicBezTo>
                    <a:pt x="108353" y="1184744"/>
                    <a:pt x="103135" y="1190561"/>
                    <a:pt x="108353" y="1193812"/>
                  </a:cubicBezTo>
                  <a:cubicBezTo>
                    <a:pt x="113571" y="1197062"/>
                    <a:pt x="119388" y="1201596"/>
                    <a:pt x="194064" y="1198345"/>
                  </a:cubicBezTo>
                  <a:cubicBezTo>
                    <a:pt x="194064" y="1198345"/>
                    <a:pt x="207664" y="1196378"/>
                    <a:pt x="207664" y="1182093"/>
                  </a:cubicBezTo>
                  <a:lnTo>
                    <a:pt x="216732" y="1174309"/>
                  </a:lnTo>
                  <a:lnTo>
                    <a:pt x="214765" y="1198345"/>
                  </a:lnTo>
                  <a:lnTo>
                    <a:pt x="247269" y="1199030"/>
                  </a:lnTo>
                  <a:cubicBezTo>
                    <a:pt x="247269" y="1199030"/>
                    <a:pt x="242736" y="1197062"/>
                    <a:pt x="242736" y="1190561"/>
                  </a:cubicBezTo>
                  <a:cubicBezTo>
                    <a:pt x="242736" y="1184060"/>
                    <a:pt x="242736" y="1162675"/>
                    <a:pt x="245302" y="1156773"/>
                  </a:cubicBezTo>
                  <a:cubicBezTo>
                    <a:pt x="247868" y="1150956"/>
                    <a:pt x="247269" y="1144455"/>
                    <a:pt x="246585" y="1138553"/>
                  </a:cubicBezTo>
                  <a:cubicBezTo>
                    <a:pt x="245901" y="1132737"/>
                    <a:pt x="244019" y="1055494"/>
                    <a:pt x="242651" y="1039840"/>
                  </a:cubicBezTo>
                  <a:cubicBezTo>
                    <a:pt x="241367" y="1024272"/>
                    <a:pt x="242651" y="931376"/>
                    <a:pt x="241367" y="919743"/>
                  </a:cubicBezTo>
                  <a:cubicBezTo>
                    <a:pt x="240084" y="908024"/>
                    <a:pt x="242651" y="882106"/>
                    <a:pt x="242651" y="872953"/>
                  </a:cubicBezTo>
                  <a:cubicBezTo>
                    <a:pt x="242651" y="863800"/>
                    <a:pt x="233583" y="836598"/>
                    <a:pt x="234866" y="827531"/>
                  </a:cubicBezTo>
                  <a:cubicBezTo>
                    <a:pt x="236150" y="818464"/>
                    <a:pt x="257620" y="777491"/>
                    <a:pt x="258218" y="766456"/>
                  </a:cubicBezTo>
                  <a:cubicBezTo>
                    <a:pt x="258902" y="755422"/>
                    <a:pt x="275069" y="612571"/>
                    <a:pt x="272504" y="583402"/>
                  </a:cubicBezTo>
                  <a:cubicBezTo>
                    <a:pt x="269937" y="554147"/>
                    <a:pt x="269937" y="514542"/>
                    <a:pt x="253685" y="476306"/>
                  </a:cubicBezTo>
                  <a:cubicBezTo>
                    <a:pt x="253685" y="476306"/>
                    <a:pt x="258218" y="475622"/>
                    <a:pt x="258902" y="472457"/>
                  </a:cubicBezTo>
                  <a:cubicBezTo>
                    <a:pt x="259074" y="471601"/>
                    <a:pt x="259245" y="470147"/>
                    <a:pt x="259416" y="468522"/>
                  </a:cubicBezTo>
                  <a:cubicBezTo>
                    <a:pt x="259502" y="467667"/>
                    <a:pt x="259673" y="466640"/>
                    <a:pt x="259673" y="465528"/>
                  </a:cubicBezTo>
                  <a:cubicBezTo>
                    <a:pt x="261298" y="465357"/>
                    <a:pt x="263693" y="465186"/>
                    <a:pt x="267029" y="464673"/>
                  </a:cubicBezTo>
                  <a:cubicBezTo>
                    <a:pt x="267628" y="464587"/>
                    <a:pt x="268313" y="464331"/>
                    <a:pt x="268996" y="464074"/>
                  </a:cubicBezTo>
                  <a:cubicBezTo>
                    <a:pt x="275926" y="462192"/>
                    <a:pt x="286703" y="450901"/>
                    <a:pt x="289953" y="444828"/>
                  </a:cubicBezTo>
                  <a:cubicBezTo>
                    <a:pt x="291237" y="442432"/>
                    <a:pt x="293375" y="439353"/>
                    <a:pt x="295514" y="436359"/>
                  </a:cubicBezTo>
                  <a:cubicBezTo>
                    <a:pt x="297909" y="434477"/>
                    <a:pt x="300646" y="431740"/>
                    <a:pt x="302443" y="428319"/>
                  </a:cubicBezTo>
                  <a:cubicBezTo>
                    <a:pt x="303811" y="425752"/>
                    <a:pt x="316642" y="397011"/>
                    <a:pt x="322202" y="380930"/>
                  </a:cubicBezTo>
                  <a:cubicBezTo>
                    <a:pt x="324940" y="380587"/>
                    <a:pt x="327591" y="379989"/>
                    <a:pt x="329729" y="379219"/>
                  </a:cubicBezTo>
                  <a:cubicBezTo>
                    <a:pt x="331697" y="378620"/>
                    <a:pt x="333322" y="377936"/>
                    <a:pt x="334263" y="377166"/>
                  </a:cubicBezTo>
                  <a:cubicBezTo>
                    <a:pt x="336659" y="375370"/>
                    <a:pt x="332296" y="351846"/>
                    <a:pt x="332809" y="347997"/>
                  </a:cubicBezTo>
                  <a:cubicBezTo>
                    <a:pt x="333322" y="344062"/>
                    <a:pt x="330841" y="322164"/>
                    <a:pt x="329901" y="314893"/>
                  </a:cubicBezTo>
                  <a:cubicBezTo>
                    <a:pt x="328960" y="307622"/>
                    <a:pt x="326479" y="305142"/>
                    <a:pt x="327933" y="293508"/>
                  </a:cubicBezTo>
                  <a:cubicBezTo>
                    <a:pt x="329388" y="281789"/>
                    <a:pt x="325025" y="263313"/>
                    <a:pt x="323057" y="255015"/>
                  </a:cubicBezTo>
                  <a:cubicBezTo>
                    <a:pt x="321090" y="246718"/>
                    <a:pt x="319636" y="236967"/>
                    <a:pt x="319123" y="229183"/>
                  </a:cubicBezTo>
                  <a:cubicBezTo>
                    <a:pt x="318610" y="221398"/>
                    <a:pt x="317668" y="217464"/>
                    <a:pt x="313306" y="212160"/>
                  </a:cubicBezTo>
                  <a:cubicBezTo>
                    <a:pt x="308944" y="206771"/>
                    <a:pt x="271905" y="198987"/>
                    <a:pt x="267542" y="193684"/>
                  </a:cubicBezTo>
                  <a:cubicBezTo>
                    <a:pt x="263179" y="188295"/>
                    <a:pt x="256337" y="184445"/>
                    <a:pt x="254882" y="177089"/>
                  </a:cubicBezTo>
                  <a:cubicBezTo>
                    <a:pt x="253429" y="169818"/>
                    <a:pt x="243677" y="166396"/>
                    <a:pt x="243677" y="166396"/>
                  </a:cubicBezTo>
                  <a:cubicBezTo>
                    <a:pt x="243677" y="166396"/>
                    <a:pt x="243591" y="166396"/>
                    <a:pt x="243420" y="166568"/>
                  </a:cubicBezTo>
                  <a:cubicBezTo>
                    <a:pt x="241110" y="160665"/>
                    <a:pt x="236662" y="148519"/>
                    <a:pt x="237603" y="142531"/>
                  </a:cubicBezTo>
                  <a:cubicBezTo>
                    <a:pt x="238801" y="134490"/>
                    <a:pt x="248552" y="118409"/>
                    <a:pt x="252744" y="114046"/>
                  </a:cubicBezTo>
                  <a:cubicBezTo>
                    <a:pt x="256849" y="109684"/>
                    <a:pt x="264634" y="91892"/>
                    <a:pt x="266088" y="84107"/>
                  </a:cubicBezTo>
                  <a:cubicBezTo>
                    <a:pt x="267542" y="76323"/>
                    <a:pt x="266601" y="63663"/>
                    <a:pt x="266601" y="63663"/>
                  </a:cubicBezTo>
                  <a:cubicBezTo>
                    <a:pt x="266601" y="63663"/>
                    <a:pt x="270280" y="65631"/>
                    <a:pt x="272161" y="65374"/>
                  </a:cubicBezTo>
                  <a:cubicBezTo>
                    <a:pt x="274129" y="65118"/>
                    <a:pt x="270451" y="62723"/>
                    <a:pt x="270964" y="58103"/>
                  </a:cubicBezTo>
                  <a:cubicBezTo>
                    <a:pt x="271477" y="53484"/>
                    <a:pt x="272418" y="48865"/>
                    <a:pt x="273188" y="43220"/>
                  </a:cubicBezTo>
                  <a:cubicBezTo>
                    <a:pt x="273957" y="37660"/>
                    <a:pt x="270964" y="28849"/>
                    <a:pt x="266601" y="31586"/>
                  </a:cubicBezTo>
                  <a:cubicBezTo>
                    <a:pt x="262239" y="34238"/>
                    <a:pt x="260956" y="38857"/>
                    <a:pt x="259759" y="36975"/>
                  </a:cubicBezTo>
                  <a:cubicBezTo>
                    <a:pt x="258561" y="35008"/>
                    <a:pt x="259245" y="30645"/>
                    <a:pt x="258304" y="29704"/>
                  </a:cubicBezTo>
                  <a:cubicBezTo>
                    <a:pt x="257278" y="28763"/>
                    <a:pt x="257534" y="31415"/>
                    <a:pt x="255139" y="30474"/>
                  </a:cubicBezTo>
                  <a:cubicBezTo>
                    <a:pt x="252744" y="29533"/>
                    <a:pt x="246157" y="20209"/>
                    <a:pt x="237860" y="14136"/>
                  </a:cubicBezTo>
                  <a:cubicBezTo>
                    <a:pt x="229563" y="8063"/>
                    <a:pt x="206125" y="-491"/>
                    <a:pt x="191413" y="22"/>
                  </a:cubicBezTo>
                  <a:cubicBezTo>
                    <a:pt x="170626" y="706"/>
                    <a:pt x="151808" y="11057"/>
                    <a:pt x="144023" y="22091"/>
                  </a:cubicBezTo>
                  <a:cubicBezTo>
                    <a:pt x="136239" y="33126"/>
                    <a:pt x="124520" y="57761"/>
                    <a:pt x="125889" y="64947"/>
                  </a:cubicBezTo>
                  <a:cubicBezTo>
                    <a:pt x="127172" y="72132"/>
                    <a:pt x="130593" y="75639"/>
                    <a:pt x="128027" y="78890"/>
                  </a:cubicBezTo>
                  <a:cubicBezTo>
                    <a:pt x="125461" y="82140"/>
                    <a:pt x="114256" y="91892"/>
                    <a:pt x="115539" y="95142"/>
                  </a:cubicBezTo>
                  <a:cubicBezTo>
                    <a:pt x="116821" y="98393"/>
                    <a:pt x="121098" y="99676"/>
                    <a:pt x="122981" y="99676"/>
                  </a:cubicBezTo>
                  <a:cubicBezTo>
                    <a:pt x="122981" y="99676"/>
                    <a:pt x="121526" y="106690"/>
                    <a:pt x="123322" y="111052"/>
                  </a:cubicBezTo>
                  <a:cubicBezTo>
                    <a:pt x="125119" y="115415"/>
                    <a:pt x="130166" y="119777"/>
                    <a:pt x="130764" y="120804"/>
                  </a:cubicBezTo>
                  <a:cubicBezTo>
                    <a:pt x="131449" y="121745"/>
                    <a:pt x="129995" y="121745"/>
                    <a:pt x="131107" y="123541"/>
                  </a:cubicBezTo>
                  <a:cubicBezTo>
                    <a:pt x="132219" y="125338"/>
                    <a:pt x="133417" y="125338"/>
                    <a:pt x="134700" y="127305"/>
                  </a:cubicBezTo>
                  <a:cubicBezTo>
                    <a:pt x="135982" y="129272"/>
                    <a:pt x="134700" y="132951"/>
                    <a:pt x="135726" y="138682"/>
                  </a:cubicBezTo>
                  <a:cubicBezTo>
                    <a:pt x="136667" y="144327"/>
                    <a:pt x="134700" y="144669"/>
                    <a:pt x="148043" y="151855"/>
                  </a:cubicBezTo>
                  <a:cubicBezTo>
                    <a:pt x="161388" y="158955"/>
                    <a:pt x="169428" y="164515"/>
                    <a:pt x="173534" y="171358"/>
                  </a:cubicBezTo>
                  <a:cubicBezTo>
                    <a:pt x="177555" y="178201"/>
                    <a:pt x="181661" y="184958"/>
                    <a:pt x="180976" y="193085"/>
                  </a:cubicBezTo>
                  <a:lnTo>
                    <a:pt x="180976" y="193085"/>
                  </a:lnTo>
                  <a:cubicBezTo>
                    <a:pt x="178923" y="194624"/>
                    <a:pt x="174305" y="198303"/>
                    <a:pt x="164467" y="207883"/>
                  </a:cubicBezTo>
                  <a:cubicBezTo>
                    <a:pt x="149412" y="222510"/>
                    <a:pt x="153775" y="219602"/>
                    <a:pt x="153261" y="221484"/>
                  </a:cubicBezTo>
                  <a:cubicBezTo>
                    <a:pt x="153261" y="221740"/>
                    <a:pt x="152920" y="221997"/>
                    <a:pt x="152577" y="222168"/>
                  </a:cubicBezTo>
                  <a:cubicBezTo>
                    <a:pt x="151380" y="222425"/>
                    <a:pt x="149669" y="222767"/>
                    <a:pt x="147445" y="223537"/>
                  </a:cubicBezTo>
                  <a:cubicBezTo>
                    <a:pt x="144622" y="224392"/>
                    <a:pt x="140773" y="226017"/>
                    <a:pt x="136239" y="229781"/>
                  </a:cubicBezTo>
                  <a:cubicBezTo>
                    <a:pt x="125975" y="238079"/>
                    <a:pt x="120671" y="241500"/>
                    <a:pt x="114341" y="251679"/>
                  </a:cubicBezTo>
                  <a:cubicBezTo>
                    <a:pt x="111432" y="256384"/>
                    <a:pt x="104076" y="271867"/>
                    <a:pt x="96463" y="289060"/>
                  </a:cubicBezTo>
                  <a:cubicBezTo>
                    <a:pt x="93212" y="289488"/>
                    <a:pt x="90047" y="290771"/>
                    <a:pt x="88765" y="292054"/>
                  </a:cubicBezTo>
                  <a:cubicBezTo>
                    <a:pt x="86797" y="294021"/>
                    <a:pt x="87054" y="296417"/>
                    <a:pt x="88508" y="298641"/>
                  </a:cubicBezTo>
                  <a:cubicBezTo>
                    <a:pt x="89107" y="299496"/>
                    <a:pt x="90047" y="300522"/>
                    <a:pt x="91074" y="301463"/>
                  </a:cubicBezTo>
                  <a:cubicBezTo>
                    <a:pt x="90390" y="303003"/>
                    <a:pt x="89792" y="304543"/>
                    <a:pt x="89107" y="305997"/>
                  </a:cubicBezTo>
                  <a:cubicBezTo>
                    <a:pt x="87653" y="306339"/>
                    <a:pt x="86455" y="306767"/>
                    <a:pt x="86113" y="307366"/>
                  </a:cubicBezTo>
                  <a:cubicBezTo>
                    <a:pt x="85172" y="308991"/>
                    <a:pt x="84915" y="310958"/>
                    <a:pt x="86113" y="313268"/>
                  </a:cubicBezTo>
                  <a:cubicBezTo>
                    <a:pt x="81066" y="325243"/>
                    <a:pt x="76875" y="336021"/>
                    <a:pt x="74992" y="342266"/>
                  </a:cubicBezTo>
                  <a:cubicBezTo>
                    <a:pt x="74992" y="342266"/>
                    <a:pt x="88594" y="352530"/>
                    <a:pt x="93042" y="353471"/>
                  </a:cubicBezTo>
                  <a:cubicBezTo>
                    <a:pt x="93042" y="353471"/>
                    <a:pt x="95436" y="376396"/>
                    <a:pt x="100825" y="384180"/>
                  </a:cubicBezTo>
                  <a:cubicBezTo>
                    <a:pt x="100825" y="384180"/>
                    <a:pt x="99885" y="398294"/>
                    <a:pt x="96891" y="406591"/>
                  </a:cubicBezTo>
                  <a:cubicBezTo>
                    <a:pt x="93983" y="414889"/>
                    <a:pt x="85685" y="422160"/>
                    <a:pt x="83290" y="424127"/>
                  </a:cubicBezTo>
                  <a:cubicBezTo>
                    <a:pt x="80895" y="426094"/>
                    <a:pt x="82350" y="435333"/>
                    <a:pt x="85258" y="439268"/>
                  </a:cubicBezTo>
                  <a:cubicBezTo>
                    <a:pt x="85429" y="439524"/>
                    <a:pt x="85600" y="439781"/>
                    <a:pt x="85770" y="440037"/>
                  </a:cubicBezTo>
                  <a:cubicBezTo>
                    <a:pt x="82434" y="448164"/>
                    <a:pt x="60365" y="502909"/>
                    <a:pt x="53607" y="534387"/>
                  </a:cubicBezTo>
                  <a:cubicBezTo>
                    <a:pt x="46337" y="568432"/>
                    <a:pt x="30683" y="587507"/>
                    <a:pt x="28802" y="594778"/>
                  </a:cubicBezTo>
                  <a:cubicBezTo>
                    <a:pt x="26834" y="602049"/>
                    <a:pt x="28288" y="616163"/>
                    <a:pt x="27347" y="620611"/>
                  </a:cubicBezTo>
                  <a:cubicBezTo>
                    <a:pt x="26406" y="624974"/>
                    <a:pt x="18622" y="639088"/>
                    <a:pt x="18109" y="644990"/>
                  </a:cubicBezTo>
                  <a:cubicBezTo>
                    <a:pt x="17596" y="650807"/>
                    <a:pt x="18109" y="661585"/>
                    <a:pt x="17596" y="668342"/>
                  </a:cubicBezTo>
                  <a:cubicBezTo>
                    <a:pt x="17083" y="675185"/>
                    <a:pt x="17083" y="683911"/>
                    <a:pt x="18536" y="685878"/>
                  </a:cubicBezTo>
                  <a:cubicBezTo>
                    <a:pt x="19905" y="687674"/>
                    <a:pt x="25551" y="702558"/>
                    <a:pt x="28117" y="708974"/>
                  </a:cubicBezTo>
                  <a:cubicBezTo>
                    <a:pt x="26749" y="716159"/>
                    <a:pt x="25466" y="723601"/>
                    <a:pt x="24268" y="730701"/>
                  </a:cubicBezTo>
                  <a:cubicBezTo>
                    <a:pt x="20334" y="753454"/>
                    <a:pt x="16484" y="781340"/>
                    <a:pt x="10668" y="810595"/>
                  </a:cubicBezTo>
                  <a:lnTo>
                    <a:pt x="10668" y="810595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F492439-6F36-9E15-C0FB-BBDE27A24F63}"/>
                </a:ext>
              </a:extLst>
            </p:cNvPr>
            <p:cNvSpPr/>
            <p:nvPr/>
          </p:nvSpPr>
          <p:spPr>
            <a:xfrm>
              <a:off x="13284116" y="1131285"/>
              <a:ext cx="386870" cy="1125136"/>
            </a:xfrm>
            <a:custGeom>
              <a:avLst/>
              <a:gdLst>
                <a:gd name="connsiteX0" fmla="*/ 317187 w 386870"/>
                <a:gd name="connsiteY0" fmla="*/ 357303 h 1125136"/>
                <a:gd name="connsiteX1" fmla="*/ 316419 w 386870"/>
                <a:gd name="connsiteY1" fmla="*/ 358501 h 1125136"/>
                <a:gd name="connsiteX2" fmla="*/ 316419 w 386870"/>
                <a:gd name="connsiteY2" fmla="*/ 358501 h 1125136"/>
                <a:gd name="connsiteX3" fmla="*/ 317187 w 386870"/>
                <a:gd name="connsiteY3" fmla="*/ 357389 h 1125136"/>
                <a:gd name="connsiteX4" fmla="*/ 317187 w 386870"/>
                <a:gd name="connsiteY4" fmla="*/ 357389 h 1125136"/>
                <a:gd name="connsiteX5" fmla="*/ 371506 w 386870"/>
                <a:gd name="connsiteY5" fmla="*/ 285365 h 1125136"/>
                <a:gd name="connsiteX6" fmla="*/ 376894 w 386870"/>
                <a:gd name="connsiteY6" fmla="*/ 290497 h 1125136"/>
                <a:gd name="connsiteX7" fmla="*/ 371677 w 386870"/>
                <a:gd name="connsiteY7" fmla="*/ 293405 h 1125136"/>
                <a:gd name="connsiteX8" fmla="*/ 367742 w 386870"/>
                <a:gd name="connsiteY8" fmla="*/ 288444 h 1125136"/>
                <a:gd name="connsiteX9" fmla="*/ 371420 w 386870"/>
                <a:gd name="connsiteY9" fmla="*/ 285365 h 1125136"/>
                <a:gd name="connsiteX10" fmla="*/ 371420 w 386870"/>
                <a:gd name="connsiteY10" fmla="*/ 285365 h 1125136"/>
                <a:gd name="connsiteX11" fmla="*/ 9159 w 386870"/>
                <a:gd name="connsiteY11" fmla="*/ 326167 h 1125136"/>
                <a:gd name="connsiteX12" fmla="*/ 7449 w 386870"/>
                <a:gd name="connsiteY12" fmla="*/ 382794 h 1125136"/>
                <a:gd name="connsiteX13" fmla="*/ 520 w 386870"/>
                <a:gd name="connsiteY13" fmla="*/ 410252 h 1125136"/>
                <a:gd name="connsiteX14" fmla="*/ 11897 w 386870"/>
                <a:gd name="connsiteY14" fmla="*/ 426334 h 1125136"/>
                <a:gd name="connsiteX15" fmla="*/ 34564 w 386870"/>
                <a:gd name="connsiteY15" fmla="*/ 447205 h 1125136"/>
                <a:gd name="connsiteX16" fmla="*/ 59800 w 386870"/>
                <a:gd name="connsiteY16" fmla="*/ 482448 h 1125136"/>
                <a:gd name="connsiteX17" fmla="*/ 74684 w 386870"/>
                <a:gd name="connsiteY17" fmla="*/ 499299 h 1125136"/>
                <a:gd name="connsiteX18" fmla="*/ 74598 w 386870"/>
                <a:gd name="connsiteY18" fmla="*/ 500325 h 1125136"/>
                <a:gd name="connsiteX19" fmla="*/ 86830 w 386870"/>
                <a:gd name="connsiteY19" fmla="*/ 593478 h 1125136"/>
                <a:gd name="connsiteX20" fmla="*/ 98122 w 386870"/>
                <a:gd name="connsiteY20" fmla="*/ 630089 h 1125136"/>
                <a:gd name="connsiteX21" fmla="*/ 92903 w 386870"/>
                <a:gd name="connsiteY21" fmla="*/ 660541 h 1125136"/>
                <a:gd name="connsiteX22" fmla="*/ 95555 w 386870"/>
                <a:gd name="connsiteY22" fmla="*/ 695356 h 1125136"/>
                <a:gd name="connsiteX23" fmla="*/ 88626 w 386870"/>
                <a:gd name="connsiteY23" fmla="*/ 711009 h 1125136"/>
                <a:gd name="connsiteX24" fmla="*/ 90336 w 386870"/>
                <a:gd name="connsiteY24" fmla="*/ 729315 h 1125136"/>
                <a:gd name="connsiteX25" fmla="*/ 88626 w 386870"/>
                <a:gd name="connsiteY25" fmla="*/ 773710 h 1125136"/>
                <a:gd name="connsiteX26" fmla="*/ 70321 w 386870"/>
                <a:gd name="connsiteY26" fmla="*/ 856426 h 1125136"/>
                <a:gd name="connsiteX27" fmla="*/ 58088 w 386870"/>
                <a:gd name="connsiteY27" fmla="*/ 1074125 h 1125136"/>
                <a:gd name="connsiteX28" fmla="*/ 68523 w 386870"/>
                <a:gd name="connsiteY28" fmla="*/ 1077632 h 1125136"/>
                <a:gd name="connsiteX29" fmla="*/ 69379 w 386870"/>
                <a:gd name="connsiteY29" fmla="*/ 1102010 h 1125136"/>
                <a:gd name="connsiteX30" fmla="*/ 67669 w 386870"/>
                <a:gd name="connsiteY30" fmla="*/ 1118520 h 1125136"/>
                <a:gd name="connsiteX31" fmla="*/ 122499 w 386870"/>
                <a:gd name="connsiteY31" fmla="*/ 1123738 h 1125136"/>
                <a:gd name="connsiteX32" fmla="*/ 126862 w 386870"/>
                <a:gd name="connsiteY32" fmla="*/ 1120230 h 1125136"/>
                <a:gd name="connsiteX33" fmla="*/ 198288 w 386870"/>
                <a:gd name="connsiteY33" fmla="*/ 1124593 h 1125136"/>
                <a:gd name="connsiteX34" fmla="*/ 216593 w 386870"/>
                <a:gd name="connsiteY34" fmla="*/ 1121086 h 1125136"/>
                <a:gd name="connsiteX35" fmla="*/ 271425 w 386870"/>
                <a:gd name="connsiteY35" fmla="*/ 1121086 h 1125136"/>
                <a:gd name="connsiteX36" fmla="*/ 313253 w 386870"/>
                <a:gd name="connsiteY36" fmla="*/ 1115013 h 1125136"/>
                <a:gd name="connsiteX37" fmla="*/ 283656 w 386870"/>
                <a:gd name="connsiteY37" fmla="*/ 1101925 h 1125136"/>
                <a:gd name="connsiteX38" fmla="*/ 242768 w 386870"/>
                <a:gd name="connsiteY38" fmla="*/ 1087982 h 1125136"/>
                <a:gd name="connsiteX39" fmla="*/ 221041 w 386870"/>
                <a:gd name="connsiteY39" fmla="*/ 1069676 h 1125136"/>
                <a:gd name="connsiteX40" fmla="*/ 197517 w 386870"/>
                <a:gd name="connsiteY40" fmla="*/ 1034862 h 1125136"/>
                <a:gd name="connsiteX41" fmla="*/ 206243 w 386870"/>
                <a:gd name="connsiteY41" fmla="*/ 1020064 h 1125136"/>
                <a:gd name="connsiteX42" fmla="*/ 228910 w 386870"/>
                <a:gd name="connsiteY42" fmla="*/ 886879 h 1125136"/>
                <a:gd name="connsiteX43" fmla="*/ 252433 w 386870"/>
                <a:gd name="connsiteY43" fmla="*/ 746679 h 1125136"/>
                <a:gd name="connsiteX44" fmla="*/ 269798 w 386870"/>
                <a:gd name="connsiteY44" fmla="*/ 650020 h 1125136"/>
                <a:gd name="connsiteX45" fmla="*/ 266292 w 386870"/>
                <a:gd name="connsiteY45" fmla="*/ 600407 h 1125136"/>
                <a:gd name="connsiteX46" fmla="*/ 259362 w 386870"/>
                <a:gd name="connsiteY46" fmla="*/ 544635 h 1125136"/>
                <a:gd name="connsiteX47" fmla="*/ 253289 w 386870"/>
                <a:gd name="connsiteY47" fmla="*/ 474065 h 1125136"/>
                <a:gd name="connsiteX48" fmla="*/ 253461 w 386870"/>
                <a:gd name="connsiteY48" fmla="*/ 451055 h 1125136"/>
                <a:gd name="connsiteX49" fmla="*/ 254060 w 386870"/>
                <a:gd name="connsiteY49" fmla="*/ 451311 h 1125136"/>
                <a:gd name="connsiteX50" fmla="*/ 266120 w 386870"/>
                <a:gd name="connsiteY50" fmla="*/ 444212 h 1125136"/>
                <a:gd name="connsiteX51" fmla="*/ 270312 w 386870"/>
                <a:gd name="connsiteY51" fmla="*/ 447462 h 1125136"/>
                <a:gd name="connsiteX52" fmla="*/ 272022 w 386870"/>
                <a:gd name="connsiteY52" fmla="*/ 425307 h 1125136"/>
                <a:gd name="connsiteX53" fmla="*/ 273732 w 386870"/>
                <a:gd name="connsiteY53" fmla="*/ 421715 h 1125136"/>
                <a:gd name="connsiteX54" fmla="*/ 288959 w 386870"/>
                <a:gd name="connsiteY54" fmla="*/ 411279 h 1125136"/>
                <a:gd name="connsiteX55" fmla="*/ 296915 w 386870"/>
                <a:gd name="connsiteY55" fmla="*/ 399389 h 1125136"/>
                <a:gd name="connsiteX56" fmla="*/ 313081 w 386870"/>
                <a:gd name="connsiteY56" fmla="*/ 378774 h 1125136"/>
                <a:gd name="connsiteX57" fmla="*/ 322063 w 386870"/>
                <a:gd name="connsiteY57" fmla="*/ 374240 h 1125136"/>
                <a:gd name="connsiteX58" fmla="*/ 322918 w 386870"/>
                <a:gd name="connsiteY58" fmla="*/ 363377 h 1125136"/>
                <a:gd name="connsiteX59" fmla="*/ 328136 w 386870"/>
                <a:gd name="connsiteY59" fmla="*/ 355507 h 1125136"/>
                <a:gd name="connsiteX60" fmla="*/ 329504 w 386870"/>
                <a:gd name="connsiteY60" fmla="*/ 337116 h 1125136"/>
                <a:gd name="connsiteX61" fmla="*/ 324116 w 386870"/>
                <a:gd name="connsiteY61" fmla="*/ 346012 h 1125136"/>
                <a:gd name="connsiteX62" fmla="*/ 332499 w 386870"/>
                <a:gd name="connsiteY62" fmla="*/ 333181 h 1125136"/>
                <a:gd name="connsiteX63" fmla="*/ 357476 w 386870"/>
                <a:gd name="connsiteY63" fmla="*/ 329674 h 1125136"/>
                <a:gd name="connsiteX64" fmla="*/ 362695 w 386870"/>
                <a:gd name="connsiteY64" fmla="*/ 325055 h 1125136"/>
                <a:gd name="connsiteX65" fmla="*/ 370221 w 386870"/>
                <a:gd name="connsiteY65" fmla="*/ 318640 h 1125136"/>
                <a:gd name="connsiteX66" fmla="*/ 376039 w 386870"/>
                <a:gd name="connsiteY66" fmla="*/ 314020 h 1125136"/>
                <a:gd name="connsiteX67" fmla="*/ 380145 w 386870"/>
                <a:gd name="connsiteY67" fmla="*/ 301788 h 1125136"/>
                <a:gd name="connsiteX68" fmla="*/ 386561 w 386870"/>
                <a:gd name="connsiteY68" fmla="*/ 284937 h 1125136"/>
                <a:gd name="connsiteX69" fmla="*/ 380145 w 386870"/>
                <a:gd name="connsiteY69" fmla="*/ 277409 h 1125136"/>
                <a:gd name="connsiteX70" fmla="*/ 379546 w 386870"/>
                <a:gd name="connsiteY70" fmla="*/ 269882 h 1125136"/>
                <a:gd name="connsiteX71" fmla="*/ 371420 w 386870"/>
                <a:gd name="connsiteY71" fmla="*/ 275100 h 1125136"/>
                <a:gd name="connsiteX72" fmla="*/ 361582 w 386870"/>
                <a:gd name="connsiteY72" fmla="*/ 272192 h 1125136"/>
                <a:gd name="connsiteX73" fmla="*/ 361582 w 386870"/>
                <a:gd name="connsiteY73" fmla="*/ 279719 h 1125136"/>
                <a:gd name="connsiteX74" fmla="*/ 358075 w 386870"/>
                <a:gd name="connsiteY74" fmla="*/ 280831 h 1125136"/>
                <a:gd name="connsiteX75" fmla="*/ 336005 w 386870"/>
                <a:gd name="connsiteY75" fmla="*/ 291866 h 1125136"/>
                <a:gd name="connsiteX76" fmla="*/ 319154 w 386870"/>
                <a:gd name="connsiteY76" fmla="*/ 311027 h 1125136"/>
                <a:gd name="connsiteX77" fmla="*/ 302903 w 386870"/>
                <a:gd name="connsiteY77" fmla="*/ 331898 h 1125136"/>
                <a:gd name="connsiteX78" fmla="*/ 306152 w 386870"/>
                <a:gd name="connsiteY78" fmla="*/ 341992 h 1125136"/>
                <a:gd name="connsiteX79" fmla="*/ 302903 w 386870"/>
                <a:gd name="connsiteY79" fmla="*/ 331898 h 1125136"/>
                <a:gd name="connsiteX80" fmla="*/ 303757 w 386870"/>
                <a:gd name="connsiteY80" fmla="*/ 328819 h 1125136"/>
                <a:gd name="connsiteX81" fmla="*/ 281518 w 386870"/>
                <a:gd name="connsiteY81" fmla="*/ 351059 h 1125136"/>
                <a:gd name="connsiteX82" fmla="*/ 279807 w 386870"/>
                <a:gd name="connsiteY82" fmla="*/ 351487 h 1125136"/>
                <a:gd name="connsiteX83" fmla="*/ 273306 w 386870"/>
                <a:gd name="connsiteY83" fmla="*/ 354566 h 1125136"/>
                <a:gd name="connsiteX84" fmla="*/ 259790 w 386870"/>
                <a:gd name="connsiteY84" fmla="*/ 358073 h 1125136"/>
                <a:gd name="connsiteX85" fmla="*/ 253717 w 386870"/>
                <a:gd name="connsiteY85" fmla="*/ 358929 h 1125136"/>
                <a:gd name="connsiteX86" fmla="*/ 234985 w 386870"/>
                <a:gd name="connsiteY86" fmla="*/ 315817 h 1125136"/>
                <a:gd name="connsiteX87" fmla="*/ 231134 w 386870"/>
                <a:gd name="connsiteY87" fmla="*/ 306921 h 1125136"/>
                <a:gd name="connsiteX88" fmla="*/ 227114 w 386870"/>
                <a:gd name="connsiteY88" fmla="*/ 296228 h 1125136"/>
                <a:gd name="connsiteX89" fmla="*/ 222154 w 386870"/>
                <a:gd name="connsiteY89" fmla="*/ 285536 h 1125136"/>
                <a:gd name="connsiteX90" fmla="*/ 220613 w 386870"/>
                <a:gd name="connsiteY90" fmla="*/ 264835 h 1125136"/>
                <a:gd name="connsiteX91" fmla="*/ 207953 w 386870"/>
                <a:gd name="connsiteY91" fmla="*/ 245247 h 1125136"/>
                <a:gd name="connsiteX92" fmla="*/ 197946 w 386870"/>
                <a:gd name="connsiteY92" fmla="*/ 231731 h 1125136"/>
                <a:gd name="connsiteX93" fmla="*/ 197689 w 386870"/>
                <a:gd name="connsiteY93" fmla="*/ 231475 h 1125136"/>
                <a:gd name="connsiteX94" fmla="*/ 183575 w 386870"/>
                <a:gd name="connsiteY94" fmla="*/ 203418 h 1125136"/>
                <a:gd name="connsiteX95" fmla="*/ 168435 w 386870"/>
                <a:gd name="connsiteY95" fmla="*/ 183402 h 1125136"/>
                <a:gd name="connsiteX96" fmla="*/ 167921 w 386870"/>
                <a:gd name="connsiteY96" fmla="*/ 181605 h 1125136"/>
                <a:gd name="connsiteX97" fmla="*/ 164415 w 386870"/>
                <a:gd name="connsiteY97" fmla="*/ 173308 h 1125136"/>
                <a:gd name="connsiteX98" fmla="*/ 161163 w 386870"/>
                <a:gd name="connsiteY98" fmla="*/ 169630 h 1125136"/>
                <a:gd name="connsiteX99" fmla="*/ 164072 w 386870"/>
                <a:gd name="connsiteY99" fmla="*/ 171597 h 1125136"/>
                <a:gd name="connsiteX100" fmla="*/ 173908 w 386870"/>
                <a:gd name="connsiteY100" fmla="*/ 161589 h 1125136"/>
                <a:gd name="connsiteX101" fmla="*/ 203079 w 386870"/>
                <a:gd name="connsiteY101" fmla="*/ 166379 h 1125136"/>
                <a:gd name="connsiteX102" fmla="*/ 211033 w 386870"/>
                <a:gd name="connsiteY102" fmla="*/ 156542 h 1125136"/>
                <a:gd name="connsiteX103" fmla="*/ 210434 w 386870"/>
                <a:gd name="connsiteY103" fmla="*/ 147218 h 1125136"/>
                <a:gd name="connsiteX104" fmla="*/ 213343 w 386870"/>
                <a:gd name="connsiteY104" fmla="*/ 140290 h 1125136"/>
                <a:gd name="connsiteX105" fmla="*/ 214540 w 386870"/>
                <a:gd name="connsiteY105" fmla="*/ 134473 h 1125136"/>
                <a:gd name="connsiteX106" fmla="*/ 218048 w 386870"/>
                <a:gd name="connsiteY106" fmla="*/ 128058 h 1125136"/>
                <a:gd name="connsiteX107" fmla="*/ 218048 w 386870"/>
                <a:gd name="connsiteY107" fmla="*/ 121129 h 1125136"/>
                <a:gd name="connsiteX108" fmla="*/ 227371 w 386870"/>
                <a:gd name="connsiteY108" fmla="*/ 121129 h 1125136"/>
                <a:gd name="connsiteX109" fmla="*/ 230280 w 386870"/>
                <a:gd name="connsiteY109" fmla="*/ 111805 h 1125136"/>
                <a:gd name="connsiteX110" fmla="*/ 223351 w 386870"/>
                <a:gd name="connsiteY110" fmla="*/ 100172 h 1125136"/>
                <a:gd name="connsiteX111" fmla="*/ 225061 w 386870"/>
                <a:gd name="connsiteY111" fmla="*/ 84518 h 1125136"/>
                <a:gd name="connsiteX112" fmla="*/ 219844 w 386870"/>
                <a:gd name="connsiteY112" fmla="*/ 76392 h 1125136"/>
                <a:gd name="connsiteX113" fmla="*/ 218132 w 386870"/>
                <a:gd name="connsiteY113" fmla="*/ 60139 h 1125136"/>
                <a:gd name="connsiteX114" fmla="*/ 203590 w 386870"/>
                <a:gd name="connsiteY114" fmla="*/ 33451 h 1125136"/>
                <a:gd name="connsiteX115" fmla="*/ 213429 w 386870"/>
                <a:gd name="connsiteY115" fmla="*/ 32852 h 1125136"/>
                <a:gd name="connsiteX116" fmla="*/ 150728 w 386870"/>
                <a:gd name="connsiteY116" fmla="*/ 347 h 1125136"/>
                <a:gd name="connsiteX117" fmla="*/ 86915 w 386870"/>
                <a:gd name="connsiteY117" fmla="*/ 25923 h 1125136"/>
                <a:gd name="connsiteX118" fmla="*/ 87515 w 386870"/>
                <a:gd name="connsiteY118" fmla="*/ 96151 h 1125136"/>
                <a:gd name="connsiteX119" fmla="*/ 95641 w 386870"/>
                <a:gd name="connsiteY119" fmla="*/ 122840 h 1125136"/>
                <a:gd name="connsiteX120" fmla="*/ 99661 w 386870"/>
                <a:gd name="connsiteY120" fmla="*/ 130367 h 1125136"/>
                <a:gd name="connsiteX121" fmla="*/ 94699 w 386870"/>
                <a:gd name="connsiteY121" fmla="*/ 130624 h 1125136"/>
                <a:gd name="connsiteX122" fmla="*/ 87770 w 386870"/>
                <a:gd name="connsiteY122" fmla="*/ 151923 h 1125136"/>
                <a:gd name="connsiteX123" fmla="*/ 55523 w 386870"/>
                <a:gd name="connsiteY123" fmla="*/ 175446 h 1125136"/>
                <a:gd name="connsiteX124" fmla="*/ 35934 w 386870"/>
                <a:gd name="connsiteY124" fmla="*/ 190245 h 1125136"/>
                <a:gd name="connsiteX125" fmla="*/ 12411 w 386870"/>
                <a:gd name="connsiteY125" fmla="*/ 254228 h 1125136"/>
                <a:gd name="connsiteX126" fmla="*/ 15489 w 386870"/>
                <a:gd name="connsiteY126" fmla="*/ 299479 h 1125136"/>
                <a:gd name="connsiteX127" fmla="*/ 9416 w 386870"/>
                <a:gd name="connsiteY127" fmla="*/ 325568 h 1125136"/>
                <a:gd name="connsiteX128" fmla="*/ 9416 w 386870"/>
                <a:gd name="connsiteY128" fmla="*/ 325568 h 1125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386870" h="1125136">
                  <a:moveTo>
                    <a:pt x="317187" y="357303"/>
                  </a:moveTo>
                  <a:lnTo>
                    <a:pt x="316419" y="358501"/>
                  </a:lnTo>
                  <a:cubicBezTo>
                    <a:pt x="316419" y="358501"/>
                    <a:pt x="316419" y="358501"/>
                    <a:pt x="316419" y="358501"/>
                  </a:cubicBezTo>
                  <a:cubicBezTo>
                    <a:pt x="316673" y="358159"/>
                    <a:pt x="316930" y="357817"/>
                    <a:pt x="317187" y="357389"/>
                  </a:cubicBezTo>
                  <a:lnTo>
                    <a:pt x="317187" y="357389"/>
                  </a:lnTo>
                  <a:close/>
                  <a:moveTo>
                    <a:pt x="371506" y="285365"/>
                  </a:moveTo>
                  <a:cubicBezTo>
                    <a:pt x="379631" y="284253"/>
                    <a:pt x="376894" y="290497"/>
                    <a:pt x="376894" y="290497"/>
                  </a:cubicBezTo>
                  <a:lnTo>
                    <a:pt x="371677" y="293405"/>
                  </a:lnTo>
                  <a:cubicBezTo>
                    <a:pt x="371677" y="293405"/>
                    <a:pt x="368939" y="291267"/>
                    <a:pt x="367742" y="288444"/>
                  </a:cubicBezTo>
                  <a:cubicBezTo>
                    <a:pt x="366544" y="285536"/>
                    <a:pt x="371420" y="285365"/>
                    <a:pt x="371420" y="285365"/>
                  </a:cubicBezTo>
                  <a:lnTo>
                    <a:pt x="371420" y="285365"/>
                  </a:lnTo>
                  <a:close/>
                  <a:moveTo>
                    <a:pt x="9159" y="326167"/>
                  </a:moveTo>
                  <a:cubicBezTo>
                    <a:pt x="9159" y="335320"/>
                    <a:pt x="8731" y="371417"/>
                    <a:pt x="7449" y="382794"/>
                  </a:cubicBezTo>
                  <a:cubicBezTo>
                    <a:pt x="6167" y="394085"/>
                    <a:pt x="-2133" y="403238"/>
                    <a:pt x="520" y="410252"/>
                  </a:cubicBezTo>
                  <a:cubicBezTo>
                    <a:pt x="3172" y="417181"/>
                    <a:pt x="7963" y="424195"/>
                    <a:pt x="11897" y="426334"/>
                  </a:cubicBezTo>
                  <a:cubicBezTo>
                    <a:pt x="15832" y="428472"/>
                    <a:pt x="26267" y="435486"/>
                    <a:pt x="34564" y="447205"/>
                  </a:cubicBezTo>
                  <a:cubicBezTo>
                    <a:pt x="42861" y="458924"/>
                    <a:pt x="54153" y="476802"/>
                    <a:pt x="59800" y="482448"/>
                  </a:cubicBezTo>
                  <a:cubicBezTo>
                    <a:pt x="63135" y="485784"/>
                    <a:pt x="68183" y="492798"/>
                    <a:pt x="74684" y="499299"/>
                  </a:cubicBezTo>
                  <a:cubicBezTo>
                    <a:pt x="74684" y="499641"/>
                    <a:pt x="74598" y="499983"/>
                    <a:pt x="74598" y="500325"/>
                  </a:cubicBezTo>
                  <a:cubicBezTo>
                    <a:pt x="73742" y="523849"/>
                    <a:pt x="79815" y="563881"/>
                    <a:pt x="86830" y="593478"/>
                  </a:cubicBezTo>
                  <a:cubicBezTo>
                    <a:pt x="93759" y="623075"/>
                    <a:pt x="96409" y="623930"/>
                    <a:pt x="98122" y="630089"/>
                  </a:cubicBezTo>
                  <a:cubicBezTo>
                    <a:pt x="99832" y="636162"/>
                    <a:pt x="92047" y="650105"/>
                    <a:pt x="92903" y="660541"/>
                  </a:cubicBezTo>
                  <a:cubicBezTo>
                    <a:pt x="93759" y="670977"/>
                    <a:pt x="95555" y="684064"/>
                    <a:pt x="95555" y="695356"/>
                  </a:cubicBezTo>
                  <a:cubicBezTo>
                    <a:pt x="95555" y="706647"/>
                    <a:pt x="92047" y="704936"/>
                    <a:pt x="88626" y="711009"/>
                  </a:cubicBezTo>
                  <a:cubicBezTo>
                    <a:pt x="85119" y="717083"/>
                    <a:pt x="90336" y="722301"/>
                    <a:pt x="90336" y="729315"/>
                  </a:cubicBezTo>
                  <a:cubicBezTo>
                    <a:pt x="90336" y="736329"/>
                    <a:pt x="91192" y="755404"/>
                    <a:pt x="88626" y="773710"/>
                  </a:cubicBezTo>
                  <a:cubicBezTo>
                    <a:pt x="85974" y="792015"/>
                    <a:pt x="72117" y="835555"/>
                    <a:pt x="70321" y="856426"/>
                  </a:cubicBezTo>
                  <a:cubicBezTo>
                    <a:pt x="68609" y="877298"/>
                    <a:pt x="58088" y="1074125"/>
                    <a:pt x="58088" y="1074125"/>
                  </a:cubicBezTo>
                  <a:lnTo>
                    <a:pt x="68523" y="1077632"/>
                  </a:lnTo>
                  <a:cubicBezTo>
                    <a:pt x="66813" y="1081994"/>
                    <a:pt x="70236" y="1099359"/>
                    <a:pt x="69379" y="1102010"/>
                  </a:cubicBezTo>
                  <a:cubicBezTo>
                    <a:pt x="68523" y="1104662"/>
                    <a:pt x="67669" y="1118520"/>
                    <a:pt x="67669" y="1118520"/>
                  </a:cubicBezTo>
                  <a:cubicBezTo>
                    <a:pt x="73742" y="1122882"/>
                    <a:pt x="122499" y="1123738"/>
                    <a:pt x="122499" y="1123738"/>
                  </a:cubicBezTo>
                  <a:lnTo>
                    <a:pt x="126862" y="1120230"/>
                  </a:lnTo>
                  <a:cubicBezTo>
                    <a:pt x="137297" y="1123738"/>
                    <a:pt x="191273" y="1126304"/>
                    <a:pt x="198288" y="1124593"/>
                  </a:cubicBezTo>
                  <a:cubicBezTo>
                    <a:pt x="205217" y="1122882"/>
                    <a:pt x="216593" y="1121086"/>
                    <a:pt x="216593" y="1121086"/>
                  </a:cubicBezTo>
                  <a:cubicBezTo>
                    <a:pt x="224464" y="1122797"/>
                    <a:pt x="253204" y="1122797"/>
                    <a:pt x="271425" y="1121086"/>
                  </a:cubicBezTo>
                  <a:cubicBezTo>
                    <a:pt x="289729" y="1119375"/>
                    <a:pt x="313253" y="1115013"/>
                    <a:pt x="313253" y="1115013"/>
                  </a:cubicBezTo>
                  <a:cubicBezTo>
                    <a:pt x="309746" y="1098503"/>
                    <a:pt x="300165" y="1102780"/>
                    <a:pt x="283656" y="1101925"/>
                  </a:cubicBezTo>
                  <a:cubicBezTo>
                    <a:pt x="267062" y="1101070"/>
                    <a:pt x="247987" y="1091489"/>
                    <a:pt x="242768" y="1087982"/>
                  </a:cubicBezTo>
                  <a:cubicBezTo>
                    <a:pt x="237549" y="1084475"/>
                    <a:pt x="224464" y="1074895"/>
                    <a:pt x="221041" y="1069676"/>
                  </a:cubicBezTo>
                  <a:cubicBezTo>
                    <a:pt x="217534" y="1064459"/>
                    <a:pt x="198374" y="1039224"/>
                    <a:pt x="197517" y="1034862"/>
                  </a:cubicBezTo>
                  <a:cubicBezTo>
                    <a:pt x="196663" y="1030499"/>
                    <a:pt x="206243" y="1026992"/>
                    <a:pt x="206243" y="1020064"/>
                  </a:cubicBezTo>
                  <a:cubicBezTo>
                    <a:pt x="206243" y="1013135"/>
                    <a:pt x="221897" y="922549"/>
                    <a:pt x="228910" y="886879"/>
                  </a:cubicBezTo>
                  <a:cubicBezTo>
                    <a:pt x="235839" y="851209"/>
                    <a:pt x="248071" y="775421"/>
                    <a:pt x="252433" y="746679"/>
                  </a:cubicBezTo>
                  <a:cubicBezTo>
                    <a:pt x="256796" y="717938"/>
                    <a:pt x="269798" y="657889"/>
                    <a:pt x="269798" y="650020"/>
                  </a:cubicBezTo>
                  <a:cubicBezTo>
                    <a:pt x="269798" y="642150"/>
                    <a:pt x="268088" y="613494"/>
                    <a:pt x="266292" y="600407"/>
                  </a:cubicBezTo>
                  <a:cubicBezTo>
                    <a:pt x="264581" y="587319"/>
                    <a:pt x="261073" y="556012"/>
                    <a:pt x="259362" y="544635"/>
                  </a:cubicBezTo>
                  <a:cubicBezTo>
                    <a:pt x="257652" y="533344"/>
                    <a:pt x="253289" y="479283"/>
                    <a:pt x="253289" y="474065"/>
                  </a:cubicBezTo>
                  <a:cubicBezTo>
                    <a:pt x="253289" y="470387"/>
                    <a:pt x="254146" y="458411"/>
                    <a:pt x="253461" y="451055"/>
                  </a:cubicBezTo>
                  <a:cubicBezTo>
                    <a:pt x="253546" y="451311"/>
                    <a:pt x="253717" y="451397"/>
                    <a:pt x="254060" y="451311"/>
                  </a:cubicBezTo>
                  <a:cubicBezTo>
                    <a:pt x="255428" y="450969"/>
                    <a:pt x="262443" y="446692"/>
                    <a:pt x="266120" y="444212"/>
                  </a:cubicBezTo>
                  <a:cubicBezTo>
                    <a:pt x="268088" y="446179"/>
                    <a:pt x="269712" y="447462"/>
                    <a:pt x="270312" y="447462"/>
                  </a:cubicBezTo>
                  <a:cubicBezTo>
                    <a:pt x="272279" y="447462"/>
                    <a:pt x="272108" y="431209"/>
                    <a:pt x="272022" y="425307"/>
                  </a:cubicBezTo>
                  <a:cubicBezTo>
                    <a:pt x="272536" y="423682"/>
                    <a:pt x="273135" y="422399"/>
                    <a:pt x="273732" y="421715"/>
                  </a:cubicBezTo>
                  <a:cubicBezTo>
                    <a:pt x="276813" y="418635"/>
                    <a:pt x="282886" y="418208"/>
                    <a:pt x="288959" y="411279"/>
                  </a:cubicBezTo>
                  <a:cubicBezTo>
                    <a:pt x="291183" y="408713"/>
                    <a:pt x="294006" y="404179"/>
                    <a:pt x="296915" y="399389"/>
                  </a:cubicBezTo>
                  <a:cubicBezTo>
                    <a:pt x="303416" y="392631"/>
                    <a:pt x="309918" y="385018"/>
                    <a:pt x="313081" y="378774"/>
                  </a:cubicBezTo>
                  <a:cubicBezTo>
                    <a:pt x="317615" y="376464"/>
                    <a:pt x="322063" y="374240"/>
                    <a:pt x="322063" y="374240"/>
                  </a:cubicBezTo>
                  <a:cubicBezTo>
                    <a:pt x="322063" y="374240"/>
                    <a:pt x="321207" y="366798"/>
                    <a:pt x="322918" y="363377"/>
                  </a:cubicBezTo>
                  <a:cubicBezTo>
                    <a:pt x="324630" y="359870"/>
                    <a:pt x="326426" y="357303"/>
                    <a:pt x="328136" y="355507"/>
                  </a:cubicBezTo>
                  <a:cubicBezTo>
                    <a:pt x="329847" y="353796"/>
                    <a:pt x="329504" y="337116"/>
                    <a:pt x="329504" y="337116"/>
                  </a:cubicBezTo>
                  <a:lnTo>
                    <a:pt x="324116" y="346012"/>
                  </a:lnTo>
                  <a:cubicBezTo>
                    <a:pt x="327537" y="340110"/>
                    <a:pt x="330960" y="334464"/>
                    <a:pt x="332499" y="333181"/>
                  </a:cubicBezTo>
                  <a:cubicBezTo>
                    <a:pt x="335408" y="330872"/>
                    <a:pt x="355166" y="330273"/>
                    <a:pt x="357476" y="329674"/>
                  </a:cubicBezTo>
                  <a:cubicBezTo>
                    <a:pt x="359786" y="329075"/>
                    <a:pt x="360385" y="326766"/>
                    <a:pt x="362695" y="325055"/>
                  </a:cubicBezTo>
                  <a:cubicBezTo>
                    <a:pt x="365004" y="323344"/>
                    <a:pt x="370221" y="318640"/>
                    <a:pt x="370221" y="318640"/>
                  </a:cubicBezTo>
                  <a:cubicBezTo>
                    <a:pt x="370221" y="318640"/>
                    <a:pt x="375440" y="316330"/>
                    <a:pt x="376039" y="314020"/>
                  </a:cubicBezTo>
                  <a:cubicBezTo>
                    <a:pt x="376637" y="311711"/>
                    <a:pt x="377750" y="307092"/>
                    <a:pt x="380145" y="301788"/>
                  </a:cubicBezTo>
                  <a:cubicBezTo>
                    <a:pt x="382455" y="296570"/>
                    <a:pt x="388271" y="288444"/>
                    <a:pt x="386561" y="284937"/>
                  </a:cubicBezTo>
                  <a:cubicBezTo>
                    <a:pt x="384850" y="281430"/>
                    <a:pt x="380145" y="277409"/>
                    <a:pt x="380145" y="277409"/>
                  </a:cubicBezTo>
                  <a:cubicBezTo>
                    <a:pt x="380145" y="277409"/>
                    <a:pt x="383052" y="272790"/>
                    <a:pt x="379546" y="269882"/>
                  </a:cubicBezTo>
                  <a:cubicBezTo>
                    <a:pt x="376039" y="266974"/>
                    <a:pt x="371420" y="275100"/>
                    <a:pt x="371420" y="275100"/>
                  </a:cubicBezTo>
                  <a:cubicBezTo>
                    <a:pt x="371420" y="275100"/>
                    <a:pt x="365604" y="272192"/>
                    <a:pt x="361582" y="272192"/>
                  </a:cubicBezTo>
                  <a:cubicBezTo>
                    <a:pt x="357562" y="272192"/>
                    <a:pt x="361582" y="279719"/>
                    <a:pt x="361582" y="279719"/>
                  </a:cubicBezTo>
                  <a:lnTo>
                    <a:pt x="358075" y="280831"/>
                  </a:lnTo>
                  <a:cubicBezTo>
                    <a:pt x="354569" y="282029"/>
                    <a:pt x="345929" y="285450"/>
                    <a:pt x="336005" y="291866"/>
                  </a:cubicBezTo>
                  <a:cubicBezTo>
                    <a:pt x="326169" y="298281"/>
                    <a:pt x="323260" y="304611"/>
                    <a:pt x="319154" y="311027"/>
                  </a:cubicBezTo>
                  <a:cubicBezTo>
                    <a:pt x="315049" y="317442"/>
                    <a:pt x="302903" y="331898"/>
                    <a:pt x="302903" y="331898"/>
                  </a:cubicBezTo>
                  <a:cubicBezTo>
                    <a:pt x="302903" y="334464"/>
                    <a:pt x="304271" y="338143"/>
                    <a:pt x="306152" y="341992"/>
                  </a:cubicBezTo>
                  <a:cubicBezTo>
                    <a:pt x="303842" y="337800"/>
                    <a:pt x="302303" y="333951"/>
                    <a:pt x="302903" y="331898"/>
                  </a:cubicBezTo>
                  <a:lnTo>
                    <a:pt x="303757" y="328819"/>
                  </a:lnTo>
                  <a:cubicBezTo>
                    <a:pt x="303757" y="328819"/>
                    <a:pt x="288533" y="344900"/>
                    <a:pt x="281518" y="351059"/>
                  </a:cubicBezTo>
                  <a:cubicBezTo>
                    <a:pt x="274589" y="357132"/>
                    <a:pt x="279807" y="351487"/>
                    <a:pt x="279807" y="351487"/>
                  </a:cubicBezTo>
                  <a:cubicBezTo>
                    <a:pt x="279807" y="351487"/>
                    <a:pt x="276727" y="354138"/>
                    <a:pt x="273306" y="354566"/>
                  </a:cubicBezTo>
                  <a:cubicBezTo>
                    <a:pt x="269798" y="354994"/>
                    <a:pt x="263725" y="355421"/>
                    <a:pt x="259790" y="358073"/>
                  </a:cubicBezTo>
                  <a:cubicBezTo>
                    <a:pt x="255856" y="360639"/>
                    <a:pt x="255000" y="358929"/>
                    <a:pt x="253717" y="358929"/>
                  </a:cubicBezTo>
                  <a:cubicBezTo>
                    <a:pt x="252433" y="358929"/>
                    <a:pt x="238491" y="325825"/>
                    <a:pt x="234985" y="315817"/>
                  </a:cubicBezTo>
                  <a:cubicBezTo>
                    <a:pt x="233957" y="312908"/>
                    <a:pt x="232589" y="309914"/>
                    <a:pt x="231134" y="306921"/>
                  </a:cubicBezTo>
                  <a:cubicBezTo>
                    <a:pt x="229509" y="302216"/>
                    <a:pt x="228141" y="298452"/>
                    <a:pt x="227114" y="296228"/>
                  </a:cubicBezTo>
                  <a:cubicBezTo>
                    <a:pt x="225917" y="293662"/>
                    <a:pt x="224121" y="289898"/>
                    <a:pt x="222154" y="285536"/>
                  </a:cubicBezTo>
                  <a:cubicBezTo>
                    <a:pt x="221212" y="278522"/>
                    <a:pt x="222240" y="270566"/>
                    <a:pt x="220613" y="264835"/>
                  </a:cubicBezTo>
                  <a:cubicBezTo>
                    <a:pt x="218902" y="258762"/>
                    <a:pt x="211887" y="250037"/>
                    <a:pt x="207953" y="245247"/>
                  </a:cubicBezTo>
                  <a:cubicBezTo>
                    <a:pt x="204019" y="240456"/>
                    <a:pt x="202736" y="236522"/>
                    <a:pt x="197946" y="231731"/>
                  </a:cubicBezTo>
                  <a:cubicBezTo>
                    <a:pt x="197946" y="231731"/>
                    <a:pt x="197774" y="231560"/>
                    <a:pt x="197689" y="231475"/>
                  </a:cubicBezTo>
                  <a:cubicBezTo>
                    <a:pt x="192215" y="220782"/>
                    <a:pt x="185628" y="208978"/>
                    <a:pt x="183575" y="203418"/>
                  </a:cubicBezTo>
                  <a:cubicBezTo>
                    <a:pt x="180581" y="195206"/>
                    <a:pt x="174508" y="185198"/>
                    <a:pt x="168435" y="183402"/>
                  </a:cubicBezTo>
                  <a:cubicBezTo>
                    <a:pt x="168178" y="182803"/>
                    <a:pt x="168007" y="182204"/>
                    <a:pt x="167921" y="181605"/>
                  </a:cubicBezTo>
                  <a:cubicBezTo>
                    <a:pt x="167493" y="178526"/>
                    <a:pt x="167065" y="175532"/>
                    <a:pt x="164415" y="173308"/>
                  </a:cubicBezTo>
                  <a:cubicBezTo>
                    <a:pt x="163901" y="172880"/>
                    <a:pt x="162873" y="171597"/>
                    <a:pt x="161163" y="169630"/>
                  </a:cubicBezTo>
                  <a:cubicBezTo>
                    <a:pt x="163045" y="170913"/>
                    <a:pt x="164072" y="171597"/>
                    <a:pt x="164072" y="171597"/>
                  </a:cubicBezTo>
                  <a:cubicBezTo>
                    <a:pt x="165783" y="166379"/>
                    <a:pt x="168692" y="162787"/>
                    <a:pt x="173908" y="161589"/>
                  </a:cubicBezTo>
                  <a:cubicBezTo>
                    <a:pt x="179127" y="160391"/>
                    <a:pt x="198459" y="165182"/>
                    <a:pt x="203079" y="166379"/>
                  </a:cubicBezTo>
                  <a:cubicBezTo>
                    <a:pt x="207696" y="167491"/>
                    <a:pt x="212230" y="161760"/>
                    <a:pt x="211033" y="156542"/>
                  </a:cubicBezTo>
                  <a:cubicBezTo>
                    <a:pt x="209835" y="151324"/>
                    <a:pt x="209323" y="150725"/>
                    <a:pt x="210434" y="147218"/>
                  </a:cubicBezTo>
                  <a:cubicBezTo>
                    <a:pt x="211547" y="143711"/>
                    <a:pt x="214454" y="142599"/>
                    <a:pt x="213343" y="140290"/>
                  </a:cubicBezTo>
                  <a:cubicBezTo>
                    <a:pt x="212230" y="137980"/>
                    <a:pt x="211633" y="135072"/>
                    <a:pt x="214540" y="134473"/>
                  </a:cubicBezTo>
                  <a:cubicBezTo>
                    <a:pt x="217449" y="133874"/>
                    <a:pt x="218048" y="132762"/>
                    <a:pt x="218048" y="128058"/>
                  </a:cubicBezTo>
                  <a:lnTo>
                    <a:pt x="218048" y="121129"/>
                  </a:lnTo>
                  <a:cubicBezTo>
                    <a:pt x="218048" y="118819"/>
                    <a:pt x="222154" y="121129"/>
                    <a:pt x="227371" y="121129"/>
                  </a:cubicBezTo>
                  <a:cubicBezTo>
                    <a:pt x="232589" y="121129"/>
                    <a:pt x="231391" y="115312"/>
                    <a:pt x="230280" y="111805"/>
                  </a:cubicBezTo>
                  <a:cubicBezTo>
                    <a:pt x="229081" y="108298"/>
                    <a:pt x="223351" y="103080"/>
                    <a:pt x="223351" y="100172"/>
                  </a:cubicBezTo>
                  <a:cubicBezTo>
                    <a:pt x="223351" y="97263"/>
                    <a:pt x="225061" y="86827"/>
                    <a:pt x="225061" y="84518"/>
                  </a:cubicBezTo>
                  <a:cubicBezTo>
                    <a:pt x="225061" y="82208"/>
                    <a:pt x="221555" y="79300"/>
                    <a:pt x="219844" y="76392"/>
                  </a:cubicBezTo>
                  <a:cubicBezTo>
                    <a:pt x="218132" y="73483"/>
                    <a:pt x="221041" y="71174"/>
                    <a:pt x="218132" y="60139"/>
                  </a:cubicBezTo>
                  <a:cubicBezTo>
                    <a:pt x="215225" y="49104"/>
                    <a:pt x="206499" y="37471"/>
                    <a:pt x="203590" y="33451"/>
                  </a:cubicBezTo>
                  <a:cubicBezTo>
                    <a:pt x="200683" y="29430"/>
                    <a:pt x="213429" y="32852"/>
                    <a:pt x="213429" y="32852"/>
                  </a:cubicBezTo>
                  <a:cubicBezTo>
                    <a:pt x="202993" y="18310"/>
                    <a:pt x="172198" y="2058"/>
                    <a:pt x="150728" y="347"/>
                  </a:cubicBezTo>
                  <a:cubicBezTo>
                    <a:pt x="129257" y="-1364"/>
                    <a:pt x="104877" y="2657"/>
                    <a:pt x="86915" y="25923"/>
                  </a:cubicBezTo>
                  <a:cubicBezTo>
                    <a:pt x="68951" y="49104"/>
                    <a:pt x="87515" y="96151"/>
                    <a:pt x="87515" y="96151"/>
                  </a:cubicBezTo>
                  <a:cubicBezTo>
                    <a:pt x="90422" y="105475"/>
                    <a:pt x="93930" y="116424"/>
                    <a:pt x="95641" y="122840"/>
                  </a:cubicBezTo>
                  <a:cubicBezTo>
                    <a:pt x="97351" y="129255"/>
                    <a:pt x="97693" y="129169"/>
                    <a:pt x="99661" y="130367"/>
                  </a:cubicBezTo>
                  <a:lnTo>
                    <a:pt x="94699" y="130624"/>
                  </a:lnTo>
                  <a:cubicBezTo>
                    <a:pt x="94699" y="130624"/>
                    <a:pt x="89908" y="148501"/>
                    <a:pt x="87770" y="151923"/>
                  </a:cubicBezTo>
                  <a:cubicBezTo>
                    <a:pt x="85631" y="155430"/>
                    <a:pt x="65102" y="171511"/>
                    <a:pt x="55523" y="175446"/>
                  </a:cubicBezTo>
                  <a:cubicBezTo>
                    <a:pt x="45942" y="179381"/>
                    <a:pt x="45085" y="177585"/>
                    <a:pt x="35934" y="190245"/>
                  </a:cubicBezTo>
                  <a:cubicBezTo>
                    <a:pt x="26781" y="202905"/>
                    <a:pt x="12837" y="228139"/>
                    <a:pt x="12411" y="254228"/>
                  </a:cubicBezTo>
                  <a:cubicBezTo>
                    <a:pt x="11983" y="280318"/>
                    <a:pt x="16345" y="291267"/>
                    <a:pt x="15489" y="299479"/>
                  </a:cubicBezTo>
                  <a:cubicBezTo>
                    <a:pt x="14635" y="307776"/>
                    <a:pt x="9416" y="316415"/>
                    <a:pt x="9416" y="325568"/>
                  </a:cubicBezTo>
                  <a:lnTo>
                    <a:pt x="9416" y="325568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AC65AC2-39B9-D2DD-409A-0C70BF51C66E}"/>
                </a:ext>
              </a:extLst>
            </p:cNvPr>
            <p:cNvSpPr/>
            <p:nvPr/>
          </p:nvSpPr>
          <p:spPr>
            <a:xfrm>
              <a:off x="13690783" y="1156146"/>
              <a:ext cx="259778" cy="1096748"/>
            </a:xfrm>
            <a:custGeom>
              <a:avLst/>
              <a:gdLst>
                <a:gd name="connsiteX0" fmla="*/ 77065 w 259778"/>
                <a:gd name="connsiteY0" fmla="*/ 1035578 h 1096748"/>
                <a:gd name="connsiteX1" fmla="*/ 86903 w 259778"/>
                <a:gd name="connsiteY1" fmla="*/ 988018 h 1096748"/>
                <a:gd name="connsiteX2" fmla="*/ 97339 w 259778"/>
                <a:gd name="connsiteY2" fmla="*/ 932331 h 1096748"/>
                <a:gd name="connsiteX3" fmla="*/ 97339 w 259778"/>
                <a:gd name="connsiteY3" fmla="*/ 951578 h 1096748"/>
                <a:gd name="connsiteX4" fmla="*/ 94515 w 259778"/>
                <a:gd name="connsiteY4" fmla="*/ 963040 h 1096748"/>
                <a:gd name="connsiteX5" fmla="*/ 96996 w 259778"/>
                <a:gd name="connsiteY5" fmla="*/ 975614 h 1096748"/>
                <a:gd name="connsiteX6" fmla="*/ 96825 w 259778"/>
                <a:gd name="connsiteY6" fmla="*/ 978779 h 1096748"/>
                <a:gd name="connsiteX7" fmla="*/ 97424 w 259778"/>
                <a:gd name="connsiteY7" fmla="*/ 999651 h 1096748"/>
                <a:gd name="connsiteX8" fmla="*/ 96225 w 259778"/>
                <a:gd name="connsiteY8" fmla="*/ 1035663 h 1096748"/>
                <a:gd name="connsiteX9" fmla="*/ 80573 w 259778"/>
                <a:gd name="connsiteY9" fmla="*/ 1057732 h 1096748"/>
                <a:gd name="connsiteX10" fmla="*/ 68939 w 259778"/>
                <a:gd name="connsiteY10" fmla="*/ 1063720 h 1096748"/>
                <a:gd name="connsiteX11" fmla="*/ 77065 w 259778"/>
                <a:gd name="connsiteY11" fmla="*/ 1035749 h 1096748"/>
                <a:gd name="connsiteX12" fmla="*/ 77065 w 259778"/>
                <a:gd name="connsiteY12" fmla="*/ 1035749 h 1096748"/>
                <a:gd name="connsiteX13" fmla="*/ 422 w 259778"/>
                <a:gd name="connsiteY13" fmla="*/ 1086131 h 1096748"/>
                <a:gd name="connsiteX14" fmla="*/ 16675 w 259778"/>
                <a:gd name="connsiteY14" fmla="*/ 1095455 h 1096748"/>
                <a:gd name="connsiteX15" fmla="*/ 69538 w 259778"/>
                <a:gd name="connsiteY15" fmla="*/ 1096653 h 1096748"/>
                <a:gd name="connsiteX16" fmla="*/ 72445 w 259778"/>
                <a:gd name="connsiteY16" fmla="*/ 1094343 h 1096748"/>
                <a:gd name="connsiteX17" fmla="*/ 93916 w 259778"/>
                <a:gd name="connsiteY17" fmla="*/ 1096054 h 1096748"/>
                <a:gd name="connsiteX18" fmla="*/ 159526 w 259778"/>
                <a:gd name="connsiteY18" fmla="*/ 1064747 h 1096748"/>
                <a:gd name="connsiteX19" fmla="*/ 163032 w 259778"/>
                <a:gd name="connsiteY19" fmla="*/ 1087928 h 1096748"/>
                <a:gd name="connsiteX20" fmla="*/ 161836 w 259778"/>
                <a:gd name="connsiteY20" fmla="*/ 1094343 h 1096748"/>
                <a:gd name="connsiteX21" fmla="*/ 182707 w 259778"/>
                <a:gd name="connsiteY21" fmla="*/ 1094343 h 1096748"/>
                <a:gd name="connsiteX22" fmla="*/ 183903 w 259778"/>
                <a:gd name="connsiteY22" fmla="*/ 1061838 h 1096748"/>
                <a:gd name="connsiteX23" fmla="*/ 186213 w 259778"/>
                <a:gd name="connsiteY23" fmla="*/ 1042078 h 1096748"/>
                <a:gd name="connsiteX24" fmla="*/ 176891 w 259778"/>
                <a:gd name="connsiteY24" fmla="*/ 1004356 h 1096748"/>
                <a:gd name="connsiteX25" fmla="*/ 164145 w 259778"/>
                <a:gd name="connsiteY25" fmla="*/ 851668 h 1096748"/>
                <a:gd name="connsiteX26" fmla="*/ 153708 w 259778"/>
                <a:gd name="connsiteY26" fmla="*/ 802910 h 1096748"/>
                <a:gd name="connsiteX27" fmla="*/ 147292 w 259778"/>
                <a:gd name="connsiteY27" fmla="*/ 760568 h 1096748"/>
                <a:gd name="connsiteX28" fmla="*/ 135061 w 259778"/>
                <a:gd name="connsiteY28" fmla="*/ 739098 h 1096748"/>
                <a:gd name="connsiteX29" fmla="*/ 137370 w 259778"/>
                <a:gd name="connsiteY29" fmla="*/ 701973 h 1096748"/>
                <a:gd name="connsiteX30" fmla="*/ 186128 w 259778"/>
                <a:gd name="connsiteY30" fmla="*/ 598642 h 1096748"/>
                <a:gd name="connsiteX31" fmla="*/ 201183 w 259778"/>
                <a:gd name="connsiteY31" fmla="*/ 525505 h 1096748"/>
                <a:gd name="connsiteX32" fmla="*/ 191860 w 259778"/>
                <a:gd name="connsiteY32" fmla="*/ 444842 h 1096748"/>
                <a:gd name="connsiteX33" fmla="*/ 196051 w 259778"/>
                <a:gd name="connsiteY33" fmla="*/ 428675 h 1096748"/>
                <a:gd name="connsiteX34" fmla="*/ 196478 w 259778"/>
                <a:gd name="connsiteY34" fmla="*/ 423286 h 1096748"/>
                <a:gd name="connsiteX35" fmla="*/ 206915 w 259778"/>
                <a:gd name="connsiteY35" fmla="*/ 412850 h 1096748"/>
                <a:gd name="connsiteX36" fmla="*/ 206915 w 259778"/>
                <a:gd name="connsiteY36" fmla="*/ 412764 h 1096748"/>
                <a:gd name="connsiteX37" fmla="*/ 210935 w 259778"/>
                <a:gd name="connsiteY37" fmla="*/ 414988 h 1096748"/>
                <a:gd name="connsiteX38" fmla="*/ 233602 w 259778"/>
                <a:gd name="connsiteY38" fmla="*/ 398907 h 1096748"/>
                <a:gd name="connsiteX39" fmla="*/ 247546 w 259778"/>
                <a:gd name="connsiteY39" fmla="*/ 340569 h 1096748"/>
                <a:gd name="connsiteX40" fmla="*/ 247887 w 259778"/>
                <a:gd name="connsiteY40" fmla="*/ 315249 h 1096748"/>
                <a:gd name="connsiteX41" fmla="*/ 248743 w 259778"/>
                <a:gd name="connsiteY41" fmla="*/ 314736 h 1096748"/>
                <a:gd name="connsiteX42" fmla="*/ 248743 w 259778"/>
                <a:gd name="connsiteY42" fmla="*/ 301392 h 1096748"/>
                <a:gd name="connsiteX43" fmla="*/ 252249 w 259778"/>
                <a:gd name="connsiteY43" fmla="*/ 275302 h 1096748"/>
                <a:gd name="connsiteX44" fmla="*/ 259778 w 259778"/>
                <a:gd name="connsiteY44" fmla="*/ 255543 h 1096748"/>
                <a:gd name="connsiteX45" fmla="*/ 254559 w 259778"/>
                <a:gd name="connsiteY45" fmla="*/ 224150 h 1096748"/>
                <a:gd name="connsiteX46" fmla="*/ 241217 w 259778"/>
                <a:gd name="connsiteY46" fmla="*/ 200370 h 1096748"/>
                <a:gd name="connsiteX47" fmla="*/ 216238 w 259778"/>
                <a:gd name="connsiteY47" fmla="*/ 188736 h 1096748"/>
                <a:gd name="connsiteX48" fmla="*/ 203492 w 259778"/>
                <a:gd name="connsiteY48" fmla="*/ 178300 h 1096748"/>
                <a:gd name="connsiteX49" fmla="*/ 199387 w 259778"/>
                <a:gd name="connsiteY49" fmla="*/ 160337 h 1096748"/>
                <a:gd name="connsiteX50" fmla="*/ 183732 w 259778"/>
                <a:gd name="connsiteY50" fmla="*/ 163245 h 1096748"/>
                <a:gd name="connsiteX51" fmla="*/ 176206 w 259778"/>
                <a:gd name="connsiteY51" fmla="*/ 146394 h 1096748"/>
                <a:gd name="connsiteX52" fmla="*/ 182022 w 259778"/>
                <a:gd name="connsiteY52" fmla="*/ 135958 h 1096748"/>
                <a:gd name="connsiteX53" fmla="*/ 187838 w 259778"/>
                <a:gd name="connsiteY53" fmla="*/ 119706 h 1096748"/>
                <a:gd name="connsiteX54" fmla="*/ 195966 w 259778"/>
                <a:gd name="connsiteY54" fmla="*/ 105763 h 1096748"/>
                <a:gd name="connsiteX55" fmla="*/ 204349 w 259778"/>
                <a:gd name="connsiteY55" fmla="*/ 105506 h 1096748"/>
                <a:gd name="connsiteX56" fmla="*/ 202893 w 259778"/>
                <a:gd name="connsiteY56" fmla="*/ 97637 h 1096748"/>
                <a:gd name="connsiteX57" fmla="*/ 218547 w 259778"/>
                <a:gd name="connsiteY57" fmla="*/ 88912 h 1096748"/>
                <a:gd name="connsiteX58" fmla="*/ 224963 w 259778"/>
                <a:gd name="connsiteY58" fmla="*/ 61026 h 1096748"/>
                <a:gd name="connsiteX59" fmla="*/ 210422 w 259778"/>
                <a:gd name="connsiteY59" fmla="*/ 41266 h 1096748"/>
                <a:gd name="connsiteX60" fmla="*/ 210422 w 259778"/>
                <a:gd name="connsiteY60" fmla="*/ 29633 h 1096748"/>
                <a:gd name="connsiteX61" fmla="*/ 198190 w 259778"/>
                <a:gd name="connsiteY61" fmla="*/ 27323 h 1096748"/>
                <a:gd name="connsiteX62" fmla="*/ 138995 w 259778"/>
                <a:gd name="connsiteY62" fmla="*/ 36 h 1096748"/>
                <a:gd name="connsiteX63" fmla="*/ 89041 w 259778"/>
                <a:gd name="connsiteY63" fmla="*/ 22105 h 1096748"/>
                <a:gd name="connsiteX64" fmla="*/ 83223 w 259778"/>
                <a:gd name="connsiteY64" fmla="*/ 38358 h 1096748"/>
                <a:gd name="connsiteX65" fmla="*/ 80316 w 259778"/>
                <a:gd name="connsiteY65" fmla="*/ 52301 h 1096748"/>
                <a:gd name="connsiteX66" fmla="*/ 76808 w 259778"/>
                <a:gd name="connsiteY66" fmla="*/ 69751 h 1096748"/>
                <a:gd name="connsiteX67" fmla="*/ 80316 w 259778"/>
                <a:gd name="connsiteY67" fmla="*/ 79588 h 1096748"/>
                <a:gd name="connsiteX68" fmla="*/ 69538 w 259778"/>
                <a:gd name="connsiteY68" fmla="*/ 92932 h 1096748"/>
                <a:gd name="connsiteX69" fmla="*/ 75611 w 259778"/>
                <a:gd name="connsiteY69" fmla="*/ 99347 h 1096748"/>
                <a:gd name="connsiteX70" fmla="*/ 77322 w 259778"/>
                <a:gd name="connsiteY70" fmla="*/ 107474 h 1096748"/>
                <a:gd name="connsiteX71" fmla="*/ 82540 w 259778"/>
                <a:gd name="connsiteY71" fmla="*/ 116199 h 1096748"/>
                <a:gd name="connsiteX72" fmla="*/ 84251 w 259778"/>
                <a:gd name="connsiteY72" fmla="*/ 122015 h 1096748"/>
                <a:gd name="connsiteX73" fmla="*/ 87757 w 259778"/>
                <a:gd name="connsiteY73" fmla="*/ 127832 h 1096748"/>
                <a:gd name="connsiteX74" fmla="*/ 89467 w 259778"/>
                <a:gd name="connsiteY74" fmla="*/ 139979 h 1096748"/>
                <a:gd name="connsiteX75" fmla="*/ 112736 w 259778"/>
                <a:gd name="connsiteY75" fmla="*/ 151612 h 1096748"/>
                <a:gd name="connsiteX76" fmla="*/ 123769 w 259778"/>
                <a:gd name="connsiteY76" fmla="*/ 171372 h 1096748"/>
                <a:gd name="connsiteX77" fmla="*/ 122315 w 259778"/>
                <a:gd name="connsiteY77" fmla="*/ 177445 h 1096748"/>
                <a:gd name="connsiteX78" fmla="*/ 93575 w 259778"/>
                <a:gd name="connsiteY78" fmla="*/ 204476 h 1096748"/>
                <a:gd name="connsiteX79" fmla="*/ 84251 w 259778"/>
                <a:gd name="connsiteY79" fmla="*/ 207983 h 1096748"/>
                <a:gd name="connsiteX80" fmla="*/ 62780 w 259778"/>
                <a:gd name="connsiteY80" fmla="*/ 221926 h 1096748"/>
                <a:gd name="connsiteX81" fmla="*/ 61924 w 259778"/>
                <a:gd name="connsiteY81" fmla="*/ 223551 h 1096748"/>
                <a:gd name="connsiteX82" fmla="*/ 50206 w 259778"/>
                <a:gd name="connsiteY82" fmla="*/ 220899 h 1096748"/>
                <a:gd name="connsiteX83" fmla="*/ 39771 w 259778"/>
                <a:gd name="connsiteY83" fmla="*/ 225262 h 1096748"/>
                <a:gd name="connsiteX84" fmla="*/ 42421 w 259778"/>
                <a:gd name="connsiteY84" fmla="*/ 232704 h 1096748"/>
                <a:gd name="connsiteX85" fmla="*/ 38914 w 259778"/>
                <a:gd name="connsiteY85" fmla="*/ 240145 h 1096748"/>
                <a:gd name="connsiteX86" fmla="*/ 31985 w 259778"/>
                <a:gd name="connsiteY86" fmla="*/ 249298 h 1096748"/>
                <a:gd name="connsiteX87" fmla="*/ 36348 w 259778"/>
                <a:gd name="connsiteY87" fmla="*/ 256740 h 1096748"/>
                <a:gd name="connsiteX88" fmla="*/ 33270 w 259778"/>
                <a:gd name="connsiteY88" fmla="*/ 262386 h 1096748"/>
                <a:gd name="connsiteX89" fmla="*/ 41567 w 259778"/>
                <a:gd name="connsiteY89" fmla="*/ 268459 h 1096748"/>
                <a:gd name="connsiteX90" fmla="*/ 26169 w 259778"/>
                <a:gd name="connsiteY90" fmla="*/ 309347 h 1096748"/>
                <a:gd name="connsiteX91" fmla="*/ 22491 w 259778"/>
                <a:gd name="connsiteY91" fmla="*/ 324744 h 1096748"/>
                <a:gd name="connsiteX92" fmla="*/ 18897 w 259778"/>
                <a:gd name="connsiteY92" fmla="*/ 363066 h 1096748"/>
                <a:gd name="connsiteX93" fmla="*/ 17187 w 259778"/>
                <a:gd name="connsiteY93" fmla="*/ 388728 h 1096748"/>
                <a:gd name="connsiteX94" fmla="*/ 26340 w 259778"/>
                <a:gd name="connsiteY94" fmla="*/ 415245 h 1096748"/>
                <a:gd name="connsiteX95" fmla="*/ 37375 w 259778"/>
                <a:gd name="connsiteY95" fmla="*/ 428332 h 1096748"/>
                <a:gd name="connsiteX96" fmla="*/ 34466 w 259778"/>
                <a:gd name="connsiteY96" fmla="*/ 432866 h 1096748"/>
                <a:gd name="connsiteX97" fmla="*/ 22235 w 259778"/>
                <a:gd name="connsiteY97" fmla="*/ 460752 h 1096748"/>
                <a:gd name="connsiteX98" fmla="*/ 17615 w 259778"/>
                <a:gd name="connsiteY98" fmla="*/ 576829 h 1096748"/>
                <a:gd name="connsiteX99" fmla="*/ 33270 w 259778"/>
                <a:gd name="connsiteY99" fmla="*/ 712067 h 1096748"/>
                <a:gd name="connsiteX100" fmla="*/ 28051 w 259778"/>
                <a:gd name="connsiteY100" fmla="*/ 729517 h 1096748"/>
                <a:gd name="connsiteX101" fmla="*/ 19925 w 259778"/>
                <a:gd name="connsiteY101" fmla="*/ 846193 h 1096748"/>
                <a:gd name="connsiteX102" fmla="*/ 8291 w 259778"/>
                <a:gd name="connsiteY102" fmla="*/ 1026767 h 1096748"/>
                <a:gd name="connsiteX103" fmla="*/ 14109 w 259778"/>
                <a:gd name="connsiteY103" fmla="*/ 1031386 h 1096748"/>
                <a:gd name="connsiteX104" fmla="*/ 11799 w 259778"/>
                <a:gd name="connsiteY104" fmla="*/ 1064490 h 1096748"/>
                <a:gd name="connsiteX105" fmla="*/ 165 w 259778"/>
                <a:gd name="connsiteY105" fmla="*/ 1086559 h 1096748"/>
                <a:gd name="connsiteX106" fmla="*/ 165 w 259778"/>
                <a:gd name="connsiteY106" fmla="*/ 1086559 h 109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259778" h="1096748">
                  <a:moveTo>
                    <a:pt x="77065" y="1035578"/>
                  </a:moveTo>
                  <a:cubicBezTo>
                    <a:pt x="78775" y="1028050"/>
                    <a:pt x="84593" y="999565"/>
                    <a:pt x="86903" y="988018"/>
                  </a:cubicBezTo>
                  <a:cubicBezTo>
                    <a:pt x="89213" y="976384"/>
                    <a:pt x="94429" y="939260"/>
                    <a:pt x="97339" y="932331"/>
                  </a:cubicBezTo>
                  <a:cubicBezTo>
                    <a:pt x="97339" y="932331"/>
                    <a:pt x="97339" y="941313"/>
                    <a:pt x="97339" y="951578"/>
                  </a:cubicBezTo>
                  <a:cubicBezTo>
                    <a:pt x="95714" y="957309"/>
                    <a:pt x="94001" y="961586"/>
                    <a:pt x="94515" y="963040"/>
                  </a:cubicBezTo>
                  <a:cubicBezTo>
                    <a:pt x="94943" y="964494"/>
                    <a:pt x="95714" y="970225"/>
                    <a:pt x="96996" y="975614"/>
                  </a:cubicBezTo>
                  <a:cubicBezTo>
                    <a:pt x="96996" y="976812"/>
                    <a:pt x="96910" y="977838"/>
                    <a:pt x="96825" y="978779"/>
                  </a:cubicBezTo>
                  <a:cubicBezTo>
                    <a:pt x="96225" y="989215"/>
                    <a:pt x="97424" y="993321"/>
                    <a:pt x="97424" y="999651"/>
                  </a:cubicBezTo>
                  <a:cubicBezTo>
                    <a:pt x="97424" y="1005981"/>
                    <a:pt x="98021" y="1028649"/>
                    <a:pt x="96225" y="1035663"/>
                  </a:cubicBezTo>
                  <a:cubicBezTo>
                    <a:pt x="94515" y="1042592"/>
                    <a:pt x="87500" y="1050718"/>
                    <a:pt x="80573" y="1057732"/>
                  </a:cubicBezTo>
                  <a:cubicBezTo>
                    <a:pt x="73644" y="1064747"/>
                    <a:pt x="68939" y="1063720"/>
                    <a:pt x="68939" y="1063720"/>
                  </a:cubicBezTo>
                  <a:cubicBezTo>
                    <a:pt x="68939" y="1063720"/>
                    <a:pt x="75269" y="1043276"/>
                    <a:pt x="77065" y="1035749"/>
                  </a:cubicBezTo>
                  <a:lnTo>
                    <a:pt x="77065" y="1035749"/>
                  </a:lnTo>
                  <a:close/>
                  <a:moveTo>
                    <a:pt x="422" y="1086131"/>
                  </a:moveTo>
                  <a:cubicBezTo>
                    <a:pt x="2132" y="1093659"/>
                    <a:pt x="10857" y="1095455"/>
                    <a:pt x="16675" y="1095455"/>
                  </a:cubicBezTo>
                  <a:cubicBezTo>
                    <a:pt x="22491" y="1095455"/>
                    <a:pt x="64319" y="1097166"/>
                    <a:pt x="69538" y="1096653"/>
                  </a:cubicBezTo>
                  <a:cubicBezTo>
                    <a:pt x="74755" y="1096054"/>
                    <a:pt x="72445" y="1094343"/>
                    <a:pt x="72445" y="1094343"/>
                  </a:cubicBezTo>
                  <a:cubicBezTo>
                    <a:pt x="72445" y="1094343"/>
                    <a:pt x="92205" y="1096653"/>
                    <a:pt x="93916" y="1096054"/>
                  </a:cubicBezTo>
                  <a:cubicBezTo>
                    <a:pt x="95628" y="1095455"/>
                    <a:pt x="146181" y="1058930"/>
                    <a:pt x="159526" y="1064747"/>
                  </a:cubicBezTo>
                  <a:cubicBezTo>
                    <a:pt x="172869" y="1070563"/>
                    <a:pt x="164145" y="1081598"/>
                    <a:pt x="163032" y="1087928"/>
                  </a:cubicBezTo>
                  <a:lnTo>
                    <a:pt x="161836" y="1094343"/>
                  </a:lnTo>
                  <a:lnTo>
                    <a:pt x="182707" y="1094343"/>
                  </a:lnTo>
                  <a:cubicBezTo>
                    <a:pt x="182707" y="1094343"/>
                    <a:pt x="180397" y="1071076"/>
                    <a:pt x="183903" y="1061838"/>
                  </a:cubicBezTo>
                  <a:cubicBezTo>
                    <a:pt x="187412" y="1052514"/>
                    <a:pt x="187924" y="1047296"/>
                    <a:pt x="186213" y="1042078"/>
                  </a:cubicBezTo>
                  <a:cubicBezTo>
                    <a:pt x="184503" y="1036861"/>
                    <a:pt x="178687" y="1014792"/>
                    <a:pt x="176891" y="1004356"/>
                  </a:cubicBezTo>
                  <a:cubicBezTo>
                    <a:pt x="175178" y="993920"/>
                    <a:pt x="162947" y="909749"/>
                    <a:pt x="164145" y="851668"/>
                  </a:cubicBezTo>
                  <a:cubicBezTo>
                    <a:pt x="164145" y="851668"/>
                    <a:pt x="157730" y="826690"/>
                    <a:pt x="153708" y="802910"/>
                  </a:cubicBezTo>
                  <a:cubicBezTo>
                    <a:pt x="149602" y="779130"/>
                    <a:pt x="149090" y="771004"/>
                    <a:pt x="147292" y="760568"/>
                  </a:cubicBezTo>
                  <a:cubicBezTo>
                    <a:pt x="145582" y="750132"/>
                    <a:pt x="135061" y="742006"/>
                    <a:pt x="135061" y="739098"/>
                  </a:cubicBezTo>
                  <a:cubicBezTo>
                    <a:pt x="135061" y="736189"/>
                    <a:pt x="136771" y="704283"/>
                    <a:pt x="137370" y="701973"/>
                  </a:cubicBezTo>
                  <a:cubicBezTo>
                    <a:pt x="137970" y="699664"/>
                    <a:pt x="179712" y="623619"/>
                    <a:pt x="186128" y="598642"/>
                  </a:cubicBezTo>
                  <a:cubicBezTo>
                    <a:pt x="192543" y="573664"/>
                    <a:pt x="201183" y="555701"/>
                    <a:pt x="201183" y="525505"/>
                  </a:cubicBezTo>
                  <a:cubicBezTo>
                    <a:pt x="201183" y="495310"/>
                    <a:pt x="194253" y="455277"/>
                    <a:pt x="191860" y="444842"/>
                  </a:cubicBezTo>
                  <a:cubicBezTo>
                    <a:pt x="191860" y="444842"/>
                    <a:pt x="198530" y="436801"/>
                    <a:pt x="196051" y="428675"/>
                  </a:cubicBezTo>
                  <a:cubicBezTo>
                    <a:pt x="196563" y="426108"/>
                    <a:pt x="196820" y="423970"/>
                    <a:pt x="196478" y="423286"/>
                  </a:cubicBezTo>
                  <a:cubicBezTo>
                    <a:pt x="198190" y="422088"/>
                    <a:pt x="204605" y="416357"/>
                    <a:pt x="206915" y="412850"/>
                  </a:cubicBezTo>
                  <a:cubicBezTo>
                    <a:pt x="206915" y="412850"/>
                    <a:pt x="206915" y="412850"/>
                    <a:pt x="206915" y="412764"/>
                  </a:cubicBezTo>
                  <a:cubicBezTo>
                    <a:pt x="208283" y="413534"/>
                    <a:pt x="209565" y="414304"/>
                    <a:pt x="210935" y="414988"/>
                  </a:cubicBezTo>
                  <a:cubicBezTo>
                    <a:pt x="226588" y="423713"/>
                    <a:pt x="233602" y="398907"/>
                    <a:pt x="233602" y="398907"/>
                  </a:cubicBezTo>
                  <a:cubicBezTo>
                    <a:pt x="244894" y="380601"/>
                    <a:pt x="246690" y="350149"/>
                    <a:pt x="247546" y="340569"/>
                  </a:cubicBezTo>
                  <a:cubicBezTo>
                    <a:pt x="248144" y="333640"/>
                    <a:pt x="248486" y="323204"/>
                    <a:pt x="247887" y="315249"/>
                  </a:cubicBezTo>
                  <a:cubicBezTo>
                    <a:pt x="248401" y="314907"/>
                    <a:pt x="248743" y="314736"/>
                    <a:pt x="248743" y="314736"/>
                  </a:cubicBezTo>
                  <a:cubicBezTo>
                    <a:pt x="248743" y="314736"/>
                    <a:pt x="249342" y="305412"/>
                    <a:pt x="248743" y="301392"/>
                  </a:cubicBezTo>
                  <a:cubicBezTo>
                    <a:pt x="248144" y="297371"/>
                    <a:pt x="252249" y="281632"/>
                    <a:pt x="252249" y="275302"/>
                  </a:cubicBezTo>
                  <a:cubicBezTo>
                    <a:pt x="252249" y="268972"/>
                    <a:pt x="259778" y="263156"/>
                    <a:pt x="259778" y="255543"/>
                  </a:cubicBezTo>
                  <a:cubicBezTo>
                    <a:pt x="259778" y="247930"/>
                    <a:pt x="259778" y="232875"/>
                    <a:pt x="254559" y="224150"/>
                  </a:cubicBezTo>
                  <a:cubicBezTo>
                    <a:pt x="249342" y="215425"/>
                    <a:pt x="245834" y="203278"/>
                    <a:pt x="241217" y="200370"/>
                  </a:cubicBezTo>
                  <a:cubicBezTo>
                    <a:pt x="236597" y="197461"/>
                    <a:pt x="220343" y="191046"/>
                    <a:pt x="216238" y="188736"/>
                  </a:cubicBezTo>
                  <a:cubicBezTo>
                    <a:pt x="212132" y="186427"/>
                    <a:pt x="204605" y="181209"/>
                    <a:pt x="203492" y="178300"/>
                  </a:cubicBezTo>
                  <a:cubicBezTo>
                    <a:pt x="202296" y="175392"/>
                    <a:pt x="201782" y="162048"/>
                    <a:pt x="199387" y="160337"/>
                  </a:cubicBezTo>
                  <a:cubicBezTo>
                    <a:pt x="197077" y="158626"/>
                    <a:pt x="187155" y="162048"/>
                    <a:pt x="183732" y="163245"/>
                  </a:cubicBezTo>
                  <a:cubicBezTo>
                    <a:pt x="183732" y="163245"/>
                    <a:pt x="175606" y="153922"/>
                    <a:pt x="176206" y="146394"/>
                  </a:cubicBezTo>
                  <a:cubicBezTo>
                    <a:pt x="176805" y="138867"/>
                    <a:pt x="179712" y="139979"/>
                    <a:pt x="182022" y="135958"/>
                  </a:cubicBezTo>
                  <a:cubicBezTo>
                    <a:pt x="184332" y="131938"/>
                    <a:pt x="186641" y="129543"/>
                    <a:pt x="187838" y="119706"/>
                  </a:cubicBezTo>
                  <a:cubicBezTo>
                    <a:pt x="189037" y="109869"/>
                    <a:pt x="193656" y="104651"/>
                    <a:pt x="195966" y="105763"/>
                  </a:cubicBezTo>
                  <a:cubicBezTo>
                    <a:pt x="198276" y="106960"/>
                    <a:pt x="204349" y="105506"/>
                    <a:pt x="204349" y="105506"/>
                  </a:cubicBezTo>
                  <a:cubicBezTo>
                    <a:pt x="204349" y="105506"/>
                    <a:pt x="187498" y="105506"/>
                    <a:pt x="202893" y="97637"/>
                  </a:cubicBezTo>
                  <a:cubicBezTo>
                    <a:pt x="209139" y="94472"/>
                    <a:pt x="215127" y="93616"/>
                    <a:pt x="218547" y="88912"/>
                  </a:cubicBezTo>
                  <a:cubicBezTo>
                    <a:pt x="222054" y="84292"/>
                    <a:pt x="228386" y="75567"/>
                    <a:pt x="224963" y="61026"/>
                  </a:cubicBezTo>
                  <a:cubicBezTo>
                    <a:pt x="221456" y="46484"/>
                    <a:pt x="215127" y="47083"/>
                    <a:pt x="210422" y="41266"/>
                  </a:cubicBezTo>
                  <a:cubicBezTo>
                    <a:pt x="210422" y="41266"/>
                    <a:pt x="213331" y="33140"/>
                    <a:pt x="210422" y="29633"/>
                  </a:cubicBezTo>
                  <a:cubicBezTo>
                    <a:pt x="207512" y="26126"/>
                    <a:pt x="200585" y="26724"/>
                    <a:pt x="198190" y="27323"/>
                  </a:cubicBezTo>
                  <a:cubicBezTo>
                    <a:pt x="195880" y="27922"/>
                    <a:pt x="182536" y="-1162"/>
                    <a:pt x="138995" y="36"/>
                  </a:cubicBezTo>
                  <a:cubicBezTo>
                    <a:pt x="106918" y="891"/>
                    <a:pt x="91351" y="16289"/>
                    <a:pt x="89041" y="22105"/>
                  </a:cubicBezTo>
                  <a:cubicBezTo>
                    <a:pt x="86732" y="27922"/>
                    <a:pt x="86132" y="34252"/>
                    <a:pt x="83223" y="38358"/>
                  </a:cubicBezTo>
                  <a:cubicBezTo>
                    <a:pt x="80316" y="42378"/>
                    <a:pt x="80914" y="48195"/>
                    <a:pt x="80316" y="52301"/>
                  </a:cubicBezTo>
                  <a:cubicBezTo>
                    <a:pt x="79717" y="56407"/>
                    <a:pt x="74498" y="65645"/>
                    <a:pt x="76808" y="69751"/>
                  </a:cubicBezTo>
                  <a:cubicBezTo>
                    <a:pt x="79118" y="73771"/>
                    <a:pt x="81427" y="77278"/>
                    <a:pt x="80316" y="79588"/>
                  </a:cubicBezTo>
                  <a:cubicBezTo>
                    <a:pt x="79118" y="81897"/>
                    <a:pt x="70138" y="90965"/>
                    <a:pt x="69538" y="92932"/>
                  </a:cubicBezTo>
                  <a:cubicBezTo>
                    <a:pt x="68083" y="97893"/>
                    <a:pt x="72702" y="97551"/>
                    <a:pt x="75611" y="99347"/>
                  </a:cubicBezTo>
                  <a:cubicBezTo>
                    <a:pt x="78520" y="101058"/>
                    <a:pt x="75611" y="105164"/>
                    <a:pt x="77322" y="107474"/>
                  </a:cubicBezTo>
                  <a:cubicBezTo>
                    <a:pt x="79032" y="109783"/>
                    <a:pt x="80231" y="113889"/>
                    <a:pt x="82540" y="116199"/>
                  </a:cubicBezTo>
                  <a:cubicBezTo>
                    <a:pt x="84850" y="118508"/>
                    <a:pt x="81941" y="119107"/>
                    <a:pt x="84251" y="122015"/>
                  </a:cubicBezTo>
                  <a:cubicBezTo>
                    <a:pt x="86560" y="124924"/>
                    <a:pt x="86560" y="125523"/>
                    <a:pt x="87757" y="127832"/>
                  </a:cubicBezTo>
                  <a:cubicBezTo>
                    <a:pt x="88956" y="130142"/>
                    <a:pt x="86560" y="137156"/>
                    <a:pt x="89467" y="139979"/>
                  </a:cubicBezTo>
                  <a:cubicBezTo>
                    <a:pt x="92377" y="142887"/>
                    <a:pt x="107432" y="145197"/>
                    <a:pt x="112736" y="151612"/>
                  </a:cubicBezTo>
                  <a:cubicBezTo>
                    <a:pt x="117953" y="158028"/>
                    <a:pt x="125481" y="159738"/>
                    <a:pt x="123769" y="171372"/>
                  </a:cubicBezTo>
                  <a:cubicBezTo>
                    <a:pt x="122487" y="179755"/>
                    <a:pt x="122315" y="177445"/>
                    <a:pt x="122315" y="177445"/>
                  </a:cubicBezTo>
                  <a:cubicBezTo>
                    <a:pt x="115900" y="183860"/>
                    <a:pt x="97082" y="202080"/>
                    <a:pt x="93575" y="204476"/>
                  </a:cubicBezTo>
                  <a:cubicBezTo>
                    <a:pt x="90067" y="206785"/>
                    <a:pt x="88356" y="207384"/>
                    <a:pt x="84251" y="207983"/>
                  </a:cubicBezTo>
                  <a:cubicBezTo>
                    <a:pt x="80231" y="208581"/>
                    <a:pt x="65689" y="217820"/>
                    <a:pt x="62780" y="221926"/>
                  </a:cubicBezTo>
                  <a:cubicBezTo>
                    <a:pt x="62523" y="222353"/>
                    <a:pt x="62181" y="222866"/>
                    <a:pt x="61924" y="223551"/>
                  </a:cubicBezTo>
                  <a:cubicBezTo>
                    <a:pt x="58418" y="222695"/>
                    <a:pt x="54312" y="221669"/>
                    <a:pt x="50206" y="220899"/>
                  </a:cubicBezTo>
                  <a:cubicBezTo>
                    <a:pt x="42763" y="219616"/>
                    <a:pt x="40539" y="222011"/>
                    <a:pt x="39771" y="225262"/>
                  </a:cubicBezTo>
                  <a:cubicBezTo>
                    <a:pt x="38914" y="228769"/>
                    <a:pt x="45415" y="231335"/>
                    <a:pt x="42421" y="232704"/>
                  </a:cubicBezTo>
                  <a:cubicBezTo>
                    <a:pt x="39342" y="233987"/>
                    <a:pt x="38914" y="240145"/>
                    <a:pt x="38914" y="240145"/>
                  </a:cubicBezTo>
                  <a:cubicBezTo>
                    <a:pt x="31985" y="241001"/>
                    <a:pt x="31559" y="246646"/>
                    <a:pt x="31985" y="249298"/>
                  </a:cubicBezTo>
                  <a:cubicBezTo>
                    <a:pt x="32413" y="251950"/>
                    <a:pt x="38486" y="255799"/>
                    <a:pt x="36348" y="256740"/>
                  </a:cubicBezTo>
                  <a:cubicBezTo>
                    <a:pt x="34124" y="257596"/>
                    <a:pt x="32413" y="260675"/>
                    <a:pt x="33270" y="262386"/>
                  </a:cubicBezTo>
                  <a:cubicBezTo>
                    <a:pt x="34124" y="264097"/>
                    <a:pt x="41567" y="268459"/>
                    <a:pt x="41567" y="268459"/>
                  </a:cubicBezTo>
                  <a:cubicBezTo>
                    <a:pt x="31388" y="280435"/>
                    <a:pt x="27111" y="305840"/>
                    <a:pt x="26169" y="309347"/>
                  </a:cubicBezTo>
                  <a:cubicBezTo>
                    <a:pt x="25313" y="312854"/>
                    <a:pt x="22920" y="317730"/>
                    <a:pt x="22491" y="324744"/>
                  </a:cubicBezTo>
                  <a:cubicBezTo>
                    <a:pt x="22063" y="331758"/>
                    <a:pt x="20182" y="359131"/>
                    <a:pt x="18897" y="363066"/>
                  </a:cubicBezTo>
                  <a:cubicBezTo>
                    <a:pt x="17615" y="367001"/>
                    <a:pt x="13253" y="380944"/>
                    <a:pt x="17187" y="388728"/>
                  </a:cubicBezTo>
                  <a:cubicBezTo>
                    <a:pt x="21121" y="396597"/>
                    <a:pt x="25912" y="410540"/>
                    <a:pt x="26340" y="415245"/>
                  </a:cubicBezTo>
                  <a:cubicBezTo>
                    <a:pt x="26683" y="419265"/>
                    <a:pt x="34637" y="426108"/>
                    <a:pt x="37375" y="428332"/>
                  </a:cubicBezTo>
                  <a:cubicBezTo>
                    <a:pt x="36433" y="430300"/>
                    <a:pt x="35408" y="431925"/>
                    <a:pt x="34466" y="432866"/>
                  </a:cubicBezTo>
                  <a:cubicBezTo>
                    <a:pt x="32156" y="435176"/>
                    <a:pt x="24031" y="450829"/>
                    <a:pt x="22235" y="460752"/>
                  </a:cubicBezTo>
                  <a:cubicBezTo>
                    <a:pt x="20524" y="470589"/>
                    <a:pt x="16418" y="523452"/>
                    <a:pt x="17615" y="576829"/>
                  </a:cubicBezTo>
                  <a:cubicBezTo>
                    <a:pt x="18814" y="630206"/>
                    <a:pt x="33270" y="712067"/>
                    <a:pt x="33270" y="712067"/>
                  </a:cubicBezTo>
                  <a:cubicBezTo>
                    <a:pt x="33270" y="712067"/>
                    <a:pt x="28051" y="727207"/>
                    <a:pt x="28051" y="729517"/>
                  </a:cubicBezTo>
                  <a:cubicBezTo>
                    <a:pt x="28051" y="731827"/>
                    <a:pt x="20524" y="835757"/>
                    <a:pt x="19925" y="846193"/>
                  </a:cubicBezTo>
                  <a:cubicBezTo>
                    <a:pt x="19325" y="856629"/>
                    <a:pt x="14706" y="994775"/>
                    <a:pt x="8291" y="1026767"/>
                  </a:cubicBezTo>
                  <a:cubicBezTo>
                    <a:pt x="8291" y="1026767"/>
                    <a:pt x="13509" y="1029675"/>
                    <a:pt x="14109" y="1031386"/>
                  </a:cubicBezTo>
                  <a:cubicBezTo>
                    <a:pt x="14706" y="1033097"/>
                    <a:pt x="12910" y="1056962"/>
                    <a:pt x="11799" y="1064490"/>
                  </a:cubicBezTo>
                  <a:cubicBezTo>
                    <a:pt x="10600" y="1072017"/>
                    <a:pt x="-1546" y="1079032"/>
                    <a:pt x="165" y="1086559"/>
                  </a:cubicBezTo>
                  <a:lnTo>
                    <a:pt x="165" y="1086559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763431E-1DA8-269C-9F4B-9B5DF4B7D59E}"/>
                </a:ext>
              </a:extLst>
            </p:cNvPr>
            <p:cNvSpPr/>
            <p:nvPr/>
          </p:nvSpPr>
          <p:spPr>
            <a:xfrm>
              <a:off x="14033192" y="1116336"/>
              <a:ext cx="288774" cy="1146722"/>
            </a:xfrm>
            <a:custGeom>
              <a:avLst/>
              <a:gdLst>
                <a:gd name="connsiteX0" fmla="*/ 155596 w 288774"/>
                <a:gd name="connsiteY0" fmla="*/ 834850 h 1146722"/>
                <a:gd name="connsiteX1" fmla="*/ 163467 w 288774"/>
                <a:gd name="connsiteY1" fmla="*/ 808333 h 1146722"/>
                <a:gd name="connsiteX2" fmla="*/ 168172 w 288774"/>
                <a:gd name="connsiteY2" fmla="*/ 786777 h 1146722"/>
                <a:gd name="connsiteX3" fmla="*/ 168258 w 288774"/>
                <a:gd name="connsiteY3" fmla="*/ 786948 h 1146722"/>
                <a:gd name="connsiteX4" fmla="*/ 176127 w 288774"/>
                <a:gd name="connsiteY4" fmla="*/ 806109 h 1146722"/>
                <a:gd name="connsiteX5" fmla="*/ 182200 w 288774"/>
                <a:gd name="connsiteY5" fmla="*/ 814748 h 1146722"/>
                <a:gd name="connsiteX6" fmla="*/ 183910 w 288774"/>
                <a:gd name="connsiteY6" fmla="*/ 816545 h 1146722"/>
                <a:gd name="connsiteX7" fmla="*/ 185449 w 288774"/>
                <a:gd name="connsiteY7" fmla="*/ 818255 h 1146722"/>
                <a:gd name="connsiteX8" fmla="*/ 186905 w 288774"/>
                <a:gd name="connsiteY8" fmla="*/ 820993 h 1146722"/>
                <a:gd name="connsiteX9" fmla="*/ 186905 w 288774"/>
                <a:gd name="connsiteY9" fmla="*/ 824414 h 1146722"/>
                <a:gd name="connsiteX10" fmla="*/ 182542 w 288774"/>
                <a:gd name="connsiteY10" fmla="*/ 868809 h 1146722"/>
                <a:gd name="connsiteX11" fmla="*/ 182200 w 288774"/>
                <a:gd name="connsiteY11" fmla="*/ 869836 h 1146722"/>
                <a:gd name="connsiteX12" fmla="*/ 175613 w 288774"/>
                <a:gd name="connsiteY12" fmla="*/ 877534 h 1146722"/>
                <a:gd name="connsiteX13" fmla="*/ 170822 w 288774"/>
                <a:gd name="connsiteY13" fmla="*/ 888826 h 1146722"/>
                <a:gd name="connsiteX14" fmla="*/ 165862 w 288774"/>
                <a:gd name="connsiteY14" fmla="*/ 910467 h 1146722"/>
                <a:gd name="connsiteX15" fmla="*/ 161243 w 288774"/>
                <a:gd name="connsiteY15" fmla="*/ 930654 h 1146722"/>
                <a:gd name="connsiteX16" fmla="*/ 160130 w 288774"/>
                <a:gd name="connsiteY16" fmla="*/ 937241 h 1146722"/>
                <a:gd name="connsiteX17" fmla="*/ 159873 w 288774"/>
                <a:gd name="connsiteY17" fmla="*/ 938011 h 1146722"/>
                <a:gd name="connsiteX18" fmla="*/ 156367 w 288774"/>
                <a:gd name="connsiteY18" fmla="*/ 948874 h 1146722"/>
                <a:gd name="connsiteX19" fmla="*/ 153714 w 288774"/>
                <a:gd name="connsiteY19" fmla="*/ 938866 h 1146722"/>
                <a:gd name="connsiteX20" fmla="*/ 151576 w 288774"/>
                <a:gd name="connsiteY20" fmla="*/ 899689 h 1146722"/>
                <a:gd name="connsiteX21" fmla="*/ 151576 w 288774"/>
                <a:gd name="connsiteY21" fmla="*/ 849648 h 1146722"/>
                <a:gd name="connsiteX22" fmla="*/ 155510 w 288774"/>
                <a:gd name="connsiteY22" fmla="*/ 834850 h 1146722"/>
                <a:gd name="connsiteX23" fmla="*/ 155510 w 288774"/>
                <a:gd name="connsiteY23" fmla="*/ 834850 h 1146722"/>
                <a:gd name="connsiteX24" fmla="*/ 221803 w 288774"/>
                <a:gd name="connsiteY24" fmla="*/ 325035 h 1146722"/>
                <a:gd name="connsiteX25" fmla="*/ 221803 w 288774"/>
                <a:gd name="connsiteY25" fmla="*/ 325035 h 1146722"/>
                <a:gd name="connsiteX26" fmla="*/ 220692 w 288774"/>
                <a:gd name="connsiteY26" fmla="*/ 322639 h 1146722"/>
                <a:gd name="connsiteX27" fmla="*/ 217015 w 288774"/>
                <a:gd name="connsiteY27" fmla="*/ 310835 h 1146722"/>
                <a:gd name="connsiteX28" fmla="*/ 221889 w 288774"/>
                <a:gd name="connsiteY28" fmla="*/ 325035 h 1146722"/>
                <a:gd name="connsiteX29" fmla="*/ 221889 w 288774"/>
                <a:gd name="connsiteY29" fmla="*/ 325035 h 1146722"/>
                <a:gd name="connsiteX30" fmla="*/ 99141 w 288774"/>
                <a:gd name="connsiteY30" fmla="*/ 153186 h 1146722"/>
                <a:gd name="connsiteX31" fmla="*/ 94522 w 288774"/>
                <a:gd name="connsiteY31" fmla="*/ 150448 h 1146722"/>
                <a:gd name="connsiteX32" fmla="*/ 87592 w 288774"/>
                <a:gd name="connsiteY32" fmla="*/ 164990 h 1146722"/>
                <a:gd name="connsiteX33" fmla="*/ 77157 w 288774"/>
                <a:gd name="connsiteY33" fmla="*/ 169010 h 1146722"/>
                <a:gd name="connsiteX34" fmla="*/ 34815 w 288774"/>
                <a:gd name="connsiteY34" fmla="*/ 175939 h 1146722"/>
                <a:gd name="connsiteX35" fmla="*/ 26689 w 288774"/>
                <a:gd name="connsiteY35" fmla="*/ 184664 h 1146722"/>
                <a:gd name="connsiteX36" fmla="*/ 16254 w 288774"/>
                <a:gd name="connsiteY36" fmla="*/ 207332 h 1146722"/>
                <a:gd name="connsiteX37" fmla="*/ 0 w 288774"/>
                <a:gd name="connsiteY37" fmla="*/ 248562 h 1146722"/>
                <a:gd name="connsiteX38" fmla="*/ 12232 w 288774"/>
                <a:gd name="connsiteY38" fmla="*/ 380293 h 1146722"/>
                <a:gd name="connsiteX39" fmla="*/ 26176 w 288774"/>
                <a:gd name="connsiteY39" fmla="*/ 398256 h 1146722"/>
                <a:gd name="connsiteX40" fmla="*/ 17450 w 288774"/>
                <a:gd name="connsiteY40" fmla="*/ 498081 h 1146722"/>
                <a:gd name="connsiteX41" fmla="*/ 15141 w 288774"/>
                <a:gd name="connsiteY41" fmla="*/ 571217 h 1146722"/>
                <a:gd name="connsiteX42" fmla="*/ 20957 w 288774"/>
                <a:gd name="connsiteY42" fmla="*/ 589779 h 1146722"/>
                <a:gd name="connsiteX43" fmla="*/ 47646 w 288774"/>
                <a:gd name="connsiteY43" fmla="*/ 597307 h 1146722"/>
                <a:gd name="connsiteX44" fmla="*/ 55772 w 288774"/>
                <a:gd name="connsiteY44" fmla="*/ 622883 h 1146722"/>
                <a:gd name="connsiteX45" fmla="*/ 62187 w 288774"/>
                <a:gd name="connsiteY45" fmla="*/ 635115 h 1146722"/>
                <a:gd name="connsiteX46" fmla="*/ 62187 w 288774"/>
                <a:gd name="connsiteY46" fmla="*/ 644439 h 1146722"/>
                <a:gd name="connsiteX47" fmla="*/ 67406 w 288774"/>
                <a:gd name="connsiteY47" fmla="*/ 714068 h 1146722"/>
                <a:gd name="connsiteX48" fmla="*/ 64497 w 288774"/>
                <a:gd name="connsiteY48" fmla="*/ 746573 h 1146722"/>
                <a:gd name="connsiteX49" fmla="*/ 67406 w 288774"/>
                <a:gd name="connsiteY49" fmla="*/ 769241 h 1146722"/>
                <a:gd name="connsiteX50" fmla="*/ 65096 w 288774"/>
                <a:gd name="connsiteY50" fmla="*/ 806365 h 1146722"/>
                <a:gd name="connsiteX51" fmla="*/ 66293 w 288774"/>
                <a:gd name="connsiteY51" fmla="*/ 829546 h 1146722"/>
                <a:gd name="connsiteX52" fmla="*/ 59364 w 288774"/>
                <a:gd name="connsiteY52" fmla="*/ 925351 h 1146722"/>
                <a:gd name="connsiteX53" fmla="*/ 73308 w 288774"/>
                <a:gd name="connsiteY53" fmla="*/ 1034499 h 1146722"/>
                <a:gd name="connsiteX54" fmla="*/ 84940 w 288774"/>
                <a:gd name="connsiteY54" fmla="*/ 1067603 h 1146722"/>
                <a:gd name="connsiteX55" fmla="*/ 66379 w 288774"/>
                <a:gd name="connsiteY55" fmla="*/ 1087363 h 1146722"/>
                <a:gd name="connsiteX56" fmla="*/ 71598 w 288774"/>
                <a:gd name="connsiteY56" fmla="*/ 1106523 h 1146722"/>
                <a:gd name="connsiteX57" fmla="*/ 71598 w 288774"/>
                <a:gd name="connsiteY57" fmla="*/ 1126283 h 1146722"/>
                <a:gd name="connsiteX58" fmla="*/ 68089 w 288774"/>
                <a:gd name="connsiteY58" fmla="*/ 1132100 h 1146722"/>
                <a:gd name="connsiteX59" fmla="*/ 65779 w 288774"/>
                <a:gd name="connsiteY59" fmla="*/ 1146642 h 1146722"/>
                <a:gd name="connsiteX60" fmla="*/ 213849 w 288774"/>
                <a:gd name="connsiteY60" fmla="*/ 1146642 h 1146722"/>
                <a:gd name="connsiteX61" fmla="*/ 219665 w 288774"/>
                <a:gd name="connsiteY61" fmla="*/ 1144332 h 1146722"/>
                <a:gd name="connsiteX62" fmla="*/ 263205 w 288774"/>
                <a:gd name="connsiteY62" fmla="*/ 1144332 h 1146722"/>
                <a:gd name="connsiteX63" fmla="*/ 288182 w 288774"/>
                <a:gd name="connsiteY63" fmla="*/ 1134409 h 1146722"/>
                <a:gd name="connsiteX64" fmla="*/ 285875 w 288774"/>
                <a:gd name="connsiteY64" fmla="*/ 1130902 h 1146722"/>
                <a:gd name="connsiteX65" fmla="*/ 280656 w 288774"/>
                <a:gd name="connsiteY65" fmla="*/ 1122177 h 1146722"/>
                <a:gd name="connsiteX66" fmla="*/ 229589 w 288774"/>
                <a:gd name="connsiteY66" fmla="*/ 1116361 h 1146722"/>
                <a:gd name="connsiteX67" fmla="*/ 215645 w 288774"/>
                <a:gd name="connsiteY67" fmla="*/ 1103016 h 1146722"/>
                <a:gd name="connsiteX68" fmla="*/ 214448 w 288774"/>
                <a:gd name="connsiteY68" fmla="*/ 1096088 h 1146722"/>
                <a:gd name="connsiteX69" fmla="*/ 208033 w 288774"/>
                <a:gd name="connsiteY69" fmla="*/ 1088560 h 1146722"/>
                <a:gd name="connsiteX70" fmla="*/ 231214 w 288774"/>
                <a:gd name="connsiteY70" fmla="*/ 1056654 h 1146722"/>
                <a:gd name="connsiteX71" fmla="*/ 266029 w 288774"/>
                <a:gd name="connsiteY71" fmla="*/ 945795 h 1146722"/>
                <a:gd name="connsiteX72" fmla="*/ 282880 w 288774"/>
                <a:gd name="connsiteY72" fmla="*/ 847681 h 1146722"/>
                <a:gd name="connsiteX73" fmla="*/ 288696 w 288774"/>
                <a:gd name="connsiteY73" fmla="*/ 809958 h 1146722"/>
                <a:gd name="connsiteX74" fmla="*/ 279373 w 288774"/>
                <a:gd name="connsiteY74" fmla="*/ 736223 h 1146722"/>
                <a:gd name="connsiteX75" fmla="*/ 273555 w 288774"/>
                <a:gd name="connsiteY75" fmla="*/ 665995 h 1146722"/>
                <a:gd name="connsiteX76" fmla="*/ 261324 w 288774"/>
                <a:gd name="connsiteY76" fmla="*/ 625364 h 1146722"/>
                <a:gd name="connsiteX77" fmla="*/ 255508 w 288774"/>
                <a:gd name="connsiteY77" fmla="*/ 589352 h 1146722"/>
                <a:gd name="connsiteX78" fmla="*/ 251999 w 288774"/>
                <a:gd name="connsiteY78" fmla="*/ 574297 h 1146722"/>
                <a:gd name="connsiteX79" fmla="*/ 245584 w 288774"/>
                <a:gd name="connsiteY79" fmla="*/ 541193 h 1146722"/>
                <a:gd name="connsiteX80" fmla="*/ 257218 w 288774"/>
                <a:gd name="connsiteY80" fmla="*/ 515103 h 1146722"/>
                <a:gd name="connsiteX81" fmla="*/ 256019 w 288774"/>
                <a:gd name="connsiteY81" fmla="*/ 473873 h 1146722"/>
                <a:gd name="connsiteX82" fmla="*/ 244387 w 288774"/>
                <a:gd name="connsiteY82" fmla="*/ 392611 h 1146722"/>
                <a:gd name="connsiteX83" fmla="*/ 243959 w 288774"/>
                <a:gd name="connsiteY83" fmla="*/ 390814 h 1146722"/>
                <a:gd name="connsiteX84" fmla="*/ 252256 w 288774"/>
                <a:gd name="connsiteY84" fmla="*/ 389360 h 1146722"/>
                <a:gd name="connsiteX85" fmla="*/ 260639 w 288774"/>
                <a:gd name="connsiteY85" fmla="*/ 381491 h 1146722"/>
                <a:gd name="connsiteX86" fmla="*/ 261238 w 288774"/>
                <a:gd name="connsiteY86" fmla="*/ 373364 h 1146722"/>
                <a:gd name="connsiteX87" fmla="*/ 265601 w 288774"/>
                <a:gd name="connsiteY87" fmla="*/ 364639 h 1146722"/>
                <a:gd name="connsiteX88" fmla="*/ 262094 w 288774"/>
                <a:gd name="connsiteY88" fmla="*/ 357368 h 1146722"/>
                <a:gd name="connsiteX89" fmla="*/ 261238 w 288774"/>
                <a:gd name="connsiteY89" fmla="*/ 344880 h 1146722"/>
                <a:gd name="connsiteX90" fmla="*/ 260981 w 288774"/>
                <a:gd name="connsiteY90" fmla="*/ 336497 h 1146722"/>
                <a:gd name="connsiteX91" fmla="*/ 251999 w 288774"/>
                <a:gd name="connsiteY91" fmla="*/ 332990 h 1146722"/>
                <a:gd name="connsiteX92" fmla="*/ 241050 w 288774"/>
                <a:gd name="connsiteY92" fmla="*/ 331792 h 1146722"/>
                <a:gd name="connsiteX93" fmla="*/ 254394 w 288774"/>
                <a:gd name="connsiteY93" fmla="*/ 323409 h 1146722"/>
                <a:gd name="connsiteX94" fmla="*/ 254394 w 288774"/>
                <a:gd name="connsiteY94" fmla="*/ 313316 h 1146722"/>
                <a:gd name="connsiteX95" fmla="*/ 246012 w 288774"/>
                <a:gd name="connsiteY95" fmla="*/ 315026 h 1146722"/>
                <a:gd name="connsiteX96" fmla="*/ 239939 w 288774"/>
                <a:gd name="connsiteY96" fmla="*/ 317678 h 1146722"/>
                <a:gd name="connsiteX97" fmla="*/ 232070 w 288774"/>
                <a:gd name="connsiteY97" fmla="*/ 321185 h 1146722"/>
                <a:gd name="connsiteX98" fmla="*/ 225740 w 288774"/>
                <a:gd name="connsiteY98" fmla="*/ 322041 h 1146722"/>
                <a:gd name="connsiteX99" fmla="*/ 223088 w 288774"/>
                <a:gd name="connsiteY99" fmla="*/ 314256 h 1146722"/>
                <a:gd name="connsiteX100" fmla="*/ 209743 w 288774"/>
                <a:gd name="connsiteY100" fmla="*/ 277132 h 1146722"/>
                <a:gd name="connsiteX101" fmla="*/ 203927 w 288774"/>
                <a:gd name="connsiteY101" fmla="*/ 253951 h 1146722"/>
                <a:gd name="connsiteX102" fmla="*/ 184424 w 288774"/>
                <a:gd name="connsiteY102" fmla="*/ 223585 h 1146722"/>
                <a:gd name="connsiteX103" fmla="*/ 193320 w 288774"/>
                <a:gd name="connsiteY103" fmla="*/ 229744 h 1146722"/>
                <a:gd name="connsiteX104" fmla="*/ 171250 w 288774"/>
                <a:gd name="connsiteY104" fmla="*/ 190224 h 1146722"/>
                <a:gd name="connsiteX105" fmla="*/ 170822 w 288774"/>
                <a:gd name="connsiteY105" fmla="*/ 190652 h 1146722"/>
                <a:gd name="connsiteX106" fmla="*/ 171935 w 288774"/>
                <a:gd name="connsiteY106" fmla="*/ 180216 h 1146722"/>
                <a:gd name="connsiteX107" fmla="*/ 208972 w 288774"/>
                <a:gd name="connsiteY107" fmla="*/ 178933 h 1146722"/>
                <a:gd name="connsiteX108" fmla="*/ 209829 w 288774"/>
                <a:gd name="connsiteY108" fmla="*/ 168925 h 1146722"/>
                <a:gd name="connsiteX109" fmla="*/ 213763 w 288774"/>
                <a:gd name="connsiteY109" fmla="*/ 162852 h 1146722"/>
                <a:gd name="connsiteX110" fmla="*/ 212909 w 288774"/>
                <a:gd name="connsiteY110" fmla="*/ 157206 h 1146722"/>
                <a:gd name="connsiteX111" fmla="*/ 215645 w 288774"/>
                <a:gd name="connsiteY111" fmla="*/ 151988 h 1146722"/>
                <a:gd name="connsiteX112" fmla="*/ 222917 w 288774"/>
                <a:gd name="connsiteY112" fmla="*/ 145059 h 1146722"/>
                <a:gd name="connsiteX113" fmla="*/ 222917 w 288774"/>
                <a:gd name="connsiteY113" fmla="*/ 140269 h 1146722"/>
                <a:gd name="connsiteX114" fmla="*/ 230274 w 288774"/>
                <a:gd name="connsiteY114" fmla="*/ 137190 h 1146722"/>
                <a:gd name="connsiteX115" fmla="*/ 232924 w 288774"/>
                <a:gd name="connsiteY115" fmla="*/ 128465 h 1146722"/>
                <a:gd name="connsiteX116" fmla="*/ 223773 w 288774"/>
                <a:gd name="connsiteY116" fmla="*/ 109732 h 1146722"/>
                <a:gd name="connsiteX117" fmla="*/ 222917 w 288774"/>
                <a:gd name="connsiteY117" fmla="*/ 101434 h 1146722"/>
                <a:gd name="connsiteX118" fmla="*/ 225569 w 288774"/>
                <a:gd name="connsiteY118" fmla="*/ 84925 h 1146722"/>
                <a:gd name="connsiteX119" fmla="*/ 216844 w 288774"/>
                <a:gd name="connsiteY119" fmla="*/ 60974 h 1146722"/>
                <a:gd name="connsiteX120" fmla="*/ 222060 w 288774"/>
                <a:gd name="connsiteY120" fmla="*/ 40530 h 1146722"/>
                <a:gd name="connsiteX121" fmla="*/ 199393 w 288774"/>
                <a:gd name="connsiteY121" fmla="*/ 18290 h 1146722"/>
                <a:gd name="connsiteX122" fmla="*/ 188101 w 288774"/>
                <a:gd name="connsiteY122" fmla="*/ 13500 h 1146722"/>
                <a:gd name="connsiteX123" fmla="*/ 174588 w 288774"/>
                <a:gd name="connsiteY123" fmla="*/ 7854 h 1146722"/>
                <a:gd name="connsiteX124" fmla="*/ 161072 w 288774"/>
                <a:gd name="connsiteY124" fmla="*/ 3919 h 1146722"/>
                <a:gd name="connsiteX125" fmla="*/ 146273 w 288774"/>
                <a:gd name="connsiteY125" fmla="*/ 840 h 1146722"/>
                <a:gd name="connsiteX126" fmla="*/ 115393 w 288774"/>
                <a:gd name="connsiteY126" fmla="*/ 8709 h 1146722"/>
                <a:gd name="connsiteX127" fmla="*/ 89731 w 288774"/>
                <a:gd name="connsiteY127" fmla="*/ 45748 h 1146722"/>
                <a:gd name="connsiteX128" fmla="*/ 89731 w 288774"/>
                <a:gd name="connsiteY128" fmla="*/ 100579 h 1146722"/>
                <a:gd name="connsiteX129" fmla="*/ 101451 w 288774"/>
                <a:gd name="connsiteY129" fmla="*/ 135821 h 1146722"/>
                <a:gd name="connsiteX130" fmla="*/ 103932 w 288774"/>
                <a:gd name="connsiteY130" fmla="*/ 144974 h 1146722"/>
                <a:gd name="connsiteX131" fmla="*/ 103932 w 288774"/>
                <a:gd name="connsiteY131" fmla="*/ 144974 h 1146722"/>
                <a:gd name="connsiteX132" fmla="*/ 99398 w 288774"/>
                <a:gd name="connsiteY132" fmla="*/ 153357 h 1146722"/>
                <a:gd name="connsiteX133" fmla="*/ 99398 w 288774"/>
                <a:gd name="connsiteY133" fmla="*/ 153357 h 114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</a:cxnLst>
              <a:rect l="l" t="t" r="r" b="b"/>
              <a:pathLst>
                <a:path w="288774" h="1146722">
                  <a:moveTo>
                    <a:pt x="155596" y="834850"/>
                  </a:moveTo>
                  <a:cubicBezTo>
                    <a:pt x="160387" y="824842"/>
                    <a:pt x="162097" y="820479"/>
                    <a:pt x="163467" y="808333"/>
                  </a:cubicBezTo>
                  <a:cubicBezTo>
                    <a:pt x="164578" y="797726"/>
                    <a:pt x="167573" y="787718"/>
                    <a:pt x="168172" y="786777"/>
                  </a:cubicBezTo>
                  <a:cubicBezTo>
                    <a:pt x="168172" y="786777"/>
                    <a:pt x="168172" y="786948"/>
                    <a:pt x="168258" y="786948"/>
                  </a:cubicBezTo>
                  <a:cubicBezTo>
                    <a:pt x="167830" y="791738"/>
                    <a:pt x="173903" y="800463"/>
                    <a:pt x="176127" y="806109"/>
                  </a:cubicBezTo>
                  <a:cubicBezTo>
                    <a:pt x="177751" y="810386"/>
                    <a:pt x="180232" y="812695"/>
                    <a:pt x="182200" y="814748"/>
                  </a:cubicBezTo>
                  <a:cubicBezTo>
                    <a:pt x="182799" y="815432"/>
                    <a:pt x="183396" y="816117"/>
                    <a:pt x="183910" y="816545"/>
                  </a:cubicBezTo>
                  <a:cubicBezTo>
                    <a:pt x="184509" y="817229"/>
                    <a:pt x="185023" y="817742"/>
                    <a:pt x="185449" y="818255"/>
                  </a:cubicBezTo>
                  <a:cubicBezTo>
                    <a:pt x="186048" y="819111"/>
                    <a:pt x="186562" y="819966"/>
                    <a:pt x="186905" y="820993"/>
                  </a:cubicBezTo>
                  <a:cubicBezTo>
                    <a:pt x="187076" y="821848"/>
                    <a:pt x="187076" y="822874"/>
                    <a:pt x="186905" y="824414"/>
                  </a:cubicBezTo>
                  <a:cubicBezTo>
                    <a:pt x="186477" y="829632"/>
                    <a:pt x="184252" y="863591"/>
                    <a:pt x="182542" y="868809"/>
                  </a:cubicBezTo>
                  <a:cubicBezTo>
                    <a:pt x="182371" y="869151"/>
                    <a:pt x="182285" y="869494"/>
                    <a:pt x="182200" y="869836"/>
                  </a:cubicBezTo>
                  <a:cubicBezTo>
                    <a:pt x="180489" y="874198"/>
                    <a:pt x="178008" y="875139"/>
                    <a:pt x="175613" y="877534"/>
                  </a:cubicBezTo>
                  <a:cubicBezTo>
                    <a:pt x="173046" y="880100"/>
                    <a:pt x="173046" y="882752"/>
                    <a:pt x="170822" y="888826"/>
                  </a:cubicBezTo>
                  <a:cubicBezTo>
                    <a:pt x="169882" y="891477"/>
                    <a:pt x="167915" y="900715"/>
                    <a:pt x="165862" y="910467"/>
                  </a:cubicBezTo>
                  <a:cubicBezTo>
                    <a:pt x="163638" y="919278"/>
                    <a:pt x="161842" y="927404"/>
                    <a:pt x="161243" y="930654"/>
                  </a:cubicBezTo>
                  <a:cubicBezTo>
                    <a:pt x="160900" y="932451"/>
                    <a:pt x="160558" y="934760"/>
                    <a:pt x="160130" y="937241"/>
                  </a:cubicBezTo>
                  <a:cubicBezTo>
                    <a:pt x="160044" y="937583"/>
                    <a:pt x="159958" y="937840"/>
                    <a:pt x="159873" y="938011"/>
                  </a:cubicBezTo>
                  <a:cubicBezTo>
                    <a:pt x="158591" y="941518"/>
                    <a:pt x="156795" y="951526"/>
                    <a:pt x="156367" y="948874"/>
                  </a:cubicBezTo>
                  <a:cubicBezTo>
                    <a:pt x="155938" y="946308"/>
                    <a:pt x="154142" y="943229"/>
                    <a:pt x="153714" y="938866"/>
                  </a:cubicBezTo>
                  <a:cubicBezTo>
                    <a:pt x="153288" y="934504"/>
                    <a:pt x="152432" y="910125"/>
                    <a:pt x="151576" y="899689"/>
                  </a:cubicBezTo>
                  <a:cubicBezTo>
                    <a:pt x="150722" y="889253"/>
                    <a:pt x="151576" y="856149"/>
                    <a:pt x="151576" y="849648"/>
                  </a:cubicBezTo>
                  <a:cubicBezTo>
                    <a:pt x="151576" y="843147"/>
                    <a:pt x="150722" y="844858"/>
                    <a:pt x="155510" y="834850"/>
                  </a:cubicBezTo>
                  <a:lnTo>
                    <a:pt x="155510" y="834850"/>
                  </a:lnTo>
                  <a:close/>
                  <a:moveTo>
                    <a:pt x="221803" y="325035"/>
                  </a:moveTo>
                  <a:cubicBezTo>
                    <a:pt x="221803" y="325035"/>
                    <a:pt x="221803" y="325035"/>
                    <a:pt x="221803" y="325035"/>
                  </a:cubicBezTo>
                  <a:cubicBezTo>
                    <a:pt x="221720" y="324778"/>
                    <a:pt x="221292" y="323922"/>
                    <a:pt x="220692" y="322639"/>
                  </a:cubicBezTo>
                  <a:cubicBezTo>
                    <a:pt x="219496" y="318705"/>
                    <a:pt x="218211" y="314770"/>
                    <a:pt x="217015" y="310835"/>
                  </a:cubicBezTo>
                  <a:cubicBezTo>
                    <a:pt x="218725" y="315540"/>
                    <a:pt x="220350" y="320244"/>
                    <a:pt x="221889" y="325035"/>
                  </a:cubicBezTo>
                  <a:lnTo>
                    <a:pt x="221889" y="325035"/>
                  </a:lnTo>
                  <a:close/>
                  <a:moveTo>
                    <a:pt x="99141" y="153186"/>
                  </a:moveTo>
                  <a:cubicBezTo>
                    <a:pt x="96232" y="151218"/>
                    <a:pt x="94522" y="150448"/>
                    <a:pt x="94522" y="150448"/>
                  </a:cubicBezTo>
                  <a:cubicBezTo>
                    <a:pt x="94522" y="150448"/>
                    <a:pt x="90501" y="162082"/>
                    <a:pt x="87592" y="164990"/>
                  </a:cubicBezTo>
                  <a:cubicBezTo>
                    <a:pt x="84685" y="167898"/>
                    <a:pt x="82973" y="167898"/>
                    <a:pt x="77157" y="169010"/>
                  </a:cubicBezTo>
                  <a:cubicBezTo>
                    <a:pt x="71341" y="170208"/>
                    <a:pt x="39435" y="174827"/>
                    <a:pt x="34815" y="175939"/>
                  </a:cubicBezTo>
                  <a:cubicBezTo>
                    <a:pt x="30196" y="177137"/>
                    <a:pt x="30795" y="179959"/>
                    <a:pt x="26689" y="184664"/>
                  </a:cubicBezTo>
                  <a:cubicBezTo>
                    <a:pt x="22584" y="189283"/>
                    <a:pt x="19760" y="200917"/>
                    <a:pt x="16254" y="207332"/>
                  </a:cubicBezTo>
                  <a:cubicBezTo>
                    <a:pt x="12745" y="213748"/>
                    <a:pt x="0" y="222986"/>
                    <a:pt x="0" y="248562"/>
                  </a:cubicBezTo>
                  <a:cubicBezTo>
                    <a:pt x="0" y="274138"/>
                    <a:pt x="8126" y="366436"/>
                    <a:pt x="12232" y="380293"/>
                  </a:cubicBezTo>
                  <a:cubicBezTo>
                    <a:pt x="16254" y="394236"/>
                    <a:pt x="26176" y="398256"/>
                    <a:pt x="26176" y="398256"/>
                  </a:cubicBezTo>
                  <a:cubicBezTo>
                    <a:pt x="29085" y="412199"/>
                    <a:pt x="18647" y="481828"/>
                    <a:pt x="17450" y="498081"/>
                  </a:cubicBezTo>
                  <a:cubicBezTo>
                    <a:pt x="16254" y="514333"/>
                    <a:pt x="15141" y="564802"/>
                    <a:pt x="15141" y="571217"/>
                  </a:cubicBezTo>
                  <a:cubicBezTo>
                    <a:pt x="15141" y="577633"/>
                    <a:pt x="16339" y="582252"/>
                    <a:pt x="20957" y="589779"/>
                  </a:cubicBezTo>
                  <a:cubicBezTo>
                    <a:pt x="25576" y="597307"/>
                    <a:pt x="43027" y="594398"/>
                    <a:pt x="47646" y="597307"/>
                  </a:cubicBezTo>
                  <a:cubicBezTo>
                    <a:pt x="52266" y="600215"/>
                    <a:pt x="54575" y="612447"/>
                    <a:pt x="55772" y="622883"/>
                  </a:cubicBezTo>
                  <a:cubicBezTo>
                    <a:pt x="56971" y="633319"/>
                    <a:pt x="58681" y="628101"/>
                    <a:pt x="62187" y="635115"/>
                  </a:cubicBezTo>
                  <a:cubicBezTo>
                    <a:pt x="65694" y="642044"/>
                    <a:pt x="60991" y="637425"/>
                    <a:pt x="62187" y="644439"/>
                  </a:cubicBezTo>
                  <a:cubicBezTo>
                    <a:pt x="63301" y="651368"/>
                    <a:pt x="65694" y="701323"/>
                    <a:pt x="67406" y="714068"/>
                  </a:cubicBezTo>
                  <a:cubicBezTo>
                    <a:pt x="69117" y="726814"/>
                    <a:pt x="66208" y="736736"/>
                    <a:pt x="64497" y="746573"/>
                  </a:cubicBezTo>
                  <a:cubicBezTo>
                    <a:pt x="62787" y="756410"/>
                    <a:pt x="65694" y="758207"/>
                    <a:pt x="67406" y="769241"/>
                  </a:cubicBezTo>
                  <a:cubicBezTo>
                    <a:pt x="69117" y="780276"/>
                    <a:pt x="66208" y="795331"/>
                    <a:pt x="65096" y="806365"/>
                  </a:cubicBezTo>
                  <a:cubicBezTo>
                    <a:pt x="63898" y="817400"/>
                    <a:pt x="64497" y="818512"/>
                    <a:pt x="66293" y="829546"/>
                  </a:cubicBezTo>
                  <a:cubicBezTo>
                    <a:pt x="68004" y="840581"/>
                    <a:pt x="55258" y="894557"/>
                    <a:pt x="59364" y="925351"/>
                  </a:cubicBezTo>
                  <a:cubicBezTo>
                    <a:pt x="63472" y="956145"/>
                    <a:pt x="72109" y="1018247"/>
                    <a:pt x="73308" y="1034499"/>
                  </a:cubicBezTo>
                  <a:cubicBezTo>
                    <a:pt x="74505" y="1050752"/>
                    <a:pt x="86053" y="1063497"/>
                    <a:pt x="84940" y="1067603"/>
                  </a:cubicBezTo>
                  <a:cubicBezTo>
                    <a:pt x="83744" y="1071709"/>
                    <a:pt x="68688" y="1079236"/>
                    <a:pt x="66379" y="1087363"/>
                  </a:cubicBezTo>
                  <a:cubicBezTo>
                    <a:pt x="64069" y="1095489"/>
                    <a:pt x="70998" y="1104214"/>
                    <a:pt x="71598" y="1106523"/>
                  </a:cubicBezTo>
                  <a:cubicBezTo>
                    <a:pt x="72195" y="1108833"/>
                    <a:pt x="72195" y="1123974"/>
                    <a:pt x="71598" y="1126283"/>
                  </a:cubicBezTo>
                  <a:cubicBezTo>
                    <a:pt x="70998" y="1128593"/>
                    <a:pt x="68089" y="1132100"/>
                    <a:pt x="68089" y="1132100"/>
                  </a:cubicBezTo>
                  <a:lnTo>
                    <a:pt x="65779" y="1146642"/>
                  </a:lnTo>
                  <a:cubicBezTo>
                    <a:pt x="65779" y="1146642"/>
                    <a:pt x="212053" y="1146043"/>
                    <a:pt x="213849" y="1146642"/>
                  </a:cubicBezTo>
                  <a:cubicBezTo>
                    <a:pt x="215559" y="1147240"/>
                    <a:pt x="219665" y="1144332"/>
                    <a:pt x="219665" y="1144332"/>
                  </a:cubicBezTo>
                  <a:cubicBezTo>
                    <a:pt x="219665" y="1144332"/>
                    <a:pt x="257989" y="1144931"/>
                    <a:pt x="263205" y="1144332"/>
                  </a:cubicBezTo>
                  <a:cubicBezTo>
                    <a:pt x="268424" y="1143733"/>
                    <a:pt x="286986" y="1137318"/>
                    <a:pt x="288182" y="1134409"/>
                  </a:cubicBezTo>
                  <a:cubicBezTo>
                    <a:pt x="289381" y="1131501"/>
                    <a:pt x="285875" y="1130902"/>
                    <a:pt x="285875" y="1130902"/>
                  </a:cubicBezTo>
                  <a:cubicBezTo>
                    <a:pt x="286472" y="1125086"/>
                    <a:pt x="280656" y="1122177"/>
                    <a:pt x="280656" y="1122177"/>
                  </a:cubicBezTo>
                  <a:cubicBezTo>
                    <a:pt x="263205" y="1122776"/>
                    <a:pt x="240624" y="1120980"/>
                    <a:pt x="229589" y="1116361"/>
                  </a:cubicBezTo>
                  <a:cubicBezTo>
                    <a:pt x="218554" y="1111742"/>
                    <a:pt x="216844" y="1107037"/>
                    <a:pt x="215645" y="1103016"/>
                  </a:cubicBezTo>
                  <a:cubicBezTo>
                    <a:pt x="214448" y="1098996"/>
                    <a:pt x="215645" y="1097799"/>
                    <a:pt x="214448" y="1096088"/>
                  </a:cubicBezTo>
                  <a:cubicBezTo>
                    <a:pt x="213249" y="1094377"/>
                    <a:pt x="210428" y="1090271"/>
                    <a:pt x="208033" y="1088560"/>
                  </a:cubicBezTo>
                  <a:cubicBezTo>
                    <a:pt x="205723" y="1086850"/>
                    <a:pt x="212138" y="1083342"/>
                    <a:pt x="231214" y="1056654"/>
                  </a:cubicBezTo>
                  <a:cubicBezTo>
                    <a:pt x="250374" y="1029966"/>
                    <a:pt x="259699" y="975990"/>
                    <a:pt x="266029" y="945795"/>
                  </a:cubicBezTo>
                  <a:cubicBezTo>
                    <a:pt x="272444" y="915599"/>
                    <a:pt x="279373" y="863934"/>
                    <a:pt x="282880" y="847681"/>
                  </a:cubicBezTo>
                  <a:cubicBezTo>
                    <a:pt x="286386" y="831428"/>
                    <a:pt x="289295" y="825013"/>
                    <a:pt x="288696" y="809958"/>
                  </a:cubicBezTo>
                  <a:cubicBezTo>
                    <a:pt x="288097" y="794903"/>
                    <a:pt x="279373" y="753673"/>
                    <a:pt x="279373" y="736223"/>
                  </a:cubicBezTo>
                  <a:cubicBezTo>
                    <a:pt x="279373" y="718773"/>
                    <a:pt x="275351" y="678741"/>
                    <a:pt x="273555" y="665995"/>
                  </a:cubicBezTo>
                  <a:cubicBezTo>
                    <a:pt x="271845" y="653250"/>
                    <a:pt x="266628" y="639905"/>
                    <a:pt x="261324" y="625364"/>
                  </a:cubicBezTo>
                  <a:cubicBezTo>
                    <a:pt x="256105" y="610822"/>
                    <a:pt x="259014" y="595767"/>
                    <a:pt x="255508" y="589352"/>
                  </a:cubicBezTo>
                  <a:cubicBezTo>
                    <a:pt x="251999" y="582936"/>
                    <a:pt x="249092" y="580627"/>
                    <a:pt x="251999" y="574297"/>
                  </a:cubicBezTo>
                  <a:cubicBezTo>
                    <a:pt x="254908" y="567881"/>
                    <a:pt x="242677" y="543503"/>
                    <a:pt x="245584" y="541193"/>
                  </a:cubicBezTo>
                  <a:cubicBezTo>
                    <a:pt x="248493" y="538883"/>
                    <a:pt x="257817" y="526138"/>
                    <a:pt x="257218" y="515103"/>
                  </a:cubicBezTo>
                  <a:cubicBezTo>
                    <a:pt x="256619" y="504069"/>
                    <a:pt x="259528" y="492435"/>
                    <a:pt x="256019" y="473873"/>
                  </a:cubicBezTo>
                  <a:cubicBezTo>
                    <a:pt x="252513" y="455311"/>
                    <a:pt x="246183" y="399539"/>
                    <a:pt x="244387" y="392611"/>
                  </a:cubicBezTo>
                  <a:cubicBezTo>
                    <a:pt x="244301" y="392183"/>
                    <a:pt x="244130" y="391584"/>
                    <a:pt x="243959" y="390814"/>
                  </a:cubicBezTo>
                  <a:cubicBezTo>
                    <a:pt x="247210" y="390643"/>
                    <a:pt x="250374" y="390387"/>
                    <a:pt x="252256" y="389360"/>
                  </a:cubicBezTo>
                  <a:cubicBezTo>
                    <a:pt x="256019" y="387307"/>
                    <a:pt x="260127" y="384741"/>
                    <a:pt x="260639" y="381491"/>
                  </a:cubicBezTo>
                  <a:cubicBezTo>
                    <a:pt x="261238" y="378326"/>
                    <a:pt x="260382" y="375674"/>
                    <a:pt x="261238" y="373364"/>
                  </a:cubicBezTo>
                  <a:cubicBezTo>
                    <a:pt x="262094" y="371055"/>
                    <a:pt x="265858" y="367548"/>
                    <a:pt x="265601" y="364639"/>
                  </a:cubicBezTo>
                  <a:cubicBezTo>
                    <a:pt x="265344" y="361731"/>
                    <a:pt x="262094" y="361474"/>
                    <a:pt x="262094" y="357368"/>
                  </a:cubicBezTo>
                  <a:cubicBezTo>
                    <a:pt x="262094" y="353262"/>
                    <a:pt x="261238" y="348643"/>
                    <a:pt x="261238" y="344880"/>
                  </a:cubicBezTo>
                  <a:cubicBezTo>
                    <a:pt x="261238" y="341116"/>
                    <a:pt x="262435" y="338806"/>
                    <a:pt x="260981" y="336497"/>
                  </a:cubicBezTo>
                  <a:cubicBezTo>
                    <a:pt x="259528" y="334187"/>
                    <a:pt x="254052" y="332990"/>
                    <a:pt x="251999" y="332990"/>
                  </a:cubicBezTo>
                  <a:cubicBezTo>
                    <a:pt x="249946" y="332990"/>
                    <a:pt x="241050" y="331792"/>
                    <a:pt x="241050" y="331792"/>
                  </a:cubicBezTo>
                  <a:cubicBezTo>
                    <a:pt x="241050" y="331792"/>
                    <a:pt x="252427" y="325462"/>
                    <a:pt x="254394" y="323409"/>
                  </a:cubicBezTo>
                  <a:cubicBezTo>
                    <a:pt x="256447" y="321356"/>
                    <a:pt x="263034" y="313316"/>
                    <a:pt x="254394" y="313316"/>
                  </a:cubicBezTo>
                  <a:cubicBezTo>
                    <a:pt x="251742" y="313316"/>
                    <a:pt x="248578" y="314171"/>
                    <a:pt x="246012" y="315026"/>
                  </a:cubicBezTo>
                  <a:cubicBezTo>
                    <a:pt x="243360" y="315882"/>
                    <a:pt x="241906" y="316224"/>
                    <a:pt x="239939" y="317678"/>
                  </a:cubicBezTo>
                  <a:cubicBezTo>
                    <a:pt x="237886" y="319132"/>
                    <a:pt x="235919" y="321185"/>
                    <a:pt x="232070" y="321185"/>
                  </a:cubicBezTo>
                  <a:cubicBezTo>
                    <a:pt x="229674" y="321185"/>
                    <a:pt x="227536" y="321271"/>
                    <a:pt x="225740" y="322041"/>
                  </a:cubicBezTo>
                  <a:cubicBezTo>
                    <a:pt x="224541" y="318191"/>
                    <a:pt x="223601" y="315369"/>
                    <a:pt x="223088" y="314256"/>
                  </a:cubicBezTo>
                  <a:cubicBezTo>
                    <a:pt x="219581" y="307328"/>
                    <a:pt x="213249" y="282949"/>
                    <a:pt x="209743" y="277132"/>
                  </a:cubicBezTo>
                  <a:cubicBezTo>
                    <a:pt x="206237" y="271316"/>
                    <a:pt x="210942" y="259682"/>
                    <a:pt x="203927" y="253951"/>
                  </a:cubicBezTo>
                  <a:cubicBezTo>
                    <a:pt x="197940" y="248990"/>
                    <a:pt x="187418" y="229316"/>
                    <a:pt x="184424" y="223585"/>
                  </a:cubicBezTo>
                  <a:lnTo>
                    <a:pt x="193320" y="229744"/>
                  </a:lnTo>
                  <a:lnTo>
                    <a:pt x="171250" y="190224"/>
                  </a:lnTo>
                  <a:lnTo>
                    <a:pt x="170822" y="190652"/>
                  </a:lnTo>
                  <a:cubicBezTo>
                    <a:pt x="169626" y="185691"/>
                    <a:pt x="171935" y="180216"/>
                    <a:pt x="171935" y="180216"/>
                  </a:cubicBezTo>
                  <a:cubicBezTo>
                    <a:pt x="188444" y="184151"/>
                    <a:pt x="205038" y="182355"/>
                    <a:pt x="208972" y="178933"/>
                  </a:cubicBezTo>
                  <a:cubicBezTo>
                    <a:pt x="212909" y="175426"/>
                    <a:pt x="209829" y="172432"/>
                    <a:pt x="209829" y="168925"/>
                  </a:cubicBezTo>
                  <a:cubicBezTo>
                    <a:pt x="209829" y="165418"/>
                    <a:pt x="211967" y="165418"/>
                    <a:pt x="213763" y="162852"/>
                  </a:cubicBezTo>
                  <a:cubicBezTo>
                    <a:pt x="215474" y="160200"/>
                    <a:pt x="214619" y="159772"/>
                    <a:pt x="212909" y="157206"/>
                  </a:cubicBezTo>
                  <a:cubicBezTo>
                    <a:pt x="211197" y="154554"/>
                    <a:pt x="211111" y="153100"/>
                    <a:pt x="215645" y="151988"/>
                  </a:cubicBezTo>
                  <a:cubicBezTo>
                    <a:pt x="220093" y="150962"/>
                    <a:pt x="223773" y="148053"/>
                    <a:pt x="222917" y="145059"/>
                  </a:cubicBezTo>
                  <a:cubicBezTo>
                    <a:pt x="222060" y="141980"/>
                    <a:pt x="222488" y="141980"/>
                    <a:pt x="222917" y="140269"/>
                  </a:cubicBezTo>
                  <a:cubicBezTo>
                    <a:pt x="223345" y="138558"/>
                    <a:pt x="226423" y="137190"/>
                    <a:pt x="230274" y="137190"/>
                  </a:cubicBezTo>
                  <a:cubicBezTo>
                    <a:pt x="234123" y="137190"/>
                    <a:pt x="234634" y="131116"/>
                    <a:pt x="232924" y="128465"/>
                  </a:cubicBezTo>
                  <a:cubicBezTo>
                    <a:pt x="231214" y="125813"/>
                    <a:pt x="227279" y="114522"/>
                    <a:pt x="223773" y="109732"/>
                  </a:cubicBezTo>
                  <a:cubicBezTo>
                    <a:pt x="220264" y="104941"/>
                    <a:pt x="220692" y="105369"/>
                    <a:pt x="222917" y="101434"/>
                  </a:cubicBezTo>
                  <a:cubicBezTo>
                    <a:pt x="225055" y="97499"/>
                    <a:pt x="227707" y="92281"/>
                    <a:pt x="225569" y="84925"/>
                  </a:cubicBezTo>
                  <a:cubicBezTo>
                    <a:pt x="223345" y="77569"/>
                    <a:pt x="216844" y="60974"/>
                    <a:pt x="216844" y="60974"/>
                  </a:cubicBezTo>
                  <a:cubicBezTo>
                    <a:pt x="224712" y="58750"/>
                    <a:pt x="225141" y="53104"/>
                    <a:pt x="222060" y="40530"/>
                  </a:cubicBezTo>
                  <a:cubicBezTo>
                    <a:pt x="218982" y="27870"/>
                    <a:pt x="205038" y="21797"/>
                    <a:pt x="199393" y="18290"/>
                  </a:cubicBezTo>
                  <a:cubicBezTo>
                    <a:pt x="193748" y="14783"/>
                    <a:pt x="193748" y="15724"/>
                    <a:pt x="188101" y="13500"/>
                  </a:cubicBezTo>
                  <a:cubicBezTo>
                    <a:pt x="182456" y="11361"/>
                    <a:pt x="182028" y="10420"/>
                    <a:pt x="174588" y="7854"/>
                  </a:cubicBezTo>
                  <a:cubicBezTo>
                    <a:pt x="167145" y="5202"/>
                    <a:pt x="167145" y="1353"/>
                    <a:pt x="161072" y="3919"/>
                  </a:cubicBezTo>
                  <a:cubicBezTo>
                    <a:pt x="154999" y="6485"/>
                    <a:pt x="154571" y="3064"/>
                    <a:pt x="146273" y="840"/>
                  </a:cubicBezTo>
                  <a:cubicBezTo>
                    <a:pt x="137976" y="-1299"/>
                    <a:pt x="132329" y="412"/>
                    <a:pt x="115393" y="8709"/>
                  </a:cubicBezTo>
                  <a:cubicBezTo>
                    <a:pt x="98456" y="17007"/>
                    <a:pt x="95378" y="27442"/>
                    <a:pt x="89731" y="45748"/>
                  </a:cubicBezTo>
                  <a:cubicBezTo>
                    <a:pt x="84086" y="64053"/>
                    <a:pt x="86653" y="89288"/>
                    <a:pt x="89731" y="100579"/>
                  </a:cubicBezTo>
                  <a:cubicBezTo>
                    <a:pt x="92811" y="111870"/>
                    <a:pt x="98884" y="131459"/>
                    <a:pt x="101451" y="135821"/>
                  </a:cubicBezTo>
                  <a:cubicBezTo>
                    <a:pt x="103161" y="138644"/>
                    <a:pt x="103761" y="142579"/>
                    <a:pt x="103932" y="144974"/>
                  </a:cubicBezTo>
                  <a:cubicBezTo>
                    <a:pt x="103932" y="144974"/>
                    <a:pt x="103932" y="144974"/>
                    <a:pt x="103932" y="144974"/>
                  </a:cubicBezTo>
                  <a:cubicBezTo>
                    <a:pt x="103932" y="144974"/>
                    <a:pt x="101365" y="148652"/>
                    <a:pt x="99398" y="153357"/>
                  </a:cubicBezTo>
                  <a:lnTo>
                    <a:pt x="99398" y="153357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59969C3-331B-38FD-643A-82253F5B52A4}"/>
                </a:ext>
              </a:extLst>
            </p:cNvPr>
            <p:cNvSpPr/>
            <p:nvPr/>
          </p:nvSpPr>
          <p:spPr>
            <a:xfrm>
              <a:off x="10524738" y="1177982"/>
              <a:ext cx="324322" cy="1165614"/>
            </a:xfrm>
            <a:custGeom>
              <a:avLst/>
              <a:gdLst>
                <a:gd name="connsiteX0" fmla="*/ 245463 w 324322"/>
                <a:gd name="connsiteY0" fmla="*/ 349441 h 1165614"/>
                <a:gd name="connsiteX1" fmla="*/ 248629 w 324322"/>
                <a:gd name="connsiteY1" fmla="*/ 349783 h 1165614"/>
                <a:gd name="connsiteX2" fmla="*/ 256242 w 324322"/>
                <a:gd name="connsiteY2" fmla="*/ 364753 h 1165614"/>
                <a:gd name="connsiteX3" fmla="*/ 257952 w 324322"/>
                <a:gd name="connsiteY3" fmla="*/ 371681 h 1165614"/>
                <a:gd name="connsiteX4" fmla="*/ 258209 w 324322"/>
                <a:gd name="connsiteY4" fmla="*/ 373478 h 1165614"/>
                <a:gd name="connsiteX5" fmla="*/ 252307 w 324322"/>
                <a:gd name="connsiteY5" fmla="*/ 374675 h 1165614"/>
                <a:gd name="connsiteX6" fmla="*/ 244010 w 324322"/>
                <a:gd name="connsiteY6" fmla="*/ 375018 h 1165614"/>
                <a:gd name="connsiteX7" fmla="*/ 241700 w 324322"/>
                <a:gd name="connsiteY7" fmla="*/ 364411 h 1165614"/>
                <a:gd name="connsiteX8" fmla="*/ 245549 w 324322"/>
                <a:gd name="connsiteY8" fmla="*/ 349441 h 1165614"/>
                <a:gd name="connsiteX9" fmla="*/ 245549 w 324322"/>
                <a:gd name="connsiteY9" fmla="*/ 349441 h 1165614"/>
                <a:gd name="connsiteX10" fmla="*/ 394 w 324322"/>
                <a:gd name="connsiteY10" fmla="*/ 692540 h 1165614"/>
                <a:gd name="connsiteX11" fmla="*/ 41110 w 324322"/>
                <a:gd name="connsiteY11" fmla="*/ 709905 h 1165614"/>
                <a:gd name="connsiteX12" fmla="*/ 41965 w 324322"/>
                <a:gd name="connsiteY12" fmla="*/ 710161 h 1165614"/>
                <a:gd name="connsiteX13" fmla="*/ 52571 w 324322"/>
                <a:gd name="connsiteY13" fmla="*/ 748227 h 1165614"/>
                <a:gd name="connsiteX14" fmla="*/ 61040 w 324322"/>
                <a:gd name="connsiteY14" fmla="*/ 820251 h 1165614"/>
                <a:gd name="connsiteX15" fmla="*/ 62495 w 324322"/>
                <a:gd name="connsiteY15" fmla="*/ 909640 h 1165614"/>
                <a:gd name="connsiteX16" fmla="*/ 82339 w 324322"/>
                <a:gd name="connsiteY16" fmla="*/ 999028 h 1165614"/>
                <a:gd name="connsiteX17" fmla="*/ 104238 w 324322"/>
                <a:gd name="connsiteY17" fmla="*/ 1072079 h 1165614"/>
                <a:gd name="connsiteX18" fmla="*/ 103212 w 324322"/>
                <a:gd name="connsiteY18" fmla="*/ 1109802 h 1165614"/>
                <a:gd name="connsiteX19" fmla="*/ 90807 w 324322"/>
                <a:gd name="connsiteY19" fmla="*/ 1147097 h 1165614"/>
                <a:gd name="connsiteX20" fmla="*/ 84820 w 324322"/>
                <a:gd name="connsiteY20" fmla="*/ 1158560 h 1165614"/>
                <a:gd name="connsiteX21" fmla="*/ 109628 w 324322"/>
                <a:gd name="connsiteY21" fmla="*/ 1165488 h 1165614"/>
                <a:gd name="connsiteX22" fmla="*/ 138453 w 324322"/>
                <a:gd name="connsiteY22" fmla="*/ 1161981 h 1165614"/>
                <a:gd name="connsiteX23" fmla="*/ 140421 w 324322"/>
                <a:gd name="connsiteY23" fmla="*/ 1156507 h 1165614"/>
                <a:gd name="connsiteX24" fmla="*/ 143929 w 324322"/>
                <a:gd name="connsiteY24" fmla="*/ 1161468 h 1165614"/>
                <a:gd name="connsiteX25" fmla="*/ 149403 w 324322"/>
                <a:gd name="connsiteY25" fmla="*/ 1161981 h 1165614"/>
                <a:gd name="connsiteX26" fmla="*/ 148375 w 324322"/>
                <a:gd name="connsiteY26" fmla="*/ 1137602 h 1165614"/>
                <a:gd name="connsiteX27" fmla="*/ 152823 w 324322"/>
                <a:gd name="connsiteY27" fmla="*/ 1120751 h 1165614"/>
                <a:gd name="connsiteX28" fmla="*/ 138967 w 324322"/>
                <a:gd name="connsiteY28" fmla="*/ 1080548 h 1165614"/>
                <a:gd name="connsiteX29" fmla="*/ 135972 w 324322"/>
                <a:gd name="connsiteY29" fmla="*/ 934532 h 1165614"/>
                <a:gd name="connsiteX30" fmla="*/ 126990 w 324322"/>
                <a:gd name="connsiteY30" fmla="*/ 843603 h 1165614"/>
                <a:gd name="connsiteX31" fmla="*/ 135972 w 324322"/>
                <a:gd name="connsiteY31" fmla="*/ 797412 h 1165614"/>
                <a:gd name="connsiteX32" fmla="*/ 131013 w 324322"/>
                <a:gd name="connsiteY32" fmla="*/ 722394 h 1165614"/>
                <a:gd name="connsiteX33" fmla="*/ 131013 w 324322"/>
                <a:gd name="connsiteY33" fmla="*/ 721795 h 1165614"/>
                <a:gd name="connsiteX34" fmla="*/ 147264 w 324322"/>
                <a:gd name="connsiteY34" fmla="*/ 723078 h 1165614"/>
                <a:gd name="connsiteX35" fmla="*/ 147864 w 324322"/>
                <a:gd name="connsiteY35" fmla="*/ 733343 h 1165614"/>
                <a:gd name="connsiteX36" fmla="*/ 157272 w 324322"/>
                <a:gd name="connsiteY36" fmla="*/ 815289 h 1165614"/>
                <a:gd name="connsiteX37" fmla="*/ 163773 w 324322"/>
                <a:gd name="connsiteY37" fmla="*/ 847538 h 1165614"/>
                <a:gd name="connsiteX38" fmla="*/ 164800 w 324322"/>
                <a:gd name="connsiteY38" fmla="*/ 907159 h 1165614"/>
                <a:gd name="connsiteX39" fmla="*/ 170788 w 324322"/>
                <a:gd name="connsiteY39" fmla="*/ 997574 h 1165614"/>
                <a:gd name="connsiteX40" fmla="*/ 176261 w 324322"/>
                <a:gd name="connsiteY40" fmla="*/ 1063183 h 1165614"/>
                <a:gd name="connsiteX41" fmla="*/ 172070 w 324322"/>
                <a:gd name="connsiteY41" fmla="*/ 1076613 h 1165614"/>
                <a:gd name="connsiteX42" fmla="*/ 172755 w 324322"/>
                <a:gd name="connsiteY42" fmla="*/ 1086022 h 1165614"/>
                <a:gd name="connsiteX43" fmla="*/ 171301 w 324322"/>
                <a:gd name="connsiteY43" fmla="*/ 1099965 h 1165614"/>
                <a:gd name="connsiteX44" fmla="*/ 171301 w 324322"/>
                <a:gd name="connsiteY44" fmla="*/ 1116389 h 1165614"/>
                <a:gd name="connsiteX45" fmla="*/ 165314 w 324322"/>
                <a:gd name="connsiteY45" fmla="*/ 1144702 h 1165614"/>
                <a:gd name="connsiteX46" fmla="*/ 166339 w 324322"/>
                <a:gd name="connsiteY46" fmla="*/ 1153598 h 1165614"/>
                <a:gd name="connsiteX47" fmla="*/ 166339 w 324322"/>
                <a:gd name="connsiteY47" fmla="*/ 1161040 h 1165614"/>
                <a:gd name="connsiteX48" fmla="*/ 173269 w 324322"/>
                <a:gd name="connsiteY48" fmla="*/ 1163008 h 1165614"/>
                <a:gd name="connsiteX49" fmla="*/ 210991 w 324322"/>
                <a:gd name="connsiteY49" fmla="*/ 1163008 h 1165614"/>
                <a:gd name="connsiteX50" fmla="*/ 215011 w 324322"/>
                <a:gd name="connsiteY50" fmla="*/ 1159501 h 1165614"/>
                <a:gd name="connsiteX51" fmla="*/ 211505 w 324322"/>
                <a:gd name="connsiteY51" fmla="*/ 1147097 h 1165614"/>
                <a:gd name="connsiteX52" fmla="*/ 211505 w 324322"/>
                <a:gd name="connsiteY52" fmla="*/ 1127680 h 1165614"/>
                <a:gd name="connsiteX53" fmla="*/ 205517 w 324322"/>
                <a:gd name="connsiteY53" fmla="*/ 1099366 h 1165614"/>
                <a:gd name="connsiteX54" fmla="*/ 209965 w 324322"/>
                <a:gd name="connsiteY54" fmla="*/ 1088931 h 1165614"/>
                <a:gd name="connsiteX55" fmla="*/ 209452 w 324322"/>
                <a:gd name="connsiteY55" fmla="*/ 1057110 h 1165614"/>
                <a:gd name="connsiteX56" fmla="*/ 234771 w 324322"/>
                <a:gd name="connsiteY56" fmla="*/ 912035 h 1165614"/>
                <a:gd name="connsiteX57" fmla="*/ 225789 w 324322"/>
                <a:gd name="connsiteY57" fmla="*/ 795786 h 1165614"/>
                <a:gd name="connsiteX58" fmla="*/ 234257 w 324322"/>
                <a:gd name="connsiteY58" fmla="*/ 750536 h 1165614"/>
                <a:gd name="connsiteX59" fmla="*/ 241015 w 324322"/>
                <a:gd name="connsiteY59" fmla="*/ 721624 h 1165614"/>
                <a:gd name="connsiteX60" fmla="*/ 261546 w 324322"/>
                <a:gd name="connsiteY60" fmla="*/ 715208 h 1165614"/>
                <a:gd name="connsiteX61" fmla="*/ 264539 w 324322"/>
                <a:gd name="connsiteY61" fmla="*/ 714182 h 1165614"/>
                <a:gd name="connsiteX62" fmla="*/ 268045 w 324322"/>
                <a:gd name="connsiteY62" fmla="*/ 631722 h 1165614"/>
                <a:gd name="connsiteX63" fmla="*/ 262058 w 324322"/>
                <a:gd name="connsiteY63" fmla="*/ 552255 h 1165614"/>
                <a:gd name="connsiteX64" fmla="*/ 265052 w 324322"/>
                <a:gd name="connsiteY64" fmla="*/ 546268 h 1165614"/>
                <a:gd name="connsiteX65" fmla="*/ 262229 w 324322"/>
                <a:gd name="connsiteY65" fmla="*/ 532239 h 1165614"/>
                <a:gd name="connsiteX66" fmla="*/ 265224 w 324322"/>
                <a:gd name="connsiteY66" fmla="*/ 524797 h 1165614"/>
                <a:gd name="connsiteX67" fmla="*/ 255300 w 324322"/>
                <a:gd name="connsiteY67" fmla="*/ 475612 h 1165614"/>
                <a:gd name="connsiteX68" fmla="*/ 241358 w 324322"/>
                <a:gd name="connsiteY68" fmla="*/ 444305 h 1165614"/>
                <a:gd name="connsiteX69" fmla="*/ 239904 w 324322"/>
                <a:gd name="connsiteY69" fmla="*/ 437376 h 1165614"/>
                <a:gd name="connsiteX70" fmla="*/ 239904 w 324322"/>
                <a:gd name="connsiteY70" fmla="*/ 427967 h 1165614"/>
                <a:gd name="connsiteX71" fmla="*/ 255300 w 324322"/>
                <a:gd name="connsiteY71" fmla="*/ 428993 h 1165614"/>
                <a:gd name="connsiteX72" fmla="*/ 286608 w 324322"/>
                <a:gd name="connsiteY72" fmla="*/ 435409 h 1165614"/>
                <a:gd name="connsiteX73" fmla="*/ 300550 w 324322"/>
                <a:gd name="connsiteY73" fmla="*/ 437376 h 1165614"/>
                <a:gd name="connsiteX74" fmla="*/ 320910 w 324322"/>
                <a:gd name="connsiteY74" fmla="*/ 420525 h 1165614"/>
                <a:gd name="connsiteX75" fmla="*/ 318429 w 324322"/>
                <a:gd name="connsiteY75" fmla="*/ 389217 h 1165614"/>
                <a:gd name="connsiteX76" fmla="*/ 323903 w 324322"/>
                <a:gd name="connsiteY76" fmla="*/ 375787 h 1165614"/>
                <a:gd name="connsiteX77" fmla="*/ 306966 w 324322"/>
                <a:gd name="connsiteY77" fmla="*/ 330109 h 1165614"/>
                <a:gd name="connsiteX78" fmla="*/ 286095 w 324322"/>
                <a:gd name="connsiteY78" fmla="*/ 240721 h 1165614"/>
                <a:gd name="connsiteX79" fmla="*/ 253332 w 324322"/>
                <a:gd name="connsiteY79" fmla="*/ 203511 h 1165614"/>
                <a:gd name="connsiteX80" fmla="*/ 241871 w 324322"/>
                <a:gd name="connsiteY80" fmla="*/ 196069 h 1165614"/>
                <a:gd name="connsiteX81" fmla="*/ 233915 w 324322"/>
                <a:gd name="connsiteY81" fmla="*/ 196582 h 1165614"/>
                <a:gd name="connsiteX82" fmla="*/ 221512 w 324322"/>
                <a:gd name="connsiteY82" fmla="*/ 190167 h 1165614"/>
                <a:gd name="connsiteX83" fmla="*/ 215011 w 324322"/>
                <a:gd name="connsiteY83" fmla="*/ 187173 h 1165614"/>
                <a:gd name="connsiteX84" fmla="*/ 203550 w 324322"/>
                <a:gd name="connsiteY84" fmla="*/ 179218 h 1165614"/>
                <a:gd name="connsiteX85" fmla="*/ 206543 w 324322"/>
                <a:gd name="connsiteY85" fmla="*/ 167328 h 1165614"/>
                <a:gd name="connsiteX86" fmla="*/ 224421 w 324322"/>
                <a:gd name="connsiteY86" fmla="*/ 174770 h 1165614"/>
                <a:gd name="connsiteX87" fmla="*/ 203379 w 324322"/>
                <a:gd name="connsiteY87" fmla="*/ 151674 h 1165614"/>
                <a:gd name="connsiteX88" fmla="*/ 201326 w 324322"/>
                <a:gd name="connsiteY88" fmla="*/ 147140 h 1165614"/>
                <a:gd name="connsiteX89" fmla="*/ 209794 w 324322"/>
                <a:gd name="connsiteY89" fmla="*/ 149621 h 1165614"/>
                <a:gd name="connsiteX90" fmla="*/ 202351 w 324322"/>
                <a:gd name="connsiteY90" fmla="*/ 136705 h 1165614"/>
                <a:gd name="connsiteX91" fmla="*/ 189948 w 324322"/>
                <a:gd name="connsiteY91" fmla="*/ 116859 h 1165614"/>
                <a:gd name="connsiteX92" fmla="*/ 203379 w 324322"/>
                <a:gd name="connsiteY92" fmla="*/ 126782 h 1165614"/>
                <a:gd name="connsiteX93" fmla="*/ 191916 w 324322"/>
                <a:gd name="connsiteY93" fmla="*/ 111385 h 1165614"/>
                <a:gd name="connsiteX94" fmla="*/ 197903 w 324322"/>
                <a:gd name="connsiteY94" fmla="*/ 113865 h 1165614"/>
                <a:gd name="connsiteX95" fmla="*/ 185843 w 324322"/>
                <a:gd name="connsiteY95" fmla="*/ 101462 h 1165614"/>
                <a:gd name="connsiteX96" fmla="*/ 183362 w 324322"/>
                <a:gd name="connsiteY96" fmla="*/ 88033 h 1165614"/>
                <a:gd name="connsiteX97" fmla="*/ 183875 w 324322"/>
                <a:gd name="connsiteY97" fmla="*/ 75116 h 1165614"/>
                <a:gd name="connsiteX98" fmla="*/ 178913 w 324322"/>
                <a:gd name="connsiteY98" fmla="*/ 54244 h 1165614"/>
                <a:gd name="connsiteX99" fmla="*/ 109371 w 324322"/>
                <a:gd name="connsiteY99" fmla="*/ 98 h 1165614"/>
                <a:gd name="connsiteX100" fmla="*/ 67626 w 324322"/>
                <a:gd name="connsiteY100" fmla="*/ 22424 h 1165614"/>
                <a:gd name="connsiteX101" fmla="*/ 60697 w 324322"/>
                <a:gd name="connsiteY101" fmla="*/ 55185 h 1165614"/>
                <a:gd name="connsiteX102" fmla="*/ 60357 w 324322"/>
                <a:gd name="connsiteY102" fmla="*/ 71267 h 1165614"/>
                <a:gd name="connsiteX103" fmla="*/ 66687 w 324322"/>
                <a:gd name="connsiteY103" fmla="*/ 81874 h 1165614"/>
                <a:gd name="connsiteX104" fmla="*/ 68311 w 324322"/>
                <a:gd name="connsiteY104" fmla="*/ 99409 h 1165614"/>
                <a:gd name="connsiteX105" fmla="*/ 78233 w 324322"/>
                <a:gd name="connsiteY105" fmla="*/ 119939 h 1165614"/>
                <a:gd name="connsiteX106" fmla="*/ 92605 w 324322"/>
                <a:gd name="connsiteY106" fmla="*/ 134652 h 1165614"/>
                <a:gd name="connsiteX107" fmla="*/ 103041 w 324322"/>
                <a:gd name="connsiteY107" fmla="*/ 146542 h 1165614"/>
                <a:gd name="connsiteX108" fmla="*/ 103212 w 324322"/>
                <a:gd name="connsiteY108" fmla="*/ 149193 h 1165614"/>
                <a:gd name="connsiteX109" fmla="*/ 77465 w 324322"/>
                <a:gd name="connsiteY109" fmla="*/ 172289 h 1165614"/>
                <a:gd name="connsiteX110" fmla="*/ 73017 w 324322"/>
                <a:gd name="connsiteY110" fmla="*/ 198635 h 1165614"/>
                <a:gd name="connsiteX111" fmla="*/ 47697 w 324322"/>
                <a:gd name="connsiteY111" fmla="*/ 208044 h 1165614"/>
                <a:gd name="connsiteX112" fmla="*/ 33325 w 324322"/>
                <a:gd name="connsiteY112" fmla="*/ 221474 h 1165614"/>
                <a:gd name="connsiteX113" fmla="*/ 28620 w 324322"/>
                <a:gd name="connsiteY113" fmla="*/ 233706 h 1165614"/>
                <a:gd name="connsiteX114" fmla="*/ 26653 w 324322"/>
                <a:gd name="connsiteY114" fmla="*/ 233279 h 1165614"/>
                <a:gd name="connsiteX115" fmla="*/ 27081 w 324322"/>
                <a:gd name="connsiteY115" fmla="*/ 237641 h 1165614"/>
                <a:gd name="connsiteX116" fmla="*/ 26910 w 324322"/>
                <a:gd name="connsiteY116" fmla="*/ 238411 h 1165614"/>
                <a:gd name="connsiteX117" fmla="*/ 26653 w 324322"/>
                <a:gd name="connsiteY117" fmla="*/ 240550 h 1165614"/>
                <a:gd name="connsiteX118" fmla="*/ 9459 w 324322"/>
                <a:gd name="connsiteY118" fmla="*/ 241234 h 1165614"/>
                <a:gd name="connsiteX119" fmla="*/ 22035 w 324322"/>
                <a:gd name="connsiteY119" fmla="*/ 269462 h 1165614"/>
                <a:gd name="connsiteX120" fmla="*/ 19980 w 324322"/>
                <a:gd name="connsiteY120" fmla="*/ 277160 h 1165614"/>
                <a:gd name="connsiteX121" fmla="*/ 15534 w 324322"/>
                <a:gd name="connsiteY121" fmla="*/ 294525 h 1165614"/>
                <a:gd name="connsiteX122" fmla="*/ 16560 w 324322"/>
                <a:gd name="connsiteY122" fmla="*/ 309922 h 1165614"/>
                <a:gd name="connsiteX123" fmla="*/ 12625 w 324322"/>
                <a:gd name="connsiteY123" fmla="*/ 325832 h 1165614"/>
                <a:gd name="connsiteX124" fmla="*/ 12625 w 324322"/>
                <a:gd name="connsiteY124" fmla="*/ 347731 h 1165614"/>
                <a:gd name="connsiteX125" fmla="*/ 11598 w 324322"/>
                <a:gd name="connsiteY125" fmla="*/ 358166 h 1165614"/>
                <a:gd name="connsiteX126" fmla="*/ 7663 w 324322"/>
                <a:gd name="connsiteY126" fmla="*/ 367062 h 1165614"/>
                <a:gd name="connsiteX127" fmla="*/ 9119 w 324322"/>
                <a:gd name="connsiteY127" fmla="*/ 376044 h 1165614"/>
                <a:gd name="connsiteX128" fmla="*/ 1162 w 324322"/>
                <a:gd name="connsiteY128" fmla="*/ 396916 h 1165614"/>
                <a:gd name="connsiteX129" fmla="*/ 4157 w 324322"/>
                <a:gd name="connsiteY129" fmla="*/ 418301 h 1165614"/>
                <a:gd name="connsiteX130" fmla="*/ 12111 w 324322"/>
                <a:gd name="connsiteY130" fmla="*/ 436692 h 1165614"/>
                <a:gd name="connsiteX131" fmla="*/ 26481 w 324322"/>
                <a:gd name="connsiteY131" fmla="*/ 439172 h 1165614"/>
                <a:gd name="connsiteX132" fmla="*/ 36405 w 324322"/>
                <a:gd name="connsiteY132" fmla="*/ 442679 h 1165614"/>
                <a:gd name="connsiteX133" fmla="*/ 32897 w 324322"/>
                <a:gd name="connsiteY133" fmla="*/ 451661 h 1165614"/>
                <a:gd name="connsiteX134" fmla="*/ 26910 w 324322"/>
                <a:gd name="connsiteY134" fmla="*/ 463551 h 1165614"/>
                <a:gd name="connsiteX135" fmla="*/ 23403 w 324322"/>
                <a:gd name="connsiteY135" fmla="*/ 489384 h 1165614"/>
                <a:gd name="connsiteX136" fmla="*/ 15960 w 324322"/>
                <a:gd name="connsiteY136" fmla="*/ 500333 h 1165614"/>
                <a:gd name="connsiteX137" fmla="*/ 9973 w 324322"/>
                <a:gd name="connsiteY137" fmla="*/ 510255 h 1165614"/>
                <a:gd name="connsiteX138" fmla="*/ 11000 w 324322"/>
                <a:gd name="connsiteY138" fmla="*/ 521889 h 1165614"/>
                <a:gd name="connsiteX139" fmla="*/ 14164 w 324322"/>
                <a:gd name="connsiteY139" fmla="*/ 522060 h 1165614"/>
                <a:gd name="connsiteX140" fmla="*/ 8263 w 324322"/>
                <a:gd name="connsiteY140" fmla="*/ 558671 h 1165614"/>
                <a:gd name="connsiteX141" fmla="*/ 6295 w 324322"/>
                <a:gd name="connsiteY141" fmla="*/ 615811 h 1165614"/>
                <a:gd name="connsiteX142" fmla="*/ 2275 w 324322"/>
                <a:gd name="connsiteY142" fmla="*/ 669958 h 1165614"/>
                <a:gd name="connsiteX143" fmla="*/ 308 w 324322"/>
                <a:gd name="connsiteY143" fmla="*/ 692797 h 1165614"/>
                <a:gd name="connsiteX144" fmla="*/ 308 w 324322"/>
                <a:gd name="connsiteY144" fmla="*/ 692797 h 116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</a:cxnLst>
              <a:rect l="l" t="t" r="r" b="b"/>
              <a:pathLst>
                <a:path w="324322" h="1165614">
                  <a:moveTo>
                    <a:pt x="245463" y="349441"/>
                  </a:moveTo>
                  <a:cubicBezTo>
                    <a:pt x="246234" y="349270"/>
                    <a:pt x="247259" y="349356"/>
                    <a:pt x="248629" y="349783"/>
                  </a:cubicBezTo>
                  <a:cubicBezTo>
                    <a:pt x="251879" y="350981"/>
                    <a:pt x="254617" y="358765"/>
                    <a:pt x="256242" y="364753"/>
                  </a:cubicBezTo>
                  <a:cubicBezTo>
                    <a:pt x="256927" y="367576"/>
                    <a:pt x="257353" y="370056"/>
                    <a:pt x="257952" y="371681"/>
                  </a:cubicBezTo>
                  <a:cubicBezTo>
                    <a:pt x="257952" y="371681"/>
                    <a:pt x="257438" y="372965"/>
                    <a:pt x="258209" y="373478"/>
                  </a:cubicBezTo>
                  <a:cubicBezTo>
                    <a:pt x="257866" y="376044"/>
                    <a:pt x="253161" y="374675"/>
                    <a:pt x="252307" y="374675"/>
                  </a:cubicBezTo>
                  <a:cubicBezTo>
                    <a:pt x="251280" y="374675"/>
                    <a:pt x="246660" y="375018"/>
                    <a:pt x="244010" y="375018"/>
                  </a:cubicBezTo>
                  <a:cubicBezTo>
                    <a:pt x="241358" y="375018"/>
                    <a:pt x="242043" y="371339"/>
                    <a:pt x="241700" y="364411"/>
                  </a:cubicBezTo>
                  <a:cubicBezTo>
                    <a:pt x="241529" y="359792"/>
                    <a:pt x="243839" y="353291"/>
                    <a:pt x="245549" y="349441"/>
                  </a:cubicBezTo>
                  <a:lnTo>
                    <a:pt x="245549" y="349441"/>
                  </a:lnTo>
                  <a:close/>
                  <a:moveTo>
                    <a:pt x="394" y="692540"/>
                  </a:moveTo>
                  <a:cubicBezTo>
                    <a:pt x="5953" y="697587"/>
                    <a:pt x="37174" y="708451"/>
                    <a:pt x="41110" y="709905"/>
                  </a:cubicBezTo>
                  <a:cubicBezTo>
                    <a:pt x="41196" y="709905"/>
                    <a:pt x="41536" y="709990"/>
                    <a:pt x="41965" y="710161"/>
                  </a:cubicBezTo>
                  <a:cubicBezTo>
                    <a:pt x="45559" y="723591"/>
                    <a:pt x="50176" y="739758"/>
                    <a:pt x="52571" y="748227"/>
                  </a:cubicBezTo>
                  <a:cubicBezTo>
                    <a:pt x="57020" y="764137"/>
                    <a:pt x="60014" y="803827"/>
                    <a:pt x="61040" y="820251"/>
                  </a:cubicBezTo>
                  <a:cubicBezTo>
                    <a:pt x="62067" y="836674"/>
                    <a:pt x="59073" y="885774"/>
                    <a:pt x="62495" y="909640"/>
                  </a:cubicBezTo>
                  <a:cubicBezTo>
                    <a:pt x="66002" y="933505"/>
                    <a:pt x="73443" y="966267"/>
                    <a:pt x="82339" y="999028"/>
                  </a:cubicBezTo>
                  <a:cubicBezTo>
                    <a:pt x="91321" y="1031790"/>
                    <a:pt x="101757" y="1058136"/>
                    <a:pt x="104238" y="1072079"/>
                  </a:cubicBezTo>
                  <a:cubicBezTo>
                    <a:pt x="106719" y="1086022"/>
                    <a:pt x="106719" y="1097399"/>
                    <a:pt x="103212" y="1109802"/>
                  </a:cubicBezTo>
                  <a:cubicBezTo>
                    <a:pt x="99704" y="1122205"/>
                    <a:pt x="94316" y="1138116"/>
                    <a:pt x="90807" y="1147097"/>
                  </a:cubicBezTo>
                  <a:cubicBezTo>
                    <a:pt x="87301" y="1155994"/>
                    <a:pt x="83366" y="1155994"/>
                    <a:pt x="84820" y="1158560"/>
                  </a:cubicBezTo>
                  <a:cubicBezTo>
                    <a:pt x="86273" y="1161040"/>
                    <a:pt x="79346" y="1166515"/>
                    <a:pt x="109628" y="1165488"/>
                  </a:cubicBezTo>
                  <a:lnTo>
                    <a:pt x="138453" y="1161981"/>
                  </a:lnTo>
                  <a:lnTo>
                    <a:pt x="140421" y="1156507"/>
                  </a:lnTo>
                  <a:cubicBezTo>
                    <a:pt x="140421" y="1156507"/>
                    <a:pt x="140934" y="1160955"/>
                    <a:pt x="143929" y="1161468"/>
                  </a:cubicBezTo>
                  <a:cubicBezTo>
                    <a:pt x="146922" y="1161981"/>
                    <a:pt x="149403" y="1161981"/>
                    <a:pt x="149403" y="1161981"/>
                  </a:cubicBezTo>
                  <a:cubicBezTo>
                    <a:pt x="149403" y="1161981"/>
                    <a:pt x="145896" y="1142564"/>
                    <a:pt x="148375" y="1137602"/>
                  </a:cubicBezTo>
                  <a:cubicBezTo>
                    <a:pt x="150856" y="1132641"/>
                    <a:pt x="152312" y="1125199"/>
                    <a:pt x="152823" y="1120751"/>
                  </a:cubicBezTo>
                  <a:cubicBezTo>
                    <a:pt x="153337" y="1116303"/>
                    <a:pt x="140421" y="1095945"/>
                    <a:pt x="138967" y="1080548"/>
                  </a:cubicBezTo>
                  <a:cubicBezTo>
                    <a:pt x="137514" y="1065150"/>
                    <a:pt x="138967" y="975762"/>
                    <a:pt x="135972" y="934532"/>
                  </a:cubicBezTo>
                  <a:cubicBezTo>
                    <a:pt x="132980" y="893301"/>
                    <a:pt x="126051" y="854039"/>
                    <a:pt x="126990" y="843603"/>
                  </a:cubicBezTo>
                  <a:cubicBezTo>
                    <a:pt x="128018" y="833167"/>
                    <a:pt x="137940" y="809302"/>
                    <a:pt x="135972" y="797412"/>
                  </a:cubicBezTo>
                  <a:cubicBezTo>
                    <a:pt x="134005" y="785522"/>
                    <a:pt x="130499" y="728381"/>
                    <a:pt x="131013" y="722394"/>
                  </a:cubicBezTo>
                  <a:cubicBezTo>
                    <a:pt x="131013" y="722222"/>
                    <a:pt x="131013" y="721966"/>
                    <a:pt x="131013" y="721795"/>
                  </a:cubicBezTo>
                  <a:cubicBezTo>
                    <a:pt x="136401" y="722308"/>
                    <a:pt x="141791" y="722736"/>
                    <a:pt x="147264" y="723078"/>
                  </a:cubicBezTo>
                  <a:cubicBezTo>
                    <a:pt x="147436" y="726671"/>
                    <a:pt x="147692" y="730263"/>
                    <a:pt x="147864" y="733343"/>
                  </a:cubicBezTo>
                  <a:cubicBezTo>
                    <a:pt x="148889" y="746259"/>
                    <a:pt x="152312" y="795958"/>
                    <a:pt x="157272" y="815289"/>
                  </a:cubicBezTo>
                  <a:cubicBezTo>
                    <a:pt x="162234" y="834621"/>
                    <a:pt x="162747" y="836674"/>
                    <a:pt x="163773" y="847538"/>
                  </a:cubicBezTo>
                  <a:cubicBezTo>
                    <a:pt x="164800" y="858487"/>
                    <a:pt x="164287" y="887741"/>
                    <a:pt x="164800" y="907159"/>
                  </a:cubicBezTo>
                  <a:cubicBezTo>
                    <a:pt x="165314" y="926491"/>
                    <a:pt x="168307" y="968234"/>
                    <a:pt x="170788" y="997574"/>
                  </a:cubicBezTo>
                  <a:cubicBezTo>
                    <a:pt x="173269" y="1026914"/>
                    <a:pt x="177717" y="1055228"/>
                    <a:pt x="176261" y="1063183"/>
                  </a:cubicBezTo>
                  <a:cubicBezTo>
                    <a:pt x="174808" y="1071138"/>
                    <a:pt x="172755" y="1069684"/>
                    <a:pt x="172070" y="1076613"/>
                  </a:cubicBezTo>
                  <a:cubicBezTo>
                    <a:pt x="171729" y="1080034"/>
                    <a:pt x="172327" y="1079607"/>
                    <a:pt x="172755" y="1086022"/>
                  </a:cubicBezTo>
                  <a:cubicBezTo>
                    <a:pt x="173269" y="1092523"/>
                    <a:pt x="171301" y="1093464"/>
                    <a:pt x="171301" y="1099965"/>
                  </a:cubicBezTo>
                  <a:cubicBezTo>
                    <a:pt x="171301" y="1106466"/>
                    <a:pt x="170788" y="1112368"/>
                    <a:pt x="171301" y="1116389"/>
                  </a:cubicBezTo>
                  <a:cubicBezTo>
                    <a:pt x="171813" y="1120323"/>
                    <a:pt x="170788" y="1138201"/>
                    <a:pt x="165314" y="1144702"/>
                  </a:cubicBezTo>
                  <a:cubicBezTo>
                    <a:pt x="159838" y="1151203"/>
                    <a:pt x="164800" y="1150177"/>
                    <a:pt x="166339" y="1153598"/>
                  </a:cubicBezTo>
                  <a:cubicBezTo>
                    <a:pt x="167793" y="1157105"/>
                    <a:pt x="165314" y="1157533"/>
                    <a:pt x="166339" y="1161040"/>
                  </a:cubicBezTo>
                  <a:cubicBezTo>
                    <a:pt x="167367" y="1164547"/>
                    <a:pt x="173269" y="1163008"/>
                    <a:pt x="173269" y="1163008"/>
                  </a:cubicBezTo>
                  <a:lnTo>
                    <a:pt x="210991" y="1163008"/>
                  </a:lnTo>
                  <a:cubicBezTo>
                    <a:pt x="210991" y="1163008"/>
                    <a:pt x="215439" y="1161040"/>
                    <a:pt x="215011" y="1159501"/>
                  </a:cubicBezTo>
                  <a:cubicBezTo>
                    <a:pt x="214499" y="1158046"/>
                    <a:pt x="210991" y="1149578"/>
                    <a:pt x="211505" y="1147097"/>
                  </a:cubicBezTo>
                  <a:cubicBezTo>
                    <a:pt x="212018" y="1144617"/>
                    <a:pt x="211505" y="1135207"/>
                    <a:pt x="211505" y="1127680"/>
                  </a:cubicBezTo>
                  <a:cubicBezTo>
                    <a:pt x="211505" y="1120152"/>
                    <a:pt x="205517" y="1102360"/>
                    <a:pt x="205517" y="1099366"/>
                  </a:cubicBezTo>
                  <a:cubicBezTo>
                    <a:pt x="205517" y="1096372"/>
                    <a:pt x="209965" y="1092437"/>
                    <a:pt x="209965" y="1088931"/>
                  </a:cubicBezTo>
                  <a:cubicBezTo>
                    <a:pt x="209965" y="1085423"/>
                    <a:pt x="207998" y="1069085"/>
                    <a:pt x="209452" y="1057110"/>
                  </a:cubicBezTo>
                  <a:cubicBezTo>
                    <a:pt x="210905" y="1045220"/>
                    <a:pt x="236310" y="973623"/>
                    <a:pt x="234771" y="912035"/>
                  </a:cubicBezTo>
                  <a:cubicBezTo>
                    <a:pt x="233318" y="850446"/>
                    <a:pt x="224335" y="816658"/>
                    <a:pt x="225789" y="795786"/>
                  </a:cubicBezTo>
                  <a:cubicBezTo>
                    <a:pt x="227245" y="774915"/>
                    <a:pt x="233232" y="755070"/>
                    <a:pt x="234257" y="750536"/>
                  </a:cubicBezTo>
                  <a:cubicBezTo>
                    <a:pt x="234857" y="747713"/>
                    <a:pt x="238449" y="732573"/>
                    <a:pt x="241015" y="721624"/>
                  </a:cubicBezTo>
                  <a:cubicBezTo>
                    <a:pt x="249312" y="720084"/>
                    <a:pt x="256327" y="718031"/>
                    <a:pt x="261546" y="715208"/>
                  </a:cubicBezTo>
                  <a:lnTo>
                    <a:pt x="264539" y="714182"/>
                  </a:lnTo>
                  <a:cubicBezTo>
                    <a:pt x="264539" y="714182"/>
                    <a:pt x="265566" y="646606"/>
                    <a:pt x="268045" y="631722"/>
                  </a:cubicBezTo>
                  <a:cubicBezTo>
                    <a:pt x="270526" y="616838"/>
                    <a:pt x="270526" y="588011"/>
                    <a:pt x="262058" y="552255"/>
                  </a:cubicBezTo>
                  <a:cubicBezTo>
                    <a:pt x="262058" y="552255"/>
                    <a:pt x="265566" y="548321"/>
                    <a:pt x="265052" y="546268"/>
                  </a:cubicBezTo>
                  <a:cubicBezTo>
                    <a:pt x="265052" y="546268"/>
                    <a:pt x="263768" y="536174"/>
                    <a:pt x="262229" y="532239"/>
                  </a:cubicBezTo>
                  <a:cubicBezTo>
                    <a:pt x="260775" y="528219"/>
                    <a:pt x="265737" y="528219"/>
                    <a:pt x="265224" y="524797"/>
                  </a:cubicBezTo>
                  <a:cubicBezTo>
                    <a:pt x="264710" y="521290"/>
                    <a:pt x="259236" y="487074"/>
                    <a:pt x="255300" y="475612"/>
                  </a:cubicBezTo>
                  <a:cubicBezTo>
                    <a:pt x="251365" y="464150"/>
                    <a:pt x="249312" y="453286"/>
                    <a:pt x="241358" y="444305"/>
                  </a:cubicBezTo>
                  <a:cubicBezTo>
                    <a:pt x="241358" y="444305"/>
                    <a:pt x="239390" y="440797"/>
                    <a:pt x="239904" y="437376"/>
                  </a:cubicBezTo>
                  <a:cubicBezTo>
                    <a:pt x="240416" y="433869"/>
                    <a:pt x="239904" y="427967"/>
                    <a:pt x="239904" y="427967"/>
                  </a:cubicBezTo>
                  <a:cubicBezTo>
                    <a:pt x="239904" y="427967"/>
                    <a:pt x="247859" y="426940"/>
                    <a:pt x="255300" y="428993"/>
                  </a:cubicBezTo>
                  <a:cubicBezTo>
                    <a:pt x="262743" y="430960"/>
                    <a:pt x="278654" y="434981"/>
                    <a:pt x="286608" y="435409"/>
                  </a:cubicBezTo>
                  <a:cubicBezTo>
                    <a:pt x="294563" y="435922"/>
                    <a:pt x="295591" y="438916"/>
                    <a:pt x="300550" y="437376"/>
                  </a:cubicBezTo>
                  <a:cubicBezTo>
                    <a:pt x="305512" y="435922"/>
                    <a:pt x="321424" y="433441"/>
                    <a:pt x="320910" y="420525"/>
                  </a:cubicBezTo>
                  <a:cubicBezTo>
                    <a:pt x="320396" y="407608"/>
                    <a:pt x="316462" y="396659"/>
                    <a:pt x="318429" y="389217"/>
                  </a:cubicBezTo>
                  <a:cubicBezTo>
                    <a:pt x="320396" y="381775"/>
                    <a:pt x="325870" y="381775"/>
                    <a:pt x="323903" y="375787"/>
                  </a:cubicBezTo>
                  <a:cubicBezTo>
                    <a:pt x="321935" y="369800"/>
                    <a:pt x="309447" y="341486"/>
                    <a:pt x="306966" y="330109"/>
                  </a:cubicBezTo>
                  <a:cubicBezTo>
                    <a:pt x="304485" y="318647"/>
                    <a:pt x="303460" y="269975"/>
                    <a:pt x="286095" y="240721"/>
                  </a:cubicBezTo>
                  <a:cubicBezTo>
                    <a:pt x="268730" y="211381"/>
                    <a:pt x="258294" y="205478"/>
                    <a:pt x="253332" y="203511"/>
                  </a:cubicBezTo>
                  <a:cubicBezTo>
                    <a:pt x="248373" y="201543"/>
                    <a:pt x="247345" y="195556"/>
                    <a:pt x="241871" y="196069"/>
                  </a:cubicBezTo>
                  <a:cubicBezTo>
                    <a:pt x="236396" y="196582"/>
                    <a:pt x="238877" y="197523"/>
                    <a:pt x="233915" y="196582"/>
                  </a:cubicBezTo>
                  <a:cubicBezTo>
                    <a:pt x="228955" y="195556"/>
                    <a:pt x="225960" y="190167"/>
                    <a:pt x="221512" y="190167"/>
                  </a:cubicBezTo>
                  <a:cubicBezTo>
                    <a:pt x="217064" y="190167"/>
                    <a:pt x="218519" y="190167"/>
                    <a:pt x="215011" y="187173"/>
                  </a:cubicBezTo>
                  <a:cubicBezTo>
                    <a:pt x="211505" y="184179"/>
                    <a:pt x="204062" y="181698"/>
                    <a:pt x="203550" y="179218"/>
                  </a:cubicBezTo>
                  <a:cubicBezTo>
                    <a:pt x="203550" y="179218"/>
                    <a:pt x="191659" y="165360"/>
                    <a:pt x="206543" y="167328"/>
                  </a:cubicBezTo>
                  <a:cubicBezTo>
                    <a:pt x="221426" y="169295"/>
                    <a:pt x="224421" y="174770"/>
                    <a:pt x="224421" y="174770"/>
                  </a:cubicBezTo>
                  <a:cubicBezTo>
                    <a:pt x="224421" y="174770"/>
                    <a:pt x="224678" y="162709"/>
                    <a:pt x="203379" y="151674"/>
                  </a:cubicBezTo>
                  <a:cubicBezTo>
                    <a:pt x="202437" y="149963"/>
                    <a:pt x="201583" y="148252"/>
                    <a:pt x="201326" y="147140"/>
                  </a:cubicBezTo>
                  <a:cubicBezTo>
                    <a:pt x="201326" y="147140"/>
                    <a:pt x="206286" y="149108"/>
                    <a:pt x="209794" y="149621"/>
                  </a:cubicBezTo>
                  <a:cubicBezTo>
                    <a:pt x="213301" y="150134"/>
                    <a:pt x="205346" y="144146"/>
                    <a:pt x="202351" y="136705"/>
                  </a:cubicBezTo>
                  <a:cubicBezTo>
                    <a:pt x="199359" y="129263"/>
                    <a:pt x="189435" y="118827"/>
                    <a:pt x="189948" y="116859"/>
                  </a:cubicBezTo>
                  <a:cubicBezTo>
                    <a:pt x="190462" y="114892"/>
                    <a:pt x="201837" y="127295"/>
                    <a:pt x="203379" y="126782"/>
                  </a:cubicBezTo>
                  <a:cubicBezTo>
                    <a:pt x="203379" y="126782"/>
                    <a:pt x="194397" y="116346"/>
                    <a:pt x="191916" y="111385"/>
                  </a:cubicBezTo>
                  <a:cubicBezTo>
                    <a:pt x="189435" y="106423"/>
                    <a:pt x="197903" y="113865"/>
                    <a:pt x="197903" y="113865"/>
                  </a:cubicBezTo>
                  <a:cubicBezTo>
                    <a:pt x="197903" y="113865"/>
                    <a:pt x="190291" y="103943"/>
                    <a:pt x="185843" y="101462"/>
                  </a:cubicBezTo>
                  <a:cubicBezTo>
                    <a:pt x="181394" y="98982"/>
                    <a:pt x="181823" y="92994"/>
                    <a:pt x="183362" y="88033"/>
                  </a:cubicBezTo>
                  <a:cubicBezTo>
                    <a:pt x="184815" y="83071"/>
                    <a:pt x="185329" y="79564"/>
                    <a:pt x="183875" y="75116"/>
                  </a:cubicBezTo>
                  <a:cubicBezTo>
                    <a:pt x="182422" y="70668"/>
                    <a:pt x="179427" y="60745"/>
                    <a:pt x="178913" y="54244"/>
                  </a:cubicBezTo>
                  <a:cubicBezTo>
                    <a:pt x="178400" y="47829"/>
                    <a:pt x="163004" y="5059"/>
                    <a:pt x="109371" y="98"/>
                  </a:cubicBezTo>
                  <a:cubicBezTo>
                    <a:pt x="94487" y="-1271"/>
                    <a:pt x="72160" y="11988"/>
                    <a:pt x="67626" y="22424"/>
                  </a:cubicBezTo>
                  <a:cubicBezTo>
                    <a:pt x="63178" y="32859"/>
                    <a:pt x="58218" y="47743"/>
                    <a:pt x="60697" y="55185"/>
                  </a:cubicBezTo>
                  <a:cubicBezTo>
                    <a:pt x="63178" y="62627"/>
                    <a:pt x="59244" y="67674"/>
                    <a:pt x="60357" y="71267"/>
                  </a:cubicBezTo>
                  <a:cubicBezTo>
                    <a:pt x="61468" y="74774"/>
                    <a:pt x="64634" y="78367"/>
                    <a:pt x="66687" y="81874"/>
                  </a:cubicBezTo>
                  <a:cubicBezTo>
                    <a:pt x="68654" y="85381"/>
                    <a:pt x="68055" y="93849"/>
                    <a:pt x="68311" y="99409"/>
                  </a:cubicBezTo>
                  <a:cubicBezTo>
                    <a:pt x="68996" y="111385"/>
                    <a:pt x="74299" y="109674"/>
                    <a:pt x="78233" y="119939"/>
                  </a:cubicBezTo>
                  <a:cubicBezTo>
                    <a:pt x="80029" y="124558"/>
                    <a:pt x="83709" y="127723"/>
                    <a:pt x="92605" y="134652"/>
                  </a:cubicBezTo>
                  <a:cubicBezTo>
                    <a:pt x="101585" y="141580"/>
                    <a:pt x="102527" y="144061"/>
                    <a:pt x="103041" y="146542"/>
                  </a:cubicBezTo>
                  <a:cubicBezTo>
                    <a:pt x="103041" y="146884"/>
                    <a:pt x="103212" y="147825"/>
                    <a:pt x="103212" y="149193"/>
                  </a:cubicBezTo>
                  <a:cubicBezTo>
                    <a:pt x="98850" y="152444"/>
                    <a:pt x="82168" y="165360"/>
                    <a:pt x="77465" y="172289"/>
                  </a:cubicBezTo>
                  <a:cubicBezTo>
                    <a:pt x="71989" y="180244"/>
                    <a:pt x="76951" y="196668"/>
                    <a:pt x="73017" y="198635"/>
                  </a:cubicBezTo>
                  <a:cubicBezTo>
                    <a:pt x="68996" y="200602"/>
                    <a:pt x="53171" y="204623"/>
                    <a:pt x="47697" y="208044"/>
                  </a:cubicBezTo>
                  <a:cubicBezTo>
                    <a:pt x="42221" y="211552"/>
                    <a:pt x="34267" y="217026"/>
                    <a:pt x="33325" y="221474"/>
                  </a:cubicBezTo>
                  <a:cubicBezTo>
                    <a:pt x="32728" y="224297"/>
                    <a:pt x="30332" y="229686"/>
                    <a:pt x="28620" y="233706"/>
                  </a:cubicBezTo>
                  <a:cubicBezTo>
                    <a:pt x="27338" y="233450"/>
                    <a:pt x="26653" y="233279"/>
                    <a:pt x="26653" y="233279"/>
                  </a:cubicBezTo>
                  <a:lnTo>
                    <a:pt x="27081" y="237641"/>
                  </a:lnTo>
                  <a:cubicBezTo>
                    <a:pt x="27081" y="237641"/>
                    <a:pt x="26910" y="238325"/>
                    <a:pt x="26910" y="238411"/>
                  </a:cubicBezTo>
                  <a:cubicBezTo>
                    <a:pt x="26910" y="238582"/>
                    <a:pt x="26824" y="239352"/>
                    <a:pt x="26653" y="240550"/>
                  </a:cubicBezTo>
                  <a:lnTo>
                    <a:pt x="9459" y="241234"/>
                  </a:lnTo>
                  <a:cubicBezTo>
                    <a:pt x="9459" y="241234"/>
                    <a:pt x="14678" y="253637"/>
                    <a:pt x="22035" y="269462"/>
                  </a:cubicBezTo>
                  <a:cubicBezTo>
                    <a:pt x="21265" y="273140"/>
                    <a:pt x="20580" y="275963"/>
                    <a:pt x="19980" y="277160"/>
                  </a:cubicBezTo>
                  <a:cubicBezTo>
                    <a:pt x="17501" y="282122"/>
                    <a:pt x="15534" y="287596"/>
                    <a:pt x="15534" y="294525"/>
                  </a:cubicBezTo>
                  <a:cubicBezTo>
                    <a:pt x="15534" y="301454"/>
                    <a:pt x="16988" y="303421"/>
                    <a:pt x="16560" y="309922"/>
                  </a:cubicBezTo>
                  <a:cubicBezTo>
                    <a:pt x="16046" y="316338"/>
                    <a:pt x="12625" y="319331"/>
                    <a:pt x="12625" y="325832"/>
                  </a:cubicBezTo>
                  <a:cubicBezTo>
                    <a:pt x="12625" y="332333"/>
                    <a:pt x="11172" y="342256"/>
                    <a:pt x="12625" y="347731"/>
                  </a:cubicBezTo>
                  <a:cubicBezTo>
                    <a:pt x="14164" y="353205"/>
                    <a:pt x="16560" y="353205"/>
                    <a:pt x="11598" y="358166"/>
                  </a:cubicBezTo>
                  <a:cubicBezTo>
                    <a:pt x="6638" y="363128"/>
                    <a:pt x="6124" y="362101"/>
                    <a:pt x="7663" y="367062"/>
                  </a:cubicBezTo>
                  <a:cubicBezTo>
                    <a:pt x="9119" y="372024"/>
                    <a:pt x="11172" y="372537"/>
                    <a:pt x="9119" y="376044"/>
                  </a:cubicBezTo>
                  <a:cubicBezTo>
                    <a:pt x="7149" y="379551"/>
                    <a:pt x="222" y="387421"/>
                    <a:pt x="1162" y="396916"/>
                  </a:cubicBezTo>
                  <a:cubicBezTo>
                    <a:pt x="2190" y="406325"/>
                    <a:pt x="1162" y="410773"/>
                    <a:pt x="4157" y="418301"/>
                  </a:cubicBezTo>
                  <a:cubicBezTo>
                    <a:pt x="7149" y="425743"/>
                    <a:pt x="8177" y="436692"/>
                    <a:pt x="12111" y="436692"/>
                  </a:cubicBezTo>
                  <a:cubicBezTo>
                    <a:pt x="16046" y="436692"/>
                    <a:pt x="21522" y="437205"/>
                    <a:pt x="26481" y="439172"/>
                  </a:cubicBezTo>
                  <a:cubicBezTo>
                    <a:pt x="31443" y="441140"/>
                    <a:pt x="35378" y="441140"/>
                    <a:pt x="36405" y="442679"/>
                  </a:cubicBezTo>
                  <a:cubicBezTo>
                    <a:pt x="37431" y="444133"/>
                    <a:pt x="36405" y="445673"/>
                    <a:pt x="32897" y="451661"/>
                  </a:cubicBezTo>
                  <a:cubicBezTo>
                    <a:pt x="29391" y="457649"/>
                    <a:pt x="26481" y="456622"/>
                    <a:pt x="26910" y="463551"/>
                  </a:cubicBezTo>
                  <a:cubicBezTo>
                    <a:pt x="27423" y="470480"/>
                    <a:pt x="27937" y="481429"/>
                    <a:pt x="23403" y="489384"/>
                  </a:cubicBezTo>
                  <a:cubicBezTo>
                    <a:pt x="18955" y="497339"/>
                    <a:pt x="19897" y="493832"/>
                    <a:pt x="15960" y="500333"/>
                  </a:cubicBezTo>
                  <a:cubicBezTo>
                    <a:pt x="12026" y="506834"/>
                    <a:pt x="9545" y="502814"/>
                    <a:pt x="9973" y="510255"/>
                  </a:cubicBezTo>
                  <a:cubicBezTo>
                    <a:pt x="10487" y="517697"/>
                    <a:pt x="11000" y="521889"/>
                    <a:pt x="11000" y="521889"/>
                  </a:cubicBezTo>
                  <a:cubicBezTo>
                    <a:pt x="11000" y="521889"/>
                    <a:pt x="12111" y="521889"/>
                    <a:pt x="14164" y="522060"/>
                  </a:cubicBezTo>
                  <a:cubicBezTo>
                    <a:pt x="13822" y="524113"/>
                    <a:pt x="10144" y="544471"/>
                    <a:pt x="8263" y="558671"/>
                  </a:cubicBezTo>
                  <a:cubicBezTo>
                    <a:pt x="6295" y="573555"/>
                    <a:pt x="4756" y="602895"/>
                    <a:pt x="6295" y="615811"/>
                  </a:cubicBezTo>
                  <a:cubicBezTo>
                    <a:pt x="7749" y="628728"/>
                    <a:pt x="2789" y="655074"/>
                    <a:pt x="2275" y="669958"/>
                  </a:cubicBezTo>
                  <a:cubicBezTo>
                    <a:pt x="1761" y="684842"/>
                    <a:pt x="-891" y="691770"/>
                    <a:pt x="308" y="692797"/>
                  </a:cubicBezTo>
                  <a:lnTo>
                    <a:pt x="308" y="692797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AFE8ED0-2F03-804E-C8EF-C80770B79BBC}"/>
                </a:ext>
              </a:extLst>
            </p:cNvPr>
            <p:cNvSpPr/>
            <p:nvPr/>
          </p:nvSpPr>
          <p:spPr>
            <a:xfrm>
              <a:off x="10860110" y="1145937"/>
              <a:ext cx="335144" cy="1191536"/>
            </a:xfrm>
            <a:custGeom>
              <a:avLst/>
              <a:gdLst>
                <a:gd name="connsiteX0" fmla="*/ 20011 w 335144"/>
                <a:gd name="connsiteY0" fmla="*/ 486016 h 1191536"/>
                <a:gd name="connsiteX1" fmla="*/ 7008 w 335144"/>
                <a:gd name="connsiteY1" fmla="*/ 515099 h 1191536"/>
                <a:gd name="connsiteX2" fmla="*/ 336 w 335144"/>
                <a:gd name="connsiteY2" fmla="*/ 528786 h 1191536"/>
                <a:gd name="connsiteX3" fmla="*/ 18555 w 335144"/>
                <a:gd name="connsiteY3" fmla="*/ 544867 h 1191536"/>
                <a:gd name="connsiteX4" fmla="*/ 32927 w 335144"/>
                <a:gd name="connsiteY4" fmla="*/ 553250 h 1191536"/>
                <a:gd name="connsiteX5" fmla="*/ 31900 w 335144"/>
                <a:gd name="connsiteY5" fmla="*/ 562574 h 1191536"/>
                <a:gd name="connsiteX6" fmla="*/ 31129 w 335144"/>
                <a:gd name="connsiteY6" fmla="*/ 584130 h 1191536"/>
                <a:gd name="connsiteX7" fmla="*/ 51489 w 335144"/>
                <a:gd name="connsiteY7" fmla="*/ 798321 h 1191536"/>
                <a:gd name="connsiteX8" fmla="*/ 50461 w 335144"/>
                <a:gd name="connsiteY8" fmla="*/ 801486 h 1191536"/>
                <a:gd name="connsiteX9" fmla="*/ 68254 w 335144"/>
                <a:gd name="connsiteY9" fmla="*/ 807217 h 1191536"/>
                <a:gd name="connsiteX10" fmla="*/ 69707 w 335144"/>
                <a:gd name="connsiteY10" fmla="*/ 807730 h 1191536"/>
                <a:gd name="connsiteX11" fmla="*/ 71249 w 335144"/>
                <a:gd name="connsiteY11" fmla="*/ 808072 h 1191536"/>
                <a:gd name="connsiteX12" fmla="*/ 71760 w 335144"/>
                <a:gd name="connsiteY12" fmla="*/ 818337 h 1191536"/>
                <a:gd name="connsiteX13" fmla="*/ 66458 w 335144"/>
                <a:gd name="connsiteY13" fmla="*/ 882577 h 1191536"/>
                <a:gd name="connsiteX14" fmla="*/ 72445 w 335144"/>
                <a:gd name="connsiteY14" fmla="*/ 951436 h 1191536"/>
                <a:gd name="connsiteX15" fmla="*/ 89639 w 335144"/>
                <a:gd name="connsiteY15" fmla="*/ 1011742 h 1191536"/>
                <a:gd name="connsiteX16" fmla="*/ 111195 w 335144"/>
                <a:gd name="connsiteY16" fmla="*/ 1082568 h 1191536"/>
                <a:gd name="connsiteX17" fmla="*/ 108885 w 335144"/>
                <a:gd name="connsiteY17" fmla="*/ 1095485 h 1191536"/>
                <a:gd name="connsiteX18" fmla="*/ 109228 w 335144"/>
                <a:gd name="connsiteY18" fmla="*/ 1105408 h 1191536"/>
                <a:gd name="connsiteX19" fmla="*/ 114190 w 335144"/>
                <a:gd name="connsiteY19" fmla="*/ 1114389 h 1191536"/>
                <a:gd name="connsiteX20" fmla="*/ 111537 w 335144"/>
                <a:gd name="connsiteY20" fmla="*/ 1122002 h 1191536"/>
                <a:gd name="connsiteX21" fmla="*/ 113505 w 335144"/>
                <a:gd name="connsiteY21" fmla="*/ 1153823 h 1191536"/>
                <a:gd name="connsiteX22" fmla="*/ 115129 w 335144"/>
                <a:gd name="connsiteY22" fmla="*/ 1166397 h 1191536"/>
                <a:gd name="connsiteX23" fmla="*/ 113505 w 335144"/>
                <a:gd name="connsiteY23" fmla="*/ 1177346 h 1191536"/>
                <a:gd name="connsiteX24" fmla="*/ 117782 w 335144"/>
                <a:gd name="connsiteY24" fmla="*/ 1190263 h 1191536"/>
                <a:gd name="connsiteX25" fmla="*/ 171415 w 335144"/>
                <a:gd name="connsiteY25" fmla="*/ 1190605 h 1191536"/>
                <a:gd name="connsiteX26" fmla="*/ 175350 w 335144"/>
                <a:gd name="connsiteY26" fmla="*/ 1184275 h 1191536"/>
                <a:gd name="connsiteX27" fmla="*/ 169362 w 335144"/>
                <a:gd name="connsiteY27" fmla="*/ 1161436 h 1191536"/>
                <a:gd name="connsiteX28" fmla="*/ 159098 w 335144"/>
                <a:gd name="connsiteY28" fmla="*/ 1124996 h 1191536"/>
                <a:gd name="connsiteX29" fmla="*/ 158755 w 335144"/>
                <a:gd name="connsiteY29" fmla="*/ 1117383 h 1191536"/>
                <a:gd name="connsiteX30" fmla="*/ 153108 w 335144"/>
                <a:gd name="connsiteY30" fmla="*/ 1106092 h 1191536"/>
                <a:gd name="connsiteX31" fmla="*/ 148149 w 335144"/>
                <a:gd name="connsiteY31" fmla="*/ 1071020 h 1191536"/>
                <a:gd name="connsiteX32" fmla="*/ 146181 w 335144"/>
                <a:gd name="connsiteY32" fmla="*/ 946817 h 1191536"/>
                <a:gd name="connsiteX33" fmla="*/ 141219 w 335144"/>
                <a:gd name="connsiteY33" fmla="*/ 864357 h 1191536"/>
                <a:gd name="connsiteX34" fmla="*/ 147806 w 335144"/>
                <a:gd name="connsiteY34" fmla="*/ 821929 h 1191536"/>
                <a:gd name="connsiteX35" fmla="*/ 148917 w 335144"/>
                <a:gd name="connsiteY35" fmla="*/ 817481 h 1191536"/>
                <a:gd name="connsiteX36" fmla="*/ 180397 w 335144"/>
                <a:gd name="connsiteY36" fmla="*/ 820475 h 1191536"/>
                <a:gd name="connsiteX37" fmla="*/ 185528 w 335144"/>
                <a:gd name="connsiteY37" fmla="*/ 837840 h 1191536"/>
                <a:gd name="connsiteX38" fmla="*/ 189805 w 335144"/>
                <a:gd name="connsiteY38" fmla="*/ 864015 h 1191536"/>
                <a:gd name="connsiteX39" fmla="*/ 187153 w 335144"/>
                <a:gd name="connsiteY39" fmla="*/ 895493 h 1191536"/>
                <a:gd name="connsiteX40" fmla="*/ 181851 w 335144"/>
                <a:gd name="connsiteY40" fmla="*/ 944508 h 1191536"/>
                <a:gd name="connsiteX41" fmla="*/ 187496 w 335144"/>
                <a:gd name="connsiteY41" fmla="*/ 991212 h 1191536"/>
                <a:gd name="connsiteX42" fmla="*/ 189122 w 335144"/>
                <a:gd name="connsiteY42" fmla="*/ 1064691 h 1191536"/>
                <a:gd name="connsiteX43" fmla="*/ 189122 w 335144"/>
                <a:gd name="connsiteY43" fmla="*/ 1095143 h 1191536"/>
                <a:gd name="connsiteX44" fmla="*/ 186128 w 335144"/>
                <a:gd name="connsiteY44" fmla="*/ 1104723 h 1191536"/>
                <a:gd name="connsiteX45" fmla="*/ 182793 w 335144"/>
                <a:gd name="connsiteY45" fmla="*/ 1114988 h 1191536"/>
                <a:gd name="connsiteX46" fmla="*/ 184160 w 335144"/>
                <a:gd name="connsiteY46" fmla="*/ 1143472 h 1191536"/>
                <a:gd name="connsiteX47" fmla="*/ 188095 w 335144"/>
                <a:gd name="connsiteY47" fmla="*/ 1167595 h 1191536"/>
                <a:gd name="connsiteX48" fmla="*/ 186813 w 335144"/>
                <a:gd name="connsiteY48" fmla="*/ 1185815 h 1191536"/>
                <a:gd name="connsiteX49" fmla="*/ 192800 w 335144"/>
                <a:gd name="connsiteY49" fmla="*/ 1191118 h 1191536"/>
                <a:gd name="connsiteX50" fmla="*/ 233517 w 335144"/>
                <a:gd name="connsiteY50" fmla="*/ 1189493 h 1191536"/>
                <a:gd name="connsiteX51" fmla="*/ 240446 w 335144"/>
                <a:gd name="connsiteY51" fmla="*/ 1187868 h 1191536"/>
                <a:gd name="connsiteX52" fmla="*/ 244723 w 335144"/>
                <a:gd name="connsiteY52" fmla="*/ 1175293 h 1191536"/>
                <a:gd name="connsiteX53" fmla="*/ 235484 w 335144"/>
                <a:gd name="connsiteY53" fmla="*/ 1159041 h 1191536"/>
                <a:gd name="connsiteX54" fmla="*/ 230522 w 335144"/>
                <a:gd name="connsiteY54" fmla="*/ 1119265 h 1191536"/>
                <a:gd name="connsiteX55" fmla="*/ 228212 w 335144"/>
                <a:gd name="connsiteY55" fmla="*/ 1110026 h 1191536"/>
                <a:gd name="connsiteX56" fmla="*/ 230865 w 335144"/>
                <a:gd name="connsiteY56" fmla="*/ 1098735 h 1191536"/>
                <a:gd name="connsiteX57" fmla="*/ 227187 w 335144"/>
                <a:gd name="connsiteY57" fmla="*/ 1079147 h 1191536"/>
                <a:gd name="connsiteX58" fmla="*/ 242071 w 335144"/>
                <a:gd name="connsiteY58" fmla="*/ 1022177 h 1191536"/>
                <a:gd name="connsiteX59" fmla="*/ 258665 w 335144"/>
                <a:gd name="connsiteY59" fmla="*/ 913542 h 1191536"/>
                <a:gd name="connsiteX60" fmla="*/ 257980 w 335144"/>
                <a:gd name="connsiteY60" fmla="*/ 855290 h 1191536"/>
                <a:gd name="connsiteX61" fmla="*/ 257297 w 335144"/>
                <a:gd name="connsiteY61" fmla="*/ 823127 h 1191536"/>
                <a:gd name="connsiteX62" fmla="*/ 257297 w 335144"/>
                <a:gd name="connsiteY62" fmla="*/ 822956 h 1191536"/>
                <a:gd name="connsiteX63" fmla="*/ 267390 w 335144"/>
                <a:gd name="connsiteY63" fmla="*/ 821502 h 1191536"/>
                <a:gd name="connsiteX64" fmla="*/ 286637 w 335144"/>
                <a:gd name="connsiteY64" fmla="*/ 749306 h 1191536"/>
                <a:gd name="connsiteX65" fmla="*/ 299981 w 335144"/>
                <a:gd name="connsiteY65" fmla="*/ 582162 h 1191536"/>
                <a:gd name="connsiteX66" fmla="*/ 302631 w 335144"/>
                <a:gd name="connsiteY66" fmla="*/ 577543 h 1191536"/>
                <a:gd name="connsiteX67" fmla="*/ 308193 w 335144"/>
                <a:gd name="connsiteY67" fmla="*/ 577030 h 1191536"/>
                <a:gd name="connsiteX68" fmla="*/ 305626 w 335144"/>
                <a:gd name="connsiteY68" fmla="*/ 576859 h 1191536"/>
                <a:gd name="connsiteX69" fmla="*/ 309817 w 335144"/>
                <a:gd name="connsiteY69" fmla="*/ 576260 h 1191536"/>
                <a:gd name="connsiteX70" fmla="*/ 300067 w 335144"/>
                <a:gd name="connsiteY70" fmla="*/ 471560 h 1191536"/>
                <a:gd name="connsiteX71" fmla="*/ 302291 w 335144"/>
                <a:gd name="connsiteY71" fmla="*/ 468993 h 1191536"/>
                <a:gd name="connsiteX72" fmla="*/ 302120 w 335144"/>
                <a:gd name="connsiteY72" fmla="*/ 468993 h 1191536"/>
                <a:gd name="connsiteX73" fmla="*/ 302803 w 335144"/>
                <a:gd name="connsiteY73" fmla="*/ 468224 h 1191536"/>
                <a:gd name="connsiteX74" fmla="*/ 291256 w 335144"/>
                <a:gd name="connsiteY74" fmla="*/ 429645 h 1191536"/>
                <a:gd name="connsiteX75" fmla="*/ 286037 w 335144"/>
                <a:gd name="connsiteY75" fmla="*/ 405095 h 1191536"/>
                <a:gd name="connsiteX76" fmla="*/ 317601 w 335144"/>
                <a:gd name="connsiteY76" fmla="*/ 400562 h 1191536"/>
                <a:gd name="connsiteX77" fmla="*/ 328807 w 335144"/>
                <a:gd name="connsiteY77" fmla="*/ 371478 h 1191536"/>
                <a:gd name="connsiteX78" fmla="*/ 331630 w 335144"/>
                <a:gd name="connsiteY78" fmla="*/ 363438 h 1191536"/>
                <a:gd name="connsiteX79" fmla="*/ 329834 w 335144"/>
                <a:gd name="connsiteY79" fmla="*/ 343421 h 1191536"/>
                <a:gd name="connsiteX80" fmla="*/ 335051 w 335144"/>
                <a:gd name="connsiteY80" fmla="*/ 329393 h 1191536"/>
                <a:gd name="connsiteX81" fmla="*/ 323505 w 335144"/>
                <a:gd name="connsiteY81" fmla="*/ 310489 h 1191536"/>
                <a:gd name="connsiteX82" fmla="*/ 323505 w 335144"/>
                <a:gd name="connsiteY82" fmla="*/ 302106 h 1191536"/>
                <a:gd name="connsiteX83" fmla="*/ 314779 w 335144"/>
                <a:gd name="connsiteY83" fmla="*/ 290558 h 1191536"/>
                <a:gd name="connsiteX84" fmla="*/ 317943 w 335144"/>
                <a:gd name="connsiteY84" fmla="*/ 281063 h 1191536"/>
                <a:gd name="connsiteX85" fmla="*/ 314094 w 335144"/>
                <a:gd name="connsiteY85" fmla="*/ 262843 h 1191536"/>
                <a:gd name="connsiteX86" fmla="*/ 308107 w 335144"/>
                <a:gd name="connsiteY86" fmla="*/ 241116 h 1191536"/>
                <a:gd name="connsiteX87" fmla="*/ 312298 w 335144"/>
                <a:gd name="connsiteY87" fmla="*/ 230253 h 1191536"/>
                <a:gd name="connsiteX88" fmla="*/ 301777 w 335144"/>
                <a:gd name="connsiteY88" fmla="*/ 213059 h 1191536"/>
                <a:gd name="connsiteX89" fmla="*/ 264310 w 335144"/>
                <a:gd name="connsiteY89" fmla="*/ 198346 h 1191536"/>
                <a:gd name="connsiteX90" fmla="*/ 234885 w 335144"/>
                <a:gd name="connsiteY90" fmla="*/ 192701 h 1191536"/>
                <a:gd name="connsiteX91" fmla="*/ 208795 w 335144"/>
                <a:gd name="connsiteY91" fmla="*/ 171572 h 1191536"/>
                <a:gd name="connsiteX92" fmla="*/ 208966 w 335144"/>
                <a:gd name="connsiteY92" fmla="*/ 161479 h 1191536"/>
                <a:gd name="connsiteX93" fmla="*/ 224192 w 335144"/>
                <a:gd name="connsiteY93" fmla="*/ 156175 h 1191536"/>
                <a:gd name="connsiteX94" fmla="*/ 237451 w 335144"/>
                <a:gd name="connsiteY94" fmla="*/ 134962 h 1191536"/>
                <a:gd name="connsiteX95" fmla="*/ 246091 w 335144"/>
                <a:gd name="connsiteY95" fmla="*/ 115715 h 1191536"/>
                <a:gd name="connsiteX96" fmla="*/ 248743 w 335144"/>
                <a:gd name="connsiteY96" fmla="*/ 90567 h 1191536"/>
                <a:gd name="connsiteX97" fmla="*/ 252763 w 335144"/>
                <a:gd name="connsiteY97" fmla="*/ 73373 h 1191536"/>
                <a:gd name="connsiteX98" fmla="*/ 245492 w 335144"/>
                <a:gd name="connsiteY98" fmla="*/ 32998 h 1191536"/>
                <a:gd name="connsiteX99" fmla="*/ 216323 w 335144"/>
                <a:gd name="connsiteY99" fmla="*/ 5797 h 1191536"/>
                <a:gd name="connsiteX100" fmla="*/ 148063 w 335144"/>
                <a:gd name="connsiteY100" fmla="*/ 13068 h 1191536"/>
                <a:gd name="connsiteX101" fmla="*/ 126849 w 335144"/>
                <a:gd name="connsiteY101" fmla="*/ 49508 h 1191536"/>
                <a:gd name="connsiteX102" fmla="*/ 114787 w 335144"/>
                <a:gd name="connsiteY102" fmla="*/ 67556 h 1191536"/>
                <a:gd name="connsiteX103" fmla="*/ 105807 w 335144"/>
                <a:gd name="connsiteY103" fmla="*/ 83980 h 1191536"/>
                <a:gd name="connsiteX104" fmla="*/ 101016 w 335144"/>
                <a:gd name="connsiteY104" fmla="*/ 101858 h 1191536"/>
                <a:gd name="connsiteX105" fmla="*/ 93060 w 335144"/>
                <a:gd name="connsiteY105" fmla="*/ 128974 h 1191536"/>
                <a:gd name="connsiteX106" fmla="*/ 85790 w 335144"/>
                <a:gd name="connsiteY106" fmla="*/ 145568 h 1191536"/>
                <a:gd name="connsiteX107" fmla="*/ 86475 w 335144"/>
                <a:gd name="connsiteY107" fmla="*/ 165414 h 1191536"/>
                <a:gd name="connsiteX108" fmla="*/ 87500 w 335144"/>
                <a:gd name="connsiteY108" fmla="*/ 183462 h 1191536"/>
                <a:gd name="connsiteX109" fmla="*/ 83480 w 335144"/>
                <a:gd name="connsiteY109" fmla="*/ 183976 h 1191536"/>
                <a:gd name="connsiteX110" fmla="*/ 52600 w 335144"/>
                <a:gd name="connsiteY110" fmla="*/ 185687 h 1191536"/>
                <a:gd name="connsiteX111" fmla="*/ 41395 w 335144"/>
                <a:gd name="connsiteY111" fmla="*/ 190562 h 1191536"/>
                <a:gd name="connsiteX112" fmla="*/ 28051 w 335144"/>
                <a:gd name="connsiteY112" fmla="*/ 208440 h 1191536"/>
                <a:gd name="connsiteX113" fmla="*/ 32927 w 335144"/>
                <a:gd name="connsiteY113" fmla="*/ 241715 h 1191536"/>
                <a:gd name="connsiteX114" fmla="*/ 41993 w 335144"/>
                <a:gd name="connsiteY114" fmla="*/ 260277 h 1191536"/>
                <a:gd name="connsiteX115" fmla="*/ 55337 w 335144"/>
                <a:gd name="connsiteY115" fmla="*/ 285169 h 1191536"/>
                <a:gd name="connsiteX116" fmla="*/ 63720 w 335144"/>
                <a:gd name="connsiteY116" fmla="*/ 311088 h 1191536"/>
                <a:gd name="connsiteX117" fmla="*/ 69707 w 335144"/>
                <a:gd name="connsiteY117" fmla="*/ 318102 h 1191536"/>
                <a:gd name="connsiteX118" fmla="*/ 71675 w 335144"/>
                <a:gd name="connsiteY118" fmla="*/ 336920 h 1191536"/>
                <a:gd name="connsiteX119" fmla="*/ 72531 w 335144"/>
                <a:gd name="connsiteY119" fmla="*/ 340171 h 1191536"/>
                <a:gd name="connsiteX120" fmla="*/ 73644 w 335144"/>
                <a:gd name="connsiteY120" fmla="*/ 341540 h 1191536"/>
                <a:gd name="connsiteX121" fmla="*/ 73813 w 335144"/>
                <a:gd name="connsiteY121" fmla="*/ 347955 h 1191536"/>
                <a:gd name="connsiteX122" fmla="*/ 73813 w 335144"/>
                <a:gd name="connsiteY122" fmla="*/ 353173 h 1191536"/>
                <a:gd name="connsiteX123" fmla="*/ 75012 w 335144"/>
                <a:gd name="connsiteY123" fmla="*/ 354969 h 1191536"/>
                <a:gd name="connsiteX124" fmla="*/ 76037 w 335144"/>
                <a:gd name="connsiteY124" fmla="*/ 360273 h 1191536"/>
                <a:gd name="connsiteX125" fmla="*/ 75526 w 335144"/>
                <a:gd name="connsiteY125" fmla="*/ 362924 h 1191536"/>
                <a:gd name="connsiteX126" fmla="*/ 75526 w 335144"/>
                <a:gd name="connsiteY126" fmla="*/ 363609 h 1191536"/>
                <a:gd name="connsiteX127" fmla="*/ 75012 w 335144"/>
                <a:gd name="connsiteY127" fmla="*/ 364635 h 1191536"/>
                <a:gd name="connsiteX128" fmla="*/ 74327 w 335144"/>
                <a:gd name="connsiteY128" fmla="*/ 374130 h 1191536"/>
                <a:gd name="connsiteX129" fmla="*/ 72959 w 335144"/>
                <a:gd name="connsiteY129" fmla="*/ 382513 h 1191536"/>
                <a:gd name="connsiteX130" fmla="*/ 40025 w 335144"/>
                <a:gd name="connsiteY130" fmla="*/ 428790 h 1191536"/>
                <a:gd name="connsiteX131" fmla="*/ 34466 w 335144"/>
                <a:gd name="connsiteY131" fmla="*/ 436146 h 1191536"/>
                <a:gd name="connsiteX132" fmla="*/ 38315 w 335144"/>
                <a:gd name="connsiteY132" fmla="*/ 440338 h 1191536"/>
                <a:gd name="connsiteX133" fmla="*/ 32756 w 335144"/>
                <a:gd name="connsiteY133" fmla="*/ 453682 h 1191536"/>
                <a:gd name="connsiteX134" fmla="*/ 19754 w 335144"/>
                <a:gd name="connsiteY134" fmla="*/ 485588 h 1191536"/>
                <a:gd name="connsiteX135" fmla="*/ 19754 w 335144"/>
                <a:gd name="connsiteY135" fmla="*/ 485588 h 1191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</a:cxnLst>
              <a:rect l="l" t="t" r="r" b="b"/>
              <a:pathLst>
                <a:path w="335144" h="1191536">
                  <a:moveTo>
                    <a:pt x="20011" y="486016"/>
                  </a:moveTo>
                  <a:cubicBezTo>
                    <a:pt x="16502" y="493372"/>
                    <a:pt x="10172" y="507058"/>
                    <a:pt x="7008" y="515099"/>
                  </a:cubicBezTo>
                  <a:cubicBezTo>
                    <a:pt x="3842" y="523140"/>
                    <a:pt x="-1374" y="525621"/>
                    <a:pt x="336" y="528786"/>
                  </a:cubicBezTo>
                  <a:cubicBezTo>
                    <a:pt x="2046" y="531951"/>
                    <a:pt x="12225" y="543156"/>
                    <a:pt x="18555" y="544867"/>
                  </a:cubicBezTo>
                  <a:cubicBezTo>
                    <a:pt x="24885" y="546663"/>
                    <a:pt x="31900" y="547690"/>
                    <a:pt x="32927" y="553250"/>
                  </a:cubicBezTo>
                  <a:cubicBezTo>
                    <a:pt x="32328" y="555560"/>
                    <a:pt x="31985" y="558895"/>
                    <a:pt x="31900" y="562574"/>
                  </a:cubicBezTo>
                  <a:cubicBezTo>
                    <a:pt x="31129" y="566851"/>
                    <a:pt x="30446" y="573181"/>
                    <a:pt x="31129" y="584130"/>
                  </a:cubicBezTo>
                  <a:cubicBezTo>
                    <a:pt x="31129" y="584130"/>
                    <a:pt x="52514" y="771632"/>
                    <a:pt x="51489" y="798321"/>
                  </a:cubicBezTo>
                  <a:lnTo>
                    <a:pt x="50461" y="801486"/>
                  </a:lnTo>
                  <a:cubicBezTo>
                    <a:pt x="50461" y="801486"/>
                    <a:pt x="63463" y="805591"/>
                    <a:pt x="68254" y="807217"/>
                  </a:cubicBezTo>
                  <a:cubicBezTo>
                    <a:pt x="68939" y="807473"/>
                    <a:pt x="69367" y="807644"/>
                    <a:pt x="69707" y="807730"/>
                  </a:cubicBezTo>
                  <a:cubicBezTo>
                    <a:pt x="69793" y="807730"/>
                    <a:pt x="70392" y="807901"/>
                    <a:pt x="71249" y="808072"/>
                  </a:cubicBezTo>
                  <a:cubicBezTo>
                    <a:pt x="71760" y="811323"/>
                    <a:pt x="72017" y="815001"/>
                    <a:pt x="71760" y="818337"/>
                  </a:cubicBezTo>
                  <a:cubicBezTo>
                    <a:pt x="71077" y="827318"/>
                    <a:pt x="67143" y="858369"/>
                    <a:pt x="66458" y="882577"/>
                  </a:cubicBezTo>
                  <a:cubicBezTo>
                    <a:pt x="65773" y="906785"/>
                    <a:pt x="68768" y="937237"/>
                    <a:pt x="72445" y="951436"/>
                  </a:cubicBezTo>
                  <a:cubicBezTo>
                    <a:pt x="76123" y="965636"/>
                    <a:pt x="86047" y="999082"/>
                    <a:pt x="89639" y="1011742"/>
                  </a:cubicBezTo>
                  <a:cubicBezTo>
                    <a:pt x="93316" y="1024316"/>
                    <a:pt x="111195" y="1074357"/>
                    <a:pt x="111195" y="1082568"/>
                  </a:cubicBezTo>
                  <a:cubicBezTo>
                    <a:pt x="111195" y="1090780"/>
                    <a:pt x="109913" y="1092491"/>
                    <a:pt x="108885" y="1095485"/>
                  </a:cubicBezTo>
                  <a:cubicBezTo>
                    <a:pt x="107860" y="1098479"/>
                    <a:pt x="108200" y="1102756"/>
                    <a:pt x="109228" y="1105408"/>
                  </a:cubicBezTo>
                  <a:cubicBezTo>
                    <a:pt x="110253" y="1108059"/>
                    <a:pt x="114190" y="1111994"/>
                    <a:pt x="114190" y="1114389"/>
                  </a:cubicBezTo>
                  <a:cubicBezTo>
                    <a:pt x="114190" y="1116784"/>
                    <a:pt x="111195" y="1116357"/>
                    <a:pt x="111537" y="1122002"/>
                  </a:cubicBezTo>
                  <a:cubicBezTo>
                    <a:pt x="111880" y="1127648"/>
                    <a:pt x="112563" y="1148862"/>
                    <a:pt x="113505" y="1153823"/>
                  </a:cubicBezTo>
                  <a:cubicBezTo>
                    <a:pt x="114530" y="1158784"/>
                    <a:pt x="114530" y="1163746"/>
                    <a:pt x="115129" y="1166397"/>
                  </a:cubicBezTo>
                  <a:cubicBezTo>
                    <a:pt x="115814" y="1169049"/>
                    <a:pt x="113505" y="1172385"/>
                    <a:pt x="113505" y="1177346"/>
                  </a:cubicBezTo>
                  <a:cubicBezTo>
                    <a:pt x="113505" y="1182307"/>
                    <a:pt x="114530" y="1187611"/>
                    <a:pt x="117782" y="1190263"/>
                  </a:cubicBezTo>
                  <a:cubicBezTo>
                    <a:pt x="121117" y="1192914"/>
                    <a:pt x="170131" y="1190605"/>
                    <a:pt x="171415" y="1190605"/>
                  </a:cubicBezTo>
                  <a:cubicBezTo>
                    <a:pt x="172697" y="1190605"/>
                    <a:pt x="175350" y="1186328"/>
                    <a:pt x="175350" y="1184275"/>
                  </a:cubicBezTo>
                  <a:cubicBezTo>
                    <a:pt x="175350" y="1182222"/>
                    <a:pt x="171073" y="1166055"/>
                    <a:pt x="169362" y="1161436"/>
                  </a:cubicBezTo>
                  <a:cubicBezTo>
                    <a:pt x="167737" y="1156817"/>
                    <a:pt x="158755" y="1129615"/>
                    <a:pt x="159098" y="1124996"/>
                  </a:cubicBezTo>
                  <a:cubicBezTo>
                    <a:pt x="159438" y="1120377"/>
                    <a:pt x="159781" y="1121318"/>
                    <a:pt x="158755" y="1117383"/>
                  </a:cubicBezTo>
                  <a:cubicBezTo>
                    <a:pt x="157728" y="1113363"/>
                    <a:pt x="155761" y="1111737"/>
                    <a:pt x="153108" y="1106092"/>
                  </a:cubicBezTo>
                  <a:cubicBezTo>
                    <a:pt x="150458" y="1100446"/>
                    <a:pt x="148149" y="1078634"/>
                    <a:pt x="148149" y="1071020"/>
                  </a:cubicBezTo>
                  <a:cubicBezTo>
                    <a:pt x="148149" y="1063408"/>
                    <a:pt x="145154" y="960760"/>
                    <a:pt x="146181" y="946817"/>
                  </a:cubicBezTo>
                  <a:cubicBezTo>
                    <a:pt x="147207" y="932874"/>
                    <a:pt x="138910" y="882577"/>
                    <a:pt x="141219" y="864357"/>
                  </a:cubicBezTo>
                  <a:cubicBezTo>
                    <a:pt x="143529" y="846137"/>
                    <a:pt x="146181" y="827917"/>
                    <a:pt x="147806" y="821929"/>
                  </a:cubicBezTo>
                  <a:cubicBezTo>
                    <a:pt x="148149" y="820817"/>
                    <a:pt x="148491" y="819278"/>
                    <a:pt x="148917" y="817481"/>
                  </a:cubicBezTo>
                  <a:cubicBezTo>
                    <a:pt x="159269" y="818508"/>
                    <a:pt x="169876" y="819534"/>
                    <a:pt x="180397" y="820475"/>
                  </a:cubicBezTo>
                  <a:cubicBezTo>
                    <a:pt x="182621" y="827917"/>
                    <a:pt x="184845" y="835188"/>
                    <a:pt x="185528" y="837840"/>
                  </a:cubicBezTo>
                  <a:cubicBezTo>
                    <a:pt x="187153" y="844170"/>
                    <a:pt x="190148" y="859054"/>
                    <a:pt x="189805" y="864015"/>
                  </a:cubicBezTo>
                  <a:cubicBezTo>
                    <a:pt x="189463" y="868976"/>
                    <a:pt x="189805" y="885571"/>
                    <a:pt x="187153" y="895493"/>
                  </a:cubicBezTo>
                  <a:cubicBezTo>
                    <a:pt x="184503" y="905416"/>
                    <a:pt x="180568" y="934243"/>
                    <a:pt x="181851" y="944508"/>
                  </a:cubicBezTo>
                  <a:cubicBezTo>
                    <a:pt x="183133" y="954772"/>
                    <a:pt x="187153" y="977269"/>
                    <a:pt x="187496" y="991212"/>
                  </a:cubicBezTo>
                  <a:cubicBezTo>
                    <a:pt x="187838" y="1005070"/>
                    <a:pt x="189805" y="1048524"/>
                    <a:pt x="189122" y="1064691"/>
                  </a:cubicBezTo>
                  <a:cubicBezTo>
                    <a:pt x="188437" y="1080943"/>
                    <a:pt x="190747" y="1091807"/>
                    <a:pt x="189122" y="1095143"/>
                  </a:cubicBezTo>
                  <a:cubicBezTo>
                    <a:pt x="187496" y="1098479"/>
                    <a:pt x="185785" y="1100446"/>
                    <a:pt x="186128" y="1104723"/>
                  </a:cubicBezTo>
                  <a:cubicBezTo>
                    <a:pt x="186470" y="1109000"/>
                    <a:pt x="183475" y="1110026"/>
                    <a:pt x="182793" y="1114988"/>
                  </a:cubicBezTo>
                  <a:cubicBezTo>
                    <a:pt x="182108" y="1119949"/>
                    <a:pt x="182793" y="1133892"/>
                    <a:pt x="184160" y="1143472"/>
                  </a:cubicBezTo>
                  <a:cubicBezTo>
                    <a:pt x="185443" y="1153053"/>
                    <a:pt x="190148" y="1160324"/>
                    <a:pt x="188095" y="1167595"/>
                  </a:cubicBezTo>
                  <a:cubicBezTo>
                    <a:pt x="186128" y="1174866"/>
                    <a:pt x="184760" y="1181195"/>
                    <a:pt x="186813" y="1185815"/>
                  </a:cubicBezTo>
                  <a:cubicBezTo>
                    <a:pt x="188780" y="1190434"/>
                    <a:pt x="192800" y="1191118"/>
                    <a:pt x="192800" y="1191118"/>
                  </a:cubicBezTo>
                  <a:cubicBezTo>
                    <a:pt x="192800" y="1191118"/>
                    <a:pt x="231550" y="1189749"/>
                    <a:pt x="233517" y="1189493"/>
                  </a:cubicBezTo>
                  <a:cubicBezTo>
                    <a:pt x="235484" y="1189151"/>
                    <a:pt x="238819" y="1189493"/>
                    <a:pt x="240446" y="1187868"/>
                  </a:cubicBezTo>
                  <a:cubicBezTo>
                    <a:pt x="242071" y="1186242"/>
                    <a:pt x="245406" y="1179570"/>
                    <a:pt x="244723" y="1175293"/>
                  </a:cubicBezTo>
                  <a:cubicBezTo>
                    <a:pt x="244038" y="1171016"/>
                    <a:pt x="236424" y="1166654"/>
                    <a:pt x="235484" y="1159041"/>
                  </a:cubicBezTo>
                  <a:cubicBezTo>
                    <a:pt x="234457" y="1151428"/>
                    <a:pt x="231464" y="1124312"/>
                    <a:pt x="230522" y="1119265"/>
                  </a:cubicBezTo>
                  <a:cubicBezTo>
                    <a:pt x="229497" y="1114303"/>
                    <a:pt x="227530" y="1113962"/>
                    <a:pt x="228212" y="1110026"/>
                  </a:cubicBezTo>
                  <a:cubicBezTo>
                    <a:pt x="228897" y="1106092"/>
                    <a:pt x="231207" y="1103697"/>
                    <a:pt x="230865" y="1098735"/>
                  </a:cubicBezTo>
                  <a:cubicBezTo>
                    <a:pt x="230522" y="1093774"/>
                    <a:pt x="226245" y="1087444"/>
                    <a:pt x="227187" y="1079147"/>
                  </a:cubicBezTo>
                  <a:cubicBezTo>
                    <a:pt x="228212" y="1070850"/>
                    <a:pt x="238734" y="1037403"/>
                    <a:pt x="242071" y="1022177"/>
                  </a:cubicBezTo>
                  <a:cubicBezTo>
                    <a:pt x="245406" y="1006951"/>
                    <a:pt x="257640" y="953318"/>
                    <a:pt x="258665" y="913542"/>
                  </a:cubicBezTo>
                  <a:cubicBezTo>
                    <a:pt x="259692" y="873766"/>
                    <a:pt x="258323" y="873510"/>
                    <a:pt x="257980" y="855290"/>
                  </a:cubicBezTo>
                  <a:cubicBezTo>
                    <a:pt x="257640" y="837070"/>
                    <a:pt x="256612" y="824838"/>
                    <a:pt x="257297" y="823127"/>
                  </a:cubicBezTo>
                  <a:cubicBezTo>
                    <a:pt x="257297" y="823127"/>
                    <a:pt x="257297" y="823041"/>
                    <a:pt x="257297" y="822956"/>
                  </a:cubicBezTo>
                  <a:cubicBezTo>
                    <a:pt x="261317" y="822614"/>
                    <a:pt x="264738" y="822186"/>
                    <a:pt x="267390" y="821502"/>
                  </a:cubicBezTo>
                  <a:cubicBezTo>
                    <a:pt x="267390" y="821502"/>
                    <a:pt x="274063" y="799432"/>
                    <a:pt x="286637" y="749306"/>
                  </a:cubicBezTo>
                  <a:cubicBezTo>
                    <a:pt x="299296" y="699180"/>
                    <a:pt x="308021" y="622451"/>
                    <a:pt x="299981" y="582162"/>
                  </a:cubicBezTo>
                  <a:lnTo>
                    <a:pt x="302631" y="577543"/>
                  </a:lnTo>
                  <a:cubicBezTo>
                    <a:pt x="305198" y="577543"/>
                    <a:pt x="307080" y="577372"/>
                    <a:pt x="308193" y="577030"/>
                  </a:cubicBezTo>
                  <a:cubicBezTo>
                    <a:pt x="308193" y="577030"/>
                    <a:pt x="307251" y="577030"/>
                    <a:pt x="305626" y="576859"/>
                  </a:cubicBezTo>
                  <a:lnTo>
                    <a:pt x="309817" y="576260"/>
                  </a:lnTo>
                  <a:cubicBezTo>
                    <a:pt x="309817" y="576260"/>
                    <a:pt x="303231" y="479771"/>
                    <a:pt x="300067" y="471560"/>
                  </a:cubicBezTo>
                  <a:lnTo>
                    <a:pt x="302291" y="468993"/>
                  </a:lnTo>
                  <a:cubicBezTo>
                    <a:pt x="302291" y="468993"/>
                    <a:pt x="302291" y="468993"/>
                    <a:pt x="302120" y="468993"/>
                  </a:cubicBezTo>
                  <a:lnTo>
                    <a:pt x="302803" y="468224"/>
                  </a:lnTo>
                  <a:cubicBezTo>
                    <a:pt x="302803" y="468224"/>
                    <a:pt x="295790" y="438456"/>
                    <a:pt x="291256" y="429645"/>
                  </a:cubicBezTo>
                  <a:cubicBezTo>
                    <a:pt x="286722" y="420835"/>
                    <a:pt x="284584" y="405438"/>
                    <a:pt x="286037" y="405095"/>
                  </a:cubicBezTo>
                  <a:cubicBezTo>
                    <a:pt x="287407" y="404753"/>
                    <a:pt x="312298" y="406122"/>
                    <a:pt x="317601" y="400562"/>
                  </a:cubicBezTo>
                  <a:cubicBezTo>
                    <a:pt x="322820" y="394916"/>
                    <a:pt x="324016" y="384395"/>
                    <a:pt x="328807" y="371478"/>
                  </a:cubicBezTo>
                  <a:cubicBezTo>
                    <a:pt x="329578" y="369340"/>
                    <a:pt x="330860" y="371821"/>
                    <a:pt x="331630" y="363438"/>
                  </a:cubicBezTo>
                  <a:cubicBezTo>
                    <a:pt x="332315" y="355055"/>
                    <a:pt x="328124" y="345902"/>
                    <a:pt x="329834" y="343421"/>
                  </a:cubicBezTo>
                  <a:cubicBezTo>
                    <a:pt x="331630" y="340941"/>
                    <a:pt x="335822" y="335723"/>
                    <a:pt x="335051" y="329393"/>
                  </a:cubicBezTo>
                  <a:cubicBezTo>
                    <a:pt x="334368" y="323063"/>
                    <a:pt x="323847" y="317161"/>
                    <a:pt x="323505" y="310489"/>
                  </a:cubicBezTo>
                  <a:cubicBezTo>
                    <a:pt x="323162" y="303817"/>
                    <a:pt x="323505" y="304929"/>
                    <a:pt x="323505" y="302106"/>
                  </a:cubicBezTo>
                  <a:cubicBezTo>
                    <a:pt x="323505" y="299283"/>
                    <a:pt x="313324" y="295776"/>
                    <a:pt x="314779" y="290558"/>
                  </a:cubicBezTo>
                  <a:cubicBezTo>
                    <a:pt x="316147" y="285340"/>
                    <a:pt x="317943" y="283202"/>
                    <a:pt x="317943" y="281063"/>
                  </a:cubicBezTo>
                  <a:cubicBezTo>
                    <a:pt x="317943" y="278925"/>
                    <a:pt x="315462" y="275845"/>
                    <a:pt x="314094" y="262843"/>
                  </a:cubicBezTo>
                  <a:cubicBezTo>
                    <a:pt x="312727" y="249841"/>
                    <a:pt x="308792" y="243939"/>
                    <a:pt x="308107" y="241116"/>
                  </a:cubicBezTo>
                  <a:cubicBezTo>
                    <a:pt x="307422" y="238293"/>
                    <a:pt x="314437" y="236925"/>
                    <a:pt x="312298" y="230253"/>
                  </a:cubicBezTo>
                  <a:cubicBezTo>
                    <a:pt x="310160" y="223580"/>
                    <a:pt x="310160" y="216566"/>
                    <a:pt x="301777" y="213059"/>
                  </a:cubicBezTo>
                  <a:cubicBezTo>
                    <a:pt x="293395" y="209552"/>
                    <a:pt x="269871" y="198004"/>
                    <a:pt x="264310" y="198346"/>
                  </a:cubicBezTo>
                  <a:cubicBezTo>
                    <a:pt x="258665" y="198689"/>
                    <a:pt x="239076" y="198689"/>
                    <a:pt x="234885" y="192701"/>
                  </a:cubicBezTo>
                  <a:cubicBezTo>
                    <a:pt x="231036" y="187226"/>
                    <a:pt x="214270" y="173369"/>
                    <a:pt x="208795" y="171572"/>
                  </a:cubicBezTo>
                  <a:cubicBezTo>
                    <a:pt x="208112" y="169947"/>
                    <a:pt x="206230" y="164302"/>
                    <a:pt x="208966" y="161479"/>
                  </a:cubicBezTo>
                  <a:cubicBezTo>
                    <a:pt x="212303" y="158143"/>
                    <a:pt x="219573" y="160795"/>
                    <a:pt x="224192" y="156175"/>
                  </a:cubicBezTo>
                  <a:cubicBezTo>
                    <a:pt x="228812" y="151556"/>
                    <a:pt x="235484" y="138298"/>
                    <a:pt x="237451" y="134962"/>
                  </a:cubicBezTo>
                  <a:cubicBezTo>
                    <a:pt x="239419" y="131626"/>
                    <a:pt x="243439" y="124355"/>
                    <a:pt x="246091" y="115715"/>
                  </a:cubicBezTo>
                  <a:cubicBezTo>
                    <a:pt x="248743" y="107076"/>
                    <a:pt x="245406" y="97837"/>
                    <a:pt x="248743" y="90567"/>
                  </a:cubicBezTo>
                  <a:cubicBezTo>
                    <a:pt x="252078" y="83296"/>
                    <a:pt x="253363" y="79275"/>
                    <a:pt x="252763" y="73373"/>
                  </a:cubicBezTo>
                  <a:cubicBezTo>
                    <a:pt x="252078" y="67385"/>
                    <a:pt x="250796" y="42237"/>
                    <a:pt x="245492" y="32998"/>
                  </a:cubicBezTo>
                  <a:cubicBezTo>
                    <a:pt x="240189" y="23760"/>
                    <a:pt x="240189" y="19056"/>
                    <a:pt x="216323" y="5797"/>
                  </a:cubicBezTo>
                  <a:cubicBezTo>
                    <a:pt x="202551" y="-1902"/>
                    <a:pt x="169962" y="-4126"/>
                    <a:pt x="148063" y="13068"/>
                  </a:cubicBezTo>
                  <a:cubicBezTo>
                    <a:pt x="126164" y="30261"/>
                    <a:pt x="126164" y="42836"/>
                    <a:pt x="126849" y="49508"/>
                  </a:cubicBezTo>
                  <a:cubicBezTo>
                    <a:pt x="126849" y="49508"/>
                    <a:pt x="120263" y="59601"/>
                    <a:pt x="114787" y="67556"/>
                  </a:cubicBezTo>
                  <a:cubicBezTo>
                    <a:pt x="110767" y="69524"/>
                    <a:pt x="105379" y="76538"/>
                    <a:pt x="105807" y="83980"/>
                  </a:cubicBezTo>
                  <a:cubicBezTo>
                    <a:pt x="105807" y="83980"/>
                    <a:pt x="101016" y="95870"/>
                    <a:pt x="101016" y="101858"/>
                  </a:cubicBezTo>
                  <a:cubicBezTo>
                    <a:pt x="101016" y="107846"/>
                    <a:pt x="95712" y="120420"/>
                    <a:pt x="93060" y="128974"/>
                  </a:cubicBezTo>
                  <a:cubicBezTo>
                    <a:pt x="90409" y="137613"/>
                    <a:pt x="86475" y="136929"/>
                    <a:pt x="85790" y="145568"/>
                  </a:cubicBezTo>
                  <a:cubicBezTo>
                    <a:pt x="85105" y="154208"/>
                    <a:pt x="83138" y="152155"/>
                    <a:pt x="86475" y="165414"/>
                  </a:cubicBezTo>
                  <a:cubicBezTo>
                    <a:pt x="88954" y="175336"/>
                    <a:pt x="88100" y="181153"/>
                    <a:pt x="87500" y="183462"/>
                  </a:cubicBezTo>
                  <a:cubicBezTo>
                    <a:pt x="86218" y="183719"/>
                    <a:pt x="84848" y="183890"/>
                    <a:pt x="83480" y="183976"/>
                  </a:cubicBezTo>
                  <a:cubicBezTo>
                    <a:pt x="70478" y="184660"/>
                    <a:pt x="57219" y="182949"/>
                    <a:pt x="52600" y="185687"/>
                  </a:cubicBezTo>
                  <a:cubicBezTo>
                    <a:pt x="48068" y="188509"/>
                    <a:pt x="44902" y="188851"/>
                    <a:pt x="41395" y="190562"/>
                  </a:cubicBezTo>
                  <a:cubicBezTo>
                    <a:pt x="37887" y="192359"/>
                    <a:pt x="29076" y="200399"/>
                    <a:pt x="28051" y="208440"/>
                  </a:cubicBezTo>
                  <a:cubicBezTo>
                    <a:pt x="27023" y="216481"/>
                    <a:pt x="28051" y="237866"/>
                    <a:pt x="32927" y="241715"/>
                  </a:cubicBezTo>
                  <a:cubicBezTo>
                    <a:pt x="37801" y="245564"/>
                    <a:pt x="38914" y="253947"/>
                    <a:pt x="41993" y="260277"/>
                  </a:cubicBezTo>
                  <a:cubicBezTo>
                    <a:pt x="45159" y="266607"/>
                    <a:pt x="51489" y="280635"/>
                    <a:pt x="55337" y="285169"/>
                  </a:cubicBezTo>
                  <a:cubicBezTo>
                    <a:pt x="59186" y="289703"/>
                    <a:pt x="59186" y="305527"/>
                    <a:pt x="63720" y="311088"/>
                  </a:cubicBezTo>
                  <a:cubicBezTo>
                    <a:pt x="68254" y="316733"/>
                    <a:pt x="69707" y="318102"/>
                    <a:pt x="69707" y="318102"/>
                  </a:cubicBezTo>
                  <a:cubicBezTo>
                    <a:pt x="69707" y="318102"/>
                    <a:pt x="68768" y="329992"/>
                    <a:pt x="71675" y="336920"/>
                  </a:cubicBezTo>
                  <a:cubicBezTo>
                    <a:pt x="71506" y="338032"/>
                    <a:pt x="71675" y="339144"/>
                    <a:pt x="72531" y="340171"/>
                  </a:cubicBezTo>
                  <a:cubicBezTo>
                    <a:pt x="72959" y="340684"/>
                    <a:pt x="73302" y="341112"/>
                    <a:pt x="73644" y="341540"/>
                  </a:cubicBezTo>
                  <a:cubicBezTo>
                    <a:pt x="74327" y="344020"/>
                    <a:pt x="73813" y="345645"/>
                    <a:pt x="73813" y="347955"/>
                  </a:cubicBezTo>
                  <a:cubicBezTo>
                    <a:pt x="73130" y="349409"/>
                    <a:pt x="72702" y="351205"/>
                    <a:pt x="73813" y="353173"/>
                  </a:cubicBezTo>
                  <a:cubicBezTo>
                    <a:pt x="74241" y="353943"/>
                    <a:pt x="74669" y="354541"/>
                    <a:pt x="75012" y="354969"/>
                  </a:cubicBezTo>
                  <a:cubicBezTo>
                    <a:pt x="75611" y="357193"/>
                    <a:pt x="75952" y="358904"/>
                    <a:pt x="76037" y="360273"/>
                  </a:cubicBezTo>
                  <a:cubicBezTo>
                    <a:pt x="75868" y="360786"/>
                    <a:pt x="75697" y="361556"/>
                    <a:pt x="75526" y="362924"/>
                  </a:cubicBezTo>
                  <a:cubicBezTo>
                    <a:pt x="75526" y="363181"/>
                    <a:pt x="75526" y="363352"/>
                    <a:pt x="75526" y="363609"/>
                  </a:cubicBezTo>
                  <a:cubicBezTo>
                    <a:pt x="75354" y="363951"/>
                    <a:pt x="75269" y="364293"/>
                    <a:pt x="75012" y="364635"/>
                  </a:cubicBezTo>
                  <a:cubicBezTo>
                    <a:pt x="73216" y="367800"/>
                    <a:pt x="72531" y="371649"/>
                    <a:pt x="74327" y="374130"/>
                  </a:cubicBezTo>
                  <a:cubicBezTo>
                    <a:pt x="76037" y="376611"/>
                    <a:pt x="75697" y="377979"/>
                    <a:pt x="72959" y="382513"/>
                  </a:cubicBezTo>
                  <a:cubicBezTo>
                    <a:pt x="70136" y="387047"/>
                    <a:pt x="43874" y="420749"/>
                    <a:pt x="40025" y="428790"/>
                  </a:cubicBezTo>
                  <a:cubicBezTo>
                    <a:pt x="36177" y="436831"/>
                    <a:pt x="34809" y="434008"/>
                    <a:pt x="34466" y="436146"/>
                  </a:cubicBezTo>
                  <a:cubicBezTo>
                    <a:pt x="34124" y="438285"/>
                    <a:pt x="37290" y="439653"/>
                    <a:pt x="38315" y="440338"/>
                  </a:cubicBezTo>
                  <a:cubicBezTo>
                    <a:pt x="39428" y="441022"/>
                    <a:pt x="34124" y="447694"/>
                    <a:pt x="32756" y="453682"/>
                  </a:cubicBezTo>
                  <a:cubicBezTo>
                    <a:pt x="31386" y="459670"/>
                    <a:pt x="23260" y="478232"/>
                    <a:pt x="19754" y="485588"/>
                  </a:cubicBezTo>
                  <a:lnTo>
                    <a:pt x="19754" y="485588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6ECF029-F3E2-02BF-0C55-B2782F4BF19C}"/>
                </a:ext>
              </a:extLst>
            </p:cNvPr>
            <p:cNvSpPr/>
            <p:nvPr/>
          </p:nvSpPr>
          <p:spPr>
            <a:xfrm>
              <a:off x="11591756" y="1181245"/>
              <a:ext cx="428118" cy="1159364"/>
            </a:xfrm>
            <a:custGeom>
              <a:avLst/>
              <a:gdLst>
                <a:gd name="connsiteX0" fmla="*/ 272409 w 428118"/>
                <a:gd name="connsiteY0" fmla="*/ 259869 h 1159364"/>
                <a:gd name="connsiteX1" fmla="*/ 276857 w 428118"/>
                <a:gd name="connsiteY1" fmla="*/ 246610 h 1159364"/>
                <a:gd name="connsiteX2" fmla="*/ 271812 w 428118"/>
                <a:gd name="connsiteY2" fmla="*/ 267653 h 1159364"/>
                <a:gd name="connsiteX3" fmla="*/ 267449 w 428118"/>
                <a:gd name="connsiteY3" fmla="*/ 277148 h 1159364"/>
                <a:gd name="connsiteX4" fmla="*/ 272409 w 428118"/>
                <a:gd name="connsiteY4" fmla="*/ 259783 h 1159364"/>
                <a:gd name="connsiteX5" fmla="*/ 272409 w 428118"/>
                <a:gd name="connsiteY5" fmla="*/ 259783 h 1159364"/>
                <a:gd name="connsiteX6" fmla="*/ 258210 w 428118"/>
                <a:gd name="connsiteY6" fmla="*/ 246354 h 1159364"/>
                <a:gd name="connsiteX7" fmla="*/ 254533 w 428118"/>
                <a:gd name="connsiteY7" fmla="*/ 267910 h 1159364"/>
                <a:gd name="connsiteX8" fmla="*/ 249571 w 428118"/>
                <a:gd name="connsiteY8" fmla="*/ 301356 h 1159364"/>
                <a:gd name="connsiteX9" fmla="*/ 241616 w 428118"/>
                <a:gd name="connsiteY9" fmla="*/ 328557 h 1159364"/>
                <a:gd name="connsiteX10" fmla="*/ 238450 w 428118"/>
                <a:gd name="connsiteY10" fmla="*/ 340961 h 1159364"/>
                <a:gd name="connsiteX11" fmla="*/ 223652 w 428118"/>
                <a:gd name="connsiteY11" fmla="*/ 376117 h 1159364"/>
                <a:gd name="connsiteX12" fmla="*/ 221428 w 428118"/>
                <a:gd name="connsiteY12" fmla="*/ 382105 h 1159364"/>
                <a:gd name="connsiteX13" fmla="*/ 208254 w 428118"/>
                <a:gd name="connsiteY13" fmla="*/ 381592 h 1159364"/>
                <a:gd name="connsiteX14" fmla="*/ 200813 w 428118"/>
                <a:gd name="connsiteY14" fmla="*/ 381848 h 1159364"/>
                <a:gd name="connsiteX15" fmla="*/ 192602 w 428118"/>
                <a:gd name="connsiteY15" fmla="*/ 379624 h 1159364"/>
                <a:gd name="connsiteX16" fmla="*/ 167794 w 428118"/>
                <a:gd name="connsiteY16" fmla="*/ 367734 h 1159364"/>
                <a:gd name="connsiteX17" fmla="*/ 164459 w 428118"/>
                <a:gd name="connsiteY17" fmla="*/ 354732 h 1159364"/>
                <a:gd name="connsiteX18" fmla="*/ 157530 w 428118"/>
                <a:gd name="connsiteY18" fmla="*/ 338480 h 1159364"/>
                <a:gd name="connsiteX19" fmla="*/ 145983 w 428118"/>
                <a:gd name="connsiteY19" fmla="*/ 333861 h 1159364"/>
                <a:gd name="connsiteX20" fmla="*/ 141278 w 428118"/>
                <a:gd name="connsiteY20" fmla="*/ 339250 h 1159364"/>
                <a:gd name="connsiteX21" fmla="*/ 123143 w 428118"/>
                <a:gd name="connsiteY21" fmla="*/ 295796 h 1159364"/>
                <a:gd name="connsiteX22" fmla="*/ 117156 w 428118"/>
                <a:gd name="connsiteY22" fmla="*/ 292460 h 1159364"/>
                <a:gd name="connsiteX23" fmla="*/ 566 w 428118"/>
                <a:gd name="connsiteY23" fmla="*/ 320944 h 1159364"/>
                <a:gd name="connsiteX24" fmla="*/ 224 w 428118"/>
                <a:gd name="connsiteY24" fmla="*/ 324280 h 1159364"/>
                <a:gd name="connsiteX25" fmla="*/ 48210 w 428118"/>
                <a:gd name="connsiteY25" fmla="*/ 435909 h 1159364"/>
                <a:gd name="connsiteX26" fmla="*/ 54797 w 428118"/>
                <a:gd name="connsiteY26" fmla="*/ 437535 h 1159364"/>
                <a:gd name="connsiteX27" fmla="*/ 143845 w 428118"/>
                <a:gd name="connsiteY27" fmla="*/ 417005 h 1159364"/>
                <a:gd name="connsiteX28" fmla="*/ 144357 w 428118"/>
                <a:gd name="connsiteY28" fmla="*/ 417091 h 1159364"/>
                <a:gd name="connsiteX29" fmla="*/ 141706 w 428118"/>
                <a:gd name="connsiteY29" fmla="*/ 438732 h 1159364"/>
                <a:gd name="connsiteX30" fmla="*/ 142989 w 428118"/>
                <a:gd name="connsiteY30" fmla="*/ 441726 h 1159364"/>
                <a:gd name="connsiteX31" fmla="*/ 144271 w 428118"/>
                <a:gd name="connsiteY31" fmla="*/ 444207 h 1159364"/>
                <a:gd name="connsiteX32" fmla="*/ 174552 w 428118"/>
                <a:gd name="connsiteY32" fmla="*/ 448142 h 1159364"/>
                <a:gd name="connsiteX33" fmla="*/ 170190 w 428118"/>
                <a:gd name="connsiteY33" fmla="*/ 453702 h 1159364"/>
                <a:gd name="connsiteX34" fmla="*/ 171816 w 428118"/>
                <a:gd name="connsiteY34" fmla="*/ 460630 h 1159364"/>
                <a:gd name="connsiteX35" fmla="*/ 171131 w 428118"/>
                <a:gd name="connsiteY35" fmla="*/ 466618 h 1159364"/>
                <a:gd name="connsiteX36" fmla="*/ 172414 w 428118"/>
                <a:gd name="connsiteY36" fmla="*/ 471579 h 1159364"/>
                <a:gd name="connsiteX37" fmla="*/ 180370 w 428118"/>
                <a:gd name="connsiteY37" fmla="*/ 478508 h 1159364"/>
                <a:gd name="connsiteX38" fmla="*/ 188667 w 428118"/>
                <a:gd name="connsiteY38" fmla="*/ 480133 h 1159364"/>
                <a:gd name="connsiteX39" fmla="*/ 194912 w 428118"/>
                <a:gd name="connsiteY39" fmla="*/ 475856 h 1159364"/>
                <a:gd name="connsiteX40" fmla="*/ 197904 w 428118"/>
                <a:gd name="connsiteY40" fmla="*/ 473547 h 1159364"/>
                <a:gd name="connsiteX41" fmla="*/ 202181 w 428118"/>
                <a:gd name="connsiteY41" fmla="*/ 470553 h 1159364"/>
                <a:gd name="connsiteX42" fmla="*/ 204491 w 428118"/>
                <a:gd name="connsiteY42" fmla="*/ 467302 h 1159364"/>
                <a:gd name="connsiteX43" fmla="*/ 198932 w 428118"/>
                <a:gd name="connsiteY43" fmla="*/ 493050 h 1159364"/>
                <a:gd name="connsiteX44" fmla="*/ 189008 w 428118"/>
                <a:gd name="connsiteY44" fmla="*/ 517257 h 1159364"/>
                <a:gd name="connsiteX45" fmla="*/ 189265 w 428118"/>
                <a:gd name="connsiteY45" fmla="*/ 535819 h 1159364"/>
                <a:gd name="connsiteX46" fmla="*/ 186955 w 428118"/>
                <a:gd name="connsiteY46" fmla="*/ 543775 h 1159364"/>
                <a:gd name="connsiteX47" fmla="*/ 169079 w 428118"/>
                <a:gd name="connsiteY47" fmla="*/ 636927 h 1159364"/>
                <a:gd name="connsiteX48" fmla="*/ 222712 w 428118"/>
                <a:gd name="connsiteY48" fmla="*/ 656003 h 1159364"/>
                <a:gd name="connsiteX49" fmla="*/ 224508 w 428118"/>
                <a:gd name="connsiteY49" fmla="*/ 656345 h 1159364"/>
                <a:gd name="connsiteX50" fmla="*/ 234087 w 428118"/>
                <a:gd name="connsiteY50" fmla="*/ 725290 h 1159364"/>
                <a:gd name="connsiteX51" fmla="*/ 238707 w 428118"/>
                <a:gd name="connsiteY51" fmla="*/ 791497 h 1159364"/>
                <a:gd name="connsiteX52" fmla="*/ 250598 w 428118"/>
                <a:gd name="connsiteY52" fmla="*/ 941876 h 1159364"/>
                <a:gd name="connsiteX53" fmla="*/ 266507 w 428118"/>
                <a:gd name="connsiteY53" fmla="*/ 1021342 h 1159364"/>
                <a:gd name="connsiteX54" fmla="*/ 251966 w 428118"/>
                <a:gd name="connsiteY54" fmla="*/ 1076344 h 1159364"/>
                <a:gd name="connsiteX55" fmla="*/ 252651 w 428118"/>
                <a:gd name="connsiteY55" fmla="*/ 1096189 h 1159364"/>
                <a:gd name="connsiteX56" fmla="*/ 242044 w 428118"/>
                <a:gd name="connsiteY56" fmla="*/ 1102177 h 1159364"/>
                <a:gd name="connsiteX57" fmla="*/ 238024 w 428118"/>
                <a:gd name="connsiteY57" fmla="*/ 1118686 h 1159364"/>
                <a:gd name="connsiteX58" fmla="*/ 236055 w 428118"/>
                <a:gd name="connsiteY58" fmla="*/ 1125957 h 1159364"/>
                <a:gd name="connsiteX59" fmla="*/ 173099 w 428118"/>
                <a:gd name="connsiteY59" fmla="*/ 1129892 h 1159364"/>
                <a:gd name="connsiteX60" fmla="*/ 162492 w 428118"/>
                <a:gd name="connsiteY60" fmla="*/ 1141183 h 1159364"/>
                <a:gd name="connsiteX61" fmla="*/ 159840 w 428118"/>
                <a:gd name="connsiteY61" fmla="*/ 1146486 h 1159364"/>
                <a:gd name="connsiteX62" fmla="*/ 193627 w 428118"/>
                <a:gd name="connsiteY62" fmla="*/ 1159061 h 1159364"/>
                <a:gd name="connsiteX63" fmla="*/ 401574 w 428118"/>
                <a:gd name="connsiteY63" fmla="*/ 1159061 h 1159364"/>
                <a:gd name="connsiteX64" fmla="*/ 396272 w 428118"/>
                <a:gd name="connsiteY64" fmla="*/ 1125957 h 1159364"/>
                <a:gd name="connsiteX65" fmla="*/ 399607 w 428118"/>
                <a:gd name="connsiteY65" fmla="*/ 1114666 h 1159364"/>
                <a:gd name="connsiteX66" fmla="*/ 406194 w 428118"/>
                <a:gd name="connsiteY66" fmla="*/ 1048458 h 1159364"/>
                <a:gd name="connsiteX67" fmla="*/ 400207 w 428118"/>
                <a:gd name="connsiteY67" fmla="*/ 896112 h 1159364"/>
                <a:gd name="connsiteX68" fmla="*/ 384980 w 428118"/>
                <a:gd name="connsiteY68" fmla="*/ 816646 h 1159364"/>
                <a:gd name="connsiteX69" fmla="*/ 377026 w 428118"/>
                <a:gd name="connsiteY69" fmla="*/ 722638 h 1159364"/>
                <a:gd name="connsiteX70" fmla="*/ 383610 w 428118"/>
                <a:gd name="connsiteY70" fmla="*/ 662332 h 1159364"/>
                <a:gd name="connsiteX71" fmla="*/ 420735 w 428118"/>
                <a:gd name="connsiteY71" fmla="*/ 657029 h 1159364"/>
                <a:gd name="connsiteX72" fmla="*/ 416116 w 428118"/>
                <a:gd name="connsiteY72" fmla="*/ 570292 h 1159364"/>
                <a:gd name="connsiteX73" fmla="*/ 412181 w 428118"/>
                <a:gd name="connsiteY73" fmla="*/ 449767 h 1159364"/>
                <a:gd name="connsiteX74" fmla="*/ 426125 w 428118"/>
                <a:gd name="connsiteY74" fmla="*/ 302040 h 1159364"/>
                <a:gd name="connsiteX75" fmla="*/ 375827 w 428118"/>
                <a:gd name="connsiteY75" fmla="*/ 192721 h 1159364"/>
                <a:gd name="connsiteX76" fmla="*/ 360601 w 428118"/>
                <a:gd name="connsiteY76" fmla="*/ 166973 h 1159364"/>
                <a:gd name="connsiteX77" fmla="*/ 354785 w 428118"/>
                <a:gd name="connsiteY77" fmla="*/ 166973 h 1159364"/>
                <a:gd name="connsiteX78" fmla="*/ 351704 w 428118"/>
                <a:gd name="connsiteY78" fmla="*/ 159531 h 1159364"/>
                <a:gd name="connsiteX79" fmla="*/ 347513 w 428118"/>
                <a:gd name="connsiteY79" fmla="*/ 157051 h 1159364"/>
                <a:gd name="connsiteX80" fmla="*/ 342979 w 428118"/>
                <a:gd name="connsiteY80" fmla="*/ 158590 h 1159364"/>
                <a:gd name="connsiteX81" fmla="*/ 340757 w 428118"/>
                <a:gd name="connsiteY81" fmla="*/ 151405 h 1159364"/>
                <a:gd name="connsiteX82" fmla="*/ 346744 w 428118"/>
                <a:gd name="connsiteY82" fmla="*/ 144476 h 1159364"/>
                <a:gd name="connsiteX83" fmla="*/ 347256 w 428118"/>
                <a:gd name="connsiteY83" fmla="*/ 117873 h 1159364"/>
                <a:gd name="connsiteX84" fmla="*/ 349480 w 428118"/>
                <a:gd name="connsiteY84" fmla="*/ 115649 h 1159364"/>
                <a:gd name="connsiteX85" fmla="*/ 351193 w 428118"/>
                <a:gd name="connsiteY85" fmla="*/ 96317 h 1159364"/>
                <a:gd name="connsiteX86" fmla="*/ 350422 w 428118"/>
                <a:gd name="connsiteY86" fmla="*/ 64069 h 1159364"/>
                <a:gd name="connsiteX87" fmla="*/ 274633 w 428118"/>
                <a:gd name="connsiteY87" fmla="*/ 0 h 1159364"/>
                <a:gd name="connsiteX88" fmla="*/ 251281 w 428118"/>
                <a:gd name="connsiteY88" fmla="*/ 6672 h 1159364"/>
                <a:gd name="connsiteX89" fmla="*/ 195680 w 428118"/>
                <a:gd name="connsiteY89" fmla="*/ 68346 h 1159364"/>
                <a:gd name="connsiteX90" fmla="*/ 196965 w 428118"/>
                <a:gd name="connsiteY90" fmla="*/ 112228 h 1159364"/>
                <a:gd name="connsiteX91" fmla="*/ 198418 w 428118"/>
                <a:gd name="connsiteY91" fmla="*/ 104102 h 1159364"/>
                <a:gd name="connsiteX92" fmla="*/ 201498 w 428118"/>
                <a:gd name="connsiteY92" fmla="*/ 111971 h 1159364"/>
                <a:gd name="connsiteX93" fmla="*/ 203038 w 428118"/>
                <a:gd name="connsiteY93" fmla="*/ 120696 h 1159364"/>
                <a:gd name="connsiteX94" fmla="*/ 207143 w 428118"/>
                <a:gd name="connsiteY94" fmla="*/ 125401 h 1159364"/>
                <a:gd name="connsiteX95" fmla="*/ 195937 w 428118"/>
                <a:gd name="connsiteY95" fmla="*/ 133869 h 1159364"/>
                <a:gd name="connsiteX96" fmla="*/ 206373 w 428118"/>
                <a:gd name="connsiteY96" fmla="*/ 149523 h 1159364"/>
                <a:gd name="connsiteX97" fmla="*/ 215526 w 428118"/>
                <a:gd name="connsiteY97" fmla="*/ 149865 h 1159364"/>
                <a:gd name="connsiteX98" fmla="*/ 218007 w 428118"/>
                <a:gd name="connsiteY98" fmla="*/ 160643 h 1159364"/>
                <a:gd name="connsiteX99" fmla="*/ 225962 w 428118"/>
                <a:gd name="connsiteY99" fmla="*/ 164664 h 1159364"/>
                <a:gd name="connsiteX100" fmla="*/ 232206 w 428118"/>
                <a:gd name="connsiteY100" fmla="*/ 172105 h 1159364"/>
                <a:gd name="connsiteX101" fmla="*/ 233916 w 428118"/>
                <a:gd name="connsiteY101" fmla="*/ 175869 h 1159364"/>
                <a:gd name="connsiteX102" fmla="*/ 237168 w 428118"/>
                <a:gd name="connsiteY102" fmla="*/ 176382 h 1159364"/>
                <a:gd name="connsiteX103" fmla="*/ 236911 w 428118"/>
                <a:gd name="connsiteY103" fmla="*/ 180317 h 1159364"/>
                <a:gd name="connsiteX104" fmla="*/ 241359 w 428118"/>
                <a:gd name="connsiteY104" fmla="*/ 182285 h 1159364"/>
                <a:gd name="connsiteX105" fmla="*/ 244609 w 428118"/>
                <a:gd name="connsiteY105" fmla="*/ 190240 h 1159364"/>
                <a:gd name="connsiteX106" fmla="*/ 250855 w 428118"/>
                <a:gd name="connsiteY106" fmla="*/ 197425 h 1159364"/>
                <a:gd name="connsiteX107" fmla="*/ 276174 w 428118"/>
                <a:gd name="connsiteY107" fmla="*/ 200162 h 1159364"/>
                <a:gd name="connsiteX108" fmla="*/ 277628 w 428118"/>
                <a:gd name="connsiteY108" fmla="*/ 207091 h 1159364"/>
                <a:gd name="connsiteX109" fmla="*/ 273180 w 428118"/>
                <a:gd name="connsiteY109" fmla="*/ 218724 h 1159364"/>
                <a:gd name="connsiteX110" fmla="*/ 268218 w 428118"/>
                <a:gd name="connsiteY110" fmla="*/ 224199 h 1159364"/>
                <a:gd name="connsiteX111" fmla="*/ 268646 w 428118"/>
                <a:gd name="connsiteY111" fmla="*/ 226081 h 1159364"/>
                <a:gd name="connsiteX112" fmla="*/ 263258 w 428118"/>
                <a:gd name="connsiteY112" fmla="*/ 236859 h 1159364"/>
                <a:gd name="connsiteX113" fmla="*/ 258296 w 428118"/>
                <a:gd name="connsiteY113" fmla="*/ 246439 h 1159364"/>
                <a:gd name="connsiteX114" fmla="*/ 258296 w 428118"/>
                <a:gd name="connsiteY114" fmla="*/ 246439 h 1159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</a:cxnLst>
              <a:rect l="l" t="t" r="r" b="b"/>
              <a:pathLst>
                <a:path w="428118" h="1159364">
                  <a:moveTo>
                    <a:pt x="272409" y="259869"/>
                  </a:moveTo>
                  <a:cubicBezTo>
                    <a:pt x="272580" y="256619"/>
                    <a:pt x="275147" y="250460"/>
                    <a:pt x="276857" y="246610"/>
                  </a:cubicBezTo>
                  <a:cubicBezTo>
                    <a:pt x="276346" y="250887"/>
                    <a:pt x="273693" y="261067"/>
                    <a:pt x="271812" y="267653"/>
                  </a:cubicBezTo>
                  <a:cubicBezTo>
                    <a:pt x="270527" y="270390"/>
                    <a:pt x="269074" y="273555"/>
                    <a:pt x="267449" y="277148"/>
                  </a:cubicBezTo>
                  <a:cubicBezTo>
                    <a:pt x="270016" y="270476"/>
                    <a:pt x="272240" y="263718"/>
                    <a:pt x="272409" y="259783"/>
                  </a:cubicBezTo>
                  <a:lnTo>
                    <a:pt x="272409" y="259783"/>
                  </a:lnTo>
                  <a:close/>
                  <a:moveTo>
                    <a:pt x="258210" y="246354"/>
                  </a:moveTo>
                  <a:cubicBezTo>
                    <a:pt x="257868" y="250289"/>
                    <a:pt x="254533" y="259612"/>
                    <a:pt x="254533" y="267910"/>
                  </a:cubicBezTo>
                  <a:cubicBezTo>
                    <a:pt x="254533" y="276207"/>
                    <a:pt x="250512" y="294085"/>
                    <a:pt x="249571" y="301356"/>
                  </a:cubicBezTo>
                  <a:cubicBezTo>
                    <a:pt x="248545" y="308627"/>
                    <a:pt x="242301" y="323168"/>
                    <a:pt x="241616" y="328557"/>
                  </a:cubicBezTo>
                  <a:cubicBezTo>
                    <a:pt x="241017" y="333091"/>
                    <a:pt x="239049" y="339250"/>
                    <a:pt x="238450" y="340961"/>
                  </a:cubicBezTo>
                  <a:cubicBezTo>
                    <a:pt x="231523" y="356529"/>
                    <a:pt x="225790" y="369873"/>
                    <a:pt x="223652" y="376117"/>
                  </a:cubicBezTo>
                  <a:lnTo>
                    <a:pt x="221428" y="382105"/>
                  </a:lnTo>
                  <a:cubicBezTo>
                    <a:pt x="221428" y="382105"/>
                    <a:pt x="209967" y="382362"/>
                    <a:pt x="208254" y="381592"/>
                  </a:cubicBezTo>
                  <a:cubicBezTo>
                    <a:pt x="206544" y="380822"/>
                    <a:pt x="202267" y="381335"/>
                    <a:pt x="200813" y="381848"/>
                  </a:cubicBezTo>
                  <a:cubicBezTo>
                    <a:pt x="199360" y="382362"/>
                    <a:pt x="193627" y="380394"/>
                    <a:pt x="192602" y="379624"/>
                  </a:cubicBezTo>
                  <a:cubicBezTo>
                    <a:pt x="191575" y="378854"/>
                    <a:pt x="169762" y="368162"/>
                    <a:pt x="167794" y="367734"/>
                  </a:cubicBezTo>
                  <a:cubicBezTo>
                    <a:pt x="167794" y="367734"/>
                    <a:pt x="166769" y="359351"/>
                    <a:pt x="164459" y="354732"/>
                  </a:cubicBezTo>
                  <a:cubicBezTo>
                    <a:pt x="162149" y="350113"/>
                    <a:pt x="159155" y="341816"/>
                    <a:pt x="157530" y="338480"/>
                  </a:cubicBezTo>
                  <a:cubicBezTo>
                    <a:pt x="155905" y="335144"/>
                    <a:pt x="151543" y="330183"/>
                    <a:pt x="145983" y="333861"/>
                  </a:cubicBezTo>
                  <a:cubicBezTo>
                    <a:pt x="143759" y="335315"/>
                    <a:pt x="142304" y="337197"/>
                    <a:pt x="141278" y="339250"/>
                  </a:cubicBezTo>
                  <a:cubicBezTo>
                    <a:pt x="138797" y="333262"/>
                    <a:pt x="124598" y="298533"/>
                    <a:pt x="123143" y="295796"/>
                  </a:cubicBezTo>
                  <a:cubicBezTo>
                    <a:pt x="121518" y="292802"/>
                    <a:pt x="117156" y="292460"/>
                    <a:pt x="117156" y="292460"/>
                  </a:cubicBezTo>
                  <a:cubicBezTo>
                    <a:pt x="117156" y="292460"/>
                    <a:pt x="2191" y="319405"/>
                    <a:pt x="566" y="320944"/>
                  </a:cubicBezTo>
                  <a:cubicBezTo>
                    <a:pt x="-461" y="321971"/>
                    <a:pt x="224" y="324280"/>
                    <a:pt x="224" y="324280"/>
                  </a:cubicBezTo>
                  <a:cubicBezTo>
                    <a:pt x="224" y="324280"/>
                    <a:pt x="46585" y="433514"/>
                    <a:pt x="48210" y="435909"/>
                  </a:cubicBezTo>
                  <a:cubicBezTo>
                    <a:pt x="49837" y="438219"/>
                    <a:pt x="54797" y="437535"/>
                    <a:pt x="54797" y="437535"/>
                  </a:cubicBezTo>
                  <a:lnTo>
                    <a:pt x="143845" y="417005"/>
                  </a:lnTo>
                  <a:cubicBezTo>
                    <a:pt x="143845" y="417005"/>
                    <a:pt x="144185" y="417005"/>
                    <a:pt x="144357" y="417091"/>
                  </a:cubicBezTo>
                  <a:cubicBezTo>
                    <a:pt x="143845" y="419058"/>
                    <a:pt x="140508" y="432916"/>
                    <a:pt x="141706" y="438732"/>
                  </a:cubicBezTo>
                  <a:cubicBezTo>
                    <a:pt x="141706" y="438732"/>
                    <a:pt x="141961" y="440443"/>
                    <a:pt x="142989" y="441726"/>
                  </a:cubicBezTo>
                  <a:cubicBezTo>
                    <a:pt x="144016" y="443009"/>
                    <a:pt x="144271" y="444207"/>
                    <a:pt x="144271" y="444207"/>
                  </a:cubicBezTo>
                  <a:lnTo>
                    <a:pt x="174552" y="448142"/>
                  </a:lnTo>
                  <a:cubicBezTo>
                    <a:pt x="171388" y="448313"/>
                    <a:pt x="169592" y="451135"/>
                    <a:pt x="170190" y="453702"/>
                  </a:cubicBezTo>
                  <a:cubicBezTo>
                    <a:pt x="170875" y="456353"/>
                    <a:pt x="172499" y="457722"/>
                    <a:pt x="171816" y="460630"/>
                  </a:cubicBezTo>
                  <a:cubicBezTo>
                    <a:pt x="171131" y="463624"/>
                    <a:pt x="170190" y="464907"/>
                    <a:pt x="171131" y="466618"/>
                  </a:cubicBezTo>
                  <a:cubicBezTo>
                    <a:pt x="172157" y="468243"/>
                    <a:pt x="171474" y="468928"/>
                    <a:pt x="172414" y="471579"/>
                  </a:cubicBezTo>
                  <a:cubicBezTo>
                    <a:pt x="173441" y="474231"/>
                    <a:pt x="178061" y="476199"/>
                    <a:pt x="180370" y="478508"/>
                  </a:cubicBezTo>
                  <a:cubicBezTo>
                    <a:pt x="182678" y="480818"/>
                    <a:pt x="186015" y="480818"/>
                    <a:pt x="188667" y="480133"/>
                  </a:cubicBezTo>
                  <a:cubicBezTo>
                    <a:pt x="191318" y="479449"/>
                    <a:pt x="194312" y="477139"/>
                    <a:pt x="194912" y="475856"/>
                  </a:cubicBezTo>
                  <a:cubicBezTo>
                    <a:pt x="195595" y="474573"/>
                    <a:pt x="195254" y="473547"/>
                    <a:pt x="197904" y="473547"/>
                  </a:cubicBezTo>
                  <a:cubicBezTo>
                    <a:pt x="200557" y="473547"/>
                    <a:pt x="201242" y="472178"/>
                    <a:pt x="202181" y="470553"/>
                  </a:cubicBezTo>
                  <a:cubicBezTo>
                    <a:pt x="203123" y="468928"/>
                    <a:pt x="203808" y="468585"/>
                    <a:pt x="204491" y="467302"/>
                  </a:cubicBezTo>
                  <a:cubicBezTo>
                    <a:pt x="202952" y="475856"/>
                    <a:pt x="200728" y="487661"/>
                    <a:pt x="198932" y="493050"/>
                  </a:cubicBezTo>
                  <a:cubicBezTo>
                    <a:pt x="195937" y="501946"/>
                    <a:pt x="189008" y="512296"/>
                    <a:pt x="189008" y="517257"/>
                  </a:cubicBezTo>
                  <a:cubicBezTo>
                    <a:pt x="189008" y="520337"/>
                    <a:pt x="189094" y="529319"/>
                    <a:pt x="189265" y="535819"/>
                  </a:cubicBezTo>
                  <a:cubicBezTo>
                    <a:pt x="188325" y="538899"/>
                    <a:pt x="187554" y="541636"/>
                    <a:pt x="186955" y="543775"/>
                  </a:cubicBezTo>
                  <a:cubicBezTo>
                    <a:pt x="181738" y="562422"/>
                    <a:pt x="170532" y="613318"/>
                    <a:pt x="169079" y="636927"/>
                  </a:cubicBezTo>
                  <a:cubicBezTo>
                    <a:pt x="169079" y="636927"/>
                    <a:pt x="192773" y="650271"/>
                    <a:pt x="222712" y="656003"/>
                  </a:cubicBezTo>
                  <a:cubicBezTo>
                    <a:pt x="223395" y="656174"/>
                    <a:pt x="223994" y="656259"/>
                    <a:pt x="224508" y="656345"/>
                  </a:cubicBezTo>
                  <a:cubicBezTo>
                    <a:pt x="224508" y="656345"/>
                    <a:pt x="229470" y="703477"/>
                    <a:pt x="234087" y="725290"/>
                  </a:cubicBezTo>
                  <a:cubicBezTo>
                    <a:pt x="234087" y="725290"/>
                    <a:pt x="238707" y="752406"/>
                    <a:pt x="238707" y="791497"/>
                  </a:cubicBezTo>
                  <a:cubicBezTo>
                    <a:pt x="238707" y="830589"/>
                    <a:pt x="244694" y="902784"/>
                    <a:pt x="250598" y="941876"/>
                  </a:cubicBezTo>
                  <a:cubicBezTo>
                    <a:pt x="256585" y="980967"/>
                    <a:pt x="266507" y="1012104"/>
                    <a:pt x="266507" y="1021342"/>
                  </a:cubicBezTo>
                  <a:cubicBezTo>
                    <a:pt x="266507" y="1030580"/>
                    <a:pt x="255900" y="1063769"/>
                    <a:pt x="251966" y="1076344"/>
                  </a:cubicBezTo>
                  <a:cubicBezTo>
                    <a:pt x="247946" y="1088918"/>
                    <a:pt x="252651" y="1096189"/>
                    <a:pt x="252651" y="1096189"/>
                  </a:cubicBezTo>
                  <a:cubicBezTo>
                    <a:pt x="252651" y="1096189"/>
                    <a:pt x="242727" y="1100209"/>
                    <a:pt x="242044" y="1102177"/>
                  </a:cubicBezTo>
                  <a:cubicBezTo>
                    <a:pt x="241359" y="1104144"/>
                    <a:pt x="236740" y="1114751"/>
                    <a:pt x="238024" y="1118686"/>
                  </a:cubicBezTo>
                  <a:cubicBezTo>
                    <a:pt x="239392" y="1122621"/>
                    <a:pt x="238707" y="1125957"/>
                    <a:pt x="236055" y="1125957"/>
                  </a:cubicBezTo>
                  <a:cubicBezTo>
                    <a:pt x="233404" y="1125957"/>
                    <a:pt x="187726" y="1135879"/>
                    <a:pt x="173099" y="1129892"/>
                  </a:cubicBezTo>
                  <a:cubicBezTo>
                    <a:pt x="173099" y="1129892"/>
                    <a:pt x="161807" y="1132543"/>
                    <a:pt x="162492" y="1141183"/>
                  </a:cubicBezTo>
                  <a:cubicBezTo>
                    <a:pt x="162492" y="1141183"/>
                    <a:pt x="156505" y="1144519"/>
                    <a:pt x="159840" y="1146486"/>
                  </a:cubicBezTo>
                  <a:cubicBezTo>
                    <a:pt x="163177" y="1148454"/>
                    <a:pt x="184305" y="1158376"/>
                    <a:pt x="193627" y="1159061"/>
                  </a:cubicBezTo>
                  <a:cubicBezTo>
                    <a:pt x="202866" y="1159745"/>
                    <a:pt x="401574" y="1159061"/>
                    <a:pt x="401574" y="1159061"/>
                  </a:cubicBezTo>
                  <a:cubicBezTo>
                    <a:pt x="401574" y="1159061"/>
                    <a:pt x="397554" y="1134596"/>
                    <a:pt x="396272" y="1125957"/>
                  </a:cubicBezTo>
                  <a:cubicBezTo>
                    <a:pt x="396272" y="1125957"/>
                    <a:pt x="398239" y="1122621"/>
                    <a:pt x="399607" y="1114666"/>
                  </a:cubicBezTo>
                  <a:cubicBezTo>
                    <a:pt x="400889" y="1106710"/>
                    <a:pt x="404912" y="1062315"/>
                    <a:pt x="406194" y="1048458"/>
                  </a:cubicBezTo>
                  <a:cubicBezTo>
                    <a:pt x="407562" y="1034515"/>
                    <a:pt x="402259" y="917326"/>
                    <a:pt x="400207" y="896112"/>
                  </a:cubicBezTo>
                  <a:cubicBezTo>
                    <a:pt x="398239" y="874898"/>
                    <a:pt x="387633" y="834524"/>
                    <a:pt x="384980" y="816646"/>
                  </a:cubicBezTo>
                  <a:cubicBezTo>
                    <a:pt x="382328" y="798768"/>
                    <a:pt x="373688" y="737864"/>
                    <a:pt x="377026" y="722638"/>
                  </a:cubicBezTo>
                  <a:cubicBezTo>
                    <a:pt x="380361" y="707412"/>
                    <a:pt x="383610" y="662332"/>
                    <a:pt x="383610" y="662332"/>
                  </a:cubicBezTo>
                  <a:cubicBezTo>
                    <a:pt x="383610" y="662332"/>
                    <a:pt x="415433" y="660964"/>
                    <a:pt x="420735" y="657029"/>
                  </a:cubicBezTo>
                  <a:cubicBezTo>
                    <a:pt x="426040" y="653094"/>
                    <a:pt x="413466" y="591420"/>
                    <a:pt x="416116" y="570292"/>
                  </a:cubicBezTo>
                  <a:cubicBezTo>
                    <a:pt x="418768" y="549078"/>
                    <a:pt x="407476" y="480903"/>
                    <a:pt x="412181" y="449767"/>
                  </a:cubicBezTo>
                  <a:cubicBezTo>
                    <a:pt x="416801" y="418630"/>
                    <a:pt x="422103" y="319319"/>
                    <a:pt x="426125" y="302040"/>
                  </a:cubicBezTo>
                  <a:cubicBezTo>
                    <a:pt x="430060" y="284847"/>
                    <a:pt x="434080" y="227877"/>
                    <a:pt x="375827" y="192721"/>
                  </a:cubicBezTo>
                  <a:lnTo>
                    <a:pt x="360601" y="166973"/>
                  </a:lnTo>
                  <a:cubicBezTo>
                    <a:pt x="359575" y="166631"/>
                    <a:pt x="357437" y="166460"/>
                    <a:pt x="354785" y="166973"/>
                  </a:cubicBezTo>
                  <a:cubicBezTo>
                    <a:pt x="353928" y="165690"/>
                    <a:pt x="351704" y="162354"/>
                    <a:pt x="351704" y="159531"/>
                  </a:cubicBezTo>
                  <a:cubicBezTo>
                    <a:pt x="351704" y="156024"/>
                    <a:pt x="347513" y="157051"/>
                    <a:pt x="347513" y="157051"/>
                  </a:cubicBezTo>
                  <a:lnTo>
                    <a:pt x="342979" y="158590"/>
                  </a:lnTo>
                  <a:cubicBezTo>
                    <a:pt x="342039" y="157649"/>
                    <a:pt x="338873" y="154399"/>
                    <a:pt x="340757" y="151405"/>
                  </a:cubicBezTo>
                  <a:cubicBezTo>
                    <a:pt x="342979" y="147898"/>
                    <a:pt x="345974" y="147898"/>
                    <a:pt x="346744" y="144476"/>
                  </a:cubicBezTo>
                  <a:cubicBezTo>
                    <a:pt x="347513" y="140969"/>
                    <a:pt x="346744" y="125829"/>
                    <a:pt x="347256" y="117873"/>
                  </a:cubicBezTo>
                  <a:cubicBezTo>
                    <a:pt x="347256" y="117873"/>
                    <a:pt x="348797" y="118814"/>
                    <a:pt x="349480" y="115649"/>
                  </a:cubicBezTo>
                  <a:cubicBezTo>
                    <a:pt x="350251" y="112399"/>
                    <a:pt x="350508" y="101706"/>
                    <a:pt x="351193" y="96317"/>
                  </a:cubicBezTo>
                  <a:cubicBezTo>
                    <a:pt x="351961" y="90843"/>
                    <a:pt x="351704" y="71939"/>
                    <a:pt x="350422" y="64069"/>
                  </a:cubicBezTo>
                  <a:cubicBezTo>
                    <a:pt x="349140" y="56114"/>
                    <a:pt x="335795" y="257"/>
                    <a:pt x="274633" y="0"/>
                  </a:cubicBezTo>
                  <a:cubicBezTo>
                    <a:pt x="260006" y="1711"/>
                    <a:pt x="251281" y="6672"/>
                    <a:pt x="251281" y="6672"/>
                  </a:cubicBezTo>
                  <a:cubicBezTo>
                    <a:pt x="236740" y="8639"/>
                    <a:pt x="202952" y="41230"/>
                    <a:pt x="195680" y="68346"/>
                  </a:cubicBezTo>
                  <a:cubicBezTo>
                    <a:pt x="188411" y="95462"/>
                    <a:pt x="194912" y="107609"/>
                    <a:pt x="196965" y="112228"/>
                  </a:cubicBezTo>
                  <a:cubicBezTo>
                    <a:pt x="198932" y="116847"/>
                    <a:pt x="195083" y="104102"/>
                    <a:pt x="198418" y="104102"/>
                  </a:cubicBezTo>
                  <a:cubicBezTo>
                    <a:pt x="201755" y="104102"/>
                    <a:pt x="200813" y="108635"/>
                    <a:pt x="201498" y="111971"/>
                  </a:cubicBezTo>
                  <a:cubicBezTo>
                    <a:pt x="202181" y="115307"/>
                    <a:pt x="199786" y="115992"/>
                    <a:pt x="203038" y="120696"/>
                  </a:cubicBezTo>
                  <a:cubicBezTo>
                    <a:pt x="206373" y="125315"/>
                    <a:pt x="207143" y="125401"/>
                    <a:pt x="207143" y="125401"/>
                  </a:cubicBezTo>
                  <a:lnTo>
                    <a:pt x="195937" y="133869"/>
                  </a:lnTo>
                  <a:cubicBezTo>
                    <a:pt x="195937" y="133869"/>
                    <a:pt x="203123" y="148839"/>
                    <a:pt x="206373" y="149523"/>
                  </a:cubicBezTo>
                  <a:cubicBezTo>
                    <a:pt x="211078" y="150550"/>
                    <a:pt x="215526" y="149865"/>
                    <a:pt x="215526" y="149865"/>
                  </a:cubicBezTo>
                  <a:cubicBezTo>
                    <a:pt x="215526" y="149865"/>
                    <a:pt x="218007" y="157992"/>
                    <a:pt x="218007" y="160643"/>
                  </a:cubicBezTo>
                  <a:cubicBezTo>
                    <a:pt x="218007" y="163295"/>
                    <a:pt x="223309" y="164065"/>
                    <a:pt x="225962" y="164664"/>
                  </a:cubicBezTo>
                  <a:cubicBezTo>
                    <a:pt x="225962" y="164664"/>
                    <a:pt x="230667" y="170651"/>
                    <a:pt x="232206" y="172105"/>
                  </a:cubicBezTo>
                  <a:cubicBezTo>
                    <a:pt x="233747" y="173560"/>
                    <a:pt x="232976" y="174586"/>
                    <a:pt x="233916" y="175869"/>
                  </a:cubicBezTo>
                  <a:cubicBezTo>
                    <a:pt x="234944" y="177152"/>
                    <a:pt x="236397" y="176382"/>
                    <a:pt x="237168" y="176382"/>
                  </a:cubicBezTo>
                  <a:cubicBezTo>
                    <a:pt x="237938" y="176382"/>
                    <a:pt x="235200" y="179376"/>
                    <a:pt x="236911" y="180317"/>
                  </a:cubicBezTo>
                  <a:cubicBezTo>
                    <a:pt x="238621" y="181344"/>
                    <a:pt x="240674" y="181087"/>
                    <a:pt x="241359" y="182285"/>
                  </a:cubicBezTo>
                  <a:cubicBezTo>
                    <a:pt x="242130" y="183568"/>
                    <a:pt x="243583" y="186048"/>
                    <a:pt x="244609" y="190240"/>
                  </a:cubicBezTo>
                  <a:cubicBezTo>
                    <a:pt x="245636" y="194431"/>
                    <a:pt x="248288" y="196484"/>
                    <a:pt x="250855" y="197425"/>
                  </a:cubicBezTo>
                  <a:cubicBezTo>
                    <a:pt x="253334" y="198452"/>
                    <a:pt x="272666" y="198195"/>
                    <a:pt x="276174" y="200162"/>
                  </a:cubicBezTo>
                  <a:cubicBezTo>
                    <a:pt x="279681" y="202130"/>
                    <a:pt x="277628" y="205124"/>
                    <a:pt x="277628" y="207091"/>
                  </a:cubicBezTo>
                  <a:cubicBezTo>
                    <a:pt x="277628" y="209059"/>
                    <a:pt x="273180" y="217784"/>
                    <a:pt x="273180" y="218724"/>
                  </a:cubicBezTo>
                  <a:cubicBezTo>
                    <a:pt x="273180" y="218724"/>
                    <a:pt x="268731" y="222916"/>
                    <a:pt x="268218" y="224199"/>
                  </a:cubicBezTo>
                  <a:cubicBezTo>
                    <a:pt x="268218" y="224370"/>
                    <a:pt x="268303" y="225140"/>
                    <a:pt x="268646" y="226081"/>
                  </a:cubicBezTo>
                  <a:cubicBezTo>
                    <a:pt x="267706" y="227877"/>
                    <a:pt x="264369" y="234293"/>
                    <a:pt x="263258" y="236859"/>
                  </a:cubicBezTo>
                  <a:cubicBezTo>
                    <a:pt x="261888" y="239853"/>
                    <a:pt x="258638" y="242505"/>
                    <a:pt x="258296" y="246439"/>
                  </a:cubicBezTo>
                  <a:lnTo>
                    <a:pt x="258296" y="246439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7CF4ECE-1243-D548-E9BA-4A4C561713B3}"/>
                </a:ext>
              </a:extLst>
            </p:cNvPr>
            <p:cNvSpPr/>
            <p:nvPr/>
          </p:nvSpPr>
          <p:spPr>
            <a:xfrm>
              <a:off x="12078180" y="1115636"/>
              <a:ext cx="377611" cy="1229887"/>
            </a:xfrm>
            <a:custGeom>
              <a:avLst/>
              <a:gdLst>
                <a:gd name="connsiteX0" fmla="*/ 14206 w 377611"/>
                <a:gd name="connsiteY0" fmla="*/ 1199264 h 1229887"/>
                <a:gd name="connsiteX1" fmla="*/ 776 w 377611"/>
                <a:gd name="connsiteY1" fmla="*/ 1204739 h 1229887"/>
                <a:gd name="connsiteX2" fmla="*/ 776 w 377611"/>
                <a:gd name="connsiteY2" fmla="*/ 1223130 h 1229887"/>
                <a:gd name="connsiteX3" fmla="*/ 32596 w 377611"/>
                <a:gd name="connsiteY3" fmla="*/ 1228604 h 1229887"/>
                <a:gd name="connsiteX4" fmla="*/ 105476 w 377611"/>
                <a:gd name="connsiteY4" fmla="*/ 1224755 h 1229887"/>
                <a:gd name="connsiteX5" fmla="*/ 106076 w 377611"/>
                <a:gd name="connsiteY5" fmla="*/ 1224584 h 1229887"/>
                <a:gd name="connsiteX6" fmla="*/ 114972 w 377611"/>
                <a:gd name="connsiteY6" fmla="*/ 1218168 h 1229887"/>
                <a:gd name="connsiteX7" fmla="*/ 121302 w 377611"/>
                <a:gd name="connsiteY7" fmla="*/ 1205337 h 1229887"/>
                <a:gd name="connsiteX8" fmla="*/ 122499 w 377611"/>
                <a:gd name="connsiteY8" fmla="*/ 1200975 h 1229887"/>
                <a:gd name="connsiteX9" fmla="*/ 122499 w 377611"/>
                <a:gd name="connsiteY9" fmla="*/ 1200975 h 1229887"/>
                <a:gd name="connsiteX10" fmla="*/ 122499 w 377611"/>
                <a:gd name="connsiteY10" fmla="*/ 1200291 h 1229887"/>
                <a:gd name="connsiteX11" fmla="*/ 122499 w 377611"/>
                <a:gd name="connsiteY11" fmla="*/ 1200120 h 1229887"/>
                <a:gd name="connsiteX12" fmla="*/ 122413 w 377611"/>
                <a:gd name="connsiteY12" fmla="*/ 1199093 h 1229887"/>
                <a:gd name="connsiteX13" fmla="*/ 119335 w 377611"/>
                <a:gd name="connsiteY13" fmla="*/ 1193276 h 1229887"/>
                <a:gd name="connsiteX14" fmla="*/ 111121 w 377611"/>
                <a:gd name="connsiteY14" fmla="*/ 1181044 h 1229887"/>
                <a:gd name="connsiteX15" fmla="*/ 111121 w 377611"/>
                <a:gd name="connsiteY15" fmla="*/ 1177195 h 1229887"/>
                <a:gd name="connsiteX16" fmla="*/ 126005 w 377611"/>
                <a:gd name="connsiteY16" fmla="*/ 1172490 h 1229887"/>
                <a:gd name="connsiteX17" fmla="*/ 130796 w 377611"/>
                <a:gd name="connsiteY17" fmla="*/ 1166588 h 1229887"/>
                <a:gd name="connsiteX18" fmla="*/ 128571 w 377611"/>
                <a:gd name="connsiteY18" fmla="*/ 1132201 h 1229887"/>
                <a:gd name="connsiteX19" fmla="*/ 138921 w 377611"/>
                <a:gd name="connsiteY19" fmla="*/ 965313 h 1229887"/>
                <a:gd name="connsiteX20" fmla="*/ 157142 w 377611"/>
                <a:gd name="connsiteY20" fmla="*/ 700398 h 1229887"/>
                <a:gd name="connsiteX21" fmla="*/ 160052 w 377611"/>
                <a:gd name="connsiteY21" fmla="*/ 691330 h 1229887"/>
                <a:gd name="connsiteX22" fmla="*/ 160991 w 377611"/>
                <a:gd name="connsiteY22" fmla="*/ 691587 h 1229887"/>
                <a:gd name="connsiteX23" fmla="*/ 168006 w 377611"/>
                <a:gd name="connsiteY23" fmla="*/ 724092 h 1229887"/>
                <a:gd name="connsiteX24" fmla="*/ 171598 w 377611"/>
                <a:gd name="connsiteY24" fmla="*/ 772850 h 1229887"/>
                <a:gd name="connsiteX25" fmla="*/ 171941 w 377611"/>
                <a:gd name="connsiteY25" fmla="*/ 837517 h 1229887"/>
                <a:gd name="connsiteX26" fmla="*/ 172197 w 377611"/>
                <a:gd name="connsiteY26" fmla="*/ 840169 h 1229887"/>
                <a:gd name="connsiteX27" fmla="*/ 176132 w 377611"/>
                <a:gd name="connsiteY27" fmla="*/ 935546 h 1229887"/>
                <a:gd name="connsiteX28" fmla="*/ 176474 w 377611"/>
                <a:gd name="connsiteY28" fmla="*/ 948548 h 1229887"/>
                <a:gd name="connsiteX29" fmla="*/ 178442 w 377611"/>
                <a:gd name="connsiteY29" fmla="*/ 1048543 h 1229887"/>
                <a:gd name="connsiteX30" fmla="*/ 182890 w 377611"/>
                <a:gd name="connsiteY30" fmla="*/ 1137932 h 1229887"/>
                <a:gd name="connsiteX31" fmla="*/ 176474 w 377611"/>
                <a:gd name="connsiteY31" fmla="*/ 1148881 h 1229887"/>
                <a:gd name="connsiteX32" fmla="*/ 175704 w 377611"/>
                <a:gd name="connsiteY32" fmla="*/ 1149651 h 1229887"/>
                <a:gd name="connsiteX33" fmla="*/ 170744 w 377611"/>
                <a:gd name="connsiteY33" fmla="*/ 1153757 h 1229887"/>
                <a:gd name="connsiteX34" fmla="*/ 165097 w 377611"/>
                <a:gd name="connsiteY34" fmla="*/ 1159403 h 1229887"/>
                <a:gd name="connsiteX35" fmla="*/ 162702 w 377611"/>
                <a:gd name="connsiteY35" fmla="*/ 1164792 h 1229887"/>
                <a:gd name="connsiteX36" fmla="*/ 162873 w 377611"/>
                <a:gd name="connsiteY36" fmla="*/ 1165818 h 1229887"/>
                <a:gd name="connsiteX37" fmla="*/ 164583 w 377611"/>
                <a:gd name="connsiteY37" fmla="*/ 1173773 h 1229887"/>
                <a:gd name="connsiteX38" fmla="*/ 167578 w 377611"/>
                <a:gd name="connsiteY38" fmla="*/ 1179248 h 1229887"/>
                <a:gd name="connsiteX39" fmla="*/ 175107 w 377611"/>
                <a:gd name="connsiteY39" fmla="*/ 1186861 h 1229887"/>
                <a:gd name="connsiteX40" fmla="*/ 176988 w 377611"/>
                <a:gd name="connsiteY40" fmla="*/ 1195073 h 1229887"/>
                <a:gd name="connsiteX41" fmla="*/ 174422 w 377611"/>
                <a:gd name="connsiteY41" fmla="*/ 1210213 h 1229887"/>
                <a:gd name="connsiteX42" fmla="*/ 172540 w 377611"/>
                <a:gd name="connsiteY42" fmla="*/ 1221932 h 1229887"/>
                <a:gd name="connsiteX43" fmla="*/ 195892 w 377611"/>
                <a:gd name="connsiteY43" fmla="*/ 1226380 h 1229887"/>
                <a:gd name="connsiteX44" fmla="*/ 253546 w 377611"/>
                <a:gd name="connsiteY44" fmla="*/ 1229887 h 1229887"/>
                <a:gd name="connsiteX45" fmla="*/ 306152 w 377611"/>
                <a:gd name="connsiteY45" fmla="*/ 1223900 h 1229887"/>
                <a:gd name="connsiteX46" fmla="*/ 308633 w 377611"/>
                <a:gd name="connsiteY46" fmla="*/ 1217484 h 1229887"/>
                <a:gd name="connsiteX47" fmla="*/ 302217 w 377611"/>
                <a:gd name="connsiteY47" fmla="*/ 1205594 h 1229887"/>
                <a:gd name="connsiteX48" fmla="*/ 292807 w 377611"/>
                <a:gd name="connsiteY48" fmla="*/ 1202087 h 1229887"/>
                <a:gd name="connsiteX49" fmla="*/ 264495 w 377611"/>
                <a:gd name="connsiteY49" fmla="*/ 1182755 h 1229887"/>
                <a:gd name="connsiteX50" fmla="*/ 269455 w 377611"/>
                <a:gd name="connsiteY50" fmla="*/ 1159916 h 1229887"/>
                <a:gd name="connsiteX51" fmla="*/ 248926 w 377611"/>
                <a:gd name="connsiteY51" fmla="*/ 1139729 h 1229887"/>
                <a:gd name="connsiteX52" fmla="*/ 257480 w 377611"/>
                <a:gd name="connsiteY52" fmla="*/ 1115863 h 1229887"/>
                <a:gd name="connsiteX53" fmla="*/ 257994 w 377611"/>
                <a:gd name="connsiteY53" fmla="*/ 1055130 h 1229887"/>
                <a:gd name="connsiteX54" fmla="*/ 265435 w 377611"/>
                <a:gd name="connsiteY54" fmla="*/ 936401 h 1229887"/>
                <a:gd name="connsiteX55" fmla="*/ 279807 w 377611"/>
                <a:gd name="connsiteY55" fmla="*/ 828108 h 1229887"/>
                <a:gd name="connsiteX56" fmla="*/ 304184 w 377611"/>
                <a:gd name="connsiteY56" fmla="*/ 664214 h 1229887"/>
                <a:gd name="connsiteX57" fmla="*/ 320096 w 377611"/>
                <a:gd name="connsiteY57" fmla="*/ 661221 h 1229887"/>
                <a:gd name="connsiteX58" fmla="*/ 301703 w 377611"/>
                <a:gd name="connsiteY58" fmla="*/ 511184 h 1229887"/>
                <a:gd name="connsiteX59" fmla="*/ 301192 w 377611"/>
                <a:gd name="connsiteY59" fmla="*/ 480390 h 1229887"/>
                <a:gd name="connsiteX60" fmla="*/ 315562 w 377611"/>
                <a:gd name="connsiteY60" fmla="*/ 480390 h 1229887"/>
                <a:gd name="connsiteX61" fmla="*/ 346355 w 377611"/>
                <a:gd name="connsiteY61" fmla="*/ 475942 h 1229887"/>
                <a:gd name="connsiteX62" fmla="*/ 361239 w 377611"/>
                <a:gd name="connsiteY62" fmla="*/ 458577 h 1229887"/>
                <a:gd name="connsiteX63" fmla="*/ 376636 w 377611"/>
                <a:gd name="connsiteY63" fmla="*/ 414353 h 1229887"/>
                <a:gd name="connsiteX64" fmla="*/ 372188 w 377611"/>
                <a:gd name="connsiteY64" fmla="*/ 379111 h 1229887"/>
                <a:gd name="connsiteX65" fmla="*/ 358246 w 377611"/>
                <a:gd name="connsiteY65" fmla="*/ 327958 h 1229887"/>
                <a:gd name="connsiteX66" fmla="*/ 349264 w 377611"/>
                <a:gd name="connsiteY66" fmla="*/ 303152 h 1229887"/>
                <a:gd name="connsiteX67" fmla="*/ 348238 w 377611"/>
                <a:gd name="connsiteY67" fmla="*/ 283307 h 1229887"/>
                <a:gd name="connsiteX68" fmla="*/ 343277 w 377611"/>
                <a:gd name="connsiteY68" fmla="*/ 269877 h 1229887"/>
                <a:gd name="connsiteX69" fmla="*/ 338315 w 377611"/>
                <a:gd name="connsiteY69" fmla="*/ 254993 h 1229887"/>
                <a:gd name="connsiteX70" fmla="*/ 328906 w 377611"/>
                <a:gd name="connsiteY70" fmla="*/ 239083 h 1229887"/>
                <a:gd name="connsiteX71" fmla="*/ 316502 w 377611"/>
                <a:gd name="connsiteY71" fmla="*/ 233608 h 1229887"/>
                <a:gd name="connsiteX72" fmla="*/ 244478 w 377611"/>
                <a:gd name="connsiteY72" fmla="*/ 196826 h 1229887"/>
                <a:gd name="connsiteX73" fmla="*/ 241483 w 377611"/>
                <a:gd name="connsiteY73" fmla="*/ 175955 h 1229887"/>
                <a:gd name="connsiteX74" fmla="*/ 237806 w 377611"/>
                <a:gd name="connsiteY74" fmla="*/ 170822 h 1229887"/>
                <a:gd name="connsiteX75" fmla="*/ 238234 w 377611"/>
                <a:gd name="connsiteY75" fmla="*/ 172704 h 1229887"/>
                <a:gd name="connsiteX76" fmla="*/ 237806 w 377611"/>
                <a:gd name="connsiteY76" fmla="*/ 170822 h 1229887"/>
                <a:gd name="connsiteX77" fmla="*/ 238491 w 377611"/>
                <a:gd name="connsiteY77" fmla="*/ 166545 h 1229887"/>
                <a:gd name="connsiteX78" fmla="*/ 249097 w 377611"/>
                <a:gd name="connsiteY78" fmla="*/ 137120 h 1229887"/>
                <a:gd name="connsiteX79" fmla="*/ 252775 w 377611"/>
                <a:gd name="connsiteY79" fmla="*/ 111287 h 1229887"/>
                <a:gd name="connsiteX80" fmla="*/ 255770 w 377611"/>
                <a:gd name="connsiteY80" fmla="*/ 107010 h 1229887"/>
                <a:gd name="connsiteX81" fmla="*/ 256453 w 377611"/>
                <a:gd name="connsiteY81" fmla="*/ 91442 h 1229887"/>
                <a:gd name="connsiteX82" fmla="*/ 257823 w 377611"/>
                <a:gd name="connsiteY82" fmla="*/ 78867 h 1229887"/>
                <a:gd name="connsiteX83" fmla="*/ 255170 w 377611"/>
                <a:gd name="connsiteY83" fmla="*/ 70228 h 1229887"/>
                <a:gd name="connsiteX84" fmla="*/ 252176 w 377611"/>
                <a:gd name="connsiteY84" fmla="*/ 46705 h 1229887"/>
                <a:gd name="connsiteX85" fmla="*/ 241911 w 377611"/>
                <a:gd name="connsiteY85" fmla="*/ 18562 h 1229887"/>
                <a:gd name="connsiteX86" fmla="*/ 196832 w 377611"/>
                <a:gd name="connsiteY86" fmla="*/ 0 h 1229887"/>
                <a:gd name="connsiteX87" fmla="*/ 142173 w 377611"/>
                <a:gd name="connsiteY87" fmla="*/ 32419 h 1229887"/>
                <a:gd name="connsiteX88" fmla="*/ 142516 w 377611"/>
                <a:gd name="connsiteY88" fmla="*/ 92383 h 1229887"/>
                <a:gd name="connsiteX89" fmla="*/ 137211 w 377611"/>
                <a:gd name="connsiteY89" fmla="*/ 92040 h 1229887"/>
                <a:gd name="connsiteX90" fmla="*/ 137211 w 377611"/>
                <a:gd name="connsiteY90" fmla="*/ 103332 h 1229887"/>
                <a:gd name="connsiteX91" fmla="*/ 140548 w 377611"/>
                <a:gd name="connsiteY91" fmla="*/ 115906 h 1229887"/>
                <a:gd name="connsiteX92" fmla="*/ 146878 w 377611"/>
                <a:gd name="connsiteY92" fmla="*/ 127454 h 1229887"/>
                <a:gd name="connsiteX93" fmla="*/ 155175 w 377611"/>
                <a:gd name="connsiteY93" fmla="*/ 133784 h 1229887"/>
                <a:gd name="connsiteX94" fmla="*/ 158853 w 377611"/>
                <a:gd name="connsiteY94" fmla="*/ 150036 h 1229887"/>
                <a:gd name="connsiteX95" fmla="*/ 160221 w 377611"/>
                <a:gd name="connsiteY95" fmla="*/ 159617 h 1229887"/>
                <a:gd name="connsiteX96" fmla="*/ 157827 w 377611"/>
                <a:gd name="connsiteY96" fmla="*/ 160985 h 1229887"/>
                <a:gd name="connsiteX97" fmla="*/ 158253 w 377611"/>
                <a:gd name="connsiteY97" fmla="*/ 160044 h 1229887"/>
                <a:gd name="connsiteX98" fmla="*/ 157571 w 377611"/>
                <a:gd name="connsiteY98" fmla="*/ 161328 h 1229887"/>
                <a:gd name="connsiteX99" fmla="*/ 156286 w 377611"/>
                <a:gd name="connsiteY99" fmla="*/ 163723 h 1229887"/>
                <a:gd name="connsiteX100" fmla="*/ 143370 w 377611"/>
                <a:gd name="connsiteY100" fmla="*/ 183397 h 1229887"/>
                <a:gd name="connsiteX101" fmla="*/ 57916 w 377611"/>
                <a:gd name="connsiteY101" fmla="*/ 229588 h 1229887"/>
                <a:gd name="connsiteX102" fmla="*/ 46966 w 377611"/>
                <a:gd name="connsiteY102" fmla="*/ 234036 h 1229887"/>
                <a:gd name="connsiteX103" fmla="*/ 43032 w 377611"/>
                <a:gd name="connsiteY103" fmla="*/ 244985 h 1229887"/>
                <a:gd name="connsiteX104" fmla="*/ 17199 w 377611"/>
                <a:gd name="connsiteY104" fmla="*/ 327445 h 1229887"/>
                <a:gd name="connsiteX105" fmla="*/ 8987 w 377611"/>
                <a:gd name="connsiteY105" fmla="*/ 389119 h 1229887"/>
                <a:gd name="connsiteX106" fmla="*/ 8731 w 377611"/>
                <a:gd name="connsiteY106" fmla="*/ 450622 h 1229887"/>
                <a:gd name="connsiteX107" fmla="*/ 30544 w 377611"/>
                <a:gd name="connsiteY107" fmla="*/ 463539 h 1229887"/>
                <a:gd name="connsiteX108" fmla="*/ 9159 w 377611"/>
                <a:gd name="connsiteY108" fmla="*/ 558915 h 1229887"/>
                <a:gd name="connsiteX109" fmla="*/ 1204 w 377611"/>
                <a:gd name="connsiteY109" fmla="*/ 647363 h 1229887"/>
                <a:gd name="connsiteX110" fmla="*/ 24042 w 377611"/>
                <a:gd name="connsiteY110" fmla="*/ 652324 h 1229887"/>
                <a:gd name="connsiteX111" fmla="*/ 27037 w 377611"/>
                <a:gd name="connsiteY111" fmla="*/ 697062 h 1229887"/>
                <a:gd name="connsiteX112" fmla="*/ 25582 w 377611"/>
                <a:gd name="connsiteY112" fmla="*/ 853000 h 1229887"/>
                <a:gd name="connsiteX113" fmla="*/ 25070 w 377611"/>
                <a:gd name="connsiteY113" fmla="*/ 936914 h 1229887"/>
                <a:gd name="connsiteX114" fmla="*/ 11640 w 377611"/>
                <a:gd name="connsiteY114" fmla="*/ 1094906 h 1229887"/>
                <a:gd name="connsiteX115" fmla="*/ 35505 w 377611"/>
                <a:gd name="connsiteY115" fmla="*/ 1145545 h 1229887"/>
                <a:gd name="connsiteX116" fmla="*/ 24042 w 377611"/>
                <a:gd name="connsiteY116" fmla="*/ 1168384 h 1229887"/>
                <a:gd name="connsiteX117" fmla="*/ 28063 w 377611"/>
                <a:gd name="connsiteY117" fmla="*/ 1188743 h 1229887"/>
                <a:gd name="connsiteX118" fmla="*/ 14121 w 377611"/>
                <a:gd name="connsiteY118" fmla="*/ 1199692 h 1229887"/>
                <a:gd name="connsiteX119" fmla="*/ 14121 w 377611"/>
                <a:gd name="connsiteY119" fmla="*/ 1199692 h 1229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377611" h="1229887">
                  <a:moveTo>
                    <a:pt x="14206" y="1199264"/>
                  </a:moveTo>
                  <a:cubicBezTo>
                    <a:pt x="6763" y="1201232"/>
                    <a:pt x="1290" y="1202258"/>
                    <a:pt x="776" y="1204739"/>
                  </a:cubicBezTo>
                  <a:cubicBezTo>
                    <a:pt x="262" y="1207219"/>
                    <a:pt x="-678" y="1222103"/>
                    <a:pt x="776" y="1223130"/>
                  </a:cubicBezTo>
                  <a:cubicBezTo>
                    <a:pt x="2229" y="1224156"/>
                    <a:pt x="11212" y="1228604"/>
                    <a:pt x="32596" y="1228604"/>
                  </a:cubicBezTo>
                  <a:cubicBezTo>
                    <a:pt x="53981" y="1228604"/>
                    <a:pt x="90678" y="1228604"/>
                    <a:pt x="105476" y="1224755"/>
                  </a:cubicBezTo>
                  <a:cubicBezTo>
                    <a:pt x="105647" y="1224755"/>
                    <a:pt x="105819" y="1224755"/>
                    <a:pt x="106076" y="1224584"/>
                  </a:cubicBezTo>
                  <a:cubicBezTo>
                    <a:pt x="106076" y="1224584"/>
                    <a:pt x="112063" y="1222103"/>
                    <a:pt x="114972" y="1218168"/>
                  </a:cubicBezTo>
                  <a:cubicBezTo>
                    <a:pt x="117451" y="1214918"/>
                    <a:pt x="119506" y="1210812"/>
                    <a:pt x="121302" y="1205337"/>
                  </a:cubicBezTo>
                  <a:cubicBezTo>
                    <a:pt x="121985" y="1203798"/>
                    <a:pt x="122413" y="1202343"/>
                    <a:pt x="122499" y="1200975"/>
                  </a:cubicBezTo>
                  <a:cubicBezTo>
                    <a:pt x="122499" y="1200975"/>
                    <a:pt x="122499" y="1200975"/>
                    <a:pt x="122499" y="1200975"/>
                  </a:cubicBezTo>
                  <a:cubicBezTo>
                    <a:pt x="122499" y="1200718"/>
                    <a:pt x="122499" y="1200547"/>
                    <a:pt x="122499" y="1200291"/>
                  </a:cubicBezTo>
                  <a:cubicBezTo>
                    <a:pt x="122499" y="1200291"/>
                    <a:pt x="122499" y="1200120"/>
                    <a:pt x="122499" y="1200120"/>
                  </a:cubicBezTo>
                  <a:cubicBezTo>
                    <a:pt x="122499" y="1199777"/>
                    <a:pt x="122499" y="1199435"/>
                    <a:pt x="122413" y="1199093"/>
                  </a:cubicBezTo>
                  <a:cubicBezTo>
                    <a:pt x="121899" y="1197040"/>
                    <a:pt x="120703" y="1195158"/>
                    <a:pt x="119335" y="1193276"/>
                  </a:cubicBezTo>
                  <a:cubicBezTo>
                    <a:pt x="116597" y="1189256"/>
                    <a:pt x="112748" y="1184894"/>
                    <a:pt x="111121" y="1181044"/>
                  </a:cubicBezTo>
                  <a:cubicBezTo>
                    <a:pt x="110866" y="1179847"/>
                    <a:pt x="110781" y="1178563"/>
                    <a:pt x="111121" y="1177195"/>
                  </a:cubicBezTo>
                  <a:cubicBezTo>
                    <a:pt x="113005" y="1169154"/>
                    <a:pt x="120703" y="1175057"/>
                    <a:pt x="126005" y="1172490"/>
                  </a:cubicBezTo>
                  <a:cubicBezTo>
                    <a:pt x="128571" y="1172490"/>
                    <a:pt x="130453" y="1171293"/>
                    <a:pt x="130796" y="1166588"/>
                  </a:cubicBezTo>
                  <a:cubicBezTo>
                    <a:pt x="131395" y="1159745"/>
                    <a:pt x="130113" y="1147855"/>
                    <a:pt x="128571" y="1132201"/>
                  </a:cubicBezTo>
                  <a:cubicBezTo>
                    <a:pt x="129856" y="1097985"/>
                    <a:pt x="136528" y="980882"/>
                    <a:pt x="138921" y="965313"/>
                  </a:cubicBezTo>
                  <a:cubicBezTo>
                    <a:pt x="141231" y="950087"/>
                    <a:pt x="150813" y="753090"/>
                    <a:pt x="157142" y="700398"/>
                  </a:cubicBezTo>
                  <a:cubicBezTo>
                    <a:pt x="158339" y="695008"/>
                    <a:pt x="158853" y="692528"/>
                    <a:pt x="160052" y="691330"/>
                  </a:cubicBezTo>
                  <a:cubicBezTo>
                    <a:pt x="160392" y="691330"/>
                    <a:pt x="160649" y="691330"/>
                    <a:pt x="160991" y="691587"/>
                  </a:cubicBezTo>
                  <a:cubicBezTo>
                    <a:pt x="163558" y="694838"/>
                    <a:pt x="167150" y="717078"/>
                    <a:pt x="168006" y="724092"/>
                  </a:cubicBezTo>
                  <a:cubicBezTo>
                    <a:pt x="168605" y="728626"/>
                    <a:pt x="170401" y="749497"/>
                    <a:pt x="171598" y="772850"/>
                  </a:cubicBezTo>
                  <a:cubicBezTo>
                    <a:pt x="172283" y="791069"/>
                    <a:pt x="172540" y="812625"/>
                    <a:pt x="171941" y="837517"/>
                  </a:cubicBezTo>
                  <a:cubicBezTo>
                    <a:pt x="171941" y="838458"/>
                    <a:pt x="172112" y="839314"/>
                    <a:pt x="172197" y="840169"/>
                  </a:cubicBezTo>
                  <a:cubicBezTo>
                    <a:pt x="172369" y="869509"/>
                    <a:pt x="175190" y="908002"/>
                    <a:pt x="176132" y="935546"/>
                  </a:cubicBezTo>
                  <a:cubicBezTo>
                    <a:pt x="176132" y="940849"/>
                    <a:pt x="176218" y="945126"/>
                    <a:pt x="176474" y="948548"/>
                  </a:cubicBezTo>
                  <a:cubicBezTo>
                    <a:pt x="176988" y="980711"/>
                    <a:pt x="177500" y="1025704"/>
                    <a:pt x="178442" y="1048543"/>
                  </a:cubicBezTo>
                  <a:cubicBezTo>
                    <a:pt x="179467" y="1071896"/>
                    <a:pt x="182890" y="1130490"/>
                    <a:pt x="182890" y="1137932"/>
                  </a:cubicBezTo>
                  <a:cubicBezTo>
                    <a:pt x="182890" y="1145374"/>
                    <a:pt x="181436" y="1143407"/>
                    <a:pt x="176474" y="1148881"/>
                  </a:cubicBezTo>
                  <a:cubicBezTo>
                    <a:pt x="176218" y="1149138"/>
                    <a:pt x="175961" y="1149395"/>
                    <a:pt x="175704" y="1149651"/>
                  </a:cubicBezTo>
                  <a:cubicBezTo>
                    <a:pt x="174079" y="1150934"/>
                    <a:pt x="172369" y="1152303"/>
                    <a:pt x="170744" y="1153757"/>
                  </a:cubicBezTo>
                  <a:cubicBezTo>
                    <a:pt x="168691" y="1155382"/>
                    <a:pt x="166636" y="1157264"/>
                    <a:pt x="165097" y="1159403"/>
                  </a:cubicBezTo>
                  <a:cubicBezTo>
                    <a:pt x="163472" y="1161370"/>
                    <a:pt x="162530" y="1163252"/>
                    <a:pt x="162702" y="1164792"/>
                  </a:cubicBezTo>
                  <a:cubicBezTo>
                    <a:pt x="162702" y="1165134"/>
                    <a:pt x="162702" y="1165476"/>
                    <a:pt x="162873" y="1165818"/>
                  </a:cubicBezTo>
                  <a:cubicBezTo>
                    <a:pt x="162702" y="1168128"/>
                    <a:pt x="163215" y="1170694"/>
                    <a:pt x="164583" y="1173773"/>
                  </a:cubicBezTo>
                  <a:cubicBezTo>
                    <a:pt x="165611" y="1176083"/>
                    <a:pt x="166636" y="1177794"/>
                    <a:pt x="167578" y="1179248"/>
                  </a:cubicBezTo>
                  <a:cubicBezTo>
                    <a:pt x="169460" y="1182413"/>
                    <a:pt x="171941" y="1185150"/>
                    <a:pt x="175107" y="1186861"/>
                  </a:cubicBezTo>
                  <a:cubicBezTo>
                    <a:pt x="176389" y="1188486"/>
                    <a:pt x="177159" y="1190625"/>
                    <a:pt x="176988" y="1195073"/>
                  </a:cubicBezTo>
                  <a:cubicBezTo>
                    <a:pt x="176817" y="1200376"/>
                    <a:pt x="175533" y="1205680"/>
                    <a:pt x="174422" y="1210213"/>
                  </a:cubicBezTo>
                  <a:cubicBezTo>
                    <a:pt x="173308" y="1211838"/>
                    <a:pt x="168946" y="1218596"/>
                    <a:pt x="172540" y="1221932"/>
                  </a:cubicBezTo>
                  <a:cubicBezTo>
                    <a:pt x="176646" y="1225696"/>
                    <a:pt x="192555" y="1226380"/>
                    <a:pt x="195892" y="1226380"/>
                  </a:cubicBezTo>
                  <a:cubicBezTo>
                    <a:pt x="199827" y="1226893"/>
                    <a:pt x="235153" y="1229887"/>
                    <a:pt x="253546" y="1229887"/>
                  </a:cubicBezTo>
                  <a:cubicBezTo>
                    <a:pt x="271936" y="1229887"/>
                    <a:pt x="302731" y="1227407"/>
                    <a:pt x="306152" y="1223900"/>
                  </a:cubicBezTo>
                  <a:cubicBezTo>
                    <a:pt x="309660" y="1220392"/>
                    <a:pt x="310600" y="1218425"/>
                    <a:pt x="308633" y="1217484"/>
                  </a:cubicBezTo>
                  <a:cubicBezTo>
                    <a:pt x="306665" y="1216458"/>
                    <a:pt x="303159" y="1207561"/>
                    <a:pt x="302217" y="1205594"/>
                  </a:cubicBezTo>
                  <a:cubicBezTo>
                    <a:pt x="301192" y="1203627"/>
                    <a:pt x="295288" y="1202600"/>
                    <a:pt x="292807" y="1202087"/>
                  </a:cubicBezTo>
                  <a:cubicBezTo>
                    <a:pt x="290328" y="1201574"/>
                    <a:pt x="265948" y="1192678"/>
                    <a:pt x="264495" y="1182755"/>
                  </a:cubicBezTo>
                  <a:cubicBezTo>
                    <a:pt x="263039" y="1172832"/>
                    <a:pt x="267488" y="1164364"/>
                    <a:pt x="269455" y="1159916"/>
                  </a:cubicBezTo>
                  <a:cubicBezTo>
                    <a:pt x="271422" y="1155468"/>
                    <a:pt x="276213" y="1148197"/>
                    <a:pt x="248926" y="1139729"/>
                  </a:cubicBezTo>
                  <a:cubicBezTo>
                    <a:pt x="248926" y="1139729"/>
                    <a:pt x="247130" y="1136735"/>
                    <a:pt x="257480" y="1115863"/>
                  </a:cubicBezTo>
                  <a:cubicBezTo>
                    <a:pt x="267916" y="1094991"/>
                    <a:pt x="255513" y="1082930"/>
                    <a:pt x="257994" y="1055130"/>
                  </a:cubicBezTo>
                  <a:cubicBezTo>
                    <a:pt x="260475" y="1027330"/>
                    <a:pt x="258508" y="967195"/>
                    <a:pt x="265435" y="936401"/>
                  </a:cubicBezTo>
                  <a:cubicBezTo>
                    <a:pt x="272364" y="905607"/>
                    <a:pt x="274331" y="866858"/>
                    <a:pt x="279807" y="828108"/>
                  </a:cubicBezTo>
                  <a:cubicBezTo>
                    <a:pt x="285280" y="789359"/>
                    <a:pt x="303159" y="692015"/>
                    <a:pt x="304184" y="664214"/>
                  </a:cubicBezTo>
                  <a:cubicBezTo>
                    <a:pt x="304184" y="664214"/>
                    <a:pt x="314620" y="663188"/>
                    <a:pt x="320096" y="661221"/>
                  </a:cubicBezTo>
                  <a:cubicBezTo>
                    <a:pt x="325569" y="659253"/>
                    <a:pt x="302217" y="541978"/>
                    <a:pt x="301703" y="511184"/>
                  </a:cubicBezTo>
                  <a:lnTo>
                    <a:pt x="301192" y="480390"/>
                  </a:lnTo>
                  <a:cubicBezTo>
                    <a:pt x="301192" y="480390"/>
                    <a:pt x="307179" y="482871"/>
                    <a:pt x="315562" y="480390"/>
                  </a:cubicBezTo>
                  <a:cubicBezTo>
                    <a:pt x="324030" y="477909"/>
                    <a:pt x="338914" y="478422"/>
                    <a:pt x="346355" y="475942"/>
                  </a:cubicBezTo>
                  <a:cubicBezTo>
                    <a:pt x="353798" y="473461"/>
                    <a:pt x="358246" y="465506"/>
                    <a:pt x="361239" y="458577"/>
                  </a:cubicBezTo>
                  <a:cubicBezTo>
                    <a:pt x="364233" y="451649"/>
                    <a:pt x="373130" y="424789"/>
                    <a:pt x="376636" y="414353"/>
                  </a:cubicBezTo>
                  <a:cubicBezTo>
                    <a:pt x="380145" y="403918"/>
                    <a:pt x="373130" y="399983"/>
                    <a:pt x="372188" y="379111"/>
                  </a:cubicBezTo>
                  <a:cubicBezTo>
                    <a:pt x="371162" y="358239"/>
                    <a:pt x="360727" y="340875"/>
                    <a:pt x="358246" y="327958"/>
                  </a:cubicBezTo>
                  <a:cubicBezTo>
                    <a:pt x="355765" y="315042"/>
                    <a:pt x="349264" y="308113"/>
                    <a:pt x="349264" y="303152"/>
                  </a:cubicBezTo>
                  <a:cubicBezTo>
                    <a:pt x="349264" y="298191"/>
                    <a:pt x="349778" y="291690"/>
                    <a:pt x="348238" y="283307"/>
                  </a:cubicBezTo>
                  <a:cubicBezTo>
                    <a:pt x="346783" y="274838"/>
                    <a:pt x="345758" y="275352"/>
                    <a:pt x="343277" y="269877"/>
                  </a:cubicBezTo>
                  <a:cubicBezTo>
                    <a:pt x="340796" y="264403"/>
                    <a:pt x="338828" y="259441"/>
                    <a:pt x="338315" y="254993"/>
                  </a:cubicBezTo>
                  <a:cubicBezTo>
                    <a:pt x="337801" y="250545"/>
                    <a:pt x="335834" y="245584"/>
                    <a:pt x="328906" y="239083"/>
                  </a:cubicBezTo>
                  <a:cubicBezTo>
                    <a:pt x="321977" y="232667"/>
                    <a:pt x="320438" y="236089"/>
                    <a:pt x="316502" y="233608"/>
                  </a:cubicBezTo>
                  <a:cubicBezTo>
                    <a:pt x="312567" y="231128"/>
                    <a:pt x="247473" y="202814"/>
                    <a:pt x="244478" y="196826"/>
                  </a:cubicBezTo>
                  <a:cubicBezTo>
                    <a:pt x="241483" y="190839"/>
                    <a:pt x="241997" y="178435"/>
                    <a:pt x="241483" y="175955"/>
                  </a:cubicBezTo>
                  <a:cubicBezTo>
                    <a:pt x="240972" y="173474"/>
                    <a:pt x="237806" y="170822"/>
                    <a:pt x="237806" y="170822"/>
                  </a:cubicBezTo>
                  <a:cubicBezTo>
                    <a:pt x="237806" y="170822"/>
                    <a:pt x="237977" y="171507"/>
                    <a:pt x="238234" y="172704"/>
                  </a:cubicBezTo>
                  <a:cubicBezTo>
                    <a:pt x="237977" y="171507"/>
                    <a:pt x="237806" y="170822"/>
                    <a:pt x="237806" y="170822"/>
                  </a:cubicBezTo>
                  <a:cubicBezTo>
                    <a:pt x="238148" y="168855"/>
                    <a:pt x="235153" y="170138"/>
                    <a:pt x="238491" y="166545"/>
                  </a:cubicBezTo>
                  <a:cubicBezTo>
                    <a:pt x="241826" y="162867"/>
                    <a:pt x="246103" y="159275"/>
                    <a:pt x="249097" y="137120"/>
                  </a:cubicBezTo>
                  <a:cubicBezTo>
                    <a:pt x="252092" y="114965"/>
                    <a:pt x="251065" y="112570"/>
                    <a:pt x="252775" y="111287"/>
                  </a:cubicBezTo>
                  <a:cubicBezTo>
                    <a:pt x="254400" y="110004"/>
                    <a:pt x="255085" y="108977"/>
                    <a:pt x="255770" y="107010"/>
                  </a:cubicBezTo>
                  <a:cubicBezTo>
                    <a:pt x="256453" y="105043"/>
                    <a:pt x="256453" y="95377"/>
                    <a:pt x="256453" y="91442"/>
                  </a:cubicBezTo>
                  <a:cubicBezTo>
                    <a:pt x="256453" y="87507"/>
                    <a:pt x="258079" y="82203"/>
                    <a:pt x="257823" y="78867"/>
                  </a:cubicBezTo>
                  <a:cubicBezTo>
                    <a:pt x="257480" y="75531"/>
                    <a:pt x="257823" y="76900"/>
                    <a:pt x="255170" y="70228"/>
                  </a:cubicBezTo>
                  <a:cubicBezTo>
                    <a:pt x="252518" y="63641"/>
                    <a:pt x="254145" y="58680"/>
                    <a:pt x="252176" y="46705"/>
                  </a:cubicBezTo>
                  <a:cubicBezTo>
                    <a:pt x="250208" y="34815"/>
                    <a:pt x="244564" y="22839"/>
                    <a:pt x="241911" y="18562"/>
                  </a:cubicBezTo>
                  <a:cubicBezTo>
                    <a:pt x="239261" y="14285"/>
                    <a:pt x="228652" y="0"/>
                    <a:pt x="196832" y="0"/>
                  </a:cubicBezTo>
                  <a:cubicBezTo>
                    <a:pt x="165011" y="0"/>
                    <a:pt x="145851" y="24122"/>
                    <a:pt x="142173" y="32419"/>
                  </a:cubicBezTo>
                  <a:cubicBezTo>
                    <a:pt x="138495" y="40717"/>
                    <a:pt x="134559" y="75446"/>
                    <a:pt x="142516" y="92383"/>
                  </a:cubicBezTo>
                  <a:cubicBezTo>
                    <a:pt x="143284" y="94008"/>
                    <a:pt x="139178" y="90415"/>
                    <a:pt x="137211" y="92040"/>
                  </a:cubicBezTo>
                  <a:cubicBezTo>
                    <a:pt x="135244" y="93666"/>
                    <a:pt x="134901" y="99311"/>
                    <a:pt x="137211" y="103332"/>
                  </a:cubicBezTo>
                  <a:cubicBezTo>
                    <a:pt x="139521" y="107267"/>
                    <a:pt x="137896" y="108635"/>
                    <a:pt x="140548" y="115906"/>
                  </a:cubicBezTo>
                  <a:cubicBezTo>
                    <a:pt x="143198" y="123177"/>
                    <a:pt x="143198" y="123519"/>
                    <a:pt x="146878" y="127454"/>
                  </a:cubicBezTo>
                  <a:cubicBezTo>
                    <a:pt x="150556" y="131474"/>
                    <a:pt x="153465" y="132073"/>
                    <a:pt x="155175" y="133784"/>
                  </a:cubicBezTo>
                  <a:cubicBezTo>
                    <a:pt x="156800" y="135495"/>
                    <a:pt x="157485" y="143364"/>
                    <a:pt x="158853" y="150036"/>
                  </a:cubicBezTo>
                  <a:cubicBezTo>
                    <a:pt x="160221" y="156708"/>
                    <a:pt x="159538" y="155340"/>
                    <a:pt x="160221" y="159617"/>
                  </a:cubicBezTo>
                  <a:cubicBezTo>
                    <a:pt x="160221" y="159617"/>
                    <a:pt x="159110" y="159531"/>
                    <a:pt x="157827" y="160985"/>
                  </a:cubicBezTo>
                  <a:cubicBezTo>
                    <a:pt x="157999" y="160729"/>
                    <a:pt x="158082" y="160387"/>
                    <a:pt x="158253" y="160044"/>
                  </a:cubicBezTo>
                  <a:cubicBezTo>
                    <a:pt x="158253" y="160044"/>
                    <a:pt x="157999" y="160472"/>
                    <a:pt x="157571" y="161328"/>
                  </a:cubicBezTo>
                  <a:cubicBezTo>
                    <a:pt x="157142" y="161926"/>
                    <a:pt x="156714" y="162696"/>
                    <a:pt x="156286" y="163723"/>
                  </a:cubicBezTo>
                  <a:cubicBezTo>
                    <a:pt x="153037" y="169539"/>
                    <a:pt x="146621" y="180488"/>
                    <a:pt x="143370" y="183397"/>
                  </a:cubicBezTo>
                  <a:cubicBezTo>
                    <a:pt x="138921" y="187332"/>
                    <a:pt x="63391" y="227621"/>
                    <a:pt x="57916" y="229588"/>
                  </a:cubicBezTo>
                  <a:cubicBezTo>
                    <a:pt x="52442" y="231555"/>
                    <a:pt x="49447" y="232069"/>
                    <a:pt x="46966" y="234036"/>
                  </a:cubicBezTo>
                  <a:cubicBezTo>
                    <a:pt x="44488" y="236004"/>
                    <a:pt x="44488" y="240965"/>
                    <a:pt x="43032" y="244985"/>
                  </a:cubicBezTo>
                  <a:cubicBezTo>
                    <a:pt x="41578" y="249006"/>
                    <a:pt x="20194" y="294170"/>
                    <a:pt x="17199" y="327445"/>
                  </a:cubicBezTo>
                  <a:cubicBezTo>
                    <a:pt x="17199" y="327445"/>
                    <a:pt x="11725" y="367478"/>
                    <a:pt x="8987" y="389119"/>
                  </a:cubicBezTo>
                  <a:cubicBezTo>
                    <a:pt x="7020" y="387665"/>
                    <a:pt x="-6581" y="440871"/>
                    <a:pt x="8731" y="450622"/>
                  </a:cubicBezTo>
                  <a:cubicBezTo>
                    <a:pt x="17028" y="455926"/>
                    <a:pt x="30544" y="463539"/>
                    <a:pt x="30544" y="463539"/>
                  </a:cubicBezTo>
                  <a:cubicBezTo>
                    <a:pt x="30544" y="463539"/>
                    <a:pt x="13179" y="537017"/>
                    <a:pt x="9159" y="558915"/>
                  </a:cubicBezTo>
                  <a:cubicBezTo>
                    <a:pt x="5224" y="580728"/>
                    <a:pt x="4197" y="634447"/>
                    <a:pt x="1204" y="647363"/>
                  </a:cubicBezTo>
                  <a:cubicBezTo>
                    <a:pt x="1204" y="647363"/>
                    <a:pt x="21050" y="651811"/>
                    <a:pt x="24042" y="652324"/>
                  </a:cubicBezTo>
                  <a:cubicBezTo>
                    <a:pt x="27037" y="652838"/>
                    <a:pt x="28491" y="677131"/>
                    <a:pt x="27037" y="697062"/>
                  </a:cubicBezTo>
                  <a:cubicBezTo>
                    <a:pt x="25582" y="716907"/>
                    <a:pt x="22589" y="833668"/>
                    <a:pt x="25582" y="853000"/>
                  </a:cubicBezTo>
                  <a:cubicBezTo>
                    <a:pt x="28576" y="872332"/>
                    <a:pt x="29004" y="914589"/>
                    <a:pt x="25070" y="936914"/>
                  </a:cubicBezTo>
                  <a:cubicBezTo>
                    <a:pt x="21135" y="959240"/>
                    <a:pt x="8219" y="1084983"/>
                    <a:pt x="11640" y="1094906"/>
                  </a:cubicBezTo>
                  <a:cubicBezTo>
                    <a:pt x="15146" y="1104828"/>
                    <a:pt x="36019" y="1138617"/>
                    <a:pt x="35505" y="1145545"/>
                  </a:cubicBezTo>
                  <a:cubicBezTo>
                    <a:pt x="34992" y="1152474"/>
                    <a:pt x="25582" y="1157435"/>
                    <a:pt x="24042" y="1168384"/>
                  </a:cubicBezTo>
                  <a:cubicBezTo>
                    <a:pt x="22589" y="1179333"/>
                    <a:pt x="28063" y="1188743"/>
                    <a:pt x="28063" y="1188743"/>
                  </a:cubicBezTo>
                  <a:cubicBezTo>
                    <a:pt x="28063" y="1188743"/>
                    <a:pt x="21561" y="1197724"/>
                    <a:pt x="14121" y="1199692"/>
                  </a:cubicBezTo>
                  <a:lnTo>
                    <a:pt x="14121" y="1199692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780BB7C-CBDC-4761-072D-9692A2385815}"/>
                </a:ext>
              </a:extLst>
            </p:cNvPr>
            <p:cNvSpPr/>
            <p:nvPr/>
          </p:nvSpPr>
          <p:spPr>
            <a:xfrm>
              <a:off x="12415483" y="1195596"/>
              <a:ext cx="377071" cy="1156684"/>
            </a:xfrm>
            <a:custGeom>
              <a:avLst/>
              <a:gdLst>
                <a:gd name="connsiteX0" fmla="*/ 55844 w 377071"/>
                <a:gd name="connsiteY0" fmla="*/ 1124779 h 1156684"/>
                <a:gd name="connsiteX1" fmla="*/ 38905 w 377071"/>
                <a:gd name="connsiteY1" fmla="*/ 1136241 h 1156684"/>
                <a:gd name="connsiteX2" fmla="*/ 10080 w 377071"/>
                <a:gd name="connsiteY2" fmla="*/ 1138721 h 1156684"/>
                <a:gd name="connsiteX3" fmla="*/ 669 w 377071"/>
                <a:gd name="connsiteY3" fmla="*/ 1150184 h 1156684"/>
                <a:gd name="connsiteX4" fmla="*/ 1697 w 377071"/>
                <a:gd name="connsiteY4" fmla="*/ 1156685 h 1156684"/>
                <a:gd name="connsiteX5" fmla="*/ 161142 w 377071"/>
                <a:gd name="connsiteY5" fmla="*/ 1156685 h 1156684"/>
                <a:gd name="connsiteX6" fmla="*/ 162169 w 377071"/>
                <a:gd name="connsiteY6" fmla="*/ 1142656 h 1156684"/>
                <a:gd name="connsiteX7" fmla="*/ 162512 w 377071"/>
                <a:gd name="connsiteY7" fmla="*/ 1136583 h 1156684"/>
                <a:gd name="connsiteX8" fmla="*/ 162683 w 377071"/>
                <a:gd name="connsiteY8" fmla="*/ 1131365 h 1156684"/>
                <a:gd name="connsiteX9" fmla="*/ 162255 w 377071"/>
                <a:gd name="connsiteY9" fmla="*/ 1128200 h 1156684"/>
                <a:gd name="connsiteX10" fmla="*/ 162084 w 377071"/>
                <a:gd name="connsiteY10" fmla="*/ 1126404 h 1156684"/>
                <a:gd name="connsiteX11" fmla="*/ 157807 w 377071"/>
                <a:gd name="connsiteY11" fmla="*/ 1118449 h 1156684"/>
                <a:gd name="connsiteX12" fmla="*/ 157721 w 377071"/>
                <a:gd name="connsiteY12" fmla="*/ 1116823 h 1156684"/>
                <a:gd name="connsiteX13" fmla="*/ 158149 w 377071"/>
                <a:gd name="connsiteY13" fmla="*/ 1114856 h 1156684"/>
                <a:gd name="connsiteX14" fmla="*/ 161313 w 377071"/>
                <a:gd name="connsiteY14" fmla="*/ 1106473 h 1156684"/>
                <a:gd name="connsiteX15" fmla="*/ 161142 w 377071"/>
                <a:gd name="connsiteY15" fmla="*/ 1104933 h 1156684"/>
                <a:gd name="connsiteX16" fmla="*/ 160288 w 377071"/>
                <a:gd name="connsiteY16" fmla="*/ 1095524 h 1156684"/>
                <a:gd name="connsiteX17" fmla="*/ 166275 w 377071"/>
                <a:gd name="connsiteY17" fmla="*/ 1084575 h 1156684"/>
                <a:gd name="connsiteX18" fmla="*/ 160116 w 377071"/>
                <a:gd name="connsiteY18" fmla="*/ 1072001 h 1156684"/>
                <a:gd name="connsiteX19" fmla="*/ 159174 w 377071"/>
                <a:gd name="connsiteY19" fmla="*/ 1071231 h 1156684"/>
                <a:gd name="connsiteX20" fmla="*/ 158235 w 377071"/>
                <a:gd name="connsiteY20" fmla="*/ 1069263 h 1156684"/>
                <a:gd name="connsiteX21" fmla="*/ 162255 w 377071"/>
                <a:gd name="connsiteY21" fmla="*/ 1055834 h 1156684"/>
                <a:gd name="connsiteX22" fmla="*/ 164736 w 377071"/>
                <a:gd name="connsiteY22" fmla="*/ 1004168 h 1156684"/>
                <a:gd name="connsiteX23" fmla="*/ 170723 w 377071"/>
                <a:gd name="connsiteY23" fmla="*/ 911272 h 1156684"/>
                <a:gd name="connsiteX24" fmla="*/ 171749 w 377071"/>
                <a:gd name="connsiteY24" fmla="*/ 845150 h 1156684"/>
                <a:gd name="connsiteX25" fmla="*/ 178164 w 377071"/>
                <a:gd name="connsiteY25" fmla="*/ 792030 h 1156684"/>
                <a:gd name="connsiteX26" fmla="*/ 179106 w 377071"/>
                <a:gd name="connsiteY26" fmla="*/ 754478 h 1156684"/>
                <a:gd name="connsiteX27" fmla="*/ 180645 w 377071"/>
                <a:gd name="connsiteY27" fmla="*/ 723940 h 1156684"/>
                <a:gd name="connsiteX28" fmla="*/ 181587 w 377071"/>
                <a:gd name="connsiteY28" fmla="*/ 724111 h 1156684"/>
                <a:gd name="connsiteX29" fmla="*/ 190483 w 377071"/>
                <a:gd name="connsiteY29" fmla="*/ 762433 h 1156684"/>
                <a:gd name="connsiteX30" fmla="*/ 210926 w 377071"/>
                <a:gd name="connsiteY30" fmla="*/ 903231 h 1156684"/>
                <a:gd name="connsiteX31" fmla="*/ 215289 w 377071"/>
                <a:gd name="connsiteY31" fmla="*/ 936848 h 1156684"/>
                <a:gd name="connsiteX32" fmla="*/ 215118 w 377071"/>
                <a:gd name="connsiteY32" fmla="*/ 948139 h 1156684"/>
                <a:gd name="connsiteX33" fmla="*/ 218455 w 377071"/>
                <a:gd name="connsiteY33" fmla="*/ 993817 h 1156684"/>
                <a:gd name="connsiteX34" fmla="*/ 209216 w 377071"/>
                <a:gd name="connsiteY34" fmla="*/ 1062078 h 1156684"/>
                <a:gd name="connsiteX35" fmla="*/ 212979 w 377071"/>
                <a:gd name="connsiteY35" fmla="*/ 1072770 h 1156684"/>
                <a:gd name="connsiteX36" fmla="*/ 213236 w 377071"/>
                <a:gd name="connsiteY36" fmla="*/ 1073113 h 1156684"/>
                <a:gd name="connsiteX37" fmla="*/ 215118 w 377071"/>
                <a:gd name="connsiteY37" fmla="*/ 1075935 h 1156684"/>
                <a:gd name="connsiteX38" fmla="*/ 225039 w 377071"/>
                <a:gd name="connsiteY38" fmla="*/ 1082607 h 1156684"/>
                <a:gd name="connsiteX39" fmla="*/ 230858 w 377071"/>
                <a:gd name="connsiteY39" fmla="*/ 1087483 h 1156684"/>
                <a:gd name="connsiteX40" fmla="*/ 230858 w 377071"/>
                <a:gd name="connsiteY40" fmla="*/ 1087483 h 1156684"/>
                <a:gd name="connsiteX41" fmla="*/ 230344 w 377071"/>
                <a:gd name="connsiteY41" fmla="*/ 1093728 h 1156684"/>
                <a:gd name="connsiteX42" fmla="*/ 230772 w 377071"/>
                <a:gd name="connsiteY42" fmla="*/ 1104335 h 1156684"/>
                <a:gd name="connsiteX43" fmla="*/ 228291 w 377071"/>
                <a:gd name="connsiteY43" fmla="*/ 1134102 h 1156684"/>
                <a:gd name="connsiteX44" fmla="*/ 234792 w 377071"/>
                <a:gd name="connsiteY44" fmla="*/ 1145565 h 1156684"/>
                <a:gd name="connsiteX45" fmla="*/ 233253 w 377071"/>
                <a:gd name="connsiteY45" fmla="*/ 1156514 h 1156684"/>
                <a:gd name="connsiteX46" fmla="*/ 297322 w 377071"/>
                <a:gd name="connsiteY46" fmla="*/ 1156514 h 1156684"/>
                <a:gd name="connsiteX47" fmla="*/ 299289 w 377071"/>
                <a:gd name="connsiteY47" fmla="*/ 1146591 h 1156684"/>
                <a:gd name="connsiteX48" fmla="*/ 294327 w 377071"/>
                <a:gd name="connsiteY48" fmla="*/ 1133675 h 1156684"/>
                <a:gd name="connsiteX49" fmla="*/ 294327 w 377071"/>
                <a:gd name="connsiteY49" fmla="*/ 1114770 h 1156684"/>
                <a:gd name="connsiteX50" fmla="*/ 288854 w 377071"/>
                <a:gd name="connsiteY50" fmla="*/ 1095866 h 1156684"/>
                <a:gd name="connsiteX51" fmla="*/ 300315 w 377071"/>
                <a:gd name="connsiteY51" fmla="*/ 1079015 h 1156684"/>
                <a:gd name="connsiteX52" fmla="*/ 312206 w 377071"/>
                <a:gd name="connsiteY52" fmla="*/ 993561 h 1156684"/>
                <a:gd name="connsiteX53" fmla="*/ 299289 w 377071"/>
                <a:gd name="connsiteY53" fmla="*/ 903659 h 1156684"/>
                <a:gd name="connsiteX54" fmla="*/ 292874 w 377071"/>
                <a:gd name="connsiteY54" fmla="*/ 795879 h 1156684"/>
                <a:gd name="connsiteX55" fmla="*/ 287398 w 377071"/>
                <a:gd name="connsiteY55" fmla="*/ 654824 h 1156684"/>
                <a:gd name="connsiteX56" fmla="*/ 286458 w 377071"/>
                <a:gd name="connsiteY56" fmla="*/ 619069 h 1156684"/>
                <a:gd name="connsiteX57" fmla="*/ 287997 w 377071"/>
                <a:gd name="connsiteY57" fmla="*/ 607008 h 1156684"/>
                <a:gd name="connsiteX58" fmla="*/ 297065 w 377071"/>
                <a:gd name="connsiteY58" fmla="*/ 605468 h 1156684"/>
                <a:gd name="connsiteX59" fmla="*/ 302282 w 377071"/>
                <a:gd name="connsiteY59" fmla="*/ 594776 h 1156684"/>
                <a:gd name="connsiteX60" fmla="*/ 310579 w 377071"/>
                <a:gd name="connsiteY60" fmla="*/ 573305 h 1156684"/>
                <a:gd name="connsiteX61" fmla="*/ 317080 w 377071"/>
                <a:gd name="connsiteY61" fmla="*/ 580576 h 1156684"/>
                <a:gd name="connsiteX62" fmla="*/ 318964 w 377071"/>
                <a:gd name="connsiteY62" fmla="*/ 576385 h 1156684"/>
                <a:gd name="connsiteX63" fmla="*/ 320246 w 377071"/>
                <a:gd name="connsiteY63" fmla="*/ 576385 h 1156684"/>
                <a:gd name="connsiteX64" fmla="*/ 333676 w 377071"/>
                <a:gd name="connsiteY64" fmla="*/ 546104 h 1156684"/>
                <a:gd name="connsiteX65" fmla="*/ 349586 w 377071"/>
                <a:gd name="connsiteY65" fmla="*/ 498886 h 1156684"/>
                <a:gd name="connsiteX66" fmla="*/ 363530 w 377071"/>
                <a:gd name="connsiteY66" fmla="*/ 474507 h 1156684"/>
                <a:gd name="connsiteX67" fmla="*/ 372426 w 377071"/>
                <a:gd name="connsiteY67" fmla="*/ 438752 h 1156684"/>
                <a:gd name="connsiteX68" fmla="*/ 374905 w 377071"/>
                <a:gd name="connsiteY68" fmla="*/ 386145 h 1156684"/>
                <a:gd name="connsiteX69" fmla="*/ 362502 w 377071"/>
                <a:gd name="connsiteY69" fmla="*/ 290768 h 1156684"/>
                <a:gd name="connsiteX70" fmla="*/ 339150 w 377071"/>
                <a:gd name="connsiteY70" fmla="*/ 211302 h 1156684"/>
                <a:gd name="connsiteX71" fmla="*/ 334017 w 377071"/>
                <a:gd name="connsiteY71" fmla="*/ 208308 h 1156684"/>
                <a:gd name="connsiteX72" fmla="*/ 263447 w 377071"/>
                <a:gd name="connsiteY72" fmla="*/ 186153 h 1156684"/>
                <a:gd name="connsiteX73" fmla="*/ 254809 w 377071"/>
                <a:gd name="connsiteY73" fmla="*/ 186838 h 1156684"/>
                <a:gd name="connsiteX74" fmla="*/ 254467 w 377071"/>
                <a:gd name="connsiteY74" fmla="*/ 184186 h 1156684"/>
                <a:gd name="connsiteX75" fmla="*/ 232911 w 377071"/>
                <a:gd name="connsiteY75" fmla="*/ 164683 h 1156684"/>
                <a:gd name="connsiteX76" fmla="*/ 234621 w 377071"/>
                <a:gd name="connsiteY76" fmla="*/ 166992 h 1156684"/>
                <a:gd name="connsiteX77" fmla="*/ 234621 w 377071"/>
                <a:gd name="connsiteY77" fmla="*/ 167762 h 1156684"/>
                <a:gd name="connsiteX78" fmla="*/ 225039 w 377071"/>
                <a:gd name="connsiteY78" fmla="*/ 158695 h 1156684"/>
                <a:gd name="connsiteX79" fmla="*/ 223072 w 377071"/>
                <a:gd name="connsiteY79" fmla="*/ 155102 h 1156684"/>
                <a:gd name="connsiteX80" fmla="*/ 224699 w 377071"/>
                <a:gd name="connsiteY80" fmla="*/ 146206 h 1156684"/>
                <a:gd name="connsiteX81" fmla="*/ 230686 w 377071"/>
                <a:gd name="connsiteY81" fmla="*/ 132948 h 1156684"/>
                <a:gd name="connsiteX82" fmla="*/ 237016 w 377071"/>
                <a:gd name="connsiteY82" fmla="*/ 114043 h 1156684"/>
                <a:gd name="connsiteX83" fmla="*/ 233679 w 377071"/>
                <a:gd name="connsiteY83" fmla="*/ 46467 h 1156684"/>
                <a:gd name="connsiteX84" fmla="*/ 199549 w 377071"/>
                <a:gd name="connsiteY84" fmla="*/ 11995 h 1156684"/>
                <a:gd name="connsiteX85" fmla="*/ 174401 w 377071"/>
                <a:gd name="connsiteY85" fmla="*/ 5665 h 1156684"/>
                <a:gd name="connsiteX86" fmla="*/ 171749 w 377071"/>
                <a:gd name="connsiteY86" fmla="*/ 704 h 1156684"/>
                <a:gd name="connsiteX87" fmla="*/ 167814 w 377071"/>
                <a:gd name="connsiteY87" fmla="*/ 2329 h 1156684"/>
                <a:gd name="connsiteX88" fmla="*/ 163195 w 377071"/>
                <a:gd name="connsiteY88" fmla="*/ 7290 h 1156684"/>
                <a:gd name="connsiteX89" fmla="*/ 156267 w 377071"/>
                <a:gd name="connsiteY89" fmla="*/ 5922 h 1156684"/>
                <a:gd name="connsiteX90" fmla="*/ 147029 w 377071"/>
                <a:gd name="connsiteY90" fmla="*/ 8915 h 1156684"/>
                <a:gd name="connsiteX91" fmla="*/ 142067 w 377071"/>
                <a:gd name="connsiteY91" fmla="*/ 16186 h 1156684"/>
                <a:gd name="connsiteX92" fmla="*/ 135480 w 377071"/>
                <a:gd name="connsiteY92" fmla="*/ 12850 h 1156684"/>
                <a:gd name="connsiteX93" fmla="*/ 127183 w 377071"/>
                <a:gd name="connsiteY93" fmla="*/ 19437 h 1156684"/>
                <a:gd name="connsiteX94" fmla="*/ 127354 w 377071"/>
                <a:gd name="connsiteY94" fmla="*/ 20977 h 1156684"/>
                <a:gd name="connsiteX95" fmla="*/ 123248 w 377071"/>
                <a:gd name="connsiteY95" fmla="*/ 21404 h 1156684"/>
                <a:gd name="connsiteX96" fmla="*/ 112984 w 377071"/>
                <a:gd name="connsiteY96" fmla="*/ 25339 h 1156684"/>
                <a:gd name="connsiteX97" fmla="*/ 105370 w 377071"/>
                <a:gd name="connsiteY97" fmla="*/ 29359 h 1156684"/>
                <a:gd name="connsiteX98" fmla="*/ 108022 w 377071"/>
                <a:gd name="connsiteY98" fmla="*/ 40651 h 1156684"/>
                <a:gd name="connsiteX99" fmla="*/ 105712 w 377071"/>
                <a:gd name="connsiteY99" fmla="*/ 54594 h 1156684"/>
                <a:gd name="connsiteX100" fmla="*/ 111956 w 377071"/>
                <a:gd name="connsiteY100" fmla="*/ 55962 h 1156684"/>
                <a:gd name="connsiteX101" fmla="*/ 111274 w 377071"/>
                <a:gd name="connsiteY101" fmla="*/ 62549 h 1156684"/>
                <a:gd name="connsiteX102" fmla="*/ 105284 w 377071"/>
                <a:gd name="connsiteY102" fmla="*/ 92402 h 1156684"/>
                <a:gd name="connsiteX103" fmla="*/ 108621 w 377071"/>
                <a:gd name="connsiteY103" fmla="*/ 101042 h 1156684"/>
                <a:gd name="connsiteX104" fmla="*/ 105284 w 377071"/>
                <a:gd name="connsiteY104" fmla="*/ 114300 h 1156684"/>
                <a:gd name="connsiteX105" fmla="*/ 100667 w 377071"/>
                <a:gd name="connsiteY105" fmla="*/ 134145 h 1156684"/>
                <a:gd name="connsiteX106" fmla="*/ 109904 w 377071"/>
                <a:gd name="connsiteY106" fmla="*/ 137481 h 1156684"/>
                <a:gd name="connsiteX107" fmla="*/ 112898 w 377071"/>
                <a:gd name="connsiteY107" fmla="*/ 142443 h 1156684"/>
                <a:gd name="connsiteX108" fmla="*/ 113583 w 377071"/>
                <a:gd name="connsiteY108" fmla="*/ 149371 h 1156684"/>
                <a:gd name="connsiteX109" fmla="*/ 117518 w 377071"/>
                <a:gd name="connsiteY109" fmla="*/ 152707 h 1156684"/>
                <a:gd name="connsiteX110" fmla="*/ 117518 w 377071"/>
                <a:gd name="connsiteY110" fmla="*/ 157326 h 1156684"/>
                <a:gd name="connsiteX111" fmla="*/ 120853 w 377071"/>
                <a:gd name="connsiteY111" fmla="*/ 162630 h 1156684"/>
                <a:gd name="connsiteX112" fmla="*/ 122478 w 377071"/>
                <a:gd name="connsiteY112" fmla="*/ 173237 h 1156684"/>
                <a:gd name="connsiteX113" fmla="*/ 126072 w 377071"/>
                <a:gd name="connsiteY113" fmla="*/ 179567 h 1156684"/>
                <a:gd name="connsiteX114" fmla="*/ 155240 w 377071"/>
                <a:gd name="connsiteY114" fmla="*/ 182903 h 1156684"/>
                <a:gd name="connsiteX115" fmla="*/ 157807 w 377071"/>
                <a:gd name="connsiteY115" fmla="*/ 185897 h 1156684"/>
                <a:gd name="connsiteX116" fmla="*/ 155240 w 377071"/>
                <a:gd name="connsiteY116" fmla="*/ 182903 h 1156684"/>
                <a:gd name="connsiteX117" fmla="*/ 151562 w 377071"/>
                <a:gd name="connsiteY117" fmla="*/ 198471 h 1156684"/>
                <a:gd name="connsiteX118" fmla="*/ 150963 w 377071"/>
                <a:gd name="connsiteY118" fmla="*/ 201978 h 1156684"/>
                <a:gd name="connsiteX119" fmla="*/ 151562 w 377071"/>
                <a:gd name="connsiteY119" fmla="*/ 198471 h 1156684"/>
                <a:gd name="connsiteX120" fmla="*/ 128039 w 377071"/>
                <a:gd name="connsiteY120" fmla="*/ 206939 h 1156684"/>
                <a:gd name="connsiteX121" fmla="*/ 79879 w 377071"/>
                <a:gd name="connsiteY121" fmla="*/ 228752 h 1156684"/>
                <a:gd name="connsiteX122" fmla="*/ 75431 w 377071"/>
                <a:gd name="connsiteY122" fmla="*/ 244662 h 1156684"/>
                <a:gd name="connsiteX123" fmla="*/ 68930 w 377071"/>
                <a:gd name="connsiteY123" fmla="*/ 310699 h 1156684"/>
                <a:gd name="connsiteX124" fmla="*/ 61489 w 377071"/>
                <a:gd name="connsiteY124" fmla="*/ 345513 h 1156684"/>
                <a:gd name="connsiteX125" fmla="*/ 60461 w 377071"/>
                <a:gd name="connsiteY125" fmla="*/ 388711 h 1156684"/>
                <a:gd name="connsiteX126" fmla="*/ 54046 w 377071"/>
                <a:gd name="connsiteY126" fmla="*/ 403595 h 1156684"/>
                <a:gd name="connsiteX127" fmla="*/ 52079 w 377071"/>
                <a:gd name="connsiteY127" fmla="*/ 437383 h 1156684"/>
                <a:gd name="connsiteX128" fmla="*/ 46605 w 377071"/>
                <a:gd name="connsiteY128" fmla="*/ 462189 h 1156684"/>
                <a:gd name="connsiteX129" fmla="*/ 41643 w 377071"/>
                <a:gd name="connsiteY129" fmla="*/ 486055 h 1156684"/>
                <a:gd name="connsiteX130" fmla="*/ 41129 w 377071"/>
                <a:gd name="connsiteY130" fmla="*/ 543195 h 1156684"/>
                <a:gd name="connsiteX131" fmla="*/ 37195 w 377071"/>
                <a:gd name="connsiteY131" fmla="*/ 559619 h 1156684"/>
                <a:gd name="connsiteX132" fmla="*/ 38222 w 377071"/>
                <a:gd name="connsiteY132" fmla="*/ 576470 h 1156684"/>
                <a:gd name="connsiteX133" fmla="*/ 34288 w 377071"/>
                <a:gd name="connsiteY133" fmla="*/ 586906 h 1156684"/>
                <a:gd name="connsiteX134" fmla="*/ 40703 w 377071"/>
                <a:gd name="connsiteY134" fmla="*/ 608804 h 1156684"/>
                <a:gd name="connsiteX135" fmla="*/ 51139 w 377071"/>
                <a:gd name="connsiteY135" fmla="*/ 603330 h 1156684"/>
                <a:gd name="connsiteX136" fmla="*/ 54132 w 377071"/>
                <a:gd name="connsiteY136" fmla="*/ 629163 h 1156684"/>
                <a:gd name="connsiteX137" fmla="*/ 60121 w 377071"/>
                <a:gd name="connsiteY137" fmla="*/ 753366 h 1156684"/>
                <a:gd name="connsiteX138" fmla="*/ 85952 w 377071"/>
                <a:gd name="connsiteY138" fmla="*/ 913325 h 1156684"/>
                <a:gd name="connsiteX139" fmla="*/ 82446 w 377071"/>
                <a:gd name="connsiteY139" fmla="*/ 998266 h 1156684"/>
                <a:gd name="connsiteX140" fmla="*/ 70557 w 377071"/>
                <a:gd name="connsiteY140" fmla="*/ 1071744 h 1156684"/>
                <a:gd name="connsiteX141" fmla="*/ 69529 w 377071"/>
                <a:gd name="connsiteY141" fmla="*/ 1090648 h 1156684"/>
                <a:gd name="connsiteX142" fmla="*/ 66537 w 377071"/>
                <a:gd name="connsiteY142" fmla="*/ 1109980 h 1156684"/>
                <a:gd name="connsiteX143" fmla="*/ 56099 w 377071"/>
                <a:gd name="connsiteY143" fmla="*/ 1124864 h 1156684"/>
                <a:gd name="connsiteX144" fmla="*/ 56099 w 377071"/>
                <a:gd name="connsiteY144" fmla="*/ 1124864 h 1156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</a:cxnLst>
              <a:rect l="l" t="t" r="r" b="b"/>
              <a:pathLst>
                <a:path w="377071" h="1156684">
                  <a:moveTo>
                    <a:pt x="55844" y="1124779"/>
                  </a:moveTo>
                  <a:cubicBezTo>
                    <a:pt x="51396" y="1130766"/>
                    <a:pt x="45406" y="1135728"/>
                    <a:pt x="38905" y="1136241"/>
                  </a:cubicBezTo>
                  <a:cubicBezTo>
                    <a:pt x="32490" y="1136754"/>
                    <a:pt x="16067" y="1136754"/>
                    <a:pt x="10080" y="1138721"/>
                  </a:cubicBezTo>
                  <a:cubicBezTo>
                    <a:pt x="4092" y="1140689"/>
                    <a:pt x="2637" y="1147190"/>
                    <a:pt x="669" y="1150184"/>
                  </a:cubicBezTo>
                  <a:cubicBezTo>
                    <a:pt x="-1298" y="1153178"/>
                    <a:pt x="1697" y="1156685"/>
                    <a:pt x="1697" y="1156685"/>
                  </a:cubicBezTo>
                  <a:lnTo>
                    <a:pt x="161142" y="1156685"/>
                  </a:lnTo>
                  <a:cubicBezTo>
                    <a:pt x="161142" y="1156685"/>
                    <a:pt x="161655" y="1149585"/>
                    <a:pt x="162169" y="1142656"/>
                  </a:cubicBezTo>
                  <a:cubicBezTo>
                    <a:pt x="162340" y="1141116"/>
                    <a:pt x="162512" y="1138978"/>
                    <a:pt x="162512" y="1136583"/>
                  </a:cubicBezTo>
                  <a:cubicBezTo>
                    <a:pt x="162597" y="1134444"/>
                    <a:pt x="162683" y="1132563"/>
                    <a:pt x="162683" y="1131365"/>
                  </a:cubicBezTo>
                  <a:cubicBezTo>
                    <a:pt x="162683" y="1130167"/>
                    <a:pt x="162512" y="1129056"/>
                    <a:pt x="162255" y="1128200"/>
                  </a:cubicBezTo>
                  <a:cubicBezTo>
                    <a:pt x="162255" y="1127601"/>
                    <a:pt x="162169" y="1127003"/>
                    <a:pt x="162084" y="1126404"/>
                  </a:cubicBezTo>
                  <a:cubicBezTo>
                    <a:pt x="161399" y="1121443"/>
                    <a:pt x="158746" y="1122469"/>
                    <a:pt x="157807" y="1118449"/>
                  </a:cubicBezTo>
                  <a:cubicBezTo>
                    <a:pt x="157721" y="1117850"/>
                    <a:pt x="157635" y="1117337"/>
                    <a:pt x="157721" y="1116823"/>
                  </a:cubicBezTo>
                  <a:cubicBezTo>
                    <a:pt x="157721" y="1116139"/>
                    <a:pt x="157892" y="1115540"/>
                    <a:pt x="158149" y="1114856"/>
                  </a:cubicBezTo>
                  <a:cubicBezTo>
                    <a:pt x="159174" y="1112632"/>
                    <a:pt x="161655" y="1111862"/>
                    <a:pt x="161313" y="1106473"/>
                  </a:cubicBezTo>
                  <a:cubicBezTo>
                    <a:pt x="161313" y="1105874"/>
                    <a:pt x="161313" y="1105447"/>
                    <a:pt x="161142" y="1104933"/>
                  </a:cubicBezTo>
                  <a:cubicBezTo>
                    <a:pt x="160799" y="1101940"/>
                    <a:pt x="160116" y="1098603"/>
                    <a:pt x="160288" y="1095524"/>
                  </a:cubicBezTo>
                  <a:cubicBezTo>
                    <a:pt x="162255" y="1090563"/>
                    <a:pt x="167215" y="1090563"/>
                    <a:pt x="166275" y="1084575"/>
                  </a:cubicBezTo>
                  <a:cubicBezTo>
                    <a:pt x="167131" y="1078587"/>
                    <a:pt x="162169" y="1073968"/>
                    <a:pt x="160116" y="1072001"/>
                  </a:cubicBezTo>
                  <a:cubicBezTo>
                    <a:pt x="159859" y="1071744"/>
                    <a:pt x="159517" y="1071487"/>
                    <a:pt x="159174" y="1071231"/>
                  </a:cubicBezTo>
                  <a:cubicBezTo>
                    <a:pt x="158832" y="1070632"/>
                    <a:pt x="158577" y="1069948"/>
                    <a:pt x="158235" y="1069263"/>
                  </a:cubicBezTo>
                  <a:cubicBezTo>
                    <a:pt x="155754" y="1062763"/>
                    <a:pt x="161227" y="1060367"/>
                    <a:pt x="162255" y="1055834"/>
                  </a:cubicBezTo>
                  <a:cubicBezTo>
                    <a:pt x="163280" y="1051386"/>
                    <a:pt x="163280" y="1021532"/>
                    <a:pt x="164736" y="1004168"/>
                  </a:cubicBezTo>
                  <a:cubicBezTo>
                    <a:pt x="166189" y="986803"/>
                    <a:pt x="170209" y="925642"/>
                    <a:pt x="170723" y="911272"/>
                  </a:cubicBezTo>
                  <a:cubicBezTo>
                    <a:pt x="171237" y="896816"/>
                    <a:pt x="171237" y="852164"/>
                    <a:pt x="171749" y="845150"/>
                  </a:cubicBezTo>
                  <a:cubicBezTo>
                    <a:pt x="172262" y="838221"/>
                    <a:pt x="177738" y="815382"/>
                    <a:pt x="178164" y="792030"/>
                  </a:cubicBezTo>
                  <a:cubicBezTo>
                    <a:pt x="178421" y="781594"/>
                    <a:pt x="178678" y="767309"/>
                    <a:pt x="179106" y="754478"/>
                  </a:cubicBezTo>
                  <a:cubicBezTo>
                    <a:pt x="180046" y="737370"/>
                    <a:pt x="180645" y="723940"/>
                    <a:pt x="180645" y="723940"/>
                  </a:cubicBezTo>
                  <a:cubicBezTo>
                    <a:pt x="180987" y="723341"/>
                    <a:pt x="181159" y="722914"/>
                    <a:pt x="181587" y="724111"/>
                  </a:cubicBezTo>
                  <a:cubicBezTo>
                    <a:pt x="182527" y="736429"/>
                    <a:pt x="186632" y="750286"/>
                    <a:pt x="190483" y="762433"/>
                  </a:cubicBezTo>
                  <a:cubicBezTo>
                    <a:pt x="197924" y="799301"/>
                    <a:pt x="209558" y="875260"/>
                    <a:pt x="210926" y="903231"/>
                  </a:cubicBezTo>
                  <a:cubicBezTo>
                    <a:pt x="211440" y="914522"/>
                    <a:pt x="213236" y="926070"/>
                    <a:pt x="215289" y="936848"/>
                  </a:cubicBezTo>
                  <a:cubicBezTo>
                    <a:pt x="215203" y="941467"/>
                    <a:pt x="215118" y="945488"/>
                    <a:pt x="215118" y="948139"/>
                  </a:cubicBezTo>
                  <a:cubicBezTo>
                    <a:pt x="215118" y="957378"/>
                    <a:pt x="220422" y="980559"/>
                    <a:pt x="218455" y="993817"/>
                  </a:cubicBezTo>
                  <a:cubicBezTo>
                    <a:pt x="216486" y="1007076"/>
                    <a:pt x="209815" y="1053438"/>
                    <a:pt x="209216" y="1062078"/>
                  </a:cubicBezTo>
                  <a:cubicBezTo>
                    <a:pt x="208702" y="1069178"/>
                    <a:pt x="209901" y="1068750"/>
                    <a:pt x="212979" y="1072770"/>
                  </a:cubicBezTo>
                  <a:cubicBezTo>
                    <a:pt x="213065" y="1072856"/>
                    <a:pt x="213150" y="1073027"/>
                    <a:pt x="213236" y="1073113"/>
                  </a:cubicBezTo>
                  <a:cubicBezTo>
                    <a:pt x="213835" y="1073883"/>
                    <a:pt x="214433" y="1074823"/>
                    <a:pt x="215118" y="1075935"/>
                  </a:cubicBezTo>
                  <a:cubicBezTo>
                    <a:pt x="218624" y="1081838"/>
                    <a:pt x="221704" y="1082180"/>
                    <a:pt x="225039" y="1082607"/>
                  </a:cubicBezTo>
                  <a:cubicBezTo>
                    <a:pt x="227606" y="1084318"/>
                    <a:pt x="229745" y="1085944"/>
                    <a:pt x="230858" y="1087483"/>
                  </a:cubicBezTo>
                  <a:lnTo>
                    <a:pt x="230858" y="1087483"/>
                  </a:lnTo>
                  <a:cubicBezTo>
                    <a:pt x="230686" y="1089451"/>
                    <a:pt x="230001" y="1091760"/>
                    <a:pt x="230344" y="1093728"/>
                  </a:cubicBezTo>
                  <a:cubicBezTo>
                    <a:pt x="230772" y="1096123"/>
                    <a:pt x="230858" y="1100314"/>
                    <a:pt x="230772" y="1104335"/>
                  </a:cubicBezTo>
                  <a:cubicBezTo>
                    <a:pt x="229402" y="1115797"/>
                    <a:pt x="227178" y="1129398"/>
                    <a:pt x="228291" y="1134102"/>
                  </a:cubicBezTo>
                  <a:cubicBezTo>
                    <a:pt x="228976" y="1140090"/>
                    <a:pt x="234792" y="1145565"/>
                    <a:pt x="234792" y="1145565"/>
                  </a:cubicBezTo>
                  <a:lnTo>
                    <a:pt x="233253" y="1156514"/>
                  </a:lnTo>
                  <a:lnTo>
                    <a:pt x="297322" y="1156514"/>
                  </a:lnTo>
                  <a:cubicBezTo>
                    <a:pt x="301257" y="1156514"/>
                    <a:pt x="299801" y="1151039"/>
                    <a:pt x="299289" y="1146591"/>
                  </a:cubicBezTo>
                  <a:cubicBezTo>
                    <a:pt x="298776" y="1142143"/>
                    <a:pt x="294841" y="1137695"/>
                    <a:pt x="294327" y="1133675"/>
                  </a:cubicBezTo>
                  <a:cubicBezTo>
                    <a:pt x="293814" y="1129740"/>
                    <a:pt x="295269" y="1122212"/>
                    <a:pt x="294327" y="1114770"/>
                  </a:cubicBezTo>
                  <a:cubicBezTo>
                    <a:pt x="293302" y="1107329"/>
                    <a:pt x="291846" y="1104335"/>
                    <a:pt x="288854" y="1095866"/>
                  </a:cubicBezTo>
                  <a:cubicBezTo>
                    <a:pt x="285859" y="1087398"/>
                    <a:pt x="294841" y="1096893"/>
                    <a:pt x="300315" y="1079015"/>
                  </a:cubicBezTo>
                  <a:cubicBezTo>
                    <a:pt x="305790" y="1061137"/>
                    <a:pt x="312717" y="1019907"/>
                    <a:pt x="312206" y="993561"/>
                  </a:cubicBezTo>
                  <a:cubicBezTo>
                    <a:pt x="311692" y="967215"/>
                    <a:pt x="304763" y="927011"/>
                    <a:pt x="299289" y="903659"/>
                  </a:cubicBezTo>
                  <a:cubicBezTo>
                    <a:pt x="293814" y="880307"/>
                    <a:pt x="292874" y="835142"/>
                    <a:pt x="292874" y="795879"/>
                  </a:cubicBezTo>
                  <a:cubicBezTo>
                    <a:pt x="292874" y="756616"/>
                    <a:pt x="287398" y="676124"/>
                    <a:pt x="287398" y="654824"/>
                  </a:cubicBezTo>
                  <a:cubicBezTo>
                    <a:pt x="287398" y="633525"/>
                    <a:pt x="287912" y="631472"/>
                    <a:pt x="286458" y="619069"/>
                  </a:cubicBezTo>
                  <a:cubicBezTo>
                    <a:pt x="285773" y="613081"/>
                    <a:pt x="286458" y="609660"/>
                    <a:pt x="287997" y="607008"/>
                  </a:cubicBezTo>
                  <a:cubicBezTo>
                    <a:pt x="290478" y="607008"/>
                    <a:pt x="294841" y="607863"/>
                    <a:pt x="297065" y="605468"/>
                  </a:cubicBezTo>
                  <a:cubicBezTo>
                    <a:pt x="299801" y="602474"/>
                    <a:pt x="300058" y="599309"/>
                    <a:pt x="302282" y="594776"/>
                  </a:cubicBezTo>
                  <a:cubicBezTo>
                    <a:pt x="304078" y="591268"/>
                    <a:pt x="308612" y="578780"/>
                    <a:pt x="310579" y="573305"/>
                  </a:cubicBezTo>
                  <a:cubicBezTo>
                    <a:pt x="313574" y="576385"/>
                    <a:pt x="315969" y="579036"/>
                    <a:pt x="317080" y="580576"/>
                  </a:cubicBezTo>
                  <a:lnTo>
                    <a:pt x="318964" y="576385"/>
                  </a:lnTo>
                  <a:cubicBezTo>
                    <a:pt x="319475" y="576556"/>
                    <a:pt x="319904" y="576556"/>
                    <a:pt x="320246" y="576385"/>
                  </a:cubicBezTo>
                  <a:cubicBezTo>
                    <a:pt x="323070" y="575529"/>
                    <a:pt x="328201" y="556026"/>
                    <a:pt x="333676" y="546104"/>
                  </a:cubicBezTo>
                  <a:cubicBezTo>
                    <a:pt x="339150" y="536181"/>
                    <a:pt x="342145" y="515310"/>
                    <a:pt x="349586" y="498886"/>
                  </a:cubicBezTo>
                  <a:cubicBezTo>
                    <a:pt x="357028" y="482462"/>
                    <a:pt x="362502" y="479982"/>
                    <a:pt x="363530" y="474507"/>
                  </a:cubicBezTo>
                  <a:cubicBezTo>
                    <a:pt x="364555" y="469033"/>
                    <a:pt x="364555" y="451668"/>
                    <a:pt x="372426" y="438752"/>
                  </a:cubicBezTo>
                  <a:cubicBezTo>
                    <a:pt x="380381" y="425835"/>
                    <a:pt x="375932" y="396495"/>
                    <a:pt x="374905" y="386145"/>
                  </a:cubicBezTo>
                  <a:cubicBezTo>
                    <a:pt x="373879" y="375709"/>
                    <a:pt x="365925" y="319082"/>
                    <a:pt x="362502" y="290768"/>
                  </a:cubicBezTo>
                  <a:cubicBezTo>
                    <a:pt x="359081" y="262455"/>
                    <a:pt x="342145" y="214724"/>
                    <a:pt x="339150" y="211302"/>
                  </a:cubicBezTo>
                  <a:cubicBezTo>
                    <a:pt x="336155" y="207795"/>
                    <a:pt x="334017" y="208308"/>
                    <a:pt x="334017" y="208308"/>
                  </a:cubicBezTo>
                  <a:cubicBezTo>
                    <a:pt x="320760" y="206939"/>
                    <a:pt x="265756" y="186495"/>
                    <a:pt x="263447" y="186153"/>
                  </a:cubicBezTo>
                  <a:cubicBezTo>
                    <a:pt x="261139" y="185811"/>
                    <a:pt x="254809" y="186838"/>
                    <a:pt x="254809" y="186838"/>
                  </a:cubicBezTo>
                  <a:lnTo>
                    <a:pt x="254467" y="184186"/>
                  </a:lnTo>
                  <a:cubicBezTo>
                    <a:pt x="245485" y="181876"/>
                    <a:pt x="232911" y="164683"/>
                    <a:pt x="232911" y="164683"/>
                  </a:cubicBezTo>
                  <a:lnTo>
                    <a:pt x="234621" y="166992"/>
                  </a:lnTo>
                  <a:cubicBezTo>
                    <a:pt x="234621" y="166992"/>
                    <a:pt x="234621" y="167506"/>
                    <a:pt x="234621" y="167762"/>
                  </a:cubicBezTo>
                  <a:cubicBezTo>
                    <a:pt x="232397" y="164426"/>
                    <a:pt x="228462" y="160235"/>
                    <a:pt x="225039" y="158695"/>
                  </a:cubicBezTo>
                  <a:cubicBezTo>
                    <a:pt x="223843" y="157326"/>
                    <a:pt x="222561" y="156129"/>
                    <a:pt x="223072" y="155102"/>
                  </a:cubicBezTo>
                  <a:cubicBezTo>
                    <a:pt x="224100" y="153135"/>
                    <a:pt x="223757" y="148174"/>
                    <a:pt x="224699" y="146206"/>
                  </a:cubicBezTo>
                  <a:cubicBezTo>
                    <a:pt x="225724" y="144239"/>
                    <a:pt x="227349" y="138593"/>
                    <a:pt x="230686" y="132948"/>
                  </a:cubicBezTo>
                  <a:cubicBezTo>
                    <a:pt x="234022" y="127302"/>
                    <a:pt x="236674" y="118406"/>
                    <a:pt x="237016" y="114043"/>
                  </a:cubicBezTo>
                  <a:cubicBezTo>
                    <a:pt x="237359" y="109767"/>
                    <a:pt x="241978" y="64003"/>
                    <a:pt x="233679" y="46467"/>
                  </a:cubicBezTo>
                  <a:cubicBezTo>
                    <a:pt x="225382" y="28932"/>
                    <a:pt x="218455" y="22602"/>
                    <a:pt x="199549" y="11995"/>
                  </a:cubicBezTo>
                  <a:cubicBezTo>
                    <a:pt x="180645" y="1388"/>
                    <a:pt x="174058" y="9685"/>
                    <a:pt x="174401" y="5665"/>
                  </a:cubicBezTo>
                  <a:cubicBezTo>
                    <a:pt x="174743" y="1730"/>
                    <a:pt x="174058" y="1388"/>
                    <a:pt x="171749" y="704"/>
                  </a:cubicBezTo>
                  <a:cubicBezTo>
                    <a:pt x="169439" y="19"/>
                    <a:pt x="168756" y="-1007"/>
                    <a:pt x="167814" y="2329"/>
                  </a:cubicBezTo>
                  <a:cubicBezTo>
                    <a:pt x="166789" y="5665"/>
                    <a:pt x="167472" y="9001"/>
                    <a:pt x="163195" y="7290"/>
                  </a:cubicBezTo>
                  <a:cubicBezTo>
                    <a:pt x="158918" y="5665"/>
                    <a:pt x="161227" y="4296"/>
                    <a:pt x="156267" y="5922"/>
                  </a:cubicBezTo>
                  <a:cubicBezTo>
                    <a:pt x="151305" y="7547"/>
                    <a:pt x="150620" y="3954"/>
                    <a:pt x="147029" y="8915"/>
                  </a:cubicBezTo>
                  <a:cubicBezTo>
                    <a:pt x="143351" y="13877"/>
                    <a:pt x="144376" y="16871"/>
                    <a:pt x="142067" y="16186"/>
                  </a:cubicBezTo>
                  <a:cubicBezTo>
                    <a:pt x="139757" y="15502"/>
                    <a:pt x="140442" y="11909"/>
                    <a:pt x="135480" y="12850"/>
                  </a:cubicBezTo>
                  <a:cubicBezTo>
                    <a:pt x="130520" y="13877"/>
                    <a:pt x="127183" y="14818"/>
                    <a:pt x="127183" y="19437"/>
                  </a:cubicBezTo>
                  <a:cubicBezTo>
                    <a:pt x="127183" y="20207"/>
                    <a:pt x="127183" y="20634"/>
                    <a:pt x="127354" y="20977"/>
                  </a:cubicBezTo>
                  <a:cubicBezTo>
                    <a:pt x="126840" y="20720"/>
                    <a:pt x="125644" y="20549"/>
                    <a:pt x="123248" y="21404"/>
                  </a:cubicBezTo>
                  <a:cubicBezTo>
                    <a:pt x="116662" y="23714"/>
                    <a:pt x="114951" y="19693"/>
                    <a:pt x="112984" y="25339"/>
                  </a:cubicBezTo>
                  <a:cubicBezTo>
                    <a:pt x="111017" y="30985"/>
                    <a:pt x="107337" y="31327"/>
                    <a:pt x="105370" y="29359"/>
                  </a:cubicBezTo>
                  <a:cubicBezTo>
                    <a:pt x="103403" y="27392"/>
                    <a:pt x="108022" y="40651"/>
                    <a:pt x="108022" y="40651"/>
                  </a:cubicBezTo>
                  <a:cubicBezTo>
                    <a:pt x="109392" y="44585"/>
                    <a:pt x="105712" y="49889"/>
                    <a:pt x="105712" y="54594"/>
                  </a:cubicBezTo>
                  <a:cubicBezTo>
                    <a:pt x="105712" y="59298"/>
                    <a:pt x="108022" y="56561"/>
                    <a:pt x="111956" y="55962"/>
                  </a:cubicBezTo>
                  <a:cubicBezTo>
                    <a:pt x="115891" y="55278"/>
                    <a:pt x="111274" y="57930"/>
                    <a:pt x="111274" y="62549"/>
                  </a:cubicBezTo>
                  <a:cubicBezTo>
                    <a:pt x="111274" y="67168"/>
                    <a:pt x="104687" y="85730"/>
                    <a:pt x="105284" y="92402"/>
                  </a:cubicBezTo>
                  <a:cubicBezTo>
                    <a:pt x="105284" y="92402"/>
                    <a:pt x="108621" y="97706"/>
                    <a:pt x="108621" y="101042"/>
                  </a:cubicBezTo>
                  <a:cubicBezTo>
                    <a:pt x="108621" y="104378"/>
                    <a:pt x="109306" y="106345"/>
                    <a:pt x="105284" y="114300"/>
                  </a:cubicBezTo>
                  <a:cubicBezTo>
                    <a:pt x="101350" y="122255"/>
                    <a:pt x="97330" y="132862"/>
                    <a:pt x="100667" y="134145"/>
                  </a:cubicBezTo>
                  <a:cubicBezTo>
                    <a:pt x="104002" y="135428"/>
                    <a:pt x="109904" y="137481"/>
                    <a:pt x="109904" y="137481"/>
                  </a:cubicBezTo>
                  <a:cubicBezTo>
                    <a:pt x="109904" y="137481"/>
                    <a:pt x="111530" y="140817"/>
                    <a:pt x="112898" y="142443"/>
                  </a:cubicBezTo>
                  <a:cubicBezTo>
                    <a:pt x="114181" y="144068"/>
                    <a:pt x="112556" y="147404"/>
                    <a:pt x="113583" y="149371"/>
                  </a:cubicBezTo>
                  <a:cubicBezTo>
                    <a:pt x="114609" y="151339"/>
                    <a:pt x="115891" y="151681"/>
                    <a:pt x="117518" y="152707"/>
                  </a:cubicBezTo>
                  <a:cubicBezTo>
                    <a:pt x="119143" y="153734"/>
                    <a:pt x="116490" y="153990"/>
                    <a:pt x="117518" y="157326"/>
                  </a:cubicBezTo>
                  <a:cubicBezTo>
                    <a:pt x="118543" y="160663"/>
                    <a:pt x="118886" y="160663"/>
                    <a:pt x="120853" y="162630"/>
                  </a:cubicBezTo>
                  <a:cubicBezTo>
                    <a:pt x="122820" y="164597"/>
                    <a:pt x="122478" y="168960"/>
                    <a:pt x="122478" y="173237"/>
                  </a:cubicBezTo>
                  <a:cubicBezTo>
                    <a:pt x="122478" y="177514"/>
                    <a:pt x="124104" y="179567"/>
                    <a:pt x="126072" y="179567"/>
                  </a:cubicBezTo>
                  <a:cubicBezTo>
                    <a:pt x="128039" y="179567"/>
                    <a:pt x="150963" y="182219"/>
                    <a:pt x="155240" y="182903"/>
                  </a:cubicBezTo>
                  <a:cubicBezTo>
                    <a:pt x="157122" y="183159"/>
                    <a:pt x="157635" y="184443"/>
                    <a:pt x="157807" y="185897"/>
                  </a:cubicBezTo>
                  <a:cubicBezTo>
                    <a:pt x="156865" y="185041"/>
                    <a:pt x="156011" y="184100"/>
                    <a:pt x="155240" y="182903"/>
                  </a:cubicBezTo>
                  <a:cubicBezTo>
                    <a:pt x="155240" y="182903"/>
                    <a:pt x="150963" y="193852"/>
                    <a:pt x="151562" y="198471"/>
                  </a:cubicBezTo>
                  <a:cubicBezTo>
                    <a:pt x="151562" y="198984"/>
                    <a:pt x="151391" y="200182"/>
                    <a:pt x="150963" y="201978"/>
                  </a:cubicBezTo>
                  <a:cubicBezTo>
                    <a:pt x="151305" y="199840"/>
                    <a:pt x="151562" y="198471"/>
                    <a:pt x="151562" y="198471"/>
                  </a:cubicBezTo>
                  <a:cubicBezTo>
                    <a:pt x="149766" y="200438"/>
                    <a:pt x="137021" y="202919"/>
                    <a:pt x="128039" y="206939"/>
                  </a:cubicBezTo>
                  <a:cubicBezTo>
                    <a:pt x="119057" y="210874"/>
                    <a:pt x="85783" y="225330"/>
                    <a:pt x="79879" y="228752"/>
                  </a:cubicBezTo>
                  <a:cubicBezTo>
                    <a:pt x="73892" y="232259"/>
                    <a:pt x="75431" y="234227"/>
                    <a:pt x="75431" y="244662"/>
                  </a:cubicBezTo>
                  <a:cubicBezTo>
                    <a:pt x="75431" y="255098"/>
                    <a:pt x="71411" y="296842"/>
                    <a:pt x="68930" y="310699"/>
                  </a:cubicBezTo>
                  <a:cubicBezTo>
                    <a:pt x="66451" y="324642"/>
                    <a:pt x="64995" y="327550"/>
                    <a:pt x="61489" y="345513"/>
                  </a:cubicBezTo>
                  <a:cubicBezTo>
                    <a:pt x="57983" y="363391"/>
                    <a:pt x="59950" y="376821"/>
                    <a:pt x="60461" y="388711"/>
                  </a:cubicBezTo>
                  <a:cubicBezTo>
                    <a:pt x="60975" y="400601"/>
                    <a:pt x="57983" y="397179"/>
                    <a:pt x="54046" y="403595"/>
                  </a:cubicBezTo>
                  <a:cubicBezTo>
                    <a:pt x="50026" y="410010"/>
                    <a:pt x="53021" y="425921"/>
                    <a:pt x="52079" y="437383"/>
                  </a:cubicBezTo>
                  <a:cubicBezTo>
                    <a:pt x="51053" y="448760"/>
                    <a:pt x="44124" y="451753"/>
                    <a:pt x="46605" y="462189"/>
                  </a:cubicBezTo>
                  <a:cubicBezTo>
                    <a:pt x="49086" y="472625"/>
                    <a:pt x="42157" y="475106"/>
                    <a:pt x="41643" y="486055"/>
                  </a:cubicBezTo>
                  <a:cubicBezTo>
                    <a:pt x="41129" y="497004"/>
                    <a:pt x="43099" y="530279"/>
                    <a:pt x="41129" y="543195"/>
                  </a:cubicBezTo>
                  <a:cubicBezTo>
                    <a:pt x="39162" y="556112"/>
                    <a:pt x="37623" y="553118"/>
                    <a:pt x="37195" y="559619"/>
                  </a:cubicBezTo>
                  <a:cubicBezTo>
                    <a:pt x="36683" y="566034"/>
                    <a:pt x="37709" y="572535"/>
                    <a:pt x="38222" y="576470"/>
                  </a:cubicBezTo>
                  <a:cubicBezTo>
                    <a:pt x="38736" y="580405"/>
                    <a:pt x="34288" y="583399"/>
                    <a:pt x="34288" y="586906"/>
                  </a:cubicBezTo>
                  <a:cubicBezTo>
                    <a:pt x="34288" y="590413"/>
                    <a:pt x="33774" y="603330"/>
                    <a:pt x="40703" y="608804"/>
                  </a:cubicBezTo>
                  <a:cubicBezTo>
                    <a:pt x="47631" y="614279"/>
                    <a:pt x="51139" y="603330"/>
                    <a:pt x="51139" y="603330"/>
                  </a:cubicBezTo>
                  <a:cubicBezTo>
                    <a:pt x="51139" y="603330"/>
                    <a:pt x="53620" y="603843"/>
                    <a:pt x="54132" y="629163"/>
                  </a:cubicBezTo>
                  <a:cubicBezTo>
                    <a:pt x="54645" y="654482"/>
                    <a:pt x="56613" y="720091"/>
                    <a:pt x="60121" y="753366"/>
                  </a:cubicBezTo>
                  <a:cubicBezTo>
                    <a:pt x="63627" y="786641"/>
                    <a:pt x="84499" y="896388"/>
                    <a:pt x="85952" y="913325"/>
                  </a:cubicBezTo>
                  <a:cubicBezTo>
                    <a:pt x="87408" y="930176"/>
                    <a:pt x="85440" y="979361"/>
                    <a:pt x="82446" y="998266"/>
                  </a:cubicBezTo>
                  <a:cubicBezTo>
                    <a:pt x="79453" y="1017170"/>
                    <a:pt x="71496" y="1068323"/>
                    <a:pt x="70557" y="1071744"/>
                  </a:cubicBezTo>
                  <a:cubicBezTo>
                    <a:pt x="69529" y="1075251"/>
                    <a:pt x="68076" y="1083206"/>
                    <a:pt x="69529" y="1090648"/>
                  </a:cubicBezTo>
                  <a:cubicBezTo>
                    <a:pt x="70983" y="1098090"/>
                    <a:pt x="69529" y="1102110"/>
                    <a:pt x="66537" y="1109980"/>
                  </a:cubicBezTo>
                  <a:cubicBezTo>
                    <a:pt x="63542" y="1117935"/>
                    <a:pt x="60547" y="1118876"/>
                    <a:pt x="56099" y="1124864"/>
                  </a:cubicBezTo>
                  <a:lnTo>
                    <a:pt x="56099" y="1124864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7984B4E-6E29-3645-0ACE-25239BF1F563}"/>
                </a:ext>
              </a:extLst>
            </p:cNvPr>
            <p:cNvSpPr/>
            <p:nvPr/>
          </p:nvSpPr>
          <p:spPr>
            <a:xfrm>
              <a:off x="12820731" y="1140035"/>
              <a:ext cx="371522" cy="1199591"/>
            </a:xfrm>
            <a:custGeom>
              <a:avLst/>
              <a:gdLst>
                <a:gd name="connsiteX0" fmla="*/ 162291 w 371522"/>
                <a:gd name="connsiteY0" fmla="*/ 146851 h 1199591"/>
                <a:gd name="connsiteX1" fmla="*/ 148863 w 371522"/>
                <a:gd name="connsiteY1" fmla="*/ 161221 h 1199591"/>
                <a:gd name="connsiteX2" fmla="*/ 132267 w 371522"/>
                <a:gd name="connsiteY2" fmla="*/ 167893 h 1199591"/>
                <a:gd name="connsiteX3" fmla="*/ 107547 w 371522"/>
                <a:gd name="connsiteY3" fmla="*/ 171657 h 1199591"/>
                <a:gd name="connsiteX4" fmla="*/ 78719 w 371522"/>
                <a:gd name="connsiteY4" fmla="*/ 184574 h 1199591"/>
                <a:gd name="connsiteX5" fmla="*/ 44418 w 371522"/>
                <a:gd name="connsiteY5" fmla="*/ 230765 h 1199591"/>
                <a:gd name="connsiteX6" fmla="*/ 38944 w 371522"/>
                <a:gd name="connsiteY6" fmla="*/ 275930 h 1199591"/>
                <a:gd name="connsiteX7" fmla="*/ 27995 w 371522"/>
                <a:gd name="connsiteY7" fmla="*/ 310744 h 1199591"/>
                <a:gd name="connsiteX8" fmla="*/ 194 w 371522"/>
                <a:gd name="connsiteY8" fmla="*/ 403127 h 1199591"/>
                <a:gd name="connsiteX9" fmla="*/ 32443 w 371522"/>
                <a:gd name="connsiteY9" fmla="*/ 435376 h 1199591"/>
                <a:gd name="connsiteX10" fmla="*/ 14224 w 371522"/>
                <a:gd name="connsiteY10" fmla="*/ 583701 h 1199591"/>
                <a:gd name="connsiteX11" fmla="*/ 19526 w 371522"/>
                <a:gd name="connsiteY11" fmla="*/ 627412 h 1199591"/>
                <a:gd name="connsiteX12" fmla="*/ 37405 w 371522"/>
                <a:gd name="connsiteY12" fmla="*/ 635538 h 1199591"/>
                <a:gd name="connsiteX13" fmla="*/ 44846 w 371522"/>
                <a:gd name="connsiteY13" fmla="*/ 758715 h 1199591"/>
                <a:gd name="connsiteX14" fmla="*/ 53742 w 371522"/>
                <a:gd name="connsiteY14" fmla="*/ 813375 h 1199591"/>
                <a:gd name="connsiteX15" fmla="*/ 28937 w 371522"/>
                <a:gd name="connsiteY15" fmla="*/ 992238 h 1199591"/>
                <a:gd name="connsiteX16" fmla="*/ 13025 w 371522"/>
                <a:gd name="connsiteY16" fmla="*/ 1098563 h 1199591"/>
                <a:gd name="connsiteX17" fmla="*/ 29448 w 371522"/>
                <a:gd name="connsiteY17" fmla="*/ 1127390 h 1199591"/>
                <a:gd name="connsiteX18" fmla="*/ 20468 w 371522"/>
                <a:gd name="connsiteY18" fmla="*/ 1152197 h 1199591"/>
                <a:gd name="connsiteX19" fmla="*/ 29876 w 371522"/>
                <a:gd name="connsiteY19" fmla="*/ 1183504 h 1199591"/>
                <a:gd name="connsiteX20" fmla="*/ 33811 w 371522"/>
                <a:gd name="connsiteY20" fmla="*/ 1197960 h 1199591"/>
                <a:gd name="connsiteX21" fmla="*/ 48183 w 371522"/>
                <a:gd name="connsiteY21" fmla="*/ 1199414 h 1199591"/>
                <a:gd name="connsiteX22" fmla="*/ 136630 w 371522"/>
                <a:gd name="connsiteY22" fmla="*/ 1198901 h 1199591"/>
                <a:gd name="connsiteX23" fmla="*/ 143559 w 371522"/>
                <a:gd name="connsiteY23" fmla="*/ 1193940 h 1199591"/>
                <a:gd name="connsiteX24" fmla="*/ 140564 w 371522"/>
                <a:gd name="connsiteY24" fmla="*/ 1187011 h 1199591"/>
                <a:gd name="connsiteX25" fmla="*/ 137058 w 371522"/>
                <a:gd name="connsiteY25" fmla="*/ 1177089 h 1199591"/>
                <a:gd name="connsiteX26" fmla="*/ 119179 w 371522"/>
                <a:gd name="connsiteY26" fmla="*/ 1159724 h 1199591"/>
                <a:gd name="connsiteX27" fmla="*/ 118154 w 371522"/>
                <a:gd name="connsiteY27" fmla="*/ 1147321 h 1199591"/>
                <a:gd name="connsiteX28" fmla="*/ 139025 w 371522"/>
                <a:gd name="connsiteY28" fmla="*/ 1120034 h 1199591"/>
                <a:gd name="connsiteX29" fmla="*/ 147921 w 371522"/>
                <a:gd name="connsiteY29" fmla="*/ 1083252 h 1199591"/>
                <a:gd name="connsiteX30" fmla="*/ 150402 w 371522"/>
                <a:gd name="connsiteY30" fmla="*/ 1059386 h 1199591"/>
                <a:gd name="connsiteX31" fmla="*/ 155022 w 371522"/>
                <a:gd name="connsiteY31" fmla="*/ 1094714 h 1199591"/>
                <a:gd name="connsiteX32" fmla="*/ 153395 w 371522"/>
                <a:gd name="connsiteY32" fmla="*/ 1104124 h 1199591"/>
                <a:gd name="connsiteX33" fmla="*/ 150402 w 371522"/>
                <a:gd name="connsiteY33" fmla="*/ 1131411 h 1199591"/>
                <a:gd name="connsiteX34" fmla="*/ 159810 w 371522"/>
                <a:gd name="connsiteY34" fmla="*/ 1147321 h 1199591"/>
                <a:gd name="connsiteX35" fmla="*/ 154337 w 371522"/>
                <a:gd name="connsiteY35" fmla="*/ 1194025 h 1199591"/>
                <a:gd name="connsiteX36" fmla="*/ 212932 w 371522"/>
                <a:gd name="connsiteY36" fmla="*/ 1197019 h 1199591"/>
                <a:gd name="connsiteX37" fmla="*/ 222854 w 371522"/>
                <a:gd name="connsiteY37" fmla="*/ 1192058 h 1199591"/>
                <a:gd name="connsiteX38" fmla="*/ 300353 w 371522"/>
                <a:gd name="connsiteY38" fmla="*/ 1199500 h 1199591"/>
                <a:gd name="connsiteX39" fmla="*/ 334141 w 371522"/>
                <a:gd name="connsiteY39" fmla="*/ 1193512 h 1199591"/>
                <a:gd name="connsiteX40" fmla="*/ 337647 w 371522"/>
                <a:gd name="connsiteY40" fmla="*/ 1190005 h 1199591"/>
                <a:gd name="connsiteX41" fmla="*/ 335166 w 371522"/>
                <a:gd name="connsiteY41" fmla="*/ 1180596 h 1199591"/>
                <a:gd name="connsiteX42" fmla="*/ 324731 w 371522"/>
                <a:gd name="connsiteY42" fmla="*/ 1174095 h 1199591"/>
                <a:gd name="connsiteX43" fmla="*/ 298386 w 371522"/>
                <a:gd name="connsiteY43" fmla="*/ 1174608 h 1199591"/>
                <a:gd name="connsiteX44" fmla="*/ 274092 w 371522"/>
                <a:gd name="connsiteY44" fmla="*/ 1159724 h 1199591"/>
                <a:gd name="connsiteX45" fmla="*/ 268618 w 371522"/>
                <a:gd name="connsiteY45" fmla="*/ 1149802 h 1199591"/>
                <a:gd name="connsiteX46" fmla="*/ 260662 w 371522"/>
                <a:gd name="connsiteY46" fmla="*/ 1140392 h 1199591"/>
                <a:gd name="connsiteX47" fmla="*/ 266138 w 371522"/>
                <a:gd name="connsiteY47" fmla="*/ 1121488 h 1199591"/>
                <a:gd name="connsiteX48" fmla="*/ 258181 w 371522"/>
                <a:gd name="connsiteY48" fmla="*/ 1100103 h 1199591"/>
                <a:gd name="connsiteX49" fmla="*/ 246720 w 371522"/>
                <a:gd name="connsiteY49" fmla="*/ 1057419 h 1199591"/>
                <a:gd name="connsiteX50" fmla="*/ 243297 w 371522"/>
                <a:gd name="connsiteY50" fmla="*/ 1022690 h 1199591"/>
                <a:gd name="connsiteX51" fmla="*/ 243811 w 371522"/>
                <a:gd name="connsiteY51" fmla="*/ 972991 h 1199591"/>
                <a:gd name="connsiteX52" fmla="*/ 247319 w 371522"/>
                <a:gd name="connsiteY52" fmla="*/ 921839 h 1199591"/>
                <a:gd name="connsiteX53" fmla="*/ 256214 w 371522"/>
                <a:gd name="connsiteY53" fmla="*/ 869147 h 1199591"/>
                <a:gd name="connsiteX54" fmla="*/ 259208 w 371522"/>
                <a:gd name="connsiteY54" fmla="*/ 818507 h 1199591"/>
                <a:gd name="connsiteX55" fmla="*/ 268105 w 371522"/>
                <a:gd name="connsiteY55" fmla="*/ 762906 h 1199591"/>
                <a:gd name="connsiteX56" fmla="*/ 274606 w 371522"/>
                <a:gd name="connsiteY56" fmla="*/ 702772 h 1199591"/>
                <a:gd name="connsiteX57" fmla="*/ 271097 w 371522"/>
                <a:gd name="connsiteY57" fmla="*/ 651619 h 1199591"/>
                <a:gd name="connsiteX58" fmla="*/ 268105 w 371522"/>
                <a:gd name="connsiteY58" fmla="*/ 621852 h 1199591"/>
                <a:gd name="connsiteX59" fmla="*/ 268788 w 371522"/>
                <a:gd name="connsiteY59" fmla="*/ 606540 h 1199591"/>
                <a:gd name="connsiteX60" fmla="*/ 268788 w 371522"/>
                <a:gd name="connsiteY60" fmla="*/ 606540 h 1199591"/>
                <a:gd name="connsiteX61" fmla="*/ 291971 w 371522"/>
                <a:gd name="connsiteY61" fmla="*/ 593966 h 1199591"/>
                <a:gd name="connsiteX62" fmla="*/ 290686 w 371522"/>
                <a:gd name="connsiteY62" fmla="*/ 564198 h 1199591"/>
                <a:gd name="connsiteX63" fmla="*/ 282475 w 371522"/>
                <a:gd name="connsiteY63" fmla="*/ 510479 h 1199591"/>
                <a:gd name="connsiteX64" fmla="*/ 288890 w 371522"/>
                <a:gd name="connsiteY64" fmla="*/ 516210 h 1199591"/>
                <a:gd name="connsiteX65" fmla="*/ 290173 w 371522"/>
                <a:gd name="connsiteY65" fmla="*/ 511164 h 1199591"/>
                <a:gd name="connsiteX66" fmla="*/ 301293 w 371522"/>
                <a:gd name="connsiteY66" fmla="*/ 511933 h 1199591"/>
                <a:gd name="connsiteX67" fmla="*/ 306598 w 371522"/>
                <a:gd name="connsiteY67" fmla="*/ 493371 h 1199591"/>
                <a:gd name="connsiteX68" fmla="*/ 306769 w 371522"/>
                <a:gd name="connsiteY68" fmla="*/ 490121 h 1199591"/>
                <a:gd name="connsiteX69" fmla="*/ 307197 w 371522"/>
                <a:gd name="connsiteY69" fmla="*/ 489608 h 1199591"/>
                <a:gd name="connsiteX70" fmla="*/ 313696 w 371522"/>
                <a:gd name="connsiteY70" fmla="*/ 491404 h 1199591"/>
                <a:gd name="connsiteX71" fmla="*/ 321224 w 371522"/>
                <a:gd name="connsiteY71" fmla="*/ 493542 h 1199591"/>
                <a:gd name="connsiteX72" fmla="*/ 339274 w 371522"/>
                <a:gd name="connsiteY72" fmla="*/ 488495 h 1199591"/>
                <a:gd name="connsiteX73" fmla="*/ 343209 w 371522"/>
                <a:gd name="connsiteY73" fmla="*/ 479856 h 1199591"/>
                <a:gd name="connsiteX74" fmla="*/ 342866 w 371522"/>
                <a:gd name="connsiteY74" fmla="*/ 471559 h 1199591"/>
                <a:gd name="connsiteX75" fmla="*/ 342866 w 371522"/>
                <a:gd name="connsiteY75" fmla="*/ 455648 h 1199591"/>
                <a:gd name="connsiteX76" fmla="*/ 341413 w 371522"/>
                <a:gd name="connsiteY76" fmla="*/ 447009 h 1199591"/>
                <a:gd name="connsiteX77" fmla="*/ 336023 w 371522"/>
                <a:gd name="connsiteY77" fmla="*/ 440166 h 1199591"/>
                <a:gd name="connsiteX78" fmla="*/ 332773 w 371522"/>
                <a:gd name="connsiteY78" fmla="*/ 434349 h 1199591"/>
                <a:gd name="connsiteX79" fmla="*/ 319771 w 371522"/>
                <a:gd name="connsiteY79" fmla="*/ 431441 h 1199591"/>
                <a:gd name="connsiteX80" fmla="*/ 301721 w 371522"/>
                <a:gd name="connsiteY80" fmla="*/ 432553 h 1199591"/>
                <a:gd name="connsiteX81" fmla="*/ 292654 w 371522"/>
                <a:gd name="connsiteY81" fmla="*/ 433750 h 1199591"/>
                <a:gd name="connsiteX82" fmla="*/ 290772 w 371522"/>
                <a:gd name="connsiteY82" fmla="*/ 433323 h 1199591"/>
                <a:gd name="connsiteX83" fmla="*/ 290772 w 371522"/>
                <a:gd name="connsiteY83" fmla="*/ 433323 h 1199591"/>
                <a:gd name="connsiteX84" fmla="*/ 290344 w 371522"/>
                <a:gd name="connsiteY84" fmla="*/ 433323 h 1199591"/>
                <a:gd name="connsiteX85" fmla="*/ 281875 w 371522"/>
                <a:gd name="connsiteY85" fmla="*/ 432980 h 1199591"/>
                <a:gd name="connsiteX86" fmla="*/ 281278 w 371522"/>
                <a:gd name="connsiteY86" fmla="*/ 430842 h 1199591"/>
                <a:gd name="connsiteX87" fmla="*/ 280336 w 371522"/>
                <a:gd name="connsiteY87" fmla="*/ 426736 h 1199591"/>
                <a:gd name="connsiteX88" fmla="*/ 276659 w 371522"/>
                <a:gd name="connsiteY88" fmla="*/ 379518 h 1199591"/>
                <a:gd name="connsiteX89" fmla="*/ 274948 w 371522"/>
                <a:gd name="connsiteY89" fmla="*/ 371478 h 1199591"/>
                <a:gd name="connsiteX90" fmla="*/ 284356 w 371522"/>
                <a:gd name="connsiteY90" fmla="*/ 372076 h 1199591"/>
                <a:gd name="connsiteX91" fmla="*/ 299155 w 371522"/>
                <a:gd name="connsiteY91" fmla="*/ 372590 h 1199591"/>
                <a:gd name="connsiteX92" fmla="*/ 314980 w 371522"/>
                <a:gd name="connsiteY92" fmla="*/ 378577 h 1199591"/>
                <a:gd name="connsiteX93" fmla="*/ 330804 w 371522"/>
                <a:gd name="connsiteY93" fmla="*/ 390040 h 1199591"/>
                <a:gd name="connsiteX94" fmla="*/ 334655 w 371522"/>
                <a:gd name="connsiteY94" fmla="*/ 387302 h 1199591"/>
                <a:gd name="connsiteX95" fmla="*/ 324816 w 371522"/>
                <a:gd name="connsiteY95" fmla="*/ 376353 h 1199591"/>
                <a:gd name="connsiteX96" fmla="*/ 315834 w 371522"/>
                <a:gd name="connsiteY96" fmla="*/ 366858 h 1199591"/>
                <a:gd name="connsiteX97" fmla="*/ 325330 w 371522"/>
                <a:gd name="connsiteY97" fmla="*/ 363779 h 1199591"/>
                <a:gd name="connsiteX98" fmla="*/ 340128 w 371522"/>
                <a:gd name="connsiteY98" fmla="*/ 373103 h 1199591"/>
                <a:gd name="connsiteX99" fmla="*/ 351078 w 371522"/>
                <a:gd name="connsiteY99" fmla="*/ 382341 h 1199591"/>
                <a:gd name="connsiteX100" fmla="*/ 354327 w 371522"/>
                <a:gd name="connsiteY100" fmla="*/ 374814 h 1199591"/>
                <a:gd name="connsiteX101" fmla="*/ 336023 w 371522"/>
                <a:gd name="connsiteY101" fmla="*/ 357021 h 1199591"/>
                <a:gd name="connsiteX102" fmla="*/ 336108 w 371522"/>
                <a:gd name="connsiteY102" fmla="*/ 352402 h 1199591"/>
                <a:gd name="connsiteX103" fmla="*/ 354327 w 371522"/>
                <a:gd name="connsiteY103" fmla="*/ 361042 h 1199591"/>
                <a:gd name="connsiteX104" fmla="*/ 367586 w 371522"/>
                <a:gd name="connsiteY104" fmla="*/ 370280 h 1199591"/>
                <a:gd name="connsiteX105" fmla="*/ 370667 w 371522"/>
                <a:gd name="connsiteY105" fmla="*/ 363009 h 1199591"/>
                <a:gd name="connsiteX106" fmla="*/ 334569 w 371522"/>
                <a:gd name="connsiteY106" fmla="*/ 336064 h 1199591"/>
                <a:gd name="connsiteX107" fmla="*/ 333028 w 371522"/>
                <a:gd name="connsiteY107" fmla="*/ 331103 h 1199591"/>
                <a:gd name="connsiteX108" fmla="*/ 342438 w 371522"/>
                <a:gd name="connsiteY108" fmla="*/ 329734 h 1199591"/>
                <a:gd name="connsiteX109" fmla="*/ 355697 w 371522"/>
                <a:gd name="connsiteY109" fmla="*/ 331616 h 1199591"/>
                <a:gd name="connsiteX110" fmla="*/ 366818 w 371522"/>
                <a:gd name="connsiteY110" fmla="*/ 331787 h 1199591"/>
                <a:gd name="connsiteX111" fmla="*/ 347229 w 371522"/>
                <a:gd name="connsiteY111" fmla="*/ 321779 h 1199591"/>
                <a:gd name="connsiteX112" fmla="*/ 317804 w 371522"/>
                <a:gd name="connsiteY112" fmla="*/ 320496 h 1199591"/>
                <a:gd name="connsiteX113" fmla="*/ 326358 w 371522"/>
                <a:gd name="connsiteY113" fmla="*/ 314679 h 1199591"/>
                <a:gd name="connsiteX114" fmla="*/ 335595 w 371522"/>
                <a:gd name="connsiteY114" fmla="*/ 302447 h 1199591"/>
                <a:gd name="connsiteX115" fmla="*/ 323106 w 371522"/>
                <a:gd name="connsiteY115" fmla="*/ 304072 h 1199591"/>
                <a:gd name="connsiteX116" fmla="*/ 314124 w 371522"/>
                <a:gd name="connsiteY116" fmla="*/ 307665 h 1199591"/>
                <a:gd name="connsiteX117" fmla="*/ 303175 w 371522"/>
                <a:gd name="connsiteY117" fmla="*/ 312113 h 1199591"/>
                <a:gd name="connsiteX118" fmla="*/ 292227 w 371522"/>
                <a:gd name="connsiteY118" fmla="*/ 317074 h 1199591"/>
                <a:gd name="connsiteX119" fmla="*/ 280508 w 371522"/>
                <a:gd name="connsiteY119" fmla="*/ 323490 h 1199591"/>
                <a:gd name="connsiteX120" fmla="*/ 271269 w 371522"/>
                <a:gd name="connsiteY120" fmla="*/ 327767 h 1199591"/>
                <a:gd name="connsiteX121" fmla="*/ 261432 w 371522"/>
                <a:gd name="connsiteY121" fmla="*/ 329306 h 1199591"/>
                <a:gd name="connsiteX122" fmla="*/ 256214 w 371522"/>
                <a:gd name="connsiteY122" fmla="*/ 310659 h 1199591"/>
                <a:gd name="connsiteX123" fmla="*/ 251596 w 371522"/>
                <a:gd name="connsiteY123" fmla="*/ 280207 h 1199591"/>
                <a:gd name="connsiteX124" fmla="*/ 243982 w 371522"/>
                <a:gd name="connsiteY124" fmla="*/ 253176 h 1199591"/>
                <a:gd name="connsiteX125" fmla="*/ 244667 w 371522"/>
                <a:gd name="connsiteY125" fmla="*/ 239576 h 1199591"/>
                <a:gd name="connsiteX126" fmla="*/ 234317 w 371522"/>
                <a:gd name="connsiteY126" fmla="*/ 221099 h 1199591"/>
                <a:gd name="connsiteX127" fmla="*/ 232433 w 371522"/>
                <a:gd name="connsiteY127" fmla="*/ 213229 h 1199591"/>
                <a:gd name="connsiteX128" fmla="*/ 231408 w 371522"/>
                <a:gd name="connsiteY128" fmla="*/ 210492 h 1199591"/>
                <a:gd name="connsiteX129" fmla="*/ 232007 w 371522"/>
                <a:gd name="connsiteY129" fmla="*/ 209722 h 1199591"/>
                <a:gd name="connsiteX130" fmla="*/ 238765 w 371522"/>
                <a:gd name="connsiteY130" fmla="*/ 201254 h 1199591"/>
                <a:gd name="connsiteX131" fmla="*/ 272296 w 371522"/>
                <a:gd name="connsiteY131" fmla="*/ 190818 h 1199591"/>
                <a:gd name="connsiteX132" fmla="*/ 277258 w 371522"/>
                <a:gd name="connsiteY132" fmla="*/ 181409 h 1199591"/>
                <a:gd name="connsiteX133" fmla="*/ 285726 w 371522"/>
                <a:gd name="connsiteY133" fmla="*/ 165755 h 1199591"/>
                <a:gd name="connsiteX134" fmla="*/ 287951 w 371522"/>
                <a:gd name="connsiteY134" fmla="*/ 161307 h 1199591"/>
                <a:gd name="connsiteX135" fmla="*/ 292910 w 371522"/>
                <a:gd name="connsiteY135" fmla="*/ 154635 h 1199591"/>
                <a:gd name="connsiteX136" fmla="*/ 296419 w 371522"/>
                <a:gd name="connsiteY136" fmla="*/ 145225 h 1199591"/>
                <a:gd name="connsiteX137" fmla="*/ 299925 w 371522"/>
                <a:gd name="connsiteY137" fmla="*/ 145225 h 1199591"/>
                <a:gd name="connsiteX138" fmla="*/ 304373 w 371522"/>
                <a:gd name="connsiteY138" fmla="*/ 138040 h 1199591"/>
                <a:gd name="connsiteX139" fmla="*/ 302577 w 371522"/>
                <a:gd name="connsiteY139" fmla="*/ 126150 h 1199591"/>
                <a:gd name="connsiteX140" fmla="*/ 303860 w 371522"/>
                <a:gd name="connsiteY140" fmla="*/ 115971 h 1199591"/>
                <a:gd name="connsiteX141" fmla="*/ 307111 w 371522"/>
                <a:gd name="connsiteY141" fmla="*/ 111523 h 1199591"/>
                <a:gd name="connsiteX142" fmla="*/ 310104 w 371522"/>
                <a:gd name="connsiteY142" fmla="*/ 106305 h 1199591"/>
                <a:gd name="connsiteX143" fmla="*/ 312071 w 371522"/>
                <a:gd name="connsiteY143" fmla="*/ 92619 h 1199591"/>
                <a:gd name="connsiteX144" fmla="*/ 310789 w 371522"/>
                <a:gd name="connsiteY144" fmla="*/ 65417 h 1199591"/>
                <a:gd name="connsiteX145" fmla="*/ 326101 w 371522"/>
                <a:gd name="connsiteY145" fmla="*/ 64818 h 1199591"/>
                <a:gd name="connsiteX146" fmla="*/ 261090 w 371522"/>
                <a:gd name="connsiteY146" fmla="*/ 2032 h 1199591"/>
                <a:gd name="connsiteX147" fmla="*/ 190862 w 371522"/>
                <a:gd name="connsiteY147" fmla="*/ 15291 h 1199591"/>
                <a:gd name="connsiteX148" fmla="*/ 163062 w 371522"/>
                <a:gd name="connsiteY148" fmla="*/ 110667 h 1199591"/>
                <a:gd name="connsiteX149" fmla="*/ 171017 w 371522"/>
                <a:gd name="connsiteY149" fmla="*/ 143771 h 1199591"/>
                <a:gd name="connsiteX150" fmla="*/ 161949 w 371522"/>
                <a:gd name="connsiteY150" fmla="*/ 147278 h 1199591"/>
                <a:gd name="connsiteX151" fmla="*/ 161949 w 371522"/>
                <a:gd name="connsiteY151" fmla="*/ 147278 h 1199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</a:cxnLst>
              <a:rect l="l" t="t" r="r" b="b"/>
              <a:pathLst>
                <a:path w="371522" h="1199591">
                  <a:moveTo>
                    <a:pt x="162291" y="146851"/>
                  </a:moveTo>
                  <a:cubicBezTo>
                    <a:pt x="158956" y="149075"/>
                    <a:pt x="151513" y="158142"/>
                    <a:pt x="148863" y="161221"/>
                  </a:cubicBezTo>
                  <a:cubicBezTo>
                    <a:pt x="145868" y="164728"/>
                    <a:pt x="139282" y="166354"/>
                    <a:pt x="132267" y="167893"/>
                  </a:cubicBezTo>
                  <a:cubicBezTo>
                    <a:pt x="125340" y="169348"/>
                    <a:pt x="121489" y="170203"/>
                    <a:pt x="107547" y="171657"/>
                  </a:cubicBezTo>
                  <a:cubicBezTo>
                    <a:pt x="93603" y="173111"/>
                    <a:pt x="87187" y="179099"/>
                    <a:pt x="78719" y="184574"/>
                  </a:cubicBezTo>
                  <a:cubicBezTo>
                    <a:pt x="70251" y="190048"/>
                    <a:pt x="47412" y="225804"/>
                    <a:pt x="44418" y="230765"/>
                  </a:cubicBezTo>
                  <a:cubicBezTo>
                    <a:pt x="41425" y="235726"/>
                    <a:pt x="40398" y="269001"/>
                    <a:pt x="38944" y="275930"/>
                  </a:cubicBezTo>
                  <a:cubicBezTo>
                    <a:pt x="37405" y="282859"/>
                    <a:pt x="31501" y="297315"/>
                    <a:pt x="27995" y="310744"/>
                  </a:cubicBezTo>
                  <a:cubicBezTo>
                    <a:pt x="24488" y="324174"/>
                    <a:pt x="-2543" y="394145"/>
                    <a:pt x="194" y="403127"/>
                  </a:cubicBezTo>
                  <a:cubicBezTo>
                    <a:pt x="5670" y="421005"/>
                    <a:pt x="34496" y="428960"/>
                    <a:pt x="32443" y="435376"/>
                  </a:cubicBezTo>
                  <a:cubicBezTo>
                    <a:pt x="30476" y="441791"/>
                    <a:pt x="14224" y="572837"/>
                    <a:pt x="14224" y="583701"/>
                  </a:cubicBezTo>
                  <a:cubicBezTo>
                    <a:pt x="14224" y="594565"/>
                    <a:pt x="11401" y="618174"/>
                    <a:pt x="19526" y="627412"/>
                  </a:cubicBezTo>
                  <a:cubicBezTo>
                    <a:pt x="24146" y="632715"/>
                    <a:pt x="37405" y="635538"/>
                    <a:pt x="37405" y="635538"/>
                  </a:cubicBezTo>
                  <a:cubicBezTo>
                    <a:pt x="37917" y="649481"/>
                    <a:pt x="44332" y="741350"/>
                    <a:pt x="44846" y="758715"/>
                  </a:cubicBezTo>
                  <a:cubicBezTo>
                    <a:pt x="45359" y="776079"/>
                    <a:pt x="53742" y="798491"/>
                    <a:pt x="53742" y="813375"/>
                  </a:cubicBezTo>
                  <a:cubicBezTo>
                    <a:pt x="53742" y="828259"/>
                    <a:pt x="33385" y="974274"/>
                    <a:pt x="28937" y="992238"/>
                  </a:cubicBezTo>
                  <a:cubicBezTo>
                    <a:pt x="24488" y="1010115"/>
                    <a:pt x="11572" y="1089582"/>
                    <a:pt x="13025" y="1098563"/>
                  </a:cubicBezTo>
                  <a:cubicBezTo>
                    <a:pt x="14479" y="1107545"/>
                    <a:pt x="28423" y="1122942"/>
                    <a:pt x="29448" y="1127390"/>
                  </a:cubicBezTo>
                  <a:cubicBezTo>
                    <a:pt x="30476" y="1131838"/>
                    <a:pt x="22521" y="1145781"/>
                    <a:pt x="20468" y="1152197"/>
                  </a:cubicBezTo>
                  <a:cubicBezTo>
                    <a:pt x="18501" y="1158612"/>
                    <a:pt x="29876" y="1178030"/>
                    <a:pt x="29876" y="1183504"/>
                  </a:cubicBezTo>
                  <a:cubicBezTo>
                    <a:pt x="29876" y="1188979"/>
                    <a:pt x="33811" y="1197960"/>
                    <a:pt x="33811" y="1197960"/>
                  </a:cubicBezTo>
                  <a:cubicBezTo>
                    <a:pt x="33811" y="1197960"/>
                    <a:pt x="41254" y="1199414"/>
                    <a:pt x="48183" y="1199414"/>
                  </a:cubicBezTo>
                  <a:cubicBezTo>
                    <a:pt x="55110" y="1199414"/>
                    <a:pt x="134149" y="1198901"/>
                    <a:pt x="136630" y="1198901"/>
                  </a:cubicBezTo>
                  <a:cubicBezTo>
                    <a:pt x="139110" y="1198901"/>
                    <a:pt x="143559" y="1197447"/>
                    <a:pt x="143559" y="1193940"/>
                  </a:cubicBezTo>
                  <a:cubicBezTo>
                    <a:pt x="143559" y="1190433"/>
                    <a:pt x="140564" y="1190433"/>
                    <a:pt x="140564" y="1187011"/>
                  </a:cubicBezTo>
                  <a:cubicBezTo>
                    <a:pt x="140564" y="1183590"/>
                    <a:pt x="141078" y="1182563"/>
                    <a:pt x="137058" y="1177089"/>
                  </a:cubicBezTo>
                  <a:cubicBezTo>
                    <a:pt x="133123" y="1171614"/>
                    <a:pt x="123201" y="1165627"/>
                    <a:pt x="119179" y="1159724"/>
                  </a:cubicBezTo>
                  <a:cubicBezTo>
                    <a:pt x="115159" y="1153736"/>
                    <a:pt x="116186" y="1150742"/>
                    <a:pt x="118154" y="1147321"/>
                  </a:cubicBezTo>
                  <a:cubicBezTo>
                    <a:pt x="120121" y="1143814"/>
                    <a:pt x="132096" y="1138853"/>
                    <a:pt x="139025" y="1120034"/>
                  </a:cubicBezTo>
                  <a:cubicBezTo>
                    <a:pt x="145954" y="1101130"/>
                    <a:pt x="147921" y="1089240"/>
                    <a:pt x="147921" y="1083252"/>
                  </a:cubicBezTo>
                  <a:cubicBezTo>
                    <a:pt x="147921" y="1077264"/>
                    <a:pt x="150402" y="1059386"/>
                    <a:pt x="150402" y="1059386"/>
                  </a:cubicBezTo>
                  <a:cubicBezTo>
                    <a:pt x="151428" y="1063663"/>
                    <a:pt x="153737" y="1081541"/>
                    <a:pt x="155022" y="1094714"/>
                  </a:cubicBezTo>
                  <a:cubicBezTo>
                    <a:pt x="154679" y="1097623"/>
                    <a:pt x="154166" y="1100702"/>
                    <a:pt x="153395" y="1104124"/>
                  </a:cubicBezTo>
                  <a:cubicBezTo>
                    <a:pt x="148435" y="1126963"/>
                    <a:pt x="146468" y="1127989"/>
                    <a:pt x="150402" y="1131411"/>
                  </a:cubicBezTo>
                  <a:cubicBezTo>
                    <a:pt x="150402" y="1134918"/>
                    <a:pt x="159810" y="1147321"/>
                    <a:pt x="159810" y="1147321"/>
                  </a:cubicBezTo>
                  <a:cubicBezTo>
                    <a:pt x="159299" y="1151769"/>
                    <a:pt x="154337" y="1194025"/>
                    <a:pt x="154337" y="1194025"/>
                  </a:cubicBezTo>
                  <a:cubicBezTo>
                    <a:pt x="160324" y="1200441"/>
                    <a:pt x="206003" y="1197533"/>
                    <a:pt x="212932" y="1197019"/>
                  </a:cubicBezTo>
                  <a:cubicBezTo>
                    <a:pt x="219859" y="1196506"/>
                    <a:pt x="222854" y="1192058"/>
                    <a:pt x="222854" y="1192058"/>
                  </a:cubicBezTo>
                  <a:cubicBezTo>
                    <a:pt x="233290" y="1198474"/>
                    <a:pt x="289404" y="1200013"/>
                    <a:pt x="300353" y="1199500"/>
                  </a:cubicBezTo>
                  <a:cubicBezTo>
                    <a:pt x="311303" y="1198987"/>
                    <a:pt x="334141" y="1193512"/>
                    <a:pt x="334141" y="1193512"/>
                  </a:cubicBezTo>
                  <a:cubicBezTo>
                    <a:pt x="334141" y="1193512"/>
                    <a:pt x="339103" y="1191973"/>
                    <a:pt x="337647" y="1190005"/>
                  </a:cubicBezTo>
                  <a:cubicBezTo>
                    <a:pt x="336194" y="1188038"/>
                    <a:pt x="337647" y="1185985"/>
                    <a:pt x="335166" y="1180596"/>
                  </a:cubicBezTo>
                  <a:cubicBezTo>
                    <a:pt x="332688" y="1175121"/>
                    <a:pt x="327726" y="1172641"/>
                    <a:pt x="324731" y="1174095"/>
                  </a:cubicBezTo>
                  <a:cubicBezTo>
                    <a:pt x="321738" y="1175549"/>
                    <a:pt x="309335" y="1174608"/>
                    <a:pt x="298386" y="1174608"/>
                  </a:cubicBezTo>
                  <a:cubicBezTo>
                    <a:pt x="287437" y="1174608"/>
                    <a:pt x="278027" y="1165627"/>
                    <a:pt x="274092" y="1159724"/>
                  </a:cubicBezTo>
                  <a:cubicBezTo>
                    <a:pt x="270158" y="1153736"/>
                    <a:pt x="273578" y="1155276"/>
                    <a:pt x="268618" y="1149802"/>
                  </a:cubicBezTo>
                  <a:cubicBezTo>
                    <a:pt x="263657" y="1144327"/>
                    <a:pt x="262629" y="1144840"/>
                    <a:pt x="260662" y="1140392"/>
                  </a:cubicBezTo>
                  <a:cubicBezTo>
                    <a:pt x="258695" y="1135944"/>
                    <a:pt x="266649" y="1126022"/>
                    <a:pt x="266138" y="1121488"/>
                  </a:cubicBezTo>
                  <a:cubicBezTo>
                    <a:pt x="265624" y="1117040"/>
                    <a:pt x="262629" y="1112506"/>
                    <a:pt x="258181" y="1100103"/>
                  </a:cubicBezTo>
                  <a:cubicBezTo>
                    <a:pt x="253735" y="1087700"/>
                    <a:pt x="247745" y="1070763"/>
                    <a:pt x="246720" y="1057419"/>
                  </a:cubicBezTo>
                  <a:cubicBezTo>
                    <a:pt x="245692" y="1043989"/>
                    <a:pt x="243297" y="1037574"/>
                    <a:pt x="243297" y="1022690"/>
                  </a:cubicBezTo>
                  <a:cubicBezTo>
                    <a:pt x="243297" y="1007806"/>
                    <a:pt x="243811" y="986934"/>
                    <a:pt x="243811" y="972991"/>
                  </a:cubicBezTo>
                  <a:cubicBezTo>
                    <a:pt x="243811" y="959048"/>
                    <a:pt x="246292" y="932788"/>
                    <a:pt x="247319" y="921839"/>
                  </a:cubicBezTo>
                  <a:cubicBezTo>
                    <a:pt x="248345" y="910890"/>
                    <a:pt x="254760" y="881122"/>
                    <a:pt x="256214" y="869147"/>
                  </a:cubicBezTo>
                  <a:cubicBezTo>
                    <a:pt x="257669" y="857256"/>
                    <a:pt x="259722" y="826890"/>
                    <a:pt x="259208" y="818507"/>
                  </a:cubicBezTo>
                  <a:cubicBezTo>
                    <a:pt x="258695" y="810039"/>
                    <a:pt x="265196" y="776764"/>
                    <a:pt x="268105" y="762906"/>
                  </a:cubicBezTo>
                  <a:cubicBezTo>
                    <a:pt x="271097" y="748963"/>
                    <a:pt x="274092" y="716715"/>
                    <a:pt x="274606" y="702772"/>
                  </a:cubicBezTo>
                  <a:cubicBezTo>
                    <a:pt x="275120" y="688829"/>
                    <a:pt x="273150" y="657522"/>
                    <a:pt x="271097" y="651619"/>
                  </a:cubicBezTo>
                  <a:cubicBezTo>
                    <a:pt x="269130" y="645632"/>
                    <a:pt x="268105" y="621852"/>
                    <a:pt x="268105" y="621852"/>
                  </a:cubicBezTo>
                  <a:cubicBezTo>
                    <a:pt x="268533" y="615693"/>
                    <a:pt x="268788" y="610646"/>
                    <a:pt x="268788" y="606540"/>
                  </a:cubicBezTo>
                  <a:cubicBezTo>
                    <a:pt x="268788" y="606540"/>
                    <a:pt x="268788" y="606540"/>
                    <a:pt x="268788" y="606540"/>
                  </a:cubicBezTo>
                  <a:cubicBezTo>
                    <a:pt x="275888" y="606882"/>
                    <a:pt x="286324" y="601921"/>
                    <a:pt x="291971" y="593966"/>
                  </a:cubicBezTo>
                  <a:cubicBezTo>
                    <a:pt x="298557" y="584728"/>
                    <a:pt x="292654" y="570785"/>
                    <a:pt x="290686" y="564198"/>
                  </a:cubicBezTo>
                  <a:cubicBezTo>
                    <a:pt x="289575" y="560605"/>
                    <a:pt x="286152" y="534944"/>
                    <a:pt x="282475" y="510479"/>
                  </a:cubicBezTo>
                  <a:cubicBezTo>
                    <a:pt x="285641" y="513388"/>
                    <a:pt x="288890" y="516210"/>
                    <a:pt x="288890" y="516210"/>
                  </a:cubicBezTo>
                  <a:cubicBezTo>
                    <a:pt x="288890" y="516210"/>
                    <a:pt x="289490" y="514414"/>
                    <a:pt x="290173" y="511164"/>
                  </a:cubicBezTo>
                  <a:cubicBezTo>
                    <a:pt x="294792" y="511677"/>
                    <a:pt x="299069" y="511933"/>
                    <a:pt x="301293" y="511933"/>
                  </a:cubicBezTo>
                  <a:cubicBezTo>
                    <a:pt x="307280" y="511933"/>
                    <a:pt x="306598" y="496707"/>
                    <a:pt x="306598" y="493371"/>
                  </a:cubicBezTo>
                  <a:cubicBezTo>
                    <a:pt x="306598" y="492601"/>
                    <a:pt x="306769" y="491661"/>
                    <a:pt x="306769" y="490121"/>
                  </a:cubicBezTo>
                  <a:cubicBezTo>
                    <a:pt x="307026" y="489779"/>
                    <a:pt x="307197" y="489608"/>
                    <a:pt x="307197" y="489608"/>
                  </a:cubicBezTo>
                  <a:cubicBezTo>
                    <a:pt x="309761" y="489608"/>
                    <a:pt x="312585" y="490292"/>
                    <a:pt x="313696" y="491404"/>
                  </a:cubicBezTo>
                  <a:cubicBezTo>
                    <a:pt x="314809" y="492516"/>
                    <a:pt x="317290" y="494312"/>
                    <a:pt x="321224" y="493542"/>
                  </a:cubicBezTo>
                  <a:cubicBezTo>
                    <a:pt x="325159" y="492858"/>
                    <a:pt x="334227" y="492088"/>
                    <a:pt x="339274" y="488495"/>
                  </a:cubicBezTo>
                  <a:cubicBezTo>
                    <a:pt x="344320" y="484903"/>
                    <a:pt x="342866" y="483791"/>
                    <a:pt x="343209" y="479856"/>
                  </a:cubicBezTo>
                  <a:cubicBezTo>
                    <a:pt x="343551" y="475921"/>
                    <a:pt x="343551" y="476606"/>
                    <a:pt x="342866" y="471559"/>
                  </a:cubicBezTo>
                  <a:cubicBezTo>
                    <a:pt x="342181" y="466512"/>
                    <a:pt x="343209" y="460353"/>
                    <a:pt x="342866" y="455648"/>
                  </a:cubicBezTo>
                  <a:cubicBezTo>
                    <a:pt x="342524" y="450944"/>
                    <a:pt x="342181" y="450259"/>
                    <a:pt x="341413" y="447009"/>
                  </a:cubicBezTo>
                  <a:cubicBezTo>
                    <a:pt x="340728" y="443758"/>
                    <a:pt x="338161" y="443416"/>
                    <a:pt x="336023" y="440166"/>
                  </a:cubicBezTo>
                  <a:cubicBezTo>
                    <a:pt x="333884" y="436915"/>
                    <a:pt x="334569" y="436915"/>
                    <a:pt x="332773" y="434349"/>
                  </a:cubicBezTo>
                  <a:cubicBezTo>
                    <a:pt x="330975" y="431783"/>
                    <a:pt x="325245" y="431441"/>
                    <a:pt x="319771" y="431441"/>
                  </a:cubicBezTo>
                  <a:cubicBezTo>
                    <a:pt x="314295" y="431441"/>
                    <a:pt x="302834" y="432553"/>
                    <a:pt x="301721" y="432553"/>
                  </a:cubicBezTo>
                  <a:cubicBezTo>
                    <a:pt x="300610" y="432553"/>
                    <a:pt x="293510" y="432296"/>
                    <a:pt x="292654" y="433750"/>
                  </a:cubicBezTo>
                  <a:cubicBezTo>
                    <a:pt x="292654" y="433750"/>
                    <a:pt x="291971" y="433579"/>
                    <a:pt x="290772" y="433323"/>
                  </a:cubicBezTo>
                  <a:cubicBezTo>
                    <a:pt x="290772" y="433323"/>
                    <a:pt x="290772" y="433323"/>
                    <a:pt x="290772" y="433323"/>
                  </a:cubicBezTo>
                  <a:lnTo>
                    <a:pt x="290344" y="433323"/>
                  </a:lnTo>
                  <a:cubicBezTo>
                    <a:pt x="288034" y="432895"/>
                    <a:pt x="284442" y="432382"/>
                    <a:pt x="281875" y="432980"/>
                  </a:cubicBezTo>
                  <a:cubicBezTo>
                    <a:pt x="281619" y="432125"/>
                    <a:pt x="281449" y="431441"/>
                    <a:pt x="281278" y="430842"/>
                  </a:cubicBezTo>
                  <a:cubicBezTo>
                    <a:pt x="281021" y="429815"/>
                    <a:pt x="280679" y="428447"/>
                    <a:pt x="280336" y="426736"/>
                  </a:cubicBezTo>
                  <a:cubicBezTo>
                    <a:pt x="278968" y="414333"/>
                    <a:pt x="279480" y="396198"/>
                    <a:pt x="276659" y="379518"/>
                  </a:cubicBezTo>
                  <a:cubicBezTo>
                    <a:pt x="276231" y="376952"/>
                    <a:pt x="275631" y="374215"/>
                    <a:pt x="274948" y="371478"/>
                  </a:cubicBezTo>
                  <a:cubicBezTo>
                    <a:pt x="278540" y="371649"/>
                    <a:pt x="281790" y="372333"/>
                    <a:pt x="284356" y="372076"/>
                  </a:cubicBezTo>
                  <a:cubicBezTo>
                    <a:pt x="289318" y="371563"/>
                    <a:pt x="295306" y="372076"/>
                    <a:pt x="299155" y="372590"/>
                  </a:cubicBezTo>
                  <a:cubicBezTo>
                    <a:pt x="303003" y="373103"/>
                    <a:pt x="312242" y="377465"/>
                    <a:pt x="314980" y="378577"/>
                  </a:cubicBezTo>
                  <a:cubicBezTo>
                    <a:pt x="317718" y="379689"/>
                    <a:pt x="327041" y="389526"/>
                    <a:pt x="330804" y="390040"/>
                  </a:cubicBezTo>
                  <a:cubicBezTo>
                    <a:pt x="334655" y="390553"/>
                    <a:pt x="334655" y="389526"/>
                    <a:pt x="334655" y="387302"/>
                  </a:cubicBezTo>
                  <a:cubicBezTo>
                    <a:pt x="334655" y="385078"/>
                    <a:pt x="327041" y="379091"/>
                    <a:pt x="324816" y="376353"/>
                  </a:cubicBezTo>
                  <a:cubicBezTo>
                    <a:pt x="322592" y="373616"/>
                    <a:pt x="317461" y="370194"/>
                    <a:pt x="315834" y="366858"/>
                  </a:cubicBezTo>
                  <a:cubicBezTo>
                    <a:pt x="314210" y="363608"/>
                    <a:pt x="322250" y="362752"/>
                    <a:pt x="325330" y="363779"/>
                  </a:cubicBezTo>
                  <a:cubicBezTo>
                    <a:pt x="330292" y="365404"/>
                    <a:pt x="337219" y="370451"/>
                    <a:pt x="340128" y="373103"/>
                  </a:cubicBezTo>
                  <a:cubicBezTo>
                    <a:pt x="343209" y="375926"/>
                    <a:pt x="346116" y="380630"/>
                    <a:pt x="351078" y="382341"/>
                  </a:cubicBezTo>
                  <a:cubicBezTo>
                    <a:pt x="355954" y="383966"/>
                    <a:pt x="357836" y="378150"/>
                    <a:pt x="354327" y="374814"/>
                  </a:cubicBezTo>
                  <a:cubicBezTo>
                    <a:pt x="352702" y="373274"/>
                    <a:pt x="338161" y="359245"/>
                    <a:pt x="336023" y="357021"/>
                  </a:cubicBezTo>
                  <a:cubicBezTo>
                    <a:pt x="333884" y="354797"/>
                    <a:pt x="328582" y="352317"/>
                    <a:pt x="336108" y="352402"/>
                  </a:cubicBezTo>
                  <a:cubicBezTo>
                    <a:pt x="339957" y="352488"/>
                    <a:pt x="351078" y="358048"/>
                    <a:pt x="354327" y="361042"/>
                  </a:cubicBezTo>
                  <a:cubicBezTo>
                    <a:pt x="358007" y="364549"/>
                    <a:pt x="364337" y="369168"/>
                    <a:pt x="367586" y="370280"/>
                  </a:cubicBezTo>
                  <a:cubicBezTo>
                    <a:pt x="370838" y="371392"/>
                    <a:pt x="372719" y="366260"/>
                    <a:pt x="370667" y="363009"/>
                  </a:cubicBezTo>
                  <a:cubicBezTo>
                    <a:pt x="366304" y="355909"/>
                    <a:pt x="338932" y="337689"/>
                    <a:pt x="334569" y="336064"/>
                  </a:cubicBezTo>
                  <a:cubicBezTo>
                    <a:pt x="330207" y="334439"/>
                    <a:pt x="333028" y="331103"/>
                    <a:pt x="333028" y="331103"/>
                  </a:cubicBezTo>
                  <a:cubicBezTo>
                    <a:pt x="333028" y="331103"/>
                    <a:pt x="339103" y="329734"/>
                    <a:pt x="342438" y="329734"/>
                  </a:cubicBezTo>
                  <a:cubicBezTo>
                    <a:pt x="345773" y="329734"/>
                    <a:pt x="352959" y="329392"/>
                    <a:pt x="355697" y="331616"/>
                  </a:cubicBezTo>
                  <a:cubicBezTo>
                    <a:pt x="358435" y="333840"/>
                    <a:pt x="366818" y="334011"/>
                    <a:pt x="366818" y="331787"/>
                  </a:cubicBezTo>
                  <a:cubicBezTo>
                    <a:pt x="366818" y="329563"/>
                    <a:pt x="357579" y="322292"/>
                    <a:pt x="347229" y="321779"/>
                  </a:cubicBezTo>
                  <a:cubicBezTo>
                    <a:pt x="341753" y="321522"/>
                    <a:pt x="329265" y="321009"/>
                    <a:pt x="317804" y="320496"/>
                  </a:cubicBezTo>
                  <a:cubicBezTo>
                    <a:pt x="320368" y="318443"/>
                    <a:pt x="323620" y="316133"/>
                    <a:pt x="326358" y="314679"/>
                  </a:cubicBezTo>
                  <a:cubicBezTo>
                    <a:pt x="330207" y="312626"/>
                    <a:pt x="336194" y="307237"/>
                    <a:pt x="335595" y="302447"/>
                  </a:cubicBezTo>
                  <a:cubicBezTo>
                    <a:pt x="334912" y="297486"/>
                    <a:pt x="323106" y="304072"/>
                    <a:pt x="323106" y="304072"/>
                  </a:cubicBezTo>
                  <a:cubicBezTo>
                    <a:pt x="323106" y="304072"/>
                    <a:pt x="318658" y="305612"/>
                    <a:pt x="314124" y="307665"/>
                  </a:cubicBezTo>
                  <a:cubicBezTo>
                    <a:pt x="309676" y="309718"/>
                    <a:pt x="307623" y="309632"/>
                    <a:pt x="303175" y="312113"/>
                  </a:cubicBezTo>
                  <a:cubicBezTo>
                    <a:pt x="300353" y="313738"/>
                    <a:pt x="295477" y="314850"/>
                    <a:pt x="292227" y="317074"/>
                  </a:cubicBezTo>
                  <a:cubicBezTo>
                    <a:pt x="290686" y="318101"/>
                    <a:pt x="284185" y="320154"/>
                    <a:pt x="280508" y="323490"/>
                  </a:cubicBezTo>
                  <a:cubicBezTo>
                    <a:pt x="277342" y="325286"/>
                    <a:pt x="275203" y="326313"/>
                    <a:pt x="271269" y="327767"/>
                  </a:cubicBezTo>
                  <a:cubicBezTo>
                    <a:pt x="268618" y="328708"/>
                    <a:pt x="264939" y="328964"/>
                    <a:pt x="261432" y="329306"/>
                  </a:cubicBezTo>
                  <a:cubicBezTo>
                    <a:pt x="258695" y="321437"/>
                    <a:pt x="256642" y="314765"/>
                    <a:pt x="256214" y="310659"/>
                  </a:cubicBezTo>
                  <a:cubicBezTo>
                    <a:pt x="254846" y="298769"/>
                    <a:pt x="252878" y="292097"/>
                    <a:pt x="251596" y="280207"/>
                  </a:cubicBezTo>
                  <a:cubicBezTo>
                    <a:pt x="250997" y="274647"/>
                    <a:pt x="247488" y="263527"/>
                    <a:pt x="243982" y="253176"/>
                  </a:cubicBezTo>
                  <a:cubicBezTo>
                    <a:pt x="244667" y="249327"/>
                    <a:pt x="246292" y="244793"/>
                    <a:pt x="244667" y="239576"/>
                  </a:cubicBezTo>
                  <a:cubicBezTo>
                    <a:pt x="243042" y="234358"/>
                    <a:pt x="238166" y="223237"/>
                    <a:pt x="234317" y="221099"/>
                  </a:cubicBezTo>
                  <a:cubicBezTo>
                    <a:pt x="233461" y="217164"/>
                    <a:pt x="232776" y="214256"/>
                    <a:pt x="232433" y="213229"/>
                  </a:cubicBezTo>
                  <a:cubicBezTo>
                    <a:pt x="231922" y="211861"/>
                    <a:pt x="231665" y="211005"/>
                    <a:pt x="231408" y="210492"/>
                  </a:cubicBezTo>
                  <a:cubicBezTo>
                    <a:pt x="231579" y="210235"/>
                    <a:pt x="231836" y="210064"/>
                    <a:pt x="232007" y="209722"/>
                  </a:cubicBezTo>
                  <a:cubicBezTo>
                    <a:pt x="233461" y="207755"/>
                    <a:pt x="233033" y="205787"/>
                    <a:pt x="238765" y="201254"/>
                  </a:cubicBezTo>
                  <a:cubicBezTo>
                    <a:pt x="244496" y="196806"/>
                    <a:pt x="270586" y="191331"/>
                    <a:pt x="272296" y="190818"/>
                  </a:cubicBezTo>
                  <a:cubicBezTo>
                    <a:pt x="274006" y="190305"/>
                    <a:pt x="274520" y="189364"/>
                    <a:pt x="277258" y="181409"/>
                  </a:cubicBezTo>
                  <a:cubicBezTo>
                    <a:pt x="279994" y="173453"/>
                    <a:pt x="286152" y="167722"/>
                    <a:pt x="285726" y="165755"/>
                  </a:cubicBezTo>
                  <a:cubicBezTo>
                    <a:pt x="285213" y="163788"/>
                    <a:pt x="286923" y="161820"/>
                    <a:pt x="287951" y="161307"/>
                  </a:cubicBezTo>
                  <a:cubicBezTo>
                    <a:pt x="288976" y="160794"/>
                    <a:pt x="291628" y="159853"/>
                    <a:pt x="292910" y="154635"/>
                  </a:cubicBezTo>
                  <a:cubicBezTo>
                    <a:pt x="294195" y="149417"/>
                    <a:pt x="295134" y="145739"/>
                    <a:pt x="296419" y="145225"/>
                  </a:cubicBezTo>
                  <a:cubicBezTo>
                    <a:pt x="297701" y="144712"/>
                    <a:pt x="299925" y="145225"/>
                    <a:pt x="299925" y="145225"/>
                  </a:cubicBezTo>
                  <a:cubicBezTo>
                    <a:pt x="304630" y="145739"/>
                    <a:pt x="304373" y="141034"/>
                    <a:pt x="304373" y="138040"/>
                  </a:cubicBezTo>
                  <a:cubicBezTo>
                    <a:pt x="304373" y="135046"/>
                    <a:pt x="302577" y="129315"/>
                    <a:pt x="302577" y="126150"/>
                  </a:cubicBezTo>
                  <a:cubicBezTo>
                    <a:pt x="302577" y="122985"/>
                    <a:pt x="303860" y="115971"/>
                    <a:pt x="303860" y="115971"/>
                  </a:cubicBezTo>
                  <a:cubicBezTo>
                    <a:pt x="303860" y="115971"/>
                    <a:pt x="307366" y="113234"/>
                    <a:pt x="307111" y="111523"/>
                  </a:cubicBezTo>
                  <a:cubicBezTo>
                    <a:pt x="306854" y="109384"/>
                    <a:pt x="310104" y="106305"/>
                    <a:pt x="310104" y="106305"/>
                  </a:cubicBezTo>
                  <a:cubicBezTo>
                    <a:pt x="311814" y="105279"/>
                    <a:pt x="311557" y="101087"/>
                    <a:pt x="312071" y="92619"/>
                  </a:cubicBezTo>
                  <a:cubicBezTo>
                    <a:pt x="312671" y="83209"/>
                    <a:pt x="310789" y="65417"/>
                    <a:pt x="310789" y="65417"/>
                  </a:cubicBezTo>
                  <a:cubicBezTo>
                    <a:pt x="309419" y="58831"/>
                    <a:pt x="326101" y="64818"/>
                    <a:pt x="326101" y="64818"/>
                  </a:cubicBezTo>
                  <a:cubicBezTo>
                    <a:pt x="322081" y="39670"/>
                    <a:pt x="286238" y="7336"/>
                    <a:pt x="261090" y="2032"/>
                  </a:cubicBezTo>
                  <a:cubicBezTo>
                    <a:pt x="235942" y="-3271"/>
                    <a:pt x="208141" y="2032"/>
                    <a:pt x="190862" y="15291"/>
                  </a:cubicBezTo>
                  <a:cubicBezTo>
                    <a:pt x="173669" y="28550"/>
                    <a:pt x="163062" y="100061"/>
                    <a:pt x="163062" y="110667"/>
                  </a:cubicBezTo>
                  <a:cubicBezTo>
                    <a:pt x="163062" y="121274"/>
                    <a:pt x="172301" y="135816"/>
                    <a:pt x="171017" y="143771"/>
                  </a:cubicBezTo>
                  <a:cubicBezTo>
                    <a:pt x="171017" y="143771"/>
                    <a:pt x="164173" y="143515"/>
                    <a:pt x="161949" y="147278"/>
                  </a:cubicBezTo>
                  <a:lnTo>
                    <a:pt x="161949" y="147278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52CB029-9889-5C9D-F42E-7DF1CF58A1F9}"/>
                </a:ext>
              </a:extLst>
            </p:cNvPr>
            <p:cNvSpPr/>
            <p:nvPr/>
          </p:nvSpPr>
          <p:spPr>
            <a:xfrm>
              <a:off x="6226849" y="1000436"/>
              <a:ext cx="358192" cy="1345741"/>
            </a:xfrm>
            <a:custGeom>
              <a:avLst/>
              <a:gdLst>
                <a:gd name="connsiteX0" fmla="*/ 15668 w 358192"/>
                <a:gd name="connsiteY0" fmla="*/ 396625 h 1345741"/>
                <a:gd name="connsiteX1" fmla="*/ 11563 w 358192"/>
                <a:gd name="connsiteY1" fmla="*/ 403468 h 1345741"/>
                <a:gd name="connsiteX2" fmla="*/ 7200 w 358192"/>
                <a:gd name="connsiteY2" fmla="*/ 398250 h 1345741"/>
                <a:gd name="connsiteX3" fmla="*/ 3350 w 358192"/>
                <a:gd name="connsiteY3" fmla="*/ 392177 h 1345741"/>
                <a:gd name="connsiteX4" fmla="*/ 356 w 358192"/>
                <a:gd name="connsiteY4" fmla="*/ 400645 h 1345741"/>
                <a:gd name="connsiteX5" fmla="*/ 2324 w 358192"/>
                <a:gd name="connsiteY5" fmla="*/ 412193 h 1345741"/>
                <a:gd name="connsiteX6" fmla="*/ 8910 w 358192"/>
                <a:gd name="connsiteY6" fmla="*/ 418266 h 1345741"/>
                <a:gd name="connsiteX7" fmla="*/ 8055 w 358192"/>
                <a:gd name="connsiteY7" fmla="*/ 424596 h 1345741"/>
                <a:gd name="connsiteX8" fmla="*/ 16267 w 358192"/>
                <a:gd name="connsiteY8" fmla="*/ 432295 h 1345741"/>
                <a:gd name="connsiteX9" fmla="*/ 21741 w 358192"/>
                <a:gd name="connsiteY9" fmla="*/ 437513 h 1345741"/>
                <a:gd name="connsiteX10" fmla="*/ 27815 w 358192"/>
                <a:gd name="connsiteY10" fmla="*/ 444612 h 1345741"/>
                <a:gd name="connsiteX11" fmla="*/ 36625 w 358192"/>
                <a:gd name="connsiteY11" fmla="*/ 450343 h 1345741"/>
                <a:gd name="connsiteX12" fmla="*/ 39619 w 358192"/>
                <a:gd name="connsiteY12" fmla="*/ 454449 h 1345741"/>
                <a:gd name="connsiteX13" fmla="*/ 43726 w 358192"/>
                <a:gd name="connsiteY13" fmla="*/ 458042 h 1345741"/>
                <a:gd name="connsiteX14" fmla="*/ 69815 w 358192"/>
                <a:gd name="connsiteY14" fmla="*/ 458042 h 1345741"/>
                <a:gd name="connsiteX15" fmla="*/ 75889 w 358192"/>
                <a:gd name="connsiteY15" fmla="*/ 456673 h 1345741"/>
                <a:gd name="connsiteX16" fmla="*/ 85469 w 358192"/>
                <a:gd name="connsiteY16" fmla="*/ 421773 h 1345741"/>
                <a:gd name="connsiteX17" fmla="*/ 77001 w 358192"/>
                <a:gd name="connsiteY17" fmla="*/ 477973 h 1345741"/>
                <a:gd name="connsiteX18" fmla="*/ 88206 w 358192"/>
                <a:gd name="connsiteY18" fmla="*/ 491060 h 1345741"/>
                <a:gd name="connsiteX19" fmla="*/ 97188 w 358192"/>
                <a:gd name="connsiteY19" fmla="*/ 494482 h 1345741"/>
                <a:gd name="connsiteX20" fmla="*/ 96503 w 358192"/>
                <a:gd name="connsiteY20" fmla="*/ 491745 h 1345741"/>
                <a:gd name="connsiteX21" fmla="*/ 97273 w 358192"/>
                <a:gd name="connsiteY21" fmla="*/ 494567 h 1345741"/>
                <a:gd name="connsiteX22" fmla="*/ 97188 w 358192"/>
                <a:gd name="connsiteY22" fmla="*/ 494567 h 1345741"/>
                <a:gd name="connsiteX23" fmla="*/ 88206 w 358192"/>
                <a:gd name="connsiteY23" fmla="*/ 536482 h 1345741"/>
                <a:gd name="connsiteX24" fmla="*/ 82389 w 358192"/>
                <a:gd name="connsiteY24" fmla="*/ 580364 h 1345741"/>
                <a:gd name="connsiteX25" fmla="*/ 80935 w 358192"/>
                <a:gd name="connsiteY25" fmla="*/ 598669 h 1345741"/>
                <a:gd name="connsiteX26" fmla="*/ 98470 w 358192"/>
                <a:gd name="connsiteY26" fmla="*/ 573777 h 1345741"/>
                <a:gd name="connsiteX27" fmla="*/ 104287 w 358192"/>
                <a:gd name="connsiteY27" fmla="*/ 563512 h 1345741"/>
                <a:gd name="connsiteX28" fmla="*/ 104801 w 358192"/>
                <a:gd name="connsiteY28" fmla="*/ 559578 h 1345741"/>
                <a:gd name="connsiteX29" fmla="*/ 107880 w 358192"/>
                <a:gd name="connsiteY29" fmla="*/ 590628 h 1345741"/>
                <a:gd name="connsiteX30" fmla="*/ 108992 w 358192"/>
                <a:gd name="connsiteY30" fmla="*/ 626812 h 1345741"/>
                <a:gd name="connsiteX31" fmla="*/ 113355 w 358192"/>
                <a:gd name="connsiteY31" fmla="*/ 669581 h 1345741"/>
                <a:gd name="connsiteX32" fmla="*/ 119941 w 358192"/>
                <a:gd name="connsiteY32" fmla="*/ 702514 h 1345741"/>
                <a:gd name="connsiteX33" fmla="*/ 132002 w 358192"/>
                <a:gd name="connsiteY33" fmla="*/ 715687 h 1345741"/>
                <a:gd name="connsiteX34" fmla="*/ 130890 w 358192"/>
                <a:gd name="connsiteY34" fmla="*/ 733223 h 1345741"/>
                <a:gd name="connsiteX35" fmla="*/ 129778 w 358192"/>
                <a:gd name="connsiteY35" fmla="*/ 774966 h 1345741"/>
                <a:gd name="connsiteX36" fmla="*/ 138589 w 358192"/>
                <a:gd name="connsiteY36" fmla="*/ 822184 h 1345741"/>
                <a:gd name="connsiteX37" fmla="*/ 152874 w 358192"/>
                <a:gd name="connsiteY37" fmla="*/ 866065 h 1345741"/>
                <a:gd name="connsiteX38" fmla="*/ 162710 w 358192"/>
                <a:gd name="connsiteY38" fmla="*/ 897886 h 1345741"/>
                <a:gd name="connsiteX39" fmla="*/ 168185 w 358192"/>
                <a:gd name="connsiteY39" fmla="*/ 942880 h 1345741"/>
                <a:gd name="connsiteX40" fmla="*/ 173660 w 358192"/>
                <a:gd name="connsiteY40" fmla="*/ 984538 h 1345741"/>
                <a:gd name="connsiteX41" fmla="*/ 180246 w 358192"/>
                <a:gd name="connsiteY41" fmla="*/ 1015246 h 1345741"/>
                <a:gd name="connsiteX42" fmla="*/ 180246 w 358192"/>
                <a:gd name="connsiteY42" fmla="*/ 1044843 h 1345741"/>
                <a:gd name="connsiteX43" fmla="*/ 185721 w 358192"/>
                <a:gd name="connsiteY43" fmla="*/ 1070077 h 1345741"/>
                <a:gd name="connsiteX44" fmla="*/ 185721 w 358192"/>
                <a:gd name="connsiteY44" fmla="*/ 1092061 h 1345741"/>
                <a:gd name="connsiteX45" fmla="*/ 200005 w 358192"/>
                <a:gd name="connsiteY45" fmla="*/ 1120631 h 1345741"/>
                <a:gd name="connsiteX46" fmla="*/ 197782 w 358192"/>
                <a:gd name="connsiteY46" fmla="*/ 1201808 h 1345741"/>
                <a:gd name="connsiteX47" fmla="*/ 180246 w 358192"/>
                <a:gd name="connsiteY47" fmla="*/ 1244578 h 1345741"/>
                <a:gd name="connsiteX48" fmla="*/ 181358 w 358192"/>
                <a:gd name="connsiteY48" fmla="*/ 1262114 h 1345741"/>
                <a:gd name="connsiteX49" fmla="*/ 176996 w 358192"/>
                <a:gd name="connsiteY49" fmla="*/ 1292822 h 1345741"/>
                <a:gd name="connsiteX50" fmla="*/ 105656 w 358192"/>
                <a:gd name="connsiteY50" fmla="*/ 1312582 h 1345741"/>
                <a:gd name="connsiteX51" fmla="*/ 89232 w 358192"/>
                <a:gd name="connsiteY51" fmla="*/ 1325755 h 1345741"/>
                <a:gd name="connsiteX52" fmla="*/ 149538 w 358192"/>
                <a:gd name="connsiteY52" fmla="*/ 1343291 h 1345741"/>
                <a:gd name="connsiteX53" fmla="*/ 319676 w 358192"/>
                <a:gd name="connsiteY53" fmla="*/ 1345515 h 1345741"/>
                <a:gd name="connsiteX54" fmla="*/ 333961 w 358192"/>
                <a:gd name="connsiteY54" fmla="*/ 1340040 h 1345741"/>
                <a:gd name="connsiteX55" fmla="*/ 331737 w 358192"/>
                <a:gd name="connsiteY55" fmla="*/ 1324729 h 1345741"/>
                <a:gd name="connsiteX56" fmla="*/ 329512 w 358192"/>
                <a:gd name="connsiteY56" fmla="*/ 1296244 h 1345741"/>
                <a:gd name="connsiteX57" fmla="*/ 329512 w 358192"/>
                <a:gd name="connsiteY57" fmla="*/ 1277596 h 1345741"/>
                <a:gd name="connsiteX58" fmla="*/ 318564 w 358192"/>
                <a:gd name="connsiteY58" fmla="*/ 1252362 h 1345741"/>
                <a:gd name="connsiteX59" fmla="*/ 331737 w 358192"/>
                <a:gd name="connsiteY59" fmla="*/ 1217291 h 1345741"/>
                <a:gd name="connsiteX60" fmla="*/ 334987 w 358192"/>
                <a:gd name="connsiteY60" fmla="*/ 1074611 h 1345741"/>
                <a:gd name="connsiteX61" fmla="*/ 319591 w 358192"/>
                <a:gd name="connsiteY61" fmla="*/ 949552 h 1345741"/>
                <a:gd name="connsiteX62" fmla="*/ 316254 w 358192"/>
                <a:gd name="connsiteY62" fmla="*/ 907894 h 1345741"/>
                <a:gd name="connsiteX63" fmla="*/ 306417 w 358192"/>
                <a:gd name="connsiteY63" fmla="*/ 883772 h 1345741"/>
                <a:gd name="connsiteX64" fmla="*/ 315228 w 358192"/>
                <a:gd name="connsiteY64" fmla="*/ 828941 h 1345741"/>
                <a:gd name="connsiteX65" fmla="*/ 311892 w 358192"/>
                <a:gd name="connsiteY65" fmla="*/ 763076 h 1345741"/>
                <a:gd name="connsiteX66" fmla="*/ 322841 w 358192"/>
                <a:gd name="connsiteY66" fmla="*/ 724669 h 1345741"/>
                <a:gd name="connsiteX67" fmla="*/ 329427 w 358192"/>
                <a:gd name="connsiteY67" fmla="*/ 700547 h 1345741"/>
                <a:gd name="connsiteX68" fmla="*/ 335501 w 358192"/>
                <a:gd name="connsiteY68" fmla="*/ 695414 h 1345741"/>
                <a:gd name="connsiteX69" fmla="*/ 341574 w 358192"/>
                <a:gd name="connsiteY69" fmla="*/ 696099 h 1345741"/>
                <a:gd name="connsiteX70" fmla="*/ 357998 w 358192"/>
                <a:gd name="connsiteY70" fmla="*/ 690624 h 1345741"/>
                <a:gd name="connsiteX71" fmla="*/ 334987 w 358192"/>
                <a:gd name="connsiteY71" fmla="*/ 579765 h 1345741"/>
                <a:gd name="connsiteX72" fmla="*/ 351411 w 358192"/>
                <a:gd name="connsiteY72" fmla="*/ 378918 h 1345741"/>
                <a:gd name="connsiteX73" fmla="*/ 277933 w 358192"/>
                <a:gd name="connsiteY73" fmla="*/ 198943 h 1345741"/>
                <a:gd name="connsiteX74" fmla="*/ 268010 w 358192"/>
                <a:gd name="connsiteY74" fmla="*/ 175847 h 1345741"/>
                <a:gd name="connsiteX75" fmla="*/ 264076 w 358192"/>
                <a:gd name="connsiteY75" fmla="*/ 176532 h 1345741"/>
                <a:gd name="connsiteX76" fmla="*/ 257061 w 358192"/>
                <a:gd name="connsiteY76" fmla="*/ 169774 h 1345741"/>
                <a:gd name="connsiteX77" fmla="*/ 252271 w 358192"/>
                <a:gd name="connsiteY77" fmla="*/ 173024 h 1345741"/>
                <a:gd name="connsiteX78" fmla="*/ 257061 w 358192"/>
                <a:gd name="connsiteY78" fmla="*/ 169774 h 1345741"/>
                <a:gd name="connsiteX79" fmla="*/ 262022 w 358192"/>
                <a:gd name="connsiteY79" fmla="*/ 162075 h 1345741"/>
                <a:gd name="connsiteX80" fmla="*/ 272458 w 358192"/>
                <a:gd name="connsiteY80" fmla="*/ 146165 h 1345741"/>
                <a:gd name="connsiteX81" fmla="*/ 281268 w 358192"/>
                <a:gd name="connsiteY81" fmla="*/ 119819 h 1345741"/>
                <a:gd name="connsiteX82" fmla="*/ 285631 w 358192"/>
                <a:gd name="connsiteY82" fmla="*/ 96723 h 1345741"/>
                <a:gd name="connsiteX83" fmla="*/ 279045 w 358192"/>
                <a:gd name="connsiteY83" fmla="*/ 75851 h 1345741"/>
                <a:gd name="connsiteX84" fmla="*/ 283406 w 358192"/>
                <a:gd name="connsiteY84" fmla="*/ 52756 h 1345741"/>
                <a:gd name="connsiteX85" fmla="*/ 261423 w 358192"/>
                <a:gd name="connsiteY85" fmla="*/ 28634 h 1345741"/>
                <a:gd name="connsiteX86" fmla="*/ 250474 w 358192"/>
                <a:gd name="connsiteY86" fmla="*/ 8874 h 1345741"/>
                <a:gd name="connsiteX87" fmla="*/ 229603 w 358192"/>
                <a:gd name="connsiteY87" fmla="*/ 4512 h 1345741"/>
                <a:gd name="connsiteX88" fmla="*/ 206592 w 358192"/>
                <a:gd name="connsiteY88" fmla="*/ 149 h 1345741"/>
                <a:gd name="connsiteX89" fmla="*/ 194532 w 358192"/>
                <a:gd name="connsiteY89" fmla="*/ 7848 h 1345741"/>
                <a:gd name="connsiteX90" fmla="*/ 171521 w 358192"/>
                <a:gd name="connsiteY90" fmla="*/ 12210 h 1345741"/>
                <a:gd name="connsiteX91" fmla="*/ 149538 w 358192"/>
                <a:gd name="connsiteY91" fmla="*/ 14434 h 1345741"/>
                <a:gd name="connsiteX92" fmla="*/ 122079 w 358192"/>
                <a:gd name="connsiteY92" fmla="*/ 37530 h 1345741"/>
                <a:gd name="connsiteX93" fmla="*/ 117716 w 358192"/>
                <a:gd name="connsiteY93" fmla="*/ 50703 h 1345741"/>
                <a:gd name="connsiteX94" fmla="*/ 122079 w 358192"/>
                <a:gd name="connsiteY94" fmla="*/ 63876 h 1345741"/>
                <a:gd name="connsiteX95" fmla="*/ 129778 w 358192"/>
                <a:gd name="connsiteY95" fmla="*/ 66613 h 1345741"/>
                <a:gd name="connsiteX96" fmla="*/ 115493 w 358192"/>
                <a:gd name="connsiteY96" fmla="*/ 105020 h 1345741"/>
                <a:gd name="connsiteX97" fmla="*/ 116092 w 358192"/>
                <a:gd name="connsiteY97" fmla="*/ 123155 h 1345741"/>
                <a:gd name="connsiteX98" fmla="*/ 116604 w 358192"/>
                <a:gd name="connsiteY98" fmla="*/ 130853 h 1345741"/>
                <a:gd name="connsiteX99" fmla="*/ 103432 w 358192"/>
                <a:gd name="connsiteY99" fmla="*/ 156088 h 1345741"/>
                <a:gd name="connsiteX100" fmla="*/ 110531 w 358192"/>
                <a:gd name="connsiteY100" fmla="*/ 162161 h 1345741"/>
                <a:gd name="connsiteX101" fmla="*/ 114894 w 358192"/>
                <a:gd name="connsiteY101" fmla="*/ 163273 h 1345741"/>
                <a:gd name="connsiteX102" fmla="*/ 116006 w 358192"/>
                <a:gd name="connsiteY102" fmla="*/ 175334 h 1345741"/>
                <a:gd name="connsiteX103" fmla="*/ 120967 w 358192"/>
                <a:gd name="connsiteY103" fmla="*/ 181407 h 1345741"/>
                <a:gd name="connsiteX104" fmla="*/ 121481 w 358192"/>
                <a:gd name="connsiteY104" fmla="*/ 186882 h 1345741"/>
                <a:gd name="connsiteX105" fmla="*/ 124817 w 358192"/>
                <a:gd name="connsiteY105" fmla="*/ 191843 h 1345741"/>
                <a:gd name="connsiteX106" fmla="*/ 127554 w 358192"/>
                <a:gd name="connsiteY106" fmla="*/ 202279 h 1345741"/>
                <a:gd name="connsiteX107" fmla="*/ 135766 w 358192"/>
                <a:gd name="connsiteY107" fmla="*/ 211603 h 1345741"/>
                <a:gd name="connsiteX108" fmla="*/ 163737 w 358192"/>
                <a:gd name="connsiteY108" fmla="*/ 210491 h 1345741"/>
                <a:gd name="connsiteX109" fmla="*/ 176312 w 358192"/>
                <a:gd name="connsiteY109" fmla="*/ 211089 h 1345741"/>
                <a:gd name="connsiteX110" fmla="*/ 184010 w 358192"/>
                <a:gd name="connsiteY110" fmla="*/ 223749 h 1345741"/>
                <a:gd name="connsiteX111" fmla="*/ 183497 w 358192"/>
                <a:gd name="connsiteY111" fmla="*/ 228283 h 1345741"/>
                <a:gd name="connsiteX112" fmla="*/ 150136 w 358192"/>
                <a:gd name="connsiteY112" fmla="*/ 269684 h 1345741"/>
                <a:gd name="connsiteX113" fmla="*/ 150906 w 358192"/>
                <a:gd name="connsiteY113" fmla="*/ 274816 h 1345741"/>
                <a:gd name="connsiteX114" fmla="*/ 155782 w 358192"/>
                <a:gd name="connsiteY114" fmla="*/ 285338 h 1345741"/>
                <a:gd name="connsiteX115" fmla="*/ 155697 w 358192"/>
                <a:gd name="connsiteY115" fmla="*/ 287562 h 1345741"/>
                <a:gd name="connsiteX116" fmla="*/ 153644 w 358192"/>
                <a:gd name="connsiteY116" fmla="*/ 306380 h 1345741"/>
                <a:gd name="connsiteX117" fmla="*/ 149452 w 358192"/>
                <a:gd name="connsiteY117" fmla="*/ 331871 h 1345741"/>
                <a:gd name="connsiteX118" fmla="*/ 120967 w 358192"/>
                <a:gd name="connsiteY118" fmla="*/ 414588 h 1345741"/>
                <a:gd name="connsiteX119" fmla="*/ 121309 w 358192"/>
                <a:gd name="connsiteY119" fmla="*/ 415871 h 1345741"/>
                <a:gd name="connsiteX120" fmla="*/ 93167 w 358192"/>
                <a:gd name="connsiteY120" fmla="*/ 417325 h 1345741"/>
                <a:gd name="connsiteX121" fmla="*/ 92226 w 358192"/>
                <a:gd name="connsiteY121" fmla="*/ 419635 h 1345741"/>
                <a:gd name="connsiteX122" fmla="*/ 88034 w 358192"/>
                <a:gd name="connsiteY122" fmla="*/ 418608 h 1345741"/>
                <a:gd name="connsiteX123" fmla="*/ 72724 w 358192"/>
                <a:gd name="connsiteY123" fmla="*/ 397224 h 1345741"/>
                <a:gd name="connsiteX124" fmla="*/ 43126 w 358192"/>
                <a:gd name="connsiteY124" fmla="*/ 378576 h 1345741"/>
                <a:gd name="connsiteX125" fmla="*/ 29440 w 358192"/>
                <a:gd name="connsiteY125" fmla="*/ 371476 h 1345741"/>
                <a:gd name="connsiteX126" fmla="*/ 41501 w 358192"/>
                <a:gd name="connsiteY126" fmla="*/ 391236 h 1345741"/>
                <a:gd name="connsiteX127" fmla="*/ 46976 w 358192"/>
                <a:gd name="connsiteY127" fmla="*/ 403810 h 1345741"/>
                <a:gd name="connsiteX128" fmla="*/ 33289 w 358192"/>
                <a:gd name="connsiteY128" fmla="*/ 412022 h 1345741"/>
                <a:gd name="connsiteX129" fmla="*/ 18491 w 358192"/>
                <a:gd name="connsiteY129" fmla="*/ 407659 h 1345741"/>
                <a:gd name="connsiteX130" fmla="*/ 21229 w 358192"/>
                <a:gd name="connsiteY130" fmla="*/ 399704 h 1345741"/>
                <a:gd name="connsiteX131" fmla="*/ 15754 w 358192"/>
                <a:gd name="connsiteY131" fmla="*/ 396967 h 1345741"/>
                <a:gd name="connsiteX132" fmla="*/ 15754 w 358192"/>
                <a:gd name="connsiteY132" fmla="*/ 396967 h 1345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358192" h="1345741">
                  <a:moveTo>
                    <a:pt x="15668" y="396625"/>
                  </a:moveTo>
                  <a:cubicBezTo>
                    <a:pt x="12931" y="398849"/>
                    <a:pt x="13444" y="404067"/>
                    <a:pt x="11563" y="403468"/>
                  </a:cubicBezTo>
                  <a:cubicBezTo>
                    <a:pt x="9680" y="402955"/>
                    <a:pt x="7457" y="400731"/>
                    <a:pt x="7200" y="398250"/>
                  </a:cubicBezTo>
                  <a:cubicBezTo>
                    <a:pt x="6943" y="395769"/>
                    <a:pt x="5831" y="390808"/>
                    <a:pt x="3350" y="392177"/>
                  </a:cubicBezTo>
                  <a:cubicBezTo>
                    <a:pt x="870" y="393545"/>
                    <a:pt x="-756" y="396026"/>
                    <a:pt x="356" y="400645"/>
                  </a:cubicBezTo>
                  <a:cubicBezTo>
                    <a:pt x="1469" y="405350"/>
                    <a:pt x="100" y="409969"/>
                    <a:pt x="2324" y="412193"/>
                  </a:cubicBezTo>
                  <a:cubicBezTo>
                    <a:pt x="4548" y="414417"/>
                    <a:pt x="8398" y="416812"/>
                    <a:pt x="8910" y="418266"/>
                  </a:cubicBezTo>
                  <a:cubicBezTo>
                    <a:pt x="9424" y="419635"/>
                    <a:pt x="7286" y="422629"/>
                    <a:pt x="8055" y="424596"/>
                  </a:cubicBezTo>
                  <a:cubicBezTo>
                    <a:pt x="8910" y="426478"/>
                    <a:pt x="13273" y="430584"/>
                    <a:pt x="16267" y="432295"/>
                  </a:cubicBezTo>
                  <a:cubicBezTo>
                    <a:pt x="19261" y="433920"/>
                    <a:pt x="20372" y="435631"/>
                    <a:pt x="21741" y="437513"/>
                  </a:cubicBezTo>
                  <a:cubicBezTo>
                    <a:pt x="23110" y="439394"/>
                    <a:pt x="25078" y="442987"/>
                    <a:pt x="27815" y="444612"/>
                  </a:cubicBezTo>
                  <a:cubicBezTo>
                    <a:pt x="30552" y="446238"/>
                    <a:pt x="35513" y="449232"/>
                    <a:pt x="36625" y="450343"/>
                  </a:cubicBezTo>
                  <a:cubicBezTo>
                    <a:pt x="37737" y="451456"/>
                    <a:pt x="37139" y="451712"/>
                    <a:pt x="39619" y="454449"/>
                  </a:cubicBezTo>
                  <a:cubicBezTo>
                    <a:pt x="42100" y="457187"/>
                    <a:pt x="41245" y="456930"/>
                    <a:pt x="43726" y="458042"/>
                  </a:cubicBezTo>
                  <a:cubicBezTo>
                    <a:pt x="46206" y="459154"/>
                    <a:pt x="66821" y="458299"/>
                    <a:pt x="69815" y="458042"/>
                  </a:cubicBezTo>
                  <a:cubicBezTo>
                    <a:pt x="72808" y="457786"/>
                    <a:pt x="75889" y="456673"/>
                    <a:pt x="75889" y="456673"/>
                  </a:cubicBezTo>
                  <a:cubicBezTo>
                    <a:pt x="75889" y="456673"/>
                    <a:pt x="77856" y="433578"/>
                    <a:pt x="85469" y="421773"/>
                  </a:cubicBezTo>
                  <a:cubicBezTo>
                    <a:pt x="80678" y="430755"/>
                    <a:pt x="72894" y="455647"/>
                    <a:pt x="77001" y="477973"/>
                  </a:cubicBezTo>
                  <a:cubicBezTo>
                    <a:pt x="77001" y="477973"/>
                    <a:pt x="83843" y="490376"/>
                    <a:pt x="88206" y="491060"/>
                  </a:cubicBezTo>
                  <a:cubicBezTo>
                    <a:pt x="92568" y="491830"/>
                    <a:pt x="97188" y="494482"/>
                    <a:pt x="97188" y="494482"/>
                  </a:cubicBezTo>
                  <a:cubicBezTo>
                    <a:pt x="97188" y="494482"/>
                    <a:pt x="96931" y="493798"/>
                    <a:pt x="96503" y="491745"/>
                  </a:cubicBezTo>
                  <a:cubicBezTo>
                    <a:pt x="96760" y="492771"/>
                    <a:pt x="97017" y="493712"/>
                    <a:pt x="97273" y="494567"/>
                  </a:cubicBezTo>
                  <a:cubicBezTo>
                    <a:pt x="97273" y="494567"/>
                    <a:pt x="97273" y="494567"/>
                    <a:pt x="97188" y="494567"/>
                  </a:cubicBezTo>
                  <a:cubicBezTo>
                    <a:pt x="97188" y="494567"/>
                    <a:pt x="90430" y="516038"/>
                    <a:pt x="88206" y="536482"/>
                  </a:cubicBezTo>
                  <a:cubicBezTo>
                    <a:pt x="85982" y="556926"/>
                    <a:pt x="83843" y="569414"/>
                    <a:pt x="82389" y="580364"/>
                  </a:cubicBezTo>
                  <a:cubicBezTo>
                    <a:pt x="80935" y="591313"/>
                    <a:pt x="80935" y="598669"/>
                    <a:pt x="80935" y="598669"/>
                  </a:cubicBezTo>
                  <a:cubicBezTo>
                    <a:pt x="80935" y="598669"/>
                    <a:pt x="94792" y="578909"/>
                    <a:pt x="98470" y="573777"/>
                  </a:cubicBezTo>
                  <a:cubicBezTo>
                    <a:pt x="102149" y="568645"/>
                    <a:pt x="102833" y="570099"/>
                    <a:pt x="104287" y="563512"/>
                  </a:cubicBezTo>
                  <a:cubicBezTo>
                    <a:pt x="104458" y="562742"/>
                    <a:pt x="104630" y="561374"/>
                    <a:pt x="104801" y="559578"/>
                  </a:cubicBezTo>
                  <a:cubicBezTo>
                    <a:pt x="104801" y="570441"/>
                    <a:pt x="106340" y="576771"/>
                    <a:pt x="107880" y="590628"/>
                  </a:cubicBezTo>
                  <a:cubicBezTo>
                    <a:pt x="110104" y="610388"/>
                    <a:pt x="106768" y="605940"/>
                    <a:pt x="108992" y="626812"/>
                  </a:cubicBezTo>
                  <a:cubicBezTo>
                    <a:pt x="111216" y="647683"/>
                    <a:pt x="106768" y="653158"/>
                    <a:pt x="113355" y="669581"/>
                  </a:cubicBezTo>
                  <a:cubicBezTo>
                    <a:pt x="119941" y="686005"/>
                    <a:pt x="117802" y="692591"/>
                    <a:pt x="119941" y="702514"/>
                  </a:cubicBezTo>
                  <a:cubicBezTo>
                    <a:pt x="122165" y="712351"/>
                    <a:pt x="132002" y="715687"/>
                    <a:pt x="132002" y="715687"/>
                  </a:cubicBezTo>
                  <a:cubicBezTo>
                    <a:pt x="132002" y="715687"/>
                    <a:pt x="134226" y="725524"/>
                    <a:pt x="130890" y="733223"/>
                  </a:cubicBezTo>
                  <a:cubicBezTo>
                    <a:pt x="127639" y="740921"/>
                    <a:pt x="127639" y="767267"/>
                    <a:pt x="129778" y="774966"/>
                  </a:cubicBezTo>
                  <a:cubicBezTo>
                    <a:pt x="132002" y="782664"/>
                    <a:pt x="134140" y="805675"/>
                    <a:pt x="138589" y="822184"/>
                  </a:cubicBezTo>
                  <a:cubicBezTo>
                    <a:pt x="142951" y="838607"/>
                    <a:pt x="145175" y="849642"/>
                    <a:pt x="152874" y="866065"/>
                  </a:cubicBezTo>
                  <a:cubicBezTo>
                    <a:pt x="160572" y="882489"/>
                    <a:pt x="159460" y="880351"/>
                    <a:pt x="162710" y="897886"/>
                  </a:cubicBezTo>
                  <a:cubicBezTo>
                    <a:pt x="165961" y="915422"/>
                    <a:pt x="168185" y="913283"/>
                    <a:pt x="168185" y="942880"/>
                  </a:cubicBezTo>
                  <a:cubicBezTo>
                    <a:pt x="168185" y="972477"/>
                    <a:pt x="170409" y="969226"/>
                    <a:pt x="173660" y="984538"/>
                  </a:cubicBezTo>
                  <a:cubicBezTo>
                    <a:pt x="176910" y="999935"/>
                    <a:pt x="182470" y="1003185"/>
                    <a:pt x="180246" y="1015246"/>
                  </a:cubicBezTo>
                  <a:cubicBezTo>
                    <a:pt x="178022" y="1027308"/>
                    <a:pt x="179134" y="1031670"/>
                    <a:pt x="180246" y="1044843"/>
                  </a:cubicBezTo>
                  <a:cubicBezTo>
                    <a:pt x="181358" y="1058016"/>
                    <a:pt x="184609" y="1056904"/>
                    <a:pt x="185721" y="1070077"/>
                  </a:cubicBezTo>
                  <a:cubicBezTo>
                    <a:pt x="186833" y="1083250"/>
                    <a:pt x="180246" y="1077776"/>
                    <a:pt x="185721" y="1092061"/>
                  </a:cubicBezTo>
                  <a:cubicBezTo>
                    <a:pt x="191196" y="1106346"/>
                    <a:pt x="200005" y="1104122"/>
                    <a:pt x="200005" y="1120631"/>
                  </a:cubicBezTo>
                  <a:cubicBezTo>
                    <a:pt x="200005" y="1137140"/>
                    <a:pt x="204368" y="1177686"/>
                    <a:pt x="197782" y="1201808"/>
                  </a:cubicBezTo>
                  <a:cubicBezTo>
                    <a:pt x="191196" y="1225930"/>
                    <a:pt x="181358" y="1239103"/>
                    <a:pt x="180246" y="1244578"/>
                  </a:cubicBezTo>
                  <a:cubicBezTo>
                    <a:pt x="179134" y="1250053"/>
                    <a:pt x="180246" y="1246802"/>
                    <a:pt x="181358" y="1262114"/>
                  </a:cubicBezTo>
                  <a:cubicBezTo>
                    <a:pt x="182470" y="1277511"/>
                    <a:pt x="184695" y="1287348"/>
                    <a:pt x="176996" y="1292822"/>
                  </a:cubicBezTo>
                  <a:cubicBezTo>
                    <a:pt x="169297" y="1298297"/>
                    <a:pt x="158348" y="1313694"/>
                    <a:pt x="105656" y="1312582"/>
                  </a:cubicBezTo>
                  <a:cubicBezTo>
                    <a:pt x="105656" y="1312582"/>
                    <a:pt x="85896" y="1318057"/>
                    <a:pt x="89232" y="1325755"/>
                  </a:cubicBezTo>
                  <a:cubicBezTo>
                    <a:pt x="92483" y="1333454"/>
                    <a:pt x="123277" y="1340040"/>
                    <a:pt x="149538" y="1343291"/>
                  </a:cubicBezTo>
                  <a:cubicBezTo>
                    <a:pt x="149538" y="1343291"/>
                    <a:pt x="289993" y="1346627"/>
                    <a:pt x="319676" y="1345515"/>
                  </a:cubicBezTo>
                  <a:cubicBezTo>
                    <a:pt x="319676" y="1345515"/>
                    <a:pt x="332849" y="1343291"/>
                    <a:pt x="333961" y="1340040"/>
                  </a:cubicBezTo>
                  <a:cubicBezTo>
                    <a:pt x="335073" y="1336789"/>
                    <a:pt x="332849" y="1327979"/>
                    <a:pt x="331737" y="1324729"/>
                  </a:cubicBezTo>
                  <a:cubicBezTo>
                    <a:pt x="330624" y="1321392"/>
                    <a:pt x="328400" y="1307193"/>
                    <a:pt x="329512" y="1296244"/>
                  </a:cubicBezTo>
                  <a:cubicBezTo>
                    <a:pt x="330624" y="1285295"/>
                    <a:pt x="331737" y="1285295"/>
                    <a:pt x="329512" y="1277596"/>
                  </a:cubicBezTo>
                  <a:cubicBezTo>
                    <a:pt x="327288" y="1269898"/>
                    <a:pt x="315228" y="1266647"/>
                    <a:pt x="318564" y="1252362"/>
                  </a:cubicBezTo>
                  <a:cubicBezTo>
                    <a:pt x="321815" y="1238077"/>
                    <a:pt x="329512" y="1229352"/>
                    <a:pt x="331737" y="1217291"/>
                  </a:cubicBezTo>
                  <a:cubicBezTo>
                    <a:pt x="333961" y="1205230"/>
                    <a:pt x="336099" y="1108656"/>
                    <a:pt x="334987" y="1074611"/>
                  </a:cubicBezTo>
                  <a:cubicBezTo>
                    <a:pt x="333875" y="1040566"/>
                    <a:pt x="319591" y="972562"/>
                    <a:pt x="319591" y="949552"/>
                  </a:cubicBezTo>
                  <a:cubicBezTo>
                    <a:pt x="319591" y="926542"/>
                    <a:pt x="320703" y="917731"/>
                    <a:pt x="316254" y="907894"/>
                  </a:cubicBezTo>
                  <a:cubicBezTo>
                    <a:pt x="311892" y="898057"/>
                    <a:pt x="305305" y="889247"/>
                    <a:pt x="306417" y="883772"/>
                  </a:cubicBezTo>
                  <a:cubicBezTo>
                    <a:pt x="307529" y="878298"/>
                    <a:pt x="316254" y="865125"/>
                    <a:pt x="315228" y="828941"/>
                  </a:cubicBezTo>
                  <a:cubicBezTo>
                    <a:pt x="314116" y="792758"/>
                    <a:pt x="311892" y="769663"/>
                    <a:pt x="311892" y="763076"/>
                  </a:cubicBezTo>
                  <a:cubicBezTo>
                    <a:pt x="311892" y="756489"/>
                    <a:pt x="318479" y="737842"/>
                    <a:pt x="322841" y="724669"/>
                  </a:cubicBezTo>
                  <a:cubicBezTo>
                    <a:pt x="327204" y="711496"/>
                    <a:pt x="322841" y="710384"/>
                    <a:pt x="329427" y="700547"/>
                  </a:cubicBezTo>
                  <a:cubicBezTo>
                    <a:pt x="330881" y="698408"/>
                    <a:pt x="333020" y="696783"/>
                    <a:pt x="335501" y="695414"/>
                  </a:cubicBezTo>
                  <a:cubicBezTo>
                    <a:pt x="337382" y="695671"/>
                    <a:pt x="339350" y="695928"/>
                    <a:pt x="341574" y="696099"/>
                  </a:cubicBezTo>
                  <a:cubicBezTo>
                    <a:pt x="351497" y="697211"/>
                    <a:pt x="357998" y="690624"/>
                    <a:pt x="357998" y="690624"/>
                  </a:cubicBezTo>
                  <a:cubicBezTo>
                    <a:pt x="357998" y="690624"/>
                    <a:pt x="334987" y="620396"/>
                    <a:pt x="334987" y="579765"/>
                  </a:cubicBezTo>
                  <a:cubicBezTo>
                    <a:pt x="334987" y="539134"/>
                    <a:pt x="320703" y="509537"/>
                    <a:pt x="351411" y="378918"/>
                  </a:cubicBezTo>
                  <a:cubicBezTo>
                    <a:pt x="382119" y="248385"/>
                    <a:pt x="299830" y="216564"/>
                    <a:pt x="277933" y="198943"/>
                  </a:cubicBezTo>
                  <a:lnTo>
                    <a:pt x="268010" y="175847"/>
                  </a:lnTo>
                  <a:cubicBezTo>
                    <a:pt x="268010" y="175847"/>
                    <a:pt x="266641" y="175847"/>
                    <a:pt x="264076" y="176532"/>
                  </a:cubicBezTo>
                  <a:cubicBezTo>
                    <a:pt x="261252" y="173709"/>
                    <a:pt x="258515" y="171228"/>
                    <a:pt x="257061" y="169774"/>
                  </a:cubicBezTo>
                  <a:cubicBezTo>
                    <a:pt x="257061" y="169774"/>
                    <a:pt x="255350" y="170972"/>
                    <a:pt x="252271" y="173024"/>
                  </a:cubicBezTo>
                  <a:cubicBezTo>
                    <a:pt x="254409" y="171142"/>
                    <a:pt x="256120" y="169945"/>
                    <a:pt x="257061" y="169774"/>
                  </a:cubicBezTo>
                  <a:cubicBezTo>
                    <a:pt x="260311" y="169261"/>
                    <a:pt x="262022" y="162075"/>
                    <a:pt x="262022" y="162075"/>
                  </a:cubicBezTo>
                  <a:cubicBezTo>
                    <a:pt x="262022" y="162075"/>
                    <a:pt x="266984" y="156002"/>
                    <a:pt x="272458" y="146165"/>
                  </a:cubicBezTo>
                  <a:cubicBezTo>
                    <a:pt x="277933" y="136328"/>
                    <a:pt x="280157" y="130768"/>
                    <a:pt x="281268" y="119819"/>
                  </a:cubicBezTo>
                  <a:cubicBezTo>
                    <a:pt x="282380" y="108870"/>
                    <a:pt x="284519" y="105534"/>
                    <a:pt x="285631" y="96723"/>
                  </a:cubicBezTo>
                  <a:cubicBezTo>
                    <a:pt x="286743" y="87913"/>
                    <a:pt x="277933" y="87913"/>
                    <a:pt x="279045" y="75851"/>
                  </a:cubicBezTo>
                  <a:cubicBezTo>
                    <a:pt x="280157" y="63790"/>
                    <a:pt x="294441" y="67041"/>
                    <a:pt x="283406" y="52756"/>
                  </a:cubicBezTo>
                  <a:cubicBezTo>
                    <a:pt x="272458" y="38471"/>
                    <a:pt x="260397" y="40695"/>
                    <a:pt x="261423" y="28634"/>
                  </a:cubicBezTo>
                  <a:cubicBezTo>
                    <a:pt x="262535" y="16573"/>
                    <a:pt x="258087" y="12210"/>
                    <a:pt x="250474" y="8874"/>
                  </a:cubicBezTo>
                  <a:cubicBezTo>
                    <a:pt x="242775" y="5538"/>
                    <a:pt x="239526" y="4512"/>
                    <a:pt x="229603" y="4512"/>
                  </a:cubicBezTo>
                  <a:cubicBezTo>
                    <a:pt x="219680" y="4512"/>
                    <a:pt x="214205" y="-963"/>
                    <a:pt x="206592" y="149"/>
                  </a:cubicBezTo>
                  <a:cubicBezTo>
                    <a:pt x="198894" y="1261"/>
                    <a:pt x="205480" y="4512"/>
                    <a:pt x="194532" y="7848"/>
                  </a:cubicBezTo>
                  <a:cubicBezTo>
                    <a:pt x="183583" y="11098"/>
                    <a:pt x="185721" y="7848"/>
                    <a:pt x="171521" y="12210"/>
                  </a:cubicBezTo>
                  <a:cubicBezTo>
                    <a:pt x="157236" y="16573"/>
                    <a:pt x="156125" y="1261"/>
                    <a:pt x="149538" y="14434"/>
                  </a:cubicBezTo>
                  <a:cubicBezTo>
                    <a:pt x="142951" y="27607"/>
                    <a:pt x="128666" y="29831"/>
                    <a:pt x="122079" y="37530"/>
                  </a:cubicBezTo>
                  <a:cubicBezTo>
                    <a:pt x="115493" y="45228"/>
                    <a:pt x="111131" y="44116"/>
                    <a:pt x="117716" y="50703"/>
                  </a:cubicBezTo>
                  <a:cubicBezTo>
                    <a:pt x="124303" y="57289"/>
                    <a:pt x="127554" y="56177"/>
                    <a:pt x="122079" y="63876"/>
                  </a:cubicBezTo>
                  <a:cubicBezTo>
                    <a:pt x="116604" y="71574"/>
                    <a:pt x="120967" y="63876"/>
                    <a:pt x="129778" y="66613"/>
                  </a:cubicBezTo>
                  <a:cubicBezTo>
                    <a:pt x="134996" y="68238"/>
                    <a:pt x="116092" y="94585"/>
                    <a:pt x="115493" y="105020"/>
                  </a:cubicBezTo>
                  <a:cubicBezTo>
                    <a:pt x="114980" y="115456"/>
                    <a:pt x="115493" y="118194"/>
                    <a:pt x="116092" y="123155"/>
                  </a:cubicBezTo>
                  <a:cubicBezTo>
                    <a:pt x="116604" y="128116"/>
                    <a:pt x="119941" y="127517"/>
                    <a:pt x="116604" y="130853"/>
                  </a:cubicBezTo>
                  <a:cubicBezTo>
                    <a:pt x="113269" y="134189"/>
                    <a:pt x="102320" y="150613"/>
                    <a:pt x="103432" y="156088"/>
                  </a:cubicBezTo>
                  <a:cubicBezTo>
                    <a:pt x="104544" y="161562"/>
                    <a:pt x="106169" y="161049"/>
                    <a:pt x="110531" y="162161"/>
                  </a:cubicBezTo>
                  <a:cubicBezTo>
                    <a:pt x="114894" y="163273"/>
                    <a:pt x="113868" y="158825"/>
                    <a:pt x="114894" y="163273"/>
                  </a:cubicBezTo>
                  <a:cubicBezTo>
                    <a:pt x="116006" y="167635"/>
                    <a:pt x="115408" y="172083"/>
                    <a:pt x="116006" y="175334"/>
                  </a:cubicBezTo>
                  <a:cubicBezTo>
                    <a:pt x="116520" y="178585"/>
                    <a:pt x="118743" y="180295"/>
                    <a:pt x="120967" y="181407"/>
                  </a:cubicBezTo>
                  <a:cubicBezTo>
                    <a:pt x="123191" y="182519"/>
                    <a:pt x="120454" y="184145"/>
                    <a:pt x="121481" y="186882"/>
                  </a:cubicBezTo>
                  <a:cubicBezTo>
                    <a:pt x="122593" y="189619"/>
                    <a:pt x="120967" y="189106"/>
                    <a:pt x="124817" y="191843"/>
                  </a:cubicBezTo>
                  <a:cubicBezTo>
                    <a:pt x="128666" y="194580"/>
                    <a:pt x="128067" y="196804"/>
                    <a:pt x="127554" y="202279"/>
                  </a:cubicBezTo>
                  <a:cubicBezTo>
                    <a:pt x="127041" y="207753"/>
                    <a:pt x="130292" y="210491"/>
                    <a:pt x="135766" y="211603"/>
                  </a:cubicBezTo>
                  <a:cubicBezTo>
                    <a:pt x="141240" y="212715"/>
                    <a:pt x="157151" y="214340"/>
                    <a:pt x="163737" y="210491"/>
                  </a:cubicBezTo>
                  <a:cubicBezTo>
                    <a:pt x="170323" y="206641"/>
                    <a:pt x="171949" y="207240"/>
                    <a:pt x="176312" y="211089"/>
                  </a:cubicBezTo>
                  <a:cubicBezTo>
                    <a:pt x="180759" y="214939"/>
                    <a:pt x="185122" y="214425"/>
                    <a:pt x="184010" y="223749"/>
                  </a:cubicBezTo>
                  <a:cubicBezTo>
                    <a:pt x="183754" y="225631"/>
                    <a:pt x="183668" y="227085"/>
                    <a:pt x="183497" y="228283"/>
                  </a:cubicBezTo>
                  <a:cubicBezTo>
                    <a:pt x="169126" y="242055"/>
                    <a:pt x="156552" y="256597"/>
                    <a:pt x="150136" y="269684"/>
                  </a:cubicBezTo>
                  <a:cubicBezTo>
                    <a:pt x="150136" y="269684"/>
                    <a:pt x="140642" y="279949"/>
                    <a:pt x="150906" y="274816"/>
                  </a:cubicBezTo>
                  <a:cubicBezTo>
                    <a:pt x="155097" y="272763"/>
                    <a:pt x="156125" y="277725"/>
                    <a:pt x="155782" y="285338"/>
                  </a:cubicBezTo>
                  <a:cubicBezTo>
                    <a:pt x="155268" y="286364"/>
                    <a:pt x="155097" y="287134"/>
                    <a:pt x="155697" y="287562"/>
                  </a:cubicBezTo>
                  <a:cubicBezTo>
                    <a:pt x="155354" y="293293"/>
                    <a:pt x="154413" y="300051"/>
                    <a:pt x="153644" y="306380"/>
                  </a:cubicBezTo>
                  <a:cubicBezTo>
                    <a:pt x="151932" y="315790"/>
                    <a:pt x="149452" y="328535"/>
                    <a:pt x="149452" y="331871"/>
                  </a:cubicBezTo>
                  <a:cubicBezTo>
                    <a:pt x="149452" y="337004"/>
                    <a:pt x="120967" y="410140"/>
                    <a:pt x="120967" y="414588"/>
                  </a:cubicBezTo>
                  <a:cubicBezTo>
                    <a:pt x="120967" y="415101"/>
                    <a:pt x="121138" y="415443"/>
                    <a:pt x="121309" y="415871"/>
                  </a:cubicBezTo>
                  <a:lnTo>
                    <a:pt x="93167" y="417325"/>
                  </a:lnTo>
                  <a:cubicBezTo>
                    <a:pt x="93167" y="417325"/>
                    <a:pt x="92740" y="418181"/>
                    <a:pt x="92226" y="419635"/>
                  </a:cubicBezTo>
                  <a:cubicBezTo>
                    <a:pt x="91799" y="419378"/>
                    <a:pt x="90344" y="418608"/>
                    <a:pt x="88034" y="418608"/>
                  </a:cubicBezTo>
                  <a:cubicBezTo>
                    <a:pt x="88034" y="418608"/>
                    <a:pt x="78711" y="402698"/>
                    <a:pt x="72724" y="397224"/>
                  </a:cubicBezTo>
                  <a:cubicBezTo>
                    <a:pt x="66650" y="391749"/>
                    <a:pt x="47489" y="385676"/>
                    <a:pt x="43126" y="378576"/>
                  </a:cubicBezTo>
                  <a:cubicBezTo>
                    <a:pt x="38764" y="371476"/>
                    <a:pt x="32177" y="368140"/>
                    <a:pt x="29440" y="371476"/>
                  </a:cubicBezTo>
                  <a:cubicBezTo>
                    <a:pt x="26703" y="374812"/>
                    <a:pt x="34401" y="386274"/>
                    <a:pt x="41501" y="391236"/>
                  </a:cubicBezTo>
                  <a:cubicBezTo>
                    <a:pt x="48687" y="396197"/>
                    <a:pt x="51339" y="401073"/>
                    <a:pt x="46976" y="403810"/>
                  </a:cubicBezTo>
                  <a:cubicBezTo>
                    <a:pt x="42614" y="406547"/>
                    <a:pt x="36540" y="412621"/>
                    <a:pt x="33289" y="412022"/>
                  </a:cubicBezTo>
                  <a:cubicBezTo>
                    <a:pt x="33289" y="412022"/>
                    <a:pt x="17379" y="412877"/>
                    <a:pt x="18491" y="407659"/>
                  </a:cubicBezTo>
                  <a:cubicBezTo>
                    <a:pt x="19603" y="402441"/>
                    <a:pt x="21229" y="401329"/>
                    <a:pt x="21229" y="399704"/>
                  </a:cubicBezTo>
                  <a:cubicBezTo>
                    <a:pt x="21229" y="398079"/>
                    <a:pt x="18491" y="394743"/>
                    <a:pt x="15754" y="396967"/>
                  </a:cubicBezTo>
                  <a:lnTo>
                    <a:pt x="15754" y="396967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96C266C-00C4-534B-F5DD-E13C0C8F4004}"/>
                </a:ext>
              </a:extLst>
            </p:cNvPr>
            <p:cNvSpPr/>
            <p:nvPr/>
          </p:nvSpPr>
          <p:spPr>
            <a:xfrm>
              <a:off x="-6700724" y="1010944"/>
              <a:ext cx="440169" cy="1352371"/>
            </a:xfrm>
            <a:custGeom>
              <a:avLst/>
              <a:gdLst>
                <a:gd name="connsiteX0" fmla="*/ 57311 w 440169"/>
                <a:gd name="connsiteY0" fmla="*/ 393388 h 1352371"/>
                <a:gd name="connsiteX1" fmla="*/ 56713 w 440169"/>
                <a:gd name="connsiteY1" fmla="*/ 400146 h 1352371"/>
                <a:gd name="connsiteX2" fmla="*/ 52265 w 440169"/>
                <a:gd name="connsiteY2" fmla="*/ 400146 h 1352371"/>
                <a:gd name="connsiteX3" fmla="*/ 45336 w 440169"/>
                <a:gd name="connsiteY3" fmla="*/ 392276 h 1352371"/>
                <a:gd name="connsiteX4" fmla="*/ 39263 w 440169"/>
                <a:gd name="connsiteY4" fmla="*/ 389368 h 1352371"/>
                <a:gd name="connsiteX5" fmla="*/ 57226 w 440169"/>
                <a:gd name="connsiteY5" fmla="*/ 393473 h 1352371"/>
                <a:gd name="connsiteX6" fmla="*/ 57226 w 440169"/>
                <a:gd name="connsiteY6" fmla="*/ 393473 h 1352371"/>
                <a:gd name="connsiteX7" fmla="*/ 428 w 440169"/>
                <a:gd name="connsiteY7" fmla="*/ 386374 h 1352371"/>
                <a:gd name="connsiteX8" fmla="*/ 941 w 440169"/>
                <a:gd name="connsiteY8" fmla="*/ 410838 h 1352371"/>
                <a:gd name="connsiteX9" fmla="*/ 4277 w 440169"/>
                <a:gd name="connsiteY9" fmla="*/ 423498 h 1352371"/>
                <a:gd name="connsiteX10" fmla="*/ 9837 w 440169"/>
                <a:gd name="connsiteY10" fmla="*/ 429742 h 1352371"/>
                <a:gd name="connsiteX11" fmla="*/ 18220 w 440169"/>
                <a:gd name="connsiteY11" fmla="*/ 437013 h 1352371"/>
                <a:gd name="connsiteX12" fmla="*/ 34900 w 440169"/>
                <a:gd name="connsiteY12" fmla="*/ 445139 h 1352371"/>
                <a:gd name="connsiteX13" fmla="*/ 49955 w 440169"/>
                <a:gd name="connsiteY13" fmla="*/ 461477 h 1352371"/>
                <a:gd name="connsiteX14" fmla="*/ 50810 w 440169"/>
                <a:gd name="connsiteY14" fmla="*/ 462076 h 1352371"/>
                <a:gd name="connsiteX15" fmla="*/ 50212 w 440169"/>
                <a:gd name="connsiteY15" fmla="*/ 471742 h 1352371"/>
                <a:gd name="connsiteX16" fmla="*/ 50212 w 440169"/>
                <a:gd name="connsiteY16" fmla="*/ 484060 h 1352371"/>
                <a:gd name="connsiteX17" fmla="*/ 52692 w 440169"/>
                <a:gd name="connsiteY17" fmla="*/ 516394 h 1352371"/>
                <a:gd name="connsiteX18" fmla="*/ 94436 w 440169"/>
                <a:gd name="connsiteY18" fmla="*/ 560618 h 1352371"/>
                <a:gd name="connsiteX19" fmla="*/ 97686 w 440169"/>
                <a:gd name="connsiteY19" fmla="*/ 562842 h 1352371"/>
                <a:gd name="connsiteX20" fmla="*/ 92554 w 440169"/>
                <a:gd name="connsiteY20" fmla="*/ 608948 h 1352371"/>
                <a:gd name="connsiteX21" fmla="*/ 88533 w 440169"/>
                <a:gd name="connsiteY21" fmla="*/ 626825 h 1352371"/>
                <a:gd name="connsiteX22" fmla="*/ 90330 w 440169"/>
                <a:gd name="connsiteY22" fmla="*/ 633070 h 1352371"/>
                <a:gd name="connsiteX23" fmla="*/ 92896 w 440169"/>
                <a:gd name="connsiteY23" fmla="*/ 638202 h 1352371"/>
                <a:gd name="connsiteX24" fmla="*/ 86652 w 440169"/>
                <a:gd name="connsiteY24" fmla="*/ 768051 h 1352371"/>
                <a:gd name="connsiteX25" fmla="*/ 87165 w 440169"/>
                <a:gd name="connsiteY25" fmla="*/ 768650 h 1352371"/>
                <a:gd name="connsiteX26" fmla="*/ 86994 w 440169"/>
                <a:gd name="connsiteY26" fmla="*/ 770959 h 1352371"/>
                <a:gd name="connsiteX27" fmla="*/ 91100 w 440169"/>
                <a:gd name="connsiteY27" fmla="*/ 770532 h 1352371"/>
                <a:gd name="connsiteX28" fmla="*/ 93922 w 440169"/>
                <a:gd name="connsiteY28" fmla="*/ 770959 h 1352371"/>
                <a:gd name="connsiteX29" fmla="*/ 96489 w 440169"/>
                <a:gd name="connsiteY29" fmla="*/ 784475 h 1352371"/>
                <a:gd name="connsiteX30" fmla="*/ 119157 w 440169"/>
                <a:gd name="connsiteY30" fmla="*/ 980874 h 1352371"/>
                <a:gd name="connsiteX31" fmla="*/ 145503 w 440169"/>
                <a:gd name="connsiteY31" fmla="*/ 1163757 h 1352371"/>
                <a:gd name="connsiteX32" fmla="*/ 163038 w 440169"/>
                <a:gd name="connsiteY32" fmla="*/ 1231077 h 1352371"/>
                <a:gd name="connsiteX33" fmla="*/ 163038 w 440169"/>
                <a:gd name="connsiteY33" fmla="*/ 1263239 h 1352371"/>
                <a:gd name="connsiteX34" fmla="*/ 180574 w 440169"/>
                <a:gd name="connsiteY34" fmla="*/ 1276412 h 1352371"/>
                <a:gd name="connsiteX35" fmla="*/ 174757 w 440169"/>
                <a:gd name="connsiteY35" fmla="*/ 1293948 h 1352371"/>
                <a:gd name="connsiteX36" fmla="*/ 98713 w 440169"/>
                <a:gd name="connsiteY36" fmla="*/ 1320294 h 1352371"/>
                <a:gd name="connsiteX37" fmla="*/ 81177 w 440169"/>
                <a:gd name="connsiteY37" fmla="*/ 1332013 h 1352371"/>
                <a:gd name="connsiteX38" fmla="*/ 101621 w 440169"/>
                <a:gd name="connsiteY38" fmla="*/ 1349549 h 1352371"/>
                <a:gd name="connsiteX39" fmla="*/ 294769 w 440169"/>
                <a:gd name="connsiteY39" fmla="*/ 1349549 h 1352371"/>
                <a:gd name="connsiteX40" fmla="*/ 300586 w 440169"/>
                <a:gd name="connsiteY40" fmla="*/ 1343647 h 1352371"/>
                <a:gd name="connsiteX41" fmla="*/ 291775 w 440169"/>
                <a:gd name="connsiteY41" fmla="*/ 1308575 h 1352371"/>
                <a:gd name="connsiteX42" fmla="*/ 284419 w 440169"/>
                <a:gd name="connsiteY42" fmla="*/ 1277867 h 1352371"/>
                <a:gd name="connsiteX43" fmla="*/ 296138 w 440169"/>
                <a:gd name="connsiteY43" fmla="*/ 1261785 h 1352371"/>
                <a:gd name="connsiteX44" fmla="*/ 296394 w 440169"/>
                <a:gd name="connsiteY44" fmla="*/ 1259561 h 1352371"/>
                <a:gd name="connsiteX45" fmla="*/ 292802 w 440169"/>
                <a:gd name="connsiteY45" fmla="*/ 1244592 h 1352371"/>
                <a:gd name="connsiteX46" fmla="*/ 276378 w 440169"/>
                <a:gd name="connsiteY46" fmla="*/ 1199598 h 1352371"/>
                <a:gd name="connsiteX47" fmla="*/ 275352 w 440169"/>
                <a:gd name="connsiteY47" fmla="*/ 1195150 h 1352371"/>
                <a:gd name="connsiteX48" fmla="*/ 270219 w 440169"/>
                <a:gd name="connsiteY48" fmla="*/ 1126547 h 1352371"/>
                <a:gd name="connsiteX49" fmla="*/ 269792 w 440169"/>
                <a:gd name="connsiteY49" fmla="*/ 1110722 h 1352371"/>
                <a:gd name="connsiteX50" fmla="*/ 268423 w 440169"/>
                <a:gd name="connsiteY50" fmla="*/ 1092075 h 1352371"/>
                <a:gd name="connsiteX51" fmla="*/ 268252 w 440169"/>
                <a:gd name="connsiteY51" fmla="*/ 1084718 h 1352371"/>
                <a:gd name="connsiteX52" fmla="*/ 254309 w 440169"/>
                <a:gd name="connsiteY52" fmla="*/ 1013892 h 1352371"/>
                <a:gd name="connsiteX53" fmla="*/ 253625 w 440169"/>
                <a:gd name="connsiteY53" fmla="*/ 1003627 h 1352371"/>
                <a:gd name="connsiteX54" fmla="*/ 256533 w 440169"/>
                <a:gd name="connsiteY54" fmla="*/ 967615 h 1352371"/>
                <a:gd name="connsiteX55" fmla="*/ 275523 w 440169"/>
                <a:gd name="connsiteY55" fmla="*/ 1053924 h 1352371"/>
                <a:gd name="connsiteX56" fmla="*/ 304777 w 440169"/>
                <a:gd name="connsiteY56" fmla="*/ 1143142 h 1352371"/>
                <a:gd name="connsiteX57" fmla="*/ 310680 w 440169"/>
                <a:gd name="connsiteY57" fmla="*/ 1207553 h 1352371"/>
                <a:gd name="connsiteX58" fmla="*/ 319490 w 440169"/>
                <a:gd name="connsiteY58" fmla="*/ 1241170 h 1352371"/>
                <a:gd name="connsiteX59" fmla="*/ 315128 w 440169"/>
                <a:gd name="connsiteY59" fmla="*/ 1270425 h 1352371"/>
                <a:gd name="connsiteX60" fmla="*/ 328301 w 440169"/>
                <a:gd name="connsiteY60" fmla="*/ 1296771 h 1352371"/>
                <a:gd name="connsiteX61" fmla="*/ 338565 w 440169"/>
                <a:gd name="connsiteY61" fmla="*/ 1311398 h 1352371"/>
                <a:gd name="connsiteX62" fmla="*/ 332749 w 440169"/>
                <a:gd name="connsiteY62" fmla="*/ 1342107 h 1352371"/>
                <a:gd name="connsiteX63" fmla="*/ 332749 w 440169"/>
                <a:gd name="connsiteY63" fmla="*/ 1352372 h 1352371"/>
                <a:gd name="connsiteX64" fmla="*/ 430863 w 440169"/>
                <a:gd name="connsiteY64" fmla="*/ 1352372 h 1352371"/>
                <a:gd name="connsiteX65" fmla="*/ 438133 w 440169"/>
                <a:gd name="connsiteY65" fmla="*/ 1309944 h 1352371"/>
                <a:gd name="connsiteX66" fmla="*/ 430863 w 440169"/>
                <a:gd name="connsiteY66" fmla="*/ 1280689 h 1352371"/>
                <a:gd name="connsiteX67" fmla="*/ 427869 w 440169"/>
                <a:gd name="connsiteY67" fmla="*/ 1233899 h 1352371"/>
                <a:gd name="connsiteX68" fmla="*/ 419058 w 440169"/>
                <a:gd name="connsiteY68" fmla="*/ 1128600 h 1352371"/>
                <a:gd name="connsiteX69" fmla="*/ 410248 w 440169"/>
                <a:gd name="connsiteY69" fmla="*/ 1058372 h 1352371"/>
                <a:gd name="connsiteX70" fmla="*/ 385356 w 440169"/>
                <a:gd name="connsiteY70" fmla="*/ 953073 h 1352371"/>
                <a:gd name="connsiteX71" fmla="*/ 377058 w 440169"/>
                <a:gd name="connsiteY71" fmla="*/ 944605 h 1352371"/>
                <a:gd name="connsiteX72" fmla="*/ 374663 w 440169"/>
                <a:gd name="connsiteY72" fmla="*/ 942295 h 1352371"/>
                <a:gd name="connsiteX73" fmla="*/ 366280 w 440169"/>
                <a:gd name="connsiteY73" fmla="*/ 928266 h 1352371"/>
                <a:gd name="connsiteX74" fmla="*/ 359009 w 440169"/>
                <a:gd name="connsiteY74" fmla="*/ 893110 h 1352371"/>
                <a:gd name="connsiteX75" fmla="*/ 357555 w 440169"/>
                <a:gd name="connsiteY75" fmla="*/ 860947 h 1352371"/>
                <a:gd name="connsiteX76" fmla="*/ 360464 w 440169"/>
                <a:gd name="connsiteY76" fmla="*/ 802438 h 1352371"/>
                <a:gd name="connsiteX77" fmla="*/ 360464 w 440169"/>
                <a:gd name="connsiteY77" fmla="*/ 741021 h 1352371"/>
                <a:gd name="connsiteX78" fmla="*/ 361918 w 440169"/>
                <a:gd name="connsiteY78" fmla="*/ 698593 h 1352371"/>
                <a:gd name="connsiteX79" fmla="*/ 423335 w 440169"/>
                <a:gd name="connsiteY79" fmla="*/ 669338 h 1352371"/>
                <a:gd name="connsiteX80" fmla="*/ 385270 w 440169"/>
                <a:gd name="connsiteY80" fmla="*/ 432309 h 1352371"/>
                <a:gd name="connsiteX81" fmla="*/ 415979 w 440169"/>
                <a:gd name="connsiteY81" fmla="*/ 378162 h 1352371"/>
                <a:gd name="connsiteX82" fmla="*/ 389633 w 440169"/>
                <a:gd name="connsiteY82" fmla="*/ 236252 h 1352371"/>
                <a:gd name="connsiteX83" fmla="*/ 342842 w 440169"/>
                <a:gd name="connsiteY83" fmla="*/ 157213 h 1352371"/>
                <a:gd name="connsiteX84" fmla="*/ 271160 w 440169"/>
                <a:gd name="connsiteY84" fmla="*/ 152081 h 1352371"/>
                <a:gd name="connsiteX85" fmla="*/ 241136 w 440169"/>
                <a:gd name="connsiteY85" fmla="*/ 157898 h 1352371"/>
                <a:gd name="connsiteX86" fmla="*/ 218981 w 440169"/>
                <a:gd name="connsiteY86" fmla="*/ 142928 h 1352371"/>
                <a:gd name="connsiteX87" fmla="*/ 211881 w 440169"/>
                <a:gd name="connsiteY87" fmla="*/ 139507 h 1352371"/>
                <a:gd name="connsiteX88" fmla="*/ 212993 w 440169"/>
                <a:gd name="connsiteY88" fmla="*/ 117266 h 1352371"/>
                <a:gd name="connsiteX89" fmla="*/ 206065 w 440169"/>
                <a:gd name="connsiteY89" fmla="*/ 84761 h 1352371"/>
                <a:gd name="connsiteX90" fmla="*/ 195116 w 440169"/>
                <a:gd name="connsiteY90" fmla="*/ 50717 h 1352371"/>
                <a:gd name="connsiteX91" fmla="*/ 168769 w 440169"/>
                <a:gd name="connsiteY91" fmla="*/ 18126 h 1352371"/>
                <a:gd name="connsiteX92" fmla="*/ 139857 w 440169"/>
                <a:gd name="connsiteY92" fmla="*/ 8973 h 1352371"/>
                <a:gd name="connsiteX93" fmla="*/ 127368 w 440169"/>
                <a:gd name="connsiteY93" fmla="*/ 933 h 1352371"/>
                <a:gd name="connsiteX94" fmla="*/ 68859 w 440169"/>
                <a:gd name="connsiteY94" fmla="*/ 11197 h 1352371"/>
                <a:gd name="connsiteX95" fmla="*/ 26432 w 440169"/>
                <a:gd name="connsiteY95" fmla="*/ 58757 h 1352371"/>
                <a:gd name="connsiteX96" fmla="*/ 16509 w 440169"/>
                <a:gd name="connsiteY96" fmla="*/ 112476 h 1352371"/>
                <a:gd name="connsiteX97" fmla="*/ 30367 w 440169"/>
                <a:gd name="connsiteY97" fmla="*/ 139592 h 1352371"/>
                <a:gd name="connsiteX98" fmla="*/ 20872 w 440169"/>
                <a:gd name="connsiteY98" fmla="*/ 107772 h 1352371"/>
                <a:gd name="connsiteX99" fmla="*/ 27800 w 440169"/>
                <a:gd name="connsiteY99" fmla="*/ 121287 h 1352371"/>
                <a:gd name="connsiteX100" fmla="*/ 40973 w 440169"/>
                <a:gd name="connsiteY100" fmla="*/ 131552 h 1352371"/>
                <a:gd name="connsiteX101" fmla="*/ 40631 w 440169"/>
                <a:gd name="connsiteY101" fmla="*/ 145495 h 1352371"/>
                <a:gd name="connsiteX102" fmla="*/ 38407 w 440169"/>
                <a:gd name="connsiteY102" fmla="*/ 155759 h 1352371"/>
                <a:gd name="connsiteX103" fmla="*/ 44309 w 440169"/>
                <a:gd name="connsiteY103" fmla="*/ 159010 h 1352371"/>
                <a:gd name="connsiteX104" fmla="*/ 47218 w 440169"/>
                <a:gd name="connsiteY104" fmla="*/ 166708 h 1352371"/>
                <a:gd name="connsiteX105" fmla="*/ 52350 w 440169"/>
                <a:gd name="connsiteY105" fmla="*/ 172525 h 1352371"/>
                <a:gd name="connsiteX106" fmla="*/ 53462 w 440169"/>
                <a:gd name="connsiteY106" fmla="*/ 177999 h 1352371"/>
                <a:gd name="connsiteX107" fmla="*/ 58595 w 440169"/>
                <a:gd name="connsiteY107" fmla="*/ 182790 h 1352371"/>
                <a:gd name="connsiteX108" fmla="*/ 63727 w 440169"/>
                <a:gd name="connsiteY108" fmla="*/ 196647 h 1352371"/>
                <a:gd name="connsiteX109" fmla="*/ 73992 w 440169"/>
                <a:gd name="connsiteY109" fmla="*/ 204004 h 1352371"/>
                <a:gd name="connsiteX110" fmla="*/ 103246 w 440169"/>
                <a:gd name="connsiteY110" fmla="*/ 199641 h 1352371"/>
                <a:gd name="connsiteX111" fmla="*/ 127368 w 440169"/>
                <a:gd name="connsiteY111" fmla="*/ 207682 h 1352371"/>
                <a:gd name="connsiteX112" fmla="*/ 131560 w 440169"/>
                <a:gd name="connsiteY112" fmla="*/ 216407 h 1352371"/>
                <a:gd name="connsiteX113" fmla="*/ 131389 w 440169"/>
                <a:gd name="connsiteY113" fmla="*/ 216492 h 1352371"/>
                <a:gd name="connsiteX114" fmla="*/ 132244 w 440169"/>
                <a:gd name="connsiteY114" fmla="*/ 242240 h 1352371"/>
                <a:gd name="connsiteX115" fmla="*/ 128480 w 440169"/>
                <a:gd name="connsiteY115" fmla="*/ 246859 h 1352371"/>
                <a:gd name="connsiteX116" fmla="*/ 84941 w 440169"/>
                <a:gd name="connsiteY116" fmla="*/ 292965 h 1352371"/>
                <a:gd name="connsiteX117" fmla="*/ 70656 w 440169"/>
                <a:gd name="connsiteY117" fmla="*/ 305710 h 1352371"/>
                <a:gd name="connsiteX118" fmla="*/ 59279 w 440169"/>
                <a:gd name="connsiteY118" fmla="*/ 317429 h 1352371"/>
                <a:gd name="connsiteX119" fmla="*/ 54147 w 440169"/>
                <a:gd name="connsiteY119" fmla="*/ 363193 h 1352371"/>
                <a:gd name="connsiteX120" fmla="*/ 55087 w 440169"/>
                <a:gd name="connsiteY120" fmla="*/ 376280 h 1352371"/>
                <a:gd name="connsiteX121" fmla="*/ 28485 w 440169"/>
                <a:gd name="connsiteY121" fmla="*/ 376366 h 1352371"/>
                <a:gd name="connsiteX122" fmla="*/ 27800 w 440169"/>
                <a:gd name="connsiteY122" fmla="*/ 376622 h 1352371"/>
                <a:gd name="connsiteX123" fmla="*/ 23438 w 440169"/>
                <a:gd name="connsiteY123" fmla="*/ 374484 h 1352371"/>
                <a:gd name="connsiteX124" fmla="*/ 15910 w 440169"/>
                <a:gd name="connsiteY124" fmla="*/ 365245 h 1352371"/>
                <a:gd name="connsiteX125" fmla="*/ 6501 w 440169"/>
                <a:gd name="connsiteY125" fmla="*/ 367127 h 1352371"/>
                <a:gd name="connsiteX126" fmla="*/ 8896 w 440169"/>
                <a:gd name="connsiteY126" fmla="*/ 378333 h 1352371"/>
                <a:gd name="connsiteX127" fmla="*/ 0 w 440169"/>
                <a:gd name="connsiteY127" fmla="*/ 386288 h 1352371"/>
                <a:gd name="connsiteX128" fmla="*/ 0 w 440169"/>
                <a:gd name="connsiteY128" fmla="*/ 386288 h 1352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440169" h="1352371">
                  <a:moveTo>
                    <a:pt x="57311" y="393388"/>
                  </a:moveTo>
                  <a:cubicBezTo>
                    <a:pt x="57226" y="395184"/>
                    <a:pt x="56969" y="397494"/>
                    <a:pt x="56713" y="400146"/>
                  </a:cubicBezTo>
                  <a:cubicBezTo>
                    <a:pt x="55259" y="400146"/>
                    <a:pt x="53719" y="400146"/>
                    <a:pt x="52265" y="400146"/>
                  </a:cubicBezTo>
                  <a:cubicBezTo>
                    <a:pt x="49698" y="396125"/>
                    <a:pt x="48159" y="392533"/>
                    <a:pt x="45336" y="392276"/>
                  </a:cubicBezTo>
                  <a:cubicBezTo>
                    <a:pt x="42257" y="391934"/>
                    <a:pt x="40546" y="390822"/>
                    <a:pt x="39263" y="389368"/>
                  </a:cubicBezTo>
                  <a:cubicBezTo>
                    <a:pt x="45507" y="390480"/>
                    <a:pt x="52692" y="391592"/>
                    <a:pt x="57226" y="393473"/>
                  </a:cubicBezTo>
                  <a:lnTo>
                    <a:pt x="57226" y="393473"/>
                  </a:lnTo>
                  <a:close/>
                  <a:moveTo>
                    <a:pt x="428" y="386374"/>
                  </a:moveTo>
                  <a:cubicBezTo>
                    <a:pt x="257" y="391506"/>
                    <a:pt x="0" y="405107"/>
                    <a:pt x="941" y="410838"/>
                  </a:cubicBezTo>
                  <a:cubicBezTo>
                    <a:pt x="1882" y="416569"/>
                    <a:pt x="1198" y="419905"/>
                    <a:pt x="4277" y="423498"/>
                  </a:cubicBezTo>
                  <a:cubicBezTo>
                    <a:pt x="4277" y="423498"/>
                    <a:pt x="6244" y="428630"/>
                    <a:pt x="9837" y="429742"/>
                  </a:cubicBezTo>
                  <a:cubicBezTo>
                    <a:pt x="13430" y="430940"/>
                    <a:pt x="14542" y="435816"/>
                    <a:pt x="18220" y="437013"/>
                  </a:cubicBezTo>
                  <a:cubicBezTo>
                    <a:pt x="21813" y="438211"/>
                    <a:pt x="31136" y="442659"/>
                    <a:pt x="34900" y="445139"/>
                  </a:cubicBezTo>
                  <a:cubicBezTo>
                    <a:pt x="38664" y="447620"/>
                    <a:pt x="43882" y="457714"/>
                    <a:pt x="49955" y="461477"/>
                  </a:cubicBezTo>
                  <a:cubicBezTo>
                    <a:pt x="50297" y="461649"/>
                    <a:pt x="50554" y="461820"/>
                    <a:pt x="50810" y="462076"/>
                  </a:cubicBezTo>
                  <a:cubicBezTo>
                    <a:pt x="50554" y="465583"/>
                    <a:pt x="50297" y="468834"/>
                    <a:pt x="50212" y="471742"/>
                  </a:cubicBezTo>
                  <a:cubicBezTo>
                    <a:pt x="50041" y="472854"/>
                    <a:pt x="49185" y="478500"/>
                    <a:pt x="50212" y="484060"/>
                  </a:cubicBezTo>
                  <a:cubicBezTo>
                    <a:pt x="50982" y="497062"/>
                    <a:pt x="45250" y="503050"/>
                    <a:pt x="52692" y="516394"/>
                  </a:cubicBezTo>
                  <a:cubicBezTo>
                    <a:pt x="60391" y="530251"/>
                    <a:pt x="85967" y="555143"/>
                    <a:pt x="94436" y="560618"/>
                  </a:cubicBezTo>
                  <a:lnTo>
                    <a:pt x="97686" y="562842"/>
                  </a:lnTo>
                  <a:cubicBezTo>
                    <a:pt x="97686" y="562842"/>
                    <a:pt x="97686" y="595775"/>
                    <a:pt x="92554" y="608948"/>
                  </a:cubicBezTo>
                  <a:cubicBezTo>
                    <a:pt x="87421" y="622121"/>
                    <a:pt x="89303" y="624687"/>
                    <a:pt x="88533" y="626825"/>
                  </a:cubicBezTo>
                  <a:cubicBezTo>
                    <a:pt x="87764" y="629049"/>
                    <a:pt x="88191" y="631615"/>
                    <a:pt x="90330" y="633070"/>
                  </a:cubicBezTo>
                  <a:cubicBezTo>
                    <a:pt x="92554" y="634524"/>
                    <a:pt x="92896" y="638202"/>
                    <a:pt x="92896" y="638202"/>
                  </a:cubicBezTo>
                  <a:cubicBezTo>
                    <a:pt x="92896" y="638202"/>
                    <a:pt x="84513" y="764801"/>
                    <a:pt x="86652" y="768051"/>
                  </a:cubicBezTo>
                  <a:cubicBezTo>
                    <a:pt x="86823" y="768308"/>
                    <a:pt x="86994" y="768479"/>
                    <a:pt x="87165" y="768650"/>
                  </a:cubicBezTo>
                  <a:cubicBezTo>
                    <a:pt x="84770" y="771558"/>
                    <a:pt x="83487" y="771986"/>
                    <a:pt x="86994" y="770959"/>
                  </a:cubicBezTo>
                  <a:cubicBezTo>
                    <a:pt x="91527" y="769676"/>
                    <a:pt x="89218" y="772328"/>
                    <a:pt x="91100" y="770532"/>
                  </a:cubicBezTo>
                  <a:cubicBezTo>
                    <a:pt x="92383" y="770703"/>
                    <a:pt x="93409" y="770617"/>
                    <a:pt x="93922" y="770959"/>
                  </a:cubicBezTo>
                  <a:cubicBezTo>
                    <a:pt x="95034" y="771729"/>
                    <a:pt x="96146" y="783448"/>
                    <a:pt x="96489" y="784475"/>
                  </a:cubicBezTo>
                  <a:cubicBezTo>
                    <a:pt x="96489" y="784475"/>
                    <a:pt x="111800" y="900381"/>
                    <a:pt x="119157" y="980874"/>
                  </a:cubicBezTo>
                  <a:cubicBezTo>
                    <a:pt x="126427" y="1061366"/>
                    <a:pt x="135238" y="1127146"/>
                    <a:pt x="145503" y="1163757"/>
                  </a:cubicBezTo>
                  <a:cubicBezTo>
                    <a:pt x="155767" y="1200368"/>
                    <a:pt x="155682" y="1214995"/>
                    <a:pt x="163038" y="1231077"/>
                  </a:cubicBezTo>
                  <a:cubicBezTo>
                    <a:pt x="170395" y="1247158"/>
                    <a:pt x="158676" y="1251606"/>
                    <a:pt x="163038" y="1263239"/>
                  </a:cubicBezTo>
                  <a:cubicBezTo>
                    <a:pt x="167401" y="1274958"/>
                    <a:pt x="174757" y="1273504"/>
                    <a:pt x="180574" y="1276412"/>
                  </a:cubicBezTo>
                  <a:cubicBezTo>
                    <a:pt x="186391" y="1279321"/>
                    <a:pt x="180574" y="1288131"/>
                    <a:pt x="174757" y="1293948"/>
                  </a:cubicBezTo>
                  <a:cubicBezTo>
                    <a:pt x="168855" y="1299765"/>
                    <a:pt x="122065" y="1323203"/>
                    <a:pt x="98713" y="1320294"/>
                  </a:cubicBezTo>
                  <a:cubicBezTo>
                    <a:pt x="98713" y="1320294"/>
                    <a:pt x="81177" y="1315932"/>
                    <a:pt x="81177" y="1332013"/>
                  </a:cubicBezTo>
                  <a:cubicBezTo>
                    <a:pt x="81177" y="1348095"/>
                    <a:pt x="91442" y="1348095"/>
                    <a:pt x="101621" y="1349549"/>
                  </a:cubicBezTo>
                  <a:cubicBezTo>
                    <a:pt x="111886" y="1351003"/>
                    <a:pt x="294769" y="1349549"/>
                    <a:pt x="294769" y="1349549"/>
                  </a:cubicBezTo>
                  <a:cubicBezTo>
                    <a:pt x="294769" y="1349549"/>
                    <a:pt x="300586" y="1351003"/>
                    <a:pt x="300586" y="1343647"/>
                  </a:cubicBezTo>
                  <a:cubicBezTo>
                    <a:pt x="300586" y="1336290"/>
                    <a:pt x="290321" y="1317300"/>
                    <a:pt x="291775" y="1308575"/>
                  </a:cubicBezTo>
                  <a:cubicBezTo>
                    <a:pt x="293230" y="1299765"/>
                    <a:pt x="284419" y="1277867"/>
                    <a:pt x="284419" y="1277867"/>
                  </a:cubicBezTo>
                  <a:cubicBezTo>
                    <a:pt x="284419" y="1277867"/>
                    <a:pt x="293230" y="1269056"/>
                    <a:pt x="296138" y="1261785"/>
                  </a:cubicBezTo>
                  <a:cubicBezTo>
                    <a:pt x="296394" y="1261186"/>
                    <a:pt x="296480" y="1260417"/>
                    <a:pt x="296394" y="1259561"/>
                  </a:cubicBezTo>
                  <a:cubicBezTo>
                    <a:pt x="296993" y="1255028"/>
                    <a:pt x="295625" y="1249553"/>
                    <a:pt x="292802" y="1244592"/>
                  </a:cubicBezTo>
                  <a:cubicBezTo>
                    <a:pt x="287327" y="1234755"/>
                    <a:pt x="281853" y="1221582"/>
                    <a:pt x="276378" y="1199598"/>
                  </a:cubicBezTo>
                  <a:cubicBezTo>
                    <a:pt x="276036" y="1198144"/>
                    <a:pt x="275694" y="1196690"/>
                    <a:pt x="275352" y="1195150"/>
                  </a:cubicBezTo>
                  <a:cubicBezTo>
                    <a:pt x="273555" y="1175647"/>
                    <a:pt x="271588" y="1149215"/>
                    <a:pt x="270219" y="1126547"/>
                  </a:cubicBezTo>
                  <a:cubicBezTo>
                    <a:pt x="270048" y="1121415"/>
                    <a:pt x="269963" y="1116111"/>
                    <a:pt x="269792" y="1110722"/>
                  </a:cubicBezTo>
                  <a:cubicBezTo>
                    <a:pt x="269535" y="1103537"/>
                    <a:pt x="269107" y="1097378"/>
                    <a:pt x="268423" y="1092075"/>
                  </a:cubicBezTo>
                  <a:cubicBezTo>
                    <a:pt x="268338" y="1089167"/>
                    <a:pt x="268252" y="1086686"/>
                    <a:pt x="268252" y="1084718"/>
                  </a:cubicBezTo>
                  <a:cubicBezTo>
                    <a:pt x="268252" y="1064360"/>
                    <a:pt x="257132" y="1033993"/>
                    <a:pt x="254309" y="1013892"/>
                  </a:cubicBezTo>
                  <a:cubicBezTo>
                    <a:pt x="254052" y="1010213"/>
                    <a:pt x="253796" y="1006792"/>
                    <a:pt x="253625" y="1003627"/>
                  </a:cubicBezTo>
                  <a:cubicBezTo>
                    <a:pt x="253710" y="985835"/>
                    <a:pt x="255164" y="974629"/>
                    <a:pt x="256533" y="967615"/>
                  </a:cubicBezTo>
                  <a:cubicBezTo>
                    <a:pt x="257987" y="960344"/>
                    <a:pt x="265344" y="1026124"/>
                    <a:pt x="275523" y="1053924"/>
                  </a:cubicBezTo>
                  <a:cubicBezTo>
                    <a:pt x="285788" y="1081724"/>
                    <a:pt x="298961" y="1110979"/>
                    <a:pt x="304777" y="1143142"/>
                  </a:cubicBezTo>
                  <a:cubicBezTo>
                    <a:pt x="310680" y="1175305"/>
                    <a:pt x="309140" y="1181207"/>
                    <a:pt x="310680" y="1207553"/>
                  </a:cubicBezTo>
                  <a:cubicBezTo>
                    <a:pt x="312134" y="1233899"/>
                    <a:pt x="317950" y="1223634"/>
                    <a:pt x="319490" y="1241170"/>
                  </a:cubicBezTo>
                  <a:cubicBezTo>
                    <a:pt x="320944" y="1258706"/>
                    <a:pt x="312134" y="1251435"/>
                    <a:pt x="315128" y="1270425"/>
                  </a:cubicBezTo>
                  <a:cubicBezTo>
                    <a:pt x="318036" y="1289414"/>
                    <a:pt x="318036" y="1282144"/>
                    <a:pt x="328301" y="1296771"/>
                  </a:cubicBezTo>
                  <a:cubicBezTo>
                    <a:pt x="338565" y="1311398"/>
                    <a:pt x="335572" y="1304127"/>
                    <a:pt x="338565" y="1311398"/>
                  </a:cubicBezTo>
                  <a:cubicBezTo>
                    <a:pt x="341474" y="1318669"/>
                    <a:pt x="332749" y="1331842"/>
                    <a:pt x="332749" y="1342107"/>
                  </a:cubicBezTo>
                  <a:lnTo>
                    <a:pt x="332749" y="1352372"/>
                  </a:lnTo>
                  <a:lnTo>
                    <a:pt x="430863" y="1352372"/>
                  </a:lnTo>
                  <a:cubicBezTo>
                    <a:pt x="430863" y="1352372"/>
                    <a:pt x="445404" y="1326025"/>
                    <a:pt x="438133" y="1309944"/>
                  </a:cubicBezTo>
                  <a:cubicBezTo>
                    <a:pt x="430863" y="1293863"/>
                    <a:pt x="430863" y="1292408"/>
                    <a:pt x="430863" y="1280689"/>
                  </a:cubicBezTo>
                  <a:cubicBezTo>
                    <a:pt x="430863" y="1268971"/>
                    <a:pt x="426415" y="1247072"/>
                    <a:pt x="427869" y="1233899"/>
                  </a:cubicBezTo>
                  <a:cubicBezTo>
                    <a:pt x="429323" y="1220726"/>
                    <a:pt x="419058" y="1140233"/>
                    <a:pt x="419058" y="1128600"/>
                  </a:cubicBezTo>
                  <a:cubicBezTo>
                    <a:pt x="419058" y="1116967"/>
                    <a:pt x="408793" y="1083264"/>
                    <a:pt x="410248" y="1058372"/>
                  </a:cubicBezTo>
                  <a:cubicBezTo>
                    <a:pt x="411702" y="1033480"/>
                    <a:pt x="392712" y="961798"/>
                    <a:pt x="385356" y="953073"/>
                  </a:cubicBezTo>
                  <a:cubicBezTo>
                    <a:pt x="382704" y="949823"/>
                    <a:pt x="379796" y="947171"/>
                    <a:pt x="377058" y="944605"/>
                  </a:cubicBezTo>
                  <a:cubicBezTo>
                    <a:pt x="376288" y="943835"/>
                    <a:pt x="375519" y="942979"/>
                    <a:pt x="374663" y="942295"/>
                  </a:cubicBezTo>
                  <a:cubicBezTo>
                    <a:pt x="370985" y="938531"/>
                    <a:pt x="367820" y="934425"/>
                    <a:pt x="366280" y="928266"/>
                  </a:cubicBezTo>
                  <a:cubicBezTo>
                    <a:pt x="363372" y="916548"/>
                    <a:pt x="359009" y="906283"/>
                    <a:pt x="359009" y="893110"/>
                  </a:cubicBezTo>
                  <a:cubicBezTo>
                    <a:pt x="359009" y="879937"/>
                    <a:pt x="354647" y="879937"/>
                    <a:pt x="357555" y="860947"/>
                  </a:cubicBezTo>
                  <a:cubicBezTo>
                    <a:pt x="360464" y="841957"/>
                    <a:pt x="360464" y="814157"/>
                    <a:pt x="360464" y="802438"/>
                  </a:cubicBezTo>
                  <a:lnTo>
                    <a:pt x="360464" y="741021"/>
                  </a:lnTo>
                  <a:cubicBezTo>
                    <a:pt x="360464" y="722031"/>
                    <a:pt x="361918" y="708858"/>
                    <a:pt x="361918" y="698593"/>
                  </a:cubicBezTo>
                  <a:cubicBezTo>
                    <a:pt x="361918" y="688328"/>
                    <a:pt x="411702" y="681057"/>
                    <a:pt x="423335" y="669338"/>
                  </a:cubicBezTo>
                  <a:cubicBezTo>
                    <a:pt x="435054" y="657620"/>
                    <a:pt x="392626" y="471828"/>
                    <a:pt x="385270" y="432309"/>
                  </a:cubicBezTo>
                  <a:cubicBezTo>
                    <a:pt x="385270" y="432309"/>
                    <a:pt x="411616" y="432309"/>
                    <a:pt x="415979" y="378162"/>
                  </a:cubicBezTo>
                  <a:cubicBezTo>
                    <a:pt x="420341" y="324015"/>
                    <a:pt x="389633" y="242069"/>
                    <a:pt x="389633" y="236252"/>
                  </a:cubicBezTo>
                  <a:cubicBezTo>
                    <a:pt x="389633" y="230435"/>
                    <a:pt x="360378" y="160207"/>
                    <a:pt x="342842" y="157213"/>
                  </a:cubicBezTo>
                  <a:cubicBezTo>
                    <a:pt x="325307" y="154305"/>
                    <a:pt x="282879" y="149173"/>
                    <a:pt x="271160" y="152081"/>
                  </a:cubicBezTo>
                  <a:cubicBezTo>
                    <a:pt x="259441" y="154989"/>
                    <a:pt x="246525" y="160635"/>
                    <a:pt x="241136" y="157898"/>
                  </a:cubicBezTo>
                  <a:cubicBezTo>
                    <a:pt x="237287" y="155930"/>
                    <a:pt x="224883" y="143784"/>
                    <a:pt x="218981" y="142928"/>
                  </a:cubicBezTo>
                  <a:cubicBezTo>
                    <a:pt x="217099" y="141902"/>
                    <a:pt x="214619" y="140704"/>
                    <a:pt x="211881" y="139507"/>
                  </a:cubicBezTo>
                  <a:cubicBezTo>
                    <a:pt x="213250" y="137368"/>
                    <a:pt x="215046" y="131723"/>
                    <a:pt x="212993" y="117266"/>
                  </a:cubicBezTo>
                  <a:cubicBezTo>
                    <a:pt x="210085" y="96395"/>
                    <a:pt x="206407" y="99731"/>
                    <a:pt x="206065" y="84761"/>
                  </a:cubicBezTo>
                  <a:cubicBezTo>
                    <a:pt x="205723" y="69792"/>
                    <a:pt x="204611" y="61324"/>
                    <a:pt x="195116" y="50717"/>
                  </a:cubicBezTo>
                  <a:cubicBezTo>
                    <a:pt x="185621" y="40110"/>
                    <a:pt x="175356" y="24713"/>
                    <a:pt x="168769" y="18126"/>
                  </a:cubicBezTo>
                  <a:cubicBezTo>
                    <a:pt x="162183" y="11540"/>
                    <a:pt x="147556" y="15902"/>
                    <a:pt x="139857" y="8973"/>
                  </a:cubicBezTo>
                  <a:cubicBezTo>
                    <a:pt x="132159" y="2045"/>
                    <a:pt x="136949" y="2045"/>
                    <a:pt x="127368" y="933"/>
                  </a:cubicBezTo>
                  <a:cubicBezTo>
                    <a:pt x="117873" y="-179"/>
                    <a:pt x="89731" y="-2746"/>
                    <a:pt x="68859" y="11197"/>
                  </a:cubicBezTo>
                  <a:cubicBezTo>
                    <a:pt x="47988" y="25140"/>
                    <a:pt x="26432" y="58757"/>
                    <a:pt x="26432" y="58757"/>
                  </a:cubicBezTo>
                  <a:cubicBezTo>
                    <a:pt x="18049" y="74154"/>
                    <a:pt x="13601" y="97165"/>
                    <a:pt x="16509" y="112476"/>
                  </a:cubicBezTo>
                  <a:cubicBezTo>
                    <a:pt x="19417" y="127873"/>
                    <a:pt x="27116" y="138052"/>
                    <a:pt x="30367" y="139592"/>
                  </a:cubicBezTo>
                  <a:cubicBezTo>
                    <a:pt x="33703" y="141046"/>
                    <a:pt x="14627" y="122057"/>
                    <a:pt x="20872" y="107772"/>
                  </a:cubicBezTo>
                  <a:cubicBezTo>
                    <a:pt x="27116" y="93486"/>
                    <a:pt x="20529" y="115128"/>
                    <a:pt x="27800" y="121287"/>
                  </a:cubicBezTo>
                  <a:cubicBezTo>
                    <a:pt x="35071" y="127531"/>
                    <a:pt x="39519" y="127531"/>
                    <a:pt x="40973" y="131552"/>
                  </a:cubicBezTo>
                  <a:cubicBezTo>
                    <a:pt x="42428" y="135572"/>
                    <a:pt x="42085" y="140362"/>
                    <a:pt x="40631" y="145495"/>
                  </a:cubicBezTo>
                  <a:cubicBezTo>
                    <a:pt x="39177" y="150627"/>
                    <a:pt x="36269" y="153535"/>
                    <a:pt x="38407" y="155759"/>
                  </a:cubicBezTo>
                  <a:cubicBezTo>
                    <a:pt x="40631" y="157983"/>
                    <a:pt x="43197" y="157213"/>
                    <a:pt x="44309" y="159010"/>
                  </a:cubicBezTo>
                  <a:cubicBezTo>
                    <a:pt x="45421" y="160892"/>
                    <a:pt x="45764" y="163372"/>
                    <a:pt x="47218" y="166708"/>
                  </a:cubicBezTo>
                  <a:cubicBezTo>
                    <a:pt x="48672" y="169959"/>
                    <a:pt x="50468" y="172183"/>
                    <a:pt x="52350" y="172525"/>
                  </a:cubicBezTo>
                  <a:cubicBezTo>
                    <a:pt x="54147" y="172867"/>
                    <a:pt x="52008" y="176545"/>
                    <a:pt x="53462" y="177999"/>
                  </a:cubicBezTo>
                  <a:cubicBezTo>
                    <a:pt x="54916" y="179454"/>
                    <a:pt x="55686" y="178342"/>
                    <a:pt x="58595" y="182790"/>
                  </a:cubicBezTo>
                  <a:cubicBezTo>
                    <a:pt x="61503" y="187152"/>
                    <a:pt x="62615" y="191600"/>
                    <a:pt x="63727" y="196647"/>
                  </a:cubicBezTo>
                  <a:cubicBezTo>
                    <a:pt x="64839" y="201779"/>
                    <a:pt x="68432" y="202891"/>
                    <a:pt x="73992" y="204004"/>
                  </a:cubicBezTo>
                  <a:cubicBezTo>
                    <a:pt x="79466" y="205115"/>
                    <a:pt x="90073" y="203319"/>
                    <a:pt x="103246" y="199641"/>
                  </a:cubicBezTo>
                  <a:cubicBezTo>
                    <a:pt x="116419" y="195963"/>
                    <a:pt x="123006" y="200411"/>
                    <a:pt x="127368" y="207682"/>
                  </a:cubicBezTo>
                  <a:cubicBezTo>
                    <a:pt x="130277" y="212557"/>
                    <a:pt x="130961" y="214610"/>
                    <a:pt x="131560" y="216407"/>
                  </a:cubicBezTo>
                  <a:cubicBezTo>
                    <a:pt x="131474" y="216407"/>
                    <a:pt x="131389" y="216492"/>
                    <a:pt x="131389" y="216492"/>
                  </a:cubicBezTo>
                  <a:cubicBezTo>
                    <a:pt x="131389" y="216492"/>
                    <a:pt x="134896" y="229238"/>
                    <a:pt x="132244" y="242240"/>
                  </a:cubicBezTo>
                  <a:cubicBezTo>
                    <a:pt x="131303" y="243694"/>
                    <a:pt x="130106" y="245233"/>
                    <a:pt x="128480" y="246859"/>
                  </a:cubicBezTo>
                  <a:cubicBezTo>
                    <a:pt x="120440" y="255242"/>
                    <a:pt x="89731" y="286720"/>
                    <a:pt x="84941" y="292965"/>
                  </a:cubicBezTo>
                  <a:cubicBezTo>
                    <a:pt x="80151" y="299209"/>
                    <a:pt x="76558" y="301347"/>
                    <a:pt x="70656" y="305710"/>
                  </a:cubicBezTo>
                  <a:cubicBezTo>
                    <a:pt x="64839" y="310072"/>
                    <a:pt x="60049" y="314093"/>
                    <a:pt x="59279" y="317429"/>
                  </a:cubicBezTo>
                  <a:cubicBezTo>
                    <a:pt x="58509" y="320765"/>
                    <a:pt x="53462" y="350362"/>
                    <a:pt x="54147" y="363193"/>
                  </a:cubicBezTo>
                  <a:cubicBezTo>
                    <a:pt x="54403" y="367983"/>
                    <a:pt x="54745" y="372431"/>
                    <a:pt x="55087" y="376280"/>
                  </a:cubicBezTo>
                  <a:cubicBezTo>
                    <a:pt x="47303" y="375168"/>
                    <a:pt x="38322" y="374826"/>
                    <a:pt x="28485" y="376366"/>
                  </a:cubicBezTo>
                  <a:cubicBezTo>
                    <a:pt x="28228" y="376366"/>
                    <a:pt x="28057" y="376537"/>
                    <a:pt x="27800" y="376622"/>
                  </a:cubicBezTo>
                  <a:cubicBezTo>
                    <a:pt x="26346" y="375767"/>
                    <a:pt x="24635" y="375168"/>
                    <a:pt x="23438" y="374484"/>
                  </a:cubicBezTo>
                  <a:cubicBezTo>
                    <a:pt x="21128" y="373201"/>
                    <a:pt x="17707" y="366871"/>
                    <a:pt x="15910" y="365245"/>
                  </a:cubicBezTo>
                  <a:cubicBezTo>
                    <a:pt x="14114" y="363620"/>
                    <a:pt x="8725" y="362936"/>
                    <a:pt x="6501" y="367127"/>
                  </a:cubicBezTo>
                  <a:cubicBezTo>
                    <a:pt x="3678" y="372773"/>
                    <a:pt x="8383" y="376537"/>
                    <a:pt x="8896" y="378333"/>
                  </a:cubicBezTo>
                  <a:cubicBezTo>
                    <a:pt x="9409" y="380129"/>
                    <a:pt x="171" y="381241"/>
                    <a:pt x="0" y="386288"/>
                  </a:cubicBezTo>
                  <a:lnTo>
                    <a:pt x="0" y="386288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2188460-9299-CD44-754F-6514F84457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V="1">
              <a:off x="11938928" y="1360450"/>
              <a:ext cx="49270" cy="49270"/>
            </a:xfrm>
            <a:custGeom>
              <a:avLst/>
              <a:gdLst>
                <a:gd name="connsiteX0" fmla="*/ 3073 w 49270"/>
                <a:gd name="connsiteY0" fmla="*/ 220 h 49270"/>
                <a:gd name="connsiteX1" fmla="*/ 52343 w 49270"/>
                <a:gd name="connsiteY1" fmla="*/ 220 h 49270"/>
                <a:gd name="connsiteX2" fmla="*/ 52343 w 49270"/>
                <a:gd name="connsiteY2" fmla="*/ 49491 h 49270"/>
                <a:gd name="connsiteX3" fmla="*/ 3073 w 49270"/>
                <a:gd name="connsiteY3" fmla="*/ 49491 h 49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270" h="49270">
                  <a:moveTo>
                    <a:pt x="3073" y="220"/>
                  </a:moveTo>
                  <a:lnTo>
                    <a:pt x="52343" y="220"/>
                  </a:lnTo>
                  <a:lnTo>
                    <a:pt x="52343" y="49491"/>
                  </a:lnTo>
                  <a:lnTo>
                    <a:pt x="3073" y="49491"/>
                  </a:lnTo>
                  <a:close/>
                </a:path>
              </a:pathLst>
            </a:custGeom>
            <a:solidFill>
              <a:schemeClr val="tx1"/>
            </a:solidFill>
          </p:spPr>
        </p:pic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FD30493-7BC9-65F1-3DA8-A7E658D7ECA5}"/>
                </a:ext>
              </a:extLst>
            </p:cNvPr>
            <p:cNvSpPr/>
            <p:nvPr/>
          </p:nvSpPr>
          <p:spPr>
            <a:xfrm>
              <a:off x="-6180162" y="977661"/>
              <a:ext cx="498188" cy="1387793"/>
            </a:xfrm>
            <a:custGeom>
              <a:avLst/>
              <a:gdLst>
                <a:gd name="connsiteX0" fmla="*/ 73596 w 498188"/>
                <a:gd name="connsiteY0" fmla="*/ 605278 h 1387793"/>
                <a:gd name="connsiteX1" fmla="*/ 73510 w 498188"/>
                <a:gd name="connsiteY1" fmla="*/ 605705 h 1387793"/>
                <a:gd name="connsiteX2" fmla="*/ 72997 w 498188"/>
                <a:gd name="connsiteY2" fmla="*/ 608528 h 1387793"/>
                <a:gd name="connsiteX3" fmla="*/ 73510 w 498188"/>
                <a:gd name="connsiteY3" fmla="*/ 605705 h 1387793"/>
                <a:gd name="connsiteX4" fmla="*/ 73596 w 498188"/>
                <a:gd name="connsiteY4" fmla="*/ 605278 h 1387793"/>
                <a:gd name="connsiteX5" fmla="*/ 73596 w 498188"/>
                <a:gd name="connsiteY5" fmla="*/ 605278 h 1387793"/>
                <a:gd name="connsiteX6" fmla="*/ 62647 w 498188"/>
                <a:gd name="connsiteY6" fmla="*/ 667807 h 1387793"/>
                <a:gd name="connsiteX7" fmla="*/ 62134 w 498188"/>
                <a:gd name="connsiteY7" fmla="*/ 669518 h 1387793"/>
                <a:gd name="connsiteX8" fmla="*/ 62647 w 498188"/>
                <a:gd name="connsiteY8" fmla="*/ 667807 h 1387793"/>
                <a:gd name="connsiteX9" fmla="*/ 58798 w 498188"/>
                <a:gd name="connsiteY9" fmla="*/ 660707 h 1387793"/>
                <a:gd name="connsiteX10" fmla="*/ 49132 w 498188"/>
                <a:gd name="connsiteY10" fmla="*/ 655404 h 1387793"/>
                <a:gd name="connsiteX11" fmla="*/ 61022 w 498188"/>
                <a:gd name="connsiteY11" fmla="*/ 657029 h 1387793"/>
                <a:gd name="connsiteX12" fmla="*/ 65299 w 498188"/>
                <a:gd name="connsiteY12" fmla="*/ 631709 h 1387793"/>
                <a:gd name="connsiteX13" fmla="*/ 69319 w 498188"/>
                <a:gd name="connsiteY13" fmla="*/ 630683 h 1387793"/>
                <a:gd name="connsiteX14" fmla="*/ 62647 w 498188"/>
                <a:gd name="connsiteY14" fmla="*/ 667722 h 1387793"/>
                <a:gd name="connsiteX15" fmla="*/ 62647 w 498188"/>
                <a:gd name="connsiteY15" fmla="*/ 667722 h 1387793"/>
                <a:gd name="connsiteX16" fmla="*/ 362377 w 498188"/>
                <a:gd name="connsiteY16" fmla="*/ 474830 h 1387793"/>
                <a:gd name="connsiteX17" fmla="*/ 385815 w 498188"/>
                <a:gd name="connsiteY17" fmla="*/ 401694 h 1387793"/>
                <a:gd name="connsiteX18" fmla="*/ 394027 w 498188"/>
                <a:gd name="connsiteY18" fmla="*/ 419058 h 1387793"/>
                <a:gd name="connsiteX19" fmla="*/ 410707 w 498188"/>
                <a:gd name="connsiteY19" fmla="*/ 460972 h 1387793"/>
                <a:gd name="connsiteX20" fmla="*/ 417294 w 498188"/>
                <a:gd name="connsiteY20" fmla="*/ 484325 h 1387793"/>
                <a:gd name="connsiteX21" fmla="*/ 412247 w 498188"/>
                <a:gd name="connsiteY21" fmla="*/ 501604 h 1387793"/>
                <a:gd name="connsiteX22" fmla="*/ 375551 w 498188"/>
                <a:gd name="connsiteY22" fmla="*/ 578932 h 1387793"/>
                <a:gd name="connsiteX23" fmla="*/ 369734 w 498188"/>
                <a:gd name="connsiteY23" fmla="*/ 518626 h 1387793"/>
                <a:gd name="connsiteX24" fmla="*/ 362377 w 498188"/>
                <a:gd name="connsiteY24" fmla="*/ 474744 h 1387793"/>
                <a:gd name="connsiteX25" fmla="*/ 362377 w 498188"/>
                <a:gd name="connsiteY25" fmla="*/ 474744 h 1387793"/>
                <a:gd name="connsiteX26" fmla="*/ 76333 w 498188"/>
                <a:gd name="connsiteY26" fmla="*/ 1339549 h 1387793"/>
                <a:gd name="connsiteX27" fmla="*/ 36900 w 498188"/>
                <a:gd name="connsiteY27" fmla="*/ 1359993 h 1387793"/>
                <a:gd name="connsiteX28" fmla="*/ 6191 w 498188"/>
                <a:gd name="connsiteY28" fmla="*/ 1360763 h 1387793"/>
                <a:gd name="connsiteX29" fmla="*/ 289 w 498188"/>
                <a:gd name="connsiteY29" fmla="*/ 1372482 h 1387793"/>
                <a:gd name="connsiteX30" fmla="*/ 21502 w 498188"/>
                <a:gd name="connsiteY30" fmla="*/ 1380522 h 1387793"/>
                <a:gd name="connsiteX31" fmla="*/ 88736 w 498188"/>
                <a:gd name="connsiteY31" fmla="*/ 1385655 h 1387793"/>
                <a:gd name="connsiteX32" fmla="*/ 122439 w 498188"/>
                <a:gd name="connsiteY32" fmla="*/ 1376844 h 1387793"/>
                <a:gd name="connsiteX33" fmla="*/ 123893 w 498188"/>
                <a:gd name="connsiteY33" fmla="*/ 1384885 h 1387793"/>
                <a:gd name="connsiteX34" fmla="*/ 193351 w 498188"/>
                <a:gd name="connsiteY34" fmla="*/ 1378983 h 1387793"/>
                <a:gd name="connsiteX35" fmla="*/ 192581 w 498188"/>
                <a:gd name="connsiteY35" fmla="*/ 1336555 h 1387793"/>
                <a:gd name="connsiteX36" fmla="*/ 191127 w 498188"/>
                <a:gd name="connsiteY36" fmla="*/ 1320474 h 1387793"/>
                <a:gd name="connsiteX37" fmla="*/ 185225 w 498188"/>
                <a:gd name="connsiteY37" fmla="*/ 1310979 h 1387793"/>
                <a:gd name="connsiteX38" fmla="*/ 189673 w 498188"/>
                <a:gd name="connsiteY38" fmla="*/ 1302938 h 1387793"/>
                <a:gd name="connsiteX39" fmla="*/ 182317 w 498188"/>
                <a:gd name="connsiteY39" fmla="*/ 1284633 h 1387793"/>
                <a:gd name="connsiteX40" fmla="*/ 180863 w 498188"/>
                <a:gd name="connsiteY40" fmla="*/ 1263419 h 1387793"/>
                <a:gd name="connsiteX41" fmla="*/ 186765 w 498188"/>
                <a:gd name="connsiteY41" fmla="*/ 1111244 h 1387793"/>
                <a:gd name="connsiteX42" fmla="*/ 185995 w 498188"/>
                <a:gd name="connsiteY42" fmla="*/ 1063684 h 1387793"/>
                <a:gd name="connsiteX43" fmla="*/ 181547 w 498188"/>
                <a:gd name="connsiteY43" fmla="*/ 1031521 h 1387793"/>
                <a:gd name="connsiteX44" fmla="*/ 188219 w 498188"/>
                <a:gd name="connsiteY44" fmla="*/ 1005175 h 1387793"/>
                <a:gd name="connsiteX45" fmla="*/ 194036 w 498188"/>
                <a:gd name="connsiteY45" fmla="*/ 854454 h 1387793"/>
                <a:gd name="connsiteX46" fmla="*/ 225856 w 498188"/>
                <a:gd name="connsiteY46" fmla="*/ 955220 h 1387793"/>
                <a:gd name="connsiteX47" fmla="*/ 229706 w 498188"/>
                <a:gd name="connsiteY47" fmla="*/ 981737 h 1387793"/>
                <a:gd name="connsiteX48" fmla="*/ 235437 w 498188"/>
                <a:gd name="connsiteY48" fmla="*/ 1123647 h 1387793"/>
                <a:gd name="connsiteX49" fmla="*/ 237062 w 498188"/>
                <a:gd name="connsiteY49" fmla="*/ 1132287 h 1387793"/>
                <a:gd name="connsiteX50" fmla="*/ 238003 w 498188"/>
                <a:gd name="connsiteY50" fmla="*/ 1141867 h 1387793"/>
                <a:gd name="connsiteX51" fmla="*/ 256308 w 498188"/>
                <a:gd name="connsiteY51" fmla="*/ 1225268 h 1387793"/>
                <a:gd name="connsiteX52" fmla="*/ 257763 w 498188"/>
                <a:gd name="connsiteY52" fmla="*/ 1275052 h 1387793"/>
                <a:gd name="connsiteX53" fmla="*/ 250321 w 498188"/>
                <a:gd name="connsiteY53" fmla="*/ 1279244 h 1387793"/>
                <a:gd name="connsiteX54" fmla="*/ 240911 w 498188"/>
                <a:gd name="connsiteY54" fmla="*/ 1284547 h 1387793"/>
                <a:gd name="connsiteX55" fmla="*/ 239885 w 498188"/>
                <a:gd name="connsiteY55" fmla="*/ 1313459 h 1387793"/>
                <a:gd name="connsiteX56" fmla="*/ 239885 w 498188"/>
                <a:gd name="connsiteY56" fmla="*/ 1318848 h 1387793"/>
                <a:gd name="connsiteX57" fmla="*/ 240313 w 498188"/>
                <a:gd name="connsiteY57" fmla="*/ 1327745 h 1387793"/>
                <a:gd name="connsiteX58" fmla="*/ 244675 w 498188"/>
                <a:gd name="connsiteY58" fmla="*/ 1339463 h 1387793"/>
                <a:gd name="connsiteX59" fmla="*/ 213453 w 498188"/>
                <a:gd name="connsiteY59" fmla="*/ 1364954 h 1387793"/>
                <a:gd name="connsiteX60" fmla="*/ 210288 w 498188"/>
                <a:gd name="connsiteY60" fmla="*/ 1373850 h 1387793"/>
                <a:gd name="connsiteX61" fmla="*/ 216190 w 498188"/>
                <a:gd name="connsiteY61" fmla="*/ 1380437 h 1387793"/>
                <a:gd name="connsiteX62" fmla="*/ 238858 w 498188"/>
                <a:gd name="connsiteY62" fmla="*/ 1384115 h 1387793"/>
                <a:gd name="connsiteX63" fmla="*/ 314989 w 498188"/>
                <a:gd name="connsiteY63" fmla="*/ 1385569 h 1387793"/>
                <a:gd name="connsiteX64" fmla="*/ 328076 w 498188"/>
                <a:gd name="connsiteY64" fmla="*/ 1379753 h 1387793"/>
                <a:gd name="connsiteX65" fmla="*/ 328846 w 498188"/>
                <a:gd name="connsiteY65" fmla="*/ 1387793 h 1387793"/>
                <a:gd name="connsiteX66" fmla="*/ 342703 w 498188"/>
                <a:gd name="connsiteY66" fmla="*/ 1387023 h 1387793"/>
                <a:gd name="connsiteX67" fmla="*/ 344157 w 498188"/>
                <a:gd name="connsiteY67" fmla="*/ 1363585 h 1387793"/>
                <a:gd name="connsiteX68" fmla="*/ 342703 w 498188"/>
                <a:gd name="connsiteY68" fmla="*/ 1339463 h 1387793"/>
                <a:gd name="connsiteX69" fmla="*/ 340479 w 498188"/>
                <a:gd name="connsiteY69" fmla="*/ 1316025 h 1387793"/>
                <a:gd name="connsiteX70" fmla="*/ 349974 w 498188"/>
                <a:gd name="connsiteY70" fmla="*/ 1302168 h 1387793"/>
                <a:gd name="connsiteX71" fmla="*/ 354422 w 498188"/>
                <a:gd name="connsiteY71" fmla="*/ 1036568 h 1387793"/>
                <a:gd name="connsiteX72" fmla="*/ 342019 w 498188"/>
                <a:gd name="connsiteY72" fmla="*/ 937855 h 1387793"/>
                <a:gd name="connsiteX73" fmla="*/ 345697 w 498188"/>
                <a:gd name="connsiteY73" fmla="*/ 877122 h 1387793"/>
                <a:gd name="connsiteX74" fmla="*/ 350060 w 498188"/>
                <a:gd name="connsiteY74" fmla="*/ 803986 h 1387793"/>
                <a:gd name="connsiteX75" fmla="*/ 347494 w 498188"/>
                <a:gd name="connsiteY75" fmla="*/ 713485 h 1387793"/>
                <a:gd name="connsiteX76" fmla="*/ 349718 w 498188"/>
                <a:gd name="connsiteY76" fmla="*/ 708866 h 1387793"/>
                <a:gd name="connsiteX77" fmla="*/ 353652 w 498188"/>
                <a:gd name="connsiteY77" fmla="*/ 703905 h 1387793"/>
                <a:gd name="connsiteX78" fmla="*/ 383078 w 498188"/>
                <a:gd name="connsiteY78" fmla="*/ 678157 h 1387793"/>
                <a:gd name="connsiteX79" fmla="*/ 381795 w 498188"/>
                <a:gd name="connsiteY79" fmla="*/ 650528 h 1387793"/>
                <a:gd name="connsiteX80" fmla="*/ 391803 w 498188"/>
                <a:gd name="connsiteY80" fmla="*/ 624182 h 1387793"/>
                <a:gd name="connsiteX81" fmla="*/ 403864 w 498188"/>
                <a:gd name="connsiteY81" fmla="*/ 634618 h 1387793"/>
                <a:gd name="connsiteX82" fmla="*/ 422854 w 498188"/>
                <a:gd name="connsiteY82" fmla="*/ 616312 h 1387793"/>
                <a:gd name="connsiteX83" fmla="*/ 418919 w 498188"/>
                <a:gd name="connsiteY83" fmla="*/ 612891 h 1387793"/>
                <a:gd name="connsiteX84" fmla="*/ 425506 w 498188"/>
                <a:gd name="connsiteY84" fmla="*/ 617766 h 1387793"/>
                <a:gd name="connsiteX85" fmla="*/ 434316 w 498188"/>
                <a:gd name="connsiteY85" fmla="*/ 607929 h 1387793"/>
                <a:gd name="connsiteX86" fmla="*/ 470585 w 498188"/>
                <a:gd name="connsiteY86" fmla="*/ 553099 h 1387793"/>
                <a:gd name="connsiteX87" fmla="*/ 496931 w 498188"/>
                <a:gd name="connsiteY87" fmla="*/ 506993 h 1387793"/>
                <a:gd name="connsiteX88" fmla="*/ 496931 w 498188"/>
                <a:gd name="connsiteY88" fmla="*/ 475172 h 1387793"/>
                <a:gd name="connsiteX89" fmla="*/ 487009 w 498188"/>
                <a:gd name="connsiteY89" fmla="*/ 442239 h 1387793"/>
                <a:gd name="connsiteX90" fmla="*/ 448687 w 498188"/>
                <a:gd name="connsiteY90" fmla="*/ 354476 h 1387793"/>
                <a:gd name="connsiteX91" fmla="*/ 427901 w 498188"/>
                <a:gd name="connsiteY91" fmla="*/ 314957 h 1387793"/>
                <a:gd name="connsiteX92" fmla="*/ 418320 w 498188"/>
                <a:gd name="connsiteY92" fmla="*/ 276549 h 1387793"/>
                <a:gd name="connsiteX93" fmla="*/ 412418 w 498188"/>
                <a:gd name="connsiteY93" fmla="*/ 254566 h 1387793"/>
                <a:gd name="connsiteX94" fmla="*/ 387184 w 498188"/>
                <a:gd name="connsiteY94" fmla="*/ 241393 h 1387793"/>
                <a:gd name="connsiteX95" fmla="*/ 300532 w 498188"/>
                <a:gd name="connsiteY95" fmla="*/ 212822 h 1387793"/>
                <a:gd name="connsiteX96" fmla="*/ 282569 w 498188"/>
                <a:gd name="connsiteY96" fmla="*/ 196741 h 1387793"/>
                <a:gd name="connsiteX97" fmla="*/ 282911 w 498188"/>
                <a:gd name="connsiteY97" fmla="*/ 197511 h 1387793"/>
                <a:gd name="connsiteX98" fmla="*/ 282997 w 498188"/>
                <a:gd name="connsiteY98" fmla="*/ 198623 h 1387793"/>
                <a:gd name="connsiteX99" fmla="*/ 282398 w 498188"/>
                <a:gd name="connsiteY99" fmla="*/ 196655 h 1387793"/>
                <a:gd name="connsiteX100" fmla="*/ 282484 w 498188"/>
                <a:gd name="connsiteY100" fmla="*/ 196826 h 1387793"/>
                <a:gd name="connsiteX101" fmla="*/ 282484 w 498188"/>
                <a:gd name="connsiteY101" fmla="*/ 196655 h 1387793"/>
                <a:gd name="connsiteX102" fmla="*/ 271278 w 498188"/>
                <a:gd name="connsiteY102" fmla="*/ 174330 h 1387793"/>
                <a:gd name="connsiteX103" fmla="*/ 267429 w 498188"/>
                <a:gd name="connsiteY103" fmla="*/ 156452 h 1387793"/>
                <a:gd name="connsiteX104" fmla="*/ 274101 w 498188"/>
                <a:gd name="connsiteY104" fmla="*/ 148753 h 1387793"/>
                <a:gd name="connsiteX105" fmla="*/ 285050 w 498188"/>
                <a:gd name="connsiteY105" fmla="*/ 105983 h 1387793"/>
                <a:gd name="connsiteX106" fmla="*/ 289925 w 498188"/>
                <a:gd name="connsiteY106" fmla="*/ 49442 h 1387793"/>
                <a:gd name="connsiteX107" fmla="*/ 263066 w 498188"/>
                <a:gd name="connsiteY107" fmla="*/ 13259 h 1387793"/>
                <a:gd name="connsiteX108" fmla="*/ 268541 w 498188"/>
                <a:gd name="connsiteY108" fmla="*/ 12147 h 1387793"/>
                <a:gd name="connsiteX109" fmla="*/ 258105 w 498188"/>
                <a:gd name="connsiteY109" fmla="*/ 12660 h 1387793"/>
                <a:gd name="connsiteX110" fmla="*/ 252031 w 498188"/>
                <a:gd name="connsiteY110" fmla="*/ 0 h 1387793"/>
                <a:gd name="connsiteX111" fmla="*/ 251005 w 498188"/>
                <a:gd name="connsiteY111" fmla="*/ 7699 h 1387793"/>
                <a:gd name="connsiteX112" fmla="*/ 227396 w 498188"/>
                <a:gd name="connsiteY112" fmla="*/ 2224 h 1387793"/>
                <a:gd name="connsiteX113" fmla="*/ 195575 w 498188"/>
                <a:gd name="connsiteY113" fmla="*/ 4448 h 1387793"/>
                <a:gd name="connsiteX114" fmla="*/ 160932 w 498188"/>
                <a:gd name="connsiteY114" fmla="*/ 29169 h 1387793"/>
                <a:gd name="connsiteX115" fmla="*/ 166406 w 498188"/>
                <a:gd name="connsiteY115" fmla="*/ 29682 h 1387793"/>
                <a:gd name="connsiteX116" fmla="*/ 143909 w 498188"/>
                <a:gd name="connsiteY116" fmla="*/ 78525 h 1387793"/>
                <a:gd name="connsiteX117" fmla="*/ 140060 w 498188"/>
                <a:gd name="connsiteY117" fmla="*/ 98285 h 1387793"/>
                <a:gd name="connsiteX118" fmla="*/ 145021 w 498188"/>
                <a:gd name="connsiteY118" fmla="*/ 108721 h 1387793"/>
                <a:gd name="connsiteX119" fmla="*/ 140573 w 498188"/>
                <a:gd name="connsiteY119" fmla="*/ 123006 h 1387793"/>
                <a:gd name="connsiteX120" fmla="*/ 139547 w 498188"/>
                <a:gd name="connsiteY120" fmla="*/ 134554 h 1387793"/>
                <a:gd name="connsiteX121" fmla="*/ 142370 w 498188"/>
                <a:gd name="connsiteY121" fmla="*/ 153800 h 1387793"/>
                <a:gd name="connsiteX122" fmla="*/ 145620 w 498188"/>
                <a:gd name="connsiteY122" fmla="*/ 158761 h 1387793"/>
                <a:gd name="connsiteX123" fmla="*/ 147759 w 498188"/>
                <a:gd name="connsiteY123" fmla="*/ 166460 h 1387793"/>
                <a:gd name="connsiteX124" fmla="*/ 151608 w 498188"/>
                <a:gd name="connsiteY124" fmla="*/ 176297 h 1387793"/>
                <a:gd name="connsiteX125" fmla="*/ 154431 w 498188"/>
                <a:gd name="connsiteY125" fmla="*/ 192207 h 1387793"/>
                <a:gd name="connsiteX126" fmla="*/ 184626 w 498188"/>
                <a:gd name="connsiteY126" fmla="*/ 200419 h 1387793"/>
                <a:gd name="connsiteX127" fmla="*/ 187364 w 498188"/>
                <a:gd name="connsiteY127" fmla="*/ 206492 h 1387793"/>
                <a:gd name="connsiteX128" fmla="*/ 183258 w 498188"/>
                <a:gd name="connsiteY128" fmla="*/ 220264 h 1387793"/>
                <a:gd name="connsiteX129" fmla="*/ 168203 w 498188"/>
                <a:gd name="connsiteY129" fmla="*/ 239938 h 1387793"/>
                <a:gd name="connsiteX130" fmla="*/ 97462 w 498188"/>
                <a:gd name="connsiteY130" fmla="*/ 286557 h 1387793"/>
                <a:gd name="connsiteX131" fmla="*/ 85914 w 498188"/>
                <a:gd name="connsiteY131" fmla="*/ 293144 h 1387793"/>
                <a:gd name="connsiteX132" fmla="*/ 79327 w 498188"/>
                <a:gd name="connsiteY132" fmla="*/ 303580 h 1387793"/>
                <a:gd name="connsiteX133" fmla="*/ 63417 w 498188"/>
                <a:gd name="connsiteY133" fmla="*/ 338138 h 1387793"/>
                <a:gd name="connsiteX134" fmla="*/ 48020 w 498188"/>
                <a:gd name="connsiteY134" fmla="*/ 406912 h 1387793"/>
                <a:gd name="connsiteX135" fmla="*/ 31938 w 498188"/>
                <a:gd name="connsiteY135" fmla="*/ 480048 h 1387793"/>
                <a:gd name="connsiteX136" fmla="*/ 29800 w 498188"/>
                <a:gd name="connsiteY136" fmla="*/ 507848 h 1387793"/>
                <a:gd name="connsiteX137" fmla="*/ 23898 w 498188"/>
                <a:gd name="connsiteY137" fmla="*/ 525811 h 1387793"/>
                <a:gd name="connsiteX138" fmla="*/ 16798 w 498188"/>
                <a:gd name="connsiteY138" fmla="*/ 531885 h 1387793"/>
                <a:gd name="connsiteX139" fmla="*/ 9099 w 498188"/>
                <a:gd name="connsiteY139" fmla="*/ 570805 h 1387793"/>
                <a:gd name="connsiteX140" fmla="*/ 2769 w 498188"/>
                <a:gd name="connsiteY140" fmla="*/ 632223 h 1387793"/>
                <a:gd name="connsiteX141" fmla="*/ 18081 w 498188"/>
                <a:gd name="connsiteY141" fmla="*/ 639322 h 1387793"/>
                <a:gd name="connsiteX142" fmla="*/ 16627 w 498188"/>
                <a:gd name="connsiteY142" fmla="*/ 662161 h 1387793"/>
                <a:gd name="connsiteX143" fmla="*/ 24924 w 498188"/>
                <a:gd name="connsiteY143" fmla="*/ 659766 h 1387793"/>
                <a:gd name="connsiteX144" fmla="*/ 16627 w 498188"/>
                <a:gd name="connsiteY144" fmla="*/ 665070 h 1387793"/>
                <a:gd name="connsiteX145" fmla="*/ 23213 w 498188"/>
                <a:gd name="connsiteY145" fmla="*/ 704589 h 1387793"/>
                <a:gd name="connsiteX146" fmla="*/ 34162 w 498188"/>
                <a:gd name="connsiteY146" fmla="*/ 760874 h 1387793"/>
                <a:gd name="connsiteX147" fmla="*/ 41519 w 498188"/>
                <a:gd name="connsiteY147" fmla="*/ 782088 h 1387793"/>
                <a:gd name="connsiteX148" fmla="*/ 40749 w 498188"/>
                <a:gd name="connsiteY148" fmla="*/ 741114 h 1387793"/>
                <a:gd name="connsiteX149" fmla="*/ 41177 w 498188"/>
                <a:gd name="connsiteY149" fmla="*/ 739746 h 1387793"/>
                <a:gd name="connsiteX150" fmla="*/ 53580 w 498188"/>
                <a:gd name="connsiteY150" fmla="*/ 753945 h 1387793"/>
                <a:gd name="connsiteX151" fmla="*/ 50329 w 498188"/>
                <a:gd name="connsiteY151" fmla="*/ 797827 h 1387793"/>
                <a:gd name="connsiteX152" fmla="*/ 57429 w 498188"/>
                <a:gd name="connsiteY152" fmla="*/ 870279 h 1387793"/>
                <a:gd name="connsiteX153" fmla="*/ 81038 w 498188"/>
                <a:gd name="connsiteY153" fmla="*/ 986613 h 1387793"/>
                <a:gd name="connsiteX154" fmla="*/ 97889 w 498188"/>
                <a:gd name="connsiteY154" fmla="*/ 1161114 h 1387793"/>
                <a:gd name="connsiteX155" fmla="*/ 92671 w 498188"/>
                <a:gd name="connsiteY155" fmla="*/ 1266498 h 1387793"/>
                <a:gd name="connsiteX156" fmla="*/ 101482 w 498188"/>
                <a:gd name="connsiteY156" fmla="*/ 1303109 h 1387793"/>
                <a:gd name="connsiteX157" fmla="*/ 92671 w 498188"/>
                <a:gd name="connsiteY157" fmla="*/ 1321415 h 1387793"/>
                <a:gd name="connsiteX158" fmla="*/ 76590 w 498188"/>
                <a:gd name="connsiteY158" fmla="*/ 1339720 h 1387793"/>
                <a:gd name="connsiteX159" fmla="*/ 76590 w 498188"/>
                <a:gd name="connsiteY159" fmla="*/ 1339720 h 1387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</a:cxnLst>
              <a:rect l="l" t="t" r="r" b="b"/>
              <a:pathLst>
                <a:path w="498188" h="1387793">
                  <a:moveTo>
                    <a:pt x="73596" y="605278"/>
                  </a:moveTo>
                  <a:cubicBezTo>
                    <a:pt x="73596" y="605278"/>
                    <a:pt x="73510" y="605534"/>
                    <a:pt x="73510" y="605705"/>
                  </a:cubicBezTo>
                  <a:cubicBezTo>
                    <a:pt x="73425" y="606304"/>
                    <a:pt x="73254" y="607245"/>
                    <a:pt x="72997" y="608528"/>
                  </a:cubicBezTo>
                  <a:cubicBezTo>
                    <a:pt x="73168" y="607416"/>
                    <a:pt x="73339" y="606475"/>
                    <a:pt x="73510" y="605705"/>
                  </a:cubicBezTo>
                  <a:cubicBezTo>
                    <a:pt x="73596" y="605107"/>
                    <a:pt x="73682" y="604850"/>
                    <a:pt x="73596" y="605278"/>
                  </a:cubicBezTo>
                  <a:lnTo>
                    <a:pt x="73596" y="605278"/>
                  </a:lnTo>
                  <a:close/>
                  <a:moveTo>
                    <a:pt x="62647" y="667807"/>
                  </a:moveTo>
                  <a:cubicBezTo>
                    <a:pt x="62647" y="667807"/>
                    <a:pt x="62390" y="668662"/>
                    <a:pt x="62134" y="669518"/>
                  </a:cubicBezTo>
                  <a:cubicBezTo>
                    <a:pt x="62390" y="668491"/>
                    <a:pt x="62647" y="667807"/>
                    <a:pt x="62647" y="667807"/>
                  </a:cubicBezTo>
                  <a:cubicBezTo>
                    <a:pt x="62647" y="667807"/>
                    <a:pt x="59568" y="663616"/>
                    <a:pt x="58798" y="660707"/>
                  </a:cubicBezTo>
                  <a:cubicBezTo>
                    <a:pt x="58541" y="659424"/>
                    <a:pt x="55034" y="656601"/>
                    <a:pt x="49132" y="655404"/>
                  </a:cubicBezTo>
                  <a:cubicBezTo>
                    <a:pt x="53922" y="655147"/>
                    <a:pt x="58199" y="655575"/>
                    <a:pt x="61022" y="657029"/>
                  </a:cubicBezTo>
                  <a:lnTo>
                    <a:pt x="65299" y="631709"/>
                  </a:lnTo>
                  <a:cubicBezTo>
                    <a:pt x="67437" y="631196"/>
                    <a:pt x="68891" y="630854"/>
                    <a:pt x="69319" y="630683"/>
                  </a:cubicBezTo>
                  <a:cubicBezTo>
                    <a:pt x="66496" y="647021"/>
                    <a:pt x="63246" y="665412"/>
                    <a:pt x="62647" y="667722"/>
                  </a:cubicBezTo>
                  <a:lnTo>
                    <a:pt x="62647" y="667722"/>
                  </a:lnTo>
                  <a:close/>
                  <a:moveTo>
                    <a:pt x="362377" y="474830"/>
                  </a:moveTo>
                  <a:cubicBezTo>
                    <a:pt x="367595" y="469099"/>
                    <a:pt x="382479" y="397246"/>
                    <a:pt x="385815" y="401694"/>
                  </a:cubicBezTo>
                  <a:cubicBezTo>
                    <a:pt x="386756" y="403062"/>
                    <a:pt x="390092" y="409991"/>
                    <a:pt x="394027" y="419058"/>
                  </a:cubicBezTo>
                  <a:cubicBezTo>
                    <a:pt x="400100" y="434199"/>
                    <a:pt x="407457" y="454472"/>
                    <a:pt x="410707" y="460972"/>
                  </a:cubicBezTo>
                  <a:cubicBezTo>
                    <a:pt x="415840" y="471237"/>
                    <a:pt x="418064" y="479278"/>
                    <a:pt x="417294" y="484325"/>
                  </a:cubicBezTo>
                  <a:cubicBezTo>
                    <a:pt x="417037" y="486549"/>
                    <a:pt x="414557" y="494247"/>
                    <a:pt x="412247" y="501604"/>
                  </a:cubicBezTo>
                  <a:cubicBezTo>
                    <a:pt x="403436" y="517001"/>
                    <a:pt x="379828" y="569351"/>
                    <a:pt x="375551" y="578932"/>
                  </a:cubicBezTo>
                  <a:cubicBezTo>
                    <a:pt x="372557" y="546427"/>
                    <a:pt x="369734" y="518626"/>
                    <a:pt x="369734" y="518626"/>
                  </a:cubicBezTo>
                  <a:cubicBezTo>
                    <a:pt x="370760" y="512040"/>
                    <a:pt x="348520" y="490056"/>
                    <a:pt x="362377" y="474744"/>
                  </a:cubicBezTo>
                  <a:lnTo>
                    <a:pt x="362377" y="474744"/>
                  </a:lnTo>
                  <a:close/>
                  <a:moveTo>
                    <a:pt x="76333" y="1339549"/>
                  </a:moveTo>
                  <a:cubicBezTo>
                    <a:pt x="71971" y="1342457"/>
                    <a:pt x="44940" y="1361533"/>
                    <a:pt x="36900" y="1359993"/>
                  </a:cubicBezTo>
                  <a:cubicBezTo>
                    <a:pt x="28773" y="1358539"/>
                    <a:pt x="9014" y="1359223"/>
                    <a:pt x="6191" y="1360763"/>
                  </a:cubicBezTo>
                  <a:cubicBezTo>
                    <a:pt x="3197" y="1362217"/>
                    <a:pt x="-1166" y="1370258"/>
                    <a:pt x="289" y="1372482"/>
                  </a:cubicBezTo>
                  <a:cubicBezTo>
                    <a:pt x="1743" y="1374706"/>
                    <a:pt x="18594" y="1379068"/>
                    <a:pt x="21502" y="1380522"/>
                  </a:cubicBezTo>
                  <a:cubicBezTo>
                    <a:pt x="24496" y="1381977"/>
                    <a:pt x="84459" y="1386339"/>
                    <a:pt x="88736" y="1385655"/>
                  </a:cubicBezTo>
                  <a:cubicBezTo>
                    <a:pt x="93185" y="1384885"/>
                    <a:pt x="120899" y="1373251"/>
                    <a:pt x="122439" y="1376844"/>
                  </a:cubicBezTo>
                  <a:cubicBezTo>
                    <a:pt x="123893" y="1380522"/>
                    <a:pt x="123893" y="1384885"/>
                    <a:pt x="123893" y="1384885"/>
                  </a:cubicBezTo>
                  <a:cubicBezTo>
                    <a:pt x="123893" y="1384885"/>
                    <a:pt x="191897" y="1383431"/>
                    <a:pt x="193351" y="1378983"/>
                  </a:cubicBezTo>
                  <a:cubicBezTo>
                    <a:pt x="194805" y="1374620"/>
                    <a:pt x="191897" y="1343911"/>
                    <a:pt x="192581" y="1336555"/>
                  </a:cubicBezTo>
                  <a:cubicBezTo>
                    <a:pt x="193351" y="1329284"/>
                    <a:pt x="194036" y="1324836"/>
                    <a:pt x="191127" y="1320474"/>
                  </a:cubicBezTo>
                  <a:cubicBezTo>
                    <a:pt x="188219" y="1316111"/>
                    <a:pt x="181547" y="1315341"/>
                    <a:pt x="185225" y="1310979"/>
                  </a:cubicBezTo>
                  <a:cubicBezTo>
                    <a:pt x="188903" y="1306616"/>
                    <a:pt x="189673" y="1309525"/>
                    <a:pt x="189673" y="1302938"/>
                  </a:cubicBezTo>
                  <a:cubicBezTo>
                    <a:pt x="189673" y="1296351"/>
                    <a:pt x="183087" y="1294897"/>
                    <a:pt x="182317" y="1284633"/>
                  </a:cubicBezTo>
                  <a:cubicBezTo>
                    <a:pt x="181547" y="1274368"/>
                    <a:pt x="178639" y="1282409"/>
                    <a:pt x="180863" y="1263419"/>
                  </a:cubicBezTo>
                  <a:cubicBezTo>
                    <a:pt x="183087" y="1244429"/>
                    <a:pt x="190443" y="1148539"/>
                    <a:pt x="186765" y="1111244"/>
                  </a:cubicBezTo>
                  <a:cubicBezTo>
                    <a:pt x="183087" y="1073949"/>
                    <a:pt x="185995" y="1072494"/>
                    <a:pt x="185995" y="1063684"/>
                  </a:cubicBezTo>
                  <a:cubicBezTo>
                    <a:pt x="185995" y="1054873"/>
                    <a:pt x="181547" y="1041700"/>
                    <a:pt x="181547" y="1031521"/>
                  </a:cubicBezTo>
                  <a:cubicBezTo>
                    <a:pt x="181547" y="1021342"/>
                    <a:pt x="190443" y="1020572"/>
                    <a:pt x="188219" y="1005175"/>
                  </a:cubicBezTo>
                  <a:cubicBezTo>
                    <a:pt x="185995" y="989863"/>
                    <a:pt x="192581" y="864035"/>
                    <a:pt x="194036" y="854454"/>
                  </a:cubicBezTo>
                  <a:cubicBezTo>
                    <a:pt x="199938" y="854797"/>
                    <a:pt x="216533" y="901672"/>
                    <a:pt x="225856" y="955220"/>
                  </a:cubicBezTo>
                  <a:cubicBezTo>
                    <a:pt x="227225" y="964116"/>
                    <a:pt x="228594" y="973183"/>
                    <a:pt x="229706" y="981737"/>
                  </a:cubicBezTo>
                  <a:cubicBezTo>
                    <a:pt x="235779" y="1037594"/>
                    <a:pt x="232443" y="1104572"/>
                    <a:pt x="235437" y="1123647"/>
                  </a:cubicBezTo>
                  <a:cubicBezTo>
                    <a:pt x="235779" y="1126299"/>
                    <a:pt x="236378" y="1129207"/>
                    <a:pt x="237062" y="1132287"/>
                  </a:cubicBezTo>
                  <a:cubicBezTo>
                    <a:pt x="237319" y="1136307"/>
                    <a:pt x="237661" y="1139558"/>
                    <a:pt x="238003" y="1141867"/>
                  </a:cubicBezTo>
                  <a:cubicBezTo>
                    <a:pt x="240911" y="1161627"/>
                    <a:pt x="252630" y="1207732"/>
                    <a:pt x="256308" y="1225268"/>
                  </a:cubicBezTo>
                  <a:cubicBezTo>
                    <a:pt x="259987" y="1242804"/>
                    <a:pt x="266488" y="1267696"/>
                    <a:pt x="257763" y="1275052"/>
                  </a:cubicBezTo>
                  <a:lnTo>
                    <a:pt x="250321" y="1279244"/>
                  </a:lnTo>
                  <a:cubicBezTo>
                    <a:pt x="245103" y="1281040"/>
                    <a:pt x="241424" y="1280527"/>
                    <a:pt x="240911" y="1284547"/>
                  </a:cubicBezTo>
                  <a:cubicBezTo>
                    <a:pt x="240911" y="1284547"/>
                    <a:pt x="236549" y="1306873"/>
                    <a:pt x="239885" y="1313459"/>
                  </a:cubicBezTo>
                  <a:lnTo>
                    <a:pt x="239885" y="1318848"/>
                  </a:lnTo>
                  <a:cubicBezTo>
                    <a:pt x="238260" y="1322954"/>
                    <a:pt x="234239" y="1326205"/>
                    <a:pt x="240313" y="1327745"/>
                  </a:cubicBezTo>
                  <a:cubicBezTo>
                    <a:pt x="240997" y="1336555"/>
                    <a:pt x="243991" y="1334331"/>
                    <a:pt x="244675" y="1339463"/>
                  </a:cubicBezTo>
                  <a:cubicBezTo>
                    <a:pt x="245445" y="1344168"/>
                    <a:pt x="210117" y="1361362"/>
                    <a:pt x="213453" y="1364954"/>
                  </a:cubicBezTo>
                  <a:cubicBezTo>
                    <a:pt x="211742" y="1367178"/>
                    <a:pt x="210288" y="1370172"/>
                    <a:pt x="210288" y="1373850"/>
                  </a:cubicBezTo>
                  <a:cubicBezTo>
                    <a:pt x="210288" y="1380437"/>
                    <a:pt x="213966" y="1379753"/>
                    <a:pt x="216190" y="1380437"/>
                  </a:cubicBezTo>
                  <a:cubicBezTo>
                    <a:pt x="218414" y="1381207"/>
                    <a:pt x="236720" y="1384115"/>
                    <a:pt x="238858" y="1384115"/>
                  </a:cubicBezTo>
                  <a:cubicBezTo>
                    <a:pt x="240997" y="1384115"/>
                    <a:pt x="305494" y="1386339"/>
                    <a:pt x="314989" y="1385569"/>
                  </a:cubicBezTo>
                  <a:cubicBezTo>
                    <a:pt x="324398" y="1384799"/>
                    <a:pt x="328076" y="1379753"/>
                    <a:pt x="328076" y="1379753"/>
                  </a:cubicBezTo>
                  <a:lnTo>
                    <a:pt x="328846" y="1387793"/>
                  </a:lnTo>
                  <a:lnTo>
                    <a:pt x="342703" y="1387023"/>
                  </a:lnTo>
                  <a:cubicBezTo>
                    <a:pt x="342703" y="1387023"/>
                    <a:pt x="344157" y="1368718"/>
                    <a:pt x="344157" y="1363585"/>
                  </a:cubicBezTo>
                  <a:cubicBezTo>
                    <a:pt x="344157" y="1358453"/>
                    <a:pt x="342703" y="1346734"/>
                    <a:pt x="342703" y="1339463"/>
                  </a:cubicBezTo>
                  <a:cubicBezTo>
                    <a:pt x="342703" y="1332193"/>
                    <a:pt x="336887" y="1319704"/>
                    <a:pt x="340479" y="1316025"/>
                  </a:cubicBezTo>
                  <a:cubicBezTo>
                    <a:pt x="344157" y="1312347"/>
                    <a:pt x="347151" y="1307985"/>
                    <a:pt x="349974" y="1302168"/>
                  </a:cubicBezTo>
                  <a:cubicBezTo>
                    <a:pt x="352883" y="1296266"/>
                    <a:pt x="354422" y="1069501"/>
                    <a:pt x="354422" y="1036568"/>
                  </a:cubicBezTo>
                  <a:cubicBezTo>
                    <a:pt x="354422" y="1003635"/>
                    <a:pt x="344842" y="957615"/>
                    <a:pt x="342019" y="937855"/>
                  </a:cubicBezTo>
                  <a:cubicBezTo>
                    <a:pt x="339025" y="918096"/>
                    <a:pt x="343045" y="890039"/>
                    <a:pt x="345697" y="877122"/>
                  </a:cubicBezTo>
                  <a:cubicBezTo>
                    <a:pt x="346382" y="873444"/>
                    <a:pt x="350060" y="821522"/>
                    <a:pt x="350060" y="803986"/>
                  </a:cubicBezTo>
                  <a:cubicBezTo>
                    <a:pt x="350060" y="790043"/>
                    <a:pt x="348263" y="735298"/>
                    <a:pt x="347494" y="713485"/>
                  </a:cubicBezTo>
                  <a:cubicBezTo>
                    <a:pt x="348092" y="711432"/>
                    <a:pt x="348777" y="709807"/>
                    <a:pt x="349718" y="708866"/>
                  </a:cubicBezTo>
                  <a:cubicBezTo>
                    <a:pt x="350659" y="707925"/>
                    <a:pt x="352027" y="706129"/>
                    <a:pt x="353652" y="703905"/>
                  </a:cubicBezTo>
                  <a:cubicBezTo>
                    <a:pt x="368194" y="701253"/>
                    <a:pt x="381709" y="690304"/>
                    <a:pt x="383078" y="678157"/>
                  </a:cubicBezTo>
                  <a:cubicBezTo>
                    <a:pt x="383335" y="674907"/>
                    <a:pt x="382907" y="664556"/>
                    <a:pt x="381795" y="650528"/>
                  </a:cubicBezTo>
                  <a:cubicBezTo>
                    <a:pt x="386500" y="638296"/>
                    <a:pt x="391033" y="626320"/>
                    <a:pt x="391803" y="624182"/>
                  </a:cubicBezTo>
                  <a:cubicBezTo>
                    <a:pt x="397876" y="629400"/>
                    <a:pt x="403864" y="634618"/>
                    <a:pt x="403864" y="634618"/>
                  </a:cubicBezTo>
                  <a:lnTo>
                    <a:pt x="422854" y="616312"/>
                  </a:lnTo>
                  <a:cubicBezTo>
                    <a:pt x="422854" y="616312"/>
                    <a:pt x="421400" y="615029"/>
                    <a:pt x="418919" y="612891"/>
                  </a:cubicBezTo>
                  <a:lnTo>
                    <a:pt x="425506" y="617766"/>
                  </a:lnTo>
                  <a:cubicBezTo>
                    <a:pt x="425506" y="617766"/>
                    <a:pt x="432092" y="616654"/>
                    <a:pt x="434316" y="607929"/>
                  </a:cubicBezTo>
                  <a:cubicBezTo>
                    <a:pt x="436540" y="599119"/>
                    <a:pt x="465025" y="565160"/>
                    <a:pt x="470585" y="553099"/>
                  </a:cubicBezTo>
                  <a:cubicBezTo>
                    <a:pt x="476059" y="541037"/>
                    <a:pt x="494707" y="511355"/>
                    <a:pt x="496931" y="506993"/>
                  </a:cubicBezTo>
                  <a:cubicBezTo>
                    <a:pt x="499155" y="502630"/>
                    <a:pt x="497958" y="483897"/>
                    <a:pt x="496931" y="475172"/>
                  </a:cubicBezTo>
                  <a:cubicBezTo>
                    <a:pt x="495819" y="466362"/>
                    <a:pt x="492483" y="452162"/>
                    <a:pt x="487009" y="442239"/>
                  </a:cubicBezTo>
                  <a:cubicBezTo>
                    <a:pt x="481619" y="432402"/>
                    <a:pt x="452964" y="365425"/>
                    <a:pt x="448687" y="354476"/>
                  </a:cubicBezTo>
                  <a:cubicBezTo>
                    <a:pt x="444239" y="343527"/>
                    <a:pt x="435514" y="325991"/>
                    <a:pt x="427901" y="314957"/>
                  </a:cubicBezTo>
                  <a:cubicBezTo>
                    <a:pt x="420202" y="304008"/>
                    <a:pt x="416610" y="288525"/>
                    <a:pt x="418320" y="276549"/>
                  </a:cubicBezTo>
                  <a:cubicBezTo>
                    <a:pt x="419774" y="266627"/>
                    <a:pt x="412418" y="254566"/>
                    <a:pt x="412418" y="254566"/>
                  </a:cubicBezTo>
                  <a:cubicBezTo>
                    <a:pt x="412418" y="254566"/>
                    <a:pt x="395909" y="246867"/>
                    <a:pt x="387184" y="241393"/>
                  </a:cubicBezTo>
                  <a:cubicBezTo>
                    <a:pt x="378373" y="235918"/>
                    <a:pt x="314817" y="216158"/>
                    <a:pt x="300532" y="212822"/>
                  </a:cubicBezTo>
                  <a:cubicBezTo>
                    <a:pt x="292748" y="211026"/>
                    <a:pt x="286589" y="203327"/>
                    <a:pt x="282569" y="196741"/>
                  </a:cubicBezTo>
                  <a:lnTo>
                    <a:pt x="282911" y="197511"/>
                  </a:lnTo>
                  <a:cubicBezTo>
                    <a:pt x="282911" y="197511"/>
                    <a:pt x="282997" y="198195"/>
                    <a:pt x="282997" y="198623"/>
                  </a:cubicBezTo>
                  <a:cubicBezTo>
                    <a:pt x="282911" y="198024"/>
                    <a:pt x="282569" y="197340"/>
                    <a:pt x="282398" y="196655"/>
                  </a:cubicBezTo>
                  <a:cubicBezTo>
                    <a:pt x="282398" y="196655"/>
                    <a:pt x="282484" y="196741"/>
                    <a:pt x="282484" y="196826"/>
                  </a:cubicBezTo>
                  <a:lnTo>
                    <a:pt x="282484" y="196655"/>
                  </a:lnTo>
                  <a:cubicBezTo>
                    <a:pt x="280088" y="189384"/>
                    <a:pt x="275640" y="177666"/>
                    <a:pt x="271278" y="174330"/>
                  </a:cubicBezTo>
                  <a:cubicBezTo>
                    <a:pt x="269482" y="169454"/>
                    <a:pt x="266231" y="160045"/>
                    <a:pt x="267429" y="156452"/>
                  </a:cubicBezTo>
                  <a:cubicBezTo>
                    <a:pt x="269054" y="151491"/>
                    <a:pt x="272903" y="153715"/>
                    <a:pt x="274101" y="148753"/>
                  </a:cubicBezTo>
                  <a:cubicBezTo>
                    <a:pt x="275127" y="143792"/>
                    <a:pt x="278463" y="118558"/>
                    <a:pt x="285050" y="105983"/>
                  </a:cubicBezTo>
                  <a:cubicBezTo>
                    <a:pt x="291636" y="93324"/>
                    <a:pt x="291636" y="66464"/>
                    <a:pt x="289925" y="49442"/>
                  </a:cubicBezTo>
                  <a:cubicBezTo>
                    <a:pt x="288300" y="32420"/>
                    <a:pt x="272903" y="17621"/>
                    <a:pt x="263066" y="13259"/>
                  </a:cubicBezTo>
                  <a:lnTo>
                    <a:pt x="268541" y="12147"/>
                  </a:lnTo>
                  <a:cubicBezTo>
                    <a:pt x="268541" y="12147"/>
                    <a:pt x="260243" y="11548"/>
                    <a:pt x="258105" y="12660"/>
                  </a:cubicBezTo>
                  <a:cubicBezTo>
                    <a:pt x="255881" y="13772"/>
                    <a:pt x="252031" y="0"/>
                    <a:pt x="252031" y="0"/>
                  </a:cubicBezTo>
                  <a:cubicBezTo>
                    <a:pt x="252031" y="0"/>
                    <a:pt x="253058" y="4961"/>
                    <a:pt x="251005" y="7699"/>
                  </a:cubicBezTo>
                  <a:cubicBezTo>
                    <a:pt x="248781" y="10436"/>
                    <a:pt x="241082" y="1112"/>
                    <a:pt x="227396" y="2224"/>
                  </a:cubicBezTo>
                  <a:cubicBezTo>
                    <a:pt x="213624" y="3336"/>
                    <a:pt x="195575" y="4448"/>
                    <a:pt x="195575" y="4448"/>
                  </a:cubicBezTo>
                  <a:cubicBezTo>
                    <a:pt x="172993" y="9409"/>
                    <a:pt x="160932" y="29169"/>
                    <a:pt x="160932" y="29169"/>
                  </a:cubicBezTo>
                  <a:cubicBezTo>
                    <a:pt x="160932" y="29169"/>
                    <a:pt x="165380" y="27544"/>
                    <a:pt x="166406" y="29682"/>
                  </a:cubicBezTo>
                  <a:cubicBezTo>
                    <a:pt x="167433" y="31906"/>
                    <a:pt x="149897" y="42342"/>
                    <a:pt x="143909" y="78525"/>
                  </a:cubicBezTo>
                  <a:cubicBezTo>
                    <a:pt x="143909" y="78525"/>
                    <a:pt x="140060" y="93324"/>
                    <a:pt x="140060" y="98285"/>
                  </a:cubicBezTo>
                  <a:cubicBezTo>
                    <a:pt x="140060" y="103246"/>
                    <a:pt x="145535" y="104871"/>
                    <a:pt x="145021" y="108721"/>
                  </a:cubicBezTo>
                  <a:cubicBezTo>
                    <a:pt x="144423" y="112570"/>
                    <a:pt x="149384" y="113083"/>
                    <a:pt x="140573" y="123006"/>
                  </a:cubicBezTo>
                  <a:cubicBezTo>
                    <a:pt x="131763" y="132843"/>
                    <a:pt x="137836" y="133442"/>
                    <a:pt x="139547" y="134554"/>
                  </a:cubicBezTo>
                  <a:cubicBezTo>
                    <a:pt x="141172" y="135666"/>
                    <a:pt x="141172" y="148839"/>
                    <a:pt x="142370" y="153800"/>
                  </a:cubicBezTo>
                  <a:cubicBezTo>
                    <a:pt x="143396" y="158761"/>
                    <a:pt x="145620" y="156537"/>
                    <a:pt x="145620" y="158761"/>
                  </a:cubicBezTo>
                  <a:cubicBezTo>
                    <a:pt x="145620" y="160985"/>
                    <a:pt x="145021" y="163124"/>
                    <a:pt x="147759" y="166460"/>
                  </a:cubicBezTo>
                  <a:cubicBezTo>
                    <a:pt x="150582" y="169710"/>
                    <a:pt x="150582" y="171934"/>
                    <a:pt x="151608" y="176297"/>
                  </a:cubicBezTo>
                  <a:cubicBezTo>
                    <a:pt x="152806" y="180659"/>
                    <a:pt x="150582" y="186134"/>
                    <a:pt x="154431" y="192207"/>
                  </a:cubicBezTo>
                  <a:cubicBezTo>
                    <a:pt x="158195" y="198281"/>
                    <a:pt x="172993" y="192207"/>
                    <a:pt x="184626" y="200419"/>
                  </a:cubicBezTo>
                  <a:cubicBezTo>
                    <a:pt x="184626" y="200419"/>
                    <a:pt x="187364" y="204782"/>
                    <a:pt x="187364" y="206492"/>
                  </a:cubicBezTo>
                  <a:cubicBezTo>
                    <a:pt x="187364" y="206492"/>
                    <a:pt x="185909" y="211967"/>
                    <a:pt x="183258" y="220264"/>
                  </a:cubicBezTo>
                  <a:cubicBezTo>
                    <a:pt x="180948" y="224627"/>
                    <a:pt x="174362" y="236431"/>
                    <a:pt x="168203" y="239938"/>
                  </a:cubicBezTo>
                  <a:cubicBezTo>
                    <a:pt x="160504" y="244301"/>
                    <a:pt x="100712" y="284333"/>
                    <a:pt x="97462" y="286557"/>
                  </a:cubicBezTo>
                  <a:cubicBezTo>
                    <a:pt x="94211" y="288781"/>
                    <a:pt x="88138" y="289295"/>
                    <a:pt x="85914" y="293144"/>
                  </a:cubicBezTo>
                  <a:cubicBezTo>
                    <a:pt x="83690" y="296993"/>
                    <a:pt x="78814" y="299217"/>
                    <a:pt x="79327" y="303580"/>
                  </a:cubicBezTo>
                  <a:cubicBezTo>
                    <a:pt x="79926" y="307942"/>
                    <a:pt x="64016" y="328814"/>
                    <a:pt x="63417" y="338138"/>
                  </a:cubicBezTo>
                  <a:cubicBezTo>
                    <a:pt x="62818" y="347461"/>
                    <a:pt x="52981" y="389376"/>
                    <a:pt x="48020" y="406912"/>
                  </a:cubicBezTo>
                  <a:cubicBezTo>
                    <a:pt x="43144" y="424447"/>
                    <a:pt x="34761" y="469612"/>
                    <a:pt x="31938" y="480048"/>
                  </a:cubicBezTo>
                  <a:cubicBezTo>
                    <a:pt x="29201" y="490484"/>
                    <a:pt x="32537" y="501262"/>
                    <a:pt x="29800" y="507848"/>
                  </a:cubicBezTo>
                  <a:cubicBezTo>
                    <a:pt x="26977" y="514435"/>
                    <a:pt x="27234" y="524699"/>
                    <a:pt x="23898" y="525811"/>
                  </a:cubicBezTo>
                  <a:cubicBezTo>
                    <a:pt x="20647" y="526924"/>
                    <a:pt x="16199" y="530174"/>
                    <a:pt x="16798" y="531885"/>
                  </a:cubicBezTo>
                  <a:cubicBezTo>
                    <a:pt x="17397" y="533510"/>
                    <a:pt x="10211" y="563706"/>
                    <a:pt x="9099" y="570805"/>
                  </a:cubicBezTo>
                  <a:cubicBezTo>
                    <a:pt x="8073" y="577905"/>
                    <a:pt x="2769" y="627860"/>
                    <a:pt x="2769" y="632223"/>
                  </a:cubicBezTo>
                  <a:cubicBezTo>
                    <a:pt x="2769" y="635131"/>
                    <a:pt x="9698" y="638210"/>
                    <a:pt x="18081" y="639322"/>
                  </a:cubicBezTo>
                  <a:lnTo>
                    <a:pt x="16627" y="662161"/>
                  </a:lnTo>
                  <a:cubicBezTo>
                    <a:pt x="16627" y="662161"/>
                    <a:pt x="19963" y="661049"/>
                    <a:pt x="24924" y="659766"/>
                  </a:cubicBezTo>
                  <a:cubicBezTo>
                    <a:pt x="22358" y="661221"/>
                    <a:pt x="19535" y="662931"/>
                    <a:pt x="16627" y="665070"/>
                  </a:cubicBezTo>
                  <a:cubicBezTo>
                    <a:pt x="21075" y="679697"/>
                    <a:pt x="21075" y="690732"/>
                    <a:pt x="23213" y="704589"/>
                  </a:cubicBezTo>
                  <a:cubicBezTo>
                    <a:pt x="25437" y="718446"/>
                    <a:pt x="31938" y="749241"/>
                    <a:pt x="34162" y="760874"/>
                  </a:cubicBezTo>
                  <a:cubicBezTo>
                    <a:pt x="36386" y="772593"/>
                    <a:pt x="39295" y="784312"/>
                    <a:pt x="41519" y="782088"/>
                  </a:cubicBezTo>
                  <a:cubicBezTo>
                    <a:pt x="43743" y="779864"/>
                    <a:pt x="47421" y="779180"/>
                    <a:pt x="40749" y="741114"/>
                  </a:cubicBezTo>
                  <a:cubicBezTo>
                    <a:pt x="40749" y="741114"/>
                    <a:pt x="40920" y="740601"/>
                    <a:pt x="41177" y="739746"/>
                  </a:cubicBezTo>
                  <a:cubicBezTo>
                    <a:pt x="43657" y="744194"/>
                    <a:pt x="51698" y="747102"/>
                    <a:pt x="53580" y="753945"/>
                  </a:cubicBezTo>
                  <a:cubicBezTo>
                    <a:pt x="55804" y="761644"/>
                    <a:pt x="51441" y="789615"/>
                    <a:pt x="50329" y="797827"/>
                  </a:cubicBezTo>
                  <a:cubicBezTo>
                    <a:pt x="49303" y="806039"/>
                    <a:pt x="53580" y="853257"/>
                    <a:pt x="57429" y="870279"/>
                  </a:cubicBezTo>
                  <a:cubicBezTo>
                    <a:pt x="61278" y="887301"/>
                    <a:pt x="76590" y="961892"/>
                    <a:pt x="81038" y="986613"/>
                  </a:cubicBezTo>
                  <a:cubicBezTo>
                    <a:pt x="81038" y="986613"/>
                    <a:pt x="100028" y="1089346"/>
                    <a:pt x="97889" y="1161114"/>
                  </a:cubicBezTo>
                  <a:cubicBezTo>
                    <a:pt x="95665" y="1232796"/>
                    <a:pt x="89763" y="1256918"/>
                    <a:pt x="92671" y="1266498"/>
                  </a:cubicBezTo>
                  <a:cubicBezTo>
                    <a:pt x="95665" y="1275993"/>
                    <a:pt x="100798" y="1298661"/>
                    <a:pt x="101482" y="1303109"/>
                  </a:cubicBezTo>
                  <a:cubicBezTo>
                    <a:pt x="102252" y="1307472"/>
                    <a:pt x="98574" y="1314058"/>
                    <a:pt x="92671" y="1321415"/>
                  </a:cubicBezTo>
                  <a:cubicBezTo>
                    <a:pt x="86855" y="1328685"/>
                    <a:pt x="81038" y="1336812"/>
                    <a:pt x="76590" y="1339720"/>
                  </a:cubicBezTo>
                  <a:lnTo>
                    <a:pt x="76590" y="1339720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079CDAF-E11F-9FD7-96A3-401E11133FD2}"/>
                </a:ext>
              </a:extLst>
            </p:cNvPr>
            <p:cNvSpPr/>
            <p:nvPr/>
          </p:nvSpPr>
          <p:spPr>
            <a:xfrm>
              <a:off x="11214836" y="1230288"/>
              <a:ext cx="332493" cy="1116279"/>
            </a:xfrm>
            <a:custGeom>
              <a:avLst/>
              <a:gdLst>
                <a:gd name="connsiteX0" fmla="*/ 272872 w 332493"/>
                <a:gd name="connsiteY0" fmla="*/ 980511 h 1116279"/>
                <a:gd name="connsiteX1" fmla="*/ 267482 w 332493"/>
                <a:gd name="connsiteY1" fmla="*/ 1007284 h 1116279"/>
                <a:gd name="connsiteX2" fmla="*/ 263633 w 332493"/>
                <a:gd name="connsiteY2" fmla="*/ 1040816 h 1116279"/>
                <a:gd name="connsiteX3" fmla="*/ 251913 w 332493"/>
                <a:gd name="connsiteY3" fmla="*/ 1061260 h 1116279"/>
                <a:gd name="connsiteX4" fmla="*/ 253881 w 332493"/>
                <a:gd name="connsiteY4" fmla="*/ 1031064 h 1116279"/>
                <a:gd name="connsiteX5" fmla="*/ 238314 w 332493"/>
                <a:gd name="connsiteY5" fmla="*/ 1005745 h 1116279"/>
                <a:gd name="connsiteX6" fmla="*/ 230529 w 332493"/>
                <a:gd name="connsiteY6" fmla="*/ 975122 h 1116279"/>
                <a:gd name="connsiteX7" fmla="*/ 230529 w 332493"/>
                <a:gd name="connsiteY7" fmla="*/ 905493 h 1116279"/>
                <a:gd name="connsiteX8" fmla="*/ 236347 w 332493"/>
                <a:gd name="connsiteY8" fmla="*/ 860242 h 1116279"/>
                <a:gd name="connsiteX9" fmla="*/ 233438 w 332493"/>
                <a:gd name="connsiteY9" fmla="*/ 829106 h 1116279"/>
                <a:gd name="connsiteX10" fmla="*/ 227108 w 332493"/>
                <a:gd name="connsiteY10" fmla="*/ 797456 h 1116279"/>
                <a:gd name="connsiteX11" fmla="*/ 229075 w 332493"/>
                <a:gd name="connsiteY11" fmla="*/ 781375 h 1116279"/>
                <a:gd name="connsiteX12" fmla="*/ 243702 w 332493"/>
                <a:gd name="connsiteY12" fmla="*/ 810116 h 1116279"/>
                <a:gd name="connsiteX13" fmla="*/ 261666 w 332493"/>
                <a:gd name="connsiteY13" fmla="*/ 884621 h 1116279"/>
                <a:gd name="connsiteX14" fmla="*/ 272872 w 332493"/>
                <a:gd name="connsiteY14" fmla="*/ 980511 h 1116279"/>
                <a:gd name="connsiteX15" fmla="*/ 272872 w 332493"/>
                <a:gd name="connsiteY15" fmla="*/ 980511 h 1116279"/>
                <a:gd name="connsiteX16" fmla="*/ 310851 w 332493"/>
                <a:gd name="connsiteY16" fmla="*/ 998560 h 1116279"/>
                <a:gd name="connsiteX17" fmla="*/ 310338 w 332493"/>
                <a:gd name="connsiteY17" fmla="*/ 943044 h 1116279"/>
                <a:gd name="connsiteX18" fmla="*/ 301099 w 332493"/>
                <a:gd name="connsiteY18" fmla="*/ 786336 h 1116279"/>
                <a:gd name="connsiteX19" fmla="*/ 287925 w 332493"/>
                <a:gd name="connsiteY19" fmla="*/ 717733 h 1116279"/>
                <a:gd name="connsiteX20" fmla="*/ 291177 w 332493"/>
                <a:gd name="connsiteY20" fmla="*/ 651012 h 1116279"/>
                <a:gd name="connsiteX21" fmla="*/ 309141 w 332493"/>
                <a:gd name="connsiteY21" fmla="*/ 651012 h 1116279"/>
                <a:gd name="connsiteX22" fmla="*/ 324451 w 332493"/>
                <a:gd name="connsiteY22" fmla="*/ 529033 h 1116279"/>
                <a:gd name="connsiteX23" fmla="*/ 327017 w 332493"/>
                <a:gd name="connsiteY23" fmla="*/ 515860 h 1116279"/>
                <a:gd name="connsiteX24" fmla="*/ 322826 w 332493"/>
                <a:gd name="connsiteY24" fmla="*/ 496100 h 1116279"/>
                <a:gd name="connsiteX25" fmla="*/ 324365 w 332493"/>
                <a:gd name="connsiteY25" fmla="*/ 499607 h 1116279"/>
                <a:gd name="connsiteX26" fmla="*/ 315556 w 332493"/>
                <a:gd name="connsiteY26" fmla="*/ 440927 h 1116279"/>
                <a:gd name="connsiteX27" fmla="*/ 308799 w 332493"/>
                <a:gd name="connsiteY27" fmla="*/ 388321 h 1116279"/>
                <a:gd name="connsiteX28" fmla="*/ 301013 w 332493"/>
                <a:gd name="connsiteY28" fmla="*/ 378227 h 1116279"/>
                <a:gd name="connsiteX29" fmla="*/ 305718 w 332493"/>
                <a:gd name="connsiteY29" fmla="*/ 345807 h 1116279"/>
                <a:gd name="connsiteX30" fmla="*/ 306232 w 332493"/>
                <a:gd name="connsiteY30" fmla="*/ 319034 h 1116279"/>
                <a:gd name="connsiteX31" fmla="*/ 309910 w 332493"/>
                <a:gd name="connsiteY31" fmla="*/ 290207 h 1116279"/>
                <a:gd name="connsiteX32" fmla="*/ 281767 w 332493"/>
                <a:gd name="connsiteY32" fmla="*/ 167800 h 1116279"/>
                <a:gd name="connsiteX33" fmla="*/ 269278 w 332493"/>
                <a:gd name="connsiteY33" fmla="*/ 169596 h 1116279"/>
                <a:gd name="connsiteX34" fmla="*/ 259442 w 332493"/>
                <a:gd name="connsiteY34" fmla="*/ 168142 h 1116279"/>
                <a:gd name="connsiteX35" fmla="*/ 256362 w 332493"/>
                <a:gd name="connsiteY35" fmla="*/ 167201 h 1116279"/>
                <a:gd name="connsiteX36" fmla="*/ 245156 w 332493"/>
                <a:gd name="connsiteY36" fmla="*/ 157449 h 1116279"/>
                <a:gd name="connsiteX37" fmla="*/ 245841 w 332493"/>
                <a:gd name="connsiteY37" fmla="*/ 150863 h 1116279"/>
                <a:gd name="connsiteX38" fmla="*/ 253027 w 332493"/>
                <a:gd name="connsiteY38" fmla="*/ 149580 h 1116279"/>
                <a:gd name="connsiteX39" fmla="*/ 262777 w 332493"/>
                <a:gd name="connsiteY39" fmla="*/ 141796 h 1116279"/>
                <a:gd name="connsiteX40" fmla="*/ 272872 w 332493"/>
                <a:gd name="connsiteY40" fmla="*/ 136749 h 1116279"/>
                <a:gd name="connsiteX41" fmla="*/ 282880 w 332493"/>
                <a:gd name="connsiteY41" fmla="*/ 126056 h 1116279"/>
                <a:gd name="connsiteX42" fmla="*/ 297421 w 332493"/>
                <a:gd name="connsiteY42" fmla="*/ 43938 h 1116279"/>
                <a:gd name="connsiteX43" fmla="*/ 260810 w 332493"/>
                <a:gd name="connsiteY43" fmla="*/ 9124 h 1116279"/>
                <a:gd name="connsiteX44" fmla="*/ 245241 w 332493"/>
                <a:gd name="connsiteY44" fmla="*/ 5702 h 1116279"/>
                <a:gd name="connsiteX45" fmla="*/ 201874 w 332493"/>
                <a:gd name="connsiteY45" fmla="*/ 2024 h 1116279"/>
                <a:gd name="connsiteX46" fmla="*/ 155255 w 332493"/>
                <a:gd name="connsiteY46" fmla="*/ 34957 h 1116279"/>
                <a:gd name="connsiteX47" fmla="*/ 143707 w 332493"/>
                <a:gd name="connsiteY47" fmla="*/ 82260 h 1116279"/>
                <a:gd name="connsiteX48" fmla="*/ 146956 w 332493"/>
                <a:gd name="connsiteY48" fmla="*/ 98598 h 1116279"/>
                <a:gd name="connsiteX49" fmla="*/ 147213 w 332493"/>
                <a:gd name="connsiteY49" fmla="*/ 113739 h 1116279"/>
                <a:gd name="connsiteX50" fmla="*/ 153117 w 332493"/>
                <a:gd name="connsiteY50" fmla="*/ 141282 h 1116279"/>
                <a:gd name="connsiteX51" fmla="*/ 154656 w 332493"/>
                <a:gd name="connsiteY51" fmla="*/ 153258 h 1116279"/>
                <a:gd name="connsiteX52" fmla="*/ 177238 w 332493"/>
                <a:gd name="connsiteY52" fmla="*/ 165832 h 1116279"/>
                <a:gd name="connsiteX53" fmla="*/ 181001 w 332493"/>
                <a:gd name="connsiteY53" fmla="*/ 166431 h 1116279"/>
                <a:gd name="connsiteX54" fmla="*/ 186477 w 332493"/>
                <a:gd name="connsiteY54" fmla="*/ 182855 h 1116279"/>
                <a:gd name="connsiteX55" fmla="*/ 187588 w 332493"/>
                <a:gd name="connsiteY55" fmla="*/ 195343 h 1116279"/>
                <a:gd name="connsiteX56" fmla="*/ 184167 w 332493"/>
                <a:gd name="connsiteY56" fmla="*/ 200732 h 1116279"/>
                <a:gd name="connsiteX57" fmla="*/ 182885 w 332493"/>
                <a:gd name="connsiteY57" fmla="*/ 202443 h 1116279"/>
                <a:gd name="connsiteX58" fmla="*/ 144135 w 332493"/>
                <a:gd name="connsiteY58" fmla="*/ 222203 h 1116279"/>
                <a:gd name="connsiteX59" fmla="*/ 121979 w 332493"/>
                <a:gd name="connsiteY59" fmla="*/ 256162 h 1116279"/>
                <a:gd name="connsiteX60" fmla="*/ 113254 w 332493"/>
                <a:gd name="connsiteY60" fmla="*/ 294655 h 1116279"/>
                <a:gd name="connsiteX61" fmla="*/ 79552 w 332493"/>
                <a:gd name="connsiteY61" fmla="*/ 318007 h 1116279"/>
                <a:gd name="connsiteX62" fmla="*/ 8040 w 332493"/>
                <a:gd name="connsiteY62" fmla="*/ 291062 h 1116279"/>
                <a:gd name="connsiteX63" fmla="*/ 5219 w 332493"/>
                <a:gd name="connsiteY63" fmla="*/ 295425 h 1116279"/>
                <a:gd name="connsiteX64" fmla="*/ 0 w 332493"/>
                <a:gd name="connsiteY64" fmla="*/ 295082 h 1116279"/>
                <a:gd name="connsiteX65" fmla="*/ 94350 w 332493"/>
                <a:gd name="connsiteY65" fmla="*/ 376345 h 1116279"/>
                <a:gd name="connsiteX66" fmla="*/ 90844 w 332493"/>
                <a:gd name="connsiteY66" fmla="*/ 387037 h 1116279"/>
                <a:gd name="connsiteX67" fmla="*/ 87849 w 332493"/>
                <a:gd name="connsiteY67" fmla="*/ 404060 h 1116279"/>
                <a:gd name="connsiteX68" fmla="*/ 93408 w 332493"/>
                <a:gd name="connsiteY68" fmla="*/ 424418 h 1116279"/>
                <a:gd name="connsiteX69" fmla="*/ 103504 w 332493"/>
                <a:gd name="connsiteY69" fmla="*/ 437933 h 1116279"/>
                <a:gd name="connsiteX70" fmla="*/ 114965 w 332493"/>
                <a:gd name="connsiteY70" fmla="*/ 436223 h 1116279"/>
                <a:gd name="connsiteX71" fmla="*/ 130962 w 332493"/>
                <a:gd name="connsiteY71" fmla="*/ 426215 h 1116279"/>
                <a:gd name="connsiteX72" fmla="*/ 133357 w 332493"/>
                <a:gd name="connsiteY72" fmla="*/ 411673 h 1116279"/>
                <a:gd name="connsiteX73" fmla="*/ 139944 w 332493"/>
                <a:gd name="connsiteY73" fmla="*/ 410646 h 1116279"/>
                <a:gd name="connsiteX74" fmla="*/ 140200 w 332493"/>
                <a:gd name="connsiteY74" fmla="*/ 410903 h 1116279"/>
                <a:gd name="connsiteX75" fmla="*/ 140200 w 332493"/>
                <a:gd name="connsiteY75" fmla="*/ 411331 h 1116279"/>
                <a:gd name="connsiteX76" fmla="*/ 142253 w 332493"/>
                <a:gd name="connsiteY76" fmla="*/ 420483 h 1116279"/>
                <a:gd name="connsiteX77" fmla="*/ 141740 w 332493"/>
                <a:gd name="connsiteY77" fmla="*/ 430577 h 1116279"/>
                <a:gd name="connsiteX78" fmla="*/ 137034 w 332493"/>
                <a:gd name="connsiteY78" fmla="*/ 438190 h 1116279"/>
                <a:gd name="connsiteX79" fmla="*/ 139430 w 332493"/>
                <a:gd name="connsiteY79" fmla="*/ 454101 h 1116279"/>
                <a:gd name="connsiteX80" fmla="*/ 133442 w 332493"/>
                <a:gd name="connsiteY80" fmla="*/ 474630 h 1116279"/>
                <a:gd name="connsiteX81" fmla="*/ 128652 w 332493"/>
                <a:gd name="connsiteY81" fmla="*/ 493791 h 1116279"/>
                <a:gd name="connsiteX82" fmla="*/ 126941 w 332493"/>
                <a:gd name="connsiteY82" fmla="*/ 500805 h 1116279"/>
                <a:gd name="connsiteX83" fmla="*/ 124974 w 332493"/>
                <a:gd name="connsiteY83" fmla="*/ 507221 h 1116279"/>
                <a:gd name="connsiteX84" fmla="*/ 123433 w 332493"/>
                <a:gd name="connsiteY84" fmla="*/ 518597 h 1116279"/>
                <a:gd name="connsiteX85" fmla="*/ 126085 w 332493"/>
                <a:gd name="connsiteY85" fmla="*/ 518170 h 1116279"/>
                <a:gd name="connsiteX86" fmla="*/ 125486 w 332493"/>
                <a:gd name="connsiteY86" fmla="*/ 518597 h 1116279"/>
                <a:gd name="connsiteX87" fmla="*/ 121294 w 332493"/>
                <a:gd name="connsiteY87" fmla="*/ 591477 h 1116279"/>
                <a:gd name="connsiteX88" fmla="*/ 118045 w 332493"/>
                <a:gd name="connsiteY88" fmla="*/ 651183 h 1116279"/>
                <a:gd name="connsiteX89" fmla="*/ 118985 w 332493"/>
                <a:gd name="connsiteY89" fmla="*/ 651183 h 1116279"/>
                <a:gd name="connsiteX90" fmla="*/ 117959 w 332493"/>
                <a:gd name="connsiteY90" fmla="*/ 657086 h 1116279"/>
                <a:gd name="connsiteX91" fmla="*/ 133014 w 332493"/>
                <a:gd name="connsiteY91" fmla="*/ 659481 h 1116279"/>
                <a:gd name="connsiteX92" fmla="*/ 135153 w 332493"/>
                <a:gd name="connsiteY92" fmla="*/ 659481 h 1116279"/>
                <a:gd name="connsiteX93" fmla="*/ 144647 w 332493"/>
                <a:gd name="connsiteY93" fmla="*/ 700882 h 1116279"/>
                <a:gd name="connsiteX94" fmla="*/ 163124 w 332493"/>
                <a:gd name="connsiteY94" fmla="*/ 766576 h 1116279"/>
                <a:gd name="connsiteX95" fmla="*/ 164578 w 332493"/>
                <a:gd name="connsiteY95" fmla="*/ 787961 h 1116279"/>
                <a:gd name="connsiteX96" fmla="*/ 170908 w 332493"/>
                <a:gd name="connsiteY96" fmla="*/ 806438 h 1116279"/>
                <a:gd name="connsiteX97" fmla="*/ 174757 w 332493"/>
                <a:gd name="connsiteY97" fmla="*/ 881884 h 1116279"/>
                <a:gd name="connsiteX98" fmla="*/ 191353 w 332493"/>
                <a:gd name="connsiteY98" fmla="*/ 1006001 h 1116279"/>
                <a:gd name="connsiteX99" fmla="*/ 175784 w 332493"/>
                <a:gd name="connsiteY99" fmla="*/ 1078026 h 1116279"/>
                <a:gd name="connsiteX100" fmla="*/ 152432 w 332493"/>
                <a:gd name="connsiteY100" fmla="*/ 1085297 h 1116279"/>
                <a:gd name="connsiteX101" fmla="*/ 140712 w 332493"/>
                <a:gd name="connsiteY101" fmla="*/ 1093594 h 1116279"/>
                <a:gd name="connsiteX102" fmla="*/ 164578 w 332493"/>
                <a:gd name="connsiteY102" fmla="*/ 1113525 h 1116279"/>
                <a:gd name="connsiteX103" fmla="*/ 204952 w 332493"/>
                <a:gd name="connsiteY103" fmla="*/ 1108649 h 1116279"/>
                <a:gd name="connsiteX104" fmla="*/ 226337 w 332493"/>
                <a:gd name="connsiteY104" fmla="*/ 1063398 h 1116279"/>
                <a:gd name="connsiteX105" fmla="*/ 239939 w 332493"/>
                <a:gd name="connsiteY105" fmla="*/ 1062885 h 1116279"/>
                <a:gd name="connsiteX106" fmla="*/ 241906 w 332493"/>
                <a:gd name="connsiteY106" fmla="*/ 1076058 h 1116279"/>
                <a:gd name="connsiteX107" fmla="*/ 241906 w 332493"/>
                <a:gd name="connsiteY107" fmla="*/ 1078967 h 1116279"/>
                <a:gd name="connsiteX108" fmla="*/ 223430 w 332493"/>
                <a:gd name="connsiteY108" fmla="*/ 1087692 h 1116279"/>
                <a:gd name="connsiteX109" fmla="*/ 221975 w 332493"/>
                <a:gd name="connsiteY109" fmla="*/ 1101806 h 1116279"/>
                <a:gd name="connsiteX110" fmla="*/ 229760 w 332493"/>
                <a:gd name="connsiteY110" fmla="*/ 1113012 h 1116279"/>
                <a:gd name="connsiteX111" fmla="*/ 293059 w 332493"/>
                <a:gd name="connsiteY111" fmla="*/ 1112498 h 1116279"/>
                <a:gd name="connsiteX112" fmla="*/ 298449 w 332493"/>
                <a:gd name="connsiteY112" fmla="*/ 1094022 h 1116279"/>
                <a:gd name="connsiteX113" fmla="*/ 308627 w 332493"/>
                <a:gd name="connsiteY113" fmla="*/ 1068189 h 1116279"/>
                <a:gd name="connsiteX114" fmla="*/ 315471 w 332493"/>
                <a:gd name="connsiteY114" fmla="*/ 1081790 h 1116279"/>
                <a:gd name="connsiteX115" fmla="*/ 317950 w 332493"/>
                <a:gd name="connsiteY115" fmla="*/ 1110958 h 1116279"/>
                <a:gd name="connsiteX116" fmla="*/ 323254 w 332493"/>
                <a:gd name="connsiteY116" fmla="*/ 1110445 h 1116279"/>
                <a:gd name="connsiteX117" fmla="*/ 332493 w 332493"/>
                <a:gd name="connsiteY117" fmla="*/ 1032604 h 1116279"/>
                <a:gd name="connsiteX118" fmla="*/ 310595 w 332493"/>
                <a:gd name="connsiteY118" fmla="*/ 998560 h 1116279"/>
                <a:gd name="connsiteX119" fmla="*/ 310595 w 332493"/>
                <a:gd name="connsiteY119" fmla="*/ 998560 h 1116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332493" h="1116279">
                  <a:moveTo>
                    <a:pt x="272872" y="980511"/>
                  </a:moveTo>
                  <a:cubicBezTo>
                    <a:pt x="271417" y="993684"/>
                    <a:pt x="268936" y="998046"/>
                    <a:pt x="267482" y="1007284"/>
                  </a:cubicBezTo>
                  <a:cubicBezTo>
                    <a:pt x="266029" y="1016523"/>
                    <a:pt x="266029" y="1034572"/>
                    <a:pt x="263633" y="1040816"/>
                  </a:cubicBezTo>
                  <a:cubicBezTo>
                    <a:pt x="261152" y="1047146"/>
                    <a:pt x="252427" y="1063227"/>
                    <a:pt x="251913" y="1061260"/>
                  </a:cubicBezTo>
                  <a:cubicBezTo>
                    <a:pt x="251402" y="1059293"/>
                    <a:pt x="254394" y="1047146"/>
                    <a:pt x="253881" y="1031064"/>
                  </a:cubicBezTo>
                  <a:cubicBezTo>
                    <a:pt x="253369" y="1014983"/>
                    <a:pt x="238314" y="1005745"/>
                    <a:pt x="238314" y="1005745"/>
                  </a:cubicBezTo>
                  <a:cubicBezTo>
                    <a:pt x="238314" y="1005745"/>
                    <a:pt x="232496" y="991631"/>
                    <a:pt x="230529" y="975122"/>
                  </a:cubicBezTo>
                  <a:cubicBezTo>
                    <a:pt x="228561" y="958612"/>
                    <a:pt x="230529" y="921061"/>
                    <a:pt x="230529" y="905493"/>
                  </a:cubicBezTo>
                  <a:cubicBezTo>
                    <a:pt x="230529" y="889924"/>
                    <a:pt x="235919" y="869480"/>
                    <a:pt x="236347" y="860242"/>
                  </a:cubicBezTo>
                  <a:cubicBezTo>
                    <a:pt x="236858" y="851004"/>
                    <a:pt x="235319" y="836377"/>
                    <a:pt x="233438" y="829106"/>
                  </a:cubicBezTo>
                  <a:cubicBezTo>
                    <a:pt x="231470" y="821835"/>
                    <a:pt x="228048" y="805753"/>
                    <a:pt x="227108" y="797456"/>
                  </a:cubicBezTo>
                  <a:cubicBezTo>
                    <a:pt x="226166" y="789159"/>
                    <a:pt x="229075" y="781375"/>
                    <a:pt x="229075" y="781375"/>
                  </a:cubicBezTo>
                  <a:cubicBezTo>
                    <a:pt x="235405" y="785224"/>
                    <a:pt x="241735" y="801819"/>
                    <a:pt x="243702" y="810116"/>
                  </a:cubicBezTo>
                  <a:cubicBezTo>
                    <a:pt x="245669" y="818413"/>
                    <a:pt x="245156" y="812597"/>
                    <a:pt x="261666" y="884621"/>
                  </a:cubicBezTo>
                  <a:cubicBezTo>
                    <a:pt x="278260" y="956645"/>
                    <a:pt x="274326" y="967338"/>
                    <a:pt x="272872" y="980511"/>
                  </a:cubicBezTo>
                  <a:lnTo>
                    <a:pt x="272872" y="980511"/>
                  </a:lnTo>
                  <a:close/>
                  <a:moveTo>
                    <a:pt x="310851" y="998560"/>
                  </a:moveTo>
                  <a:cubicBezTo>
                    <a:pt x="310851" y="998560"/>
                    <a:pt x="305033" y="984959"/>
                    <a:pt x="310338" y="943044"/>
                  </a:cubicBezTo>
                  <a:cubicBezTo>
                    <a:pt x="315726" y="901216"/>
                    <a:pt x="318121" y="839370"/>
                    <a:pt x="301099" y="786336"/>
                  </a:cubicBezTo>
                  <a:cubicBezTo>
                    <a:pt x="284076" y="733301"/>
                    <a:pt x="286986" y="729880"/>
                    <a:pt x="287925" y="717733"/>
                  </a:cubicBezTo>
                  <a:cubicBezTo>
                    <a:pt x="288782" y="707469"/>
                    <a:pt x="290578" y="664100"/>
                    <a:pt x="291177" y="651012"/>
                  </a:cubicBezTo>
                  <a:lnTo>
                    <a:pt x="309141" y="651012"/>
                  </a:lnTo>
                  <a:cubicBezTo>
                    <a:pt x="312476" y="630911"/>
                    <a:pt x="324451" y="556149"/>
                    <a:pt x="324451" y="529033"/>
                  </a:cubicBezTo>
                  <a:cubicBezTo>
                    <a:pt x="324451" y="529033"/>
                    <a:pt x="328131" y="521933"/>
                    <a:pt x="327017" y="515860"/>
                  </a:cubicBezTo>
                  <a:cubicBezTo>
                    <a:pt x="325992" y="509787"/>
                    <a:pt x="322312" y="501661"/>
                    <a:pt x="322826" y="496100"/>
                  </a:cubicBezTo>
                  <a:cubicBezTo>
                    <a:pt x="322826" y="496100"/>
                    <a:pt x="323340" y="501661"/>
                    <a:pt x="324365" y="499607"/>
                  </a:cubicBezTo>
                  <a:cubicBezTo>
                    <a:pt x="325393" y="497555"/>
                    <a:pt x="320688" y="461115"/>
                    <a:pt x="315556" y="440927"/>
                  </a:cubicBezTo>
                  <a:cubicBezTo>
                    <a:pt x="310338" y="420655"/>
                    <a:pt x="308799" y="388321"/>
                    <a:pt x="308799" y="388321"/>
                  </a:cubicBezTo>
                  <a:cubicBezTo>
                    <a:pt x="307771" y="381734"/>
                    <a:pt x="299388" y="387294"/>
                    <a:pt x="301013" y="378227"/>
                  </a:cubicBezTo>
                  <a:cubicBezTo>
                    <a:pt x="302554" y="369074"/>
                    <a:pt x="305204" y="355473"/>
                    <a:pt x="305718" y="345807"/>
                  </a:cubicBezTo>
                  <a:cubicBezTo>
                    <a:pt x="306232" y="336227"/>
                    <a:pt x="308370" y="326048"/>
                    <a:pt x="306232" y="319034"/>
                  </a:cubicBezTo>
                  <a:cubicBezTo>
                    <a:pt x="304179" y="311934"/>
                    <a:pt x="306232" y="301840"/>
                    <a:pt x="309910" y="290207"/>
                  </a:cubicBezTo>
                  <a:cubicBezTo>
                    <a:pt x="313587" y="278573"/>
                    <a:pt x="344297" y="167286"/>
                    <a:pt x="281767" y="167800"/>
                  </a:cubicBezTo>
                  <a:cubicBezTo>
                    <a:pt x="281767" y="167800"/>
                    <a:pt x="275608" y="169083"/>
                    <a:pt x="269278" y="169596"/>
                  </a:cubicBezTo>
                  <a:cubicBezTo>
                    <a:pt x="266200" y="169596"/>
                    <a:pt x="262948" y="169254"/>
                    <a:pt x="259442" y="168142"/>
                  </a:cubicBezTo>
                  <a:cubicBezTo>
                    <a:pt x="258329" y="167800"/>
                    <a:pt x="257389" y="167458"/>
                    <a:pt x="256362" y="167201"/>
                  </a:cubicBezTo>
                  <a:cubicBezTo>
                    <a:pt x="249861" y="165148"/>
                    <a:pt x="245755" y="163181"/>
                    <a:pt x="245156" y="157449"/>
                  </a:cubicBezTo>
                  <a:cubicBezTo>
                    <a:pt x="244901" y="155396"/>
                    <a:pt x="245156" y="153258"/>
                    <a:pt x="245841" y="150863"/>
                  </a:cubicBezTo>
                  <a:cubicBezTo>
                    <a:pt x="247893" y="149922"/>
                    <a:pt x="249604" y="150521"/>
                    <a:pt x="253027" y="149580"/>
                  </a:cubicBezTo>
                  <a:cubicBezTo>
                    <a:pt x="256533" y="148553"/>
                    <a:pt x="259956" y="143164"/>
                    <a:pt x="262777" y="141796"/>
                  </a:cubicBezTo>
                  <a:cubicBezTo>
                    <a:pt x="265515" y="140427"/>
                    <a:pt x="268338" y="139058"/>
                    <a:pt x="272872" y="136749"/>
                  </a:cubicBezTo>
                  <a:cubicBezTo>
                    <a:pt x="277149" y="134525"/>
                    <a:pt x="277661" y="133413"/>
                    <a:pt x="282880" y="126056"/>
                  </a:cubicBezTo>
                  <a:cubicBezTo>
                    <a:pt x="303237" y="103560"/>
                    <a:pt x="305033" y="74390"/>
                    <a:pt x="297421" y="43938"/>
                  </a:cubicBezTo>
                  <a:cubicBezTo>
                    <a:pt x="289638" y="12717"/>
                    <a:pt x="264573" y="9124"/>
                    <a:pt x="260810" y="9124"/>
                  </a:cubicBezTo>
                  <a:cubicBezTo>
                    <a:pt x="257047" y="9124"/>
                    <a:pt x="251487" y="8611"/>
                    <a:pt x="245241" y="5702"/>
                  </a:cubicBezTo>
                  <a:cubicBezTo>
                    <a:pt x="238997" y="2794"/>
                    <a:pt x="223173" y="-3108"/>
                    <a:pt x="201874" y="2024"/>
                  </a:cubicBezTo>
                  <a:cubicBezTo>
                    <a:pt x="180575" y="7156"/>
                    <a:pt x="168256" y="17849"/>
                    <a:pt x="155255" y="34957"/>
                  </a:cubicBezTo>
                  <a:cubicBezTo>
                    <a:pt x="142253" y="51979"/>
                    <a:pt x="139430" y="67890"/>
                    <a:pt x="143707" y="82260"/>
                  </a:cubicBezTo>
                  <a:cubicBezTo>
                    <a:pt x="147556" y="95177"/>
                    <a:pt x="145160" y="95177"/>
                    <a:pt x="146956" y="98598"/>
                  </a:cubicBezTo>
                  <a:cubicBezTo>
                    <a:pt x="148669" y="102020"/>
                    <a:pt x="149694" y="98342"/>
                    <a:pt x="147213" y="113739"/>
                  </a:cubicBezTo>
                  <a:cubicBezTo>
                    <a:pt x="144989" y="127254"/>
                    <a:pt x="149951" y="135209"/>
                    <a:pt x="153117" y="141282"/>
                  </a:cubicBezTo>
                  <a:cubicBezTo>
                    <a:pt x="153286" y="143934"/>
                    <a:pt x="154999" y="148724"/>
                    <a:pt x="154656" y="153258"/>
                  </a:cubicBezTo>
                  <a:cubicBezTo>
                    <a:pt x="153117" y="170109"/>
                    <a:pt x="170822" y="166003"/>
                    <a:pt x="177238" y="165832"/>
                  </a:cubicBezTo>
                  <a:cubicBezTo>
                    <a:pt x="178779" y="165832"/>
                    <a:pt x="179975" y="166089"/>
                    <a:pt x="181001" y="166431"/>
                  </a:cubicBezTo>
                  <a:cubicBezTo>
                    <a:pt x="183139" y="169767"/>
                    <a:pt x="185535" y="175071"/>
                    <a:pt x="186477" y="182855"/>
                  </a:cubicBezTo>
                  <a:cubicBezTo>
                    <a:pt x="187247" y="189185"/>
                    <a:pt x="187502" y="192863"/>
                    <a:pt x="187588" y="195343"/>
                  </a:cubicBezTo>
                  <a:cubicBezTo>
                    <a:pt x="186819" y="196969"/>
                    <a:pt x="185620" y="198765"/>
                    <a:pt x="184167" y="200732"/>
                  </a:cubicBezTo>
                  <a:cubicBezTo>
                    <a:pt x="183739" y="201331"/>
                    <a:pt x="183396" y="201844"/>
                    <a:pt x="182885" y="202443"/>
                  </a:cubicBezTo>
                  <a:cubicBezTo>
                    <a:pt x="178180" y="208260"/>
                    <a:pt x="160729" y="216301"/>
                    <a:pt x="144135" y="222203"/>
                  </a:cubicBezTo>
                  <a:cubicBezTo>
                    <a:pt x="127624" y="228020"/>
                    <a:pt x="124546" y="246325"/>
                    <a:pt x="121979" y="256162"/>
                  </a:cubicBezTo>
                  <a:cubicBezTo>
                    <a:pt x="119670" y="264802"/>
                    <a:pt x="114539" y="288667"/>
                    <a:pt x="113254" y="294655"/>
                  </a:cubicBezTo>
                  <a:lnTo>
                    <a:pt x="79552" y="318007"/>
                  </a:lnTo>
                  <a:cubicBezTo>
                    <a:pt x="79552" y="318007"/>
                    <a:pt x="14627" y="295767"/>
                    <a:pt x="8040" y="291062"/>
                  </a:cubicBezTo>
                  <a:lnTo>
                    <a:pt x="5219" y="295425"/>
                  </a:lnTo>
                  <a:lnTo>
                    <a:pt x="0" y="295082"/>
                  </a:lnTo>
                  <a:cubicBezTo>
                    <a:pt x="0" y="295082"/>
                    <a:pt x="80408" y="365909"/>
                    <a:pt x="94350" y="376345"/>
                  </a:cubicBezTo>
                  <a:cubicBezTo>
                    <a:pt x="93068" y="379253"/>
                    <a:pt x="91869" y="382846"/>
                    <a:pt x="90844" y="387037"/>
                  </a:cubicBezTo>
                  <a:cubicBezTo>
                    <a:pt x="89303" y="393367"/>
                    <a:pt x="88106" y="399697"/>
                    <a:pt x="87849" y="404060"/>
                  </a:cubicBezTo>
                  <a:cubicBezTo>
                    <a:pt x="87336" y="411331"/>
                    <a:pt x="86481" y="415009"/>
                    <a:pt x="93408" y="424418"/>
                  </a:cubicBezTo>
                  <a:cubicBezTo>
                    <a:pt x="100338" y="433828"/>
                    <a:pt x="100338" y="437249"/>
                    <a:pt x="103504" y="437933"/>
                  </a:cubicBezTo>
                  <a:cubicBezTo>
                    <a:pt x="106668" y="438618"/>
                    <a:pt x="110431" y="439644"/>
                    <a:pt x="114965" y="436223"/>
                  </a:cubicBezTo>
                  <a:cubicBezTo>
                    <a:pt x="119498" y="432887"/>
                    <a:pt x="129594" y="430834"/>
                    <a:pt x="130962" y="426215"/>
                  </a:cubicBezTo>
                  <a:cubicBezTo>
                    <a:pt x="133014" y="419115"/>
                    <a:pt x="131987" y="414410"/>
                    <a:pt x="133357" y="411673"/>
                  </a:cubicBezTo>
                  <a:cubicBezTo>
                    <a:pt x="133357" y="411673"/>
                    <a:pt x="136350" y="411245"/>
                    <a:pt x="139944" y="410646"/>
                  </a:cubicBezTo>
                  <a:lnTo>
                    <a:pt x="140200" y="410903"/>
                  </a:lnTo>
                  <a:cubicBezTo>
                    <a:pt x="140200" y="410903"/>
                    <a:pt x="140200" y="411245"/>
                    <a:pt x="140200" y="411331"/>
                  </a:cubicBezTo>
                  <a:cubicBezTo>
                    <a:pt x="140712" y="416891"/>
                    <a:pt x="141226" y="414923"/>
                    <a:pt x="142253" y="420483"/>
                  </a:cubicBezTo>
                  <a:cubicBezTo>
                    <a:pt x="143279" y="426044"/>
                    <a:pt x="144818" y="425530"/>
                    <a:pt x="141740" y="430577"/>
                  </a:cubicBezTo>
                  <a:cubicBezTo>
                    <a:pt x="138574" y="435624"/>
                    <a:pt x="134468" y="433143"/>
                    <a:pt x="137034" y="438190"/>
                  </a:cubicBezTo>
                  <a:cubicBezTo>
                    <a:pt x="139259" y="442553"/>
                    <a:pt x="139944" y="449652"/>
                    <a:pt x="139430" y="454101"/>
                  </a:cubicBezTo>
                  <a:cubicBezTo>
                    <a:pt x="138231" y="458121"/>
                    <a:pt x="135667" y="466418"/>
                    <a:pt x="133442" y="474630"/>
                  </a:cubicBezTo>
                  <a:cubicBezTo>
                    <a:pt x="131475" y="481388"/>
                    <a:pt x="129594" y="488487"/>
                    <a:pt x="128652" y="493791"/>
                  </a:cubicBezTo>
                  <a:cubicBezTo>
                    <a:pt x="128224" y="496186"/>
                    <a:pt x="127624" y="498496"/>
                    <a:pt x="126941" y="500805"/>
                  </a:cubicBezTo>
                  <a:cubicBezTo>
                    <a:pt x="126171" y="503200"/>
                    <a:pt x="125400" y="505424"/>
                    <a:pt x="124974" y="507221"/>
                  </a:cubicBezTo>
                  <a:cubicBezTo>
                    <a:pt x="122921" y="513379"/>
                    <a:pt x="121209" y="517999"/>
                    <a:pt x="123433" y="518597"/>
                  </a:cubicBezTo>
                  <a:cubicBezTo>
                    <a:pt x="123690" y="518597"/>
                    <a:pt x="124632" y="518512"/>
                    <a:pt x="126085" y="518170"/>
                  </a:cubicBezTo>
                  <a:cubicBezTo>
                    <a:pt x="125914" y="518341"/>
                    <a:pt x="125657" y="518512"/>
                    <a:pt x="125486" y="518597"/>
                  </a:cubicBezTo>
                  <a:cubicBezTo>
                    <a:pt x="125486" y="518597"/>
                    <a:pt x="120783" y="568723"/>
                    <a:pt x="121294" y="591477"/>
                  </a:cubicBezTo>
                  <a:cubicBezTo>
                    <a:pt x="121637" y="606703"/>
                    <a:pt x="119927" y="633306"/>
                    <a:pt x="118045" y="651183"/>
                  </a:cubicBezTo>
                  <a:lnTo>
                    <a:pt x="118985" y="651183"/>
                  </a:lnTo>
                  <a:cubicBezTo>
                    <a:pt x="118644" y="653921"/>
                    <a:pt x="118216" y="656059"/>
                    <a:pt x="117959" y="657086"/>
                  </a:cubicBezTo>
                  <a:cubicBezTo>
                    <a:pt x="117959" y="657086"/>
                    <a:pt x="119413" y="660507"/>
                    <a:pt x="133014" y="659481"/>
                  </a:cubicBezTo>
                  <a:cubicBezTo>
                    <a:pt x="133014" y="659481"/>
                    <a:pt x="133785" y="659481"/>
                    <a:pt x="135153" y="659481"/>
                  </a:cubicBezTo>
                  <a:cubicBezTo>
                    <a:pt x="136863" y="668377"/>
                    <a:pt x="141226" y="690532"/>
                    <a:pt x="144647" y="700882"/>
                  </a:cubicBezTo>
                  <a:cubicBezTo>
                    <a:pt x="149009" y="714055"/>
                    <a:pt x="162696" y="762214"/>
                    <a:pt x="163124" y="766576"/>
                  </a:cubicBezTo>
                  <a:cubicBezTo>
                    <a:pt x="163638" y="770939"/>
                    <a:pt x="161671" y="781204"/>
                    <a:pt x="164578" y="787961"/>
                  </a:cubicBezTo>
                  <a:cubicBezTo>
                    <a:pt x="167487" y="794804"/>
                    <a:pt x="170908" y="800108"/>
                    <a:pt x="170908" y="806438"/>
                  </a:cubicBezTo>
                  <a:cubicBezTo>
                    <a:pt x="170908" y="812768"/>
                    <a:pt x="169968" y="861953"/>
                    <a:pt x="174757" y="881884"/>
                  </a:cubicBezTo>
                  <a:cubicBezTo>
                    <a:pt x="179633" y="901814"/>
                    <a:pt x="192293" y="967509"/>
                    <a:pt x="191353" y="1006001"/>
                  </a:cubicBezTo>
                  <a:cubicBezTo>
                    <a:pt x="190411" y="1044409"/>
                    <a:pt x="181600" y="1069729"/>
                    <a:pt x="175784" y="1078026"/>
                  </a:cubicBezTo>
                  <a:cubicBezTo>
                    <a:pt x="175784" y="1078026"/>
                    <a:pt x="170908" y="1084356"/>
                    <a:pt x="152432" y="1085297"/>
                  </a:cubicBezTo>
                  <a:cubicBezTo>
                    <a:pt x="152432" y="1085297"/>
                    <a:pt x="141226" y="1084356"/>
                    <a:pt x="140712" y="1093594"/>
                  </a:cubicBezTo>
                  <a:cubicBezTo>
                    <a:pt x="140200" y="1102832"/>
                    <a:pt x="142679" y="1113525"/>
                    <a:pt x="164578" y="1113525"/>
                  </a:cubicBezTo>
                  <a:cubicBezTo>
                    <a:pt x="186477" y="1113525"/>
                    <a:pt x="201617" y="1114979"/>
                    <a:pt x="204952" y="1108649"/>
                  </a:cubicBezTo>
                  <a:cubicBezTo>
                    <a:pt x="208375" y="1102319"/>
                    <a:pt x="215217" y="1074091"/>
                    <a:pt x="226337" y="1063398"/>
                  </a:cubicBezTo>
                  <a:cubicBezTo>
                    <a:pt x="237543" y="1052706"/>
                    <a:pt x="237543" y="1053647"/>
                    <a:pt x="239939" y="1062885"/>
                  </a:cubicBezTo>
                  <a:cubicBezTo>
                    <a:pt x="242334" y="1072124"/>
                    <a:pt x="241906" y="1076058"/>
                    <a:pt x="241906" y="1076058"/>
                  </a:cubicBezTo>
                  <a:cubicBezTo>
                    <a:pt x="241906" y="1076058"/>
                    <a:pt x="245327" y="1076999"/>
                    <a:pt x="241906" y="1078967"/>
                  </a:cubicBezTo>
                  <a:cubicBezTo>
                    <a:pt x="238485" y="1080934"/>
                    <a:pt x="226765" y="1083329"/>
                    <a:pt x="223430" y="1087692"/>
                  </a:cubicBezTo>
                  <a:cubicBezTo>
                    <a:pt x="220007" y="1092054"/>
                    <a:pt x="219579" y="1098384"/>
                    <a:pt x="221975" y="1101806"/>
                  </a:cubicBezTo>
                  <a:cubicBezTo>
                    <a:pt x="224370" y="1105227"/>
                    <a:pt x="219068" y="1111557"/>
                    <a:pt x="229760" y="1113012"/>
                  </a:cubicBezTo>
                  <a:cubicBezTo>
                    <a:pt x="240453" y="1114466"/>
                    <a:pt x="281341" y="1119855"/>
                    <a:pt x="293059" y="1112498"/>
                  </a:cubicBezTo>
                  <a:cubicBezTo>
                    <a:pt x="293059" y="1112498"/>
                    <a:pt x="298449" y="1105227"/>
                    <a:pt x="298449" y="1094022"/>
                  </a:cubicBezTo>
                  <a:cubicBezTo>
                    <a:pt x="298449" y="1082816"/>
                    <a:pt x="304265" y="1071183"/>
                    <a:pt x="308627" y="1068189"/>
                  </a:cubicBezTo>
                  <a:cubicBezTo>
                    <a:pt x="312990" y="1065280"/>
                    <a:pt x="314443" y="1071610"/>
                    <a:pt x="315471" y="1081790"/>
                  </a:cubicBezTo>
                  <a:cubicBezTo>
                    <a:pt x="316411" y="1091969"/>
                    <a:pt x="317950" y="1110958"/>
                    <a:pt x="317950" y="1110958"/>
                  </a:cubicBezTo>
                  <a:lnTo>
                    <a:pt x="323254" y="1110445"/>
                  </a:lnTo>
                  <a:cubicBezTo>
                    <a:pt x="323254" y="1110445"/>
                    <a:pt x="325221" y="1050568"/>
                    <a:pt x="332493" y="1032604"/>
                  </a:cubicBezTo>
                  <a:cubicBezTo>
                    <a:pt x="332493" y="1032604"/>
                    <a:pt x="327617" y="1008739"/>
                    <a:pt x="310595" y="998560"/>
                  </a:cubicBezTo>
                  <a:lnTo>
                    <a:pt x="310595" y="998560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47A27C4-BF37-8456-1792-448FB654BEC9}"/>
                </a:ext>
              </a:extLst>
            </p:cNvPr>
            <p:cNvSpPr/>
            <p:nvPr/>
          </p:nvSpPr>
          <p:spPr>
            <a:xfrm>
              <a:off x="-4801473" y="1020905"/>
              <a:ext cx="421386" cy="1405143"/>
            </a:xfrm>
            <a:custGeom>
              <a:avLst/>
              <a:gdLst>
                <a:gd name="connsiteX0" fmla="*/ 244883 w 421386"/>
                <a:gd name="connsiteY0" fmla="*/ 264099 h 1405143"/>
                <a:gd name="connsiteX1" fmla="*/ 238126 w 421386"/>
                <a:gd name="connsiteY1" fmla="*/ 311488 h 1405143"/>
                <a:gd name="connsiteX2" fmla="*/ 237527 w 421386"/>
                <a:gd name="connsiteY2" fmla="*/ 326372 h 1405143"/>
                <a:gd name="connsiteX3" fmla="*/ 215543 w 421386"/>
                <a:gd name="connsiteY3" fmla="*/ 407549 h 1405143"/>
                <a:gd name="connsiteX4" fmla="*/ 211352 w 421386"/>
                <a:gd name="connsiteY4" fmla="*/ 428677 h 1405143"/>
                <a:gd name="connsiteX5" fmla="*/ 200574 w 421386"/>
                <a:gd name="connsiteY5" fmla="*/ 472473 h 1405143"/>
                <a:gd name="connsiteX6" fmla="*/ 196895 w 421386"/>
                <a:gd name="connsiteY6" fmla="*/ 482652 h 1405143"/>
                <a:gd name="connsiteX7" fmla="*/ 191164 w 421386"/>
                <a:gd name="connsiteY7" fmla="*/ 483935 h 1405143"/>
                <a:gd name="connsiteX8" fmla="*/ 169352 w 421386"/>
                <a:gd name="connsiteY8" fmla="*/ 484791 h 1405143"/>
                <a:gd name="connsiteX9" fmla="*/ 166529 w 421386"/>
                <a:gd name="connsiteY9" fmla="*/ 484278 h 1405143"/>
                <a:gd name="connsiteX10" fmla="*/ 164134 w 421386"/>
                <a:gd name="connsiteY10" fmla="*/ 478803 h 1405143"/>
                <a:gd name="connsiteX11" fmla="*/ 161054 w 421386"/>
                <a:gd name="connsiteY11" fmla="*/ 476665 h 1405143"/>
                <a:gd name="connsiteX12" fmla="*/ 155323 w 421386"/>
                <a:gd name="connsiteY12" fmla="*/ 461011 h 1405143"/>
                <a:gd name="connsiteX13" fmla="*/ 142578 w 421386"/>
                <a:gd name="connsiteY13" fmla="*/ 398310 h 1405143"/>
                <a:gd name="connsiteX14" fmla="*/ 144631 w 421386"/>
                <a:gd name="connsiteY14" fmla="*/ 277614 h 1405143"/>
                <a:gd name="connsiteX15" fmla="*/ 157034 w 421386"/>
                <a:gd name="connsiteY15" fmla="*/ 226718 h 1405143"/>
                <a:gd name="connsiteX16" fmla="*/ 185006 w 421386"/>
                <a:gd name="connsiteY16" fmla="*/ 245537 h 1405143"/>
                <a:gd name="connsiteX17" fmla="*/ 219563 w 421386"/>
                <a:gd name="connsiteY17" fmla="*/ 247504 h 1405143"/>
                <a:gd name="connsiteX18" fmla="*/ 247107 w 421386"/>
                <a:gd name="connsiteY18" fmla="*/ 242372 h 1405143"/>
                <a:gd name="connsiteX19" fmla="*/ 244883 w 421386"/>
                <a:gd name="connsiteY19" fmla="*/ 264013 h 1405143"/>
                <a:gd name="connsiteX20" fmla="*/ 244883 w 421386"/>
                <a:gd name="connsiteY20" fmla="*/ 264013 h 1405143"/>
                <a:gd name="connsiteX21" fmla="*/ 85266 w 421386"/>
                <a:gd name="connsiteY21" fmla="*/ 477092 h 1405143"/>
                <a:gd name="connsiteX22" fmla="*/ 84839 w 421386"/>
                <a:gd name="connsiteY22" fmla="*/ 478290 h 1405143"/>
                <a:gd name="connsiteX23" fmla="*/ 83898 w 421386"/>
                <a:gd name="connsiteY23" fmla="*/ 478718 h 1405143"/>
                <a:gd name="connsiteX24" fmla="*/ 70383 w 421386"/>
                <a:gd name="connsiteY24" fmla="*/ 473756 h 1405143"/>
                <a:gd name="connsiteX25" fmla="*/ 73291 w 421386"/>
                <a:gd name="connsiteY25" fmla="*/ 465117 h 1405143"/>
                <a:gd name="connsiteX26" fmla="*/ 73719 w 421386"/>
                <a:gd name="connsiteY26" fmla="*/ 455793 h 1405143"/>
                <a:gd name="connsiteX27" fmla="*/ 77226 w 421386"/>
                <a:gd name="connsiteY27" fmla="*/ 449549 h 1405143"/>
                <a:gd name="connsiteX28" fmla="*/ 80305 w 421386"/>
                <a:gd name="connsiteY28" fmla="*/ 442363 h 1405143"/>
                <a:gd name="connsiteX29" fmla="*/ 82101 w 421386"/>
                <a:gd name="connsiteY29" fmla="*/ 447667 h 1405143"/>
                <a:gd name="connsiteX30" fmla="*/ 83128 w 421386"/>
                <a:gd name="connsiteY30" fmla="*/ 454852 h 1405143"/>
                <a:gd name="connsiteX31" fmla="*/ 85266 w 421386"/>
                <a:gd name="connsiteY31" fmla="*/ 460754 h 1405143"/>
                <a:gd name="connsiteX32" fmla="*/ 85266 w 421386"/>
                <a:gd name="connsiteY32" fmla="*/ 477178 h 1405143"/>
                <a:gd name="connsiteX33" fmla="*/ 85266 w 421386"/>
                <a:gd name="connsiteY33" fmla="*/ 477178 h 1405143"/>
                <a:gd name="connsiteX34" fmla="*/ 324692 w 421386"/>
                <a:gd name="connsiteY34" fmla="*/ 417215 h 1405143"/>
                <a:gd name="connsiteX35" fmla="*/ 327087 w 421386"/>
                <a:gd name="connsiteY35" fmla="*/ 411655 h 1405143"/>
                <a:gd name="connsiteX36" fmla="*/ 331877 w 421386"/>
                <a:gd name="connsiteY36" fmla="*/ 402673 h 1405143"/>
                <a:gd name="connsiteX37" fmla="*/ 337522 w 421386"/>
                <a:gd name="connsiteY37" fmla="*/ 410885 h 1405143"/>
                <a:gd name="connsiteX38" fmla="*/ 337437 w 421386"/>
                <a:gd name="connsiteY38" fmla="*/ 422261 h 1405143"/>
                <a:gd name="connsiteX39" fmla="*/ 343254 w 421386"/>
                <a:gd name="connsiteY39" fmla="*/ 438172 h 1405143"/>
                <a:gd name="connsiteX40" fmla="*/ 332647 w 421386"/>
                <a:gd name="connsiteY40" fmla="*/ 456221 h 1405143"/>
                <a:gd name="connsiteX41" fmla="*/ 327429 w 421386"/>
                <a:gd name="connsiteY41" fmla="*/ 457333 h 1405143"/>
                <a:gd name="connsiteX42" fmla="*/ 325290 w 421386"/>
                <a:gd name="connsiteY42" fmla="*/ 456905 h 1405143"/>
                <a:gd name="connsiteX43" fmla="*/ 325034 w 421386"/>
                <a:gd name="connsiteY43" fmla="*/ 455707 h 1405143"/>
                <a:gd name="connsiteX44" fmla="*/ 324178 w 421386"/>
                <a:gd name="connsiteY44" fmla="*/ 424143 h 1405143"/>
                <a:gd name="connsiteX45" fmla="*/ 324606 w 421386"/>
                <a:gd name="connsiteY45" fmla="*/ 417215 h 1405143"/>
                <a:gd name="connsiteX46" fmla="*/ 324606 w 421386"/>
                <a:gd name="connsiteY46" fmla="*/ 417215 h 1405143"/>
                <a:gd name="connsiteX47" fmla="*/ 411600 w 421386"/>
                <a:gd name="connsiteY47" fmla="*/ 1342154 h 1405143"/>
                <a:gd name="connsiteX48" fmla="*/ 397657 w 421386"/>
                <a:gd name="connsiteY48" fmla="*/ 1302121 h 1405143"/>
                <a:gd name="connsiteX49" fmla="*/ 398084 w 421386"/>
                <a:gd name="connsiteY49" fmla="*/ 1293482 h 1405143"/>
                <a:gd name="connsiteX50" fmla="*/ 401164 w 421386"/>
                <a:gd name="connsiteY50" fmla="*/ 1289974 h 1405143"/>
                <a:gd name="connsiteX51" fmla="*/ 399196 w 421386"/>
                <a:gd name="connsiteY51" fmla="*/ 1282190 h 1405143"/>
                <a:gd name="connsiteX52" fmla="*/ 392524 w 421386"/>
                <a:gd name="connsiteY52" fmla="*/ 1276801 h 1405143"/>
                <a:gd name="connsiteX53" fmla="*/ 387221 w 421386"/>
                <a:gd name="connsiteY53" fmla="*/ 1246777 h 1405143"/>
                <a:gd name="connsiteX54" fmla="*/ 378068 w 421386"/>
                <a:gd name="connsiteY54" fmla="*/ 1216753 h 1405143"/>
                <a:gd name="connsiteX55" fmla="*/ 381490 w 421386"/>
                <a:gd name="connsiteY55" fmla="*/ 1209311 h 1405143"/>
                <a:gd name="connsiteX56" fmla="*/ 381832 w 421386"/>
                <a:gd name="connsiteY56" fmla="*/ 1195881 h 1405143"/>
                <a:gd name="connsiteX57" fmla="*/ 360362 w 421386"/>
                <a:gd name="connsiteY57" fmla="*/ 1044647 h 1405143"/>
                <a:gd name="connsiteX58" fmla="*/ 337950 w 421386"/>
                <a:gd name="connsiteY58" fmla="*/ 964582 h 1405143"/>
                <a:gd name="connsiteX59" fmla="*/ 335470 w 421386"/>
                <a:gd name="connsiteY59" fmla="*/ 913087 h 1405143"/>
                <a:gd name="connsiteX60" fmla="*/ 326916 w 421386"/>
                <a:gd name="connsiteY60" fmla="*/ 896578 h 1405143"/>
                <a:gd name="connsiteX61" fmla="*/ 323323 w 421386"/>
                <a:gd name="connsiteY61" fmla="*/ 876647 h 1405143"/>
                <a:gd name="connsiteX62" fmla="*/ 321355 w 421386"/>
                <a:gd name="connsiteY62" fmla="*/ 824639 h 1405143"/>
                <a:gd name="connsiteX63" fmla="*/ 323152 w 421386"/>
                <a:gd name="connsiteY63" fmla="*/ 792562 h 1405143"/>
                <a:gd name="connsiteX64" fmla="*/ 312887 w 421386"/>
                <a:gd name="connsiteY64" fmla="*/ 713438 h 1405143"/>
                <a:gd name="connsiteX65" fmla="*/ 319730 w 421386"/>
                <a:gd name="connsiteY65" fmla="*/ 694534 h 1405143"/>
                <a:gd name="connsiteX66" fmla="*/ 329653 w 421386"/>
                <a:gd name="connsiteY66" fmla="*/ 694020 h 1405143"/>
                <a:gd name="connsiteX67" fmla="*/ 384227 w 421386"/>
                <a:gd name="connsiteY67" fmla="*/ 684269 h 1405143"/>
                <a:gd name="connsiteX68" fmla="*/ 389530 w 421386"/>
                <a:gd name="connsiteY68" fmla="*/ 679821 h 1405143"/>
                <a:gd name="connsiteX69" fmla="*/ 389188 w 421386"/>
                <a:gd name="connsiteY69" fmla="*/ 672550 h 1405143"/>
                <a:gd name="connsiteX70" fmla="*/ 347359 w 421386"/>
                <a:gd name="connsiteY70" fmla="*/ 534660 h 1405143"/>
                <a:gd name="connsiteX71" fmla="*/ 411172 w 421386"/>
                <a:gd name="connsiteY71" fmla="*/ 485988 h 1405143"/>
                <a:gd name="connsiteX72" fmla="*/ 418785 w 421386"/>
                <a:gd name="connsiteY72" fmla="*/ 471789 h 1405143"/>
                <a:gd name="connsiteX73" fmla="*/ 412199 w 421386"/>
                <a:gd name="connsiteY73" fmla="*/ 449976 h 1405143"/>
                <a:gd name="connsiteX74" fmla="*/ 413995 w 421386"/>
                <a:gd name="connsiteY74" fmla="*/ 431158 h 1405143"/>
                <a:gd name="connsiteX75" fmla="*/ 401591 w 421386"/>
                <a:gd name="connsiteY75" fmla="*/ 392579 h 1405143"/>
                <a:gd name="connsiteX76" fmla="*/ 400052 w 421386"/>
                <a:gd name="connsiteY76" fmla="*/ 362811 h 1405143"/>
                <a:gd name="connsiteX77" fmla="*/ 372081 w 421386"/>
                <a:gd name="connsiteY77" fmla="*/ 270429 h 1405143"/>
                <a:gd name="connsiteX78" fmla="*/ 371653 w 421386"/>
                <a:gd name="connsiteY78" fmla="*/ 252979 h 1405143"/>
                <a:gd name="connsiteX79" fmla="*/ 348814 w 421386"/>
                <a:gd name="connsiteY79" fmla="*/ 226034 h 1405143"/>
                <a:gd name="connsiteX80" fmla="*/ 313144 w 421386"/>
                <a:gd name="connsiteY80" fmla="*/ 217993 h 1405143"/>
                <a:gd name="connsiteX81" fmla="*/ 296292 w 421386"/>
                <a:gd name="connsiteY81" fmla="*/ 212861 h 1405143"/>
                <a:gd name="connsiteX82" fmla="*/ 288765 w 421386"/>
                <a:gd name="connsiteY82" fmla="*/ 200030 h 1405143"/>
                <a:gd name="connsiteX83" fmla="*/ 271657 w 421386"/>
                <a:gd name="connsiteY83" fmla="*/ 154266 h 1405143"/>
                <a:gd name="connsiteX84" fmla="*/ 268749 w 421386"/>
                <a:gd name="connsiteY84" fmla="*/ 142547 h 1405143"/>
                <a:gd name="connsiteX85" fmla="*/ 270887 w 421386"/>
                <a:gd name="connsiteY85" fmla="*/ 130914 h 1405143"/>
                <a:gd name="connsiteX86" fmla="*/ 256517 w 421386"/>
                <a:gd name="connsiteY86" fmla="*/ 32629 h 1405143"/>
                <a:gd name="connsiteX87" fmla="*/ 247792 w 421386"/>
                <a:gd name="connsiteY87" fmla="*/ 16719 h 1405143"/>
                <a:gd name="connsiteX88" fmla="*/ 202114 w 421386"/>
                <a:gd name="connsiteY88" fmla="*/ 4829 h 1405143"/>
                <a:gd name="connsiteX89" fmla="*/ 177820 w 421386"/>
                <a:gd name="connsiteY89" fmla="*/ 5427 h 1405143"/>
                <a:gd name="connsiteX90" fmla="*/ 137445 w 421386"/>
                <a:gd name="connsiteY90" fmla="*/ 89598 h 1405143"/>
                <a:gd name="connsiteX91" fmla="*/ 137103 w 421386"/>
                <a:gd name="connsiteY91" fmla="*/ 185830 h 1405143"/>
                <a:gd name="connsiteX92" fmla="*/ 130945 w 421386"/>
                <a:gd name="connsiteY92" fmla="*/ 232963 h 1405143"/>
                <a:gd name="connsiteX93" fmla="*/ 88089 w 421386"/>
                <a:gd name="connsiteY93" fmla="*/ 243655 h 1405143"/>
                <a:gd name="connsiteX94" fmla="*/ 67132 w 421386"/>
                <a:gd name="connsiteY94" fmla="*/ 253321 h 1405143"/>
                <a:gd name="connsiteX95" fmla="*/ 58749 w 421386"/>
                <a:gd name="connsiteY95" fmla="*/ 272140 h 1405143"/>
                <a:gd name="connsiteX96" fmla="*/ 42582 w 421386"/>
                <a:gd name="connsiteY96" fmla="*/ 330905 h 1405143"/>
                <a:gd name="connsiteX97" fmla="*/ 18546 w 421386"/>
                <a:gd name="connsiteY97" fmla="*/ 422090 h 1405143"/>
                <a:gd name="connsiteX98" fmla="*/ 9649 w 421386"/>
                <a:gd name="connsiteY98" fmla="*/ 450489 h 1405143"/>
                <a:gd name="connsiteX99" fmla="*/ 1865 w 421386"/>
                <a:gd name="connsiteY99" fmla="*/ 470078 h 1405143"/>
                <a:gd name="connsiteX100" fmla="*/ 69 w 421386"/>
                <a:gd name="connsiteY100" fmla="*/ 492832 h 1405143"/>
                <a:gd name="connsiteX101" fmla="*/ 1438 w 421386"/>
                <a:gd name="connsiteY101" fmla="*/ 499931 h 1405143"/>
                <a:gd name="connsiteX102" fmla="*/ 6656 w 421386"/>
                <a:gd name="connsiteY102" fmla="*/ 505320 h 1405143"/>
                <a:gd name="connsiteX103" fmla="*/ 20513 w 421386"/>
                <a:gd name="connsiteY103" fmla="*/ 525422 h 1405143"/>
                <a:gd name="connsiteX104" fmla="*/ 27271 w 421386"/>
                <a:gd name="connsiteY104" fmla="*/ 528245 h 1405143"/>
                <a:gd name="connsiteX105" fmla="*/ 44293 w 421386"/>
                <a:gd name="connsiteY105" fmla="*/ 547235 h 1405143"/>
                <a:gd name="connsiteX106" fmla="*/ 64480 w 421386"/>
                <a:gd name="connsiteY106" fmla="*/ 561434 h 1405143"/>
                <a:gd name="connsiteX107" fmla="*/ 26586 w 421386"/>
                <a:gd name="connsiteY107" fmla="*/ 681532 h 1405143"/>
                <a:gd name="connsiteX108" fmla="*/ 26757 w 421386"/>
                <a:gd name="connsiteY108" fmla="*/ 691797 h 1405143"/>
                <a:gd name="connsiteX109" fmla="*/ 38904 w 421386"/>
                <a:gd name="connsiteY109" fmla="*/ 700094 h 1405143"/>
                <a:gd name="connsiteX110" fmla="*/ 54216 w 421386"/>
                <a:gd name="connsiteY110" fmla="*/ 803853 h 1405143"/>
                <a:gd name="connsiteX111" fmla="*/ 58835 w 421386"/>
                <a:gd name="connsiteY111" fmla="*/ 840806 h 1405143"/>
                <a:gd name="connsiteX112" fmla="*/ 57209 w 421386"/>
                <a:gd name="connsiteY112" fmla="*/ 878102 h 1405143"/>
                <a:gd name="connsiteX113" fmla="*/ 57552 w 421386"/>
                <a:gd name="connsiteY113" fmla="*/ 961930 h 1405143"/>
                <a:gd name="connsiteX114" fmla="*/ 57979 w 421386"/>
                <a:gd name="connsiteY114" fmla="*/ 982973 h 1405143"/>
                <a:gd name="connsiteX115" fmla="*/ 54558 w 421386"/>
                <a:gd name="connsiteY115" fmla="*/ 1000594 h 1405143"/>
                <a:gd name="connsiteX116" fmla="*/ 52676 w 421386"/>
                <a:gd name="connsiteY116" fmla="*/ 1031388 h 1405143"/>
                <a:gd name="connsiteX117" fmla="*/ 58321 w 421386"/>
                <a:gd name="connsiteY117" fmla="*/ 1205461 h 1405143"/>
                <a:gd name="connsiteX118" fmla="*/ 67474 w 421386"/>
                <a:gd name="connsiteY118" fmla="*/ 1208712 h 1405143"/>
                <a:gd name="connsiteX119" fmla="*/ 67047 w 421386"/>
                <a:gd name="connsiteY119" fmla="*/ 1266537 h 1405143"/>
                <a:gd name="connsiteX120" fmla="*/ 64309 w 421386"/>
                <a:gd name="connsiteY120" fmla="*/ 1276459 h 1405143"/>
                <a:gd name="connsiteX121" fmla="*/ 60545 w 421386"/>
                <a:gd name="connsiteY121" fmla="*/ 1281763 h 1405143"/>
                <a:gd name="connsiteX122" fmla="*/ 62513 w 421386"/>
                <a:gd name="connsiteY122" fmla="*/ 1287408 h 1405143"/>
                <a:gd name="connsiteX123" fmla="*/ 62598 w 421386"/>
                <a:gd name="connsiteY123" fmla="*/ 1295791 h 1405143"/>
                <a:gd name="connsiteX124" fmla="*/ 53018 w 421386"/>
                <a:gd name="connsiteY124" fmla="*/ 1338561 h 1405143"/>
                <a:gd name="connsiteX125" fmla="*/ 49340 w 421386"/>
                <a:gd name="connsiteY125" fmla="*/ 1359946 h 1405143"/>
                <a:gd name="connsiteX126" fmla="*/ 65507 w 421386"/>
                <a:gd name="connsiteY126" fmla="*/ 1392536 h 1405143"/>
                <a:gd name="connsiteX127" fmla="*/ 70896 w 421386"/>
                <a:gd name="connsiteY127" fmla="*/ 1397412 h 1405143"/>
                <a:gd name="connsiteX128" fmla="*/ 79450 w 421386"/>
                <a:gd name="connsiteY128" fmla="*/ 1396813 h 1405143"/>
                <a:gd name="connsiteX129" fmla="*/ 116574 w 421386"/>
                <a:gd name="connsiteY129" fmla="*/ 1376027 h 1405143"/>
                <a:gd name="connsiteX130" fmla="*/ 122219 w 421386"/>
                <a:gd name="connsiteY130" fmla="*/ 1368500 h 1405143"/>
                <a:gd name="connsiteX131" fmla="*/ 121706 w 421386"/>
                <a:gd name="connsiteY131" fmla="*/ 1360288 h 1405143"/>
                <a:gd name="connsiteX132" fmla="*/ 121022 w 421386"/>
                <a:gd name="connsiteY132" fmla="*/ 1297160 h 1405143"/>
                <a:gd name="connsiteX133" fmla="*/ 124957 w 421386"/>
                <a:gd name="connsiteY133" fmla="*/ 1288349 h 1405143"/>
                <a:gd name="connsiteX134" fmla="*/ 119482 w 421386"/>
                <a:gd name="connsiteY134" fmla="*/ 1275347 h 1405143"/>
                <a:gd name="connsiteX135" fmla="*/ 114777 w 421386"/>
                <a:gd name="connsiteY135" fmla="*/ 1254476 h 1405143"/>
                <a:gd name="connsiteX136" fmla="*/ 111442 w 421386"/>
                <a:gd name="connsiteY136" fmla="*/ 1214528 h 1405143"/>
                <a:gd name="connsiteX137" fmla="*/ 112725 w 421386"/>
                <a:gd name="connsiteY137" fmla="*/ 1210166 h 1405143"/>
                <a:gd name="connsiteX138" fmla="*/ 115205 w 421386"/>
                <a:gd name="connsiteY138" fmla="*/ 1209311 h 1405143"/>
                <a:gd name="connsiteX139" fmla="*/ 117771 w 421386"/>
                <a:gd name="connsiteY139" fmla="*/ 1204264 h 1405143"/>
                <a:gd name="connsiteX140" fmla="*/ 121450 w 421386"/>
                <a:gd name="connsiteY140" fmla="*/ 1175009 h 1405143"/>
                <a:gd name="connsiteX141" fmla="*/ 127437 w 421386"/>
                <a:gd name="connsiteY141" fmla="*/ 1127364 h 1405143"/>
                <a:gd name="connsiteX142" fmla="*/ 136590 w 421386"/>
                <a:gd name="connsiteY142" fmla="*/ 1041739 h 1405143"/>
                <a:gd name="connsiteX143" fmla="*/ 137959 w 421386"/>
                <a:gd name="connsiteY143" fmla="*/ 968004 h 1405143"/>
                <a:gd name="connsiteX144" fmla="*/ 150790 w 421386"/>
                <a:gd name="connsiteY144" fmla="*/ 878786 h 1405143"/>
                <a:gd name="connsiteX145" fmla="*/ 169352 w 421386"/>
                <a:gd name="connsiteY145" fmla="*/ 722078 h 1405143"/>
                <a:gd name="connsiteX146" fmla="*/ 189967 w 421386"/>
                <a:gd name="connsiteY146" fmla="*/ 754668 h 1405143"/>
                <a:gd name="connsiteX147" fmla="*/ 244028 w 421386"/>
                <a:gd name="connsiteY147" fmla="*/ 956798 h 1405143"/>
                <a:gd name="connsiteX148" fmla="*/ 257030 w 421386"/>
                <a:gd name="connsiteY148" fmla="*/ 994008 h 1405143"/>
                <a:gd name="connsiteX149" fmla="*/ 262846 w 421386"/>
                <a:gd name="connsiteY149" fmla="*/ 1003674 h 1405143"/>
                <a:gd name="connsiteX150" fmla="*/ 264386 w 421386"/>
                <a:gd name="connsiteY150" fmla="*/ 1013511 h 1405143"/>
                <a:gd name="connsiteX151" fmla="*/ 278415 w 421386"/>
                <a:gd name="connsiteY151" fmla="*/ 1072618 h 1405143"/>
                <a:gd name="connsiteX152" fmla="*/ 319730 w 421386"/>
                <a:gd name="connsiteY152" fmla="*/ 1201527 h 1405143"/>
                <a:gd name="connsiteX153" fmla="*/ 326744 w 421386"/>
                <a:gd name="connsiteY153" fmla="*/ 1216239 h 1405143"/>
                <a:gd name="connsiteX154" fmla="*/ 340516 w 421386"/>
                <a:gd name="connsiteY154" fmla="*/ 1221543 h 1405143"/>
                <a:gd name="connsiteX155" fmla="*/ 342912 w 421386"/>
                <a:gd name="connsiteY155" fmla="*/ 1259608 h 1405143"/>
                <a:gd name="connsiteX156" fmla="*/ 340431 w 421386"/>
                <a:gd name="connsiteY156" fmla="*/ 1276203 h 1405143"/>
                <a:gd name="connsiteX157" fmla="*/ 334186 w 421386"/>
                <a:gd name="connsiteY157" fmla="*/ 1297844 h 1405143"/>
                <a:gd name="connsiteX158" fmla="*/ 338720 w 421386"/>
                <a:gd name="connsiteY158" fmla="*/ 1307082 h 1405143"/>
                <a:gd name="connsiteX159" fmla="*/ 353518 w 421386"/>
                <a:gd name="connsiteY159" fmla="*/ 1337192 h 1405143"/>
                <a:gd name="connsiteX160" fmla="*/ 351465 w 421386"/>
                <a:gd name="connsiteY160" fmla="*/ 1358149 h 1405143"/>
                <a:gd name="connsiteX161" fmla="*/ 385339 w 421386"/>
                <a:gd name="connsiteY161" fmla="*/ 1401347 h 1405143"/>
                <a:gd name="connsiteX162" fmla="*/ 401677 w 421386"/>
                <a:gd name="connsiteY162" fmla="*/ 1404683 h 1405143"/>
                <a:gd name="connsiteX163" fmla="*/ 416989 w 421386"/>
                <a:gd name="connsiteY163" fmla="*/ 1384838 h 1405143"/>
                <a:gd name="connsiteX164" fmla="*/ 420325 w 421386"/>
                <a:gd name="connsiteY164" fmla="*/ 1357380 h 1405143"/>
                <a:gd name="connsiteX165" fmla="*/ 411771 w 421386"/>
                <a:gd name="connsiteY165" fmla="*/ 1342239 h 1405143"/>
                <a:gd name="connsiteX166" fmla="*/ 411771 w 421386"/>
                <a:gd name="connsiteY166" fmla="*/ 1342239 h 1405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</a:cxnLst>
              <a:rect l="l" t="t" r="r" b="b"/>
              <a:pathLst>
                <a:path w="421386" h="1405143">
                  <a:moveTo>
                    <a:pt x="244883" y="264099"/>
                  </a:moveTo>
                  <a:cubicBezTo>
                    <a:pt x="242146" y="278897"/>
                    <a:pt x="238895" y="295150"/>
                    <a:pt x="238126" y="311488"/>
                  </a:cubicBezTo>
                  <a:cubicBezTo>
                    <a:pt x="237869" y="316449"/>
                    <a:pt x="237869" y="321496"/>
                    <a:pt x="237527" y="326372"/>
                  </a:cubicBezTo>
                  <a:cubicBezTo>
                    <a:pt x="235303" y="354429"/>
                    <a:pt x="221531" y="380091"/>
                    <a:pt x="215543" y="407549"/>
                  </a:cubicBezTo>
                  <a:cubicBezTo>
                    <a:pt x="214003" y="414563"/>
                    <a:pt x="212977" y="421663"/>
                    <a:pt x="211352" y="428677"/>
                  </a:cubicBezTo>
                  <a:cubicBezTo>
                    <a:pt x="207930" y="443304"/>
                    <a:pt x="201686" y="457418"/>
                    <a:pt x="200574" y="472473"/>
                  </a:cubicBezTo>
                  <a:cubicBezTo>
                    <a:pt x="200317" y="476237"/>
                    <a:pt x="200060" y="480599"/>
                    <a:pt x="196895" y="482652"/>
                  </a:cubicBezTo>
                  <a:cubicBezTo>
                    <a:pt x="195185" y="483764"/>
                    <a:pt x="193132" y="483850"/>
                    <a:pt x="191164" y="483935"/>
                  </a:cubicBezTo>
                  <a:cubicBezTo>
                    <a:pt x="183894" y="484192"/>
                    <a:pt x="176623" y="484534"/>
                    <a:pt x="169352" y="484791"/>
                  </a:cubicBezTo>
                  <a:cubicBezTo>
                    <a:pt x="168411" y="484791"/>
                    <a:pt x="167299" y="484791"/>
                    <a:pt x="166529" y="484278"/>
                  </a:cubicBezTo>
                  <a:cubicBezTo>
                    <a:pt x="164818" y="483166"/>
                    <a:pt x="165331" y="480428"/>
                    <a:pt x="164134" y="478803"/>
                  </a:cubicBezTo>
                  <a:cubicBezTo>
                    <a:pt x="163364" y="477777"/>
                    <a:pt x="162166" y="477349"/>
                    <a:pt x="161054" y="476665"/>
                  </a:cubicBezTo>
                  <a:cubicBezTo>
                    <a:pt x="156093" y="473671"/>
                    <a:pt x="155580" y="466828"/>
                    <a:pt x="155323" y="461011"/>
                  </a:cubicBezTo>
                  <a:cubicBezTo>
                    <a:pt x="154468" y="439626"/>
                    <a:pt x="150105" y="418327"/>
                    <a:pt x="142578" y="398310"/>
                  </a:cubicBezTo>
                  <a:cubicBezTo>
                    <a:pt x="127865" y="359475"/>
                    <a:pt x="133425" y="316192"/>
                    <a:pt x="144631" y="277614"/>
                  </a:cubicBezTo>
                  <a:cubicBezTo>
                    <a:pt x="149507" y="260763"/>
                    <a:pt x="156949" y="244254"/>
                    <a:pt x="157034" y="226718"/>
                  </a:cubicBezTo>
                  <a:cubicBezTo>
                    <a:pt x="162851" y="236726"/>
                    <a:pt x="173800" y="242885"/>
                    <a:pt x="185006" y="245537"/>
                  </a:cubicBezTo>
                  <a:cubicBezTo>
                    <a:pt x="196297" y="248274"/>
                    <a:pt x="208016" y="247846"/>
                    <a:pt x="219563" y="247504"/>
                  </a:cubicBezTo>
                  <a:cubicBezTo>
                    <a:pt x="228973" y="247162"/>
                    <a:pt x="238724" y="246820"/>
                    <a:pt x="247107" y="242372"/>
                  </a:cubicBezTo>
                  <a:cubicBezTo>
                    <a:pt x="246337" y="249557"/>
                    <a:pt x="245653" y="256828"/>
                    <a:pt x="244883" y="264013"/>
                  </a:cubicBezTo>
                  <a:lnTo>
                    <a:pt x="244883" y="264013"/>
                  </a:lnTo>
                  <a:close/>
                  <a:moveTo>
                    <a:pt x="85266" y="477092"/>
                  </a:moveTo>
                  <a:cubicBezTo>
                    <a:pt x="85266" y="477520"/>
                    <a:pt x="85095" y="477948"/>
                    <a:pt x="84839" y="478290"/>
                  </a:cubicBezTo>
                  <a:cubicBezTo>
                    <a:pt x="84582" y="478546"/>
                    <a:pt x="84240" y="478632"/>
                    <a:pt x="83898" y="478718"/>
                  </a:cubicBezTo>
                  <a:cubicBezTo>
                    <a:pt x="78680" y="479744"/>
                    <a:pt x="73547" y="476579"/>
                    <a:pt x="70383" y="473756"/>
                  </a:cubicBezTo>
                  <a:cubicBezTo>
                    <a:pt x="72778" y="471703"/>
                    <a:pt x="73376" y="468282"/>
                    <a:pt x="73291" y="465117"/>
                  </a:cubicBezTo>
                  <a:cubicBezTo>
                    <a:pt x="73291" y="461952"/>
                    <a:pt x="72778" y="458787"/>
                    <a:pt x="73719" y="455793"/>
                  </a:cubicBezTo>
                  <a:cubicBezTo>
                    <a:pt x="74488" y="453569"/>
                    <a:pt x="75943" y="451602"/>
                    <a:pt x="77226" y="449549"/>
                  </a:cubicBezTo>
                  <a:cubicBezTo>
                    <a:pt x="78594" y="447325"/>
                    <a:pt x="79621" y="444929"/>
                    <a:pt x="80305" y="442363"/>
                  </a:cubicBezTo>
                  <a:cubicBezTo>
                    <a:pt x="82101" y="443133"/>
                    <a:pt x="82101" y="445699"/>
                    <a:pt x="82101" y="447667"/>
                  </a:cubicBezTo>
                  <a:cubicBezTo>
                    <a:pt x="82101" y="450062"/>
                    <a:pt x="82444" y="452542"/>
                    <a:pt x="83128" y="454852"/>
                  </a:cubicBezTo>
                  <a:cubicBezTo>
                    <a:pt x="83727" y="456905"/>
                    <a:pt x="84668" y="458787"/>
                    <a:pt x="85266" y="460754"/>
                  </a:cubicBezTo>
                  <a:cubicBezTo>
                    <a:pt x="86806" y="466058"/>
                    <a:pt x="86036" y="471703"/>
                    <a:pt x="85266" y="477178"/>
                  </a:cubicBezTo>
                  <a:lnTo>
                    <a:pt x="85266" y="477178"/>
                  </a:lnTo>
                  <a:close/>
                  <a:moveTo>
                    <a:pt x="324692" y="417215"/>
                  </a:moveTo>
                  <a:cubicBezTo>
                    <a:pt x="325205" y="415247"/>
                    <a:pt x="326146" y="413451"/>
                    <a:pt x="327087" y="411655"/>
                  </a:cubicBezTo>
                  <a:cubicBezTo>
                    <a:pt x="328712" y="408661"/>
                    <a:pt x="330337" y="405667"/>
                    <a:pt x="331877" y="402673"/>
                  </a:cubicBezTo>
                  <a:cubicBezTo>
                    <a:pt x="335470" y="402844"/>
                    <a:pt x="337351" y="407121"/>
                    <a:pt x="337522" y="410885"/>
                  </a:cubicBezTo>
                  <a:cubicBezTo>
                    <a:pt x="337779" y="414648"/>
                    <a:pt x="336838" y="418498"/>
                    <a:pt x="337437" y="422261"/>
                  </a:cubicBezTo>
                  <a:cubicBezTo>
                    <a:pt x="338292" y="427822"/>
                    <a:pt x="342227" y="432612"/>
                    <a:pt x="343254" y="438172"/>
                  </a:cubicBezTo>
                  <a:cubicBezTo>
                    <a:pt x="344708" y="445699"/>
                    <a:pt x="339918" y="453826"/>
                    <a:pt x="332647" y="456221"/>
                  </a:cubicBezTo>
                  <a:cubicBezTo>
                    <a:pt x="330936" y="456819"/>
                    <a:pt x="329225" y="457076"/>
                    <a:pt x="327429" y="457333"/>
                  </a:cubicBezTo>
                  <a:cubicBezTo>
                    <a:pt x="326659" y="457418"/>
                    <a:pt x="325718" y="457504"/>
                    <a:pt x="325290" y="456905"/>
                  </a:cubicBezTo>
                  <a:cubicBezTo>
                    <a:pt x="325034" y="456563"/>
                    <a:pt x="325034" y="456135"/>
                    <a:pt x="325034" y="455707"/>
                  </a:cubicBezTo>
                  <a:cubicBezTo>
                    <a:pt x="324777" y="445186"/>
                    <a:pt x="324435" y="434665"/>
                    <a:pt x="324178" y="424143"/>
                  </a:cubicBezTo>
                  <a:cubicBezTo>
                    <a:pt x="324178" y="421834"/>
                    <a:pt x="324093" y="419439"/>
                    <a:pt x="324606" y="417215"/>
                  </a:cubicBezTo>
                  <a:lnTo>
                    <a:pt x="324606" y="417215"/>
                  </a:lnTo>
                  <a:close/>
                  <a:moveTo>
                    <a:pt x="411600" y="1342154"/>
                  </a:moveTo>
                  <a:cubicBezTo>
                    <a:pt x="404158" y="1330092"/>
                    <a:pt x="400822" y="1315978"/>
                    <a:pt x="397657" y="1302121"/>
                  </a:cubicBezTo>
                  <a:cubicBezTo>
                    <a:pt x="396973" y="1299213"/>
                    <a:pt x="396374" y="1295962"/>
                    <a:pt x="398084" y="1293482"/>
                  </a:cubicBezTo>
                  <a:cubicBezTo>
                    <a:pt x="399025" y="1292198"/>
                    <a:pt x="400394" y="1291343"/>
                    <a:pt x="401164" y="1289974"/>
                  </a:cubicBezTo>
                  <a:cubicBezTo>
                    <a:pt x="402618" y="1287494"/>
                    <a:pt x="401164" y="1284243"/>
                    <a:pt x="399196" y="1282190"/>
                  </a:cubicBezTo>
                  <a:cubicBezTo>
                    <a:pt x="397144" y="1280137"/>
                    <a:pt x="394492" y="1278854"/>
                    <a:pt x="392524" y="1276801"/>
                  </a:cubicBezTo>
                  <a:cubicBezTo>
                    <a:pt x="385339" y="1269274"/>
                    <a:pt x="389616" y="1256871"/>
                    <a:pt x="387221" y="1246777"/>
                  </a:cubicBezTo>
                  <a:cubicBezTo>
                    <a:pt x="384740" y="1236341"/>
                    <a:pt x="374818" y="1226932"/>
                    <a:pt x="378068" y="1216753"/>
                  </a:cubicBezTo>
                  <a:cubicBezTo>
                    <a:pt x="378924" y="1214101"/>
                    <a:pt x="380549" y="1211877"/>
                    <a:pt x="381490" y="1209311"/>
                  </a:cubicBezTo>
                  <a:cubicBezTo>
                    <a:pt x="383030" y="1205034"/>
                    <a:pt x="382431" y="1200329"/>
                    <a:pt x="381832" y="1195881"/>
                  </a:cubicBezTo>
                  <a:cubicBezTo>
                    <a:pt x="375074" y="1145840"/>
                    <a:pt x="368317" y="1095885"/>
                    <a:pt x="360362" y="1044647"/>
                  </a:cubicBezTo>
                  <a:cubicBezTo>
                    <a:pt x="363954" y="1016847"/>
                    <a:pt x="340859" y="992382"/>
                    <a:pt x="337950" y="964582"/>
                  </a:cubicBezTo>
                  <a:cubicBezTo>
                    <a:pt x="336154" y="947389"/>
                    <a:pt x="342056" y="929083"/>
                    <a:pt x="335470" y="913087"/>
                  </a:cubicBezTo>
                  <a:cubicBezTo>
                    <a:pt x="333075" y="907356"/>
                    <a:pt x="329225" y="902309"/>
                    <a:pt x="326916" y="896578"/>
                  </a:cubicBezTo>
                  <a:cubicBezTo>
                    <a:pt x="324349" y="890248"/>
                    <a:pt x="323836" y="883405"/>
                    <a:pt x="323323" y="876647"/>
                  </a:cubicBezTo>
                  <a:cubicBezTo>
                    <a:pt x="321954" y="859283"/>
                    <a:pt x="320586" y="841918"/>
                    <a:pt x="321355" y="824639"/>
                  </a:cubicBezTo>
                  <a:cubicBezTo>
                    <a:pt x="321869" y="813947"/>
                    <a:pt x="323152" y="803255"/>
                    <a:pt x="323152" y="792562"/>
                  </a:cubicBezTo>
                  <a:cubicBezTo>
                    <a:pt x="323152" y="765959"/>
                    <a:pt x="315111" y="739955"/>
                    <a:pt x="312887" y="713438"/>
                  </a:cubicBezTo>
                  <a:cubicBezTo>
                    <a:pt x="312288" y="706253"/>
                    <a:pt x="313144" y="697357"/>
                    <a:pt x="319730" y="694534"/>
                  </a:cubicBezTo>
                  <a:cubicBezTo>
                    <a:pt x="322810" y="693165"/>
                    <a:pt x="326317" y="693678"/>
                    <a:pt x="329653" y="694020"/>
                  </a:cubicBezTo>
                  <a:cubicBezTo>
                    <a:pt x="348301" y="695817"/>
                    <a:pt x="367376" y="692395"/>
                    <a:pt x="384227" y="684269"/>
                  </a:cubicBezTo>
                  <a:cubicBezTo>
                    <a:pt x="386365" y="683243"/>
                    <a:pt x="388590" y="681960"/>
                    <a:pt x="389530" y="679821"/>
                  </a:cubicBezTo>
                  <a:cubicBezTo>
                    <a:pt x="390557" y="677597"/>
                    <a:pt x="389873" y="674945"/>
                    <a:pt x="389188" y="672550"/>
                  </a:cubicBezTo>
                  <a:cubicBezTo>
                    <a:pt x="376015" y="626957"/>
                    <a:pt x="362842" y="581365"/>
                    <a:pt x="347359" y="534660"/>
                  </a:cubicBezTo>
                  <a:cubicBezTo>
                    <a:pt x="371482" y="522770"/>
                    <a:pt x="393294" y="506176"/>
                    <a:pt x="411172" y="485988"/>
                  </a:cubicBezTo>
                  <a:cubicBezTo>
                    <a:pt x="414765" y="481882"/>
                    <a:pt x="418443" y="477263"/>
                    <a:pt x="418785" y="471789"/>
                  </a:cubicBezTo>
                  <a:cubicBezTo>
                    <a:pt x="419298" y="464176"/>
                    <a:pt x="413310" y="457504"/>
                    <a:pt x="412199" y="449976"/>
                  </a:cubicBezTo>
                  <a:cubicBezTo>
                    <a:pt x="411343" y="443732"/>
                    <a:pt x="413824" y="437487"/>
                    <a:pt x="413995" y="431158"/>
                  </a:cubicBezTo>
                  <a:cubicBezTo>
                    <a:pt x="414508" y="417557"/>
                    <a:pt x="404671" y="405838"/>
                    <a:pt x="401591" y="392579"/>
                  </a:cubicBezTo>
                  <a:cubicBezTo>
                    <a:pt x="399368" y="382913"/>
                    <a:pt x="400736" y="372734"/>
                    <a:pt x="400052" y="362811"/>
                  </a:cubicBezTo>
                  <a:cubicBezTo>
                    <a:pt x="397657" y="330563"/>
                    <a:pt x="372765" y="302763"/>
                    <a:pt x="372081" y="270429"/>
                  </a:cubicBezTo>
                  <a:cubicBezTo>
                    <a:pt x="371995" y="264612"/>
                    <a:pt x="372679" y="258710"/>
                    <a:pt x="371653" y="252979"/>
                  </a:cubicBezTo>
                  <a:cubicBezTo>
                    <a:pt x="369514" y="240918"/>
                    <a:pt x="359848" y="231252"/>
                    <a:pt x="348814" y="226034"/>
                  </a:cubicBezTo>
                  <a:cubicBezTo>
                    <a:pt x="337779" y="220816"/>
                    <a:pt x="325376" y="219191"/>
                    <a:pt x="313144" y="217993"/>
                  </a:cubicBezTo>
                  <a:cubicBezTo>
                    <a:pt x="307241" y="217394"/>
                    <a:pt x="300826" y="216710"/>
                    <a:pt x="296292" y="212861"/>
                  </a:cubicBezTo>
                  <a:cubicBezTo>
                    <a:pt x="292443" y="209610"/>
                    <a:pt x="290561" y="204734"/>
                    <a:pt x="288765" y="200030"/>
                  </a:cubicBezTo>
                  <a:cubicBezTo>
                    <a:pt x="283034" y="184804"/>
                    <a:pt x="277388" y="169492"/>
                    <a:pt x="271657" y="154266"/>
                  </a:cubicBezTo>
                  <a:cubicBezTo>
                    <a:pt x="270203" y="150417"/>
                    <a:pt x="268834" y="146568"/>
                    <a:pt x="268749" y="142547"/>
                  </a:cubicBezTo>
                  <a:cubicBezTo>
                    <a:pt x="268749" y="138612"/>
                    <a:pt x="269861" y="134763"/>
                    <a:pt x="270887" y="130914"/>
                  </a:cubicBezTo>
                  <a:cubicBezTo>
                    <a:pt x="279356" y="98238"/>
                    <a:pt x="270032" y="63594"/>
                    <a:pt x="256517" y="32629"/>
                  </a:cubicBezTo>
                  <a:cubicBezTo>
                    <a:pt x="254121" y="27069"/>
                    <a:pt x="251470" y="21509"/>
                    <a:pt x="247792" y="16719"/>
                  </a:cubicBezTo>
                  <a:cubicBezTo>
                    <a:pt x="238126" y="4230"/>
                    <a:pt x="220761" y="-1672"/>
                    <a:pt x="202114" y="4829"/>
                  </a:cubicBezTo>
                  <a:cubicBezTo>
                    <a:pt x="197580" y="-3127"/>
                    <a:pt x="185262" y="-47"/>
                    <a:pt x="177820" y="5427"/>
                  </a:cubicBezTo>
                  <a:cubicBezTo>
                    <a:pt x="151987" y="24417"/>
                    <a:pt x="140354" y="57692"/>
                    <a:pt x="137445" y="89598"/>
                  </a:cubicBezTo>
                  <a:cubicBezTo>
                    <a:pt x="134452" y="121504"/>
                    <a:pt x="138643" y="153753"/>
                    <a:pt x="137103" y="185830"/>
                  </a:cubicBezTo>
                  <a:cubicBezTo>
                    <a:pt x="136334" y="202168"/>
                    <a:pt x="134024" y="218421"/>
                    <a:pt x="130945" y="232963"/>
                  </a:cubicBezTo>
                  <a:cubicBezTo>
                    <a:pt x="116659" y="236555"/>
                    <a:pt x="102374" y="240062"/>
                    <a:pt x="88089" y="243655"/>
                  </a:cubicBezTo>
                  <a:cubicBezTo>
                    <a:pt x="80476" y="245537"/>
                    <a:pt x="72521" y="247675"/>
                    <a:pt x="67132" y="253321"/>
                  </a:cubicBezTo>
                  <a:cubicBezTo>
                    <a:pt x="62342" y="258368"/>
                    <a:pt x="60460" y="265382"/>
                    <a:pt x="58749" y="272140"/>
                  </a:cubicBezTo>
                  <a:cubicBezTo>
                    <a:pt x="53873" y="291215"/>
                    <a:pt x="48998" y="310290"/>
                    <a:pt x="42582" y="330905"/>
                  </a:cubicBezTo>
                  <a:cubicBezTo>
                    <a:pt x="34541" y="361357"/>
                    <a:pt x="26586" y="391724"/>
                    <a:pt x="18546" y="422090"/>
                  </a:cubicBezTo>
                  <a:cubicBezTo>
                    <a:pt x="16065" y="431671"/>
                    <a:pt x="13499" y="441251"/>
                    <a:pt x="9649" y="450489"/>
                  </a:cubicBezTo>
                  <a:cubicBezTo>
                    <a:pt x="6912" y="456990"/>
                    <a:pt x="3662" y="463235"/>
                    <a:pt x="1865" y="470078"/>
                  </a:cubicBezTo>
                  <a:cubicBezTo>
                    <a:pt x="-102" y="477434"/>
                    <a:pt x="-102" y="485219"/>
                    <a:pt x="69" y="492832"/>
                  </a:cubicBezTo>
                  <a:cubicBezTo>
                    <a:pt x="69" y="495227"/>
                    <a:pt x="240" y="497793"/>
                    <a:pt x="1438" y="499931"/>
                  </a:cubicBezTo>
                  <a:cubicBezTo>
                    <a:pt x="2721" y="502155"/>
                    <a:pt x="4945" y="503524"/>
                    <a:pt x="6656" y="505320"/>
                  </a:cubicBezTo>
                  <a:cubicBezTo>
                    <a:pt x="12472" y="511137"/>
                    <a:pt x="13499" y="521145"/>
                    <a:pt x="20513" y="525422"/>
                  </a:cubicBezTo>
                  <a:cubicBezTo>
                    <a:pt x="22566" y="526705"/>
                    <a:pt x="25047" y="527304"/>
                    <a:pt x="27271" y="528245"/>
                  </a:cubicBezTo>
                  <a:cubicBezTo>
                    <a:pt x="35140" y="531838"/>
                    <a:pt x="39503" y="540049"/>
                    <a:pt x="44293" y="547235"/>
                  </a:cubicBezTo>
                  <a:cubicBezTo>
                    <a:pt x="49083" y="554420"/>
                    <a:pt x="55926" y="561691"/>
                    <a:pt x="64480" y="561434"/>
                  </a:cubicBezTo>
                  <a:cubicBezTo>
                    <a:pt x="47544" y="599927"/>
                    <a:pt x="34884" y="640302"/>
                    <a:pt x="26586" y="681532"/>
                  </a:cubicBezTo>
                  <a:cubicBezTo>
                    <a:pt x="25902" y="684953"/>
                    <a:pt x="25303" y="688632"/>
                    <a:pt x="26757" y="691797"/>
                  </a:cubicBezTo>
                  <a:cubicBezTo>
                    <a:pt x="29324" y="697357"/>
                    <a:pt x="36680" y="698469"/>
                    <a:pt x="38904" y="700094"/>
                  </a:cubicBezTo>
                  <a:cubicBezTo>
                    <a:pt x="43352" y="734737"/>
                    <a:pt x="48484" y="769381"/>
                    <a:pt x="54216" y="803853"/>
                  </a:cubicBezTo>
                  <a:cubicBezTo>
                    <a:pt x="56268" y="816085"/>
                    <a:pt x="58321" y="828403"/>
                    <a:pt x="58835" y="840806"/>
                  </a:cubicBezTo>
                  <a:cubicBezTo>
                    <a:pt x="59262" y="853295"/>
                    <a:pt x="58065" y="865698"/>
                    <a:pt x="57209" y="878102"/>
                  </a:cubicBezTo>
                  <a:cubicBezTo>
                    <a:pt x="55328" y="905988"/>
                    <a:pt x="55499" y="934045"/>
                    <a:pt x="57552" y="961930"/>
                  </a:cubicBezTo>
                  <a:cubicBezTo>
                    <a:pt x="58065" y="968945"/>
                    <a:pt x="58749" y="975959"/>
                    <a:pt x="57979" y="982973"/>
                  </a:cubicBezTo>
                  <a:cubicBezTo>
                    <a:pt x="57295" y="988875"/>
                    <a:pt x="55584" y="994692"/>
                    <a:pt x="54558" y="1000594"/>
                  </a:cubicBezTo>
                  <a:cubicBezTo>
                    <a:pt x="52676" y="1010688"/>
                    <a:pt x="52590" y="1021124"/>
                    <a:pt x="52676" y="1031388"/>
                  </a:cubicBezTo>
                  <a:cubicBezTo>
                    <a:pt x="52847" y="1089555"/>
                    <a:pt x="55242" y="1147722"/>
                    <a:pt x="58321" y="1205461"/>
                  </a:cubicBezTo>
                  <a:cubicBezTo>
                    <a:pt x="61059" y="1207087"/>
                    <a:pt x="64138" y="1208199"/>
                    <a:pt x="67474" y="1208712"/>
                  </a:cubicBezTo>
                  <a:cubicBezTo>
                    <a:pt x="68330" y="1227958"/>
                    <a:pt x="68244" y="1247290"/>
                    <a:pt x="67047" y="1266537"/>
                  </a:cubicBezTo>
                  <a:cubicBezTo>
                    <a:pt x="66875" y="1269958"/>
                    <a:pt x="66533" y="1273722"/>
                    <a:pt x="64309" y="1276459"/>
                  </a:cubicBezTo>
                  <a:cubicBezTo>
                    <a:pt x="62941" y="1278170"/>
                    <a:pt x="60802" y="1279539"/>
                    <a:pt x="60545" y="1281763"/>
                  </a:cubicBezTo>
                  <a:cubicBezTo>
                    <a:pt x="60289" y="1283730"/>
                    <a:pt x="61829" y="1285526"/>
                    <a:pt x="62513" y="1287408"/>
                  </a:cubicBezTo>
                  <a:cubicBezTo>
                    <a:pt x="63539" y="1290060"/>
                    <a:pt x="63112" y="1292968"/>
                    <a:pt x="62598" y="1295791"/>
                  </a:cubicBezTo>
                  <a:cubicBezTo>
                    <a:pt x="60118" y="1310162"/>
                    <a:pt x="56867" y="1324532"/>
                    <a:pt x="53018" y="1338561"/>
                  </a:cubicBezTo>
                  <a:cubicBezTo>
                    <a:pt x="51051" y="1345575"/>
                    <a:pt x="48912" y="1352675"/>
                    <a:pt x="49340" y="1359946"/>
                  </a:cubicBezTo>
                  <a:cubicBezTo>
                    <a:pt x="50110" y="1372263"/>
                    <a:pt x="57979" y="1382870"/>
                    <a:pt x="65507" y="1392536"/>
                  </a:cubicBezTo>
                  <a:cubicBezTo>
                    <a:pt x="66961" y="1394504"/>
                    <a:pt x="68586" y="1396471"/>
                    <a:pt x="70896" y="1397412"/>
                  </a:cubicBezTo>
                  <a:cubicBezTo>
                    <a:pt x="73633" y="1398438"/>
                    <a:pt x="76627" y="1397669"/>
                    <a:pt x="79450" y="1396813"/>
                  </a:cubicBezTo>
                  <a:cubicBezTo>
                    <a:pt x="93051" y="1392536"/>
                    <a:pt x="105796" y="1385351"/>
                    <a:pt x="116574" y="1376027"/>
                  </a:cubicBezTo>
                  <a:cubicBezTo>
                    <a:pt x="118969" y="1373974"/>
                    <a:pt x="121450" y="1371579"/>
                    <a:pt x="122219" y="1368500"/>
                  </a:cubicBezTo>
                  <a:cubicBezTo>
                    <a:pt x="122989" y="1365848"/>
                    <a:pt x="122391" y="1362940"/>
                    <a:pt x="121706" y="1360288"/>
                  </a:cubicBezTo>
                  <a:cubicBezTo>
                    <a:pt x="116831" y="1339245"/>
                    <a:pt x="110244" y="1315807"/>
                    <a:pt x="121022" y="1297160"/>
                  </a:cubicBezTo>
                  <a:cubicBezTo>
                    <a:pt x="122647" y="1294337"/>
                    <a:pt x="124700" y="1291600"/>
                    <a:pt x="124957" y="1288349"/>
                  </a:cubicBezTo>
                  <a:cubicBezTo>
                    <a:pt x="125299" y="1283645"/>
                    <a:pt x="121792" y="1279624"/>
                    <a:pt x="119482" y="1275347"/>
                  </a:cubicBezTo>
                  <a:cubicBezTo>
                    <a:pt x="116061" y="1269017"/>
                    <a:pt x="115376" y="1261661"/>
                    <a:pt x="114777" y="1254476"/>
                  </a:cubicBezTo>
                  <a:cubicBezTo>
                    <a:pt x="113665" y="1241131"/>
                    <a:pt x="112554" y="1227873"/>
                    <a:pt x="111442" y="1214528"/>
                  </a:cubicBezTo>
                  <a:cubicBezTo>
                    <a:pt x="111356" y="1212989"/>
                    <a:pt x="111356" y="1211021"/>
                    <a:pt x="112725" y="1210166"/>
                  </a:cubicBezTo>
                  <a:cubicBezTo>
                    <a:pt x="113409" y="1209653"/>
                    <a:pt x="114436" y="1209653"/>
                    <a:pt x="115205" y="1209311"/>
                  </a:cubicBezTo>
                  <a:cubicBezTo>
                    <a:pt x="117002" y="1208455"/>
                    <a:pt x="117429" y="1206231"/>
                    <a:pt x="117771" y="1204264"/>
                  </a:cubicBezTo>
                  <a:cubicBezTo>
                    <a:pt x="118969" y="1194512"/>
                    <a:pt x="120252" y="1184761"/>
                    <a:pt x="121450" y="1175009"/>
                  </a:cubicBezTo>
                  <a:cubicBezTo>
                    <a:pt x="123503" y="1159184"/>
                    <a:pt x="125470" y="1143274"/>
                    <a:pt x="127437" y="1127364"/>
                  </a:cubicBezTo>
                  <a:cubicBezTo>
                    <a:pt x="130859" y="1098879"/>
                    <a:pt x="133939" y="1070309"/>
                    <a:pt x="136590" y="1041739"/>
                  </a:cubicBezTo>
                  <a:cubicBezTo>
                    <a:pt x="138900" y="1017788"/>
                    <a:pt x="140867" y="993666"/>
                    <a:pt x="137959" y="968004"/>
                  </a:cubicBezTo>
                  <a:cubicBezTo>
                    <a:pt x="147111" y="939262"/>
                    <a:pt x="148651" y="908810"/>
                    <a:pt x="150790" y="878786"/>
                  </a:cubicBezTo>
                  <a:cubicBezTo>
                    <a:pt x="154639" y="826265"/>
                    <a:pt x="160883" y="774000"/>
                    <a:pt x="169352" y="722078"/>
                  </a:cubicBezTo>
                  <a:cubicBezTo>
                    <a:pt x="180985" y="728407"/>
                    <a:pt x="186032" y="742094"/>
                    <a:pt x="189967" y="754668"/>
                  </a:cubicBezTo>
                  <a:cubicBezTo>
                    <a:pt x="211181" y="821132"/>
                    <a:pt x="229229" y="888623"/>
                    <a:pt x="244028" y="956798"/>
                  </a:cubicBezTo>
                  <a:cubicBezTo>
                    <a:pt x="246851" y="969714"/>
                    <a:pt x="249673" y="982973"/>
                    <a:pt x="257030" y="994008"/>
                  </a:cubicBezTo>
                  <a:cubicBezTo>
                    <a:pt x="259083" y="997172"/>
                    <a:pt x="261563" y="1000166"/>
                    <a:pt x="262846" y="1003674"/>
                  </a:cubicBezTo>
                  <a:cubicBezTo>
                    <a:pt x="263958" y="1006838"/>
                    <a:pt x="264130" y="1010175"/>
                    <a:pt x="264386" y="1013511"/>
                  </a:cubicBezTo>
                  <a:cubicBezTo>
                    <a:pt x="265926" y="1033783"/>
                    <a:pt x="272170" y="1053286"/>
                    <a:pt x="278415" y="1072618"/>
                  </a:cubicBezTo>
                  <a:cubicBezTo>
                    <a:pt x="292187" y="1115559"/>
                    <a:pt x="305958" y="1158586"/>
                    <a:pt x="319730" y="1201527"/>
                  </a:cubicBezTo>
                  <a:cubicBezTo>
                    <a:pt x="321355" y="1206744"/>
                    <a:pt x="323152" y="1212133"/>
                    <a:pt x="326744" y="1216239"/>
                  </a:cubicBezTo>
                  <a:cubicBezTo>
                    <a:pt x="330337" y="1220345"/>
                    <a:pt x="336325" y="1222911"/>
                    <a:pt x="340516" y="1221543"/>
                  </a:cubicBezTo>
                  <a:cubicBezTo>
                    <a:pt x="342569" y="1234117"/>
                    <a:pt x="343425" y="1246862"/>
                    <a:pt x="342912" y="1259608"/>
                  </a:cubicBezTo>
                  <a:cubicBezTo>
                    <a:pt x="342740" y="1265254"/>
                    <a:pt x="342227" y="1270899"/>
                    <a:pt x="340431" y="1276203"/>
                  </a:cubicBezTo>
                  <a:cubicBezTo>
                    <a:pt x="337865" y="1283388"/>
                    <a:pt x="332732" y="1290317"/>
                    <a:pt x="334186" y="1297844"/>
                  </a:cubicBezTo>
                  <a:cubicBezTo>
                    <a:pt x="334785" y="1301266"/>
                    <a:pt x="336753" y="1304260"/>
                    <a:pt x="338720" y="1307082"/>
                  </a:cubicBezTo>
                  <a:cubicBezTo>
                    <a:pt x="345136" y="1316406"/>
                    <a:pt x="352834" y="1325901"/>
                    <a:pt x="353518" y="1337192"/>
                  </a:cubicBezTo>
                  <a:cubicBezTo>
                    <a:pt x="353946" y="1344206"/>
                    <a:pt x="351551" y="1351135"/>
                    <a:pt x="351465" y="1358149"/>
                  </a:cubicBezTo>
                  <a:cubicBezTo>
                    <a:pt x="351209" y="1377481"/>
                    <a:pt x="368060" y="1392707"/>
                    <a:pt x="385339" y="1401347"/>
                  </a:cubicBezTo>
                  <a:cubicBezTo>
                    <a:pt x="390386" y="1403913"/>
                    <a:pt x="396117" y="1406137"/>
                    <a:pt x="401677" y="1404683"/>
                  </a:cubicBezTo>
                  <a:cubicBezTo>
                    <a:pt x="410145" y="1402544"/>
                    <a:pt x="414166" y="1393135"/>
                    <a:pt x="416989" y="1384838"/>
                  </a:cubicBezTo>
                  <a:cubicBezTo>
                    <a:pt x="419983" y="1376027"/>
                    <a:pt x="423062" y="1366361"/>
                    <a:pt x="420325" y="1357380"/>
                  </a:cubicBezTo>
                  <a:cubicBezTo>
                    <a:pt x="418614" y="1351820"/>
                    <a:pt x="414850" y="1347200"/>
                    <a:pt x="411771" y="1342239"/>
                  </a:cubicBezTo>
                  <a:lnTo>
                    <a:pt x="411771" y="1342239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B8DDD8E-4335-67C1-F81E-42EACD3809A8}"/>
                </a:ext>
              </a:extLst>
            </p:cNvPr>
            <p:cNvSpPr/>
            <p:nvPr/>
          </p:nvSpPr>
          <p:spPr>
            <a:xfrm>
              <a:off x="441573" y="985901"/>
              <a:ext cx="399944" cy="1397610"/>
            </a:xfrm>
            <a:custGeom>
              <a:avLst/>
              <a:gdLst>
                <a:gd name="connsiteX0" fmla="*/ 333087 w 399944"/>
                <a:gd name="connsiteY0" fmla="*/ 467958 h 1397610"/>
                <a:gd name="connsiteX1" fmla="*/ 306485 w 399944"/>
                <a:gd name="connsiteY1" fmla="*/ 504826 h 1397610"/>
                <a:gd name="connsiteX2" fmla="*/ 307597 w 399944"/>
                <a:gd name="connsiteY2" fmla="*/ 429979 h 1397610"/>
                <a:gd name="connsiteX3" fmla="*/ 314611 w 399944"/>
                <a:gd name="connsiteY3" fmla="*/ 384129 h 1397610"/>
                <a:gd name="connsiteX4" fmla="*/ 317434 w 399944"/>
                <a:gd name="connsiteY4" fmla="*/ 383360 h 1397610"/>
                <a:gd name="connsiteX5" fmla="*/ 322737 w 399944"/>
                <a:gd name="connsiteY5" fmla="*/ 389176 h 1397610"/>
                <a:gd name="connsiteX6" fmla="*/ 334114 w 399944"/>
                <a:gd name="connsiteY6" fmla="*/ 442639 h 1397610"/>
                <a:gd name="connsiteX7" fmla="*/ 333002 w 399944"/>
                <a:gd name="connsiteY7" fmla="*/ 467958 h 1397610"/>
                <a:gd name="connsiteX8" fmla="*/ 333002 w 399944"/>
                <a:gd name="connsiteY8" fmla="*/ 467958 h 1397610"/>
                <a:gd name="connsiteX9" fmla="*/ 100420 w 399944"/>
                <a:gd name="connsiteY9" fmla="*/ 485836 h 1397610"/>
                <a:gd name="connsiteX10" fmla="*/ 93662 w 399944"/>
                <a:gd name="connsiteY10" fmla="*/ 495331 h 1397610"/>
                <a:gd name="connsiteX11" fmla="*/ 86648 w 399944"/>
                <a:gd name="connsiteY11" fmla="*/ 519282 h 1397610"/>
                <a:gd name="connsiteX12" fmla="*/ 67744 w 399944"/>
                <a:gd name="connsiteY12" fmla="*/ 505339 h 1397610"/>
                <a:gd name="connsiteX13" fmla="*/ 59019 w 399944"/>
                <a:gd name="connsiteY13" fmla="*/ 494304 h 1397610"/>
                <a:gd name="connsiteX14" fmla="*/ 60387 w 399944"/>
                <a:gd name="connsiteY14" fmla="*/ 482585 h 1397610"/>
                <a:gd name="connsiteX15" fmla="*/ 94432 w 399944"/>
                <a:gd name="connsiteY15" fmla="*/ 400040 h 1397610"/>
                <a:gd name="connsiteX16" fmla="*/ 105211 w 399944"/>
                <a:gd name="connsiteY16" fmla="*/ 459661 h 1397610"/>
                <a:gd name="connsiteX17" fmla="*/ 100420 w 399944"/>
                <a:gd name="connsiteY17" fmla="*/ 485836 h 1397610"/>
                <a:gd name="connsiteX18" fmla="*/ 100420 w 399944"/>
                <a:gd name="connsiteY18" fmla="*/ 485836 h 1397610"/>
                <a:gd name="connsiteX19" fmla="*/ 390485 w 399944"/>
                <a:gd name="connsiteY19" fmla="*/ 411074 h 1397610"/>
                <a:gd name="connsiteX20" fmla="*/ 384754 w 399944"/>
                <a:gd name="connsiteY20" fmla="*/ 387808 h 1397610"/>
                <a:gd name="connsiteX21" fmla="*/ 346261 w 399944"/>
                <a:gd name="connsiteY21" fmla="*/ 256419 h 1397610"/>
                <a:gd name="connsiteX22" fmla="*/ 334285 w 399944"/>
                <a:gd name="connsiteY22" fmla="*/ 241022 h 1397610"/>
                <a:gd name="connsiteX23" fmla="*/ 315552 w 399944"/>
                <a:gd name="connsiteY23" fmla="*/ 233922 h 1397610"/>
                <a:gd name="connsiteX24" fmla="*/ 272098 w 399944"/>
                <a:gd name="connsiteY24" fmla="*/ 221861 h 1397610"/>
                <a:gd name="connsiteX25" fmla="*/ 270130 w 399944"/>
                <a:gd name="connsiteY25" fmla="*/ 220834 h 1397610"/>
                <a:gd name="connsiteX26" fmla="*/ 269789 w 399944"/>
                <a:gd name="connsiteY26" fmla="*/ 217841 h 1397610"/>
                <a:gd name="connsiteX27" fmla="*/ 263715 w 399944"/>
                <a:gd name="connsiteY27" fmla="*/ 212794 h 1397610"/>
                <a:gd name="connsiteX28" fmla="*/ 240619 w 399944"/>
                <a:gd name="connsiteY28" fmla="*/ 193120 h 1397610"/>
                <a:gd name="connsiteX29" fmla="*/ 237027 w 399944"/>
                <a:gd name="connsiteY29" fmla="*/ 186704 h 1397610"/>
                <a:gd name="connsiteX30" fmla="*/ 238481 w 399944"/>
                <a:gd name="connsiteY30" fmla="*/ 180032 h 1397610"/>
                <a:gd name="connsiteX31" fmla="*/ 247377 w 399944"/>
                <a:gd name="connsiteY31" fmla="*/ 155910 h 1397610"/>
                <a:gd name="connsiteX32" fmla="*/ 256444 w 399944"/>
                <a:gd name="connsiteY32" fmla="*/ 123234 h 1397610"/>
                <a:gd name="connsiteX33" fmla="*/ 258668 w 399944"/>
                <a:gd name="connsiteY33" fmla="*/ 88676 h 1397610"/>
                <a:gd name="connsiteX34" fmla="*/ 259695 w 399944"/>
                <a:gd name="connsiteY34" fmla="*/ 92525 h 1397610"/>
                <a:gd name="connsiteX35" fmla="*/ 262004 w 399944"/>
                <a:gd name="connsiteY35" fmla="*/ 88248 h 1397610"/>
                <a:gd name="connsiteX36" fmla="*/ 252595 w 399944"/>
                <a:gd name="connsiteY36" fmla="*/ 40432 h 1397610"/>
                <a:gd name="connsiteX37" fmla="*/ 218208 w 399944"/>
                <a:gd name="connsiteY37" fmla="*/ 6644 h 1397610"/>
                <a:gd name="connsiteX38" fmla="*/ 204179 w 399944"/>
                <a:gd name="connsiteY38" fmla="*/ 2281 h 1397610"/>
                <a:gd name="connsiteX39" fmla="*/ 176550 w 399944"/>
                <a:gd name="connsiteY39" fmla="*/ 1255 h 1397610"/>
                <a:gd name="connsiteX40" fmla="*/ 151230 w 399944"/>
                <a:gd name="connsiteY40" fmla="*/ 17764 h 1397610"/>
                <a:gd name="connsiteX41" fmla="*/ 137459 w 399944"/>
                <a:gd name="connsiteY41" fmla="*/ 36069 h 1397610"/>
                <a:gd name="connsiteX42" fmla="*/ 131642 w 399944"/>
                <a:gd name="connsiteY42" fmla="*/ 86537 h 1397610"/>
                <a:gd name="connsiteX43" fmla="*/ 131728 w 399944"/>
                <a:gd name="connsiteY43" fmla="*/ 92183 h 1397610"/>
                <a:gd name="connsiteX44" fmla="*/ 130188 w 399944"/>
                <a:gd name="connsiteY44" fmla="*/ 97658 h 1397610"/>
                <a:gd name="connsiteX45" fmla="*/ 132070 w 399944"/>
                <a:gd name="connsiteY45" fmla="*/ 118700 h 1397610"/>
                <a:gd name="connsiteX46" fmla="*/ 143104 w 399944"/>
                <a:gd name="connsiteY46" fmla="*/ 134611 h 1397610"/>
                <a:gd name="connsiteX47" fmla="*/ 143874 w 399944"/>
                <a:gd name="connsiteY47" fmla="*/ 152831 h 1397610"/>
                <a:gd name="connsiteX48" fmla="*/ 147809 w 399944"/>
                <a:gd name="connsiteY48" fmla="*/ 149238 h 1397610"/>
                <a:gd name="connsiteX49" fmla="*/ 146783 w 399944"/>
                <a:gd name="connsiteY49" fmla="*/ 157963 h 1397610"/>
                <a:gd name="connsiteX50" fmla="*/ 149520 w 399944"/>
                <a:gd name="connsiteY50" fmla="*/ 153344 h 1397610"/>
                <a:gd name="connsiteX51" fmla="*/ 149520 w 399944"/>
                <a:gd name="connsiteY51" fmla="*/ 193633 h 1397610"/>
                <a:gd name="connsiteX52" fmla="*/ 146526 w 399944"/>
                <a:gd name="connsiteY52" fmla="*/ 203812 h 1397610"/>
                <a:gd name="connsiteX53" fmla="*/ 152000 w 399944"/>
                <a:gd name="connsiteY53" fmla="*/ 194916 h 1397610"/>
                <a:gd name="connsiteX54" fmla="*/ 153797 w 399944"/>
                <a:gd name="connsiteY54" fmla="*/ 219551 h 1397610"/>
                <a:gd name="connsiteX55" fmla="*/ 154994 w 399944"/>
                <a:gd name="connsiteY55" fmla="*/ 225111 h 1397610"/>
                <a:gd name="connsiteX56" fmla="*/ 159100 w 399944"/>
                <a:gd name="connsiteY56" fmla="*/ 229046 h 1397610"/>
                <a:gd name="connsiteX57" fmla="*/ 191092 w 399944"/>
                <a:gd name="connsiteY57" fmla="*/ 250260 h 1397610"/>
                <a:gd name="connsiteX58" fmla="*/ 236172 w 399944"/>
                <a:gd name="connsiteY58" fmla="*/ 190554 h 1397610"/>
                <a:gd name="connsiteX59" fmla="*/ 235829 w 399944"/>
                <a:gd name="connsiteY59" fmla="*/ 235034 h 1397610"/>
                <a:gd name="connsiteX60" fmla="*/ 230868 w 399944"/>
                <a:gd name="connsiteY60" fmla="*/ 263519 h 1397610"/>
                <a:gd name="connsiteX61" fmla="*/ 196909 w 399944"/>
                <a:gd name="connsiteY61" fmla="*/ 411417 h 1397610"/>
                <a:gd name="connsiteX62" fmla="*/ 190322 w 399944"/>
                <a:gd name="connsiteY62" fmla="*/ 412529 h 1397610"/>
                <a:gd name="connsiteX63" fmla="*/ 186216 w 399944"/>
                <a:gd name="connsiteY63" fmla="*/ 396105 h 1397610"/>
                <a:gd name="connsiteX64" fmla="*/ 148408 w 399944"/>
                <a:gd name="connsiteY64" fmla="*/ 270961 h 1397610"/>
                <a:gd name="connsiteX65" fmla="*/ 141736 w 399944"/>
                <a:gd name="connsiteY65" fmla="*/ 229731 h 1397610"/>
                <a:gd name="connsiteX66" fmla="*/ 144559 w 399944"/>
                <a:gd name="connsiteY66" fmla="*/ 209543 h 1397610"/>
                <a:gd name="connsiteX67" fmla="*/ 140624 w 399944"/>
                <a:gd name="connsiteY67" fmla="*/ 218782 h 1397610"/>
                <a:gd name="connsiteX68" fmla="*/ 139597 w 399944"/>
                <a:gd name="connsiteY68" fmla="*/ 220065 h 1397610"/>
                <a:gd name="connsiteX69" fmla="*/ 137801 w 399944"/>
                <a:gd name="connsiteY69" fmla="*/ 220150 h 1397610"/>
                <a:gd name="connsiteX70" fmla="*/ 132155 w 399944"/>
                <a:gd name="connsiteY70" fmla="*/ 224000 h 1397610"/>
                <a:gd name="connsiteX71" fmla="*/ 120522 w 399944"/>
                <a:gd name="connsiteY71" fmla="*/ 239482 h 1397610"/>
                <a:gd name="connsiteX72" fmla="*/ 61671 w 399944"/>
                <a:gd name="connsiteY72" fmla="*/ 271902 h 1397610"/>
                <a:gd name="connsiteX73" fmla="*/ 46017 w 399944"/>
                <a:gd name="connsiteY73" fmla="*/ 299702 h 1397610"/>
                <a:gd name="connsiteX74" fmla="*/ 36950 w 399944"/>
                <a:gd name="connsiteY74" fmla="*/ 327759 h 1397610"/>
                <a:gd name="connsiteX75" fmla="*/ 32245 w 399944"/>
                <a:gd name="connsiteY75" fmla="*/ 356586 h 1397610"/>
                <a:gd name="connsiteX76" fmla="*/ 11459 w 399944"/>
                <a:gd name="connsiteY76" fmla="*/ 461714 h 1397610"/>
                <a:gd name="connsiteX77" fmla="*/ 1023 w 399944"/>
                <a:gd name="connsiteY77" fmla="*/ 489771 h 1397610"/>
                <a:gd name="connsiteX78" fmla="*/ 168 w 399944"/>
                <a:gd name="connsiteY78" fmla="*/ 502773 h 1397610"/>
                <a:gd name="connsiteX79" fmla="*/ 22836 w 399944"/>
                <a:gd name="connsiteY79" fmla="*/ 537930 h 1397610"/>
                <a:gd name="connsiteX80" fmla="*/ 62013 w 399944"/>
                <a:gd name="connsiteY80" fmla="*/ 575396 h 1397610"/>
                <a:gd name="connsiteX81" fmla="*/ 68172 w 399944"/>
                <a:gd name="connsiteY81" fmla="*/ 582496 h 1397610"/>
                <a:gd name="connsiteX82" fmla="*/ 71508 w 399944"/>
                <a:gd name="connsiteY82" fmla="*/ 594129 h 1397610"/>
                <a:gd name="connsiteX83" fmla="*/ 71850 w 399944"/>
                <a:gd name="connsiteY83" fmla="*/ 644683 h 1397610"/>
                <a:gd name="connsiteX84" fmla="*/ 70738 w 399944"/>
                <a:gd name="connsiteY84" fmla="*/ 651184 h 1397610"/>
                <a:gd name="connsiteX85" fmla="*/ 73903 w 399944"/>
                <a:gd name="connsiteY85" fmla="*/ 657514 h 1397610"/>
                <a:gd name="connsiteX86" fmla="*/ 73218 w 399944"/>
                <a:gd name="connsiteY86" fmla="*/ 667180 h 1397610"/>
                <a:gd name="connsiteX87" fmla="*/ 74245 w 399944"/>
                <a:gd name="connsiteY87" fmla="*/ 719530 h 1397610"/>
                <a:gd name="connsiteX88" fmla="*/ 81003 w 399944"/>
                <a:gd name="connsiteY88" fmla="*/ 747929 h 1397610"/>
                <a:gd name="connsiteX89" fmla="*/ 92465 w 399944"/>
                <a:gd name="connsiteY89" fmla="*/ 774532 h 1397610"/>
                <a:gd name="connsiteX90" fmla="*/ 106066 w 399944"/>
                <a:gd name="connsiteY90" fmla="*/ 834324 h 1397610"/>
                <a:gd name="connsiteX91" fmla="*/ 129418 w 399944"/>
                <a:gd name="connsiteY91" fmla="*/ 944841 h 1397610"/>
                <a:gd name="connsiteX92" fmla="*/ 145499 w 399944"/>
                <a:gd name="connsiteY92" fmla="*/ 1092568 h 1397610"/>
                <a:gd name="connsiteX93" fmla="*/ 155764 w 399944"/>
                <a:gd name="connsiteY93" fmla="*/ 1175199 h 1397610"/>
                <a:gd name="connsiteX94" fmla="*/ 159100 w 399944"/>
                <a:gd name="connsiteY94" fmla="*/ 1205480 h 1397610"/>
                <a:gd name="connsiteX95" fmla="*/ 165430 w 399944"/>
                <a:gd name="connsiteY95" fmla="*/ 1238156 h 1397610"/>
                <a:gd name="connsiteX96" fmla="*/ 167227 w 399944"/>
                <a:gd name="connsiteY96" fmla="*/ 1267582 h 1397610"/>
                <a:gd name="connsiteX97" fmla="*/ 137544 w 399944"/>
                <a:gd name="connsiteY97" fmla="*/ 1324465 h 1397610"/>
                <a:gd name="connsiteX98" fmla="*/ 134551 w 399944"/>
                <a:gd name="connsiteY98" fmla="*/ 1332677 h 1397610"/>
                <a:gd name="connsiteX99" fmla="*/ 146269 w 399944"/>
                <a:gd name="connsiteY99" fmla="*/ 1347219 h 1397610"/>
                <a:gd name="connsiteX100" fmla="*/ 166285 w 399944"/>
                <a:gd name="connsiteY100" fmla="*/ 1346877 h 1397610"/>
                <a:gd name="connsiteX101" fmla="*/ 175267 w 399944"/>
                <a:gd name="connsiteY101" fmla="*/ 1345423 h 1397610"/>
                <a:gd name="connsiteX102" fmla="*/ 186986 w 399944"/>
                <a:gd name="connsiteY102" fmla="*/ 1341488 h 1397610"/>
                <a:gd name="connsiteX103" fmla="*/ 196481 w 399944"/>
                <a:gd name="connsiteY103" fmla="*/ 1318050 h 1397610"/>
                <a:gd name="connsiteX104" fmla="*/ 204607 w 399944"/>
                <a:gd name="connsiteY104" fmla="*/ 1302139 h 1397610"/>
                <a:gd name="connsiteX105" fmla="*/ 206233 w 399944"/>
                <a:gd name="connsiteY105" fmla="*/ 1308555 h 1397610"/>
                <a:gd name="connsiteX106" fmla="*/ 214359 w 399944"/>
                <a:gd name="connsiteY106" fmla="*/ 1307871 h 1397610"/>
                <a:gd name="connsiteX107" fmla="*/ 216241 w 399944"/>
                <a:gd name="connsiteY107" fmla="*/ 1307015 h 1397610"/>
                <a:gd name="connsiteX108" fmla="*/ 216840 w 399944"/>
                <a:gd name="connsiteY108" fmla="*/ 1304962 h 1397610"/>
                <a:gd name="connsiteX109" fmla="*/ 221972 w 399944"/>
                <a:gd name="connsiteY109" fmla="*/ 1259712 h 1397610"/>
                <a:gd name="connsiteX110" fmla="*/ 225308 w 399944"/>
                <a:gd name="connsiteY110" fmla="*/ 1307700 h 1397610"/>
                <a:gd name="connsiteX111" fmla="*/ 228558 w 399944"/>
                <a:gd name="connsiteY111" fmla="*/ 1314372 h 1397610"/>
                <a:gd name="connsiteX112" fmla="*/ 236257 w 399944"/>
                <a:gd name="connsiteY112" fmla="*/ 1363814 h 1397610"/>
                <a:gd name="connsiteX113" fmla="*/ 249088 w 399944"/>
                <a:gd name="connsiteY113" fmla="*/ 1389817 h 1397610"/>
                <a:gd name="connsiteX114" fmla="*/ 289719 w 399944"/>
                <a:gd name="connsiteY114" fmla="*/ 1395549 h 1397610"/>
                <a:gd name="connsiteX115" fmla="*/ 294167 w 399944"/>
                <a:gd name="connsiteY115" fmla="*/ 1393752 h 1397610"/>
                <a:gd name="connsiteX116" fmla="*/ 296990 w 399944"/>
                <a:gd name="connsiteY116" fmla="*/ 1388962 h 1397610"/>
                <a:gd name="connsiteX117" fmla="*/ 294937 w 399944"/>
                <a:gd name="connsiteY117" fmla="*/ 1359708 h 1397610"/>
                <a:gd name="connsiteX118" fmla="*/ 283731 w 399944"/>
                <a:gd name="connsiteY118" fmla="*/ 1331993 h 1397610"/>
                <a:gd name="connsiteX119" fmla="*/ 287666 w 399944"/>
                <a:gd name="connsiteY119" fmla="*/ 1215317 h 1397610"/>
                <a:gd name="connsiteX120" fmla="*/ 288522 w 399944"/>
                <a:gd name="connsiteY120" fmla="*/ 1164849 h 1397610"/>
                <a:gd name="connsiteX121" fmla="*/ 290660 w 399944"/>
                <a:gd name="connsiteY121" fmla="*/ 1022169 h 1397610"/>
                <a:gd name="connsiteX122" fmla="*/ 291344 w 399944"/>
                <a:gd name="connsiteY122" fmla="*/ 940307 h 1397610"/>
                <a:gd name="connsiteX123" fmla="*/ 296819 w 399944"/>
                <a:gd name="connsiteY123" fmla="*/ 880002 h 1397610"/>
                <a:gd name="connsiteX124" fmla="*/ 318032 w 399944"/>
                <a:gd name="connsiteY124" fmla="*/ 793949 h 1397610"/>
                <a:gd name="connsiteX125" fmla="*/ 324533 w 399944"/>
                <a:gd name="connsiteY125" fmla="*/ 736723 h 1397610"/>
                <a:gd name="connsiteX126" fmla="*/ 327271 w 399944"/>
                <a:gd name="connsiteY126" fmla="*/ 709008 h 1397610"/>
                <a:gd name="connsiteX127" fmla="*/ 325304 w 399944"/>
                <a:gd name="connsiteY127" fmla="*/ 623212 h 1397610"/>
                <a:gd name="connsiteX128" fmla="*/ 319059 w 399944"/>
                <a:gd name="connsiteY128" fmla="*/ 574369 h 1397610"/>
                <a:gd name="connsiteX129" fmla="*/ 319487 w 399944"/>
                <a:gd name="connsiteY129" fmla="*/ 569579 h 1397610"/>
                <a:gd name="connsiteX130" fmla="*/ 322224 w 399944"/>
                <a:gd name="connsiteY130" fmla="*/ 565901 h 1397610"/>
                <a:gd name="connsiteX131" fmla="*/ 379535 w 399944"/>
                <a:gd name="connsiteY131" fmla="*/ 510386 h 1397610"/>
                <a:gd name="connsiteX132" fmla="*/ 394933 w 399944"/>
                <a:gd name="connsiteY132" fmla="*/ 493021 h 1397610"/>
                <a:gd name="connsiteX133" fmla="*/ 399381 w 399944"/>
                <a:gd name="connsiteY133" fmla="*/ 453160 h 1397610"/>
                <a:gd name="connsiteX134" fmla="*/ 390485 w 399944"/>
                <a:gd name="connsiteY134" fmla="*/ 410732 h 1397610"/>
                <a:gd name="connsiteX135" fmla="*/ 390485 w 399944"/>
                <a:gd name="connsiteY135" fmla="*/ 410732 h 1397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</a:cxnLst>
              <a:rect l="l" t="t" r="r" b="b"/>
              <a:pathLst>
                <a:path w="399944" h="1397610">
                  <a:moveTo>
                    <a:pt x="333087" y="467958"/>
                  </a:moveTo>
                  <a:cubicBezTo>
                    <a:pt x="328297" y="482414"/>
                    <a:pt x="314012" y="491567"/>
                    <a:pt x="306485" y="504826"/>
                  </a:cubicBezTo>
                  <a:cubicBezTo>
                    <a:pt x="306912" y="479848"/>
                    <a:pt x="307255" y="454956"/>
                    <a:pt x="307597" y="429979"/>
                  </a:cubicBezTo>
                  <a:cubicBezTo>
                    <a:pt x="307853" y="414410"/>
                    <a:pt x="308196" y="398329"/>
                    <a:pt x="314611" y="384129"/>
                  </a:cubicBezTo>
                  <a:cubicBezTo>
                    <a:pt x="315296" y="383702"/>
                    <a:pt x="316407" y="383103"/>
                    <a:pt x="317434" y="383360"/>
                  </a:cubicBezTo>
                  <a:cubicBezTo>
                    <a:pt x="320171" y="383873"/>
                    <a:pt x="321711" y="386696"/>
                    <a:pt x="322737" y="389176"/>
                  </a:cubicBezTo>
                  <a:cubicBezTo>
                    <a:pt x="330008" y="405942"/>
                    <a:pt x="332403" y="424419"/>
                    <a:pt x="334114" y="442639"/>
                  </a:cubicBezTo>
                  <a:cubicBezTo>
                    <a:pt x="334970" y="451107"/>
                    <a:pt x="335654" y="459917"/>
                    <a:pt x="333002" y="467958"/>
                  </a:cubicBezTo>
                  <a:lnTo>
                    <a:pt x="333002" y="467958"/>
                  </a:lnTo>
                  <a:close/>
                  <a:moveTo>
                    <a:pt x="100420" y="485836"/>
                  </a:moveTo>
                  <a:cubicBezTo>
                    <a:pt x="98367" y="489086"/>
                    <a:pt x="95459" y="491824"/>
                    <a:pt x="93662" y="495331"/>
                  </a:cubicBezTo>
                  <a:cubicBezTo>
                    <a:pt x="89813" y="502773"/>
                    <a:pt x="91438" y="512353"/>
                    <a:pt x="86648" y="519282"/>
                  </a:cubicBezTo>
                  <a:cubicBezTo>
                    <a:pt x="80147" y="514919"/>
                    <a:pt x="73817" y="510215"/>
                    <a:pt x="67744" y="505339"/>
                  </a:cubicBezTo>
                  <a:cubicBezTo>
                    <a:pt x="63980" y="502345"/>
                    <a:pt x="60131" y="498924"/>
                    <a:pt x="59019" y="494304"/>
                  </a:cubicBezTo>
                  <a:cubicBezTo>
                    <a:pt x="58078" y="490455"/>
                    <a:pt x="59190" y="486435"/>
                    <a:pt x="60387" y="482585"/>
                  </a:cubicBezTo>
                  <a:cubicBezTo>
                    <a:pt x="69113" y="454101"/>
                    <a:pt x="79719" y="425958"/>
                    <a:pt x="94432" y="400040"/>
                  </a:cubicBezTo>
                  <a:cubicBezTo>
                    <a:pt x="100934" y="419201"/>
                    <a:pt x="104355" y="439388"/>
                    <a:pt x="105211" y="459661"/>
                  </a:cubicBezTo>
                  <a:cubicBezTo>
                    <a:pt x="105638" y="468642"/>
                    <a:pt x="105296" y="478223"/>
                    <a:pt x="100420" y="485836"/>
                  </a:cubicBezTo>
                  <a:lnTo>
                    <a:pt x="100420" y="485836"/>
                  </a:lnTo>
                  <a:close/>
                  <a:moveTo>
                    <a:pt x="390485" y="411074"/>
                  </a:moveTo>
                  <a:cubicBezTo>
                    <a:pt x="389031" y="403205"/>
                    <a:pt x="386807" y="395506"/>
                    <a:pt x="384754" y="387808"/>
                  </a:cubicBezTo>
                  <a:cubicBezTo>
                    <a:pt x="373291" y="343584"/>
                    <a:pt x="368330" y="297136"/>
                    <a:pt x="346261" y="256419"/>
                  </a:cubicBezTo>
                  <a:cubicBezTo>
                    <a:pt x="344892" y="249832"/>
                    <a:pt x="340016" y="244443"/>
                    <a:pt x="334285" y="241022"/>
                  </a:cubicBezTo>
                  <a:cubicBezTo>
                    <a:pt x="328554" y="237515"/>
                    <a:pt x="321967" y="235718"/>
                    <a:pt x="315552" y="233922"/>
                  </a:cubicBezTo>
                  <a:cubicBezTo>
                    <a:pt x="301096" y="229902"/>
                    <a:pt x="286554" y="225881"/>
                    <a:pt x="272098" y="221861"/>
                  </a:cubicBezTo>
                  <a:cubicBezTo>
                    <a:pt x="271414" y="221690"/>
                    <a:pt x="270558" y="221433"/>
                    <a:pt x="270130" y="220834"/>
                  </a:cubicBezTo>
                  <a:cubicBezTo>
                    <a:pt x="269532" y="219979"/>
                    <a:pt x="269874" y="218867"/>
                    <a:pt x="269789" y="217841"/>
                  </a:cubicBezTo>
                  <a:cubicBezTo>
                    <a:pt x="269532" y="215103"/>
                    <a:pt x="266281" y="213820"/>
                    <a:pt x="263715" y="212794"/>
                  </a:cubicBezTo>
                  <a:cubicBezTo>
                    <a:pt x="254220" y="209116"/>
                    <a:pt x="247206" y="200989"/>
                    <a:pt x="240619" y="193120"/>
                  </a:cubicBezTo>
                  <a:cubicBezTo>
                    <a:pt x="238994" y="191238"/>
                    <a:pt x="237369" y="189185"/>
                    <a:pt x="237027" y="186704"/>
                  </a:cubicBezTo>
                  <a:cubicBezTo>
                    <a:pt x="236685" y="184395"/>
                    <a:pt x="237626" y="182171"/>
                    <a:pt x="238481" y="180032"/>
                  </a:cubicBezTo>
                  <a:cubicBezTo>
                    <a:pt x="241988" y="171393"/>
                    <a:pt x="245752" y="162924"/>
                    <a:pt x="247377" y="155910"/>
                  </a:cubicBezTo>
                  <a:cubicBezTo>
                    <a:pt x="255674" y="147784"/>
                    <a:pt x="256958" y="134867"/>
                    <a:pt x="256444" y="123234"/>
                  </a:cubicBezTo>
                  <a:cubicBezTo>
                    <a:pt x="255931" y="111600"/>
                    <a:pt x="254306" y="99454"/>
                    <a:pt x="258668" y="88676"/>
                  </a:cubicBezTo>
                  <a:cubicBezTo>
                    <a:pt x="259010" y="89959"/>
                    <a:pt x="259352" y="91242"/>
                    <a:pt x="259695" y="92525"/>
                  </a:cubicBezTo>
                  <a:cubicBezTo>
                    <a:pt x="261491" y="92354"/>
                    <a:pt x="262004" y="90045"/>
                    <a:pt x="262004" y="88248"/>
                  </a:cubicBezTo>
                  <a:cubicBezTo>
                    <a:pt x="262432" y="71825"/>
                    <a:pt x="259780" y="55144"/>
                    <a:pt x="252595" y="40432"/>
                  </a:cubicBezTo>
                  <a:cubicBezTo>
                    <a:pt x="245409" y="25719"/>
                    <a:pt x="233349" y="13059"/>
                    <a:pt x="218208" y="6644"/>
                  </a:cubicBezTo>
                  <a:cubicBezTo>
                    <a:pt x="213675" y="4762"/>
                    <a:pt x="208969" y="3393"/>
                    <a:pt x="204179" y="2281"/>
                  </a:cubicBezTo>
                  <a:cubicBezTo>
                    <a:pt x="195112" y="142"/>
                    <a:pt x="185532" y="-1055"/>
                    <a:pt x="176550" y="1255"/>
                  </a:cubicBezTo>
                  <a:cubicBezTo>
                    <a:pt x="166628" y="3821"/>
                    <a:pt x="158330" y="10493"/>
                    <a:pt x="151230" y="17764"/>
                  </a:cubicBezTo>
                  <a:cubicBezTo>
                    <a:pt x="145842" y="23238"/>
                    <a:pt x="140880" y="29226"/>
                    <a:pt x="137459" y="36069"/>
                  </a:cubicBezTo>
                  <a:cubicBezTo>
                    <a:pt x="129675" y="51381"/>
                    <a:pt x="129931" y="69430"/>
                    <a:pt x="131642" y="86537"/>
                  </a:cubicBezTo>
                  <a:cubicBezTo>
                    <a:pt x="131813" y="88419"/>
                    <a:pt x="131984" y="90301"/>
                    <a:pt x="131728" y="92183"/>
                  </a:cubicBezTo>
                  <a:cubicBezTo>
                    <a:pt x="131471" y="94065"/>
                    <a:pt x="130701" y="95861"/>
                    <a:pt x="130188" y="97658"/>
                  </a:cubicBezTo>
                  <a:cubicBezTo>
                    <a:pt x="128135" y="104586"/>
                    <a:pt x="128819" y="112285"/>
                    <a:pt x="132070" y="118700"/>
                  </a:cubicBezTo>
                  <a:cubicBezTo>
                    <a:pt x="134978" y="124431"/>
                    <a:pt x="139768" y="129051"/>
                    <a:pt x="143104" y="134611"/>
                  </a:cubicBezTo>
                  <a:cubicBezTo>
                    <a:pt x="146355" y="140171"/>
                    <a:pt x="147895" y="147698"/>
                    <a:pt x="143874" y="152831"/>
                  </a:cubicBezTo>
                  <a:cubicBezTo>
                    <a:pt x="145671" y="152317"/>
                    <a:pt x="147125" y="150949"/>
                    <a:pt x="147809" y="149238"/>
                  </a:cubicBezTo>
                  <a:cubicBezTo>
                    <a:pt x="147467" y="152146"/>
                    <a:pt x="147125" y="155055"/>
                    <a:pt x="146783" y="157963"/>
                  </a:cubicBezTo>
                  <a:cubicBezTo>
                    <a:pt x="148408" y="157022"/>
                    <a:pt x="149434" y="155226"/>
                    <a:pt x="149520" y="153344"/>
                  </a:cubicBezTo>
                  <a:cubicBezTo>
                    <a:pt x="151487" y="167458"/>
                    <a:pt x="152342" y="181914"/>
                    <a:pt x="149520" y="193633"/>
                  </a:cubicBezTo>
                  <a:cubicBezTo>
                    <a:pt x="148664" y="197054"/>
                    <a:pt x="147638" y="200391"/>
                    <a:pt x="146526" y="203812"/>
                  </a:cubicBezTo>
                  <a:cubicBezTo>
                    <a:pt x="148065" y="200219"/>
                    <a:pt x="149862" y="197054"/>
                    <a:pt x="152000" y="194916"/>
                  </a:cubicBezTo>
                  <a:cubicBezTo>
                    <a:pt x="152599" y="203128"/>
                    <a:pt x="153198" y="211340"/>
                    <a:pt x="153797" y="219551"/>
                  </a:cubicBezTo>
                  <a:cubicBezTo>
                    <a:pt x="153968" y="221433"/>
                    <a:pt x="154053" y="223401"/>
                    <a:pt x="154994" y="225111"/>
                  </a:cubicBezTo>
                  <a:cubicBezTo>
                    <a:pt x="155935" y="226822"/>
                    <a:pt x="157561" y="227934"/>
                    <a:pt x="159100" y="229046"/>
                  </a:cubicBezTo>
                  <a:cubicBezTo>
                    <a:pt x="169536" y="236488"/>
                    <a:pt x="180143" y="243503"/>
                    <a:pt x="191092" y="250260"/>
                  </a:cubicBezTo>
                  <a:cubicBezTo>
                    <a:pt x="204607" y="229132"/>
                    <a:pt x="227104" y="213906"/>
                    <a:pt x="236172" y="190554"/>
                  </a:cubicBezTo>
                  <a:cubicBezTo>
                    <a:pt x="240619" y="204839"/>
                    <a:pt x="238224" y="220236"/>
                    <a:pt x="235829" y="235034"/>
                  </a:cubicBezTo>
                  <a:cubicBezTo>
                    <a:pt x="234289" y="244529"/>
                    <a:pt x="232750" y="254024"/>
                    <a:pt x="230868" y="263519"/>
                  </a:cubicBezTo>
                  <a:cubicBezTo>
                    <a:pt x="221287" y="313217"/>
                    <a:pt x="204607" y="361376"/>
                    <a:pt x="196909" y="411417"/>
                  </a:cubicBezTo>
                  <a:cubicBezTo>
                    <a:pt x="194685" y="411074"/>
                    <a:pt x="192290" y="411417"/>
                    <a:pt x="190322" y="412529"/>
                  </a:cubicBezTo>
                  <a:cubicBezTo>
                    <a:pt x="189980" y="406883"/>
                    <a:pt x="188098" y="401494"/>
                    <a:pt x="186216" y="396105"/>
                  </a:cubicBezTo>
                  <a:cubicBezTo>
                    <a:pt x="171846" y="354961"/>
                    <a:pt x="159271" y="313132"/>
                    <a:pt x="148408" y="270961"/>
                  </a:cubicBezTo>
                  <a:cubicBezTo>
                    <a:pt x="144986" y="257445"/>
                    <a:pt x="141650" y="243674"/>
                    <a:pt x="141736" y="229731"/>
                  </a:cubicBezTo>
                  <a:cubicBezTo>
                    <a:pt x="141736" y="222802"/>
                    <a:pt x="142762" y="215702"/>
                    <a:pt x="144559" y="209543"/>
                  </a:cubicBezTo>
                  <a:cubicBezTo>
                    <a:pt x="143361" y="212623"/>
                    <a:pt x="142078" y="215788"/>
                    <a:pt x="140624" y="218782"/>
                  </a:cubicBezTo>
                  <a:cubicBezTo>
                    <a:pt x="140367" y="219295"/>
                    <a:pt x="140110" y="219808"/>
                    <a:pt x="139597" y="220065"/>
                  </a:cubicBezTo>
                  <a:cubicBezTo>
                    <a:pt x="139084" y="220321"/>
                    <a:pt x="138399" y="220150"/>
                    <a:pt x="137801" y="220150"/>
                  </a:cubicBezTo>
                  <a:cubicBezTo>
                    <a:pt x="135406" y="220150"/>
                    <a:pt x="133609" y="222118"/>
                    <a:pt x="132155" y="224000"/>
                  </a:cubicBezTo>
                  <a:cubicBezTo>
                    <a:pt x="128477" y="228619"/>
                    <a:pt x="124885" y="233323"/>
                    <a:pt x="120522" y="239482"/>
                  </a:cubicBezTo>
                  <a:cubicBezTo>
                    <a:pt x="98966" y="246667"/>
                    <a:pt x="76383" y="254623"/>
                    <a:pt x="61671" y="271902"/>
                  </a:cubicBezTo>
                  <a:cubicBezTo>
                    <a:pt x="54742" y="280028"/>
                    <a:pt x="50037" y="289779"/>
                    <a:pt x="46017" y="299702"/>
                  </a:cubicBezTo>
                  <a:cubicBezTo>
                    <a:pt x="42339" y="308855"/>
                    <a:pt x="39174" y="318178"/>
                    <a:pt x="36950" y="327759"/>
                  </a:cubicBezTo>
                  <a:cubicBezTo>
                    <a:pt x="34811" y="337254"/>
                    <a:pt x="33613" y="346920"/>
                    <a:pt x="32245" y="356586"/>
                  </a:cubicBezTo>
                  <a:cubicBezTo>
                    <a:pt x="27369" y="391058"/>
                    <a:pt x="19927" y="425274"/>
                    <a:pt x="11459" y="461714"/>
                  </a:cubicBezTo>
                  <a:cubicBezTo>
                    <a:pt x="6412" y="470353"/>
                    <a:pt x="2905" y="479934"/>
                    <a:pt x="1023" y="489771"/>
                  </a:cubicBezTo>
                  <a:cubicBezTo>
                    <a:pt x="168" y="494048"/>
                    <a:pt x="-260" y="498496"/>
                    <a:pt x="168" y="502773"/>
                  </a:cubicBezTo>
                  <a:cubicBezTo>
                    <a:pt x="1622" y="516972"/>
                    <a:pt x="12571" y="528007"/>
                    <a:pt x="22836" y="537930"/>
                  </a:cubicBezTo>
                  <a:cubicBezTo>
                    <a:pt x="35923" y="550418"/>
                    <a:pt x="49011" y="562907"/>
                    <a:pt x="62013" y="575396"/>
                  </a:cubicBezTo>
                  <a:cubicBezTo>
                    <a:pt x="64322" y="577620"/>
                    <a:pt x="66632" y="579758"/>
                    <a:pt x="68172" y="582496"/>
                  </a:cubicBezTo>
                  <a:cubicBezTo>
                    <a:pt x="70225" y="586003"/>
                    <a:pt x="70995" y="590109"/>
                    <a:pt x="71508" y="594129"/>
                  </a:cubicBezTo>
                  <a:cubicBezTo>
                    <a:pt x="73817" y="610382"/>
                    <a:pt x="73646" y="627062"/>
                    <a:pt x="71850" y="644683"/>
                  </a:cubicBezTo>
                  <a:cubicBezTo>
                    <a:pt x="69883" y="645966"/>
                    <a:pt x="69797" y="648960"/>
                    <a:pt x="70738" y="651184"/>
                  </a:cubicBezTo>
                  <a:cubicBezTo>
                    <a:pt x="71679" y="653408"/>
                    <a:pt x="73218" y="655290"/>
                    <a:pt x="73903" y="657514"/>
                  </a:cubicBezTo>
                  <a:cubicBezTo>
                    <a:pt x="74844" y="660679"/>
                    <a:pt x="73903" y="664015"/>
                    <a:pt x="73218" y="667180"/>
                  </a:cubicBezTo>
                  <a:cubicBezTo>
                    <a:pt x="69455" y="684373"/>
                    <a:pt x="71337" y="702251"/>
                    <a:pt x="74245" y="719530"/>
                  </a:cubicBezTo>
                  <a:cubicBezTo>
                    <a:pt x="75870" y="729110"/>
                    <a:pt x="77752" y="738776"/>
                    <a:pt x="81003" y="747929"/>
                  </a:cubicBezTo>
                  <a:cubicBezTo>
                    <a:pt x="84253" y="756996"/>
                    <a:pt x="88872" y="765550"/>
                    <a:pt x="92465" y="774532"/>
                  </a:cubicBezTo>
                  <a:cubicBezTo>
                    <a:pt x="99992" y="793607"/>
                    <a:pt x="102644" y="814137"/>
                    <a:pt x="106066" y="834324"/>
                  </a:cubicBezTo>
                  <a:cubicBezTo>
                    <a:pt x="111455" y="871619"/>
                    <a:pt x="122233" y="907888"/>
                    <a:pt x="129418" y="944841"/>
                  </a:cubicBezTo>
                  <a:cubicBezTo>
                    <a:pt x="138913" y="993770"/>
                    <a:pt x="142163" y="1043639"/>
                    <a:pt x="145499" y="1092568"/>
                  </a:cubicBezTo>
                  <a:cubicBezTo>
                    <a:pt x="149862" y="1120026"/>
                    <a:pt x="153284" y="1147484"/>
                    <a:pt x="155764" y="1175199"/>
                  </a:cubicBezTo>
                  <a:cubicBezTo>
                    <a:pt x="156705" y="1185293"/>
                    <a:pt x="157475" y="1195472"/>
                    <a:pt x="159100" y="1205480"/>
                  </a:cubicBezTo>
                  <a:cubicBezTo>
                    <a:pt x="160982" y="1216429"/>
                    <a:pt x="163891" y="1227121"/>
                    <a:pt x="165430" y="1238156"/>
                  </a:cubicBezTo>
                  <a:cubicBezTo>
                    <a:pt x="166713" y="1247822"/>
                    <a:pt x="166884" y="1257573"/>
                    <a:pt x="167227" y="1267582"/>
                  </a:cubicBezTo>
                  <a:cubicBezTo>
                    <a:pt x="157304" y="1286486"/>
                    <a:pt x="147381" y="1305476"/>
                    <a:pt x="137544" y="1324465"/>
                  </a:cubicBezTo>
                  <a:cubicBezTo>
                    <a:pt x="136176" y="1327117"/>
                    <a:pt x="134807" y="1329769"/>
                    <a:pt x="134551" y="1332677"/>
                  </a:cubicBezTo>
                  <a:cubicBezTo>
                    <a:pt x="133952" y="1339349"/>
                    <a:pt x="139768" y="1345337"/>
                    <a:pt x="146269" y="1347219"/>
                  </a:cubicBezTo>
                  <a:cubicBezTo>
                    <a:pt x="152770" y="1349186"/>
                    <a:pt x="159614" y="1348074"/>
                    <a:pt x="166285" y="1346877"/>
                  </a:cubicBezTo>
                  <a:cubicBezTo>
                    <a:pt x="169280" y="1346364"/>
                    <a:pt x="172273" y="1345850"/>
                    <a:pt x="175267" y="1345423"/>
                  </a:cubicBezTo>
                  <a:cubicBezTo>
                    <a:pt x="179373" y="1344738"/>
                    <a:pt x="183650" y="1343968"/>
                    <a:pt x="186986" y="1341488"/>
                  </a:cubicBezTo>
                  <a:cubicBezTo>
                    <a:pt x="193915" y="1336355"/>
                    <a:pt x="194257" y="1326347"/>
                    <a:pt x="196481" y="1318050"/>
                  </a:cubicBezTo>
                  <a:cubicBezTo>
                    <a:pt x="198021" y="1312233"/>
                    <a:pt x="200844" y="1306759"/>
                    <a:pt x="204607" y="1302139"/>
                  </a:cubicBezTo>
                  <a:cubicBezTo>
                    <a:pt x="206147" y="1303850"/>
                    <a:pt x="206746" y="1306331"/>
                    <a:pt x="206233" y="1308555"/>
                  </a:cubicBezTo>
                  <a:cubicBezTo>
                    <a:pt x="208969" y="1308555"/>
                    <a:pt x="211621" y="1308384"/>
                    <a:pt x="214359" y="1307871"/>
                  </a:cubicBezTo>
                  <a:cubicBezTo>
                    <a:pt x="215043" y="1307700"/>
                    <a:pt x="215727" y="1307529"/>
                    <a:pt x="216241" y="1307015"/>
                  </a:cubicBezTo>
                  <a:cubicBezTo>
                    <a:pt x="216668" y="1306502"/>
                    <a:pt x="216840" y="1305732"/>
                    <a:pt x="216840" y="1304962"/>
                  </a:cubicBezTo>
                  <a:cubicBezTo>
                    <a:pt x="218037" y="1289822"/>
                    <a:pt x="219234" y="1274596"/>
                    <a:pt x="221972" y="1259712"/>
                  </a:cubicBezTo>
                  <a:cubicBezTo>
                    <a:pt x="224709" y="1275537"/>
                    <a:pt x="225821" y="1291618"/>
                    <a:pt x="225308" y="1307700"/>
                  </a:cubicBezTo>
                  <a:cubicBezTo>
                    <a:pt x="227788" y="1308555"/>
                    <a:pt x="228387" y="1311805"/>
                    <a:pt x="228558" y="1314372"/>
                  </a:cubicBezTo>
                  <a:cubicBezTo>
                    <a:pt x="229670" y="1331052"/>
                    <a:pt x="232237" y="1347561"/>
                    <a:pt x="236257" y="1363814"/>
                  </a:cubicBezTo>
                  <a:cubicBezTo>
                    <a:pt x="238566" y="1373308"/>
                    <a:pt x="241731" y="1383317"/>
                    <a:pt x="249088" y="1389817"/>
                  </a:cubicBezTo>
                  <a:cubicBezTo>
                    <a:pt x="259695" y="1399227"/>
                    <a:pt x="275861" y="1398714"/>
                    <a:pt x="289719" y="1395549"/>
                  </a:cubicBezTo>
                  <a:cubicBezTo>
                    <a:pt x="291259" y="1395207"/>
                    <a:pt x="292884" y="1394779"/>
                    <a:pt x="294167" y="1393752"/>
                  </a:cubicBezTo>
                  <a:cubicBezTo>
                    <a:pt x="295621" y="1392555"/>
                    <a:pt x="296391" y="1390759"/>
                    <a:pt x="296990" y="1388962"/>
                  </a:cubicBezTo>
                  <a:cubicBezTo>
                    <a:pt x="299984" y="1379467"/>
                    <a:pt x="298273" y="1369031"/>
                    <a:pt x="294937" y="1359708"/>
                  </a:cubicBezTo>
                  <a:cubicBezTo>
                    <a:pt x="291601" y="1350298"/>
                    <a:pt x="286896" y="1341402"/>
                    <a:pt x="283731" y="1331993"/>
                  </a:cubicBezTo>
                  <a:cubicBezTo>
                    <a:pt x="271243" y="1294783"/>
                    <a:pt x="284844" y="1254494"/>
                    <a:pt x="287666" y="1215317"/>
                  </a:cubicBezTo>
                  <a:cubicBezTo>
                    <a:pt x="288864" y="1198551"/>
                    <a:pt x="288008" y="1181700"/>
                    <a:pt x="288522" y="1164849"/>
                  </a:cubicBezTo>
                  <a:cubicBezTo>
                    <a:pt x="289804" y="1117888"/>
                    <a:pt x="301267" y="1070156"/>
                    <a:pt x="290660" y="1022169"/>
                  </a:cubicBezTo>
                  <a:cubicBezTo>
                    <a:pt x="283218" y="995737"/>
                    <a:pt x="288522" y="967680"/>
                    <a:pt x="291344" y="940307"/>
                  </a:cubicBezTo>
                  <a:cubicBezTo>
                    <a:pt x="293397" y="920206"/>
                    <a:pt x="294081" y="899933"/>
                    <a:pt x="296819" y="880002"/>
                  </a:cubicBezTo>
                  <a:cubicBezTo>
                    <a:pt x="301010" y="850234"/>
                    <a:pt x="309907" y="821322"/>
                    <a:pt x="318032" y="793949"/>
                  </a:cubicBezTo>
                  <a:cubicBezTo>
                    <a:pt x="320171" y="774874"/>
                    <a:pt x="322395" y="755799"/>
                    <a:pt x="324533" y="736723"/>
                  </a:cubicBezTo>
                  <a:cubicBezTo>
                    <a:pt x="325646" y="727485"/>
                    <a:pt x="326672" y="718247"/>
                    <a:pt x="327271" y="709008"/>
                  </a:cubicBezTo>
                  <a:cubicBezTo>
                    <a:pt x="329153" y="680781"/>
                    <a:pt x="326843" y="652381"/>
                    <a:pt x="325304" y="623212"/>
                  </a:cubicBezTo>
                  <a:cubicBezTo>
                    <a:pt x="322053" y="607131"/>
                    <a:pt x="319915" y="590793"/>
                    <a:pt x="319059" y="574369"/>
                  </a:cubicBezTo>
                  <a:cubicBezTo>
                    <a:pt x="318974" y="572744"/>
                    <a:pt x="318888" y="571033"/>
                    <a:pt x="319487" y="569579"/>
                  </a:cubicBezTo>
                  <a:cubicBezTo>
                    <a:pt x="320086" y="568125"/>
                    <a:pt x="321112" y="567013"/>
                    <a:pt x="322224" y="565901"/>
                  </a:cubicBezTo>
                  <a:cubicBezTo>
                    <a:pt x="340701" y="546740"/>
                    <a:pt x="359776" y="528264"/>
                    <a:pt x="379535" y="510386"/>
                  </a:cubicBezTo>
                  <a:cubicBezTo>
                    <a:pt x="385352" y="505168"/>
                    <a:pt x="391254" y="499864"/>
                    <a:pt x="394933" y="493021"/>
                  </a:cubicBezTo>
                  <a:cubicBezTo>
                    <a:pt x="401263" y="481302"/>
                    <a:pt x="400065" y="467103"/>
                    <a:pt x="399381" y="453160"/>
                  </a:cubicBezTo>
                  <a:cubicBezTo>
                    <a:pt x="393564" y="439901"/>
                    <a:pt x="393222" y="425017"/>
                    <a:pt x="390485" y="410732"/>
                  </a:cubicBezTo>
                  <a:lnTo>
                    <a:pt x="390485" y="410732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77CC42E-DD3C-3B3B-ADA9-509B03E5898C}"/>
                </a:ext>
              </a:extLst>
            </p:cNvPr>
            <p:cNvSpPr/>
            <p:nvPr/>
          </p:nvSpPr>
          <p:spPr>
            <a:xfrm>
              <a:off x="993528" y="987461"/>
              <a:ext cx="535062" cy="1396489"/>
            </a:xfrm>
            <a:custGeom>
              <a:avLst/>
              <a:gdLst>
                <a:gd name="connsiteX0" fmla="*/ 275807 w 535062"/>
                <a:gd name="connsiteY0" fmla="*/ 261702 h 1396489"/>
                <a:gd name="connsiteX1" fmla="*/ 269904 w 535062"/>
                <a:gd name="connsiteY1" fmla="*/ 277527 h 1396489"/>
                <a:gd name="connsiteX2" fmla="*/ 244584 w 535062"/>
                <a:gd name="connsiteY2" fmla="*/ 350920 h 1396489"/>
                <a:gd name="connsiteX3" fmla="*/ 201387 w 535062"/>
                <a:gd name="connsiteY3" fmla="*/ 347755 h 1396489"/>
                <a:gd name="connsiteX4" fmla="*/ 188727 w 535062"/>
                <a:gd name="connsiteY4" fmla="*/ 307893 h 1396489"/>
                <a:gd name="connsiteX5" fmla="*/ 182568 w 535062"/>
                <a:gd name="connsiteY5" fmla="*/ 294207 h 1396489"/>
                <a:gd name="connsiteX6" fmla="*/ 177949 w 535062"/>
                <a:gd name="connsiteY6" fmla="*/ 275816 h 1396489"/>
                <a:gd name="connsiteX7" fmla="*/ 180345 w 535062"/>
                <a:gd name="connsiteY7" fmla="*/ 212175 h 1396489"/>
                <a:gd name="connsiteX8" fmla="*/ 187016 w 535062"/>
                <a:gd name="connsiteY8" fmla="*/ 226289 h 1396489"/>
                <a:gd name="connsiteX9" fmla="*/ 194116 w 535062"/>
                <a:gd name="connsiteY9" fmla="*/ 235441 h 1396489"/>
                <a:gd name="connsiteX10" fmla="*/ 198650 w 535062"/>
                <a:gd name="connsiteY10" fmla="*/ 240061 h 1396489"/>
                <a:gd name="connsiteX11" fmla="*/ 209770 w 535062"/>
                <a:gd name="connsiteY11" fmla="*/ 242028 h 1396489"/>
                <a:gd name="connsiteX12" fmla="*/ 230471 w 535062"/>
                <a:gd name="connsiteY12" fmla="*/ 241600 h 1396489"/>
                <a:gd name="connsiteX13" fmla="*/ 240479 w 535062"/>
                <a:gd name="connsiteY13" fmla="*/ 240574 h 1396489"/>
                <a:gd name="connsiteX14" fmla="*/ 252369 w 535062"/>
                <a:gd name="connsiteY14" fmla="*/ 233645 h 1396489"/>
                <a:gd name="connsiteX15" fmla="*/ 276148 w 535062"/>
                <a:gd name="connsiteY15" fmla="*/ 206444 h 1396489"/>
                <a:gd name="connsiteX16" fmla="*/ 277688 w 535062"/>
                <a:gd name="connsiteY16" fmla="*/ 241087 h 1396489"/>
                <a:gd name="connsiteX17" fmla="*/ 275978 w 535062"/>
                <a:gd name="connsiteY17" fmla="*/ 261617 h 1396489"/>
                <a:gd name="connsiteX18" fmla="*/ 275978 w 535062"/>
                <a:gd name="connsiteY18" fmla="*/ 261617 h 1396489"/>
                <a:gd name="connsiteX19" fmla="*/ 223029 w 535062"/>
                <a:gd name="connsiteY19" fmla="*/ 475979 h 1396489"/>
                <a:gd name="connsiteX20" fmla="*/ 216784 w 535062"/>
                <a:gd name="connsiteY20" fmla="*/ 478887 h 1396489"/>
                <a:gd name="connsiteX21" fmla="*/ 212251 w 535062"/>
                <a:gd name="connsiteY21" fmla="*/ 479400 h 1396489"/>
                <a:gd name="connsiteX22" fmla="*/ 206006 w 535062"/>
                <a:gd name="connsiteY22" fmla="*/ 473583 h 1396489"/>
                <a:gd name="connsiteX23" fmla="*/ 208743 w 535062"/>
                <a:gd name="connsiteY23" fmla="*/ 460582 h 1396489"/>
                <a:gd name="connsiteX24" fmla="*/ 220377 w 535062"/>
                <a:gd name="connsiteY24" fmla="*/ 459983 h 1396489"/>
                <a:gd name="connsiteX25" fmla="*/ 221489 w 535062"/>
                <a:gd name="connsiteY25" fmla="*/ 460154 h 1396489"/>
                <a:gd name="connsiteX26" fmla="*/ 224825 w 535062"/>
                <a:gd name="connsiteY26" fmla="*/ 465970 h 1396489"/>
                <a:gd name="connsiteX27" fmla="*/ 223029 w 535062"/>
                <a:gd name="connsiteY27" fmla="*/ 475979 h 1396489"/>
                <a:gd name="connsiteX28" fmla="*/ 223029 w 535062"/>
                <a:gd name="connsiteY28" fmla="*/ 475979 h 1396489"/>
                <a:gd name="connsiteX29" fmla="*/ 108234 w 535062"/>
                <a:gd name="connsiteY29" fmla="*/ 822157 h 1396489"/>
                <a:gd name="connsiteX30" fmla="*/ 106438 w 535062"/>
                <a:gd name="connsiteY30" fmla="*/ 822414 h 1396489"/>
                <a:gd name="connsiteX31" fmla="*/ 97542 w 535062"/>
                <a:gd name="connsiteY31" fmla="*/ 821729 h 1396489"/>
                <a:gd name="connsiteX32" fmla="*/ 97200 w 535062"/>
                <a:gd name="connsiteY32" fmla="*/ 815742 h 1396489"/>
                <a:gd name="connsiteX33" fmla="*/ 93436 w 535062"/>
                <a:gd name="connsiteY33" fmla="*/ 810096 h 1396489"/>
                <a:gd name="connsiteX34" fmla="*/ 94206 w 535062"/>
                <a:gd name="connsiteY34" fmla="*/ 806931 h 1396489"/>
                <a:gd name="connsiteX35" fmla="*/ 92153 w 535062"/>
                <a:gd name="connsiteY35" fmla="*/ 800858 h 1396489"/>
                <a:gd name="connsiteX36" fmla="*/ 90100 w 535062"/>
                <a:gd name="connsiteY36" fmla="*/ 798719 h 1396489"/>
                <a:gd name="connsiteX37" fmla="*/ 90357 w 535062"/>
                <a:gd name="connsiteY37" fmla="*/ 796666 h 1396489"/>
                <a:gd name="connsiteX38" fmla="*/ 88047 w 535062"/>
                <a:gd name="connsiteY38" fmla="*/ 787685 h 1396489"/>
                <a:gd name="connsiteX39" fmla="*/ 87448 w 535062"/>
                <a:gd name="connsiteY39" fmla="*/ 778703 h 1396489"/>
                <a:gd name="connsiteX40" fmla="*/ 90870 w 535062"/>
                <a:gd name="connsiteY40" fmla="*/ 771518 h 1396489"/>
                <a:gd name="connsiteX41" fmla="*/ 90443 w 535062"/>
                <a:gd name="connsiteY41" fmla="*/ 763049 h 1396489"/>
                <a:gd name="connsiteX42" fmla="*/ 91298 w 535062"/>
                <a:gd name="connsiteY42" fmla="*/ 755693 h 1396489"/>
                <a:gd name="connsiteX43" fmla="*/ 92410 w 535062"/>
                <a:gd name="connsiteY43" fmla="*/ 763648 h 1396489"/>
                <a:gd name="connsiteX44" fmla="*/ 93693 w 535062"/>
                <a:gd name="connsiteY44" fmla="*/ 766984 h 1396489"/>
                <a:gd name="connsiteX45" fmla="*/ 96772 w 535062"/>
                <a:gd name="connsiteY45" fmla="*/ 766642 h 1396489"/>
                <a:gd name="connsiteX46" fmla="*/ 100109 w 535062"/>
                <a:gd name="connsiteY46" fmla="*/ 784947 h 1396489"/>
                <a:gd name="connsiteX47" fmla="*/ 109004 w 535062"/>
                <a:gd name="connsiteY47" fmla="*/ 819677 h 1396489"/>
                <a:gd name="connsiteX48" fmla="*/ 108234 w 535062"/>
                <a:gd name="connsiteY48" fmla="*/ 822072 h 1396489"/>
                <a:gd name="connsiteX49" fmla="*/ 108234 w 535062"/>
                <a:gd name="connsiteY49" fmla="*/ 822072 h 1396489"/>
                <a:gd name="connsiteX50" fmla="*/ 41685 w 535062"/>
                <a:gd name="connsiteY50" fmla="*/ 827289 h 1396489"/>
                <a:gd name="connsiteX51" fmla="*/ 42626 w 535062"/>
                <a:gd name="connsiteY51" fmla="*/ 795896 h 1396489"/>
                <a:gd name="connsiteX52" fmla="*/ 46047 w 535062"/>
                <a:gd name="connsiteY52" fmla="*/ 777933 h 1396489"/>
                <a:gd name="connsiteX53" fmla="*/ 48614 w 535062"/>
                <a:gd name="connsiteY53" fmla="*/ 782467 h 1396489"/>
                <a:gd name="connsiteX54" fmla="*/ 55029 w 535062"/>
                <a:gd name="connsiteY54" fmla="*/ 784349 h 1396489"/>
                <a:gd name="connsiteX55" fmla="*/ 72137 w 535062"/>
                <a:gd name="connsiteY55" fmla="*/ 781782 h 1396489"/>
                <a:gd name="connsiteX56" fmla="*/ 76328 w 535062"/>
                <a:gd name="connsiteY56" fmla="*/ 793074 h 1396489"/>
                <a:gd name="connsiteX57" fmla="*/ 77440 w 535062"/>
                <a:gd name="connsiteY57" fmla="*/ 800088 h 1396489"/>
                <a:gd name="connsiteX58" fmla="*/ 80862 w 535062"/>
                <a:gd name="connsiteY58" fmla="*/ 803595 h 1396489"/>
                <a:gd name="connsiteX59" fmla="*/ 81632 w 535062"/>
                <a:gd name="connsiteY59" fmla="*/ 806674 h 1396489"/>
                <a:gd name="connsiteX60" fmla="*/ 85567 w 535062"/>
                <a:gd name="connsiteY60" fmla="*/ 822414 h 1396489"/>
                <a:gd name="connsiteX61" fmla="*/ 41685 w 535062"/>
                <a:gd name="connsiteY61" fmla="*/ 827375 h 1396489"/>
                <a:gd name="connsiteX62" fmla="*/ 41685 w 535062"/>
                <a:gd name="connsiteY62" fmla="*/ 827375 h 1396489"/>
                <a:gd name="connsiteX63" fmla="*/ 338507 w 535062"/>
                <a:gd name="connsiteY63" fmla="*/ 1042336 h 1396489"/>
                <a:gd name="connsiteX64" fmla="*/ 367847 w 535062"/>
                <a:gd name="connsiteY64" fmla="*/ 1132580 h 1396489"/>
                <a:gd name="connsiteX65" fmla="*/ 382389 w 535062"/>
                <a:gd name="connsiteY65" fmla="*/ 1172014 h 1396489"/>
                <a:gd name="connsiteX66" fmla="*/ 387778 w 535062"/>
                <a:gd name="connsiteY66" fmla="*/ 1217777 h 1396489"/>
                <a:gd name="connsiteX67" fmla="*/ 396930 w 535062"/>
                <a:gd name="connsiteY67" fmla="*/ 1216409 h 1396489"/>
                <a:gd name="connsiteX68" fmla="*/ 406511 w 535062"/>
                <a:gd name="connsiteY68" fmla="*/ 1217093 h 1396489"/>
                <a:gd name="connsiteX69" fmla="*/ 411815 w 535062"/>
                <a:gd name="connsiteY69" fmla="*/ 1246946 h 1396489"/>
                <a:gd name="connsiteX70" fmla="*/ 401464 w 535062"/>
                <a:gd name="connsiteY70" fmla="*/ 1275517 h 1396489"/>
                <a:gd name="connsiteX71" fmla="*/ 411643 w 535062"/>
                <a:gd name="connsiteY71" fmla="*/ 1304172 h 1396489"/>
                <a:gd name="connsiteX72" fmla="*/ 416177 w 535062"/>
                <a:gd name="connsiteY72" fmla="*/ 1309390 h 1396489"/>
                <a:gd name="connsiteX73" fmla="*/ 426100 w 535062"/>
                <a:gd name="connsiteY73" fmla="*/ 1366445 h 1396489"/>
                <a:gd name="connsiteX74" fmla="*/ 433199 w 535062"/>
                <a:gd name="connsiteY74" fmla="*/ 1367557 h 1396489"/>
                <a:gd name="connsiteX75" fmla="*/ 429692 w 535062"/>
                <a:gd name="connsiteY75" fmla="*/ 1351390 h 1396489"/>
                <a:gd name="connsiteX76" fmla="*/ 427382 w 535062"/>
                <a:gd name="connsiteY76" fmla="*/ 1322392 h 1396489"/>
                <a:gd name="connsiteX77" fmla="*/ 454584 w 535062"/>
                <a:gd name="connsiteY77" fmla="*/ 1367301 h 1396489"/>
                <a:gd name="connsiteX78" fmla="*/ 458690 w 535062"/>
                <a:gd name="connsiteY78" fmla="*/ 1379447 h 1396489"/>
                <a:gd name="connsiteX79" fmla="*/ 472462 w 535062"/>
                <a:gd name="connsiteY79" fmla="*/ 1387146 h 1396489"/>
                <a:gd name="connsiteX80" fmla="*/ 534991 w 535062"/>
                <a:gd name="connsiteY80" fmla="*/ 1394930 h 1396489"/>
                <a:gd name="connsiteX81" fmla="*/ 512837 w 535062"/>
                <a:gd name="connsiteY81" fmla="*/ 1352160 h 1396489"/>
                <a:gd name="connsiteX82" fmla="*/ 510955 w 535062"/>
                <a:gd name="connsiteY82" fmla="*/ 1350107 h 1396489"/>
                <a:gd name="connsiteX83" fmla="*/ 501289 w 535062"/>
                <a:gd name="connsiteY83" fmla="*/ 1334539 h 1396489"/>
                <a:gd name="connsiteX84" fmla="*/ 499835 w 535062"/>
                <a:gd name="connsiteY84" fmla="*/ 1326840 h 1396489"/>
                <a:gd name="connsiteX85" fmla="*/ 497525 w 535062"/>
                <a:gd name="connsiteY85" fmla="*/ 1323675 h 1396489"/>
                <a:gd name="connsiteX86" fmla="*/ 494531 w 535062"/>
                <a:gd name="connsiteY86" fmla="*/ 1317260 h 1396489"/>
                <a:gd name="connsiteX87" fmla="*/ 480503 w 535062"/>
                <a:gd name="connsiteY87" fmla="*/ 1260718 h 1396489"/>
                <a:gd name="connsiteX88" fmla="*/ 473403 w 535062"/>
                <a:gd name="connsiteY88" fmla="*/ 1253105 h 1396489"/>
                <a:gd name="connsiteX89" fmla="*/ 470922 w 535062"/>
                <a:gd name="connsiteY89" fmla="*/ 1254474 h 1396489"/>
                <a:gd name="connsiteX90" fmla="*/ 467158 w 535062"/>
                <a:gd name="connsiteY90" fmla="*/ 1250453 h 1396489"/>
                <a:gd name="connsiteX91" fmla="*/ 448596 w 535062"/>
                <a:gd name="connsiteY91" fmla="*/ 1133692 h 1396489"/>
                <a:gd name="connsiteX92" fmla="*/ 437647 w 535062"/>
                <a:gd name="connsiteY92" fmla="*/ 1076124 h 1396489"/>
                <a:gd name="connsiteX93" fmla="*/ 428152 w 535062"/>
                <a:gd name="connsiteY93" fmla="*/ 1032157 h 1396489"/>
                <a:gd name="connsiteX94" fmla="*/ 406169 w 535062"/>
                <a:gd name="connsiteY94" fmla="*/ 955257 h 1396489"/>
                <a:gd name="connsiteX95" fmla="*/ 394535 w 535062"/>
                <a:gd name="connsiteY95" fmla="*/ 902650 h 1396489"/>
                <a:gd name="connsiteX96" fmla="*/ 399240 w 535062"/>
                <a:gd name="connsiteY96" fmla="*/ 891016 h 1396489"/>
                <a:gd name="connsiteX97" fmla="*/ 397358 w 535062"/>
                <a:gd name="connsiteY97" fmla="*/ 878186 h 1396489"/>
                <a:gd name="connsiteX98" fmla="*/ 385211 w 535062"/>
                <a:gd name="connsiteY98" fmla="*/ 765359 h 1396489"/>
                <a:gd name="connsiteX99" fmla="*/ 384527 w 535062"/>
                <a:gd name="connsiteY99" fmla="*/ 752015 h 1396489"/>
                <a:gd name="connsiteX100" fmla="*/ 388206 w 535062"/>
                <a:gd name="connsiteY100" fmla="*/ 750560 h 1396489"/>
                <a:gd name="connsiteX101" fmla="*/ 387094 w 535062"/>
                <a:gd name="connsiteY101" fmla="*/ 745428 h 1396489"/>
                <a:gd name="connsiteX102" fmla="*/ 389318 w 535062"/>
                <a:gd name="connsiteY102" fmla="*/ 741408 h 1396489"/>
                <a:gd name="connsiteX103" fmla="*/ 391285 w 535062"/>
                <a:gd name="connsiteY103" fmla="*/ 742434 h 1396489"/>
                <a:gd name="connsiteX104" fmla="*/ 394535 w 535062"/>
                <a:gd name="connsiteY104" fmla="*/ 766556 h 1396489"/>
                <a:gd name="connsiteX105" fmla="*/ 388291 w 535062"/>
                <a:gd name="connsiteY105" fmla="*/ 791277 h 1396489"/>
                <a:gd name="connsiteX106" fmla="*/ 391285 w 535062"/>
                <a:gd name="connsiteY106" fmla="*/ 796068 h 1396489"/>
                <a:gd name="connsiteX107" fmla="*/ 393166 w 535062"/>
                <a:gd name="connsiteY107" fmla="*/ 803082 h 1396489"/>
                <a:gd name="connsiteX108" fmla="*/ 400694 w 535062"/>
                <a:gd name="connsiteY108" fmla="*/ 801200 h 1396489"/>
                <a:gd name="connsiteX109" fmla="*/ 404201 w 535062"/>
                <a:gd name="connsiteY109" fmla="*/ 804450 h 1396489"/>
                <a:gd name="connsiteX110" fmla="*/ 410360 w 535062"/>
                <a:gd name="connsiteY110" fmla="*/ 801029 h 1396489"/>
                <a:gd name="connsiteX111" fmla="*/ 430462 w 535062"/>
                <a:gd name="connsiteY111" fmla="*/ 774768 h 1396489"/>
                <a:gd name="connsiteX112" fmla="*/ 431403 w 535062"/>
                <a:gd name="connsiteY112" fmla="*/ 742605 h 1396489"/>
                <a:gd name="connsiteX113" fmla="*/ 424389 w 535062"/>
                <a:gd name="connsiteY113" fmla="*/ 731143 h 1396489"/>
                <a:gd name="connsiteX114" fmla="*/ 416775 w 535062"/>
                <a:gd name="connsiteY114" fmla="*/ 703514 h 1396489"/>
                <a:gd name="connsiteX115" fmla="*/ 418658 w 535062"/>
                <a:gd name="connsiteY115" fmla="*/ 703257 h 1396489"/>
                <a:gd name="connsiteX116" fmla="*/ 415663 w 535062"/>
                <a:gd name="connsiteY116" fmla="*/ 652618 h 1396489"/>
                <a:gd name="connsiteX117" fmla="*/ 406426 w 535062"/>
                <a:gd name="connsiteY117" fmla="*/ 538508 h 1396489"/>
                <a:gd name="connsiteX118" fmla="*/ 404030 w 535062"/>
                <a:gd name="connsiteY118" fmla="*/ 523196 h 1396489"/>
                <a:gd name="connsiteX119" fmla="*/ 397700 w 535062"/>
                <a:gd name="connsiteY119" fmla="*/ 508740 h 1396489"/>
                <a:gd name="connsiteX120" fmla="*/ 392739 w 535062"/>
                <a:gd name="connsiteY120" fmla="*/ 466313 h 1396489"/>
                <a:gd name="connsiteX121" fmla="*/ 391028 w 535062"/>
                <a:gd name="connsiteY121" fmla="*/ 434321 h 1396489"/>
                <a:gd name="connsiteX122" fmla="*/ 384356 w 535062"/>
                <a:gd name="connsiteY122" fmla="*/ 305669 h 1396489"/>
                <a:gd name="connsiteX123" fmla="*/ 383073 w 535062"/>
                <a:gd name="connsiteY123" fmla="*/ 264525 h 1396489"/>
                <a:gd name="connsiteX124" fmla="*/ 378882 w 535062"/>
                <a:gd name="connsiteY124" fmla="*/ 246562 h 1396489"/>
                <a:gd name="connsiteX125" fmla="*/ 369558 w 535062"/>
                <a:gd name="connsiteY125" fmla="*/ 242456 h 1396489"/>
                <a:gd name="connsiteX126" fmla="*/ 339106 w 535062"/>
                <a:gd name="connsiteY126" fmla="*/ 229710 h 1396489"/>
                <a:gd name="connsiteX127" fmla="*/ 332262 w 535062"/>
                <a:gd name="connsiteY127" fmla="*/ 224749 h 1396489"/>
                <a:gd name="connsiteX128" fmla="*/ 326531 w 535062"/>
                <a:gd name="connsiteY128" fmla="*/ 200285 h 1396489"/>
                <a:gd name="connsiteX129" fmla="*/ 333460 w 535062"/>
                <a:gd name="connsiteY129" fmla="*/ 214313 h 1396489"/>
                <a:gd name="connsiteX130" fmla="*/ 337908 w 535062"/>
                <a:gd name="connsiteY130" fmla="*/ 215596 h 1396489"/>
                <a:gd name="connsiteX131" fmla="*/ 343383 w 535062"/>
                <a:gd name="connsiteY131" fmla="*/ 225177 h 1396489"/>
                <a:gd name="connsiteX132" fmla="*/ 337908 w 535062"/>
                <a:gd name="connsiteY132" fmla="*/ 181894 h 1396489"/>
                <a:gd name="connsiteX133" fmla="*/ 349798 w 535062"/>
                <a:gd name="connsiteY133" fmla="*/ 210378 h 1396489"/>
                <a:gd name="connsiteX134" fmla="*/ 347232 w 535062"/>
                <a:gd name="connsiteY134" fmla="*/ 168635 h 1396489"/>
                <a:gd name="connsiteX135" fmla="*/ 339790 w 535062"/>
                <a:gd name="connsiteY135" fmla="*/ 144513 h 1396489"/>
                <a:gd name="connsiteX136" fmla="*/ 326189 w 535062"/>
                <a:gd name="connsiteY136" fmla="*/ 131254 h 1396489"/>
                <a:gd name="connsiteX137" fmla="*/ 320287 w 535062"/>
                <a:gd name="connsiteY137" fmla="*/ 103368 h 1396489"/>
                <a:gd name="connsiteX138" fmla="*/ 310022 w 535062"/>
                <a:gd name="connsiteY138" fmla="*/ 86175 h 1396489"/>
                <a:gd name="connsiteX139" fmla="*/ 287953 w 535062"/>
                <a:gd name="connsiteY139" fmla="*/ 48367 h 1396489"/>
                <a:gd name="connsiteX140" fmla="*/ 261692 w 535062"/>
                <a:gd name="connsiteY140" fmla="*/ 13638 h 1396489"/>
                <a:gd name="connsiteX141" fmla="*/ 221318 w 535062"/>
                <a:gd name="connsiteY141" fmla="*/ 464 h 1396489"/>
                <a:gd name="connsiteX142" fmla="*/ 222344 w 535062"/>
                <a:gd name="connsiteY142" fmla="*/ 3972 h 1396489"/>
                <a:gd name="connsiteX143" fmla="*/ 210625 w 535062"/>
                <a:gd name="connsiteY143" fmla="*/ 4656 h 1396489"/>
                <a:gd name="connsiteX144" fmla="*/ 180430 w 535062"/>
                <a:gd name="connsiteY144" fmla="*/ 28864 h 1396489"/>
                <a:gd name="connsiteX145" fmla="*/ 177693 w 535062"/>
                <a:gd name="connsiteY145" fmla="*/ 35450 h 1396489"/>
                <a:gd name="connsiteX146" fmla="*/ 163664 w 535062"/>
                <a:gd name="connsiteY146" fmla="*/ 52387 h 1396489"/>
                <a:gd name="connsiteX147" fmla="*/ 161183 w 535062"/>
                <a:gd name="connsiteY147" fmla="*/ 65474 h 1396489"/>
                <a:gd name="connsiteX148" fmla="*/ 145359 w 535062"/>
                <a:gd name="connsiteY148" fmla="*/ 93360 h 1396489"/>
                <a:gd name="connsiteX149" fmla="*/ 118414 w 535062"/>
                <a:gd name="connsiteY149" fmla="*/ 136216 h 1396489"/>
                <a:gd name="connsiteX150" fmla="*/ 128678 w 535062"/>
                <a:gd name="connsiteY150" fmla="*/ 133650 h 1396489"/>
                <a:gd name="connsiteX151" fmla="*/ 116618 w 535062"/>
                <a:gd name="connsiteY151" fmla="*/ 164871 h 1396489"/>
                <a:gd name="connsiteX152" fmla="*/ 122520 w 535062"/>
                <a:gd name="connsiteY152" fmla="*/ 181295 h 1396489"/>
                <a:gd name="connsiteX153" fmla="*/ 122605 w 535062"/>
                <a:gd name="connsiteY153" fmla="*/ 198146 h 1396489"/>
                <a:gd name="connsiteX154" fmla="*/ 126968 w 535062"/>
                <a:gd name="connsiteY154" fmla="*/ 191389 h 1396489"/>
                <a:gd name="connsiteX155" fmla="*/ 127224 w 535062"/>
                <a:gd name="connsiteY155" fmla="*/ 213886 h 1396489"/>
                <a:gd name="connsiteX156" fmla="*/ 135864 w 535062"/>
                <a:gd name="connsiteY156" fmla="*/ 209438 h 1396489"/>
                <a:gd name="connsiteX157" fmla="*/ 135864 w 535062"/>
                <a:gd name="connsiteY157" fmla="*/ 209438 h 1396489"/>
                <a:gd name="connsiteX158" fmla="*/ 138601 w 535062"/>
                <a:gd name="connsiteY158" fmla="*/ 219788 h 1396489"/>
                <a:gd name="connsiteX159" fmla="*/ 135521 w 535062"/>
                <a:gd name="connsiteY159" fmla="*/ 226802 h 1396489"/>
                <a:gd name="connsiteX160" fmla="*/ 135521 w 535062"/>
                <a:gd name="connsiteY160" fmla="*/ 226802 h 1396489"/>
                <a:gd name="connsiteX161" fmla="*/ 105241 w 535062"/>
                <a:gd name="connsiteY161" fmla="*/ 232875 h 1396489"/>
                <a:gd name="connsiteX162" fmla="*/ 81974 w 535062"/>
                <a:gd name="connsiteY162" fmla="*/ 230395 h 1396489"/>
                <a:gd name="connsiteX163" fmla="*/ 72393 w 535062"/>
                <a:gd name="connsiteY163" fmla="*/ 240232 h 1396489"/>
                <a:gd name="connsiteX164" fmla="*/ 65636 w 535062"/>
                <a:gd name="connsiteY164" fmla="*/ 255116 h 1396489"/>
                <a:gd name="connsiteX165" fmla="*/ 61530 w 535062"/>
                <a:gd name="connsiteY165" fmla="*/ 350834 h 1396489"/>
                <a:gd name="connsiteX166" fmla="*/ 50495 w 535062"/>
                <a:gd name="connsiteY166" fmla="*/ 423201 h 1396489"/>
                <a:gd name="connsiteX167" fmla="*/ 45107 w 535062"/>
                <a:gd name="connsiteY167" fmla="*/ 468964 h 1396489"/>
                <a:gd name="connsiteX168" fmla="*/ 39632 w 535062"/>
                <a:gd name="connsiteY168" fmla="*/ 518235 h 1396489"/>
                <a:gd name="connsiteX169" fmla="*/ 33217 w 535062"/>
                <a:gd name="connsiteY169" fmla="*/ 641326 h 1396489"/>
                <a:gd name="connsiteX170" fmla="*/ 24577 w 535062"/>
                <a:gd name="connsiteY170" fmla="*/ 704027 h 1396489"/>
                <a:gd name="connsiteX171" fmla="*/ 32618 w 535062"/>
                <a:gd name="connsiteY171" fmla="*/ 706850 h 1396489"/>
                <a:gd name="connsiteX172" fmla="*/ 26715 w 535062"/>
                <a:gd name="connsiteY172" fmla="*/ 749705 h 1396489"/>
                <a:gd name="connsiteX173" fmla="*/ 31164 w 535062"/>
                <a:gd name="connsiteY173" fmla="*/ 767668 h 1396489"/>
                <a:gd name="connsiteX174" fmla="*/ 33815 w 535062"/>
                <a:gd name="connsiteY174" fmla="*/ 771261 h 1396489"/>
                <a:gd name="connsiteX175" fmla="*/ 34157 w 535062"/>
                <a:gd name="connsiteY175" fmla="*/ 775025 h 1396489"/>
                <a:gd name="connsiteX176" fmla="*/ 33644 w 535062"/>
                <a:gd name="connsiteY176" fmla="*/ 785375 h 1396489"/>
                <a:gd name="connsiteX177" fmla="*/ 33217 w 535062"/>
                <a:gd name="connsiteY177" fmla="*/ 794870 h 1396489"/>
                <a:gd name="connsiteX178" fmla="*/ 32703 w 535062"/>
                <a:gd name="connsiteY178" fmla="*/ 800345 h 1396489"/>
                <a:gd name="connsiteX179" fmla="*/ 29282 w 535062"/>
                <a:gd name="connsiteY179" fmla="*/ 815742 h 1396489"/>
                <a:gd name="connsiteX180" fmla="*/ 29880 w 535062"/>
                <a:gd name="connsiteY180" fmla="*/ 823012 h 1396489"/>
                <a:gd name="connsiteX181" fmla="*/ 26459 w 535062"/>
                <a:gd name="connsiteY181" fmla="*/ 829000 h 1396489"/>
                <a:gd name="connsiteX182" fmla="*/ 23722 w 535062"/>
                <a:gd name="connsiteY182" fmla="*/ 829599 h 1396489"/>
                <a:gd name="connsiteX183" fmla="*/ 15424 w 535062"/>
                <a:gd name="connsiteY183" fmla="*/ 837041 h 1396489"/>
                <a:gd name="connsiteX184" fmla="*/ 12772 w 535062"/>
                <a:gd name="connsiteY184" fmla="*/ 848247 h 1396489"/>
                <a:gd name="connsiteX185" fmla="*/ 6186 w 535062"/>
                <a:gd name="connsiteY185" fmla="*/ 882120 h 1396489"/>
                <a:gd name="connsiteX186" fmla="*/ 1738 w 535062"/>
                <a:gd name="connsiteY186" fmla="*/ 930279 h 1396489"/>
                <a:gd name="connsiteX187" fmla="*/ 12858 w 535062"/>
                <a:gd name="connsiteY187" fmla="*/ 940458 h 1396489"/>
                <a:gd name="connsiteX188" fmla="*/ 48272 w 535062"/>
                <a:gd name="connsiteY188" fmla="*/ 939774 h 1396489"/>
                <a:gd name="connsiteX189" fmla="*/ 82829 w 535062"/>
                <a:gd name="connsiteY189" fmla="*/ 937208 h 1396489"/>
                <a:gd name="connsiteX190" fmla="*/ 91126 w 535062"/>
                <a:gd name="connsiteY190" fmla="*/ 933786 h 1396489"/>
                <a:gd name="connsiteX191" fmla="*/ 100279 w 535062"/>
                <a:gd name="connsiteY191" fmla="*/ 934043 h 1396489"/>
                <a:gd name="connsiteX192" fmla="*/ 126198 w 535062"/>
                <a:gd name="connsiteY192" fmla="*/ 932075 h 1396489"/>
                <a:gd name="connsiteX193" fmla="*/ 128165 w 535062"/>
                <a:gd name="connsiteY193" fmla="*/ 978951 h 1396489"/>
                <a:gd name="connsiteX194" fmla="*/ 163151 w 535062"/>
                <a:gd name="connsiteY194" fmla="*/ 1214869 h 1396489"/>
                <a:gd name="connsiteX195" fmla="*/ 164434 w 535062"/>
                <a:gd name="connsiteY195" fmla="*/ 1218291 h 1396489"/>
                <a:gd name="connsiteX196" fmla="*/ 173587 w 535062"/>
                <a:gd name="connsiteY196" fmla="*/ 1218633 h 1396489"/>
                <a:gd name="connsiteX197" fmla="*/ 183253 w 535062"/>
                <a:gd name="connsiteY197" fmla="*/ 1232405 h 1396489"/>
                <a:gd name="connsiteX198" fmla="*/ 187787 w 535062"/>
                <a:gd name="connsiteY198" fmla="*/ 1266621 h 1396489"/>
                <a:gd name="connsiteX199" fmla="*/ 188043 w 535062"/>
                <a:gd name="connsiteY199" fmla="*/ 1271069 h 1396489"/>
                <a:gd name="connsiteX200" fmla="*/ 183510 w 535062"/>
                <a:gd name="connsiteY200" fmla="*/ 1276286 h 1396489"/>
                <a:gd name="connsiteX201" fmla="*/ 190010 w 535062"/>
                <a:gd name="connsiteY201" fmla="*/ 1278596 h 1396489"/>
                <a:gd name="connsiteX202" fmla="*/ 188556 w 535062"/>
                <a:gd name="connsiteY202" fmla="*/ 1326840 h 1396489"/>
                <a:gd name="connsiteX203" fmla="*/ 180601 w 535062"/>
                <a:gd name="connsiteY203" fmla="*/ 1336079 h 1396489"/>
                <a:gd name="connsiteX204" fmla="*/ 186589 w 535062"/>
                <a:gd name="connsiteY204" fmla="*/ 1336250 h 1396489"/>
                <a:gd name="connsiteX205" fmla="*/ 183253 w 535062"/>
                <a:gd name="connsiteY205" fmla="*/ 1348824 h 1396489"/>
                <a:gd name="connsiteX206" fmla="*/ 180088 w 535062"/>
                <a:gd name="connsiteY206" fmla="*/ 1356522 h 1396489"/>
                <a:gd name="connsiteX207" fmla="*/ 175982 w 535062"/>
                <a:gd name="connsiteY207" fmla="*/ 1361142 h 1396489"/>
                <a:gd name="connsiteX208" fmla="*/ 176410 w 535062"/>
                <a:gd name="connsiteY208" fmla="*/ 1380730 h 1396489"/>
                <a:gd name="connsiteX209" fmla="*/ 192919 w 535062"/>
                <a:gd name="connsiteY209" fmla="*/ 1393219 h 1396489"/>
                <a:gd name="connsiteX210" fmla="*/ 203868 w 535062"/>
                <a:gd name="connsiteY210" fmla="*/ 1396470 h 1396489"/>
                <a:gd name="connsiteX211" fmla="*/ 214389 w 535062"/>
                <a:gd name="connsiteY211" fmla="*/ 1394759 h 1396489"/>
                <a:gd name="connsiteX212" fmla="*/ 234662 w 535062"/>
                <a:gd name="connsiteY212" fmla="*/ 1387146 h 1396489"/>
                <a:gd name="connsiteX213" fmla="*/ 248691 w 535062"/>
                <a:gd name="connsiteY213" fmla="*/ 1371235 h 1396489"/>
                <a:gd name="connsiteX214" fmla="*/ 245012 w 535062"/>
                <a:gd name="connsiteY214" fmla="*/ 1357720 h 1396489"/>
                <a:gd name="connsiteX215" fmla="*/ 243302 w 535062"/>
                <a:gd name="connsiteY215" fmla="*/ 1356779 h 1396489"/>
                <a:gd name="connsiteX216" fmla="*/ 242617 w 535062"/>
                <a:gd name="connsiteY216" fmla="*/ 1354299 h 1396489"/>
                <a:gd name="connsiteX217" fmla="*/ 242190 w 535062"/>
                <a:gd name="connsiteY217" fmla="*/ 1343264 h 1396489"/>
                <a:gd name="connsiteX218" fmla="*/ 246723 w 535062"/>
                <a:gd name="connsiteY218" fmla="*/ 1337362 h 1396489"/>
                <a:gd name="connsiteX219" fmla="*/ 240564 w 535062"/>
                <a:gd name="connsiteY219" fmla="*/ 1333085 h 1396489"/>
                <a:gd name="connsiteX220" fmla="*/ 240821 w 535062"/>
                <a:gd name="connsiteY220" fmla="*/ 1317687 h 1396489"/>
                <a:gd name="connsiteX221" fmla="*/ 243045 w 535062"/>
                <a:gd name="connsiteY221" fmla="*/ 1310417 h 1396489"/>
                <a:gd name="connsiteX222" fmla="*/ 249033 w 535062"/>
                <a:gd name="connsiteY222" fmla="*/ 1306995 h 1396489"/>
                <a:gd name="connsiteX223" fmla="*/ 255362 w 535062"/>
                <a:gd name="connsiteY223" fmla="*/ 1295020 h 1396489"/>
                <a:gd name="connsiteX224" fmla="*/ 252882 w 535062"/>
                <a:gd name="connsiteY224" fmla="*/ 1281333 h 1396489"/>
                <a:gd name="connsiteX225" fmla="*/ 240906 w 535062"/>
                <a:gd name="connsiteY225" fmla="*/ 1251566 h 1396489"/>
                <a:gd name="connsiteX226" fmla="*/ 235346 w 535062"/>
                <a:gd name="connsiteY226" fmla="*/ 1246519 h 1396489"/>
                <a:gd name="connsiteX227" fmla="*/ 231668 w 535062"/>
                <a:gd name="connsiteY227" fmla="*/ 1248828 h 1396489"/>
                <a:gd name="connsiteX228" fmla="*/ 229530 w 535062"/>
                <a:gd name="connsiteY228" fmla="*/ 1215639 h 1396489"/>
                <a:gd name="connsiteX229" fmla="*/ 230641 w 535062"/>
                <a:gd name="connsiteY229" fmla="*/ 1177831 h 1396489"/>
                <a:gd name="connsiteX230" fmla="*/ 230641 w 535062"/>
                <a:gd name="connsiteY230" fmla="*/ 1157558 h 1396489"/>
                <a:gd name="connsiteX231" fmla="*/ 229102 w 535062"/>
                <a:gd name="connsiteY231" fmla="*/ 1127790 h 1396489"/>
                <a:gd name="connsiteX232" fmla="*/ 225338 w 535062"/>
                <a:gd name="connsiteY232" fmla="*/ 1078091 h 1396489"/>
                <a:gd name="connsiteX233" fmla="*/ 220890 w 535062"/>
                <a:gd name="connsiteY233" fmla="*/ 1036947 h 1396489"/>
                <a:gd name="connsiteX234" fmla="*/ 217896 w 535062"/>
                <a:gd name="connsiteY234" fmla="*/ 1018214 h 1396489"/>
                <a:gd name="connsiteX235" fmla="*/ 219351 w 535062"/>
                <a:gd name="connsiteY235" fmla="*/ 994348 h 1396489"/>
                <a:gd name="connsiteX236" fmla="*/ 212764 w 535062"/>
                <a:gd name="connsiteY236" fmla="*/ 841831 h 1396489"/>
                <a:gd name="connsiteX237" fmla="*/ 210625 w 535062"/>
                <a:gd name="connsiteY237" fmla="*/ 820446 h 1396489"/>
                <a:gd name="connsiteX238" fmla="*/ 210454 w 535062"/>
                <a:gd name="connsiteY238" fmla="*/ 805648 h 1396489"/>
                <a:gd name="connsiteX239" fmla="*/ 213448 w 535062"/>
                <a:gd name="connsiteY239" fmla="*/ 758687 h 1396489"/>
                <a:gd name="connsiteX240" fmla="*/ 245269 w 535062"/>
                <a:gd name="connsiteY240" fmla="*/ 760740 h 1396489"/>
                <a:gd name="connsiteX241" fmla="*/ 248861 w 535062"/>
                <a:gd name="connsiteY241" fmla="*/ 772801 h 1396489"/>
                <a:gd name="connsiteX242" fmla="*/ 286585 w 535062"/>
                <a:gd name="connsiteY242" fmla="*/ 856458 h 1396489"/>
                <a:gd name="connsiteX243" fmla="*/ 306087 w 535062"/>
                <a:gd name="connsiteY243" fmla="*/ 918902 h 1396489"/>
                <a:gd name="connsiteX244" fmla="*/ 319517 w 535062"/>
                <a:gd name="connsiteY244" fmla="*/ 970739 h 1396489"/>
                <a:gd name="connsiteX245" fmla="*/ 324137 w 535062"/>
                <a:gd name="connsiteY245" fmla="*/ 992552 h 1396489"/>
                <a:gd name="connsiteX246" fmla="*/ 338507 w 535062"/>
                <a:gd name="connsiteY246" fmla="*/ 1042336 h 1396489"/>
                <a:gd name="connsiteX247" fmla="*/ 338507 w 535062"/>
                <a:gd name="connsiteY247" fmla="*/ 1042336 h 139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</a:cxnLst>
              <a:rect l="l" t="t" r="r" b="b"/>
              <a:pathLst>
                <a:path w="535062" h="1396489">
                  <a:moveTo>
                    <a:pt x="275807" y="261702"/>
                  </a:moveTo>
                  <a:cubicBezTo>
                    <a:pt x="274438" y="267177"/>
                    <a:pt x="272043" y="272309"/>
                    <a:pt x="269904" y="277527"/>
                  </a:cubicBezTo>
                  <a:cubicBezTo>
                    <a:pt x="259982" y="301393"/>
                    <a:pt x="255020" y="327225"/>
                    <a:pt x="244584" y="350920"/>
                  </a:cubicBezTo>
                  <a:cubicBezTo>
                    <a:pt x="230471" y="347755"/>
                    <a:pt x="215843" y="346643"/>
                    <a:pt x="201387" y="347755"/>
                  </a:cubicBezTo>
                  <a:cubicBezTo>
                    <a:pt x="200874" y="333726"/>
                    <a:pt x="194972" y="320468"/>
                    <a:pt x="188727" y="307893"/>
                  </a:cubicBezTo>
                  <a:cubicBezTo>
                    <a:pt x="186503" y="303445"/>
                    <a:pt x="184279" y="298997"/>
                    <a:pt x="182568" y="294207"/>
                  </a:cubicBezTo>
                  <a:cubicBezTo>
                    <a:pt x="180430" y="288305"/>
                    <a:pt x="179061" y="282060"/>
                    <a:pt x="177949" y="275816"/>
                  </a:cubicBezTo>
                  <a:cubicBezTo>
                    <a:pt x="174186" y="254688"/>
                    <a:pt x="172817" y="232277"/>
                    <a:pt x="180345" y="212175"/>
                  </a:cubicBezTo>
                  <a:cubicBezTo>
                    <a:pt x="180259" y="217478"/>
                    <a:pt x="183680" y="222097"/>
                    <a:pt x="187016" y="226289"/>
                  </a:cubicBezTo>
                  <a:cubicBezTo>
                    <a:pt x="189412" y="229368"/>
                    <a:pt x="191721" y="232362"/>
                    <a:pt x="194116" y="235441"/>
                  </a:cubicBezTo>
                  <a:cubicBezTo>
                    <a:pt x="195485" y="237152"/>
                    <a:pt x="196768" y="238863"/>
                    <a:pt x="198650" y="240061"/>
                  </a:cubicBezTo>
                  <a:cubicBezTo>
                    <a:pt x="201900" y="242114"/>
                    <a:pt x="205921" y="242114"/>
                    <a:pt x="209770" y="242028"/>
                  </a:cubicBezTo>
                  <a:cubicBezTo>
                    <a:pt x="216699" y="241857"/>
                    <a:pt x="223628" y="241771"/>
                    <a:pt x="230471" y="241600"/>
                  </a:cubicBezTo>
                  <a:cubicBezTo>
                    <a:pt x="233807" y="241600"/>
                    <a:pt x="237228" y="241429"/>
                    <a:pt x="240479" y="240574"/>
                  </a:cubicBezTo>
                  <a:cubicBezTo>
                    <a:pt x="246723" y="238692"/>
                    <a:pt x="251513" y="233816"/>
                    <a:pt x="252369" y="233645"/>
                  </a:cubicBezTo>
                  <a:cubicBezTo>
                    <a:pt x="261522" y="225776"/>
                    <a:pt x="269562" y="216537"/>
                    <a:pt x="276148" y="206444"/>
                  </a:cubicBezTo>
                  <a:cubicBezTo>
                    <a:pt x="277090" y="217991"/>
                    <a:pt x="277603" y="229539"/>
                    <a:pt x="277688" y="241087"/>
                  </a:cubicBezTo>
                  <a:cubicBezTo>
                    <a:pt x="277688" y="248016"/>
                    <a:pt x="277688" y="254944"/>
                    <a:pt x="275978" y="261617"/>
                  </a:cubicBezTo>
                  <a:lnTo>
                    <a:pt x="275978" y="261617"/>
                  </a:lnTo>
                  <a:close/>
                  <a:moveTo>
                    <a:pt x="223029" y="475979"/>
                  </a:moveTo>
                  <a:cubicBezTo>
                    <a:pt x="221404" y="477689"/>
                    <a:pt x="219008" y="478288"/>
                    <a:pt x="216784" y="478887"/>
                  </a:cubicBezTo>
                  <a:cubicBezTo>
                    <a:pt x="215244" y="479315"/>
                    <a:pt x="213790" y="479657"/>
                    <a:pt x="212251" y="479400"/>
                  </a:cubicBezTo>
                  <a:cubicBezTo>
                    <a:pt x="209257" y="478973"/>
                    <a:pt x="207033" y="476406"/>
                    <a:pt x="206006" y="473583"/>
                  </a:cubicBezTo>
                  <a:cubicBezTo>
                    <a:pt x="204296" y="469136"/>
                    <a:pt x="205236" y="463746"/>
                    <a:pt x="208743" y="460582"/>
                  </a:cubicBezTo>
                  <a:cubicBezTo>
                    <a:pt x="211909" y="457759"/>
                    <a:pt x="217127" y="457417"/>
                    <a:pt x="220377" y="459983"/>
                  </a:cubicBezTo>
                  <a:cubicBezTo>
                    <a:pt x="220719" y="459983"/>
                    <a:pt x="221147" y="459983"/>
                    <a:pt x="221489" y="460154"/>
                  </a:cubicBezTo>
                  <a:cubicBezTo>
                    <a:pt x="223713" y="460838"/>
                    <a:pt x="224483" y="463575"/>
                    <a:pt x="224825" y="465970"/>
                  </a:cubicBezTo>
                  <a:cubicBezTo>
                    <a:pt x="225253" y="469392"/>
                    <a:pt x="225424" y="473412"/>
                    <a:pt x="223029" y="475979"/>
                  </a:cubicBezTo>
                  <a:lnTo>
                    <a:pt x="223029" y="475979"/>
                  </a:lnTo>
                  <a:close/>
                  <a:moveTo>
                    <a:pt x="108234" y="822157"/>
                  </a:moveTo>
                  <a:cubicBezTo>
                    <a:pt x="107721" y="822499"/>
                    <a:pt x="107123" y="822499"/>
                    <a:pt x="106438" y="822414"/>
                  </a:cubicBezTo>
                  <a:cubicBezTo>
                    <a:pt x="103444" y="822157"/>
                    <a:pt x="100536" y="821986"/>
                    <a:pt x="97542" y="821729"/>
                  </a:cubicBezTo>
                  <a:cubicBezTo>
                    <a:pt x="99595" y="820703"/>
                    <a:pt x="98740" y="817452"/>
                    <a:pt x="97200" y="815742"/>
                  </a:cubicBezTo>
                  <a:cubicBezTo>
                    <a:pt x="95660" y="814031"/>
                    <a:pt x="93436" y="812406"/>
                    <a:pt x="93436" y="810096"/>
                  </a:cubicBezTo>
                  <a:cubicBezTo>
                    <a:pt x="93436" y="808984"/>
                    <a:pt x="94035" y="807957"/>
                    <a:pt x="94206" y="806931"/>
                  </a:cubicBezTo>
                  <a:cubicBezTo>
                    <a:pt x="94719" y="804707"/>
                    <a:pt x="93864" y="802312"/>
                    <a:pt x="92153" y="800858"/>
                  </a:cubicBezTo>
                  <a:cubicBezTo>
                    <a:pt x="91383" y="800259"/>
                    <a:pt x="90357" y="799660"/>
                    <a:pt x="90100" y="798719"/>
                  </a:cubicBezTo>
                  <a:cubicBezTo>
                    <a:pt x="89929" y="798035"/>
                    <a:pt x="90186" y="797351"/>
                    <a:pt x="90357" y="796666"/>
                  </a:cubicBezTo>
                  <a:cubicBezTo>
                    <a:pt x="90956" y="793587"/>
                    <a:pt x="89330" y="790593"/>
                    <a:pt x="88047" y="787685"/>
                  </a:cubicBezTo>
                  <a:cubicBezTo>
                    <a:pt x="86764" y="784776"/>
                    <a:pt x="85738" y="781355"/>
                    <a:pt x="87448" y="778703"/>
                  </a:cubicBezTo>
                  <a:cubicBezTo>
                    <a:pt x="90100" y="777762"/>
                    <a:pt x="91041" y="774426"/>
                    <a:pt x="90870" y="771518"/>
                  </a:cubicBezTo>
                  <a:cubicBezTo>
                    <a:pt x="90699" y="768695"/>
                    <a:pt x="89844" y="765872"/>
                    <a:pt x="90443" y="763049"/>
                  </a:cubicBezTo>
                  <a:cubicBezTo>
                    <a:pt x="90528" y="762707"/>
                    <a:pt x="90870" y="759200"/>
                    <a:pt x="91298" y="755693"/>
                  </a:cubicBezTo>
                  <a:cubicBezTo>
                    <a:pt x="91725" y="758345"/>
                    <a:pt x="92068" y="760996"/>
                    <a:pt x="92410" y="763648"/>
                  </a:cubicBezTo>
                  <a:cubicBezTo>
                    <a:pt x="92581" y="764846"/>
                    <a:pt x="92837" y="766129"/>
                    <a:pt x="93693" y="766984"/>
                  </a:cubicBezTo>
                  <a:cubicBezTo>
                    <a:pt x="94548" y="767839"/>
                    <a:pt x="96345" y="767839"/>
                    <a:pt x="96772" y="766642"/>
                  </a:cubicBezTo>
                  <a:cubicBezTo>
                    <a:pt x="97628" y="772801"/>
                    <a:pt x="98569" y="778960"/>
                    <a:pt x="100109" y="784947"/>
                  </a:cubicBezTo>
                  <a:cubicBezTo>
                    <a:pt x="103102" y="796581"/>
                    <a:pt x="108577" y="807701"/>
                    <a:pt x="109004" y="819677"/>
                  </a:cubicBezTo>
                  <a:cubicBezTo>
                    <a:pt x="109004" y="820532"/>
                    <a:pt x="109004" y="821558"/>
                    <a:pt x="108234" y="822072"/>
                  </a:cubicBezTo>
                  <a:lnTo>
                    <a:pt x="108234" y="822072"/>
                  </a:lnTo>
                  <a:close/>
                  <a:moveTo>
                    <a:pt x="41685" y="827289"/>
                  </a:moveTo>
                  <a:cubicBezTo>
                    <a:pt x="42027" y="816854"/>
                    <a:pt x="42284" y="806418"/>
                    <a:pt x="42626" y="795896"/>
                  </a:cubicBezTo>
                  <a:cubicBezTo>
                    <a:pt x="42797" y="789738"/>
                    <a:pt x="43053" y="783237"/>
                    <a:pt x="46047" y="777933"/>
                  </a:cubicBezTo>
                  <a:cubicBezTo>
                    <a:pt x="45791" y="778446"/>
                    <a:pt x="46817" y="781098"/>
                    <a:pt x="48614" y="782467"/>
                  </a:cubicBezTo>
                  <a:cubicBezTo>
                    <a:pt x="50410" y="783835"/>
                    <a:pt x="52805" y="784177"/>
                    <a:pt x="55029" y="784349"/>
                  </a:cubicBezTo>
                  <a:cubicBezTo>
                    <a:pt x="60846" y="784691"/>
                    <a:pt x="66662" y="783835"/>
                    <a:pt x="72137" y="781782"/>
                  </a:cubicBezTo>
                  <a:cubicBezTo>
                    <a:pt x="71196" y="785803"/>
                    <a:pt x="75473" y="789053"/>
                    <a:pt x="76328" y="793074"/>
                  </a:cubicBezTo>
                  <a:cubicBezTo>
                    <a:pt x="76842" y="795383"/>
                    <a:pt x="76072" y="798035"/>
                    <a:pt x="77440" y="800088"/>
                  </a:cubicBezTo>
                  <a:cubicBezTo>
                    <a:pt x="78381" y="801457"/>
                    <a:pt x="80092" y="802141"/>
                    <a:pt x="80862" y="803595"/>
                  </a:cubicBezTo>
                  <a:cubicBezTo>
                    <a:pt x="81375" y="804536"/>
                    <a:pt x="81461" y="805562"/>
                    <a:pt x="81632" y="806674"/>
                  </a:cubicBezTo>
                  <a:cubicBezTo>
                    <a:pt x="82231" y="812063"/>
                    <a:pt x="83514" y="817367"/>
                    <a:pt x="85567" y="822414"/>
                  </a:cubicBezTo>
                  <a:cubicBezTo>
                    <a:pt x="70939" y="824039"/>
                    <a:pt x="56227" y="825750"/>
                    <a:pt x="41685" y="827375"/>
                  </a:cubicBezTo>
                  <a:lnTo>
                    <a:pt x="41685" y="827375"/>
                  </a:lnTo>
                  <a:close/>
                  <a:moveTo>
                    <a:pt x="338507" y="1042336"/>
                  </a:moveTo>
                  <a:cubicBezTo>
                    <a:pt x="347317" y="1072702"/>
                    <a:pt x="356128" y="1103154"/>
                    <a:pt x="367847" y="1132580"/>
                  </a:cubicBezTo>
                  <a:cubicBezTo>
                    <a:pt x="373065" y="1145582"/>
                    <a:pt x="378882" y="1158413"/>
                    <a:pt x="382389" y="1172014"/>
                  </a:cubicBezTo>
                  <a:cubicBezTo>
                    <a:pt x="386238" y="1186898"/>
                    <a:pt x="387350" y="1202380"/>
                    <a:pt x="387778" y="1217777"/>
                  </a:cubicBezTo>
                  <a:cubicBezTo>
                    <a:pt x="390600" y="1219317"/>
                    <a:pt x="394022" y="1217606"/>
                    <a:pt x="396930" y="1216409"/>
                  </a:cubicBezTo>
                  <a:cubicBezTo>
                    <a:pt x="399839" y="1215126"/>
                    <a:pt x="403859" y="1214441"/>
                    <a:pt x="406511" y="1217093"/>
                  </a:cubicBezTo>
                  <a:cubicBezTo>
                    <a:pt x="408478" y="1227700"/>
                    <a:pt x="410617" y="1238307"/>
                    <a:pt x="411815" y="1246946"/>
                  </a:cubicBezTo>
                  <a:cubicBezTo>
                    <a:pt x="405228" y="1254901"/>
                    <a:pt x="401550" y="1265166"/>
                    <a:pt x="401464" y="1275517"/>
                  </a:cubicBezTo>
                  <a:cubicBezTo>
                    <a:pt x="401464" y="1285867"/>
                    <a:pt x="405057" y="1296132"/>
                    <a:pt x="411643" y="1304172"/>
                  </a:cubicBezTo>
                  <a:cubicBezTo>
                    <a:pt x="413012" y="1305883"/>
                    <a:pt x="414637" y="1307508"/>
                    <a:pt x="416177" y="1309390"/>
                  </a:cubicBezTo>
                  <a:cubicBezTo>
                    <a:pt x="419256" y="1328551"/>
                    <a:pt x="422250" y="1347712"/>
                    <a:pt x="426100" y="1366445"/>
                  </a:cubicBezTo>
                  <a:cubicBezTo>
                    <a:pt x="428067" y="1368070"/>
                    <a:pt x="430890" y="1368498"/>
                    <a:pt x="433199" y="1367557"/>
                  </a:cubicBezTo>
                  <a:cubicBezTo>
                    <a:pt x="429436" y="1363366"/>
                    <a:pt x="429606" y="1357036"/>
                    <a:pt x="429692" y="1351390"/>
                  </a:cubicBezTo>
                  <a:cubicBezTo>
                    <a:pt x="429863" y="1341040"/>
                    <a:pt x="429093" y="1330604"/>
                    <a:pt x="427382" y="1322392"/>
                  </a:cubicBezTo>
                  <a:cubicBezTo>
                    <a:pt x="440983" y="1333855"/>
                    <a:pt x="450735" y="1349850"/>
                    <a:pt x="454584" y="1367301"/>
                  </a:cubicBezTo>
                  <a:cubicBezTo>
                    <a:pt x="455525" y="1371492"/>
                    <a:pt x="456210" y="1375940"/>
                    <a:pt x="458690" y="1379447"/>
                  </a:cubicBezTo>
                  <a:cubicBezTo>
                    <a:pt x="461855" y="1383724"/>
                    <a:pt x="467244" y="1385691"/>
                    <a:pt x="472462" y="1387146"/>
                  </a:cubicBezTo>
                  <a:cubicBezTo>
                    <a:pt x="492735" y="1393048"/>
                    <a:pt x="513949" y="1395700"/>
                    <a:pt x="534991" y="1394930"/>
                  </a:cubicBezTo>
                  <a:cubicBezTo>
                    <a:pt x="536103" y="1378421"/>
                    <a:pt x="524042" y="1364307"/>
                    <a:pt x="512837" y="1352160"/>
                  </a:cubicBezTo>
                  <a:cubicBezTo>
                    <a:pt x="512152" y="1351476"/>
                    <a:pt x="511553" y="1350877"/>
                    <a:pt x="510955" y="1350107"/>
                  </a:cubicBezTo>
                  <a:cubicBezTo>
                    <a:pt x="506678" y="1345573"/>
                    <a:pt x="502315" y="1340698"/>
                    <a:pt x="501289" y="1334539"/>
                  </a:cubicBezTo>
                  <a:cubicBezTo>
                    <a:pt x="500861" y="1331973"/>
                    <a:pt x="501118" y="1329150"/>
                    <a:pt x="499835" y="1326840"/>
                  </a:cubicBezTo>
                  <a:cubicBezTo>
                    <a:pt x="499236" y="1325643"/>
                    <a:pt x="498295" y="1324702"/>
                    <a:pt x="497525" y="1323675"/>
                  </a:cubicBezTo>
                  <a:cubicBezTo>
                    <a:pt x="496156" y="1321708"/>
                    <a:pt x="495301" y="1319484"/>
                    <a:pt x="494531" y="1317260"/>
                  </a:cubicBezTo>
                  <a:cubicBezTo>
                    <a:pt x="488201" y="1298869"/>
                    <a:pt x="483497" y="1279965"/>
                    <a:pt x="480503" y="1260718"/>
                  </a:cubicBezTo>
                  <a:cubicBezTo>
                    <a:pt x="479904" y="1256698"/>
                    <a:pt x="477081" y="1251394"/>
                    <a:pt x="473403" y="1253105"/>
                  </a:cubicBezTo>
                  <a:cubicBezTo>
                    <a:pt x="472547" y="1253533"/>
                    <a:pt x="471863" y="1254303"/>
                    <a:pt x="470922" y="1254474"/>
                  </a:cubicBezTo>
                  <a:cubicBezTo>
                    <a:pt x="468869" y="1254901"/>
                    <a:pt x="467586" y="1252421"/>
                    <a:pt x="467158" y="1250453"/>
                  </a:cubicBezTo>
                  <a:cubicBezTo>
                    <a:pt x="457065" y="1212303"/>
                    <a:pt x="458604" y="1171843"/>
                    <a:pt x="448596" y="1133692"/>
                  </a:cubicBezTo>
                  <a:cubicBezTo>
                    <a:pt x="443635" y="1114873"/>
                    <a:pt x="435936" y="1096226"/>
                    <a:pt x="437647" y="1076124"/>
                  </a:cubicBezTo>
                  <a:cubicBezTo>
                    <a:pt x="436450" y="1061154"/>
                    <a:pt x="432344" y="1046613"/>
                    <a:pt x="428152" y="1032157"/>
                  </a:cubicBezTo>
                  <a:cubicBezTo>
                    <a:pt x="420796" y="1006495"/>
                    <a:pt x="413525" y="980918"/>
                    <a:pt x="406169" y="955257"/>
                  </a:cubicBezTo>
                  <a:cubicBezTo>
                    <a:pt x="400951" y="936951"/>
                    <a:pt x="395733" y="918560"/>
                    <a:pt x="394535" y="902650"/>
                  </a:cubicBezTo>
                  <a:cubicBezTo>
                    <a:pt x="397700" y="899741"/>
                    <a:pt x="399069" y="895293"/>
                    <a:pt x="399240" y="891016"/>
                  </a:cubicBezTo>
                  <a:cubicBezTo>
                    <a:pt x="399326" y="886654"/>
                    <a:pt x="398299" y="882377"/>
                    <a:pt x="397358" y="878186"/>
                  </a:cubicBezTo>
                  <a:cubicBezTo>
                    <a:pt x="389318" y="841147"/>
                    <a:pt x="389488" y="802911"/>
                    <a:pt x="385211" y="765359"/>
                  </a:cubicBezTo>
                  <a:cubicBezTo>
                    <a:pt x="384698" y="761082"/>
                    <a:pt x="384185" y="756805"/>
                    <a:pt x="384527" y="752015"/>
                  </a:cubicBezTo>
                  <a:cubicBezTo>
                    <a:pt x="385383" y="753554"/>
                    <a:pt x="387949" y="752271"/>
                    <a:pt x="388206" y="750560"/>
                  </a:cubicBezTo>
                  <a:cubicBezTo>
                    <a:pt x="388462" y="748764"/>
                    <a:pt x="387435" y="747139"/>
                    <a:pt x="387094" y="745428"/>
                  </a:cubicBezTo>
                  <a:cubicBezTo>
                    <a:pt x="386751" y="743717"/>
                    <a:pt x="387521" y="741408"/>
                    <a:pt x="389318" y="741408"/>
                  </a:cubicBezTo>
                  <a:cubicBezTo>
                    <a:pt x="390087" y="741408"/>
                    <a:pt x="390686" y="741921"/>
                    <a:pt x="391285" y="742434"/>
                  </a:cubicBezTo>
                  <a:cubicBezTo>
                    <a:pt x="397615" y="748251"/>
                    <a:pt x="397102" y="758345"/>
                    <a:pt x="394535" y="766556"/>
                  </a:cubicBezTo>
                  <a:cubicBezTo>
                    <a:pt x="391969" y="774768"/>
                    <a:pt x="387778" y="782809"/>
                    <a:pt x="388291" y="791277"/>
                  </a:cubicBezTo>
                  <a:cubicBezTo>
                    <a:pt x="388462" y="793330"/>
                    <a:pt x="389232" y="795811"/>
                    <a:pt x="391285" y="796068"/>
                  </a:cubicBezTo>
                  <a:cubicBezTo>
                    <a:pt x="390430" y="798548"/>
                    <a:pt x="391028" y="801542"/>
                    <a:pt x="393166" y="803082"/>
                  </a:cubicBezTo>
                  <a:cubicBezTo>
                    <a:pt x="395562" y="804793"/>
                    <a:pt x="399326" y="803595"/>
                    <a:pt x="400694" y="801200"/>
                  </a:cubicBezTo>
                  <a:cubicBezTo>
                    <a:pt x="400865" y="802740"/>
                    <a:pt x="402405" y="804365"/>
                    <a:pt x="404201" y="804450"/>
                  </a:cubicBezTo>
                  <a:cubicBezTo>
                    <a:pt x="406596" y="804450"/>
                    <a:pt x="408650" y="802740"/>
                    <a:pt x="410360" y="801029"/>
                  </a:cubicBezTo>
                  <a:cubicBezTo>
                    <a:pt x="418230" y="793330"/>
                    <a:pt x="425843" y="784862"/>
                    <a:pt x="430462" y="774768"/>
                  </a:cubicBezTo>
                  <a:cubicBezTo>
                    <a:pt x="435081" y="764674"/>
                    <a:pt x="436279" y="752528"/>
                    <a:pt x="431403" y="742605"/>
                  </a:cubicBezTo>
                  <a:cubicBezTo>
                    <a:pt x="429436" y="738585"/>
                    <a:pt x="426613" y="735078"/>
                    <a:pt x="424389" y="731143"/>
                  </a:cubicBezTo>
                  <a:cubicBezTo>
                    <a:pt x="419684" y="722760"/>
                    <a:pt x="418230" y="713009"/>
                    <a:pt x="416775" y="703514"/>
                  </a:cubicBezTo>
                  <a:cubicBezTo>
                    <a:pt x="417374" y="703428"/>
                    <a:pt x="417973" y="703343"/>
                    <a:pt x="418658" y="703257"/>
                  </a:cubicBezTo>
                  <a:cubicBezTo>
                    <a:pt x="417289" y="686491"/>
                    <a:pt x="416177" y="669726"/>
                    <a:pt x="415663" y="652618"/>
                  </a:cubicBezTo>
                  <a:cubicBezTo>
                    <a:pt x="412584" y="614553"/>
                    <a:pt x="409505" y="576573"/>
                    <a:pt x="406426" y="538508"/>
                  </a:cubicBezTo>
                  <a:cubicBezTo>
                    <a:pt x="405997" y="533376"/>
                    <a:pt x="405570" y="528158"/>
                    <a:pt x="404030" y="523196"/>
                  </a:cubicBezTo>
                  <a:cubicBezTo>
                    <a:pt x="402405" y="518235"/>
                    <a:pt x="399668" y="513616"/>
                    <a:pt x="397700" y="508740"/>
                  </a:cubicBezTo>
                  <a:cubicBezTo>
                    <a:pt x="392226" y="495311"/>
                    <a:pt x="392568" y="480512"/>
                    <a:pt x="392739" y="466313"/>
                  </a:cubicBezTo>
                  <a:cubicBezTo>
                    <a:pt x="391884" y="455706"/>
                    <a:pt x="391371" y="445013"/>
                    <a:pt x="391028" y="434321"/>
                  </a:cubicBezTo>
                  <a:cubicBezTo>
                    <a:pt x="389745" y="391466"/>
                    <a:pt x="391542" y="348354"/>
                    <a:pt x="384356" y="305669"/>
                  </a:cubicBezTo>
                  <a:cubicBezTo>
                    <a:pt x="379908" y="292582"/>
                    <a:pt x="381790" y="278297"/>
                    <a:pt x="383073" y="264525"/>
                  </a:cubicBezTo>
                  <a:cubicBezTo>
                    <a:pt x="383672" y="258195"/>
                    <a:pt x="383757" y="250753"/>
                    <a:pt x="378882" y="246562"/>
                  </a:cubicBezTo>
                  <a:cubicBezTo>
                    <a:pt x="376315" y="244338"/>
                    <a:pt x="372894" y="243397"/>
                    <a:pt x="369558" y="242456"/>
                  </a:cubicBezTo>
                  <a:cubicBezTo>
                    <a:pt x="358951" y="239462"/>
                    <a:pt x="348686" y="235185"/>
                    <a:pt x="339106" y="229710"/>
                  </a:cubicBezTo>
                  <a:cubicBezTo>
                    <a:pt x="336625" y="228342"/>
                    <a:pt x="334230" y="226802"/>
                    <a:pt x="332262" y="224749"/>
                  </a:cubicBezTo>
                  <a:cubicBezTo>
                    <a:pt x="326275" y="218590"/>
                    <a:pt x="326189" y="208924"/>
                    <a:pt x="326531" y="200285"/>
                  </a:cubicBezTo>
                  <a:cubicBezTo>
                    <a:pt x="327130" y="205759"/>
                    <a:pt x="328328" y="212175"/>
                    <a:pt x="333460" y="214313"/>
                  </a:cubicBezTo>
                  <a:cubicBezTo>
                    <a:pt x="334914" y="214912"/>
                    <a:pt x="336454" y="214998"/>
                    <a:pt x="337908" y="215596"/>
                  </a:cubicBezTo>
                  <a:cubicBezTo>
                    <a:pt x="341672" y="216965"/>
                    <a:pt x="344067" y="221242"/>
                    <a:pt x="343383" y="225177"/>
                  </a:cubicBezTo>
                  <a:cubicBezTo>
                    <a:pt x="345607" y="210635"/>
                    <a:pt x="343725" y="195409"/>
                    <a:pt x="337908" y="181894"/>
                  </a:cubicBezTo>
                  <a:cubicBezTo>
                    <a:pt x="344409" y="190020"/>
                    <a:pt x="348601" y="200028"/>
                    <a:pt x="349798" y="210378"/>
                  </a:cubicBezTo>
                  <a:cubicBezTo>
                    <a:pt x="348002" y="196521"/>
                    <a:pt x="351509" y="181979"/>
                    <a:pt x="347232" y="168635"/>
                  </a:cubicBezTo>
                  <a:cubicBezTo>
                    <a:pt x="344751" y="160937"/>
                    <a:pt x="339704" y="153666"/>
                    <a:pt x="339790" y="144513"/>
                  </a:cubicBezTo>
                  <a:cubicBezTo>
                    <a:pt x="338507" y="138183"/>
                    <a:pt x="330552" y="136130"/>
                    <a:pt x="326189" y="131254"/>
                  </a:cubicBezTo>
                  <a:cubicBezTo>
                    <a:pt x="319774" y="123983"/>
                    <a:pt x="322939" y="112692"/>
                    <a:pt x="320287" y="103368"/>
                  </a:cubicBezTo>
                  <a:cubicBezTo>
                    <a:pt x="318491" y="96867"/>
                    <a:pt x="313957" y="91650"/>
                    <a:pt x="310022" y="86175"/>
                  </a:cubicBezTo>
                  <a:cubicBezTo>
                    <a:pt x="301383" y="74371"/>
                    <a:pt x="295053" y="61198"/>
                    <a:pt x="287953" y="48367"/>
                  </a:cubicBezTo>
                  <a:cubicBezTo>
                    <a:pt x="280854" y="35621"/>
                    <a:pt x="272813" y="23047"/>
                    <a:pt x="261692" y="13638"/>
                  </a:cubicBezTo>
                  <a:cubicBezTo>
                    <a:pt x="250487" y="4228"/>
                    <a:pt x="235688" y="-1760"/>
                    <a:pt x="221318" y="464"/>
                  </a:cubicBezTo>
                  <a:cubicBezTo>
                    <a:pt x="221147" y="1662"/>
                    <a:pt x="221574" y="3031"/>
                    <a:pt x="222344" y="3972"/>
                  </a:cubicBezTo>
                  <a:cubicBezTo>
                    <a:pt x="219094" y="1320"/>
                    <a:pt x="214389" y="2945"/>
                    <a:pt x="210625" y="4656"/>
                  </a:cubicBezTo>
                  <a:cubicBezTo>
                    <a:pt x="198650" y="10130"/>
                    <a:pt x="185733" y="16717"/>
                    <a:pt x="180430" y="28864"/>
                  </a:cubicBezTo>
                  <a:cubicBezTo>
                    <a:pt x="179489" y="31088"/>
                    <a:pt x="178804" y="33397"/>
                    <a:pt x="177693" y="35450"/>
                  </a:cubicBezTo>
                  <a:cubicBezTo>
                    <a:pt x="174186" y="41951"/>
                    <a:pt x="166572" y="45629"/>
                    <a:pt x="163664" y="52387"/>
                  </a:cubicBezTo>
                  <a:cubicBezTo>
                    <a:pt x="161868" y="56493"/>
                    <a:pt x="162039" y="61112"/>
                    <a:pt x="161183" y="65474"/>
                  </a:cubicBezTo>
                  <a:cubicBezTo>
                    <a:pt x="159045" y="75996"/>
                    <a:pt x="151090" y="84208"/>
                    <a:pt x="145359" y="93360"/>
                  </a:cubicBezTo>
                  <a:cubicBezTo>
                    <a:pt x="136377" y="107817"/>
                    <a:pt x="132271" y="126208"/>
                    <a:pt x="118414" y="136216"/>
                  </a:cubicBezTo>
                  <a:cubicBezTo>
                    <a:pt x="122007" y="136900"/>
                    <a:pt x="125855" y="135873"/>
                    <a:pt x="128678" y="133650"/>
                  </a:cubicBezTo>
                  <a:cubicBezTo>
                    <a:pt x="122007" y="142973"/>
                    <a:pt x="114907" y="153580"/>
                    <a:pt x="116618" y="164871"/>
                  </a:cubicBezTo>
                  <a:cubicBezTo>
                    <a:pt x="117473" y="170688"/>
                    <a:pt x="120467" y="175820"/>
                    <a:pt x="122520" y="181295"/>
                  </a:cubicBezTo>
                  <a:cubicBezTo>
                    <a:pt x="124573" y="186769"/>
                    <a:pt x="125599" y="193185"/>
                    <a:pt x="122605" y="198146"/>
                  </a:cubicBezTo>
                  <a:cubicBezTo>
                    <a:pt x="125428" y="197291"/>
                    <a:pt x="127310" y="194297"/>
                    <a:pt x="126968" y="191389"/>
                  </a:cubicBezTo>
                  <a:cubicBezTo>
                    <a:pt x="128593" y="198745"/>
                    <a:pt x="128678" y="206444"/>
                    <a:pt x="127224" y="213886"/>
                  </a:cubicBezTo>
                  <a:cubicBezTo>
                    <a:pt x="130475" y="212945"/>
                    <a:pt x="133298" y="211405"/>
                    <a:pt x="135864" y="209438"/>
                  </a:cubicBezTo>
                  <a:cubicBezTo>
                    <a:pt x="135864" y="209438"/>
                    <a:pt x="135864" y="209438"/>
                    <a:pt x="135864" y="209438"/>
                  </a:cubicBezTo>
                  <a:cubicBezTo>
                    <a:pt x="139115" y="211576"/>
                    <a:pt x="139628" y="216110"/>
                    <a:pt x="138601" y="219788"/>
                  </a:cubicBezTo>
                  <a:cubicBezTo>
                    <a:pt x="137917" y="222268"/>
                    <a:pt x="136634" y="224492"/>
                    <a:pt x="135521" y="226802"/>
                  </a:cubicBezTo>
                  <a:cubicBezTo>
                    <a:pt x="135521" y="226802"/>
                    <a:pt x="135521" y="226802"/>
                    <a:pt x="135521" y="226802"/>
                  </a:cubicBezTo>
                  <a:cubicBezTo>
                    <a:pt x="126112" y="231678"/>
                    <a:pt x="115762" y="234158"/>
                    <a:pt x="105241" y="232875"/>
                  </a:cubicBezTo>
                  <a:cubicBezTo>
                    <a:pt x="97457" y="232020"/>
                    <a:pt x="89672" y="229197"/>
                    <a:pt x="81974" y="230395"/>
                  </a:cubicBezTo>
                  <a:cubicBezTo>
                    <a:pt x="76927" y="231250"/>
                    <a:pt x="71538" y="235185"/>
                    <a:pt x="72393" y="240232"/>
                  </a:cubicBezTo>
                  <a:cubicBezTo>
                    <a:pt x="67005" y="242456"/>
                    <a:pt x="65978" y="249384"/>
                    <a:pt x="65636" y="255116"/>
                  </a:cubicBezTo>
                  <a:cubicBezTo>
                    <a:pt x="63839" y="286851"/>
                    <a:pt x="62129" y="318672"/>
                    <a:pt x="61530" y="350834"/>
                  </a:cubicBezTo>
                  <a:cubicBezTo>
                    <a:pt x="56227" y="374614"/>
                    <a:pt x="53318" y="398908"/>
                    <a:pt x="50495" y="423201"/>
                  </a:cubicBezTo>
                  <a:cubicBezTo>
                    <a:pt x="48699" y="438427"/>
                    <a:pt x="46903" y="453653"/>
                    <a:pt x="45107" y="468964"/>
                  </a:cubicBezTo>
                  <a:cubicBezTo>
                    <a:pt x="43139" y="485388"/>
                    <a:pt x="41257" y="501812"/>
                    <a:pt x="39632" y="518235"/>
                  </a:cubicBezTo>
                  <a:cubicBezTo>
                    <a:pt x="35611" y="559123"/>
                    <a:pt x="33387" y="600268"/>
                    <a:pt x="33217" y="641326"/>
                  </a:cubicBezTo>
                  <a:cubicBezTo>
                    <a:pt x="33131" y="662540"/>
                    <a:pt x="33302" y="684610"/>
                    <a:pt x="24577" y="704027"/>
                  </a:cubicBezTo>
                  <a:cubicBezTo>
                    <a:pt x="27314" y="704455"/>
                    <a:pt x="30052" y="704882"/>
                    <a:pt x="32618" y="706850"/>
                  </a:cubicBezTo>
                  <a:cubicBezTo>
                    <a:pt x="26373" y="719937"/>
                    <a:pt x="26459" y="735163"/>
                    <a:pt x="26715" y="749705"/>
                  </a:cubicBezTo>
                  <a:cubicBezTo>
                    <a:pt x="26887" y="756035"/>
                    <a:pt x="27143" y="762793"/>
                    <a:pt x="31164" y="767668"/>
                  </a:cubicBezTo>
                  <a:cubicBezTo>
                    <a:pt x="32104" y="768780"/>
                    <a:pt x="33302" y="769893"/>
                    <a:pt x="33815" y="771261"/>
                  </a:cubicBezTo>
                  <a:cubicBezTo>
                    <a:pt x="34329" y="772459"/>
                    <a:pt x="34243" y="773742"/>
                    <a:pt x="34157" y="775025"/>
                  </a:cubicBezTo>
                  <a:cubicBezTo>
                    <a:pt x="33986" y="778446"/>
                    <a:pt x="33815" y="781954"/>
                    <a:pt x="33644" y="785375"/>
                  </a:cubicBezTo>
                  <a:cubicBezTo>
                    <a:pt x="33559" y="788540"/>
                    <a:pt x="33302" y="791705"/>
                    <a:pt x="33217" y="794870"/>
                  </a:cubicBezTo>
                  <a:cubicBezTo>
                    <a:pt x="33131" y="796752"/>
                    <a:pt x="33045" y="798548"/>
                    <a:pt x="32703" y="800345"/>
                  </a:cubicBezTo>
                  <a:cubicBezTo>
                    <a:pt x="31848" y="805562"/>
                    <a:pt x="29196" y="810438"/>
                    <a:pt x="29282" y="815742"/>
                  </a:cubicBezTo>
                  <a:cubicBezTo>
                    <a:pt x="29282" y="818137"/>
                    <a:pt x="29966" y="820532"/>
                    <a:pt x="29880" y="823012"/>
                  </a:cubicBezTo>
                  <a:cubicBezTo>
                    <a:pt x="29795" y="825408"/>
                    <a:pt x="28768" y="828059"/>
                    <a:pt x="26459" y="829000"/>
                  </a:cubicBezTo>
                  <a:cubicBezTo>
                    <a:pt x="25603" y="829342"/>
                    <a:pt x="24663" y="829428"/>
                    <a:pt x="23722" y="829599"/>
                  </a:cubicBezTo>
                  <a:cubicBezTo>
                    <a:pt x="19958" y="830454"/>
                    <a:pt x="17049" y="833534"/>
                    <a:pt x="15424" y="837041"/>
                  </a:cubicBezTo>
                  <a:cubicBezTo>
                    <a:pt x="13799" y="840548"/>
                    <a:pt x="13286" y="844397"/>
                    <a:pt x="12772" y="848247"/>
                  </a:cubicBezTo>
                  <a:cubicBezTo>
                    <a:pt x="11147" y="859623"/>
                    <a:pt x="8923" y="870915"/>
                    <a:pt x="6186" y="882120"/>
                  </a:cubicBezTo>
                  <a:cubicBezTo>
                    <a:pt x="2337" y="897945"/>
                    <a:pt x="-2710" y="914625"/>
                    <a:pt x="1738" y="930279"/>
                  </a:cubicBezTo>
                  <a:cubicBezTo>
                    <a:pt x="3192" y="935412"/>
                    <a:pt x="6614" y="940886"/>
                    <a:pt x="12858" y="940458"/>
                  </a:cubicBezTo>
                  <a:cubicBezTo>
                    <a:pt x="24577" y="941827"/>
                    <a:pt x="36467" y="940800"/>
                    <a:pt x="48272" y="939774"/>
                  </a:cubicBezTo>
                  <a:cubicBezTo>
                    <a:pt x="59734" y="938747"/>
                    <a:pt x="71110" y="937721"/>
                    <a:pt x="82829" y="937208"/>
                  </a:cubicBezTo>
                  <a:cubicBezTo>
                    <a:pt x="84968" y="935069"/>
                    <a:pt x="88047" y="934043"/>
                    <a:pt x="91126" y="933786"/>
                  </a:cubicBezTo>
                  <a:cubicBezTo>
                    <a:pt x="94206" y="933530"/>
                    <a:pt x="97200" y="933872"/>
                    <a:pt x="100279" y="934043"/>
                  </a:cubicBezTo>
                  <a:cubicBezTo>
                    <a:pt x="108919" y="934470"/>
                    <a:pt x="117473" y="933187"/>
                    <a:pt x="126198" y="932075"/>
                  </a:cubicBezTo>
                  <a:cubicBezTo>
                    <a:pt x="121664" y="947472"/>
                    <a:pt x="128251" y="963725"/>
                    <a:pt x="128165" y="978951"/>
                  </a:cubicBezTo>
                  <a:cubicBezTo>
                    <a:pt x="137917" y="1057904"/>
                    <a:pt x="149636" y="1136515"/>
                    <a:pt x="163151" y="1214869"/>
                  </a:cubicBezTo>
                  <a:cubicBezTo>
                    <a:pt x="163322" y="1216067"/>
                    <a:pt x="163579" y="1217350"/>
                    <a:pt x="164434" y="1218291"/>
                  </a:cubicBezTo>
                  <a:cubicBezTo>
                    <a:pt x="166658" y="1220600"/>
                    <a:pt x="170422" y="1218547"/>
                    <a:pt x="173587" y="1218633"/>
                  </a:cubicBezTo>
                  <a:cubicBezTo>
                    <a:pt x="179660" y="1218718"/>
                    <a:pt x="182312" y="1226331"/>
                    <a:pt x="183253" y="1232405"/>
                  </a:cubicBezTo>
                  <a:cubicBezTo>
                    <a:pt x="185049" y="1243696"/>
                    <a:pt x="186760" y="1254901"/>
                    <a:pt x="187787" y="1266621"/>
                  </a:cubicBezTo>
                  <a:cubicBezTo>
                    <a:pt x="187872" y="1268075"/>
                    <a:pt x="187957" y="1269529"/>
                    <a:pt x="188043" y="1271069"/>
                  </a:cubicBezTo>
                  <a:cubicBezTo>
                    <a:pt x="185306" y="1270726"/>
                    <a:pt x="182825" y="1273635"/>
                    <a:pt x="183510" y="1276286"/>
                  </a:cubicBezTo>
                  <a:cubicBezTo>
                    <a:pt x="184194" y="1278853"/>
                    <a:pt x="187872" y="1280221"/>
                    <a:pt x="190010" y="1278596"/>
                  </a:cubicBezTo>
                  <a:cubicBezTo>
                    <a:pt x="190609" y="1294250"/>
                    <a:pt x="190010" y="1309989"/>
                    <a:pt x="188556" y="1326840"/>
                  </a:cubicBezTo>
                  <a:cubicBezTo>
                    <a:pt x="183680" y="1325728"/>
                    <a:pt x="178719" y="1331459"/>
                    <a:pt x="180601" y="1336079"/>
                  </a:cubicBezTo>
                  <a:cubicBezTo>
                    <a:pt x="182568" y="1335736"/>
                    <a:pt x="184622" y="1335822"/>
                    <a:pt x="186589" y="1336250"/>
                  </a:cubicBezTo>
                  <a:cubicBezTo>
                    <a:pt x="185477" y="1340441"/>
                    <a:pt x="184365" y="1344633"/>
                    <a:pt x="183253" y="1348824"/>
                  </a:cubicBezTo>
                  <a:cubicBezTo>
                    <a:pt x="182483" y="1351476"/>
                    <a:pt x="181713" y="1354299"/>
                    <a:pt x="180088" y="1356522"/>
                  </a:cubicBezTo>
                  <a:cubicBezTo>
                    <a:pt x="178890" y="1358233"/>
                    <a:pt x="177265" y="1359516"/>
                    <a:pt x="175982" y="1361142"/>
                  </a:cubicBezTo>
                  <a:cubicBezTo>
                    <a:pt x="171619" y="1366616"/>
                    <a:pt x="172475" y="1374913"/>
                    <a:pt x="176410" y="1380730"/>
                  </a:cubicBezTo>
                  <a:cubicBezTo>
                    <a:pt x="180259" y="1386547"/>
                    <a:pt x="186589" y="1390311"/>
                    <a:pt x="192919" y="1393219"/>
                  </a:cubicBezTo>
                  <a:cubicBezTo>
                    <a:pt x="196426" y="1394844"/>
                    <a:pt x="200019" y="1396213"/>
                    <a:pt x="203868" y="1396470"/>
                  </a:cubicBezTo>
                  <a:cubicBezTo>
                    <a:pt x="207461" y="1396641"/>
                    <a:pt x="210967" y="1395700"/>
                    <a:pt x="214389" y="1394759"/>
                  </a:cubicBezTo>
                  <a:cubicBezTo>
                    <a:pt x="221404" y="1392877"/>
                    <a:pt x="228418" y="1390824"/>
                    <a:pt x="234662" y="1387146"/>
                  </a:cubicBezTo>
                  <a:cubicBezTo>
                    <a:pt x="240906" y="1383467"/>
                    <a:pt x="246381" y="1378079"/>
                    <a:pt x="248691" y="1371235"/>
                  </a:cubicBezTo>
                  <a:cubicBezTo>
                    <a:pt x="250316" y="1366359"/>
                    <a:pt x="249631" y="1359859"/>
                    <a:pt x="245012" y="1357720"/>
                  </a:cubicBezTo>
                  <a:cubicBezTo>
                    <a:pt x="244414" y="1357464"/>
                    <a:pt x="243815" y="1357292"/>
                    <a:pt x="243302" y="1356779"/>
                  </a:cubicBezTo>
                  <a:cubicBezTo>
                    <a:pt x="242703" y="1356095"/>
                    <a:pt x="242617" y="1355154"/>
                    <a:pt x="242617" y="1354299"/>
                  </a:cubicBezTo>
                  <a:cubicBezTo>
                    <a:pt x="242532" y="1350620"/>
                    <a:pt x="242361" y="1346942"/>
                    <a:pt x="242190" y="1343264"/>
                  </a:cubicBezTo>
                  <a:cubicBezTo>
                    <a:pt x="244927" y="1342922"/>
                    <a:pt x="247151" y="1340099"/>
                    <a:pt x="246723" y="1337362"/>
                  </a:cubicBezTo>
                  <a:cubicBezTo>
                    <a:pt x="246295" y="1334624"/>
                    <a:pt x="243302" y="1332571"/>
                    <a:pt x="240564" y="1333085"/>
                  </a:cubicBezTo>
                  <a:cubicBezTo>
                    <a:pt x="240393" y="1327952"/>
                    <a:pt x="240393" y="1322820"/>
                    <a:pt x="240821" y="1317687"/>
                  </a:cubicBezTo>
                  <a:cubicBezTo>
                    <a:pt x="240992" y="1315036"/>
                    <a:pt x="241249" y="1312299"/>
                    <a:pt x="243045" y="1310417"/>
                  </a:cubicBezTo>
                  <a:cubicBezTo>
                    <a:pt x="244670" y="1308706"/>
                    <a:pt x="247065" y="1308193"/>
                    <a:pt x="249033" y="1306995"/>
                  </a:cubicBezTo>
                  <a:cubicBezTo>
                    <a:pt x="253138" y="1304600"/>
                    <a:pt x="255106" y="1299724"/>
                    <a:pt x="255362" y="1295020"/>
                  </a:cubicBezTo>
                  <a:cubicBezTo>
                    <a:pt x="255534" y="1290401"/>
                    <a:pt x="254250" y="1285781"/>
                    <a:pt x="252882" y="1281333"/>
                  </a:cubicBezTo>
                  <a:cubicBezTo>
                    <a:pt x="249717" y="1271069"/>
                    <a:pt x="246295" y="1260889"/>
                    <a:pt x="240906" y="1251566"/>
                  </a:cubicBezTo>
                  <a:cubicBezTo>
                    <a:pt x="239623" y="1249341"/>
                    <a:pt x="237913" y="1246861"/>
                    <a:pt x="235346" y="1246519"/>
                  </a:cubicBezTo>
                  <a:cubicBezTo>
                    <a:pt x="233807" y="1246262"/>
                    <a:pt x="232182" y="1247460"/>
                    <a:pt x="231668" y="1248828"/>
                  </a:cubicBezTo>
                  <a:cubicBezTo>
                    <a:pt x="229872" y="1237879"/>
                    <a:pt x="229102" y="1226674"/>
                    <a:pt x="229530" y="1215639"/>
                  </a:cubicBezTo>
                  <a:cubicBezTo>
                    <a:pt x="233294" y="1203578"/>
                    <a:pt x="231155" y="1190576"/>
                    <a:pt x="230641" y="1177831"/>
                  </a:cubicBezTo>
                  <a:cubicBezTo>
                    <a:pt x="230385" y="1171073"/>
                    <a:pt x="230641" y="1164315"/>
                    <a:pt x="230641" y="1157558"/>
                  </a:cubicBezTo>
                  <a:cubicBezTo>
                    <a:pt x="230556" y="1147635"/>
                    <a:pt x="229786" y="1137712"/>
                    <a:pt x="229102" y="1127790"/>
                  </a:cubicBezTo>
                  <a:cubicBezTo>
                    <a:pt x="227819" y="1111281"/>
                    <a:pt x="226536" y="1094686"/>
                    <a:pt x="225338" y="1078091"/>
                  </a:cubicBezTo>
                  <a:cubicBezTo>
                    <a:pt x="224312" y="1064319"/>
                    <a:pt x="223285" y="1050548"/>
                    <a:pt x="220890" y="1036947"/>
                  </a:cubicBezTo>
                  <a:cubicBezTo>
                    <a:pt x="219864" y="1030702"/>
                    <a:pt x="218495" y="1024458"/>
                    <a:pt x="217896" y="1018214"/>
                  </a:cubicBezTo>
                  <a:cubicBezTo>
                    <a:pt x="217127" y="1010943"/>
                    <a:pt x="217297" y="1003672"/>
                    <a:pt x="219351" y="994348"/>
                  </a:cubicBezTo>
                  <a:cubicBezTo>
                    <a:pt x="221232" y="943367"/>
                    <a:pt x="219008" y="892300"/>
                    <a:pt x="212764" y="841831"/>
                  </a:cubicBezTo>
                  <a:cubicBezTo>
                    <a:pt x="211909" y="834731"/>
                    <a:pt x="210882" y="827632"/>
                    <a:pt x="210625" y="820446"/>
                  </a:cubicBezTo>
                  <a:cubicBezTo>
                    <a:pt x="210454" y="816169"/>
                    <a:pt x="210454" y="811807"/>
                    <a:pt x="210454" y="805648"/>
                  </a:cubicBezTo>
                  <a:cubicBezTo>
                    <a:pt x="211481" y="789994"/>
                    <a:pt x="212507" y="774340"/>
                    <a:pt x="213448" y="758687"/>
                  </a:cubicBezTo>
                  <a:cubicBezTo>
                    <a:pt x="224055" y="759371"/>
                    <a:pt x="234662" y="760056"/>
                    <a:pt x="245269" y="760740"/>
                  </a:cubicBezTo>
                  <a:cubicBezTo>
                    <a:pt x="245440" y="764931"/>
                    <a:pt x="247151" y="768951"/>
                    <a:pt x="248861" y="772801"/>
                  </a:cubicBezTo>
                  <a:cubicBezTo>
                    <a:pt x="261350" y="800687"/>
                    <a:pt x="275721" y="827888"/>
                    <a:pt x="286585" y="856458"/>
                  </a:cubicBezTo>
                  <a:cubicBezTo>
                    <a:pt x="294283" y="876902"/>
                    <a:pt x="300185" y="897945"/>
                    <a:pt x="306087" y="918902"/>
                  </a:cubicBezTo>
                  <a:cubicBezTo>
                    <a:pt x="310878" y="936096"/>
                    <a:pt x="315753" y="953289"/>
                    <a:pt x="319517" y="970739"/>
                  </a:cubicBezTo>
                  <a:cubicBezTo>
                    <a:pt x="321228" y="978609"/>
                    <a:pt x="322768" y="986479"/>
                    <a:pt x="324137" y="992552"/>
                  </a:cubicBezTo>
                  <a:cubicBezTo>
                    <a:pt x="328927" y="1009147"/>
                    <a:pt x="333717" y="1025741"/>
                    <a:pt x="338507" y="1042336"/>
                  </a:cubicBezTo>
                  <a:lnTo>
                    <a:pt x="338507" y="1042336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22614E0-A263-27CE-456F-660BF9339234}"/>
                </a:ext>
              </a:extLst>
            </p:cNvPr>
            <p:cNvSpPr/>
            <p:nvPr/>
          </p:nvSpPr>
          <p:spPr>
            <a:xfrm>
              <a:off x="1680759" y="984619"/>
              <a:ext cx="352985" cy="1399233"/>
            </a:xfrm>
            <a:custGeom>
              <a:avLst/>
              <a:gdLst>
                <a:gd name="connsiteX0" fmla="*/ 216093 w 352985"/>
                <a:gd name="connsiteY0" fmla="*/ 427326 h 1399233"/>
                <a:gd name="connsiteX1" fmla="*/ 209764 w 352985"/>
                <a:gd name="connsiteY1" fmla="*/ 356157 h 1399233"/>
                <a:gd name="connsiteX2" fmla="*/ 204118 w 352985"/>
                <a:gd name="connsiteY2" fmla="*/ 317322 h 1399233"/>
                <a:gd name="connsiteX3" fmla="*/ 190603 w 352985"/>
                <a:gd name="connsiteY3" fmla="*/ 240935 h 1399233"/>
                <a:gd name="connsiteX4" fmla="*/ 182477 w 352985"/>
                <a:gd name="connsiteY4" fmla="*/ 210141 h 1399233"/>
                <a:gd name="connsiteX5" fmla="*/ 170416 w 352985"/>
                <a:gd name="connsiteY5" fmla="*/ 189013 h 1399233"/>
                <a:gd name="connsiteX6" fmla="*/ 169474 w 352985"/>
                <a:gd name="connsiteY6" fmla="*/ 186532 h 1399233"/>
                <a:gd name="connsiteX7" fmla="*/ 173153 w 352985"/>
                <a:gd name="connsiteY7" fmla="*/ 184137 h 1399233"/>
                <a:gd name="connsiteX8" fmla="*/ 178627 w 352985"/>
                <a:gd name="connsiteY8" fmla="*/ 181657 h 1399233"/>
                <a:gd name="connsiteX9" fmla="*/ 205144 w 352985"/>
                <a:gd name="connsiteY9" fmla="*/ 181657 h 1399233"/>
                <a:gd name="connsiteX10" fmla="*/ 195906 w 352985"/>
                <a:gd name="connsiteY10" fmla="*/ 211082 h 1399233"/>
                <a:gd name="connsiteX11" fmla="*/ 215837 w 352985"/>
                <a:gd name="connsiteY11" fmla="*/ 219294 h 1399233"/>
                <a:gd name="connsiteX12" fmla="*/ 218232 w 352985"/>
                <a:gd name="connsiteY12" fmla="*/ 336483 h 1399233"/>
                <a:gd name="connsiteX13" fmla="*/ 216093 w 352985"/>
                <a:gd name="connsiteY13" fmla="*/ 427241 h 1399233"/>
                <a:gd name="connsiteX14" fmla="*/ 216093 w 352985"/>
                <a:gd name="connsiteY14" fmla="*/ 427241 h 1399233"/>
                <a:gd name="connsiteX15" fmla="*/ 213014 w 352985"/>
                <a:gd name="connsiteY15" fmla="*/ 428438 h 1399233"/>
                <a:gd name="connsiteX16" fmla="*/ 204203 w 352985"/>
                <a:gd name="connsiteY16" fmla="*/ 433656 h 1399233"/>
                <a:gd name="connsiteX17" fmla="*/ 200354 w 352985"/>
                <a:gd name="connsiteY17" fmla="*/ 432458 h 1399233"/>
                <a:gd name="connsiteX18" fmla="*/ 198985 w 352985"/>
                <a:gd name="connsiteY18" fmla="*/ 430748 h 1399233"/>
                <a:gd name="connsiteX19" fmla="*/ 197189 w 352985"/>
                <a:gd name="connsiteY19" fmla="*/ 426984 h 1399233"/>
                <a:gd name="connsiteX20" fmla="*/ 198814 w 352985"/>
                <a:gd name="connsiteY20" fmla="*/ 417147 h 1399233"/>
                <a:gd name="connsiteX21" fmla="*/ 208395 w 352985"/>
                <a:gd name="connsiteY21" fmla="*/ 414153 h 1399233"/>
                <a:gd name="connsiteX22" fmla="*/ 211988 w 352985"/>
                <a:gd name="connsiteY22" fmla="*/ 414923 h 1399233"/>
                <a:gd name="connsiteX23" fmla="*/ 187010 w 352985"/>
                <a:gd name="connsiteY23" fmla="*/ 385754 h 1399233"/>
                <a:gd name="connsiteX24" fmla="*/ 97536 w 352985"/>
                <a:gd name="connsiteY24" fmla="*/ 283449 h 1399233"/>
                <a:gd name="connsiteX25" fmla="*/ 72644 w 352985"/>
                <a:gd name="connsiteY25" fmla="*/ 240679 h 1399233"/>
                <a:gd name="connsiteX26" fmla="*/ 84192 w 352985"/>
                <a:gd name="connsiteY26" fmla="*/ 238198 h 1399233"/>
                <a:gd name="connsiteX27" fmla="*/ 71019 w 352985"/>
                <a:gd name="connsiteY27" fmla="*/ 217754 h 1399233"/>
                <a:gd name="connsiteX28" fmla="*/ 90436 w 352985"/>
                <a:gd name="connsiteY28" fmla="*/ 189697 h 1399233"/>
                <a:gd name="connsiteX29" fmla="*/ 212416 w 352985"/>
                <a:gd name="connsiteY29" fmla="*/ 415008 h 1399233"/>
                <a:gd name="connsiteX30" fmla="*/ 213185 w 352985"/>
                <a:gd name="connsiteY30" fmla="*/ 415693 h 1399233"/>
                <a:gd name="connsiteX31" fmla="*/ 214297 w 352985"/>
                <a:gd name="connsiteY31" fmla="*/ 418259 h 1399233"/>
                <a:gd name="connsiteX32" fmla="*/ 213100 w 352985"/>
                <a:gd name="connsiteY32" fmla="*/ 428267 h 1399233"/>
                <a:gd name="connsiteX33" fmla="*/ 213100 w 352985"/>
                <a:gd name="connsiteY33" fmla="*/ 428267 h 1399233"/>
                <a:gd name="connsiteX34" fmla="*/ 91377 w 352985"/>
                <a:gd name="connsiteY34" fmla="*/ 505424 h 1399233"/>
                <a:gd name="connsiteX35" fmla="*/ 74526 w 352985"/>
                <a:gd name="connsiteY35" fmla="*/ 580356 h 1399233"/>
                <a:gd name="connsiteX36" fmla="*/ 78546 w 352985"/>
                <a:gd name="connsiteY36" fmla="*/ 418943 h 1399233"/>
                <a:gd name="connsiteX37" fmla="*/ 95226 w 352985"/>
                <a:gd name="connsiteY37" fmla="*/ 460516 h 1399233"/>
                <a:gd name="connsiteX38" fmla="*/ 91377 w 352985"/>
                <a:gd name="connsiteY38" fmla="*/ 505509 h 1399233"/>
                <a:gd name="connsiteX39" fmla="*/ 91377 w 352985"/>
                <a:gd name="connsiteY39" fmla="*/ 505509 h 1399233"/>
                <a:gd name="connsiteX40" fmla="*/ 342179 w 352985"/>
                <a:gd name="connsiteY40" fmla="*/ 1398970 h 1399233"/>
                <a:gd name="connsiteX41" fmla="*/ 352101 w 352985"/>
                <a:gd name="connsiteY41" fmla="*/ 1394693 h 1399233"/>
                <a:gd name="connsiteX42" fmla="*/ 352700 w 352985"/>
                <a:gd name="connsiteY42" fmla="*/ 1387422 h 1399233"/>
                <a:gd name="connsiteX43" fmla="*/ 346284 w 352985"/>
                <a:gd name="connsiteY43" fmla="*/ 1345678 h 1399233"/>
                <a:gd name="connsiteX44" fmla="*/ 341666 w 352985"/>
                <a:gd name="connsiteY44" fmla="*/ 1327972 h 1399233"/>
                <a:gd name="connsiteX45" fmla="*/ 330203 w 352985"/>
                <a:gd name="connsiteY45" fmla="*/ 1302652 h 1399233"/>
                <a:gd name="connsiteX46" fmla="*/ 331657 w 352985"/>
                <a:gd name="connsiteY46" fmla="*/ 1294013 h 1399233"/>
                <a:gd name="connsiteX47" fmla="*/ 306424 w 352985"/>
                <a:gd name="connsiteY47" fmla="*/ 1209328 h 1399233"/>
                <a:gd name="connsiteX48" fmla="*/ 291967 w 352985"/>
                <a:gd name="connsiteY48" fmla="*/ 1151333 h 1399233"/>
                <a:gd name="connsiteX49" fmla="*/ 283755 w 352985"/>
                <a:gd name="connsiteY49" fmla="*/ 1121993 h 1399233"/>
                <a:gd name="connsiteX50" fmla="*/ 275544 w 352985"/>
                <a:gd name="connsiteY50" fmla="*/ 1092225 h 1399233"/>
                <a:gd name="connsiteX51" fmla="*/ 266048 w 352985"/>
                <a:gd name="connsiteY51" fmla="*/ 1058351 h 1399233"/>
                <a:gd name="connsiteX52" fmla="*/ 267760 w 352985"/>
                <a:gd name="connsiteY52" fmla="*/ 997190 h 1399233"/>
                <a:gd name="connsiteX53" fmla="*/ 276057 w 352985"/>
                <a:gd name="connsiteY53" fmla="*/ 914730 h 1399233"/>
                <a:gd name="connsiteX54" fmla="*/ 280077 w 352985"/>
                <a:gd name="connsiteY54" fmla="*/ 867342 h 1399233"/>
                <a:gd name="connsiteX55" fmla="*/ 291796 w 352985"/>
                <a:gd name="connsiteY55" fmla="*/ 750751 h 1399233"/>
                <a:gd name="connsiteX56" fmla="*/ 295731 w 352985"/>
                <a:gd name="connsiteY56" fmla="*/ 712087 h 1399233"/>
                <a:gd name="connsiteX57" fmla="*/ 301462 w 352985"/>
                <a:gd name="connsiteY57" fmla="*/ 693696 h 1399233"/>
                <a:gd name="connsiteX58" fmla="*/ 298125 w 352985"/>
                <a:gd name="connsiteY58" fmla="*/ 589424 h 1399233"/>
                <a:gd name="connsiteX59" fmla="*/ 303857 w 352985"/>
                <a:gd name="connsiteY59" fmla="*/ 584035 h 1399233"/>
                <a:gd name="connsiteX60" fmla="*/ 302232 w 352985"/>
                <a:gd name="connsiteY60" fmla="*/ 575652 h 1399233"/>
                <a:gd name="connsiteX61" fmla="*/ 274346 w 352985"/>
                <a:gd name="connsiteY61" fmla="*/ 521762 h 1399233"/>
                <a:gd name="connsiteX62" fmla="*/ 264338 w 352985"/>
                <a:gd name="connsiteY62" fmla="*/ 489599 h 1399233"/>
                <a:gd name="connsiteX63" fmla="*/ 261344 w 352985"/>
                <a:gd name="connsiteY63" fmla="*/ 476169 h 1399233"/>
                <a:gd name="connsiteX64" fmla="*/ 271267 w 352985"/>
                <a:gd name="connsiteY64" fmla="*/ 485065 h 1399233"/>
                <a:gd name="connsiteX65" fmla="*/ 284953 w 352985"/>
                <a:gd name="connsiteY65" fmla="*/ 481815 h 1399233"/>
                <a:gd name="connsiteX66" fmla="*/ 294277 w 352985"/>
                <a:gd name="connsiteY66" fmla="*/ 473517 h 1399233"/>
                <a:gd name="connsiteX67" fmla="*/ 298382 w 352985"/>
                <a:gd name="connsiteY67" fmla="*/ 462568 h 1399233"/>
                <a:gd name="connsiteX68" fmla="*/ 303686 w 352985"/>
                <a:gd name="connsiteY68" fmla="*/ 437591 h 1399233"/>
                <a:gd name="connsiteX69" fmla="*/ 305739 w 352985"/>
                <a:gd name="connsiteY69" fmla="*/ 404487 h 1399233"/>
                <a:gd name="connsiteX70" fmla="*/ 307279 w 352985"/>
                <a:gd name="connsiteY70" fmla="*/ 339563 h 1399233"/>
                <a:gd name="connsiteX71" fmla="*/ 301035 w 352985"/>
                <a:gd name="connsiteY71" fmla="*/ 319119 h 1399233"/>
                <a:gd name="connsiteX72" fmla="*/ 292652 w 352985"/>
                <a:gd name="connsiteY72" fmla="*/ 296878 h 1399233"/>
                <a:gd name="connsiteX73" fmla="*/ 288459 w 352985"/>
                <a:gd name="connsiteY73" fmla="*/ 291233 h 1399233"/>
                <a:gd name="connsiteX74" fmla="*/ 285723 w 352985"/>
                <a:gd name="connsiteY74" fmla="*/ 290035 h 1399233"/>
                <a:gd name="connsiteX75" fmla="*/ 284953 w 352985"/>
                <a:gd name="connsiteY75" fmla="*/ 287384 h 1399233"/>
                <a:gd name="connsiteX76" fmla="*/ 280334 w 352985"/>
                <a:gd name="connsiteY76" fmla="*/ 271302 h 1399233"/>
                <a:gd name="connsiteX77" fmla="*/ 270240 w 352985"/>
                <a:gd name="connsiteY77" fmla="*/ 265571 h 1399233"/>
                <a:gd name="connsiteX78" fmla="*/ 269984 w 352985"/>
                <a:gd name="connsiteY78" fmla="*/ 251115 h 1399233"/>
                <a:gd name="connsiteX79" fmla="*/ 254073 w 352985"/>
                <a:gd name="connsiteY79" fmla="*/ 228019 h 1399233"/>
                <a:gd name="connsiteX80" fmla="*/ 229524 w 352985"/>
                <a:gd name="connsiteY80" fmla="*/ 211767 h 1399233"/>
                <a:gd name="connsiteX81" fmla="*/ 223621 w 352985"/>
                <a:gd name="connsiteY81" fmla="*/ 199534 h 1399233"/>
                <a:gd name="connsiteX82" fmla="*/ 233116 w 352985"/>
                <a:gd name="connsiteY82" fmla="*/ 181913 h 1399233"/>
                <a:gd name="connsiteX83" fmla="*/ 234485 w 352985"/>
                <a:gd name="connsiteY83" fmla="*/ 167029 h 1399233"/>
                <a:gd name="connsiteX84" fmla="*/ 229010 w 352985"/>
                <a:gd name="connsiteY84" fmla="*/ 158989 h 1399233"/>
                <a:gd name="connsiteX85" fmla="*/ 232004 w 352985"/>
                <a:gd name="connsiteY85" fmla="*/ 140512 h 1399233"/>
                <a:gd name="connsiteX86" fmla="*/ 228667 w 352985"/>
                <a:gd name="connsiteY86" fmla="*/ 129478 h 1399233"/>
                <a:gd name="connsiteX87" fmla="*/ 218746 w 352985"/>
                <a:gd name="connsiteY87" fmla="*/ 96459 h 1399233"/>
                <a:gd name="connsiteX88" fmla="*/ 215922 w 352985"/>
                <a:gd name="connsiteY88" fmla="*/ 80463 h 1399233"/>
                <a:gd name="connsiteX89" fmla="*/ 210533 w 352985"/>
                <a:gd name="connsiteY89" fmla="*/ 66863 h 1399233"/>
                <a:gd name="connsiteX90" fmla="*/ 193340 w 352985"/>
                <a:gd name="connsiteY90" fmla="*/ 37523 h 1399233"/>
                <a:gd name="connsiteX91" fmla="*/ 185556 w 352985"/>
                <a:gd name="connsiteY91" fmla="*/ 28712 h 1399233"/>
                <a:gd name="connsiteX92" fmla="*/ 160407 w 352985"/>
                <a:gd name="connsiteY92" fmla="*/ 5531 h 1399233"/>
                <a:gd name="connsiteX93" fmla="*/ 127560 w 352985"/>
                <a:gd name="connsiteY93" fmla="*/ 3136 h 1399233"/>
                <a:gd name="connsiteX94" fmla="*/ 121572 w 352985"/>
                <a:gd name="connsiteY94" fmla="*/ 6215 h 1399233"/>
                <a:gd name="connsiteX95" fmla="*/ 106945 w 352985"/>
                <a:gd name="connsiteY95" fmla="*/ 7327 h 1399233"/>
                <a:gd name="connsiteX96" fmla="*/ 97707 w 352985"/>
                <a:gd name="connsiteY96" fmla="*/ 13486 h 1399233"/>
                <a:gd name="connsiteX97" fmla="*/ 73328 w 352985"/>
                <a:gd name="connsiteY97" fmla="*/ 40773 h 1399233"/>
                <a:gd name="connsiteX98" fmla="*/ 67255 w 352985"/>
                <a:gd name="connsiteY98" fmla="*/ 50952 h 1399233"/>
                <a:gd name="connsiteX99" fmla="*/ 65202 w 352985"/>
                <a:gd name="connsiteY99" fmla="*/ 59848 h 1399233"/>
                <a:gd name="connsiteX100" fmla="*/ 50831 w 352985"/>
                <a:gd name="connsiteY100" fmla="*/ 90899 h 1399233"/>
                <a:gd name="connsiteX101" fmla="*/ 51088 w 352985"/>
                <a:gd name="connsiteY101" fmla="*/ 103901 h 1399233"/>
                <a:gd name="connsiteX102" fmla="*/ 44844 w 352985"/>
                <a:gd name="connsiteY102" fmla="*/ 146757 h 1399233"/>
                <a:gd name="connsiteX103" fmla="*/ 43560 w 352985"/>
                <a:gd name="connsiteY103" fmla="*/ 174985 h 1399233"/>
                <a:gd name="connsiteX104" fmla="*/ 35691 w 352985"/>
                <a:gd name="connsiteY104" fmla="*/ 187388 h 1399233"/>
                <a:gd name="connsiteX105" fmla="*/ 39026 w 352985"/>
                <a:gd name="connsiteY105" fmla="*/ 225111 h 1399233"/>
                <a:gd name="connsiteX106" fmla="*/ 34749 w 352985"/>
                <a:gd name="connsiteY106" fmla="*/ 231697 h 1399233"/>
                <a:gd name="connsiteX107" fmla="*/ 17128 w 352985"/>
                <a:gd name="connsiteY107" fmla="*/ 240166 h 1399233"/>
                <a:gd name="connsiteX108" fmla="*/ 2501 w 352985"/>
                <a:gd name="connsiteY108" fmla="*/ 252569 h 1399233"/>
                <a:gd name="connsiteX109" fmla="*/ 449 w 352985"/>
                <a:gd name="connsiteY109" fmla="*/ 273013 h 1399233"/>
                <a:gd name="connsiteX110" fmla="*/ 3955 w 352985"/>
                <a:gd name="connsiteY110" fmla="*/ 308854 h 1399233"/>
                <a:gd name="connsiteX111" fmla="*/ 8232 w 352985"/>
                <a:gd name="connsiteY111" fmla="*/ 353420 h 1399233"/>
                <a:gd name="connsiteX112" fmla="*/ 13194 w 352985"/>
                <a:gd name="connsiteY112" fmla="*/ 391485 h 1399233"/>
                <a:gd name="connsiteX113" fmla="*/ 18240 w 352985"/>
                <a:gd name="connsiteY113" fmla="*/ 415094 h 1399233"/>
                <a:gd name="connsiteX114" fmla="*/ 21063 w 352985"/>
                <a:gd name="connsiteY114" fmla="*/ 442552 h 1399233"/>
                <a:gd name="connsiteX115" fmla="*/ 24656 w 352985"/>
                <a:gd name="connsiteY115" fmla="*/ 517143 h 1399233"/>
                <a:gd name="connsiteX116" fmla="*/ 30815 w 352985"/>
                <a:gd name="connsiteY116" fmla="*/ 591477 h 1399233"/>
                <a:gd name="connsiteX117" fmla="*/ 34408 w 352985"/>
                <a:gd name="connsiteY117" fmla="*/ 666495 h 1399233"/>
                <a:gd name="connsiteX118" fmla="*/ 38599 w 352985"/>
                <a:gd name="connsiteY118" fmla="*/ 670173 h 1399233"/>
                <a:gd name="connsiteX119" fmla="*/ 32440 w 352985"/>
                <a:gd name="connsiteY119" fmla="*/ 700454 h 1399233"/>
                <a:gd name="connsiteX120" fmla="*/ 25255 w 352985"/>
                <a:gd name="connsiteY120" fmla="*/ 716193 h 1399233"/>
                <a:gd name="connsiteX121" fmla="*/ 33381 w 352985"/>
                <a:gd name="connsiteY121" fmla="*/ 740059 h 1399233"/>
                <a:gd name="connsiteX122" fmla="*/ 39797 w 352985"/>
                <a:gd name="connsiteY122" fmla="*/ 748356 h 1399233"/>
                <a:gd name="connsiteX123" fmla="*/ 41849 w 352985"/>
                <a:gd name="connsiteY123" fmla="*/ 757338 h 1399233"/>
                <a:gd name="connsiteX124" fmla="*/ 48094 w 352985"/>
                <a:gd name="connsiteY124" fmla="*/ 763240 h 1399233"/>
                <a:gd name="connsiteX125" fmla="*/ 57760 w 352985"/>
                <a:gd name="connsiteY125" fmla="*/ 793008 h 1399233"/>
                <a:gd name="connsiteX126" fmla="*/ 66485 w 352985"/>
                <a:gd name="connsiteY126" fmla="*/ 809089 h 1399233"/>
                <a:gd name="connsiteX127" fmla="*/ 84705 w 352985"/>
                <a:gd name="connsiteY127" fmla="*/ 888042 h 1399233"/>
                <a:gd name="connsiteX128" fmla="*/ 89495 w 352985"/>
                <a:gd name="connsiteY128" fmla="*/ 898649 h 1399233"/>
                <a:gd name="connsiteX129" fmla="*/ 102839 w 352985"/>
                <a:gd name="connsiteY129" fmla="*/ 905150 h 1399233"/>
                <a:gd name="connsiteX130" fmla="*/ 112248 w 352985"/>
                <a:gd name="connsiteY130" fmla="*/ 900445 h 1399233"/>
                <a:gd name="connsiteX131" fmla="*/ 113446 w 352985"/>
                <a:gd name="connsiteY131" fmla="*/ 892661 h 1399233"/>
                <a:gd name="connsiteX132" fmla="*/ 102497 w 352985"/>
                <a:gd name="connsiteY132" fmla="*/ 833725 h 1399233"/>
                <a:gd name="connsiteX133" fmla="*/ 82053 w 352985"/>
                <a:gd name="connsiteY133" fmla="*/ 749896 h 1399233"/>
                <a:gd name="connsiteX134" fmla="*/ 79401 w 352985"/>
                <a:gd name="connsiteY134" fmla="*/ 692499 h 1399233"/>
                <a:gd name="connsiteX135" fmla="*/ 108314 w 352985"/>
                <a:gd name="connsiteY135" fmla="*/ 764951 h 1399233"/>
                <a:gd name="connsiteX136" fmla="*/ 119434 w 352985"/>
                <a:gd name="connsiteY136" fmla="*/ 791553 h 1399233"/>
                <a:gd name="connsiteX137" fmla="*/ 126106 w 352985"/>
                <a:gd name="connsiteY137" fmla="*/ 806437 h 1399233"/>
                <a:gd name="connsiteX138" fmla="*/ 133633 w 352985"/>
                <a:gd name="connsiteY138" fmla="*/ 820551 h 1399233"/>
                <a:gd name="connsiteX139" fmla="*/ 155959 w 352985"/>
                <a:gd name="connsiteY139" fmla="*/ 909512 h 1399233"/>
                <a:gd name="connsiteX140" fmla="*/ 183075 w 352985"/>
                <a:gd name="connsiteY140" fmla="*/ 1008310 h 1399233"/>
                <a:gd name="connsiteX141" fmla="*/ 163572 w 352985"/>
                <a:gd name="connsiteY141" fmla="*/ 1282208 h 1399233"/>
                <a:gd name="connsiteX142" fmla="*/ 164513 w 352985"/>
                <a:gd name="connsiteY142" fmla="*/ 1287084 h 1399233"/>
                <a:gd name="connsiteX143" fmla="*/ 179482 w 352985"/>
                <a:gd name="connsiteY143" fmla="*/ 1292986 h 1399233"/>
                <a:gd name="connsiteX144" fmla="*/ 182049 w 352985"/>
                <a:gd name="connsiteY144" fmla="*/ 1356799 h 1399233"/>
                <a:gd name="connsiteX145" fmla="*/ 186411 w 352985"/>
                <a:gd name="connsiteY145" fmla="*/ 1356542 h 1399233"/>
                <a:gd name="connsiteX146" fmla="*/ 185727 w 352985"/>
                <a:gd name="connsiteY146" fmla="*/ 1339263 h 1399233"/>
                <a:gd name="connsiteX147" fmla="*/ 190688 w 352985"/>
                <a:gd name="connsiteY147" fmla="*/ 1364241 h 1399233"/>
                <a:gd name="connsiteX148" fmla="*/ 193254 w 352985"/>
                <a:gd name="connsiteY148" fmla="*/ 1370913 h 1399233"/>
                <a:gd name="connsiteX149" fmla="*/ 200183 w 352985"/>
                <a:gd name="connsiteY149" fmla="*/ 1374505 h 1399233"/>
                <a:gd name="connsiteX150" fmla="*/ 245006 w 352985"/>
                <a:gd name="connsiteY150" fmla="*/ 1376216 h 1399233"/>
                <a:gd name="connsiteX151" fmla="*/ 249026 w 352985"/>
                <a:gd name="connsiteY151" fmla="*/ 1374334 h 1399233"/>
                <a:gd name="connsiteX152" fmla="*/ 251164 w 352985"/>
                <a:gd name="connsiteY152" fmla="*/ 1364754 h 1399233"/>
                <a:gd name="connsiteX153" fmla="*/ 247316 w 352985"/>
                <a:gd name="connsiteY153" fmla="*/ 1343626 h 1399233"/>
                <a:gd name="connsiteX154" fmla="*/ 237735 w 352985"/>
                <a:gd name="connsiteY154" fmla="*/ 1319161 h 1399233"/>
                <a:gd name="connsiteX155" fmla="*/ 233458 w 352985"/>
                <a:gd name="connsiteY155" fmla="*/ 1275622 h 1399233"/>
                <a:gd name="connsiteX156" fmla="*/ 240643 w 352985"/>
                <a:gd name="connsiteY156" fmla="*/ 1232168 h 1399233"/>
                <a:gd name="connsiteX157" fmla="*/ 266562 w 352985"/>
                <a:gd name="connsiteY157" fmla="*/ 1311634 h 1399233"/>
                <a:gd name="connsiteX158" fmla="*/ 269470 w 352985"/>
                <a:gd name="connsiteY158" fmla="*/ 1318220 h 1399233"/>
                <a:gd name="connsiteX159" fmla="*/ 276057 w 352985"/>
                <a:gd name="connsiteY159" fmla="*/ 1319760 h 1399233"/>
                <a:gd name="connsiteX160" fmla="*/ 284098 w 352985"/>
                <a:gd name="connsiteY160" fmla="*/ 1375275 h 1399233"/>
                <a:gd name="connsiteX161" fmla="*/ 293079 w 352985"/>
                <a:gd name="connsiteY161" fmla="*/ 1390330 h 1399233"/>
                <a:gd name="connsiteX162" fmla="*/ 304114 w 352985"/>
                <a:gd name="connsiteY162" fmla="*/ 1395120 h 1399233"/>
                <a:gd name="connsiteX163" fmla="*/ 342093 w 352985"/>
                <a:gd name="connsiteY163" fmla="*/ 1399055 h 1399233"/>
                <a:gd name="connsiteX164" fmla="*/ 342093 w 352985"/>
                <a:gd name="connsiteY164" fmla="*/ 1399055 h 1399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</a:cxnLst>
              <a:rect l="l" t="t" r="r" b="b"/>
              <a:pathLst>
                <a:path w="352985" h="1399233">
                  <a:moveTo>
                    <a:pt x="216093" y="427326"/>
                  </a:moveTo>
                  <a:cubicBezTo>
                    <a:pt x="210876" y="404059"/>
                    <a:pt x="211988" y="379852"/>
                    <a:pt x="209764" y="356157"/>
                  </a:cubicBezTo>
                  <a:cubicBezTo>
                    <a:pt x="208566" y="343155"/>
                    <a:pt x="206342" y="330239"/>
                    <a:pt x="204118" y="317322"/>
                  </a:cubicBezTo>
                  <a:cubicBezTo>
                    <a:pt x="199755" y="291832"/>
                    <a:pt x="195392" y="266341"/>
                    <a:pt x="190603" y="240935"/>
                  </a:cubicBezTo>
                  <a:cubicBezTo>
                    <a:pt x="188636" y="230500"/>
                    <a:pt x="186583" y="219893"/>
                    <a:pt x="182477" y="210141"/>
                  </a:cubicBezTo>
                  <a:cubicBezTo>
                    <a:pt x="179312" y="202614"/>
                    <a:pt x="174949" y="195771"/>
                    <a:pt x="170416" y="189013"/>
                  </a:cubicBezTo>
                  <a:cubicBezTo>
                    <a:pt x="169902" y="188243"/>
                    <a:pt x="169389" y="187388"/>
                    <a:pt x="169474" y="186532"/>
                  </a:cubicBezTo>
                  <a:cubicBezTo>
                    <a:pt x="169731" y="184993"/>
                    <a:pt x="171613" y="184394"/>
                    <a:pt x="173153" y="184137"/>
                  </a:cubicBezTo>
                  <a:cubicBezTo>
                    <a:pt x="175633" y="183710"/>
                    <a:pt x="178114" y="183367"/>
                    <a:pt x="178627" y="181657"/>
                  </a:cubicBezTo>
                  <a:cubicBezTo>
                    <a:pt x="187438" y="182255"/>
                    <a:pt x="196334" y="182341"/>
                    <a:pt x="205144" y="181657"/>
                  </a:cubicBezTo>
                  <a:cubicBezTo>
                    <a:pt x="202065" y="191494"/>
                    <a:pt x="198985" y="201331"/>
                    <a:pt x="195906" y="211082"/>
                  </a:cubicBezTo>
                  <a:cubicBezTo>
                    <a:pt x="202750" y="213306"/>
                    <a:pt x="209421" y="216044"/>
                    <a:pt x="215837" y="219294"/>
                  </a:cubicBezTo>
                  <a:cubicBezTo>
                    <a:pt x="215324" y="258386"/>
                    <a:pt x="216093" y="297477"/>
                    <a:pt x="218232" y="336483"/>
                  </a:cubicBezTo>
                  <a:cubicBezTo>
                    <a:pt x="219858" y="366850"/>
                    <a:pt x="222338" y="397558"/>
                    <a:pt x="216093" y="427241"/>
                  </a:cubicBezTo>
                  <a:lnTo>
                    <a:pt x="216093" y="427241"/>
                  </a:lnTo>
                  <a:close/>
                  <a:moveTo>
                    <a:pt x="213014" y="428438"/>
                  </a:moveTo>
                  <a:cubicBezTo>
                    <a:pt x="211218" y="431432"/>
                    <a:pt x="207882" y="433656"/>
                    <a:pt x="204203" y="433656"/>
                  </a:cubicBezTo>
                  <a:cubicBezTo>
                    <a:pt x="202835" y="433656"/>
                    <a:pt x="201381" y="433314"/>
                    <a:pt x="200354" y="432458"/>
                  </a:cubicBezTo>
                  <a:cubicBezTo>
                    <a:pt x="199755" y="431945"/>
                    <a:pt x="199328" y="431347"/>
                    <a:pt x="198985" y="430748"/>
                  </a:cubicBezTo>
                  <a:cubicBezTo>
                    <a:pt x="198216" y="429550"/>
                    <a:pt x="197617" y="428267"/>
                    <a:pt x="197189" y="426984"/>
                  </a:cubicBezTo>
                  <a:cubicBezTo>
                    <a:pt x="196163" y="423648"/>
                    <a:pt x="196590" y="419884"/>
                    <a:pt x="198814" y="417147"/>
                  </a:cubicBezTo>
                  <a:cubicBezTo>
                    <a:pt x="200953" y="414495"/>
                    <a:pt x="204974" y="413041"/>
                    <a:pt x="208395" y="414153"/>
                  </a:cubicBezTo>
                  <a:cubicBezTo>
                    <a:pt x="208053" y="413982"/>
                    <a:pt x="210192" y="413811"/>
                    <a:pt x="211988" y="414923"/>
                  </a:cubicBezTo>
                  <a:cubicBezTo>
                    <a:pt x="205743" y="403803"/>
                    <a:pt x="196163" y="394736"/>
                    <a:pt x="187010" y="385754"/>
                  </a:cubicBezTo>
                  <a:cubicBezTo>
                    <a:pt x="154590" y="354019"/>
                    <a:pt x="124652" y="319803"/>
                    <a:pt x="97536" y="283449"/>
                  </a:cubicBezTo>
                  <a:cubicBezTo>
                    <a:pt x="87613" y="270190"/>
                    <a:pt x="77947" y="256333"/>
                    <a:pt x="72644" y="240679"/>
                  </a:cubicBezTo>
                  <a:cubicBezTo>
                    <a:pt x="76493" y="239824"/>
                    <a:pt x="80342" y="239054"/>
                    <a:pt x="84192" y="238198"/>
                  </a:cubicBezTo>
                  <a:cubicBezTo>
                    <a:pt x="79743" y="231355"/>
                    <a:pt x="75381" y="224598"/>
                    <a:pt x="71019" y="217754"/>
                  </a:cubicBezTo>
                  <a:cubicBezTo>
                    <a:pt x="76835" y="208003"/>
                    <a:pt x="83336" y="198593"/>
                    <a:pt x="90436" y="189697"/>
                  </a:cubicBezTo>
                  <a:cubicBezTo>
                    <a:pt x="135344" y="259754"/>
                    <a:pt x="177088" y="335970"/>
                    <a:pt x="212416" y="415008"/>
                  </a:cubicBezTo>
                  <a:cubicBezTo>
                    <a:pt x="212672" y="415180"/>
                    <a:pt x="212928" y="415436"/>
                    <a:pt x="213185" y="415693"/>
                  </a:cubicBezTo>
                  <a:cubicBezTo>
                    <a:pt x="213784" y="416463"/>
                    <a:pt x="214126" y="417404"/>
                    <a:pt x="214297" y="418259"/>
                  </a:cubicBezTo>
                  <a:cubicBezTo>
                    <a:pt x="215153" y="421595"/>
                    <a:pt x="214896" y="425273"/>
                    <a:pt x="213100" y="428267"/>
                  </a:cubicBezTo>
                  <a:lnTo>
                    <a:pt x="213100" y="428267"/>
                  </a:lnTo>
                  <a:close/>
                  <a:moveTo>
                    <a:pt x="91377" y="505424"/>
                  </a:moveTo>
                  <a:cubicBezTo>
                    <a:pt x="86672" y="530572"/>
                    <a:pt x="81027" y="555550"/>
                    <a:pt x="74526" y="580356"/>
                  </a:cubicBezTo>
                  <a:cubicBezTo>
                    <a:pt x="77263" y="526552"/>
                    <a:pt x="78631" y="472748"/>
                    <a:pt x="78546" y="418943"/>
                  </a:cubicBezTo>
                  <a:cubicBezTo>
                    <a:pt x="87698" y="429294"/>
                    <a:pt x="93686" y="444691"/>
                    <a:pt x="95226" y="460516"/>
                  </a:cubicBezTo>
                  <a:cubicBezTo>
                    <a:pt x="96681" y="475570"/>
                    <a:pt x="94200" y="490625"/>
                    <a:pt x="91377" y="505509"/>
                  </a:cubicBezTo>
                  <a:lnTo>
                    <a:pt x="91377" y="505509"/>
                  </a:lnTo>
                  <a:close/>
                  <a:moveTo>
                    <a:pt x="342179" y="1398970"/>
                  </a:moveTo>
                  <a:cubicBezTo>
                    <a:pt x="345943" y="1398799"/>
                    <a:pt x="350220" y="1398029"/>
                    <a:pt x="352101" y="1394693"/>
                  </a:cubicBezTo>
                  <a:cubicBezTo>
                    <a:pt x="353299" y="1392554"/>
                    <a:pt x="353042" y="1389902"/>
                    <a:pt x="352700" y="1387422"/>
                  </a:cubicBezTo>
                  <a:cubicBezTo>
                    <a:pt x="350818" y="1373479"/>
                    <a:pt x="348680" y="1359536"/>
                    <a:pt x="346284" y="1345678"/>
                  </a:cubicBezTo>
                  <a:cubicBezTo>
                    <a:pt x="345258" y="1339691"/>
                    <a:pt x="344146" y="1333618"/>
                    <a:pt x="341666" y="1327972"/>
                  </a:cubicBezTo>
                  <a:cubicBezTo>
                    <a:pt x="337816" y="1319418"/>
                    <a:pt x="330717" y="1311976"/>
                    <a:pt x="330203" y="1302652"/>
                  </a:cubicBezTo>
                  <a:cubicBezTo>
                    <a:pt x="333198" y="1301540"/>
                    <a:pt x="332769" y="1297092"/>
                    <a:pt x="331657" y="1294013"/>
                  </a:cubicBezTo>
                  <a:cubicBezTo>
                    <a:pt x="322248" y="1266640"/>
                    <a:pt x="314207" y="1238840"/>
                    <a:pt x="306424" y="1209328"/>
                  </a:cubicBezTo>
                  <a:cubicBezTo>
                    <a:pt x="305653" y="1189398"/>
                    <a:pt x="297955" y="1170408"/>
                    <a:pt x="291967" y="1151333"/>
                  </a:cubicBezTo>
                  <a:cubicBezTo>
                    <a:pt x="288973" y="1141667"/>
                    <a:pt x="286321" y="1131830"/>
                    <a:pt x="283755" y="1121993"/>
                  </a:cubicBezTo>
                  <a:cubicBezTo>
                    <a:pt x="281189" y="1112070"/>
                    <a:pt x="278538" y="1102147"/>
                    <a:pt x="275544" y="1092225"/>
                  </a:cubicBezTo>
                  <a:cubicBezTo>
                    <a:pt x="271780" y="1081105"/>
                    <a:pt x="267931" y="1069985"/>
                    <a:pt x="266048" y="1058351"/>
                  </a:cubicBezTo>
                  <a:cubicBezTo>
                    <a:pt x="262713" y="1038164"/>
                    <a:pt x="265193" y="1017549"/>
                    <a:pt x="267760" y="997190"/>
                  </a:cubicBezTo>
                  <a:cubicBezTo>
                    <a:pt x="271096" y="970502"/>
                    <a:pt x="274346" y="943814"/>
                    <a:pt x="276057" y="914730"/>
                  </a:cubicBezTo>
                  <a:cubicBezTo>
                    <a:pt x="274004" y="898906"/>
                    <a:pt x="277169" y="882995"/>
                    <a:pt x="280077" y="867342"/>
                  </a:cubicBezTo>
                  <a:cubicBezTo>
                    <a:pt x="287006" y="829105"/>
                    <a:pt x="291710" y="790527"/>
                    <a:pt x="291796" y="750751"/>
                  </a:cubicBezTo>
                  <a:cubicBezTo>
                    <a:pt x="292138" y="737749"/>
                    <a:pt x="292481" y="724662"/>
                    <a:pt x="295731" y="712087"/>
                  </a:cubicBezTo>
                  <a:cubicBezTo>
                    <a:pt x="297356" y="705928"/>
                    <a:pt x="299580" y="699855"/>
                    <a:pt x="301462" y="693696"/>
                  </a:cubicBezTo>
                  <a:cubicBezTo>
                    <a:pt x="311213" y="660592"/>
                    <a:pt x="306509" y="625008"/>
                    <a:pt x="298125" y="589424"/>
                  </a:cubicBezTo>
                  <a:cubicBezTo>
                    <a:pt x="301035" y="589595"/>
                    <a:pt x="303429" y="586857"/>
                    <a:pt x="303857" y="584035"/>
                  </a:cubicBezTo>
                  <a:cubicBezTo>
                    <a:pt x="304285" y="581212"/>
                    <a:pt x="303344" y="578303"/>
                    <a:pt x="302232" y="575652"/>
                  </a:cubicBezTo>
                  <a:cubicBezTo>
                    <a:pt x="294705" y="556833"/>
                    <a:pt x="282215" y="540409"/>
                    <a:pt x="274346" y="521762"/>
                  </a:cubicBezTo>
                  <a:cubicBezTo>
                    <a:pt x="269984" y="511412"/>
                    <a:pt x="267160" y="500463"/>
                    <a:pt x="264338" y="489599"/>
                  </a:cubicBezTo>
                  <a:cubicBezTo>
                    <a:pt x="263311" y="485664"/>
                    <a:pt x="262285" y="481729"/>
                    <a:pt x="261344" y="476169"/>
                  </a:cubicBezTo>
                  <a:cubicBezTo>
                    <a:pt x="262114" y="480874"/>
                    <a:pt x="266562" y="484381"/>
                    <a:pt x="271267" y="485065"/>
                  </a:cubicBezTo>
                  <a:cubicBezTo>
                    <a:pt x="275971" y="485750"/>
                    <a:pt x="280762" y="484124"/>
                    <a:pt x="284953" y="481815"/>
                  </a:cubicBezTo>
                  <a:cubicBezTo>
                    <a:pt x="288631" y="479762"/>
                    <a:pt x="292053" y="477110"/>
                    <a:pt x="294277" y="473517"/>
                  </a:cubicBezTo>
                  <a:cubicBezTo>
                    <a:pt x="296415" y="470181"/>
                    <a:pt x="297442" y="466332"/>
                    <a:pt x="298382" y="462568"/>
                  </a:cubicBezTo>
                  <a:cubicBezTo>
                    <a:pt x="300521" y="454271"/>
                    <a:pt x="302488" y="446059"/>
                    <a:pt x="303686" y="437591"/>
                  </a:cubicBezTo>
                  <a:cubicBezTo>
                    <a:pt x="305226" y="426642"/>
                    <a:pt x="305483" y="415522"/>
                    <a:pt x="305739" y="404487"/>
                  </a:cubicBezTo>
                  <a:cubicBezTo>
                    <a:pt x="306252" y="382846"/>
                    <a:pt x="306765" y="361204"/>
                    <a:pt x="307279" y="339563"/>
                  </a:cubicBezTo>
                  <a:cubicBezTo>
                    <a:pt x="307450" y="332805"/>
                    <a:pt x="307364" y="325363"/>
                    <a:pt x="301035" y="319119"/>
                  </a:cubicBezTo>
                  <a:cubicBezTo>
                    <a:pt x="298211" y="311677"/>
                    <a:pt x="295389" y="304320"/>
                    <a:pt x="292652" y="296878"/>
                  </a:cubicBezTo>
                  <a:cubicBezTo>
                    <a:pt x="291796" y="294569"/>
                    <a:pt x="290684" y="292088"/>
                    <a:pt x="288459" y="291233"/>
                  </a:cubicBezTo>
                  <a:cubicBezTo>
                    <a:pt x="287519" y="290891"/>
                    <a:pt x="286407" y="290805"/>
                    <a:pt x="285723" y="290035"/>
                  </a:cubicBezTo>
                  <a:cubicBezTo>
                    <a:pt x="285039" y="289351"/>
                    <a:pt x="284953" y="288324"/>
                    <a:pt x="284953" y="287384"/>
                  </a:cubicBezTo>
                  <a:cubicBezTo>
                    <a:pt x="284696" y="281567"/>
                    <a:pt x="284953" y="274809"/>
                    <a:pt x="280334" y="271302"/>
                  </a:cubicBezTo>
                  <a:cubicBezTo>
                    <a:pt x="277254" y="268907"/>
                    <a:pt x="272635" y="268650"/>
                    <a:pt x="270240" y="265571"/>
                  </a:cubicBezTo>
                  <a:cubicBezTo>
                    <a:pt x="267160" y="261636"/>
                    <a:pt x="269641" y="256076"/>
                    <a:pt x="269984" y="251115"/>
                  </a:cubicBezTo>
                  <a:cubicBezTo>
                    <a:pt x="270668" y="241278"/>
                    <a:pt x="262542" y="233066"/>
                    <a:pt x="254073" y="228019"/>
                  </a:cubicBezTo>
                  <a:cubicBezTo>
                    <a:pt x="245605" y="222972"/>
                    <a:pt x="235939" y="219294"/>
                    <a:pt x="229524" y="211767"/>
                  </a:cubicBezTo>
                  <a:cubicBezTo>
                    <a:pt x="226529" y="208259"/>
                    <a:pt x="224390" y="203384"/>
                    <a:pt x="223621" y="199534"/>
                  </a:cubicBezTo>
                  <a:cubicBezTo>
                    <a:pt x="227300" y="193974"/>
                    <a:pt x="230464" y="188072"/>
                    <a:pt x="233116" y="181913"/>
                  </a:cubicBezTo>
                  <a:cubicBezTo>
                    <a:pt x="235083" y="177123"/>
                    <a:pt x="236709" y="171649"/>
                    <a:pt x="234485" y="167029"/>
                  </a:cubicBezTo>
                  <a:cubicBezTo>
                    <a:pt x="233030" y="164121"/>
                    <a:pt x="230122" y="161983"/>
                    <a:pt x="229010" y="158989"/>
                  </a:cubicBezTo>
                  <a:cubicBezTo>
                    <a:pt x="226786" y="153001"/>
                    <a:pt x="231918" y="146842"/>
                    <a:pt x="232004" y="140512"/>
                  </a:cubicBezTo>
                  <a:cubicBezTo>
                    <a:pt x="232004" y="136577"/>
                    <a:pt x="230293" y="132985"/>
                    <a:pt x="228667" y="129478"/>
                  </a:cubicBezTo>
                  <a:cubicBezTo>
                    <a:pt x="223878" y="118956"/>
                    <a:pt x="220542" y="107836"/>
                    <a:pt x="218746" y="96459"/>
                  </a:cubicBezTo>
                  <a:cubicBezTo>
                    <a:pt x="217889" y="91156"/>
                    <a:pt x="217377" y="85681"/>
                    <a:pt x="215922" y="80463"/>
                  </a:cubicBezTo>
                  <a:cubicBezTo>
                    <a:pt x="214639" y="75759"/>
                    <a:pt x="212586" y="71311"/>
                    <a:pt x="210533" y="66863"/>
                  </a:cubicBezTo>
                  <a:cubicBezTo>
                    <a:pt x="205743" y="56512"/>
                    <a:pt x="200867" y="46076"/>
                    <a:pt x="193340" y="37523"/>
                  </a:cubicBezTo>
                  <a:cubicBezTo>
                    <a:pt x="190603" y="34358"/>
                    <a:pt x="187352" y="31278"/>
                    <a:pt x="185556" y="28712"/>
                  </a:cubicBezTo>
                  <a:cubicBezTo>
                    <a:pt x="178029" y="20073"/>
                    <a:pt x="170330" y="11262"/>
                    <a:pt x="160407" y="5531"/>
                  </a:cubicBezTo>
                  <a:cubicBezTo>
                    <a:pt x="150399" y="-200"/>
                    <a:pt x="137654" y="-2253"/>
                    <a:pt x="127560" y="3136"/>
                  </a:cubicBezTo>
                  <a:cubicBezTo>
                    <a:pt x="125593" y="4162"/>
                    <a:pt x="123711" y="5531"/>
                    <a:pt x="121572" y="6215"/>
                  </a:cubicBezTo>
                  <a:cubicBezTo>
                    <a:pt x="116868" y="7755"/>
                    <a:pt x="111735" y="6044"/>
                    <a:pt x="106945" y="7327"/>
                  </a:cubicBezTo>
                  <a:cubicBezTo>
                    <a:pt x="103352" y="8268"/>
                    <a:pt x="100444" y="10920"/>
                    <a:pt x="97707" y="13486"/>
                  </a:cubicBezTo>
                  <a:cubicBezTo>
                    <a:pt x="88896" y="21954"/>
                    <a:pt x="80770" y="31107"/>
                    <a:pt x="73328" y="40773"/>
                  </a:cubicBezTo>
                  <a:cubicBezTo>
                    <a:pt x="70933" y="43938"/>
                    <a:pt x="68538" y="47189"/>
                    <a:pt x="67255" y="50952"/>
                  </a:cubicBezTo>
                  <a:cubicBezTo>
                    <a:pt x="66314" y="53775"/>
                    <a:pt x="65972" y="56855"/>
                    <a:pt x="65202" y="59848"/>
                  </a:cubicBezTo>
                  <a:cubicBezTo>
                    <a:pt x="62293" y="70969"/>
                    <a:pt x="52542" y="79522"/>
                    <a:pt x="50831" y="90899"/>
                  </a:cubicBezTo>
                  <a:cubicBezTo>
                    <a:pt x="50232" y="95176"/>
                    <a:pt x="50831" y="99539"/>
                    <a:pt x="51088" y="103901"/>
                  </a:cubicBezTo>
                  <a:cubicBezTo>
                    <a:pt x="51943" y="118357"/>
                    <a:pt x="48692" y="132814"/>
                    <a:pt x="44844" y="146757"/>
                  </a:cubicBezTo>
                  <a:cubicBezTo>
                    <a:pt x="42277" y="156080"/>
                    <a:pt x="39540" y="166260"/>
                    <a:pt x="43560" y="174985"/>
                  </a:cubicBezTo>
                  <a:cubicBezTo>
                    <a:pt x="39026" y="177294"/>
                    <a:pt x="36546" y="182341"/>
                    <a:pt x="35691" y="187388"/>
                  </a:cubicBezTo>
                  <a:cubicBezTo>
                    <a:pt x="33381" y="199877"/>
                    <a:pt x="38856" y="212365"/>
                    <a:pt x="39026" y="225111"/>
                  </a:cubicBezTo>
                  <a:cubicBezTo>
                    <a:pt x="39026" y="227762"/>
                    <a:pt x="37059" y="230158"/>
                    <a:pt x="34749" y="231697"/>
                  </a:cubicBezTo>
                  <a:cubicBezTo>
                    <a:pt x="29361" y="235290"/>
                    <a:pt x="23031" y="237428"/>
                    <a:pt x="17128" y="240166"/>
                  </a:cubicBezTo>
                  <a:cubicBezTo>
                    <a:pt x="11226" y="242988"/>
                    <a:pt x="5409" y="246752"/>
                    <a:pt x="2501" y="252569"/>
                  </a:cubicBezTo>
                  <a:cubicBezTo>
                    <a:pt x="-663" y="258728"/>
                    <a:pt x="-150" y="266084"/>
                    <a:pt x="449" y="273013"/>
                  </a:cubicBezTo>
                  <a:cubicBezTo>
                    <a:pt x="1475" y="284732"/>
                    <a:pt x="2501" y="296451"/>
                    <a:pt x="3955" y="308854"/>
                  </a:cubicBezTo>
                  <a:cubicBezTo>
                    <a:pt x="5409" y="323652"/>
                    <a:pt x="6778" y="338536"/>
                    <a:pt x="8232" y="353420"/>
                  </a:cubicBezTo>
                  <a:cubicBezTo>
                    <a:pt x="9430" y="366165"/>
                    <a:pt x="10713" y="378911"/>
                    <a:pt x="13194" y="391485"/>
                  </a:cubicBezTo>
                  <a:cubicBezTo>
                    <a:pt x="14734" y="399355"/>
                    <a:pt x="16786" y="407139"/>
                    <a:pt x="18240" y="415094"/>
                  </a:cubicBezTo>
                  <a:cubicBezTo>
                    <a:pt x="19780" y="424161"/>
                    <a:pt x="20465" y="433399"/>
                    <a:pt x="21063" y="442552"/>
                  </a:cubicBezTo>
                  <a:cubicBezTo>
                    <a:pt x="22689" y="467102"/>
                    <a:pt x="23972" y="491652"/>
                    <a:pt x="24656" y="517143"/>
                  </a:cubicBezTo>
                  <a:cubicBezTo>
                    <a:pt x="27479" y="541864"/>
                    <a:pt x="30387" y="566585"/>
                    <a:pt x="30815" y="591477"/>
                  </a:cubicBezTo>
                  <a:cubicBezTo>
                    <a:pt x="31328" y="616540"/>
                    <a:pt x="29275" y="641945"/>
                    <a:pt x="34408" y="666495"/>
                  </a:cubicBezTo>
                  <a:cubicBezTo>
                    <a:pt x="34835" y="668719"/>
                    <a:pt x="36803" y="671456"/>
                    <a:pt x="38599" y="670173"/>
                  </a:cubicBezTo>
                  <a:cubicBezTo>
                    <a:pt x="41764" y="680267"/>
                    <a:pt x="37658" y="691216"/>
                    <a:pt x="32440" y="700454"/>
                  </a:cubicBezTo>
                  <a:cubicBezTo>
                    <a:pt x="29617" y="705501"/>
                    <a:pt x="26281" y="710462"/>
                    <a:pt x="25255" y="716193"/>
                  </a:cubicBezTo>
                  <a:cubicBezTo>
                    <a:pt x="23715" y="724747"/>
                    <a:pt x="27564" y="733558"/>
                    <a:pt x="33381" y="740059"/>
                  </a:cubicBezTo>
                  <a:cubicBezTo>
                    <a:pt x="35776" y="742710"/>
                    <a:pt x="38513" y="745105"/>
                    <a:pt x="39797" y="748356"/>
                  </a:cubicBezTo>
                  <a:cubicBezTo>
                    <a:pt x="40994" y="751179"/>
                    <a:pt x="40994" y="754344"/>
                    <a:pt x="41849" y="757338"/>
                  </a:cubicBezTo>
                  <a:cubicBezTo>
                    <a:pt x="42705" y="760246"/>
                    <a:pt x="45014" y="763240"/>
                    <a:pt x="48094" y="763240"/>
                  </a:cubicBezTo>
                  <a:cubicBezTo>
                    <a:pt x="46982" y="774103"/>
                    <a:pt x="50660" y="785309"/>
                    <a:pt x="57760" y="793008"/>
                  </a:cubicBezTo>
                  <a:cubicBezTo>
                    <a:pt x="63748" y="795317"/>
                    <a:pt x="65458" y="802759"/>
                    <a:pt x="66485" y="809089"/>
                  </a:cubicBezTo>
                  <a:cubicBezTo>
                    <a:pt x="70676" y="835777"/>
                    <a:pt x="76750" y="862209"/>
                    <a:pt x="84705" y="888042"/>
                  </a:cubicBezTo>
                  <a:cubicBezTo>
                    <a:pt x="85902" y="891720"/>
                    <a:pt x="87100" y="895569"/>
                    <a:pt x="89495" y="898649"/>
                  </a:cubicBezTo>
                  <a:cubicBezTo>
                    <a:pt x="92660" y="902755"/>
                    <a:pt x="97707" y="905235"/>
                    <a:pt x="102839" y="905150"/>
                  </a:cubicBezTo>
                  <a:cubicBezTo>
                    <a:pt x="106517" y="905150"/>
                    <a:pt x="110452" y="903610"/>
                    <a:pt x="112248" y="900445"/>
                  </a:cubicBezTo>
                  <a:cubicBezTo>
                    <a:pt x="113532" y="898136"/>
                    <a:pt x="113532" y="895313"/>
                    <a:pt x="113446" y="892661"/>
                  </a:cubicBezTo>
                  <a:cubicBezTo>
                    <a:pt x="112762" y="872645"/>
                    <a:pt x="107629" y="853142"/>
                    <a:pt x="102497" y="833725"/>
                  </a:cubicBezTo>
                  <a:cubicBezTo>
                    <a:pt x="95226" y="806010"/>
                    <a:pt x="87955" y="778380"/>
                    <a:pt x="82053" y="749896"/>
                  </a:cubicBezTo>
                  <a:cubicBezTo>
                    <a:pt x="73585" y="731505"/>
                    <a:pt x="85646" y="708751"/>
                    <a:pt x="79401" y="692499"/>
                  </a:cubicBezTo>
                  <a:cubicBezTo>
                    <a:pt x="88212" y="716963"/>
                    <a:pt x="98306" y="740914"/>
                    <a:pt x="108314" y="764951"/>
                  </a:cubicBezTo>
                  <a:lnTo>
                    <a:pt x="119434" y="791553"/>
                  </a:lnTo>
                  <a:cubicBezTo>
                    <a:pt x="121572" y="796600"/>
                    <a:pt x="123625" y="801647"/>
                    <a:pt x="126106" y="806437"/>
                  </a:cubicBezTo>
                  <a:cubicBezTo>
                    <a:pt x="128501" y="811228"/>
                    <a:pt x="131238" y="815847"/>
                    <a:pt x="133633" y="820551"/>
                  </a:cubicBezTo>
                  <a:cubicBezTo>
                    <a:pt x="147576" y="847496"/>
                    <a:pt x="152965" y="877948"/>
                    <a:pt x="155959" y="909512"/>
                  </a:cubicBezTo>
                  <a:cubicBezTo>
                    <a:pt x="167079" y="941846"/>
                    <a:pt x="178285" y="974437"/>
                    <a:pt x="183075" y="1008310"/>
                  </a:cubicBezTo>
                  <a:cubicBezTo>
                    <a:pt x="195906" y="1099154"/>
                    <a:pt x="161947" y="1190424"/>
                    <a:pt x="163572" y="1282208"/>
                  </a:cubicBezTo>
                  <a:cubicBezTo>
                    <a:pt x="163572" y="1283919"/>
                    <a:pt x="163658" y="1285630"/>
                    <a:pt x="164513" y="1287084"/>
                  </a:cubicBezTo>
                  <a:cubicBezTo>
                    <a:pt x="167336" y="1291789"/>
                    <a:pt x="175376" y="1288966"/>
                    <a:pt x="179482" y="1292986"/>
                  </a:cubicBezTo>
                  <a:cubicBezTo>
                    <a:pt x="180338" y="1314286"/>
                    <a:pt x="181194" y="1335499"/>
                    <a:pt x="182049" y="1356799"/>
                  </a:cubicBezTo>
                  <a:cubicBezTo>
                    <a:pt x="183503" y="1356713"/>
                    <a:pt x="184957" y="1356627"/>
                    <a:pt x="186411" y="1356542"/>
                  </a:cubicBezTo>
                  <a:cubicBezTo>
                    <a:pt x="185299" y="1350896"/>
                    <a:pt x="185042" y="1344994"/>
                    <a:pt x="185727" y="1339263"/>
                  </a:cubicBezTo>
                  <a:cubicBezTo>
                    <a:pt x="187352" y="1347560"/>
                    <a:pt x="189063" y="1355943"/>
                    <a:pt x="190688" y="1364241"/>
                  </a:cubicBezTo>
                  <a:cubicBezTo>
                    <a:pt x="191201" y="1366636"/>
                    <a:pt x="191715" y="1369116"/>
                    <a:pt x="193254" y="1370913"/>
                  </a:cubicBezTo>
                  <a:cubicBezTo>
                    <a:pt x="194965" y="1372880"/>
                    <a:pt x="197617" y="1373735"/>
                    <a:pt x="200183" y="1374505"/>
                  </a:cubicBezTo>
                  <a:cubicBezTo>
                    <a:pt x="214810" y="1378611"/>
                    <a:pt x="230464" y="1380579"/>
                    <a:pt x="245006" y="1376216"/>
                  </a:cubicBezTo>
                  <a:cubicBezTo>
                    <a:pt x="246375" y="1375788"/>
                    <a:pt x="247828" y="1375275"/>
                    <a:pt x="249026" y="1374334"/>
                  </a:cubicBezTo>
                  <a:cubicBezTo>
                    <a:pt x="251592" y="1372110"/>
                    <a:pt x="251507" y="1368090"/>
                    <a:pt x="251164" y="1364754"/>
                  </a:cubicBezTo>
                  <a:cubicBezTo>
                    <a:pt x="250480" y="1357654"/>
                    <a:pt x="249454" y="1350469"/>
                    <a:pt x="247316" y="1343626"/>
                  </a:cubicBezTo>
                  <a:cubicBezTo>
                    <a:pt x="244749" y="1335243"/>
                    <a:pt x="240558" y="1327459"/>
                    <a:pt x="237735" y="1319161"/>
                  </a:cubicBezTo>
                  <a:cubicBezTo>
                    <a:pt x="233030" y="1305304"/>
                    <a:pt x="232175" y="1290334"/>
                    <a:pt x="233458" y="1275622"/>
                  </a:cubicBezTo>
                  <a:cubicBezTo>
                    <a:pt x="234741" y="1260994"/>
                    <a:pt x="237992" y="1246624"/>
                    <a:pt x="240643" y="1232168"/>
                  </a:cubicBezTo>
                  <a:cubicBezTo>
                    <a:pt x="250395" y="1258257"/>
                    <a:pt x="259120" y="1284860"/>
                    <a:pt x="266562" y="1311634"/>
                  </a:cubicBezTo>
                  <a:cubicBezTo>
                    <a:pt x="267246" y="1314029"/>
                    <a:pt x="267845" y="1316424"/>
                    <a:pt x="269470" y="1318220"/>
                  </a:cubicBezTo>
                  <a:cubicBezTo>
                    <a:pt x="271096" y="1320017"/>
                    <a:pt x="273918" y="1321043"/>
                    <a:pt x="276057" y="1319760"/>
                  </a:cubicBezTo>
                  <a:cubicBezTo>
                    <a:pt x="278623" y="1338322"/>
                    <a:pt x="278538" y="1357398"/>
                    <a:pt x="284098" y="1375275"/>
                  </a:cubicBezTo>
                  <a:cubicBezTo>
                    <a:pt x="285894" y="1380921"/>
                    <a:pt x="288375" y="1386738"/>
                    <a:pt x="293079" y="1390330"/>
                  </a:cubicBezTo>
                  <a:cubicBezTo>
                    <a:pt x="296244" y="1392811"/>
                    <a:pt x="300178" y="1394094"/>
                    <a:pt x="304114" y="1395120"/>
                  </a:cubicBezTo>
                  <a:cubicBezTo>
                    <a:pt x="316517" y="1398456"/>
                    <a:pt x="329348" y="1399739"/>
                    <a:pt x="342093" y="1399055"/>
                  </a:cubicBezTo>
                  <a:lnTo>
                    <a:pt x="342093" y="1399055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F8FCB9C-7E1E-9A2E-49B8-FDE50FD5154E}"/>
                </a:ext>
              </a:extLst>
            </p:cNvPr>
            <p:cNvSpPr/>
            <p:nvPr/>
          </p:nvSpPr>
          <p:spPr>
            <a:xfrm>
              <a:off x="5768333" y="989102"/>
              <a:ext cx="350463" cy="1394847"/>
            </a:xfrm>
            <a:custGeom>
              <a:avLst/>
              <a:gdLst>
                <a:gd name="connsiteX0" fmla="*/ 264527 w 350463"/>
                <a:gd name="connsiteY0" fmla="*/ 501368 h 1394847"/>
                <a:gd name="connsiteX1" fmla="*/ 272653 w 350463"/>
                <a:gd name="connsiteY1" fmla="*/ 500769 h 1394847"/>
                <a:gd name="connsiteX2" fmla="*/ 268462 w 350463"/>
                <a:gd name="connsiteY2" fmla="*/ 414032 h 1394847"/>
                <a:gd name="connsiteX3" fmla="*/ 278042 w 350463"/>
                <a:gd name="connsiteY3" fmla="*/ 410097 h 1394847"/>
                <a:gd name="connsiteX4" fmla="*/ 278641 w 350463"/>
                <a:gd name="connsiteY4" fmla="*/ 438582 h 1394847"/>
                <a:gd name="connsiteX5" fmla="*/ 283602 w 350463"/>
                <a:gd name="connsiteY5" fmla="*/ 462618 h 1394847"/>
                <a:gd name="connsiteX6" fmla="*/ 297888 w 350463"/>
                <a:gd name="connsiteY6" fmla="*/ 576044 h 1394847"/>
                <a:gd name="connsiteX7" fmla="*/ 264527 w 350463"/>
                <a:gd name="connsiteY7" fmla="*/ 501282 h 1394847"/>
                <a:gd name="connsiteX8" fmla="*/ 264527 w 350463"/>
                <a:gd name="connsiteY8" fmla="*/ 501282 h 1394847"/>
                <a:gd name="connsiteX9" fmla="*/ 243228 w 350463"/>
                <a:gd name="connsiteY9" fmla="*/ 239360 h 1394847"/>
                <a:gd name="connsiteX10" fmla="*/ 251525 w 350463"/>
                <a:gd name="connsiteY10" fmla="*/ 252875 h 1394847"/>
                <a:gd name="connsiteX11" fmla="*/ 181212 w 350463"/>
                <a:gd name="connsiteY11" fmla="*/ 321820 h 1394847"/>
                <a:gd name="connsiteX12" fmla="*/ 165216 w 350463"/>
                <a:gd name="connsiteY12" fmla="*/ 339356 h 1394847"/>
                <a:gd name="connsiteX13" fmla="*/ 139212 w 350463"/>
                <a:gd name="connsiteY13" fmla="*/ 362195 h 1394847"/>
                <a:gd name="connsiteX14" fmla="*/ 118939 w 350463"/>
                <a:gd name="connsiteY14" fmla="*/ 402056 h 1394847"/>
                <a:gd name="connsiteX15" fmla="*/ 128092 w 350463"/>
                <a:gd name="connsiteY15" fmla="*/ 358260 h 1394847"/>
                <a:gd name="connsiteX16" fmla="*/ 133053 w 350463"/>
                <a:gd name="connsiteY16" fmla="*/ 346285 h 1394847"/>
                <a:gd name="connsiteX17" fmla="*/ 129717 w 350463"/>
                <a:gd name="connsiteY17" fmla="*/ 336875 h 1394847"/>
                <a:gd name="connsiteX18" fmla="*/ 100976 w 350463"/>
                <a:gd name="connsiteY18" fmla="*/ 260061 h 1394847"/>
                <a:gd name="connsiteX19" fmla="*/ 101831 w 350463"/>
                <a:gd name="connsiteY19" fmla="*/ 255955 h 1394847"/>
                <a:gd name="connsiteX20" fmla="*/ 103884 w 350463"/>
                <a:gd name="connsiteY20" fmla="*/ 255869 h 1394847"/>
                <a:gd name="connsiteX21" fmla="*/ 114833 w 350463"/>
                <a:gd name="connsiteY21" fmla="*/ 259376 h 1394847"/>
                <a:gd name="connsiteX22" fmla="*/ 101318 w 350463"/>
                <a:gd name="connsiteY22" fmla="*/ 236195 h 1394847"/>
                <a:gd name="connsiteX23" fmla="*/ 155635 w 350463"/>
                <a:gd name="connsiteY23" fmla="*/ 199499 h 1394847"/>
                <a:gd name="connsiteX24" fmla="*/ 146141 w 350463"/>
                <a:gd name="connsiteY24" fmla="*/ 315918 h 1394847"/>
                <a:gd name="connsiteX25" fmla="*/ 232707 w 350463"/>
                <a:gd name="connsiteY25" fmla="*/ 187865 h 1394847"/>
                <a:gd name="connsiteX26" fmla="*/ 262303 w 350463"/>
                <a:gd name="connsiteY26" fmla="*/ 196761 h 1394847"/>
                <a:gd name="connsiteX27" fmla="*/ 265982 w 350463"/>
                <a:gd name="connsiteY27" fmla="*/ 223364 h 1394847"/>
                <a:gd name="connsiteX28" fmla="*/ 264784 w 350463"/>
                <a:gd name="connsiteY28" fmla="*/ 233886 h 1394847"/>
                <a:gd name="connsiteX29" fmla="*/ 243228 w 350463"/>
                <a:gd name="connsiteY29" fmla="*/ 239360 h 1394847"/>
                <a:gd name="connsiteX30" fmla="*/ 243228 w 350463"/>
                <a:gd name="connsiteY30" fmla="*/ 239360 h 1394847"/>
                <a:gd name="connsiteX31" fmla="*/ 347928 w 350463"/>
                <a:gd name="connsiteY31" fmla="*/ 543624 h 1394847"/>
                <a:gd name="connsiteX32" fmla="*/ 340999 w 350463"/>
                <a:gd name="connsiteY32" fmla="*/ 407445 h 1394847"/>
                <a:gd name="connsiteX33" fmla="*/ 344592 w 350463"/>
                <a:gd name="connsiteY33" fmla="*/ 358517 h 1394847"/>
                <a:gd name="connsiteX34" fmla="*/ 339545 w 350463"/>
                <a:gd name="connsiteY34" fmla="*/ 247743 h 1394847"/>
                <a:gd name="connsiteX35" fmla="*/ 318930 w 350463"/>
                <a:gd name="connsiteY35" fmla="*/ 220370 h 1394847"/>
                <a:gd name="connsiteX36" fmla="*/ 310547 w 350463"/>
                <a:gd name="connsiteY36" fmla="*/ 219686 h 1394847"/>
                <a:gd name="connsiteX37" fmla="*/ 302506 w 350463"/>
                <a:gd name="connsiteY37" fmla="*/ 216436 h 1394847"/>
                <a:gd name="connsiteX38" fmla="*/ 279325 w 350463"/>
                <a:gd name="connsiteY38" fmla="*/ 204374 h 1394847"/>
                <a:gd name="connsiteX39" fmla="*/ 272824 w 350463"/>
                <a:gd name="connsiteY39" fmla="*/ 197959 h 1394847"/>
                <a:gd name="connsiteX40" fmla="*/ 264784 w 350463"/>
                <a:gd name="connsiteY40" fmla="*/ 167935 h 1394847"/>
                <a:gd name="connsiteX41" fmla="*/ 253663 w 350463"/>
                <a:gd name="connsiteY41" fmla="*/ 110794 h 1394847"/>
                <a:gd name="connsiteX42" fmla="*/ 248617 w 350463"/>
                <a:gd name="connsiteY42" fmla="*/ 73499 h 1394847"/>
                <a:gd name="connsiteX43" fmla="*/ 230995 w 350463"/>
                <a:gd name="connsiteY43" fmla="*/ 54082 h 1394847"/>
                <a:gd name="connsiteX44" fmla="*/ 218079 w 350463"/>
                <a:gd name="connsiteY44" fmla="*/ 18326 h 1394847"/>
                <a:gd name="connsiteX45" fmla="*/ 196524 w 350463"/>
                <a:gd name="connsiteY45" fmla="*/ 3100 h 1394847"/>
                <a:gd name="connsiteX46" fmla="*/ 190621 w 350463"/>
                <a:gd name="connsiteY46" fmla="*/ 6350 h 1394847"/>
                <a:gd name="connsiteX47" fmla="*/ 140752 w 350463"/>
                <a:gd name="connsiteY47" fmla="*/ 3014 h 1394847"/>
                <a:gd name="connsiteX48" fmla="*/ 123815 w 350463"/>
                <a:gd name="connsiteY48" fmla="*/ 15161 h 1394847"/>
                <a:gd name="connsiteX49" fmla="*/ 99008 w 350463"/>
                <a:gd name="connsiteY49" fmla="*/ 58786 h 1394847"/>
                <a:gd name="connsiteX50" fmla="*/ 105338 w 350463"/>
                <a:gd name="connsiteY50" fmla="*/ 48607 h 1394847"/>
                <a:gd name="connsiteX51" fmla="*/ 95758 w 350463"/>
                <a:gd name="connsiteY51" fmla="*/ 145780 h 1394847"/>
                <a:gd name="connsiteX52" fmla="*/ 97041 w 350463"/>
                <a:gd name="connsiteY52" fmla="*/ 136456 h 1394847"/>
                <a:gd name="connsiteX53" fmla="*/ 106707 w 350463"/>
                <a:gd name="connsiteY53" fmla="*/ 206085 h 1394847"/>
                <a:gd name="connsiteX54" fmla="*/ 107989 w 350463"/>
                <a:gd name="connsiteY54" fmla="*/ 214468 h 1394847"/>
                <a:gd name="connsiteX55" fmla="*/ 104910 w 350463"/>
                <a:gd name="connsiteY55" fmla="*/ 215837 h 1394847"/>
                <a:gd name="connsiteX56" fmla="*/ 74971 w 350463"/>
                <a:gd name="connsiteY56" fmla="*/ 226444 h 1394847"/>
                <a:gd name="connsiteX57" fmla="*/ 65562 w 350463"/>
                <a:gd name="connsiteY57" fmla="*/ 231063 h 1394847"/>
                <a:gd name="connsiteX58" fmla="*/ 57436 w 350463"/>
                <a:gd name="connsiteY58" fmla="*/ 253218 h 1394847"/>
                <a:gd name="connsiteX59" fmla="*/ 54271 w 350463"/>
                <a:gd name="connsiteY59" fmla="*/ 292993 h 1394847"/>
                <a:gd name="connsiteX60" fmla="*/ 49738 w 350463"/>
                <a:gd name="connsiteY60" fmla="*/ 321050 h 1394847"/>
                <a:gd name="connsiteX61" fmla="*/ 49481 w 350463"/>
                <a:gd name="connsiteY61" fmla="*/ 347910 h 1394847"/>
                <a:gd name="connsiteX62" fmla="*/ 47000 w 350463"/>
                <a:gd name="connsiteY62" fmla="*/ 375710 h 1394847"/>
                <a:gd name="connsiteX63" fmla="*/ 39815 w 350463"/>
                <a:gd name="connsiteY63" fmla="*/ 427034 h 1394847"/>
                <a:gd name="connsiteX64" fmla="*/ 35623 w 350463"/>
                <a:gd name="connsiteY64" fmla="*/ 525233 h 1394847"/>
                <a:gd name="connsiteX65" fmla="*/ 34511 w 350463"/>
                <a:gd name="connsiteY65" fmla="*/ 550809 h 1394847"/>
                <a:gd name="connsiteX66" fmla="*/ 31089 w 350463"/>
                <a:gd name="connsiteY66" fmla="*/ 658589 h 1394847"/>
                <a:gd name="connsiteX67" fmla="*/ 32972 w 350463"/>
                <a:gd name="connsiteY67" fmla="*/ 667058 h 1394847"/>
                <a:gd name="connsiteX68" fmla="*/ 42894 w 350463"/>
                <a:gd name="connsiteY68" fmla="*/ 667999 h 1394847"/>
                <a:gd name="connsiteX69" fmla="*/ 32116 w 350463"/>
                <a:gd name="connsiteY69" fmla="*/ 710426 h 1394847"/>
                <a:gd name="connsiteX70" fmla="*/ 38104 w 350463"/>
                <a:gd name="connsiteY70" fmla="*/ 752170 h 1394847"/>
                <a:gd name="connsiteX71" fmla="*/ 41098 w 350463"/>
                <a:gd name="connsiteY71" fmla="*/ 754308 h 1394847"/>
                <a:gd name="connsiteX72" fmla="*/ 44861 w 350463"/>
                <a:gd name="connsiteY72" fmla="*/ 754650 h 1394847"/>
                <a:gd name="connsiteX73" fmla="*/ 47599 w 350463"/>
                <a:gd name="connsiteY73" fmla="*/ 761750 h 1394847"/>
                <a:gd name="connsiteX74" fmla="*/ 44348 w 350463"/>
                <a:gd name="connsiteY74" fmla="*/ 774068 h 1394847"/>
                <a:gd name="connsiteX75" fmla="*/ 29208 w 350463"/>
                <a:gd name="connsiteY75" fmla="*/ 920426 h 1394847"/>
                <a:gd name="connsiteX76" fmla="*/ 25786 w 350463"/>
                <a:gd name="connsiteY76" fmla="*/ 943179 h 1394847"/>
                <a:gd name="connsiteX77" fmla="*/ 29465 w 350463"/>
                <a:gd name="connsiteY77" fmla="*/ 972861 h 1394847"/>
                <a:gd name="connsiteX78" fmla="*/ 34340 w 350463"/>
                <a:gd name="connsiteY78" fmla="*/ 1104849 h 1394847"/>
                <a:gd name="connsiteX79" fmla="*/ 30234 w 350463"/>
                <a:gd name="connsiteY79" fmla="*/ 1253175 h 1394847"/>
                <a:gd name="connsiteX80" fmla="*/ 29806 w 350463"/>
                <a:gd name="connsiteY80" fmla="*/ 1264808 h 1394847"/>
                <a:gd name="connsiteX81" fmla="*/ 38104 w 350463"/>
                <a:gd name="connsiteY81" fmla="*/ 1271737 h 1394847"/>
                <a:gd name="connsiteX82" fmla="*/ 29293 w 350463"/>
                <a:gd name="connsiteY82" fmla="*/ 1327594 h 1394847"/>
                <a:gd name="connsiteX83" fmla="*/ 26727 w 350463"/>
                <a:gd name="connsiteY83" fmla="*/ 1354881 h 1394847"/>
                <a:gd name="connsiteX84" fmla="*/ 1407 w 350463"/>
                <a:gd name="connsiteY84" fmla="*/ 1383024 h 1394847"/>
                <a:gd name="connsiteX85" fmla="*/ 210 w 350463"/>
                <a:gd name="connsiteY85" fmla="*/ 1389353 h 1394847"/>
                <a:gd name="connsiteX86" fmla="*/ 12784 w 350463"/>
                <a:gd name="connsiteY86" fmla="*/ 1394828 h 1394847"/>
                <a:gd name="connsiteX87" fmla="*/ 48283 w 350463"/>
                <a:gd name="connsiteY87" fmla="*/ 1393716 h 1394847"/>
                <a:gd name="connsiteX88" fmla="*/ 67786 w 350463"/>
                <a:gd name="connsiteY88" fmla="*/ 1387728 h 1394847"/>
                <a:gd name="connsiteX89" fmla="*/ 73175 w 350463"/>
                <a:gd name="connsiteY89" fmla="*/ 1373871 h 1394847"/>
                <a:gd name="connsiteX90" fmla="*/ 96185 w 350463"/>
                <a:gd name="connsiteY90" fmla="*/ 1327850 h 1394847"/>
                <a:gd name="connsiteX91" fmla="*/ 97297 w 350463"/>
                <a:gd name="connsiteY91" fmla="*/ 1382853 h 1394847"/>
                <a:gd name="connsiteX92" fmla="*/ 105253 w 350463"/>
                <a:gd name="connsiteY92" fmla="*/ 1382510 h 1394847"/>
                <a:gd name="connsiteX93" fmla="*/ 104739 w 350463"/>
                <a:gd name="connsiteY93" fmla="*/ 1334523 h 1394847"/>
                <a:gd name="connsiteX94" fmla="*/ 109530 w 350463"/>
                <a:gd name="connsiteY94" fmla="*/ 1309631 h 1394847"/>
                <a:gd name="connsiteX95" fmla="*/ 119708 w 350463"/>
                <a:gd name="connsiteY95" fmla="*/ 1296201 h 1394847"/>
                <a:gd name="connsiteX96" fmla="*/ 110898 w 350463"/>
                <a:gd name="connsiteY96" fmla="*/ 1272079 h 1394847"/>
                <a:gd name="connsiteX97" fmla="*/ 117400 w 350463"/>
                <a:gd name="connsiteY97" fmla="*/ 1268743 h 1394847"/>
                <a:gd name="connsiteX98" fmla="*/ 117314 w 350463"/>
                <a:gd name="connsiteY98" fmla="*/ 1162759 h 1394847"/>
                <a:gd name="connsiteX99" fmla="*/ 125868 w 350463"/>
                <a:gd name="connsiteY99" fmla="*/ 1082181 h 1394847"/>
                <a:gd name="connsiteX100" fmla="*/ 132539 w 350463"/>
                <a:gd name="connsiteY100" fmla="*/ 954471 h 1394847"/>
                <a:gd name="connsiteX101" fmla="*/ 179672 w 350463"/>
                <a:gd name="connsiteY101" fmla="*/ 762862 h 1394847"/>
                <a:gd name="connsiteX102" fmla="*/ 191647 w 350463"/>
                <a:gd name="connsiteY102" fmla="*/ 783135 h 1394847"/>
                <a:gd name="connsiteX103" fmla="*/ 195753 w 350463"/>
                <a:gd name="connsiteY103" fmla="*/ 797677 h 1394847"/>
                <a:gd name="connsiteX104" fmla="*/ 208755 w 350463"/>
                <a:gd name="connsiteY104" fmla="*/ 886210 h 1394847"/>
                <a:gd name="connsiteX105" fmla="*/ 239720 w 350463"/>
                <a:gd name="connsiteY105" fmla="*/ 1099375 h 1394847"/>
                <a:gd name="connsiteX106" fmla="*/ 258624 w 350463"/>
                <a:gd name="connsiteY106" fmla="*/ 1227598 h 1394847"/>
                <a:gd name="connsiteX107" fmla="*/ 225436 w 350463"/>
                <a:gd name="connsiteY107" fmla="*/ 1349235 h 1394847"/>
                <a:gd name="connsiteX108" fmla="*/ 209782 w 350463"/>
                <a:gd name="connsiteY108" fmla="*/ 1369252 h 1394847"/>
                <a:gd name="connsiteX109" fmla="*/ 208841 w 350463"/>
                <a:gd name="connsiteY109" fmla="*/ 1375924 h 1394847"/>
                <a:gd name="connsiteX110" fmla="*/ 223126 w 350463"/>
                <a:gd name="connsiteY110" fmla="*/ 1382339 h 1394847"/>
                <a:gd name="connsiteX111" fmla="*/ 285228 w 350463"/>
                <a:gd name="connsiteY111" fmla="*/ 1375239 h 1394847"/>
                <a:gd name="connsiteX112" fmla="*/ 291301 w 350463"/>
                <a:gd name="connsiteY112" fmla="*/ 1372673 h 1394847"/>
                <a:gd name="connsiteX113" fmla="*/ 293868 w 350463"/>
                <a:gd name="connsiteY113" fmla="*/ 1366172 h 1394847"/>
                <a:gd name="connsiteX114" fmla="*/ 299769 w 350463"/>
                <a:gd name="connsiteY114" fmla="*/ 1331956 h 1394847"/>
                <a:gd name="connsiteX115" fmla="*/ 303448 w 350463"/>
                <a:gd name="connsiteY115" fmla="*/ 1370449 h 1394847"/>
                <a:gd name="connsiteX116" fmla="*/ 308238 w 350463"/>
                <a:gd name="connsiteY116" fmla="*/ 1356250 h 1394847"/>
                <a:gd name="connsiteX117" fmla="*/ 311231 w 350463"/>
                <a:gd name="connsiteY117" fmla="*/ 1315191 h 1394847"/>
                <a:gd name="connsiteX118" fmla="*/ 322181 w 350463"/>
                <a:gd name="connsiteY118" fmla="*/ 1299879 h 1394847"/>
                <a:gd name="connsiteX119" fmla="*/ 322865 w 350463"/>
                <a:gd name="connsiteY119" fmla="*/ 1269684 h 1394847"/>
                <a:gd name="connsiteX120" fmla="*/ 321924 w 350463"/>
                <a:gd name="connsiteY120" fmla="*/ 1261557 h 1394847"/>
                <a:gd name="connsiteX121" fmla="*/ 327313 w 350463"/>
                <a:gd name="connsiteY121" fmla="*/ 1259675 h 1394847"/>
                <a:gd name="connsiteX122" fmla="*/ 331504 w 350463"/>
                <a:gd name="connsiteY122" fmla="*/ 1239659 h 1394847"/>
                <a:gd name="connsiteX123" fmla="*/ 323721 w 350463"/>
                <a:gd name="connsiteY123" fmla="*/ 1136841 h 1394847"/>
                <a:gd name="connsiteX124" fmla="*/ 320299 w 350463"/>
                <a:gd name="connsiteY124" fmla="*/ 972348 h 1394847"/>
                <a:gd name="connsiteX125" fmla="*/ 303448 w 350463"/>
                <a:gd name="connsiteY125" fmla="*/ 888776 h 1394847"/>
                <a:gd name="connsiteX126" fmla="*/ 316620 w 350463"/>
                <a:gd name="connsiteY126" fmla="*/ 779371 h 1394847"/>
                <a:gd name="connsiteX127" fmla="*/ 320042 w 350463"/>
                <a:gd name="connsiteY127" fmla="*/ 762520 h 1394847"/>
                <a:gd name="connsiteX128" fmla="*/ 325774 w 350463"/>
                <a:gd name="connsiteY128" fmla="*/ 751143 h 1394847"/>
                <a:gd name="connsiteX129" fmla="*/ 335097 w 350463"/>
                <a:gd name="connsiteY129" fmla="*/ 675526 h 1394847"/>
                <a:gd name="connsiteX130" fmla="*/ 342710 w 350463"/>
                <a:gd name="connsiteY130" fmla="*/ 675612 h 1394847"/>
                <a:gd name="connsiteX131" fmla="*/ 348014 w 350463"/>
                <a:gd name="connsiteY131" fmla="*/ 544052 h 1394847"/>
                <a:gd name="connsiteX132" fmla="*/ 348014 w 350463"/>
                <a:gd name="connsiteY132" fmla="*/ 544052 h 1394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350463" h="1394847">
                  <a:moveTo>
                    <a:pt x="264527" y="501368"/>
                  </a:moveTo>
                  <a:cubicBezTo>
                    <a:pt x="267264" y="501197"/>
                    <a:pt x="269916" y="500940"/>
                    <a:pt x="272653" y="500769"/>
                  </a:cubicBezTo>
                  <a:cubicBezTo>
                    <a:pt x="255204" y="472883"/>
                    <a:pt x="256743" y="434390"/>
                    <a:pt x="268462" y="414032"/>
                  </a:cubicBezTo>
                  <a:cubicBezTo>
                    <a:pt x="271969" y="413861"/>
                    <a:pt x="275476" y="412492"/>
                    <a:pt x="278042" y="410097"/>
                  </a:cubicBezTo>
                  <a:cubicBezTo>
                    <a:pt x="277016" y="419592"/>
                    <a:pt x="277187" y="429172"/>
                    <a:pt x="278641" y="438582"/>
                  </a:cubicBezTo>
                  <a:cubicBezTo>
                    <a:pt x="279839" y="446708"/>
                    <a:pt x="282063" y="454578"/>
                    <a:pt x="283602" y="462618"/>
                  </a:cubicBezTo>
                  <a:cubicBezTo>
                    <a:pt x="290873" y="500170"/>
                    <a:pt x="285228" y="540032"/>
                    <a:pt x="297888" y="576044"/>
                  </a:cubicBezTo>
                  <a:cubicBezTo>
                    <a:pt x="282576" y="553290"/>
                    <a:pt x="271285" y="527885"/>
                    <a:pt x="264527" y="501282"/>
                  </a:cubicBezTo>
                  <a:lnTo>
                    <a:pt x="264527" y="501282"/>
                  </a:lnTo>
                  <a:close/>
                  <a:moveTo>
                    <a:pt x="243228" y="239360"/>
                  </a:moveTo>
                  <a:cubicBezTo>
                    <a:pt x="245965" y="243894"/>
                    <a:pt x="248788" y="248342"/>
                    <a:pt x="251525" y="252875"/>
                  </a:cubicBezTo>
                  <a:cubicBezTo>
                    <a:pt x="226206" y="273833"/>
                    <a:pt x="202682" y="296928"/>
                    <a:pt x="181212" y="321820"/>
                  </a:cubicBezTo>
                  <a:cubicBezTo>
                    <a:pt x="176080" y="327808"/>
                    <a:pt x="170946" y="333881"/>
                    <a:pt x="165216" y="339356"/>
                  </a:cubicBezTo>
                  <a:cubicBezTo>
                    <a:pt x="156919" y="347311"/>
                    <a:pt x="147167" y="353812"/>
                    <a:pt x="139212" y="362195"/>
                  </a:cubicBezTo>
                  <a:cubicBezTo>
                    <a:pt x="128776" y="373144"/>
                    <a:pt x="121677" y="387172"/>
                    <a:pt x="118939" y="402056"/>
                  </a:cubicBezTo>
                  <a:cubicBezTo>
                    <a:pt x="116886" y="387001"/>
                    <a:pt x="120136" y="371262"/>
                    <a:pt x="128092" y="358260"/>
                  </a:cubicBezTo>
                  <a:cubicBezTo>
                    <a:pt x="130401" y="354496"/>
                    <a:pt x="133139" y="350647"/>
                    <a:pt x="133053" y="346285"/>
                  </a:cubicBezTo>
                  <a:cubicBezTo>
                    <a:pt x="133053" y="342949"/>
                    <a:pt x="131343" y="339869"/>
                    <a:pt x="129717" y="336875"/>
                  </a:cubicBezTo>
                  <a:cubicBezTo>
                    <a:pt x="116629" y="312753"/>
                    <a:pt x="106963" y="286835"/>
                    <a:pt x="100976" y="260061"/>
                  </a:cubicBezTo>
                  <a:cubicBezTo>
                    <a:pt x="100633" y="258607"/>
                    <a:pt x="100547" y="256639"/>
                    <a:pt x="101831" y="255955"/>
                  </a:cubicBezTo>
                  <a:cubicBezTo>
                    <a:pt x="102430" y="255613"/>
                    <a:pt x="103200" y="255698"/>
                    <a:pt x="103884" y="255869"/>
                  </a:cubicBezTo>
                  <a:cubicBezTo>
                    <a:pt x="107648" y="256554"/>
                    <a:pt x="111326" y="257751"/>
                    <a:pt x="114833" y="259376"/>
                  </a:cubicBezTo>
                  <a:cubicBezTo>
                    <a:pt x="110813" y="251421"/>
                    <a:pt x="106279" y="243637"/>
                    <a:pt x="101318" y="236195"/>
                  </a:cubicBezTo>
                  <a:cubicBezTo>
                    <a:pt x="120222" y="225332"/>
                    <a:pt x="138442" y="213014"/>
                    <a:pt x="155635" y="199499"/>
                  </a:cubicBezTo>
                  <a:cubicBezTo>
                    <a:pt x="147937" y="237735"/>
                    <a:pt x="144686" y="276912"/>
                    <a:pt x="146141" y="315918"/>
                  </a:cubicBezTo>
                  <a:cubicBezTo>
                    <a:pt x="173427" y="272207"/>
                    <a:pt x="202340" y="229438"/>
                    <a:pt x="232707" y="187865"/>
                  </a:cubicBezTo>
                  <a:cubicBezTo>
                    <a:pt x="242458" y="193768"/>
                    <a:pt x="253321" y="198045"/>
                    <a:pt x="262303" y="196761"/>
                  </a:cubicBezTo>
                  <a:cubicBezTo>
                    <a:pt x="263586" y="205658"/>
                    <a:pt x="264784" y="214468"/>
                    <a:pt x="265982" y="223364"/>
                  </a:cubicBezTo>
                  <a:cubicBezTo>
                    <a:pt x="266494" y="226957"/>
                    <a:pt x="266923" y="230977"/>
                    <a:pt x="264784" y="233886"/>
                  </a:cubicBezTo>
                  <a:cubicBezTo>
                    <a:pt x="260250" y="240130"/>
                    <a:pt x="249986" y="235768"/>
                    <a:pt x="243228" y="239360"/>
                  </a:cubicBezTo>
                  <a:lnTo>
                    <a:pt x="243228" y="239360"/>
                  </a:lnTo>
                  <a:close/>
                  <a:moveTo>
                    <a:pt x="347928" y="543624"/>
                  </a:moveTo>
                  <a:cubicBezTo>
                    <a:pt x="351007" y="498203"/>
                    <a:pt x="339973" y="452952"/>
                    <a:pt x="340999" y="407445"/>
                  </a:cubicBezTo>
                  <a:cubicBezTo>
                    <a:pt x="341341" y="391107"/>
                    <a:pt x="343309" y="374769"/>
                    <a:pt x="344592" y="358517"/>
                  </a:cubicBezTo>
                  <a:cubicBezTo>
                    <a:pt x="347671" y="321478"/>
                    <a:pt x="347928" y="283841"/>
                    <a:pt x="339545" y="247743"/>
                  </a:cubicBezTo>
                  <a:cubicBezTo>
                    <a:pt x="336722" y="235939"/>
                    <a:pt x="330906" y="222338"/>
                    <a:pt x="318930" y="220370"/>
                  </a:cubicBezTo>
                  <a:cubicBezTo>
                    <a:pt x="316193" y="219943"/>
                    <a:pt x="313284" y="220199"/>
                    <a:pt x="310547" y="219686"/>
                  </a:cubicBezTo>
                  <a:cubicBezTo>
                    <a:pt x="307725" y="219173"/>
                    <a:pt x="305158" y="217804"/>
                    <a:pt x="302506" y="216436"/>
                  </a:cubicBezTo>
                  <a:cubicBezTo>
                    <a:pt x="294808" y="212415"/>
                    <a:pt x="287024" y="208395"/>
                    <a:pt x="279325" y="204374"/>
                  </a:cubicBezTo>
                  <a:cubicBezTo>
                    <a:pt x="276332" y="202835"/>
                    <a:pt x="272739" y="200354"/>
                    <a:pt x="272824" y="197959"/>
                  </a:cubicBezTo>
                  <a:cubicBezTo>
                    <a:pt x="274108" y="187523"/>
                    <a:pt x="268890" y="177601"/>
                    <a:pt x="264784" y="167935"/>
                  </a:cubicBezTo>
                  <a:cubicBezTo>
                    <a:pt x="257256" y="149886"/>
                    <a:pt x="253407" y="130297"/>
                    <a:pt x="253663" y="110794"/>
                  </a:cubicBezTo>
                  <a:cubicBezTo>
                    <a:pt x="253835" y="98049"/>
                    <a:pt x="255375" y="84277"/>
                    <a:pt x="248617" y="73499"/>
                  </a:cubicBezTo>
                  <a:cubicBezTo>
                    <a:pt x="243912" y="66057"/>
                    <a:pt x="235872" y="61352"/>
                    <a:pt x="230995" y="54082"/>
                  </a:cubicBezTo>
                  <a:cubicBezTo>
                    <a:pt x="223896" y="43475"/>
                    <a:pt x="224409" y="29361"/>
                    <a:pt x="218079" y="18326"/>
                  </a:cubicBezTo>
                  <a:cubicBezTo>
                    <a:pt x="213460" y="10456"/>
                    <a:pt x="205419" y="4811"/>
                    <a:pt x="196524" y="3100"/>
                  </a:cubicBezTo>
                  <a:cubicBezTo>
                    <a:pt x="193871" y="2587"/>
                    <a:pt x="190023" y="3699"/>
                    <a:pt x="190621" y="6350"/>
                  </a:cubicBezTo>
                  <a:cubicBezTo>
                    <a:pt x="175139" y="-749"/>
                    <a:pt x="157089" y="-1947"/>
                    <a:pt x="140752" y="3014"/>
                  </a:cubicBezTo>
                  <a:cubicBezTo>
                    <a:pt x="133908" y="5067"/>
                    <a:pt x="126809" y="8917"/>
                    <a:pt x="123815" y="15161"/>
                  </a:cubicBezTo>
                  <a:cubicBezTo>
                    <a:pt x="109786" y="25169"/>
                    <a:pt x="100462" y="41507"/>
                    <a:pt x="99008" y="58786"/>
                  </a:cubicBezTo>
                  <a:cubicBezTo>
                    <a:pt x="100292" y="54937"/>
                    <a:pt x="102430" y="51430"/>
                    <a:pt x="105338" y="48607"/>
                  </a:cubicBezTo>
                  <a:cubicBezTo>
                    <a:pt x="90198" y="77947"/>
                    <a:pt x="92593" y="112933"/>
                    <a:pt x="95758" y="145780"/>
                  </a:cubicBezTo>
                  <a:cubicBezTo>
                    <a:pt x="96185" y="142615"/>
                    <a:pt x="96613" y="139536"/>
                    <a:pt x="97041" y="136456"/>
                  </a:cubicBezTo>
                  <a:cubicBezTo>
                    <a:pt x="94646" y="159980"/>
                    <a:pt x="97982" y="184102"/>
                    <a:pt x="106707" y="206085"/>
                  </a:cubicBezTo>
                  <a:cubicBezTo>
                    <a:pt x="107734" y="208737"/>
                    <a:pt x="108930" y="211731"/>
                    <a:pt x="107989" y="214468"/>
                  </a:cubicBezTo>
                  <a:cubicBezTo>
                    <a:pt x="107049" y="217205"/>
                    <a:pt x="102943" y="218745"/>
                    <a:pt x="104910" y="215837"/>
                  </a:cubicBezTo>
                  <a:cubicBezTo>
                    <a:pt x="94903" y="219344"/>
                    <a:pt x="84980" y="222937"/>
                    <a:pt x="74971" y="226444"/>
                  </a:cubicBezTo>
                  <a:cubicBezTo>
                    <a:pt x="71635" y="227641"/>
                    <a:pt x="68299" y="228839"/>
                    <a:pt x="65562" y="231063"/>
                  </a:cubicBezTo>
                  <a:cubicBezTo>
                    <a:pt x="59232" y="236195"/>
                    <a:pt x="58035" y="245177"/>
                    <a:pt x="57436" y="253218"/>
                  </a:cubicBezTo>
                  <a:cubicBezTo>
                    <a:pt x="56495" y="266476"/>
                    <a:pt x="56239" y="279820"/>
                    <a:pt x="54271" y="292993"/>
                  </a:cubicBezTo>
                  <a:cubicBezTo>
                    <a:pt x="52817" y="302317"/>
                    <a:pt x="50507" y="311555"/>
                    <a:pt x="49738" y="321050"/>
                  </a:cubicBezTo>
                  <a:cubicBezTo>
                    <a:pt x="48968" y="329947"/>
                    <a:pt x="49738" y="338928"/>
                    <a:pt x="49481" y="347910"/>
                  </a:cubicBezTo>
                  <a:cubicBezTo>
                    <a:pt x="49224" y="357234"/>
                    <a:pt x="48112" y="366472"/>
                    <a:pt x="47000" y="375710"/>
                  </a:cubicBezTo>
                  <a:cubicBezTo>
                    <a:pt x="44861" y="392561"/>
                    <a:pt x="42808" y="409413"/>
                    <a:pt x="39815" y="427034"/>
                  </a:cubicBezTo>
                  <a:lnTo>
                    <a:pt x="35623" y="525233"/>
                  </a:lnTo>
                  <a:cubicBezTo>
                    <a:pt x="35281" y="533787"/>
                    <a:pt x="34939" y="542256"/>
                    <a:pt x="34511" y="550809"/>
                  </a:cubicBezTo>
                  <a:cubicBezTo>
                    <a:pt x="33057" y="585966"/>
                    <a:pt x="31518" y="621123"/>
                    <a:pt x="31089" y="658589"/>
                  </a:cubicBezTo>
                  <a:cubicBezTo>
                    <a:pt x="28524" y="660813"/>
                    <a:pt x="30063" y="665347"/>
                    <a:pt x="32972" y="667058"/>
                  </a:cubicBezTo>
                  <a:cubicBezTo>
                    <a:pt x="35880" y="668683"/>
                    <a:pt x="39558" y="668341"/>
                    <a:pt x="42894" y="667999"/>
                  </a:cubicBezTo>
                  <a:cubicBezTo>
                    <a:pt x="42124" y="682626"/>
                    <a:pt x="35709" y="696312"/>
                    <a:pt x="32116" y="710426"/>
                  </a:cubicBezTo>
                  <a:cubicBezTo>
                    <a:pt x="28524" y="724626"/>
                    <a:pt x="28353" y="741221"/>
                    <a:pt x="38104" y="752170"/>
                  </a:cubicBezTo>
                  <a:cubicBezTo>
                    <a:pt x="38959" y="753110"/>
                    <a:pt x="39815" y="754051"/>
                    <a:pt x="41098" y="754308"/>
                  </a:cubicBezTo>
                  <a:cubicBezTo>
                    <a:pt x="42296" y="754650"/>
                    <a:pt x="43665" y="754308"/>
                    <a:pt x="44861" y="754650"/>
                  </a:cubicBezTo>
                  <a:cubicBezTo>
                    <a:pt x="47513" y="755506"/>
                    <a:pt x="47770" y="759013"/>
                    <a:pt x="47599" y="761750"/>
                  </a:cubicBezTo>
                  <a:cubicBezTo>
                    <a:pt x="47257" y="765856"/>
                    <a:pt x="46914" y="769962"/>
                    <a:pt x="44348" y="774068"/>
                  </a:cubicBezTo>
                  <a:cubicBezTo>
                    <a:pt x="44177" y="823167"/>
                    <a:pt x="39131" y="872353"/>
                    <a:pt x="29208" y="920426"/>
                  </a:cubicBezTo>
                  <a:cubicBezTo>
                    <a:pt x="27668" y="927953"/>
                    <a:pt x="26043" y="935481"/>
                    <a:pt x="25786" y="943179"/>
                  </a:cubicBezTo>
                  <a:cubicBezTo>
                    <a:pt x="25445" y="953102"/>
                    <a:pt x="27583" y="963024"/>
                    <a:pt x="29465" y="972861"/>
                  </a:cubicBezTo>
                  <a:cubicBezTo>
                    <a:pt x="37591" y="1016915"/>
                    <a:pt x="39729" y="1062079"/>
                    <a:pt x="34340" y="1104849"/>
                  </a:cubicBezTo>
                  <a:cubicBezTo>
                    <a:pt x="40499" y="1154120"/>
                    <a:pt x="39131" y="1204331"/>
                    <a:pt x="30234" y="1253175"/>
                  </a:cubicBezTo>
                  <a:cubicBezTo>
                    <a:pt x="29550" y="1257024"/>
                    <a:pt x="28780" y="1261044"/>
                    <a:pt x="29806" y="1264808"/>
                  </a:cubicBezTo>
                  <a:cubicBezTo>
                    <a:pt x="30834" y="1268572"/>
                    <a:pt x="34169" y="1271993"/>
                    <a:pt x="38104" y="1271737"/>
                  </a:cubicBezTo>
                  <a:cubicBezTo>
                    <a:pt x="31518" y="1289529"/>
                    <a:pt x="28610" y="1308604"/>
                    <a:pt x="29293" y="1327594"/>
                  </a:cubicBezTo>
                  <a:cubicBezTo>
                    <a:pt x="29722" y="1336832"/>
                    <a:pt x="30834" y="1346584"/>
                    <a:pt x="26727" y="1354881"/>
                  </a:cubicBezTo>
                  <a:cubicBezTo>
                    <a:pt x="21168" y="1366258"/>
                    <a:pt x="7310" y="1371732"/>
                    <a:pt x="1407" y="1383024"/>
                  </a:cubicBezTo>
                  <a:cubicBezTo>
                    <a:pt x="381" y="1384991"/>
                    <a:pt x="-389" y="1387215"/>
                    <a:pt x="210" y="1389353"/>
                  </a:cubicBezTo>
                  <a:cubicBezTo>
                    <a:pt x="1407" y="1394144"/>
                    <a:pt x="7823" y="1394999"/>
                    <a:pt x="12784" y="1394828"/>
                  </a:cubicBezTo>
                  <a:cubicBezTo>
                    <a:pt x="24674" y="1394486"/>
                    <a:pt x="36478" y="1394144"/>
                    <a:pt x="48283" y="1393716"/>
                  </a:cubicBezTo>
                  <a:cubicBezTo>
                    <a:pt x="55298" y="1393545"/>
                    <a:pt x="63167" y="1392946"/>
                    <a:pt x="67786" y="1387728"/>
                  </a:cubicBezTo>
                  <a:cubicBezTo>
                    <a:pt x="71122" y="1383964"/>
                    <a:pt x="72063" y="1378747"/>
                    <a:pt x="73175" y="1373871"/>
                  </a:cubicBezTo>
                  <a:cubicBezTo>
                    <a:pt x="77024" y="1357019"/>
                    <a:pt x="84980" y="1341024"/>
                    <a:pt x="96185" y="1327850"/>
                  </a:cubicBezTo>
                  <a:cubicBezTo>
                    <a:pt x="95501" y="1346156"/>
                    <a:pt x="95929" y="1364547"/>
                    <a:pt x="97297" y="1382853"/>
                  </a:cubicBezTo>
                  <a:cubicBezTo>
                    <a:pt x="99864" y="1381912"/>
                    <a:pt x="102686" y="1381741"/>
                    <a:pt x="105253" y="1382510"/>
                  </a:cubicBezTo>
                  <a:cubicBezTo>
                    <a:pt x="105081" y="1366515"/>
                    <a:pt x="104910" y="1350519"/>
                    <a:pt x="104739" y="1334523"/>
                  </a:cubicBezTo>
                  <a:cubicBezTo>
                    <a:pt x="104653" y="1325883"/>
                    <a:pt x="104739" y="1316730"/>
                    <a:pt x="109530" y="1309631"/>
                  </a:cubicBezTo>
                  <a:cubicBezTo>
                    <a:pt x="112694" y="1305012"/>
                    <a:pt x="117741" y="1301504"/>
                    <a:pt x="119708" y="1296201"/>
                  </a:cubicBezTo>
                  <a:cubicBezTo>
                    <a:pt x="122703" y="1287732"/>
                    <a:pt x="116629" y="1279007"/>
                    <a:pt x="110898" y="1272079"/>
                  </a:cubicBezTo>
                  <a:cubicBezTo>
                    <a:pt x="113037" y="1270967"/>
                    <a:pt x="115261" y="1269855"/>
                    <a:pt x="117400" y="1268743"/>
                  </a:cubicBezTo>
                  <a:cubicBezTo>
                    <a:pt x="125697" y="1234270"/>
                    <a:pt x="116373" y="1198173"/>
                    <a:pt x="117314" y="1162759"/>
                  </a:cubicBezTo>
                  <a:cubicBezTo>
                    <a:pt x="117998" y="1135729"/>
                    <a:pt x="124499" y="1109211"/>
                    <a:pt x="125868" y="1082181"/>
                  </a:cubicBezTo>
                  <a:cubicBezTo>
                    <a:pt x="128006" y="1039411"/>
                    <a:pt x="117228" y="994674"/>
                    <a:pt x="132539" y="954471"/>
                  </a:cubicBezTo>
                  <a:cubicBezTo>
                    <a:pt x="134422" y="887835"/>
                    <a:pt x="150589" y="821628"/>
                    <a:pt x="179672" y="762862"/>
                  </a:cubicBezTo>
                  <a:cubicBezTo>
                    <a:pt x="180528" y="770732"/>
                    <a:pt x="187884" y="776121"/>
                    <a:pt x="191647" y="783135"/>
                  </a:cubicBezTo>
                  <a:cubicBezTo>
                    <a:pt x="194043" y="787583"/>
                    <a:pt x="194898" y="792630"/>
                    <a:pt x="195753" y="797677"/>
                  </a:cubicBezTo>
                  <a:cubicBezTo>
                    <a:pt x="200715" y="827102"/>
                    <a:pt x="204992" y="856613"/>
                    <a:pt x="208755" y="886210"/>
                  </a:cubicBezTo>
                  <a:cubicBezTo>
                    <a:pt x="217737" y="958063"/>
                    <a:pt x="223553" y="1030515"/>
                    <a:pt x="239720" y="1099375"/>
                  </a:cubicBezTo>
                  <a:cubicBezTo>
                    <a:pt x="243655" y="1142401"/>
                    <a:pt x="255631" y="1184486"/>
                    <a:pt x="258624" y="1227598"/>
                  </a:cubicBezTo>
                  <a:cubicBezTo>
                    <a:pt x="261705" y="1270710"/>
                    <a:pt x="254433" y="1317244"/>
                    <a:pt x="225436" y="1349235"/>
                  </a:cubicBezTo>
                  <a:cubicBezTo>
                    <a:pt x="219705" y="1355565"/>
                    <a:pt x="213032" y="1361382"/>
                    <a:pt x="209782" y="1369252"/>
                  </a:cubicBezTo>
                  <a:cubicBezTo>
                    <a:pt x="208841" y="1371390"/>
                    <a:pt x="208243" y="1373700"/>
                    <a:pt x="208841" y="1375924"/>
                  </a:cubicBezTo>
                  <a:cubicBezTo>
                    <a:pt x="210295" y="1381398"/>
                    <a:pt x="217480" y="1382510"/>
                    <a:pt x="223126" y="1382339"/>
                  </a:cubicBezTo>
                  <a:cubicBezTo>
                    <a:pt x="243997" y="1381826"/>
                    <a:pt x="264784" y="1379431"/>
                    <a:pt x="285228" y="1375239"/>
                  </a:cubicBezTo>
                  <a:cubicBezTo>
                    <a:pt x="287452" y="1374812"/>
                    <a:pt x="289761" y="1374213"/>
                    <a:pt x="291301" y="1372673"/>
                  </a:cubicBezTo>
                  <a:cubicBezTo>
                    <a:pt x="292926" y="1370962"/>
                    <a:pt x="293440" y="1368482"/>
                    <a:pt x="293868" y="1366172"/>
                  </a:cubicBezTo>
                  <a:cubicBezTo>
                    <a:pt x="295835" y="1354796"/>
                    <a:pt x="297802" y="1343333"/>
                    <a:pt x="299769" y="1331956"/>
                  </a:cubicBezTo>
                  <a:cubicBezTo>
                    <a:pt x="300967" y="1344787"/>
                    <a:pt x="302250" y="1357618"/>
                    <a:pt x="303448" y="1370449"/>
                  </a:cubicBezTo>
                  <a:cubicBezTo>
                    <a:pt x="308409" y="1368396"/>
                    <a:pt x="308837" y="1361639"/>
                    <a:pt x="308238" y="1356250"/>
                  </a:cubicBezTo>
                  <a:cubicBezTo>
                    <a:pt x="306783" y="1342392"/>
                    <a:pt x="304389" y="1327337"/>
                    <a:pt x="311231" y="1315191"/>
                  </a:cubicBezTo>
                  <a:cubicBezTo>
                    <a:pt x="314311" y="1309716"/>
                    <a:pt x="319016" y="1305268"/>
                    <a:pt x="322181" y="1299879"/>
                  </a:cubicBezTo>
                  <a:cubicBezTo>
                    <a:pt x="327398" y="1290812"/>
                    <a:pt x="327741" y="1279007"/>
                    <a:pt x="322865" y="1269684"/>
                  </a:cubicBezTo>
                  <a:cubicBezTo>
                    <a:pt x="321497" y="1267032"/>
                    <a:pt x="319871" y="1263696"/>
                    <a:pt x="321924" y="1261557"/>
                  </a:cubicBezTo>
                  <a:cubicBezTo>
                    <a:pt x="323293" y="1260189"/>
                    <a:pt x="325431" y="1260274"/>
                    <a:pt x="327313" y="1259675"/>
                  </a:cubicBezTo>
                  <a:cubicBezTo>
                    <a:pt x="334584" y="1257366"/>
                    <a:pt x="333557" y="1246930"/>
                    <a:pt x="331504" y="1239659"/>
                  </a:cubicBezTo>
                  <a:cubicBezTo>
                    <a:pt x="322181" y="1206470"/>
                    <a:pt x="323207" y="1171313"/>
                    <a:pt x="323721" y="1136841"/>
                  </a:cubicBezTo>
                  <a:cubicBezTo>
                    <a:pt x="324405" y="1082010"/>
                    <a:pt x="323207" y="1027093"/>
                    <a:pt x="320299" y="972348"/>
                  </a:cubicBezTo>
                  <a:cubicBezTo>
                    <a:pt x="318759" y="943008"/>
                    <a:pt x="316449" y="912984"/>
                    <a:pt x="303448" y="888776"/>
                  </a:cubicBezTo>
                  <a:cubicBezTo>
                    <a:pt x="307810" y="852336"/>
                    <a:pt x="312258" y="815897"/>
                    <a:pt x="316620" y="779371"/>
                  </a:cubicBezTo>
                  <a:cubicBezTo>
                    <a:pt x="317305" y="773640"/>
                    <a:pt x="317989" y="767909"/>
                    <a:pt x="320042" y="762520"/>
                  </a:cubicBezTo>
                  <a:cubicBezTo>
                    <a:pt x="321582" y="758585"/>
                    <a:pt x="323806" y="754907"/>
                    <a:pt x="325774" y="751143"/>
                  </a:cubicBezTo>
                  <a:cubicBezTo>
                    <a:pt x="338005" y="728219"/>
                    <a:pt x="341341" y="700760"/>
                    <a:pt x="335097" y="675526"/>
                  </a:cubicBezTo>
                  <a:cubicBezTo>
                    <a:pt x="337664" y="675526"/>
                    <a:pt x="340144" y="675526"/>
                    <a:pt x="342710" y="675612"/>
                  </a:cubicBezTo>
                  <a:cubicBezTo>
                    <a:pt x="350324" y="632927"/>
                    <a:pt x="352803" y="589302"/>
                    <a:pt x="348014" y="544052"/>
                  </a:cubicBezTo>
                  <a:lnTo>
                    <a:pt x="348014" y="544052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99F41F2-26B7-C1BF-BF0E-9C60229E2DB1}"/>
                </a:ext>
              </a:extLst>
            </p:cNvPr>
            <p:cNvSpPr/>
            <p:nvPr/>
          </p:nvSpPr>
          <p:spPr>
            <a:xfrm>
              <a:off x="-3105499" y="1018598"/>
              <a:ext cx="573468" cy="1393663"/>
            </a:xfrm>
            <a:custGeom>
              <a:avLst/>
              <a:gdLst>
                <a:gd name="connsiteX0" fmla="*/ 326420 w 573468"/>
                <a:gd name="connsiteY0" fmla="*/ 430385 h 1393663"/>
                <a:gd name="connsiteX1" fmla="*/ 304608 w 573468"/>
                <a:gd name="connsiteY1" fmla="*/ 361697 h 1393663"/>
                <a:gd name="connsiteX2" fmla="*/ 245585 w 573468"/>
                <a:gd name="connsiteY2" fmla="*/ 294549 h 1393663"/>
                <a:gd name="connsiteX3" fmla="*/ 237716 w 573468"/>
                <a:gd name="connsiteY3" fmla="*/ 285310 h 1393663"/>
                <a:gd name="connsiteX4" fmla="*/ 237288 w 573468"/>
                <a:gd name="connsiteY4" fmla="*/ 256312 h 1393663"/>
                <a:gd name="connsiteX5" fmla="*/ 205553 w 573468"/>
                <a:gd name="connsiteY5" fmla="*/ 246219 h 1393663"/>
                <a:gd name="connsiteX6" fmla="*/ 208119 w 573468"/>
                <a:gd name="connsiteY6" fmla="*/ 209779 h 1393663"/>
                <a:gd name="connsiteX7" fmla="*/ 246954 w 573468"/>
                <a:gd name="connsiteY7" fmla="*/ 236809 h 1393663"/>
                <a:gd name="connsiteX8" fmla="*/ 308115 w 573468"/>
                <a:gd name="connsiteY8" fmla="*/ 291127 h 1393663"/>
                <a:gd name="connsiteX9" fmla="*/ 307858 w 573468"/>
                <a:gd name="connsiteY9" fmla="*/ 276756 h 1393663"/>
                <a:gd name="connsiteX10" fmla="*/ 339594 w 573468"/>
                <a:gd name="connsiteY10" fmla="*/ 321921 h 1393663"/>
                <a:gd name="connsiteX11" fmla="*/ 354477 w 573468"/>
                <a:gd name="connsiteY11" fmla="*/ 344247 h 1393663"/>
                <a:gd name="connsiteX12" fmla="*/ 352510 w 573468"/>
                <a:gd name="connsiteY12" fmla="*/ 411481 h 1393663"/>
                <a:gd name="connsiteX13" fmla="*/ 334461 w 573468"/>
                <a:gd name="connsiteY13" fmla="*/ 477774 h 1393663"/>
                <a:gd name="connsiteX14" fmla="*/ 326420 w 573468"/>
                <a:gd name="connsiteY14" fmla="*/ 430300 h 1393663"/>
                <a:gd name="connsiteX15" fmla="*/ 326420 w 573468"/>
                <a:gd name="connsiteY15" fmla="*/ 430300 h 1393663"/>
                <a:gd name="connsiteX16" fmla="*/ 545487 w 573468"/>
                <a:gd name="connsiteY16" fmla="*/ 1351560 h 1393663"/>
                <a:gd name="connsiteX17" fmla="*/ 525043 w 573468"/>
                <a:gd name="connsiteY17" fmla="*/ 1349337 h 1393663"/>
                <a:gd name="connsiteX18" fmla="*/ 514693 w 573468"/>
                <a:gd name="connsiteY18" fmla="*/ 1340355 h 1393663"/>
                <a:gd name="connsiteX19" fmla="*/ 479108 w 573468"/>
                <a:gd name="connsiteY19" fmla="*/ 1262685 h 1393663"/>
                <a:gd name="connsiteX20" fmla="*/ 452506 w 573468"/>
                <a:gd name="connsiteY20" fmla="*/ 1218803 h 1393663"/>
                <a:gd name="connsiteX21" fmla="*/ 441385 w 573468"/>
                <a:gd name="connsiteY21" fmla="*/ 1190575 h 1393663"/>
                <a:gd name="connsiteX22" fmla="*/ 438049 w 573468"/>
                <a:gd name="connsiteY22" fmla="*/ 1180909 h 1393663"/>
                <a:gd name="connsiteX23" fmla="*/ 443011 w 573468"/>
                <a:gd name="connsiteY23" fmla="*/ 1177744 h 1393663"/>
                <a:gd name="connsiteX24" fmla="*/ 441899 w 573468"/>
                <a:gd name="connsiteY24" fmla="*/ 1171243 h 1393663"/>
                <a:gd name="connsiteX25" fmla="*/ 413842 w 573468"/>
                <a:gd name="connsiteY25" fmla="*/ 1050290 h 1393663"/>
                <a:gd name="connsiteX26" fmla="*/ 409650 w 573468"/>
                <a:gd name="connsiteY26" fmla="*/ 1014107 h 1393663"/>
                <a:gd name="connsiteX27" fmla="*/ 403919 w 573468"/>
                <a:gd name="connsiteY27" fmla="*/ 957394 h 1393663"/>
                <a:gd name="connsiteX28" fmla="*/ 404518 w 573468"/>
                <a:gd name="connsiteY28" fmla="*/ 935582 h 1393663"/>
                <a:gd name="connsiteX29" fmla="*/ 397161 w 573468"/>
                <a:gd name="connsiteY29" fmla="*/ 878698 h 1393663"/>
                <a:gd name="connsiteX30" fmla="*/ 375862 w 573468"/>
                <a:gd name="connsiteY30" fmla="*/ 823439 h 1393663"/>
                <a:gd name="connsiteX31" fmla="*/ 366282 w 573468"/>
                <a:gd name="connsiteY31" fmla="*/ 804107 h 1393663"/>
                <a:gd name="connsiteX32" fmla="*/ 349944 w 573468"/>
                <a:gd name="connsiteY32" fmla="*/ 749106 h 1393663"/>
                <a:gd name="connsiteX33" fmla="*/ 349944 w 573468"/>
                <a:gd name="connsiteY33" fmla="*/ 739440 h 1393663"/>
                <a:gd name="connsiteX34" fmla="*/ 351312 w 573468"/>
                <a:gd name="connsiteY34" fmla="*/ 737387 h 1393663"/>
                <a:gd name="connsiteX35" fmla="*/ 353964 w 573468"/>
                <a:gd name="connsiteY35" fmla="*/ 736788 h 1393663"/>
                <a:gd name="connsiteX36" fmla="*/ 373895 w 573468"/>
                <a:gd name="connsiteY36" fmla="*/ 736531 h 1393663"/>
                <a:gd name="connsiteX37" fmla="*/ 374066 w 573468"/>
                <a:gd name="connsiteY37" fmla="*/ 713179 h 1393663"/>
                <a:gd name="connsiteX38" fmla="*/ 359524 w 573468"/>
                <a:gd name="connsiteY38" fmla="*/ 581363 h 1393663"/>
                <a:gd name="connsiteX39" fmla="*/ 424449 w 573468"/>
                <a:gd name="connsiteY39" fmla="*/ 651847 h 1393663"/>
                <a:gd name="connsiteX40" fmla="*/ 438221 w 573468"/>
                <a:gd name="connsiteY40" fmla="*/ 646544 h 1393663"/>
                <a:gd name="connsiteX41" fmla="*/ 443781 w 573468"/>
                <a:gd name="connsiteY41" fmla="*/ 651334 h 1393663"/>
                <a:gd name="connsiteX42" fmla="*/ 452249 w 573468"/>
                <a:gd name="connsiteY42" fmla="*/ 665362 h 1393663"/>
                <a:gd name="connsiteX43" fmla="*/ 456782 w 573468"/>
                <a:gd name="connsiteY43" fmla="*/ 673831 h 1393663"/>
                <a:gd name="connsiteX44" fmla="*/ 465165 w 573468"/>
                <a:gd name="connsiteY44" fmla="*/ 677595 h 1393663"/>
                <a:gd name="connsiteX45" fmla="*/ 468416 w 573468"/>
                <a:gd name="connsiteY45" fmla="*/ 677167 h 1393663"/>
                <a:gd name="connsiteX46" fmla="*/ 472607 w 573468"/>
                <a:gd name="connsiteY46" fmla="*/ 680503 h 1393663"/>
                <a:gd name="connsiteX47" fmla="*/ 479964 w 573468"/>
                <a:gd name="connsiteY47" fmla="*/ 680503 h 1393663"/>
                <a:gd name="connsiteX48" fmla="*/ 482958 w 573468"/>
                <a:gd name="connsiteY48" fmla="*/ 678022 h 1393663"/>
                <a:gd name="connsiteX49" fmla="*/ 490742 w 573468"/>
                <a:gd name="connsiteY49" fmla="*/ 680503 h 1393663"/>
                <a:gd name="connsiteX50" fmla="*/ 497499 w 573468"/>
                <a:gd name="connsiteY50" fmla="*/ 678792 h 1393663"/>
                <a:gd name="connsiteX51" fmla="*/ 511528 w 573468"/>
                <a:gd name="connsiteY51" fmla="*/ 676311 h 1393663"/>
                <a:gd name="connsiteX52" fmla="*/ 514180 w 573468"/>
                <a:gd name="connsiteY52" fmla="*/ 660658 h 1393663"/>
                <a:gd name="connsiteX53" fmla="*/ 496045 w 573468"/>
                <a:gd name="connsiteY53" fmla="*/ 626955 h 1393663"/>
                <a:gd name="connsiteX54" fmla="*/ 477483 w 573468"/>
                <a:gd name="connsiteY54" fmla="*/ 612071 h 1393663"/>
                <a:gd name="connsiteX55" fmla="*/ 475601 w 573468"/>
                <a:gd name="connsiteY55" fmla="*/ 608564 h 1393663"/>
                <a:gd name="connsiteX56" fmla="*/ 472094 w 573468"/>
                <a:gd name="connsiteY56" fmla="*/ 606255 h 1393663"/>
                <a:gd name="connsiteX57" fmla="*/ 462172 w 573468"/>
                <a:gd name="connsiteY57" fmla="*/ 599155 h 1393663"/>
                <a:gd name="connsiteX58" fmla="*/ 355333 w 573468"/>
                <a:gd name="connsiteY58" fmla="*/ 500015 h 1393663"/>
                <a:gd name="connsiteX59" fmla="*/ 342929 w 573468"/>
                <a:gd name="connsiteY59" fmla="*/ 472984 h 1393663"/>
                <a:gd name="connsiteX60" fmla="*/ 366795 w 573468"/>
                <a:gd name="connsiteY60" fmla="*/ 406947 h 1393663"/>
                <a:gd name="connsiteX61" fmla="*/ 334718 w 573468"/>
                <a:gd name="connsiteY61" fmla="*/ 290699 h 1393663"/>
                <a:gd name="connsiteX62" fmla="*/ 327019 w 573468"/>
                <a:gd name="connsiteY62" fmla="*/ 280777 h 1393663"/>
                <a:gd name="connsiteX63" fmla="*/ 322999 w 573468"/>
                <a:gd name="connsiteY63" fmla="*/ 262557 h 1393663"/>
                <a:gd name="connsiteX64" fmla="*/ 309740 w 573468"/>
                <a:gd name="connsiteY64" fmla="*/ 232190 h 1393663"/>
                <a:gd name="connsiteX65" fmla="*/ 327447 w 573468"/>
                <a:gd name="connsiteY65" fmla="*/ 255029 h 1393663"/>
                <a:gd name="connsiteX66" fmla="*/ 333263 w 573468"/>
                <a:gd name="connsiteY66" fmla="*/ 273249 h 1393663"/>
                <a:gd name="connsiteX67" fmla="*/ 345239 w 573468"/>
                <a:gd name="connsiteY67" fmla="*/ 292496 h 1393663"/>
                <a:gd name="connsiteX68" fmla="*/ 341903 w 573468"/>
                <a:gd name="connsiteY68" fmla="*/ 272736 h 1393663"/>
                <a:gd name="connsiteX69" fmla="*/ 351141 w 573468"/>
                <a:gd name="connsiteY69" fmla="*/ 307807 h 1393663"/>
                <a:gd name="connsiteX70" fmla="*/ 355846 w 573468"/>
                <a:gd name="connsiteY70" fmla="*/ 274789 h 1393663"/>
                <a:gd name="connsiteX71" fmla="*/ 353878 w 573468"/>
                <a:gd name="connsiteY71" fmla="*/ 236467 h 1393663"/>
                <a:gd name="connsiteX72" fmla="*/ 341646 w 573468"/>
                <a:gd name="connsiteY72" fmla="*/ 210292 h 1393663"/>
                <a:gd name="connsiteX73" fmla="*/ 323255 w 573468"/>
                <a:gd name="connsiteY73" fmla="*/ 162732 h 1393663"/>
                <a:gd name="connsiteX74" fmla="*/ 319064 w 573468"/>
                <a:gd name="connsiteY74" fmla="*/ 144598 h 1393663"/>
                <a:gd name="connsiteX75" fmla="*/ 320261 w 573468"/>
                <a:gd name="connsiteY75" fmla="*/ 130740 h 1393663"/>
                <a:gd name="connsiteX76" fmla="*/ 320604 w 573468"/>
                <a:gd name="connsiteY76" fmla="*/ 67441 h 1393663"/>
                <a:gd name="connsiteX77" fmla="*/ 326934 w 573468"/>
                <a:gd name="connsiteY77" fmla="*/ 101828 h 1393663"/>
                <a:gd name="connsiteX78" fmla="*/ 331980 w 573468"/>
                <a:gd name="connsiteY78" fmla="*/ 66415 h 1393663"/>
                <a:gd name="connsiteX79" fmla="*/ 319663 w 573468"/>
                <a:gd name="connsiteY79" fmla="*/ 34936 h 1393663"/>
                <a:gd name="connsiteX80" fmla="*/ 269365 w 573468"/>
                <a:gd name="connsiteY80" fmla="*/ 4655 h 1393663"/>
                <a:gd name="connsiteX81" fmla="*/ 246526 w 573468"/>
                <a:gd name="connsiteY81" fmla="*/ 36 h 1393663"/>
                <a:gd name="connsiteX82" fmla="*/ 228991 w 573468"/>
                <a:gd name="connsiteY82" fmla="*/ 2859 h 1393663"/>
                <a:gd name="connsiteX83" fmla="*/ 213080 w 573468"/>
                <a:gd name="connsiteY83" fmla="*/ 5425 h 1393663"/>
                <a:gd name="connsiteX84" fmla="*/ 200250 w 573468"/>
                <a:gd name="connsiteY84" fmla="*/ 13295 h 1393663"/>
                <a:gd name="connsiteX85" fmla="*/ 177582 w 573468"/>
                <a:gd name="connsiteY85" fmla="*/ 36476 h 1393663"/>
                <a:gd name="connsiteX86" fmla="*/ 163553 w 573468"/>
                <a:gd name="connsiteY86" fmla="*/ 61967 h 1393663"/>
                <a:gd name="connsiteX87" fmla="*/ 160131 w 573468"/>
                <a:gd name="connsiteY87" fmla="*/ 80871 h 1393663"/>
                <a:gd name="connsiteX88" fmla="*/ 144050 w 573468"/>
                <a:gd name="connsiteY88" fmla="*/ 138524 h 1393663"/>
                <a:gd name="connsiteX89" fmla="*/ 123606 w 573468"/>
                <a:gd name="connsiteY89" fmla="*/ 208838 h 1393663"/>
                <a:gd name="connsiteX90" fmla="*/ 96319 w 573468"/>
                <a:gd name="connsiteY90" fmla="*/ 258451 h 1393663"/>
                <a:gd name="connsiteX91" fmla="*/ 108209 w 573468"/>
                <a:gd name="connsiteY91" fmla="*/ 239119 h 1393663"/>
                <a:gd name="connsiteX92" fmla="*/ 94352 w 573468"/>
                <a:gd name="connsiteY92" fmla="*/ 301648 h 1393663"/>
                <a:gd name="connsiteX93" fmla="*/ 92726 w 573468"/>
                <a:gd name="connsiteY93" fmla="*/ 366487 h 1393663"/>
                <a:gd name="connsiteX94" fmla="*/ 71513 w 573468"/>
                <a:gd name="connsiteY94" fmla="*/ 442532 h 1393663"/>
                <a:gd name="connsiteX95" fmla="*/ 72539 w 573468"/>
                <a:gd name="connsiteY95" fmla="*/ 473925 h 1393663"/>
                <a:gd name="connsiteX96" fmla="*/ 48673 w 573468"/>
                <a:gd name="connsiteY96" fmla="*/ 549200 h 1393663"/>
                <a:gd name="connsiteX97" fmla="*/ 8470 w 573468"/>
                <a:gd name="connsiteY97" fmla="*/ 709158 h 1393663"/>
                <a:gd name="connsiteX98" fmla="*/ 6759 w 573468"/>
                <a:gd name="connsiteY98" fmla="*/ 718739 h 1393663"/>
                <a:gd name="connsiteX99" fmla="*/ 12405 w 573468"/>
                <a:gd name="connsiteY99" fmla="*/ 720963 h 1393663"/>
                <a:gd name="connsiteX100" fmla="*/ 11635 w 573468"/>
                <a:gd name="connsiteY100" fmla="*/ 722417 h 1393663"/>
                <a:gd name="connsiteX101" fmla="*/ 87 w 573468"/>
                <a:gd name="connsiteY101" fmla="*/ 753297 h 1393663"/>
                <a:gd name="connsiteX102" fmla="*/ 857 w 573468"/>
                <a:gd name="connsiteY102" fmla="*/ 759285 h 1393663"/>
                <a:gd name="connsiteX103" fmla="*/ 4022 w 573468"/>
                <a:gd name="connsiteY103" fmla="*/ 763562 h 1393663"/>
                <a:gd name="connsiteX104" fmla="*/ 6503 w 573468"/>
                <a:gd name="connsiteY104" fmla="*/ 773912 h 1393663"/>
                <a:gd name="connsiteX105" fmla="*/ 12576 w 573468"/>
                <a:gd name="connsiteY105" fmla="*/ 776222 h 1393663"/>
                <a:gd name="connsiteX106" fmla="*/ 18478 w 573468"/>
                <a:gd name="connsiteY106" fmla="*/ 791020 h 1393663"/>
                <a:gd name="connsiteX107" fmla="*/ 22413 w 573468"/>
                <a:gd name="connsiteY107" fmla="*/ 791619 h 1393663"/>
                <a:gd name="connsiteX108" fmla="*/ 30539 w 573468"/>
                <a:gd name="connsiteY108" fmla="*/ 801199 h 1393663"/>
                <a:gd name="connsiteX109" fmla="*/ 35415 w 573468"/>
                <a:gd name="connsiteY109" fmla="*/ 813346 h 1393663"/>
                <a:gd name="connsiteX110" fmla="*/ 41830 w 573468"/>
                <a:gd name="connsiteY110" fmla="*/ 814885 h 1393663"/>
                <a:gd name="connsiteX111" fmla="*/ 43627 w 573468"/>
                <a:gd name="connsiteY111" fmla="*/ 812319 h 1393663"/>
                <a:gd name="connsiteX112" fmla="*/ 47476 w 573468"/>
                <a:gd name="connsiteY112" fmla="*/ 792645 h 1393663"/>
                <a:gd name="connsiteX113" fmla="*/ 55003 w 573468"/>
                <a:gd name="connsiteY113" fmla="*/ 789822 h 1393663"/>
                <a:gd name="connsiteX114" fmla="*/ 59280 w 573468"/>
                <a:gd name="connsiteY114" fmla="*/ 785460 h 1393663"/>
                <a:gd name="connsiteX115" fmla="*/ 74849 w 573468"/>
                <a:gd name="connsiteY115" fmla="*/ 741835 h 1393663"/>
                <a:gd name="connsiteX116" fmla="*/ 78612 w 573468"/>
                <a:gd name="connsiteY116" fmla="*/ 735334 h 1393663"/>
                <a:gd name="connsiteX117" fmla="*/ 81863 w 573468"/>
                <a:gd name="connsiteY117" fmla="*/ 736104 h 1393663"/>
                <a:gd name="connsiteX118" fmla="*/ 87423 w 573468"/>
                <a:gd name="connsiteY118" fmla="*/ 731827 h 1393663"/>
                <a:gd name="connsiteX119" fmla="*/ 87936 w 573468"/>
                <a:gd name="connsiteY119" fmla="*/ 724299 h 1393663"/>
                <a:gd name="connsiteX120" fmla="*/ 92812 w 573468"/>
                <a:gd name="connsiteY120" fmla="*/ 698124 h 1393663"/>
                <a:gd name="connsiteX121" fmla="*/ 96062 w 573468"/>
                <a:gd name="connsiteY121" fmla="*/ 669383 h 1393663"/>
                <a:gd name="connsiteX122" fmla="*/ 106926 w 573468"/>
                <a:gd name="connsiteY122" fmla="*/ 626442 h 1393663"/>
                <a:gd name="connsiteX123" fmla="*/ 130278 w 573468"/>
                <a:gd name="connsiteY123" fmla="*/ 525591 h 1393663"/>
                <a:gd name="connsiteX124" fmla="*/ 147728 w 573468"/>
                <a:gd name="connsiteY124" fmla="*/ 477518 h 1393663"/>
                <a:gd name="connsiteX125" fmla="*/ 149182 w 573468"/>
                <a:gd name="connsiteY125" fmla="*/ 555957 h 1393663"/>
                <a:gd name="connsiteX126" fmla="*/ 148242 w 573468"/>
                <a:gd name="connsiteY126" fmla="*/ 577086 h 1393663"/>
                <a:gd name="connsiteX127" fmla="*/ 141227 w 573468"/>
                <a:gd name="connsiteY127" fmla="*/ 598813 h 1393663"/>
                <a:gd name="connsiteX128" fmla="*/ 121468 w 573468"/>
                <a:gd name="connsiteY128" fmla="*/ 702144 h 1393663"/>
                <a:gd name="connsiteX129" fmla="*/ 128738 w 573468"/>
                <a:gd name="connsiteY129" fmla="*/ 728148 h 1393663"/>
                <a:gd name="connsiteX130" fmla="*/ 168856 w 573468"/>
                <a:gd name="connsiteY130" fmla="*/ 736702 h 1393663"/>
                <a:gd name="connsiteX131" fmla="*/ 190413 w 573468"/>
                <a:gd name="connsiteY131" fmla="*/ 759884 h 1393663"/>
                <a:gd name="connsiteX132" fmla="*/ 195288 w 573468"/>
                <a:gd name="connsiteY132" fmla="*/ 792132 h 1393663"/>
                <a:gd name="connsiteX133" fmla="*/ 197940 w 573468"/>
                <a:gd name="connsiteY133" fmla="*/ 843199 h 1393663"/>
                <a:gd name="connsiteX134" fmla="*/ 201704 w 573468"/>
                <a:gd name="connsiteY134" fmla="*/ 868005 h 1393663"/>
                <a:gd name="connsiteX135" fmla="*/ 189557 w 573468"/>
                <a:gd name="connsiteY135" fmla="*/ 978437 h 1393663"/>
                <a:gd name="connsiteX136" fmla="*/ 158164 w 573468"/>
                <a:gd name="connsiteY136" fmla="*/ 1038400 h 1393663"/>
                <a:gd name="connsiteX137" fmla="*/ 145076 w 573468"/>
                <a:gd name="connsiteY137" fmla="*/ 1082453 h 1393663"/>
                <a:gd name="connsiteX138" fmla="*/ 94437 w 573468"/>
                <a:gd name="connsiteY138" fmla="*/ 1209223 h 1393663"/>
                <a:gd name="connsiteX139" fmla="*/ 83830 w 573468"/>
                <a:gd name="connsiteY139" fmla="*/ 1223593 h 1393663"/>
                <a:gd name="connsiteX140" fmla="*/ 70144 w 573468"/>
                <a:gd name="connsiteY140" fmla="*/ 1229667 h 1393663"/>
                <a:gd name="connsiteX141" fmla="*/ 52694 w 573468"/>
                <a:gd name="connsiteY141" fmla="*/ 1279878 h 1393663"/>
                <a:gd name="connsiteX142" fmla="*/ 52266 w 573468"/>
                <a:gd name="connsiteY142" fmla="*/ 1351903 h 1393663"/>
                <a:gd name="connsiteX143" fmla="*/ 61419 w 573468"/>
                <a:gd name="connsiteY143" fmla="*/ 1351389 h 1393663"/>
                <a:gd name="connsiteX144" fmla="*/ 67150 w 573468"/>
                <a:gd name="connsiteY144" fmla="*/ 1296216 h 1393663"/>
                <a:gd name="connsiteX145" fmla="*/ 82462 w 573468"/>
                <a:gd name="connsiteY145" fmla="*/ 1297328 h 1393663"/>
                <a:gd name="connsiteX146" fmla="*/ 95207 w 573468"/>
                <a:gd name="connsiteY146" fmla="*/ 1310245 h 1393663"/>
                <a:gd name="connsiteX147" fmla="*/ 101537 w 573468"/>
                <a:gd name="connsiteY147" fmla="*/ 1327695 h 1393663"/>
                <a:gd name="connsiteX148" fmla="*/ 114624 w 573468"/>
                <a:gd name="connsiteY148" fmla="*/ 1352416 h 1393663"/>
                <a:gd name="connsiteX149" fmla="*/ 164579 w 573468"/>
                <a:gd name="connsiteY149" fmla="*/ 1366017 h 1393663"/>
                <a:gd name="connsiteX150" fmla="*/ 223516 w 573468"/>
                <a:gd name="connsiteY150" fmla="*/ 1364391 h 1393663"/>
                <a:gd name="connsiteX151" fmla="*/ 223089 w 573468"/>
                <a:gd name="connsiteY151" fmla="*/ 1346086 h 1393663"/>
                <a:gd name="connsiteX152" fmla="*/ 203757 w 573468"/>
                <a:gd name="connsiteY152" fmla="*/ 1338644 h 1393663"/>
                <a:gd name="connsiteX153" fmla="*/ 180148 w 573468"/>
                <a:gd name="connsiteY153" fmla="*/ 1334624 h 1393663"/>
                <a:gd name="connsiteX154" fmla="*/ 172193 w 573468"/>
                <a:gd name="connsiteY154" fmla="*/ 1332400 h 1393663"/>
                <a:gd name="connsiteX155" fmla="*/ 165007 w 573468"/>
                <a:gd name="connsiteY155" fmla="*/ 1325043 h 1393663"/>
                <a:gd name="connsiteX156" fmla="*/ 156368 w 573468"/>
                <a:gd name="connsiteY156" fmla="*/ 1296815 h 1393663"/>
                <a:gd name="connsiteX157" fmla="*/ 156368 w 573468"/>
                <a:gd name="connsiteY157" fmla="*/ 1231463 h 1393663"/>
                <a:gd name="connsiteX158" fmla="*/ 184596 w 573468"/>
                <a:gd name="connsiteY158" fmla="*/ 1170559 h 1393663"/>
                <a:gd name="connsiteX159" fmla="*/ 205296 w 573468"/>
                <a:gd name="connsiteY159" fmla="*/ 1173039 h 1393663"/>
                <a:gd name="connsiteX160" fmla="*/ 237887 w 573468"/>
                <a:gd name="connsiteY160" fmla="*/ 1071247 h 1393663"/>
                <a:gd name="connsiteX161" fmla="*/ 253455 w 573468"/>
                <a:gd name="connsiteY161" fmla="*/ 1038999 h 1393663"/>
                <a:gd name="connsiteX162" fmla="*/ 299817 w 573468"/>
                <a:gd name="connsiteY162" fmla="*/ 952348 h 1393663"/>
                <a:gd name="connsiteX163" fmla="*/ 315044 w 573468"/>
                <a:gd name="connsiteY163" fmla="*/ 1023773 h 1393663"/>
                <a:gd name="connsiteX164" fmla="*/ 318037 w 573468"/>
                <a:gd name="connsiteY164" fmla="*/ 1048408 h 1393663"/>
                <a:gd name="connsiteX165" fmla="*/ 323341 w 573468"/>
                <a:gd name="connsiteY165" fmla="*/ 1071504 h 1393663"/>
                <a:gd name="connsiteX166" fmla="*/ 332237 w 573468"/>
                <a:gd name="connsiteY166" fmla="*/ 1105207 h 1393663"/>
                <a:gd name="connsiteX167" fmla="*/ 366966 w 573468"/>
                <a:gd name="connsiteY167" fmla="*/ 1193997 h 1393663"/>
                <a:gd name="connsiteX168" fmla="*/ 377060 w 573468"/>
                <a:gd name="connsiteY168" fmla="*/ 1193483 h 1393663"/>
                <a:gd name="connsiteX169" fmla="*/ 378428 w 573468"/>
                <a:gd name="connsiteY169" fmla="*/ 1193654 h 1393663"/>
                <a:gd name="connsiteX170" fmla="*/ 379540 w 573468"/>
                <a:gd name="connsiteY170" fmla="*/ 1195622 h 1393663"/>
                <a:gd name="connsiteX171" fmla="*/ 399215 w 573468"/>
                <a:gd name="connsiteY171" fmla="*/ 1241813 h 1393663"/>
                <a:gd name="connsiteX172" fmla="*/ 401096 w 573468"/>
                <a:gd name="connsiteY172" fmla="*/ 1252078 h 1393663"/>
                <a:gd name="connsiteX173" fmla="*/ 392713 w 573468"/>
                <a:gd name="connsiteY173" fmla="*/ 1263797 h 1393663"/>
                <a:gd name="connsiteX174" fmla="*/ 382021 w 573468"/>
                <a:gd name="connsiteY174" fmla="*/ 1273805 h 1393663"/>
                <a:gd name="connsiteX175" fmla="*/ 379284 w 573468"/>
                <a:gd name="connsiteY175" fmla="*/ 1282359 h 1393663"/>
                <a:gd name="connsiteX176" fmla="*/ 381422 w 573468"/>
                <a:gd name="connsiteY176" fmla="*/ 1301862 h 1393663"/>
                <a:gd name="connsiteX177" fmla="*/ 389805 w 573468"/>
                <a:gd name="connsiteY177" fmla="*/ 1319569 h 1393663"/>
                <a:gd name="connsiteX178" fmla="*/ 392970 w 573468"/>
                <a:gd name="connsiteY178" fmla="*/ 1333084 h 1393663"/>
                <a:gd name="connsiteX179" fmla="*/ 396135 w 573468"/>
                <a:gd name="connsiteY179" fmla="*/ 1371491 h 1393663"/>
                <a:gd name="connsiteX180" fmla="*/ 396819 w 573468"/>
                <a:gd name="connsiteY180" fmla="*/ 1374913 h 1393663"/>
                <a:gd name="connsiteX181" fmla="*/ 403577 w 573468"/>
                <a:gd name="connsiteY181" fmla="*/ 1376025 h 1393663"/>
                <a:gd name="connsiteX182" fmla="*/ 403235 w 573468"/>
                <a:gd name="connsiteY182" fmla="*/ 1319740 h 1393663"/>
                <a:gd name="connsiteX183" fmla="*/ 434457 w 573468"/>
                <a:gd name="connsiteY183" fmla="*/ 1356009 h 1393663"/>
                <a:gd name="connsiteX184" fmla="*/ 444978 w 573468"/>
                <a:gd name="connsiteY184" fmla="*/ 1378933 h 1393663"/>
                <a:gd name="connsiteX185" fmla="*/ 470982 w 573468"/>
                <a:gd name="connsiteY185" fmla="*/ 1389455 h 1393663"/>
                <a:gd name="connsiteX186" fmla="*/ 564990 w 573468"/>
                <a:gd name="connsiteY186" fmla="*/ 1385862 h 1393663"/>
                <a:gd name="connsiteX187" fmla="*/ 572432 w 573468"/>
                <a:gd name="connsiteY187" fmla="*/ 1380815 h 1393663"/>
                <a:gd name="connsiteX188" fmla="*/ 571405 w 573468"/>
                <a:gd name="connsiteY188" fmla="*/ 1369609 h 1393663"/>
                <a:gd name="connsiteX189" fmla="*/ 545316 w 573468"/>
                <a:gd name="connsiteY189" fmla="*/ 1351732 h 1393663"/>
                <a:gd name="connsiteX190" fmla="*/ 545316 w 573468"/>
                <a:gd name="connsiteY190" fmla="*/ 1351732 h 1393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573468" h="1393663">
                  <a:moveTo>
                    <a:pt x="326420" y="430385"/>
                  </a:moveTo>
                  <a:cubicBezTo>
                    <a:pt x="321801" y="406691"/>
                    <a:pt x="316327" y="382825"/>
                    <a:pt x="304608" y="361697"/>
                  </a:cubicBezTo>
                  <a:cubicBezTo>
                    <a:pt x="290152" y="335436"/>
                    <a:pt x="267227" y="315164"/>
                    <a:pt x="245585" y="294549"/>
                  </a:cubicBezTo>
                  <a:cubicBezTo>
                    <a:pt x="242677" y="291726"/>
                    <a:pt x="239683" y="288903"/>
                    <a:pt x="237716" y="285310"/>
                  </a:cubicBezTo>
                  <a:cubicBezTo>
                    <a:pt x="232926" y="276671"/>
                    <a:pt x="235064" y="265978"/>
                    <a:pt x="237288" y="256312"/>
                  </a:cubicBezTo>
                  <a:cubicBezTo>
                    <a:pt x="226681" y="252976"/>
                    <a:pt x="216160" y="249555"/>
                    <a:pt x="205553" y="246219"/>
                  </a:cubicBezTo>
                  <a:cubicBezTo>
                    <a:pt x="207093" y="234158"/>
                    <a:pt x="207948" y="221925"/>
                    <a:pt x="208119" y="209779"/>
                  </a:cubicBezTo>
                  <a:cubicBezTo>
                    <a:pt x="221292" y="215082"/>
                    <a:pt x="234294" y="226031"/>
                    <a:pt x="246954" y="236809"/>
                  </a:cubicBezTo>
                  <a:cubicBezTo>
                    <a:pt x="267655" y="254602"/>
                    <a:pt x="288013" y="272650"/>
                    <a:pt x="308115" y="291127"/>
                  </a:cubicBezTo>
                  <a:cubicBezTo>
                    <a:pt x="308029" y="286337"/>
                    <a:pt x="307944" y="281546"/>
                    <a:pt x="307858" y="276756"/>
                  </a:cubicBezTo>
                  <a:cubicBezTo>
                    <a:pt x="317781" y="292325"/>
                    <a:pt x="328302" y="307379"/>
                    <a:pt x="339594" y="321921"/>
                  </a:cubicBezTo>
                  <a:cubicBezTo>
                    <a:pt x="345068" y="329021"/>
                    <a:pt x="350714" y="336121"/>
                    <a:pt x="354477" y="344247"/>
                  </a:cubicBezTo>
                  <a:cubicBezTo>
                    <a:pt x="364143" y="365119"/>
                    <a:pt x="359695" y="389668"/>
                    <a:pt x="352510" y="411481"/>
                  </a:cubicBezTo>
                  <a:cubicBezTo>
                    <a:pt x="345325" y="433294"/>
                    <a:pt x="335488" y="454764"/>
                    <a:pt x="334461" y="477774"/>
                  </a:cubicBezTo>
                  <a:cubicBezTo>
                    <a:pt x="332152" y="461864"/>
                    <a:pt x="329500" y="446039"/>
                    <a:pt x="326420" y="430300"/>
                  </a:cubicBezTo>
                  <a:lnTo>
                    <a:pt x="326420" y="430300"/>
                  </a:lnTo>
                  <a:close/>
                  <a:moveTo>
                    <a:pt x="545487" y="1351560"/>
                  </a:moveTo>
                  <a:cubicBezTo>
                    <a:pt x="538644" y="1350791"/>
                    <a:pt x="531373" y="1352159"/>
                    <a:pt x="525043" y="1349337"/>
                  </a:cubicBezTo>
                  <a:cubicBezTo>
                    <a:pt x="520852" y="1347540"/>
                    <a:pt x="517516" y="1344033"/>
                    <a:pt x="514693" y="1340355"/>
                  </a:cubicBezTo>
                  <a:cubicBezTo>
                    <a:pt x="497157" y="1317858"/>
                    <a:pt x="492196" y="1288090"/>
                    <a:pt x="479108" y="1262685"/>
                  </a:cubicBezTo>
                  <a:cubicBezTo>
                    <a:pt x="471239" y="1247459"/>
                    <a:pt x="460546" y="1233944"/>
                    <a:pt x="452506" y="1218803"/>
                  </a:cubicBezTo>
                  <a:cubicBezTo>
                    <a:pt x="448143" y="1210591"/>
                    <a:pt x="444636" y="1201952"/>
                    <a:pt x="441385" y="1190575"/>
                  </a:cubicBezTo>
                  <a:cubicBezTo>
                    <a:pt x="440273" y="1187325"/>
                    <a:pt x="439161" y="1184074"/>
                    <a:pt x="438049" y="1180909"/>
                  </a:cubicBezTo>
                  <a:cubicBezTo>
                    <a:pt x="440102" y="1181850"/>
                    <a:pt x="442498" y="1179883"/>
                    <a:pt x="443011" y="1177744"/>
                  </a:cubicBezTo>
                  <a:cubicBezTo>
                    <a:pt x="443524" y="1175606"/>
                    <a:pt x="442669" y="1173296"/>
                    <a:pt x="441899" y="1171243"/>
                  </a:cubicBezTo>
                  <a:cubicBezTo>
                    <a:pt x="427357" y="1132408"/>
                    <a:pt x="420514" y="1091178"/>
                    <a:pt x="413842" y="1050290"/>
                  </a:cubicBezTo>
                  <a:cubicBezTo>
                    <a:pt x="411960" y="1038571"/>
                    <a:pt x="409992" y="1026852"/>
                    <a:pt x="409650" y="1014107"/>
                  </a:cubicBezTo>
                  <a:cubicBezTo>
                    <a:pt x="406742" y="995288"/>
                    <a:pt x="403834" y="976384"/>
                    <a:pt x="403919" y="957394"/>
                  </a:cubicBezTo>
                  <a:cubicBezTo>
                    <a:pt x="403919" y="950123"/>
                    <a:pt x="404432" y="942853"/>
                    <a:pt x="404518" y="935582"/>
                  </a:cubicBezTo>
                  <a:cubicBezTo>
                    <a:pt x="404775" y="916421"/>
                    <a:pt x="402294" y="897174"/>
                    <a:pt x="397161" y="878698"/>
                  </a:cubicBezTo>
                  <a:cubicBezTo>
                    <a:pt x="391858" y="859623"/>
                    <a:pt x="383817" y="841488"/>
                    <a:pt x="375862" y="823439"/>
                  </a:cubicBezTo>
                  <a:cubicBezTo>
                    <a:pt x="373553" y="818136"/>
                    <a:pt x="371158" y="812833"/>
                    <a:pt x="366282" y="804107"/>
                  </a:cubicBezTo>
                  <a:cubicBezTo>
                    <a:pt x="358840" y="786486"/>
                    <a:pt x="353365" y="768010"/>
                    <a:pt x="349944" y="749106"/>
                  </a:cubicBezTo>
                  <a:cubicBezTo>
                    <a:pt x="349345" y="745941"/>
                    <a:pt x="348917" y="742604"/>
                    <a:pt x="349944" y="739440"/>
                  </a:cubicBezTo>
                  <a:cubicBezTo>
                    <a:pt x="350200" y="738670"/>
                    <a:pt x="350628" y="737814"/>
                    <a:pt x="351312" y="737387"/>
                  </a:cubicBezTo>
                  <a:cubicBezTo>
                    <a:pt x="352082" y="736873"/>
                    <a:pt x="353109" y="736788"/>
                    <a:pt x="353964" y="736788"/>
                  </a:cubicBezTo>
                  <a:cubicBezTo>
                    <a:pt x="360551" y="736788"/>
                    <a:pt x="367223" y="736617"/>
                    <a:pt x="373895" y="736531"/>
                  </a:cubicBezTo>
                  <a:cubicBezTo>
                    <a:pt x="375777" y="728918"/>
                    <a:pt x="374921" y="720963"/>
                    <a:pt x="374066" y="713179"/>
                  </a:cubicBezTo>
                  <a:cubicBezTo>
                    <a:pt x="369361" y="669981"/>
                    <a:pt x="364742" y="626784"/>
                    <a:pt x="359524" y="581363"/>
                  </a:cubicBezTo>
                  <a:cubicBezTo>
                    <a:pt x="384331" y="601635"/>
                    <a:pt x="406314" y="625415"/>
                    <a:pt x="424449" y="651847"/>
                  </a:cubicBezTo>
                  <a:cubicBezTo>
                    <a:pt x="428384" y="648426"/>
                    <a:pt x="433345" y="644833"/>
                    <a:pt x="438221" y="646544"/>
                  </a:cubicBezTo>
                  <a:cubicBezTo>
                    <a:pt x="440530" y="647399"/>
                    <a:pt x="442241" y="649366"/>
                    <a:pt x="443781" y="651334"/>
                  </a:cubicBezTo>
                  <a:cubicBezTo>
                    <a:pt x="447116" y="655611"/>
                    <a:pt x="449939" y="660315"/>
                    <a:pt x="452249" y="665362"/>
                  </a:cubicBezTo>
                  <a:cubicBezTo>
                    <a:pt x="453618" y="668271"/>
                    <a:pt x="454815" y="671350"/>
                    <a:pt x="456782" y="673831"/>
                  </a:cubicBezTo>
                  <a:cubicBezTo>
                    <a:pt x="458836" y="676311"/>
                    <a:pt x="462001" y="678108"/>
                    <a:pt x="465165" y="677595"/>
                  </a:cubicBezTo>
                  <a:cubicBezTo>
                    <a:pt x="466278" y="677423"/>
                    <a:pt x="467390" y="676996"/>
                    <a:pt x="468416" y="677167"/>
                  </a:cubicBezTo>
                  <a:cubicBezTo>
                    <a:pt x="470212" y="677509"/>
                    <a:pt x="471153" y="679391"/>
                    <a:pt x="472607" y="680503"/>
                  </a:cubicBezTo>
                  <a:cubicBezTo>
                    <a:pt x="474660" y="682214"/>
                    <a:pt x="477911" y="682214"/>
                    <a:pt x="479964" y="680503"/>
                  </a:cubicBezTo>
                  <a:cubicBezTo>
                    <a:pt x="480990" y="679733"/>
                    <a:pt x="481760" y="678535"/>
                    <a:pt x="482958" y="678022"/>
                  </a:cubicBezTo>
                  <a:cubicBezTo>
                    <a:pt x="485524" y="676825"/>
                    <a:pt x="488347" y="679049"/>
                    <a:pt x="490742" y="680503"/>
                  </a:cubicBezTo>
                  <a:cubicBezTo>
                    <a:pt x="493222" y="681957"/>
                    <a:pt x="497585" y="681615"/>
                    <a:pt x="497499" y="678792"/>
                  </a:cubicBezTo>
                  <a:cubicBezTo>
                    <a:pt x="501349" y="682641"/>
                    <a:pt x="508363" y="680760"/>
                    <a:pt x="511528" y="676311"/>
                  </a:cubicBezTo>
                  <a:cubicBezTo>
                    <a:pt x="514693" y="671863"/>
                    <a:pt x="514778" y="666047"/>
                    <a:pt x="514180" y="660658"/>
                  </a:cubicBezTo>
                  <a:cubicBezTo>
                    <a:pt x="512640" y="647656"/>
                    <a:pt x="506738" y="634568"/>
                    <a:pt x="496045" y="626955"/>
                  </a:cubicBezTo>
                  <a:cubicBezTo>
                    <a:pt x="489544" y="622250"/>
                    <a:pt x="480990" y="619257"/>
                    <a:pt x="477483" y="612071"/>
                  </a:cubicBezTo>
                  <a:cubicBezTo>
                    <a:pt x="476884" y="610874"/>
                    <a:pt x="476457" y="609591"/>
                    <a:pt x="475601" y="608564"/>
                  </a:cubicBezTo>
                  <a:cubicBezTo>
                    <a:pt x="474660" y="607538"/>
                    <a:pt x="473377" y="606939"/>
                    <a:pt x="472094" y="606255"/>
                  </a:cubicBezTo>
                  <a:cubicBezTo>
                    <a:pt x="468501" y="604373"/>
                    <a:pt x="465336" y="601721"/>
                    <a:pt x="462172" y="599155"/>
                  </a:cubicBezTo>
                  <a:cubicBezTo>
                    <a:pt x="424791" y="568190"/>
                    <a:pt x="389121" y="535000"/>
                    <a:pt x="355333" y="500015"/>
                  </a:cubicBezTo>
                  <a:cubicBezTo>
                    <a:pt x="348489" y="492915"/>
                    <a:pt x="341304" y="484275"/>
                    <a:pt x="342929" y="472984"/>
                  </a:cubicBezTo>
                  <a:cubicBezTo>
                    <a:pt x="347463" y="449974"/>
                    <a:pt x="360807" y="429615"/>
                    <a:pt x="366795" y="406947"/>
                  </a:cubicBezTo>
                  <a:cubicBezTo>
                    <a:pt x="377487" y="366487"/>
                    <a:pt x="362604" y="321921"/>
                    <a:pt x="334718" y="290699"/>
                  </a:cubicBezTo>
                  <a:cubicBezTo>
                    <a:pt x="331895" y="287534"/>
                    <a:pt x="328986" y="284455"/>
                    <a:pt x="327019" y="280777"/>
                  </a:cubicBezTo>
                  <a:cubicBezTo>
                    <a:pt x="324111" y="275217"/>
                    <a:pt x="323683" y="268801"/>
                    <a:pt x="322999" y="262557"/>
                  </a:cubicBezTo>
                  <a:cubicBezTo>
                    <a:pt x="321716" y="251779"/>
                    <a:pt x="318807" y="240488"/>
                    <a:pt x="309740" y="232190"/>
                  </a:cubicBezTo>
                  <a:cubicBezTo>
                    <a:pt x="318123" y="237408"/>
                    <a:pt x="324538" y="245705"/>
                    <a:pt x="327447" y="255029"/>
                  </a:cubicBezTo>
                  <a:cubicBezTo>
                    <a:pt x="329329" y="261103"/>
                    <a:pt x="329927" y="267775"/>
                    <a:pt x="333263" y="273249"/>
                  </a:cubicBezTo>
                  <a:cubicBezTo>
                    <a:pt x="337284" y="279836"/>
                    <a:pt x="345239" y="284968"/>
                    <a:pt x="345239" y="292496"/>
                  </a:cubicBezTo>
                  <a:cubicBezTo>
                    <a:pt x="345667" y="285823"/>
                    <a:pt x="344469" y="278980"/>
                    <a:pt x="341903" y="272736"/>
                  </a:cubicBezTo>
                  <a:cubicBezTo>
                    <a:pt x="348489" y="283086"/>
                    <a:pt x="351826" y="295575"/>
                    <a:pt x="351141" y="307807"/>
                  </a:cubicBezTo>
                  <a:cubicBezTo>
                    <a:pt x="354306" y="297115"/>
                    <a:pt x="355076" y="285909"/>
                    <a:pt x="355846" y="274789"/>
                  </a:cubicBezTo>
                  <a:cubicBezTo>
                    <a:pt x="356701" y="261958"/>
                    <a:pt x="357557" y="248785"/>
                    <a:pt x="353878" y="236467"/>
                  </a:cubicBezTo>
                  <a:cubicBezTo>
                    <a:pt x="351141" y="227229"/>
                    <a:pt x="346009" y="218932"/>
                    <a:pt x="341646" y="210292"/>
                  </a:cubicBezTo>
                  <a:cubicBezTo>
                    <a:pt x="333948" y="195152"/>
                    <a:pt x="328559" y="178899"/>
                    <a:pt x="323255" y="162732"/>
                  </a:cubicBezTo>
                  <a:cubicBezTo>
                    <a:pt x="321288" y="156830"/>
                    <a:pt x="319321" y="150757"/>
                    <a:pt x="319064" y="144598"/>
                  </a:cubicBezTo>
                  <a:cubicBezTo>
                    <a:pt x="318893" y="139979"/>
                    <a:pt x="319663" y="135359"/>
                    <a:pt x="320261" y="130740"/>
                  </a:cubicBezTo>
                  <a:cubicBezTo>
                    <a:pt x="323170" y="109783"/>
                    <a:pt x="323255" y="88398"/>
                    <a:pt x="320604" y="67441"/>
                  </a:cubicBezTo>
                  <a:cubicBezTo>
                    <a:pt x="324966" y="78390"/>
                    <a:pt x="329500" y="90280"/>
                    <a:pt x="326934" y="101828"/>
                  </a:cubicBezTo>
                  <a:cubicBezTo>
                    <a:pt x="329585" y="90195"/>
                    <a:pt x="332237" y="78390"/>
                    <a:pt x="331980" y="66415"/>
                  </a:cubicBezTo>
                  <a:cubicBezTo>
                    <a:pt x="331724" y="54439"/>
                    <a:pt x="328217" y="42207"/>
                    <a:pt x="319663" y="34936"/>
                  </a:cubicBezTo>
                  <a:cubicBezTo>
                    <a:pt x="303752" y="23474"/>
                    <a:pt x="287671" y="11840"/>
                    <a:pt x="269365" y="4655"/>
                  </a:cubicBezTo>
                  <a:cubicBezTo>
                    <a:pt x="262095" y="1832"/>
                    <a:pt x="254396" y="-306"/>
                    <a:pt x="246526" y="36"/>
                  </a:cubicBezTo>
                  <a:cubicBezTo>
                    <a:pt x="240624" y="293"/>
                    <a:pt x="234893" y="2003"/>
                    <a:pt x="228991" y="2859"/>
                  </a:cubicBezTo>
                  <a:cubicBezTo>
                    <a:pt x="223687" y="3629"/>
                    <a:pt x="218213" y="3629"/>
                    <a:pt x="213080" y="5425"/>
                  </a:cubicBezTo>
                  <a:cubicBezTo>
                    <a:pt x="208290" y="7050"/>
                    <a:pt x="204184" y="10130"/>
                    <a:pt x="200250" y="13295"/>
                  </a:cubicBezTo>
                  <a:cubicBezTo>
                    <a:pt x="191867" y="20138"/>
                    <a:pt x="184339" y="27922"/>
                    <a:pt x="177582" y="36476"/>
                  </a:cubicBezTo>
                  <a:cubicBezTo>
                    <a:pt x="171594" y="44174"/>
                    <a:pt x="166290" y="52557"/>
                    <a:pt x="163553" y="61967"/>
                  </a:cubicBezTo>
                  <a:cubicBezTo>
                    <a:pt x="161757" y="68125"/>
                    <a:pt x="161073" y="74541"/>
                    <a:pt x="160131" y="80871"/>
                  </a:cubicBezTo>
                  <a:cubicBezTo>
                    <a:pt x="157223" y="100630"/>
                    <a:pt x="142853" y="118508"/>
                    <a:pt x="144050" y="138524"/>
                  </a:cubicBezTo>
                  <a:cubicBezTo>
                    <a:pt x="145504" y="163331"/>
                    <a:pt x="138148" y="188651"/>
                    <a:pt x="123606" y="208838"/>
                  </a:cubicBezTo>
                  <a:cubicBezTo>
                    <a:pt x="112315" y="224492"/>
                    <a:pt x="96148" y="239204"/>
                    <a:pt x="96319" y="258451"/>
                  </a:cubicBezTo>
                  <a:cubicBezTo>
                    <a:pt x="98372" y="251094"/>
                    <a:pt x="102563" y="244251"/>
                    <a:pt x="108209" y="239119"/>
                  </a:cubicBezTo>
                  <a:cubicBezTo>
                    <a:pt x="96233" y="257168"/>
                    <a:pt x="94095" y="280007"/>
                    <a:pt x="94352" y="301648"/>
                  </a:cubicBezTo>
                  <a:cubicBezTo>
                    <a:pt x="94608" y="323290"/>
                    <a:pt x="97003" y="345274"/>
                    <a:pt x="92726" y="366487"/>
                  </a:cubicBezTo>
                  <a:cubicBezTo>
                    <a:pt x="87509" y="392320"/>
                    <a:pt x="72624" y="416186"/>
                    <a:pt x="71513" y="442532"/>
                  </a:cubicBezTo>
                  <a:cubicBezTo>
                    <a:pt x="71085" y="452968"/>
                    <a:pt x="72881" y="463404"/>
                    <a:pt x="72539" y="473925"/>
                  </a:cubicBezTo>
                  <a:cubicBezTo>
                    <a:pt x="71684" y="500357"/>
                    <a:pt x="57570" y="524308"/>
                    <a:pt x="48673" y="549200"/>
                  </a:cubicBezTo>
                  <a:cubicBezTo>
                    <a:pt x="30111" y="601208"/>
                    <a:pt x="33875" y="660230"/>
                    <a:pt x="8470" y="709158"/>
                  </a:cubicBezTo>
                  <a:cubicBezTo>
                    <a:pt x="7871" y="712324"/>
                    <a:pt x="7358" y="715489"/>
                    <a:pt x="6759" y="718739"/>
                  </a:cubicBezTo>
                  <a:cubicBezTo>
                    <a:pt x="9154" y="718055"/>
                    <a:pt x="12918" y="718483"/>
                    <a:pt x="12405" y="720963"/>
                  </a:cubicBezTo>
                  <a:cubicBezTo>
                    <a:pt x="12319" y="721476"/>
                    <a:pt x="11977" y="721989"/>
                    <a:pt x="11635" y="722417"/>
                  </a:cubicBezTo>
                  <a:cubicBezTo>
                    <a:pt x="5048" y="731399"/>
                    <a:pt x="1114" y="742262"/>
                    <a:pt x="87" y="753297"/>
                  </a:cubicBezTo>
                  <a:cubicBezTo>
                    <a:pt x="-84" y="755350"/>
                    <a:pt x="-84" y="757489"/>
                    <a:pt x="857" y="759285"/>
                  </a:cubicBezTo>
                  <a:cubicBezTo>
                    <a:pt x="1712" y="760824"/>
                    <a:pt x="3252" y="761936"/>
                    <a:pt x="4022" y="763562"/>
                  </a:cubicBezTo>
                  <a:cubicBezTo>
                    <a:pt x="5647" y="766898"/>
                    <a:pt x="3680" y="771602"/>
                    <a:pt x="6503" y="773912"/>
                  </a:cubicBezTo>
                  <a:cubicBezTo>
                    <a:pt x="8213" y="775281"/>
                    <a:pt x="10780" y="774938"/>
                    <a:pt x="12576" y="776222"/>
                  </a:cubicBezTo>
                  <a:cubicBezTo>
                    <a:pt x="17280" y="779301"/>
                    <a:pt x="13260" y="788881"/>
                    <a:pt x="18478" y="791020"/>
                  </a:cubicBezTo>
                  <a:cubicBezTo>
                    <a:pt x="19675" y="791533"/>
                    <a:pt x="21130" y="791362"/>
                    <a:pt x="22413" y="791619"/>
                  </a:cubicBezTo>
                  <a:cubicBezTo>
                    <a:pt x="26775" y="792303"/>
                    <a:pt x="29341" y="796922"/>
                    <a:pt x="30539" y="801199"/>
                  </a:cubicBezTo>
                  <a:cubicBezTo>
                    <a:pt x="31737" y="805390"/>
                    <a:pt x="32335" y="810095"/>
                    <a:pt x="35415" y="813346"/>
                  </a:cubicBezTo>
                  <a:cubicBezTo>
                    <a:pt x="37040" y="815056"/>
                    <a:pt x="39863" y="816254"/>
                    <a:pt x="41830" y="814885"/>
                  </a:cubicBezTo>
                  <a:cubicBezTo>
                    <a:pt x="42686" y="814287"/>
                    <a:pt x="43284" y="813260"/>
                    <a:pt x="43627" y="812319"/>
                  </a:cubicBezTo>
                  <a:cubicBezTo>
                    <a:pt x="45851" y="805733"/>
                    <a:pt x="41830" y="796580"/>
                    <a:pt x="47476" y="792645"/>
                  </a:cubicBezTo>
                  <a:cubicBezTo>
                    <a:pt x="49700" y="791105"/>
                    <a:pt x="52608" y="791105"/>
                    <a:pt x="55003" y="789822"/>
                  </a:cubicBezTo>
                  <a:cubicBezTo>
                    <a:pt x="56800" y="788796"/>
                    <a:pt x="58083" y="787171"/>
                    <a:pt x="59280" y="785460"/>
                  </a:cubicBezTo>
                  <a:cubicBezTo>
                    <a:pt x="68347" y="772715"/>
                    <a:pt x="73822" y="757403"/>
                    <a:pt x="74849" y="741835"/>
                  </a:cubicBezTo>
                  <a:cubicBezTo>
                    <a:pt x="75020" y="739097"/>
                    <a:pt x="75875" y="735419"/>
                    <a:pt x="78612" y="735334"/>
                  </a:cubicBezTo>
                  <a:cubicBezTo>
                    <a:pt x="79724" y="735334"/>
                    <a:pt x="80751" y="735932"/>
                    <a:pt x="81863" y="736104"/>
                  </a:cubicBezTo>
                  <a:cubicBezTo>
                    <a:pt x="84344" y="736446"/>
                    <a:pt x="86653" y="734307"/>
                    <a:pt x="87423" y="731827"/>
                  </a:cubicBezTo>
                  <a:cubicBezTo>
                    <a:pt x="88193" y="729432"/>
                    <a:pt x="87936" y="726780"/>
                    <a:pt x="87936" y="724299"/>
                  </a:cubicBezTo>
                  <a:cubicBezTo>
                    <a:pt x="87936" y="715403"/>
                    <a:pt x="91101" y="706849"/>
                    <a:pt x="92812" y="698124"/>
                  </a:cubicBezTo>
                  <a:cubicBezTo>
                    <a:pt x="94694" y="688715"/>
                    <a:pt x="94779" y="678963"/>
                    <a:pt x="96062" y="669383"/>
                  </a:cubicBezTo>
                  <a:cubicBezTo>
                    <a:pt x="98030" y="654755"/>
                    <a:pt x="102735" y="640556"/>
                    <a:pt x="106926" y="626442"/>
                  </a:cubicBezTo>
                  <a:cubicBezTo>
                    <a:pt x="117105" y="592568"/>
                    <a:pt x="125146" y="558096"/>
                    <a:pt x="130278" y="525591"/>
                  </a:cubicBezTo>
                  <a:cubicBezTo>
                    <a:pt x="136095" y="509509"/>
                    <a:pt x="141912" y="493513"/>
                    <a:pt x="147728" y="477518"/>
                  </a:cubicBezTo>
                  <a:cubicBezTo>
                    <a:pt x="148242" y="503693"/>
                    <a:pt x="148755" y="529782"/>
                    <a:pt x="149182" y="555957"/>
                  </a:cubicBezTo>
                  <a:cubicBezTo>
                    <a:pt x="149353" y="563057"/>
                    <a:pt x="149439" y="570157"/>
                    <a:pt x="148242" y="577086"/>
                  </a:cubicBezTo>
                  <a:cubicBezTo>
                    <a:pt x="146873" y="584527"/>
                    <a:pt x="143965" y="591627"/>
                    <a:pt x="141227" y="598813"/>
                  </a:cubicBezTo>
                  <a:cubicBezTo>
                    <a:pt x="128910" y="631831"/>
                    <a:pt x="122238" y="666902"/>
                    <a:pt x="121468" y="702144"/>
                  </a:cubicBezTo>
                  <a:cubicBezTo>
                    <a:pt x="121296" y="711468"/>
                    <a:pt x="121981" y="721818"/>
                    <a:pt x="128738" y="728148"/>
                  </a:cubicBezTo>
                  <a:cubicBezTo>
                    <a:pt x="138918" y="737643"/>
                    <a:pt x="155684" y="732254"/>
                    <a:pt x="168856" y="736702"/>
                  </a:cubicBezTo>
                  <a:cubicBezTo>
                    <a:pt x="179207" y="740124"/>
                    <a:pt x="186649" y="749619"/>
                    <a:pt x="190413" y="759884"/>
                  </a:cubicBezTo>
                  <a:cubicBezTo>
                    <a:pt x="194176" y="770148"/>
                    <a:pt x="194775" y="781183"/>
                    <a:pt x="195288" y="792132"/>
                  </a:cubicBezTo>
                  <a:cubicBezTo>
                    <a:pt x="196144" y="809154"/>
                    <a:pt x="196999" y="826262"/>
                    <a:pt x="197940" y="843199"/>
                  </a:cubicBezTo>
                  <a:cubicBezTo>
                    <a:pt x="198368" y="851240"/>
                    <a:pt x="198795" y="859280"/>
                    <a:pt x="201704" y="868005"/>
                  </a:cubicBezTo>
                  <a:cubicBezTo>
                    <a:pt x="209744" y="904873"/>
                    <a:pt x="205467" y="944307"/>
                    <a:pt x="189557" y="978437"/>
                  </a:cubicBezTo>
                  <a:cubicBezTo>
                    <a:pt x="180062" y="998881"/>
                    <a:pt x="166547" y="1017443"/>
                    <a:pt x="158164" y="1038400"/>
                  </a:cubicBezTo>
                  <a:cubicBezTo>
                    <a:pt x="152347" y="1052600"/>
                    <a:pt x="149011" y="1067655"/>
                    <a:pt x="145076" y="1082453"/>
                  </a:cubicBezTo>
                  <a:cubicBezTo>
                    <a:pt x="133101" y="1126421"/>
                    <a:pt x="115223" y="1168677"/>
                    <a:pt x="94437" y="1209223"/>
                  </a:cubicBezTo>
                  <a:cubicBezTo>
                    <a:pt x="91700" y="1214612"/>
                    <a:pt x="88706" y="1220086"/>
                    <a:pt x="83830" y="1223593"/>
                  </a:cubicBezTo>
                  <a:cubicBezTo>
                    <a:pt x="79724" y="1226502"/>
                    <a:pt x="74678" y="1227614"/>
                    <a:pt x="70144" y="1229667"/>
                  </a:cubicBezTo>
                  <a:cubicBezTo>
                    <a:pt x="52095" y="1237879"/>
                    <a:pt x="43541" y="1262257"/>
                    <a:pt x="52694" y="1279878"/>
                  </a:cubicBezTo>
                  <a:cubicBezTo>
                    <a:pt x="52523" y="1303915"/>
                    <a:pt x="52437" y="1327866"/>
                    <a:pt x="52266" y="1351903"/>
                  </a:cubicBezTo>
                  <a:cubicBezTo>
                    <a:pt x="55346" y="1351732"/>
                    <a:pt x="58339" y="1351560"/>
                    <a:pt x="61419" y="1351389"/>
                  </a:cubicBezTo>
                  <a:cubicBezTo>
                    <a:pt x="62360" y="1332913"/>
                    <a:pt x="63900" y="1314522"/>
                    <a:pt x="67150" y="1296216"/>
                  </a:cubicBezTo>
                  <a:cubicBezTo>
                    <a:pt x="72282" y="1295874"/>
                    <a:pt x="77672" y="1295532"/>
                    <a:pt x="82462" y="1297328"/>
                  </a:cubicBezTo>
                  <a:cubicBezTo>
                    <a:pt x="88278" y="1299552"/>
                    <a:pt x="92470" y="1304685"/>
                    <a:pt x="95207" y="1310245"/>
                  </a:cubicBezTo>
                  <a:cubicBezTo>
                    <a:pt x="97944" y="1315805"/>
                    <a:pt x="99484" y="1321878"/>
                    <a:pt x="101537" y="1327695"/>
                  </a:cubicBezTo>
                  <a:cubicBezTo>
                    <a:pt x="104531" y="1336163"/>
                    <a:pt x="108808" y="1344204"/>
                    <a:pt x="114624" y="1352416"/>
                  </a:cubicBezTo>
                  <a:cubicBezTo>
                    <a:pt x="128910" y="1362424"/>
                    <a:pt x="147130" y="1364477"/>
                    <a:pt x="164579" y="1366017"/>
                  </a:cubicBezTo>
                  <a:cubicBezTo>
                    <a:pt x="183826" y="1367727"/>
                    <a:pt x="203414" y="1369010"/>
                    <a:pt x="223516" y="1364391"/>
                  </a:cubicBezTo>
                  <a:cubicBezTo>
                    <a:pt x="229333" y="1360457"/>
                    <a:pt x="228221" y="1350876"/>
                    <a:pt x="223089" y="1346086"/>
                  </a:cubicBezTo>
                  <a:cubicBezTo>
                    <a:pt x="218042" y="1341210"/>
                    <a:pt x="210600" y="1339841"/>
                    <a:pt x="203757" y="1338644"/>
                  </a:cubicBezTo>
                  <a:cubicBezTo>
                    <a:pt x="195887" y="1337275"/>
                    <a:pt x="188017" y="1335992"/>
                    <a:pt x="180148" y="1334624"/>
                  </a:cubicBezTo>
                  <a:cubicBezTo>
                    <a:pt x="177410" y="1334196"/>
                    <a:pt x="174673" y="1333683"/>
                    <a:pt x="172193" y="1332400"/>
                  </a:cubicBezTo>
                  <a:cubicBezTo>
                    <a:pt x="169113" y="1330774"/>
                    <a:pt x="166889" y="1327952"/>
                    <a:pt x="165007" y="1325043"/>
                  </a:cubicBezTo>
                  <a:cubicBezTo>
                    <a:pt x="159789" y="1316575"/>
                    <a:pt x="157822" y="1306652"/>
                    <a:pt x="156368" y="1296815"/>
                  </a:cubicBezTo>
                  <a:cubicBezTo>
                    <a:pt x="153288" y="1275174"/>
                    <a:pt x="152690" y="1253019"/>
                    <a:pt x="156368" y="1231463"/>
                  </a:cubicBezTo>
                  <a:cubicBezTo>
                    <a:pt x="160131" y="1209907"/>
                    <a:pt x="168429" y="1188950"/>
                    <a:pt x="184596" y="1170559"/>
                  </a:cubicBezTo>
                  <a:cubicBezTo>
                    <a:pt x="191525" y="1170217"/>
                    <a:pt x="198624" y="1171072"/>
                    <a:pt x="205296" y="1173039"/>
                  </a:cubicBezTo>
                  <a:cubicBezTo>
                    <a:pt x="207520" y="1137284"/>
                    <a:pt x="222661" y="1103667"/>
                    <a:pt x="237887" y="1071247"/>
                  </a:cubicBezTo>
                  <a:cubicBezTo>
                    <a:pt x="243019" y="1060469"/>
                    <a:pt x="248152" y="1049692"/>
                    <a:pt x="253455" y="1038999"/>
                  </a:cubicBezTo>
                  <a:cubicBezTo>
                    <a:pt x="267569" y="1010771"/>
                    <a:pt x="283137" y="983227"/>
                    <a:pt x="299817" y="952348"/>
                  </a:cubicBezTo>
                  <a:cubicBezTo>
                    <a:pt x="306319" y="975871"/>
                    <a:pt x="312135" y="999565"/>
                    <a:pt x="315044" y="1023773"/>
                  </a:cubicBezTo>
                  <a:cubicBezTo>
                    <a:pt x="315985" y="1031985"/>
                    <a:pt x="316669" y="1040282"/>
                    <a:pt x="318037" y="1048408"/>
                  </a:cubicBezTo>
                  <a:cubicBezTo>
                    <a:pt x="319321" y="1056192"/>
                    <a:pt x="321374" y="1063891"/>
                    <a:pt x="323341" y="1071504"/>
                  </a:cubicBezTo>
                  <a:cubicBezTo>
                    <a:pt x="326249" y="1082710"/>
                    <a:pt x="329243" y="1093915"/>
                    <a:pt x="332237" y="1105207"/>
                  </a:cubicBezTo>
                  <a:cubicBezTo>
                    <a:pt x="340363" y="1135573"/>
                    <a:pt x="349003" y="1166538"/>
                    <a:pt x="366966" y="1193997"/>
                  </a:cubicBezTo>
                  <a:cubicBezTo>
                    <a:pt x="370302" y="1193825"/>
                    <a:pt x="373724" y="1193654"/>
                    <a:pt x="377060" y="1193483"/>
                  </a:cubicBezTo>
                  <a:cubicBezTo>
                    <a:pt x="377487" y="1193483"/>
                    <a:pt x="378001" y="1193483"/>
                    <a:pt x="378428" y="1193654"/>
                  </a:cubicBezTo>
                  <a:cubicBezTo>
                    <a:pt x="379113" y="1193997"/>
                    <a:pt x="379369" y="1194852"/>
                    <a:pt x="379540" y="1195622"/>
                  </a:cubicBezTo>
                  <a:cubicBezTo>
                    <a:pt x="383732" y="1211874"/>
                    <a:pt x="393227" y="1226159"/>
                    <a:pt x="399215" y="1241813"/>
                  </a:cubicBezTo>
                  <a:cubicBezTo>
                    <a:pt x="400498" y="1245149"/>
                    <a:pt x="401610" y="1248656"/>
                    <a:pt x="401096" y="1252078"/>
                  </a:cubicBezTo>
                  <a:cubicBezTo>
                    <a:pt x="400326" y="1256954"/>
                    <a:pt x="396563" y="1260717"/>
                    <a:pt x="392713" y="1263797"/>
                  </a:cubicBezTo>
                  <a:cubicBezTo>
                    <a:pt x="388864" y="1266791"/>
                    <a:pt x="384587" y="1269614"/>
                    <a:pt x="382021" y="1273805"/>
                  </a:cubicBezTo>
                  <a:cubicBezTo>
                    <a:pt x="380481" y="1276371"/>
                    <a:pt x="379712" y="1279365"/>
                    <a:pt x="379284" y="1282359"/>
                  </a:cubicBezTo>
                  <a:cubicBezTo>
                    <a:pt x="378343" y="1288860"/>
                    <a:pt x="379113" y="1295703"/>
                    <a:pt x="381422" y="1301862"/>
                  </a:cubicBezTo>
                  <a:cubicBezTo>
                    <a:pt x="383732" y="1307935"/>
                    <a:pt x="387495" y="1313495"/>
                    <a:pt x="389805" y="1319569"/>
                  </a:cubicBezTo>
                  <a:cubicBezTo>
                    <a:pt x="391430" y="1323931"/>
                    <a:pt x="392286" y="1328465"/>
                    <a:pt x="392970" y="1333084"/>
                  </a:cubicBezTo>
                  <a:cubicBezTo>
                    <a:pt x="395023" y="1345744"/>
                    <a:pt x="396049" y="1358575"/>
                    <a:pt x="396135" y="1371491"/>
                  </a:cubicBezTo>
                  <a:cubicBezTo>
                    <a:pt x="396135" y="1372689"/>
                    <a:pt x="396135" y="1373972"/>
                    <a:pt x="396819" y="1374913"/>
                  </a:cubicBezTo>
                  <a:cubicBezTo>
                    <a:pt x="398188" y="1376966"/>
                    <a:pt x="401182" y="1376624"/>
                    <a:pt x="403577" y="1376025"/>
                  </a:cubicBezTo>
                  <a:cubicBezTo>
                    <a:pt x="403235" y="1357377"/>
                    <a:pt x="402978" y="1338729"/>
                    <a:pt x="403235" y="1319740"/>
                  </a:cubicBezTo>
                  <a:cubicBezTo>
                    <a:pt x="417434" y="1327780"/>
                    <a:pt x="428640" y="1340783"/>
                    <a:pt x="434457" y="1356009"/>
                  </a:cubicBezTo>
                  <a:cubicBezTo>
                    <a:pt x="437451" y="1363964"/>
                    <a:pt x="439247" y="1372774"/>
                    <a:pt x="444978" y="1378933"/>
                  </a:cubicBezTo>
                  <a:cubicBezTo>
                    <a:pt x="451479" y="1385947"/>
                    <a:pt x="461573" y="1388000"/>
                    <a:pt x="470982" y="1389455"/>
                  </a:cubicBezTo>
                  <a:cubicBezTo>
                    <a:pt x="502290" y="1394416"/>
                    <a:pt x="535222" y="1396896"/>
                    <a:pt x="564990" y="1385862"/>
                  </a:cubicBezTo>
                  <a:cubicBezTo>
                    <a:pt x="567813" y="1384835"/>
                    <a:pt x="570892" y="1383467"/>
                    <a:pt x="572432" y="1380815"/>
                  </a:cubicBezTo>
                  <a:cubicBezTo>
                    <a:pt x="574399" y="1377393"/>
                    <a:pt x="573287" y="1373116"/>
                    <a:pt x="571405" y="1369609"/>
                  </a:cubicBezTo>
                  <a:cubicBezTo>
                    <a:pt x="566359" y="1359858"/>
                    <a:pt x="556179" y="1352929"/>
                    <a:pt x="545316" y="1351732"/>
                  </a:cubicBezTo>
                  <a:lnTo>
                    <a:pt x="545316" y="1351732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03F8BE8-5945-C2BB-5590-034F395BDA86}"/>
                </a:ext>
              </a:extLst>
            </p:cNvPr>
            <p:cNvSpPr/>
            <p:nvPr/>
          </p:nvSpPr>
          <p:spPr>
            <a:xfrm>
              <a:off x="5189697" y="987562"/>
              <a:ext cx="426528" cy="1396262"/>
            </a:xfrm>
            <a:custGeom>
              <a:avLst/>
              <a:gdLst>
                <a:gd name="connsiteX0" fmla="*/ 351823 w 426528"/>
                <a:gd name="connsiteY0" fmla="*/ 440892 h 1396262"/>
                <a:gd name="connsiteX1" fmla="*/ 344297 w 426528"/>
                <a:gd name="connsiteY1" fmla="*/ 449959 h 1396262"/>
                <a:gd name="connsiteX2" fmla="*/ 351653 w 426528"/>
                <a:gd name="connsiteY2" fmla="*/ 392990 h 1396262"/>
                <a:gd name="connsiteX3" fmla="*/ 351909 w 426528"/>
                <a:gd name="connsiteY3" fmla="*/ 394188 h 1396262"/>
                <a:gd name="connsiteX4" fmla="*/ 354732 w 426528"/>
                <a:gd name="connsiteY4" fmla="*/ 417369 h 1396262"/>
                <a:gd name="connsiteX5" fmla="*/ 357383 w 426528"/>
                <a:gd name="connsiteY5" fmla="*/ 426521 h 1396262"/>
                <a:gd name="connsiteX6" fmla="*/ 351738 w 426528"/>
                <a:gd name="connsiteY6" fmla="*/ 440892 h 1396262"/>
                <a:gd name="connsiteX7" fmla="*/ 351738 w 426528"/>
                <a:gd name="connsiteY7" fmla="*/ 440892 h 1396262"/>
                <a:gd name="connsiteX8" fmla="*/ 422393 w 426528"/>
                <a:gd name="connsiteY8" fmla="*/ 387601 h 1396262"/>
                <a:gd name="connsiteX9" fmla="*/ 420854 w 426528"/>
                <a:gd name="connsiteY9" fmla="*/ 386575 h 1396262"/>
                <a:gd name="connsiteX10" fmla="*/ 419999 w 426528"/>
                <a:gd name="connsiteY10" fmla="*/ 383837 h 1396262"/>
                <a:gd name="connsiteX11" fmla="*/ 419314 w 426528"/>
                <a:gd name="connsiteY11" fmla="*/ 374342 h 1396262"/>
                <a:gd name="connsiteX12" fmla="*/ 414524 w 426528"/>
                <a:gd name="connsiteY12" fmla="*/ 361768 h 1396262"/>
                <a:gd name="connsiteX13" fmla="*/ 410076 w 426528"/>
                <a:gd name="connsiteY13" fmla="*/ 359373 h 1396262"/>
                <a:gd name="connsiteX14" fmla="*/ 407681 w 426528"/>
                <a:gd name="connsiteY14" fmla="*/ 355182 h 1396262"/>
                <a:gd name="connsiteX15" fmla="*/ 413669 w 426528"/>
                <a:gd name="connsiteY15" fmla="*/ 350477 h 1396262"/>
                <a:gd name="connsiteX16" fmla="*/ 416663 w 426528"/>
                <a:gd name="connsiteY16" fmla="*/ 343292 h 1396262"/>
                <a:gd name="connsiteX17" fmla="*/ 414182 w 426528"/>
                <a:gd name="connsiteY17" fmla="*/ 335593 h 1396262"/>
                <a:gd name="connsiteX18" fmla="*/ 411445 w 426528"/>
                <a:gd name="connsiteY18" fmla="*/ 332514 h 1396262"/>
                <a:gd name="connsiteX19" fmla="*/ 405285 w 426528"/>
                <a:gd name="connsiteY19" fmla="*/ 334395 h 1396262"/>
                <a:gd name="connsiteX20" fmla="*/ 398443 w 426528"/>
                <a:gd name="connsiteY20" fmla="*/ 329006 h 1396262"/>
                <a:gd name="connsiteX21" fmla="*/ 391001 w 426528"/>
                <a:gd name="connsiteY21" fmla="*/ 291711 h 1396262"/>
                <a:gd name="connsiteX22" fmla="*/ 386381 w 426528"/>
                <a:gd name="connsiteY22" fmla="*/ 284526 h 1396262"/>
                <a:gd name="connsiteX23" fmla="*/ 383388 w 426528"/>
                <a:gd name="connsiteY23" fmla="*/ 267589 h 1396262"/>
                <a:gd name="connsiteX24" fmla="*/ 381848 w 426528"/>
                <a:gd name="connsiteY24" fmla="*/ 255699 h 1396262"/>
                <a:gd name="connsiteX25" fmla="*/ 372011 w 426528"/>
                <a:gd name="connsiteY25" fmla="*/ 242612 h 1396262"/>
                <a:gd name="connsiteX26" fmla="*/ 360121 w 426528"/>
                <a:gd name="connsiteY26" fmla="*/ 230978 h 1396262"/>
                <a:gd name="connsiteX27" fmla="*/ 357726 w 426528"/>
                <a:gd name="connsiteY27" fmla="*/ 214640 h 1396262"/>
                <a:gd name="connsiteX28" fmla="*/ 343526 w 426528"/>
                <a:gd name="connsiteY28" fmla="*/ 187267 h 1396262"/>
                <a:gd name="connsiteX29" fmla="*/ 311706 w 426528"/>
                <a:gd name="connsiteY29" fmla="*/ 181194 h 1396262"/>
                <a:gd name="connsiteX30" fmla="*/ 279457 w 426528"/>
                <a:gd name="connsiteY30" fmla="*/ 176318 h 1396262"/>
                <a:gd name="connsiteX31" fmla="*/ 258158 w 426528"/>
                <a:gd name="connsiteY31" fmla="*/ 158098 h 1396262"/>
                <a:gd name="connsiteX32" fmla="*/ 252342 w 426528"/>
                <a:gd name="connsiteY32" fmla="*/ 153479 h 1396262"/>
                <a:gd name="connsiteX33" fmla="*/ 249689 w 426528"/>
                <a:gd name="connsiteY33" fmla="*/ 146893 h 1396262"/>
                <a:gd name="connsiteX34" fmla="*/ 247294 w 426528"/>
                <a:gd name="connsiteY34" fmla="*/ 114559 h 1396262"/>
                <a:gd name="connsiteX35" fmla="*/ 255078 w 426528"/>
                <a:gd name="connsiteY35" fmla="*/ 82396 h 1396262"/>
                <a:gd name="connsiteX36" fmla="*/ 245412 w 426528"/>
                <a:gd name="connsiteY36" fmla="*/ 69479 h 1396262"/>
                <a:gd name="connsiteX37" fmla="*/ 242931 w 426528"/>
                <a:gd name="connsiteY37" fmla="*/ 68624 h 1396262"/>
                <a:gd name="connsiteX38" fmla="*/ 241392 w 426528"/>
                <a:gd name="connsiteY38" fmla="*/ 64689 h 1396262"/>
                <a:gd name="connsiteX39" fmla="*/ 230186 w 426528"/>
                <a:gd name="connsiteY39" fmla="*/ 26453 h 1396262"/>
                <a:gd name="connsiteX40" fmla="*/ 202471 w 426528"/>
                <a:gd name="connsiteY40" fmla="*/ 5068 h 1396262"/>
                <a:gd name="connsiteX41" fmla="*/ 167486 w 426528"/>
                <a:gd name="connsiteY41" fmla="*/ 107 h 1396262"/>
                <a:gd name="connsiteX42" fmla="*/ 150976 w 426528"/>
                <a:gd name="connsiteY42" fmla="*/ 2844 h 1396262"/>
                <a:gd name="connsiteX43" fmla="*/ 120182 w 426528"/>
                <a:gd name="connsiteY43" fmla="*/ 40225 h 1396262"/>
                <a:gd name="connsiteX44" fmla="*/ 120354 w 426528"/>
                <a:gd name="connsiteY44" fmla="*/ 90351 h 1396262"/>
                <a:gd name="connsiteX45" fmla="*/ 121551 w 426528"/>
                <a:gd name="connsiteY45" fmla="*/ 94029 h 1396262"/>
                <a:gd name="connsiteX46" fmla="*/ 123347 w 426528"/>
                <a:gd name="connsiteY46" fmla="*/ 95740 h 1396262"/>
                <a:gd name="connsiteX47" fmla="*/ 127539 w 426528"/>
                <a:gd name="connsiteY47" fmla="*/ 106518 h 1396262"/>
                <a:gd name="connsiteX48" fmla="*/ 134297 w 426528"/>
                <a:gd name="connsiteY48" fmla="*/ 117382 h 1396262"/>
                <a:gd name="connsiteX49" fmla="*/ 151661 w 426528"/>
                <a:gd name="connsiteY49" fmla="*/ 154164 h 1396262"/>
                <a:gd name="connsiteX50" fmla="*/ 173132 w 426528"/>
                <a:gd name="connsiteY50" fmla="*/ 167764 h 1396262"/>
                <a:gd name="connsiteX51" fmla="*/ 188528 w 426528"/>
                <a:gd name="connsiteY51" fmla="*/ 186241 h 1396262"/>
                <a:gd name="connsiteX52" fmla="*/ 175099 w 426528"/>
                <a:gd name="connsiteY52" fmla="*/ 207198 h 1396262"/>
                <a:gd name="connsiteX53" fmla="*/ 164150 w 426528"/>
                <a:gd name="connsiteY53" fmla="*/ 214811 h 1396262"/>
                <a:gd name="connsiteX54" fmla="*/ 120439 w 426528"/>
                <a:gd name="connsiteY54" fmla="*/ 237051 h 1396262"/>
                <a:gd name="connsiteX55" fmla="*/ 104101 w 426528"/>
                <a:gd name="connsiteY55" fmla="*/ 288461 h 1396262"/>
                <a:gd name="connsiteX56" fmla="*/ 94435 w 426528"/>
                <a:gd name="connsiteY56" fmla="*/ 322078 h 1396262"/>
                <a:gd name="connsiteX57" fmla="*/ 90415 w 426528"/>
                <a:gd name="connsiteY57" fmla="*/ 340554 h 1396262"/>
                <a:gd name="connsiteX58" fmla="*/ 91869 w 426528"/>
                <a:gd name="connsiteY58" fmla="*/ 347055 h 1396262"/>
                <a:gd name="connsiteX59" fmla="*/ 85710 w 426528"/>
                <a:gd name="connsiteY59" fmla="*/ 360143 h 1396262"/>
                <a:gd name="connsiteX60" fmla="*/ 83914 w 426528"/>
                <a:gd name="connsiteY60" fmla="*/ 383837 h 1396262"/>
                <a:gd name="connsiteX61" fmla="*/ 79808 w 426528"/>
                <a:gd name="connsiteY61" fmla="*/ 402485 h 1396262"/>
                <a:gd name="connsiteX62" fmla="*/ 59021 w 426528"/>
                <a:gd name="connsiteY62" fmla="*/ 470489 h 1396262"/>
                <a:gd name="connsiteX63" fmla="*/ 51494 w 426528"/>
                <a:gd name="connsiteY63" fmla="*/ 494440 h 1396262"/>
                <a:gd name="connsiteX64" fmla="*/ 55173 w 426528"/>
                <a:gd name="connsiteY64" fmla="*/ 494012 h 1396262"/>
                <a:gd name="connsiteX65" fmla="*/ 40973 w 426528"/>
                <a:gd name="connsiteY65" fmla="*/ 546790 h 1396262"/>
                <a:gd name="connsiteX66" fmla="*/ 25148 w 426528"/>
                <a:gd name="connsiteY66" fmla="*/ 597173 h 1396262"/>
                <a:gd name="connsiteX67" fmla="*/ 18219 w 426528"/>
                <a:gd name="connsiteY67" fmla="*/ 622578 h 1396262"/>
                <a:gd name="connsiteX68" fmla="*/ 16423 w 426528"/>
                <a:gd name="connsiteY68" fmla="*/ 667657 h 1396262"/>
                <a:gd name="connsiteX69" fmla="*/ 4961 w 426528"/>
                <a:gd name="connsiteY69" fmla="*/ 677494 h 1396262"/>
                <a:gd name="connsiteX70" fmla="*/ 0 w 426528"/>
                <a:gd name="connsiteY70" fmla="*/ 692720 h 1396262"/>
                <a:gd name="connsiteX71" fmla="*/ 10948 w 426528"/>
                <a:gd name="connsiteY71" fmla="*/ 696057 h 1396262"/>
                <a:gd name="connsiteX72" fmla="*/ 6073 w 426528"/>
                <a:gd name="connsiteY72" fmla="*/ 730443 h 1396262"/>
                <a:gd name="connsiteX73" fmla="*/ 4961 w 426528"/>
                <a:gd name="connsiteY73" fmla="*/ 745755 h 1396262"/>
                <a:gd name="connsiteX74" fmla="*/ 6671 w 426528"/>
                <a:gd name="connsiteY74" fmla="*/ 747722 h 1396262"/>
                <a:gd name="connsiteX75" fmla="*/ 9067 w 426528"/>
                <a:gd name="connsiteY75" fmla="*/ 747979 h 1396262"/>
                <a:gd name="connsiteX76" fmla="*/ 23352 w 426528"/>
                <a:gd name="connsiteY76" fmla="*/ 739083 h 1396262"/>
                <a:gd name="connsiteX77" fmla="*/ 38834 w 426528"/>
                <a:gd name="connsiteY77" fmla="*/ 734635 h 1396262"/>
                <a:gd name="connsiteX78" fmla="*/ 42599 w 426528"/>
                <a:gd name="connsiteY78" fmla="*/ 733865 h 1396262"/>
                <a:gd name="connsiteX79" fmla="*/ 58850 w 426528"/>
                <a:gd name="connsiteY79" fmla="*/ 738142 h 1396262"/>
                <a:gd name="connsiteX80" fmla="*/ 66036 w 426528"/>
                <a:gd name="connsiteY80" fmla="*/ 747894 h 1396262"/>
                <a:gd name="connsiteX81" fmla="*/ 65779 w 426528"/>
                <a:gd name="connsiteY81" fmla="*/ 774411 h 1396262"/>
                <a:gd name="connsiteX82" fmla="*/ 65779 w 426528"/>
                <a:gd name="connsiteY82" fmla="*/ 785958 h 1396262"/>
                <a:gd name="connsiteX83" fmla="*/ 77413 w 426528"/>
                <a:gd name="connsiteY83" fmla="*/ 809225 h 1396262"/>
                <a:gd name="connsiteX84" fmla="*/ 81006 w 426528"/>
                <a:gd name="connsiteY84" fmla="*/ 772614 h 1396262"/>
                <a:gd name="connsiteX85" fmla="*/ 86566 w 426528"/>
                <a:gd name="connsiteY85" fmla="*/ 828985 h 1396262"/>
                <a:gd name="connsiteX86" fmla="*/ 89474 w 426528"/>
                <a:gd name="connsiteY86" fmla="*/ 847461 h 1396262"/>
                <a:gd name="connsiteX87" fmla="*/ 91698 w 426528"/>
                <a:gd name="connsiteY87" fmla="*/ 878170 h 1396262"/>
                <a:gd name="connsiteX88" fmla="*/ 100252 w 426528"/>
                <a:gd name="connsiteY88" fmla="*/ 970895 h 1396262"/>
                <a:gd name="connsiteX89" fmla="*/ 114366 w 426528"/>
                <a:gd name="connsiteY89" fmla="*/ 1087571 h 1396262"/>
                <a:gd name="connsiteX90" fmla="*/ 118386 w 426528"/>
                <a:gd name="connsiteY90" fmla="*/ 1101685 h 1396262"/>
                <a:gd name="connsiteX91" fmla="*/ 120782 w 426528"/>
                <a:gd name="connsiteY91" fmla="*/ 1103823 h 1396262"/>
                <a:gd name="connsiteX92" fmla="*/ 121294 w 426528"/>
                <a:gd name="connsiteY92" fmla="*/ 1105876 h 1396262"/>
                <a:gd name="connsiteX93" fmla="*/ 125143 w 426528"/>
                <a:gd name="connsiteY93" fmla="*/ 1160023 h 1396262"/>
                <a:gd name="connsiteX94" fmla="*/ 126769 w 426528"/>
                <a:gd name="connsiteY94" fmla="*/ 1210577 h 1396262"/>
                <a:gd name="connsiteX95" fmla="*/ 117274 w 426528"/>
                <a:gd name="connsiteY95" fmla="*/ 1239917 h 1396262"/>
                <a:gd name="connsiteX96" fmla="*/ 116334 w 426528"/>
                <a:gd name="connsiteY96" fmla="*/ 1262499 h 1396262"/>
                <a:gd name="connsiteX97" fmla="*/ 103417 w 426528"/>
                <a:gd name="connsiteY97" fmla="*/ 1281061 h 1396262"/>
                <a:gd name="connsiteX98" fmla="*/ 82118 w 426528"/>
                <a:gd name="connsiteY98" fmla="*/ 1297399 h 1396262"/>
                <a:gd name="connsiteX99" fmla="*/ 69628 w 426528"/>
                <a:gd name="connsiteY99" fmla="*/ 1309803 h 1396262"/>
                <a:gd name="connsiteX100" fmla="*/ 69030 w 426528"/>
                <a:gd name="connsiteY100" fmla="*/ 1317330 h 1396262"/>
                <a:gd name="connsiteX101" fmla="*/ 75617 w 426528"/>
                <a:gd name="connsiteY101" fmla="*/ 1319640 h 1396262"/>
                <a:gd name="connsiteX102" fmla="*/ 132928 w 426528"/>
                <a:gd name="connsiteY102" fmla="*/ 1317929 h 1396262"/>
                <a:gd name="connsiteX103" fmla="*/ 144048 w 426528"/>
                <a:gd name="connsiteY103" fmla="*/ 1315020 h 1396262"/>
                <a:gd name="connsiteX104" fmla="*/ 152517 w 426528"/>
                <a:gd name="connsiteY104" fmla="*/ 1299110 h 1396262"/>
                <a:gd name="connsiteX105" fmla="*/ 174073 w 426528"/>
                <a:gd name="connsiteY105" fmla="*/ 1249241 h 1396262"/>
                <a:gd name="connsiteX106" fmla="*/ 191095 w 426528"/>
                <a:gd name="connsiteY106" fmla="*/ 1236495 h 1396262"/>
                <a:gd name="connsiteX107" fmla="*/ 190838 w 426528"/>
                <a:gd name="connsiteY107" fmla="*/ 1296287 h 1396262"/>
                <a:gd name="connsiteX108" fmla="*/ 191352 w 426528"/>
                <a:gd name="connsiteY108" fmla="*/ 1298084 h 1396262"/>
                <a:gd name="connsiteX109" fmla="*/ 192720 w 426528"/>
                <a:gd name="connsiteY109" fmla="*/ 1298426 h 1396262"/>
                <a:gd name="connsiteX110" fmla="*/ 198794 w 426528"/>
                <a:gd name="connsiteY110" fmla="*/ 1298854 h 1396262"/>
                <a:gd name="connsiteX111" fmla="*/ 197852 w 426528"/>
                <a:gd name="connsiteY111" fmla="*/ 1253261 h 1396262"/>
                <a:gd name="connsiteX112" fmla="*/ 199990 w 426528"/>
                <a:gd name="connsiteY112" fmla="*/ 1231790 h 1396262"/>
                <a:gd name="connsiteX113" fmla="*/ 204524 w 426528"/>
                <a:gd name="connsiteY113" fmla="*/ 1218275 h 1396262"/>
                <a:gd name="connsiteX114" fmla="*/ 198623 w 426528"/>
                <a:gd name="connsiteY114" fmla="*/ 1193640 h 1396262"/>
                <a:gd name="connsiteX115" fmla="*/ 178606 w 426528"/>
                <a:gd name="connsiteY115" fmla="*/ 1177302 h 1396262"/>
                <a:gd name="connsiteX116" fmla="*/ 177323 w 426528"/>
                <a:gd name="connsiteY116" fmla="*/ 1178670 h 1396262"/>
                <a:gd name="connsiteX117" fmla="*/ 174073 w 426528"/>
                <a:gd name="connsiteY117" fmla="*/ 1161049 h 1396262"/>
                <a:gd name="connsiteX118" fmla="*/ 167400 w 426528"/>
                <a:gd name="connsiteY118" fmla="*/ 1098263 h 1396262"/>
                <a:gd name="connsiteX119" fmla="*/ 170480 w 426528"/>
                <a:gd name="connsiteY119" fmla="*/ 1097665 h 1396262"/>
                <a:gd name="connsiteX120" fmla="*/ 171335 w 426528"/>
                <a:gd name="connsiteY120" fmla="*/ 1094243 h 1396262"/>
                <a:gd name="connsiteX121" fmla="*/ 171164 w 426528"/>
                <a:gd name="connsiteY121" fmla="*/ 1024186 h 1396262"/>
                <a:gd name="connsiteX122" fmla="*/ 173987 w 426528"/>
                <a:gd name="connsiteY122" fmla="*/ 965420 h 1396262"/>
                <a:gd name="connsiteX123" fmla="*/ 171335 w 426528"/>
                <a:gd name="connsiteY123" fmla="*/ 911274 h 1396262"/>
                <a:gd name="connsiteX124" fmla="*/ 177066 w 426528"/>
                <a:gd name="connsiteY124" fmla="*/ 857555 h 1396262"/>
                <a:gd name="connsiteX125" fmla="*/ 184680 w 426528"/>
                <a:gd name="connsiteY125" fmla="*/ 727193 h 1396262"/>
                <a:gd name="connsiteX126" fmla="*/ 199392 w 426528"/>
                <a:gd name="connsiteY126" fmla="*/ 787242 h 1396262"/>
                <a:gd name="connsiteX127" fmla="*/ 209999 w 426528"/>
                <a:gd name="connsiteY127" fmla="*/ 842244 h 1396262"/>
                <a:gd name="connsiteX128" fmla="*/ 216414 w 426528"/>
                <a:gd name="connsiteY128" fmla="*/ 869360 h 1396262"/>
                <a:gd name="connsiteX129" fmla="*/ 223599 w 426528"/>
                <a:gd name="connsiteY129" fmla="*/ 888606 h 1396262"/>
                <a:gd name="connsiteX130" fmla="*/ 232325 w 426528"/>
                <a:gd name="connsiteY130" fmla="*/ 913498 h 1396262"/>
                <a:gd name="connsiteX131" fmla="*/ 273298 w 426528"/>
                <a:gd name="connsiteY131" fmla="*/ 1061396 h 1396262"/>
                <a:gd name="connsiteX132" fmla="*/ 292031 w 426528"/>
                <a:gd name="connsiteY132" fmla="*/ 1119306 h 1396262"/>
                <a:gd name="connsiteX133" fmla="*/ 294255 w 426528"/>
                <a:gd name="connsiteY133" fmla="*/ 1124695 h 1396262"/>
                <a:gd name="connsiteX134" fmla="*/ 298532 w 426528"/>
                <a:gd name="connsiteY134" fmla="*/ 1125721 h 1396262"/>
                <a:gd name="connsiteX135" fmla="*/ 302211 w 426528"/>
                <a:gd name="connsiteY135" fmla="*/ 1132223 h 1396262"/>
                <a:gd name="connsiteX136" fmla="*/ 317864 w 426528"/>
                <a:gd name="connsiteY136" fmla="*/ 1239061 h 1396262"/>
                <a:gd name="connsiteX137" fmla="*/ 304435 w 426528"/>
                <a:gd name="connsiteY137" fmla="*/ 1345302 h 1396262"/>
                <a:gd name="connsiteX138" fmla="*/ 295196 w 426528"/>
                <a:gd name="connsiteY138" fmla="*/ 1367798 h 1396262"/>
                <a:gd name="connsiteX139" fmla="*/ 299730 w 426528"/>
                <a:gd name="connsiteY139" fmla="*/ 1392263 h 1396262"/>
                <a:gd name="connsiteX140" fmla="*/ 302040 w 426528"/>
                <a:gd name="connsiteY140" fmla="*/ 1395855 h 1396262"/>
                <a:gd name="connsiteX141" fmla="*/ 305204 w 426528"/>
                <a:gd name="connsiteY141" fmla="*/ 1396197 h 1396262"/>
                <a:gd name="connsiteX142" fmla="*/ 349343 w 426528"/>
                <a:gd name="connsiteY142" fmla="*/ 1386189 h 1396262"/>
                <a:gd name="connsiteX143" fmla="*/ 363372 w 426528"/>
                <a:gd name="connsiteY143" fmla="*/ 1377122 h 1396262"/>
                <a:gd name="connsiteX144" fmla="*/ 367563 w 426528"/>
                <a:gd name="connsiteY144" fmla="*/ 1363607 h 1396262"/>
                <a:gd name="connsiteX145" fmla="*/ 381762 w 426528"/>
                <a:gd name="connsiteY145" fmla="*/ 1300564 h 1396262"/>
                <a:gd name="connsiteX146" fmla="*/ 388691 w 426528"/>
                <a:gd name="connsiteY146" fmla="*/ 1272850 h 1396262"/>
                <a:gd name="connsiteX147" fmla="*/ 388263 w 426528"/>
                <a:gd name="connsiteY147" fmla="*/ 1258907 h 1396262"/>
                <a:gd name="connsiteX148" fmla="*/ 383559 w 426528"/>
                <a:gd name="connsiteY148" fmla="*/ 1247872 h 1396262"/>
                <a:gd name="connsiteX149" fmla="*/ 373979 w 426528"/>
                <a:gd name="connsiteY149" fmla="*/ 1229652 h 1396262"/>
                <a:gd name="connsiteX150" fmla="*/ 370728 w 426528"/>
                <a:gd name="connsiteY150" fmla="*/ 1225974 h 1396262"/>
                <a:gd name="connsiteX151" fmla="*/ 367306 w 426528"/>
                <a:gd name="connsiteY151" fmla="*/ 1228284 h 1396262"/>
                <a:gd name="connsiteX152" fmla="*/ 363115 w 426528"/>
                <a:gd name="connsiteY152" fmla="*/ 1204332 h 1396262"/>
                <a:gd name="connsiteX153" fmla="*/ 354989 w 426528"/>
                <a:gd name="connsiteY153" fmla="*/ 1113746 h 1396262"/>
                <a:gd name="connsiteX154" fmla="*/ 356443 w 426528"/>
                <a:gd name="connsiteY154" fmla="*/ 1105705 h 1396262"/>
                <a:gd name="connsiteX155" fmla="*/ 351225 w 426528"/>
                <a:gd name="connsiteY155" fmla="*/ 1075681 h 1396262"/>
                <a:gd name="connsiteX156" fmla="*/ 340789 w 426528"/>
                <a:gd name="connsiteY156" fmla="*/ 1020080 h 1396262"/>
                <a:gd name="connsiteX157" fmla="*/ 316496 w 426528"/>
                <a:gd name="connsiteY157" fmla="*/ 911017 h 1396262"/>
                <a:gd name="connsiteX158" fmla="*/ 308883 w 426528"/>
                <a:gd name="connsiteY158" fmla="*/ 883816 h 1396262"/>
                <a:gd name="connsiteX159" fmla="*/ 306488 w 426528"/>
                <a:gd name="connsiteY159" fmla="*/ 850626 h 1396262"/>
                <a:gd name="connsiteX160" fmla="*/ 295196 w 426528"/>
                <a:gd name="connsiteY160" fmla="*/ 806231 h 1396262"/>
                <a:gd name="connsiteX161" fmla="*/ 296565 w 426528"/>
                <a:gd name="connsiteY161" fmla="*/ 759955 h 1396262"/>
                <a:gd name="connsiteX162" fmla="*/ 294683 w 426528"/>
                <a:gd name="connsiteY162" fmla="*/ 702301 h 1396262"/>
                <a:gd name="connsiteX163" fmla="*/ 300499 w 426528"/>
                <a:gd name="connsiteY163" fmla="*/ 683397 h 1396262"/>
                <a:gd name="connsiteX164" fmla="*/ 305033 w 426528"/>
                <a:gd name="connsiteY164" fmla="*/ 686904 h 1396262"/>
                <a:gd name="connsiteX165" fmla="*/ 332748 w 426528"/>
                <a:gd name="connsiteY165" fmla="*/ 672362 h 1396262"/>
                <a:gd name="connsiteX166" fmla="*/ 341473 w 426528"/>
                <a:gd name="connsiteY166" fmla="*/ 667230 h 1396262"/>
                <a:gd name="connsiteX167" fmla="*/ 341216 w 426528"/>
                <a:gd name="connsiteY167" fmla="*/ 657991 h 1396262"/>
                <a:gd name="connsiteX168" fmla="*/ 349086 w 426528"/>
                <a:gd name="connsiteY168" fmla="*/ 659018 h 1396262"/>
                <a:gd name="connsiteX169" fmla="*/ 401950 w 426528"/>
                <a:gd name="connsiteY169" fmla="*/ 649780 h 1396262"/>
                <a:gd name="connsiteX170" fmla="*/ 391172 w 426528"/>
                <a:gd name="connsiteY170" fmla="*/ 595719 h 1396262"/>
                <a:gd name="connsiteX171" fmla="*/ 367477 w 426528"/>
                <a:gd name="connsiteY171" fmla="*/ 505218 h 1396262"/>
                <a:gd name="connsiteX172" fmla="*/ 373807 w 426528"/>
                <a:gd name="connsiteY172" fmla="*/ 496065 h 1396262"/>
                <a:gd name="connsiteX173" fmla="*/ 382447 w 426528"/>
                <a:gd name="connsiteY173" fmla="*/ 498631 h 1396262"/>
                <a:gd name="connsiteX174" fmla="*/ 391086 w 426528"/>
                <a:gd name="connsiteY174" fmla="*/ 498802 h 1396262"/>
                <a:gd name="connsiteX175" fmla="*/ 394166 w 426528"/>
                <a:gd name="connsiteY175" fmla="*/ 495295 h 1396262"/>
                <a:gd name="connsiteX176" fmla="*/ 399469 w 426528"/>
                <a:gd name="connsiteY176" fmla="*/ 498717 h 1396262"/>
                <a:gd name="connsiteX177" fmla="*/ 402377 w 426528"/>
                <a:gd name="connsiteY177" fmla="*/ 505132 h 1396262"/>
                <a:gd name="connsiteX178" fmla="*/ 406740 w 426528"/>
                <a:gd name="connsiteY178" fmla="*/ 497690 h 1396262"/>
                <a:gd name="connsiteX179" fmla="*/ 409392 w 426528"/>
                <a:gd name="connsiteY179" fmla="*/ 473055 h 1396262"/>
                <a:gd name="connsiteX180" fmla="*/ 418887 w 426528"/>
                <a:gd name="connsiteY180" fmla="*/ 451242 h 1396262"/>
                <a:gd name="connsiteX181" fmla="*/ 424960 w 426528"/>
                <a:gd name="connsiteY181" fmla="*/ 396839 h 1396262"/>
                <a:gd name="connsiteX182" fmla="*/ 422564 w 426528"/>
                <a:gd name="connsiteY182" fmla="*/ 387601 h 1396262"/>
                <a:gd name="connsiteX183" fmla="*/ 422564 w 426528"/>
                <a:gd name="connsiteY183" fmla="*/ 387601 h 1396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</a:cxnLst>
              <a:rect l="l" t="t" r="r" b="b"/>
              <a:pathLst>
                <a:path w="426528" h="1396262">
                  <a:moveTo>
                    <a:pt x="351823" y="440892"/>
                  </a:moveTo>
                  <a:cubicBezTo>
                    <a:pt x="349429" y="444057"/>
                    <a:pt x="346948" y="447051"/>
                    <a:pt x="344297" y="449959"/>
                  </a:cubicBezTo>
                  <a:cubicBezTo>
                    <a:pt x="342414" y="430798"/>
                    <a:pt x="347033" y="411638"/>
                    <a:pt x="351653" y="392990"/>
                  </a:cubicBezTo>
                  <a:cubicBezTo>
                    <a:pt x="352594" y="393418"/>
                    <a:pt x="352251" y="393845"/>
                    <a:pt x="351909" y="394188"/>
                  </a:cubicBezTo>
                  <a:cubicBezTo>
                    <a:pt x="355416" y="401116"/>
                    <a:pt x="352765" y="409756"/>
                    <a:pt x="354732" y="417369"/>
                  </a:cubicBezTo>
                  <a:cubicBezTo>
                    <a:pt x="355502" y="420448"/>
                    <a:pt x="357128" y="423357"/>
                    <a:pt x="357383" y="426521"/>
                  </a:cubicBezTo>
                  <a:cubicBezTo>
                    <a:pt x="357897" y="431739"/>
                    <a:pt x="354903" y="436701"/>
                    <a:pt x="351738" y="440892"/>
                  </a:cubicBezTo>
                  <a:lnTo>
                    <a:pt x="351738" y="440892"/>
                  </a:lnTo>
                  <a:close/>
                  <a:moveTo>
                    <a:pt x="422393" y="387601"/>
                  </a:moveTo>
                  <a:cubicBezTo>
                    <a:pt x="421880" y="387259"/>
                    <a:pt x="421282" y="387002"/>
                    <a:pt x="420854" y="386575"/>
                  </a:cubicBezTo>
                  <a:cubicBezTo>
                    <a:pt x="420170" y="385805"/>
                    <a:pt x="420084" y="384778"/>
                    <a:pt x="419999" y="383837"/>
                  </a:cubicBezTo>
                  <a:cubicBezTo>
                    <a:pt x="419742" y="380672"/>
                    <a:pt x="419571" y="377507"/>
                    <a:pt x="419314" y="374342"/>
                  </a:cubicBezTo>
                  <a:cubicBezTo>
                    <a:pt x="418972" y="369723"/>
                    <a:pt x="418373" y="364420"/>
                    <a:pt x="414524" y="361768"/>
                  </a:cubicBezTo>
                  <a:cubicBezTo>
                    <a:pt x="413155" y="360827"/>
                    <a:pt x="411445" y="360314"/>
                    <a:pt x="410076" y="359373"/>
                  </a:cubicBezTo>
                  <a:cubicBezTo>
                    <a:pt x="408621" y="358432"/>
                    <a:pt x="407424" y="356892"/>
                    <a:pt x="407681" y="355182"/>
                  </a:cubicBezTo>
                  <a:cubicBezTo>
                    <a:pt x="408194" y="352615"/>
                    <a:pt x="411531" y="352017"/>
                    <a:pt x="413669" y="350477"/>
                  </a:cubicBezTo>
                  <a:cubicBezTo>
                    <a:pt x="415893" y="348852"/>
                    <a:pt x="416748" y="345943"/>
                    <a:pt x="416663" y="343292"/>
                  </a:cubicBezTo>
                  <a:cubicBezTo>
                    <a:pt x="416491" y="340554"/>
                    <a:pt x="415379" y="337988"/>
                    <a:pt x="414182" y="335593"/>
                  </a:cubicBezTo>
                  <a:cubicBezTo>
                    <a:pt x="413498" y="334310"/>
                    <a:pt x="412813" y="332941"/>
                    <a:pt x="411445" y="332514"/>
                  </a:cubicBezTo>
                  <a:cubicBezTo>
                    <a:pt x="409306" y="331915"/>
                    <a:pt x="407424" y="334053"/>
                    <a:pt x="405285" y="334395"/>
                  </a:cubicBezTo>
                  <a:cubicBezTo>
                    <a:pt x="402206" y="334994"/>
                    <a:pt x="399640" y="331915"/>
                    <a:pt x="398443" y="329006"/>
                  </a:cubicBezTo>
                  <a:cubicBezTo>
                    <a:pt x="393482" y="317202"/>
                    <a:pt x="397245" y="302831"/>
                    <a:pt x="391001" y="291711"/>
                  </a:cubicBezTo>
                  <a:cubicBezTo>
                    <a:pt x="389632" y="289231"/>
                    <a:pt x="387750" y="287007"/>
                    <a:pt x="386381" y="284526"/>
                  </a:cubicBezTo>
                  <a:cubicBezTo>
                    <a:pt x="383730" y="279394"/>
                    <a:pt x="383473" y="273320"/>
                    <a:pt x="383388" y="267589"/>
                  </a:cubicBezTo>
                  <a:cubicBezTo>
                    <a:pt x="383216" y="263569"/>
                    <a:pt x="383131" y="259548"/>
                    <a:pt x="381848" y="255699"/>
                  </a:cubicBezTo>
                  <a:cubicBezTo>
                    <a:pt x="380992" y="250139"/>
                    <a:pt x="376458" y="245948"/>
                    <a:pt x="372011" y="242612"/>
                  </a:cubicBezTo>
                  <a:cubicBezTo>
                    <a:pt x="367477" y="239275"/>
                    <a:pt x="362601" y="236025"/>
                    <a:pt x="360121" y="230978"/>
                  </a:cubicBezTo>
                  <a:cubicBezTo>
                    <a:pt x="357726" y="226017"/>
                    <a:pt x="358154" y="220200"/>
                    <a:pt x="357726" y="214640"/>
                  </a:cubicBezTo>
                  <a:cubicBezTo>
                    <a:pt x="356956" y="204033"/>
                    <a:pt x="352337" y="193255"/>
                    <a:pt x="343526" y="187267"/>
                  </a:cubicBezTo>
                  <a:cubicBezTo>
                    <a:pt x="334459" y="181109"/>
                    <a:pt x="322655" y="180937"/>
                    <a:pt x="311706" y="181194"/>
                  </a:cubicBezTo>
                  <a:cubicBezTo>
                    <a:pt x="300671" y="181451"/>
                    <a:pt x="289037" y="181793"/>
                    <a:pt x="279457" y="176318"/>
                  </a:cubicBezTo>
                  <a:cubicBezTo>
                    <a:pt x="271331" y="171699"/>
                    <a:pt x="265942" y="163402"/>
                    <a:pt x="258158" y="158098"/>
                  </a:cubicBezTo>
                  <a:cubicBezTo>
                    <a:pt x="256105" y="156730"/>
                    <a:pt x="253795" y="155532"/>
                    <a:pt x="252342" y="153479"/>
                  </a:cubicBezTo>
                  <a:cubicBezTo>
                    <a:pt x="250887" y="151597"/>
                    <a:pt x="250203" y="149202"/>
                    <a:pt x="249689" y="146893"/>
                  </a:cubicBezTo>
                  <a:cubicBezTo>
                    <a:pt x="247380" y="136457"/>
                    <a:pt x="246953" y="125593"/>
                    <a:pt x="247294" y="114559"/>
                  </a:cubicBezTo>
                  <a:cubicBezTo>
                    <a:pt x="247551" y="103439"/>
                    <a:pt x="256019" y="93431"/>
                    <a:pt x="255078" y="82396"/>
                  </a:cubicBezTo>
                  <a:cubicBezTo>
                    <a:pt x="254565" y="76665"/>
                    <a:pt x="250973" y="70848"/>
                    <a:pt x="245412" y="69479"/>
                  </a:cubicBezTo>
                  <a:cubicBezTo>
                    <a:pt x="244557" y="69308"/>
                    <a:pt x="243616" y="69137"/>
                    <a:pt x="242931" y="68624"/>
                  </a:cubicBezTo>
                  <a:cubicBezTo>
                    <a:pt x="241819" y="67769"/>
                    <a:pt x="241564" y="66143"/>
                    <a:pt x="241392" y="64689"/>
                  </a:cubicBezTo>
                  <a:cubicBezTo>
                    <a:pt x="240109" y="51345"/>
                    <a:pt x="237628" y="37659"/>
                    <a:pt x="230186" y="26453"/>
                  </a:cubicBezTo>
                  <a:cubicBezTo>
                    <a:pt x="223599" y="16616"/>
                    <a:pt x="213506" y="9260"/>
                    <a:pt x="202471" y="5068"/>
                  </a:cubicBezTo>
                  <a:cubicBezTo>
                    <a:pt x="191352" y="877"/>
                    <a:pt x="179291" y="-406"/>
                    <a:pt x="167486" y="107"/>
                  </a:cubicBezTo>
                  <a:cubicBezTo>
                    <a:pt x="161926" y="364"/>
                    <a:pt x="156280" y="1048"/>
                    <a:pt x="150976" y="2844"/>
                  </a:cubicBezTo>
                  <a:cubicBezTo>
                    <a:pt x="135066" y="8319"/>
                    <a:pt x="124203" y="23887"/>
                    <a:pt x="120182" y="40225"/>
                  </a:cubicBezTo>
                  <a:cubicBezTo>
                    <a:pt x="116162" y="56563"/>
                    <a:pt x="117873" y="73756"/>
                    <a:pt x="120354" y="90351"/>
                  </a:cubicBezTo>
                  <a:cubicBezTo>
                    <a:pt x="120525" y="91634"/>
                    <a:pt x="120782" y="93003"/>
                    <a:pt x="121551" y="94029"/>
                  </a:cubicBezTo>
                  <a:cubicBezTo>
                    <a:pt x="122064" y="94714"/>
                    <a:pt x="122749" y="95227"/>
                    <a:pt x="123347" y="95740"/>
                  </a:cubicBezTo>
                  <a:cubicBezTo>
                    <a:pt x="126085" y="98477"/>
                    <a:pt x="126171" y="102840"/>
                    <a:pt x="127539" y="106518"/>
                  </a:cubicBezTo>
                  <a:cubicBezTo>
                    <a:pt x="128993" y="110538"/>
                    <a:pt x="132073" y="113789"/>
                    <a:pt x="134297" y="117382"/>
                  </a:cubicBezTo>
                  <a:cubicBezTo>
                    <a:pt x="141653" y="128929"/>
                    <a:pt x="141910" y="144583"/>
                    <a:pt x="151661" y="154164"/>
                  </a:cubicBezTo>
                  <a:cubicBezTo>
                    <a:pt x="157820" y="160066"/>
                    <a:pt x="166545" y="162375"/>
                    <a:pt x="173132" y="167764"/>
                  </a:cubicBezTo>
                  <a:cubicBezTo>
                    <a:pt x="179462" y="172897"/>
                    <a:pt x="183482" y="180852"/>
                    <a:pt x="188528" y="186241"/>
                  </a:cubicBezTo>
                  <a:cubicBezTo>
                    <a:pt x="182968" y="192400"/>
                    <a:pt x="180744" y="201125"/>
                    <a:pt x="175099" y="207198"/>
                  </a:cubicBezTo>
                  <a:cubicBezTo>
                    <a:pt x="172105" y="210449"/>
                    <a:pt x="168170" y="212844"/>
                    <a:pt x="164150" y="214811"/>
                  </a:cubicBezTo>
                  <a:cubicBezTo>
                    <a:pt x="149352" y="222082"/>
                    <a:pt x="131730" y="224990"/>
                    <a:pt x="120439" y="237051"/>
                  </a:cubicBezTo>
                  <a:cubicBezTo>
                    <a:pt x="107865" y="250396"/>
                    <a:pt x="107180" y="270412"/>
                    <a:pt x="104101" y="288461"/>
                  </a:cubicBezTo>
                  <a:cubicBezTo>
                    <a:pt x="102134" y="300008"/>
                    <a:pt x="98883" y="311300"/>
                    <a:pt x="94435" y="322078"/>
                  </a:cubicBezTo>
                  <a:cubicBezTo>
                    <a:pt x="92040" y="327980"/>
                    <a:pt x="89217" y="334310"/>
                    <a:pt x="90415" y="340554"/>
                  </a:cubicBezTo>
                  <a:cubicBezTo>
                    <a:pt x="90928" y="342693"/>
                    <a:pt x="91784" y="344831"/>
                    <a:pt x="91869" y="347055"/>
                  </a:cubicBezTo>
                  <a:cubicBezTo>
                    <a:pt x="91955" y="351931"/>
                    <a:pt x="87848" y="355780"/>
                    <a:pt x="85710" y="360143"/>
                  </a:cubicBezTo>
                  <a:cubicBezTo>
                    <a:pt x="82289" y="367328"/>
                    <a:pt x="84342" y="375796"/>
                    <a:pt x="83914" y="383837"/>
                  </a:cubicBezTo>
                  <a:cubicBezTo>
                    <a:pt x="83571" y="390167"/>
                    <a:pt x="81690" y="396412"/>
                    <a:pt x="79808" y="402485"/>
                  </a:cubicBezTo>
                  <a:cubicBezTo>
                    <a:pt x="72879" y="425153"/>
                    <a:pt x="65951" y="447906"/>
                    <a:pt x="59021" y="470489"/>
                  </a:cubicBezTo>
                  <a:cubicBezTo>
                    <a:pt x="57054" y="478615"/>
                    <a:pt x="54573" y="486656"/>
                    <a:pt x="51494" y="494440"/>
                  </a:cubicBezTo>
                  <a:cubicBezTo>
                    <a:pt x="52692" y="494269"/>
                    <a:pt x="53975" y="494183"/>
                    <a:pt x="55173" y="494012"/>
                  </a:cubicBezTo>
                  <a:cubicBezTo>
                    <a:pt x="50382" y="511548"/>
                    <a:pt x="45678" y="529169"/>
                    <a:pt x="40973" y="546790"/>
                  </a:cubicBezTo>
                  <a:cubicBezTo>
                    <a:pt x="36354" y="563812"/>
                    <a:pt x="31820" y="580835"/>
                    <a:pt x="25148" y="597173"/>
                  </a:cubicBezTo>
                  <a:cubicBezTo>
                    <a:pt x="21898" y="605299"/>
                    <a:pt x="17963" y="613853"/>
                    <a:pt x="18219" y="622578"/>
                  </a:cubicBezTo>
                  <a:cubicBezTo>
                    <a:pt x="17621" y="637633"/>
                    <a:pt x="17022" y="652602"/>
                    <a:pt x="16423" y="667657"/>
                  </a:cubicBezTo>
                  <a:cubicBezTo>
                    <a:pt x="11034" y="667657"/>
                    <a:pt x="6928" y="672533"/>
                    <a:pt x="4961" y="677494"/>
                  </a:cubicBezTo>
                  <a:cubicBezTo>
                    <a:pt x="3079" y="682456"/>
                    <a:pt x="2480" y="688016"/>
                    <a:pt x="0" y="692720"/>
                  </a:cubicBezTo>
                  <a:cubicBezTo>
                    <a:pt x="3592" y="693833"/>
                    <a:pt x="7271" y="694945"/>
                    <a:pt x="10948" y="696057"/>
                  </a:cubicBezTo>
                  <a:cubicBezTo>
                    <a:pt x="11034" y="707690"/>
                    <a:pt x="9409" y="719323"/>
                    <a:pt x="6073" y="730443"/>
                  </a:cubicBezTo>
                  <a:cubicBezTo>
                    <a:pt x="4618" y="735490"/>
                    <a:pt x="2737" y="740965"/>
                    <a:pt x="4961" y="745755"/>
                  </a:cubicBezTo>
                  <a:cubicBezTo>
                    <a:pt x="5388" y="746525"/>
                    <a:pt x="5902" y="747295"/>
                    <a:pt x="6671" y="747722"/>
                  </a:cubicBezTo>
                  <a:cubicBezTo>
                    <a:pt x="7442" y="748065"/>
                    <a:pt x="8297" y="748065"/>
                    <a:pt x="9067" y="747979"/>
                  </a:cubicBezTo>
                  <a:cubicBezTo>
                    <a:pt x="14713" y="747124"/>
                    <a:pt x="18990" y="742676"/>
                    <a:pt x="23352" y="739083"/>
                  </a:cubicBezTo>
                  <a:cubicBezTo>
                    <a:pt x="27715" y="735405"/>
                    <a:pt x="33616" y="732325"/>
                    <a:pt x="38834" y="734635"/>
                  </a:cubicBezTo>
                  <a:cubicBezTo>
                    <a:pt x="40374" y="735319"/>
                    <a:pt x="43111" y="735490"/>
                    <a:pt x="42599" y="733865"/>
                  </a:cubicBezTo>
                  <a:cubicBezTo>
                    <a:pt x="47303" y="737030"/>
                    <a:pt x="53804" y="735576"/>
                    <a:pt x="58850" y="738142"/>
                  </a:cubicBezTo>
                  <a:cubicBezTo>
                    <a:pt x="62529" y="740024"/>
                    <a:pt x="64839" y="743959"/>
                    <a:pt x="66036" y="747894"/>
                  </a:cubicBezTo>
                  <a:cubicBezTo>
                    <a:pt x="68602" y="756362"/>
                    <a:pt x="66977" y="765600"/>
                    <a:pt x="65779" y="774411"/>
                  </a:cubicBezTo>
                  <a:cubicBezTo>
                    <a:pt x="65266" y="778260"/>
                    <a:pt x="64924" y="782195"/>
                    <a:pt x="65779" y="785958"/>
                  </a:cubicBezTo>
                  <a:cubicBezTo>
                    <a:pt x="67747" y="794427"/>
                    <a:pt x="76044" y="800586"/>
                    <a:pt x="77413" y="809225"/>
                  </a:cubicBezTo>
                  <a:cubicBezTo>
                    <a:pt x="76729" y="796993"/>
                    <a:pt x="78696" y="784675"/>
                    <a:pt x="81006" y="772614"/>
                  </a:cubicBezTo>
                  <a:cubicBezTo>
                    <a:pt x="83657" y="791262"/>
                    <a:pt x="85368" y="810081"/>
                    <a:pt x="86566" y="828985"/>
                  </a:cubicBezTo>
                  <a:cubicBezTo>
                    <a:pt x="87079" y="835229"/>
                    <a:pt x="88533" y="841303"/>
                    <a:pt x="89474" y="847461"/>
                  </a:cubicBezTo>
                  <a:cubicBezTo>
                    <a:pt x="91013" y="857641"/>
                    <a:pt x="91184" y="867905"/>
                    <a:pt x="91698" y="878170"/>
                  </a:cubicBezTo>
                  <a:cubicBezTo>
                    <a:pt x="92981" y="909135"/>
                    <a:pt x="96659" y="940015"/>
                    <a:pt x="100252" y="970895"/>
                  </a:cubicBezTo>
                  <a:cubicBezTo>
                    <a:pt x="104786" y="1009816"/>
                    <a:pt x="109404" y="1048736"/>
                    <a:pt x="114366" y="1087571"/>
                  </a:cubicBezTo>
                  <a:cubicBezTo>
                    <a:pt x="112312" y="1092447"/>
                    <a:pt x="114109" y="1098606"/>
                    <a:pt x="118386" y="1101685"/>
                  </a:cubicBezTo>
                  <a:cubicBezTo>
                    <a:pt x="119242" y="1102284"/>
                    <a:pt x="120182" y="1102883"/>
                    <a:pt x="120782" y="1103823"/>
                  </a:cubicBezTo>
                  <a:cubicBezTo>
                    <a:pt x="121123" y="1104422"/>
                    <a:pt x="121209" y="1105106"/>
                    <a:pt x="121294" y="1105876"/>
                  </a:cubicBezTo>
                  <a:cubicBezTo>
                    <a:pt x="123519" y="1123840"/>
                    <a:pt x="123090" y="1142060"/>
                    <a:pt x="125143" y="1160023"/>
                  </a:cubicBezTo>
                  <a:cubicBezTo>
                    <a:pt x="127112" y="1176874"/>
                    <a:pt x="131217" y="1194239"/>
                    <a:pt x="126769" y="1210577"/>
                  </a:cubicBezTo>
                  <a:cubicBezTo>
                    <a:pt x="124032" y="1220585"/>
                    <a:pt x="118215" y="1229652"/>
                    <a:pt x="117274" y="1239917"/>
                  </a:cubicBezTo>
                  <a:cubicBezTo>
                    <a:pt x="116589" y="1247444"/>
                    <a:pt x="118472" y="1255228"/>
                    <a:pt x="116334" y="1262499"/>
                  </a:cubicBezTo>
                  <a:cubicBezTo>
                    <a:pt x="114109" y="1269941"/>
                    <a:pt x="107951" y="1275501"/>
                    <a:pt x="103417" y="1281061"/>
                  </a:cubicBezTo>
                  <a:cubicBezTo>
                    <a:pt x="96317" y="1286536"/>
                    <a:pt x="89217" y="1291925"/>
                    <a:pt x="82118" y="1297399"/>
                  </a:cubicBezTo>
                  <a:cubicBezTo>
                    <a:pt x="77413" y="1300992"/>
                    <a:pt x="72623" y="1304756"/>
                    <a:pt x="69628" y="1309803"/>
                  </a:cubicBezTo>
                  <a:cubicBezTo>
                    <a:pt x="68260" y="1312112"/>
                    <a:pt x="67404" y="1315191"/>
                    <a:pt x="69030" y="1317330"/>
                  </a:cubicBezTo>
                  <a:cubicBezTo>
                    <a:pt x="70484" y="1319212"/>
                    <a:pt x="73221" y="1319554"/>
                    <a:pt x="75617" y="1319640"/>
                  </a:cubicBezTo>
                  <a:cubicBezTo>
                    <a:pt x="94692" y="1320239"/>
                    <a:pt x="113853" y="1319640"/>
                    <a:pt x="132928" y="1317929"/>
                  </a:cubicBezTo>
                  <a:cubicBezTo>
                    <a:pt x="136778" y="1317587"/>
                    <a:pt x="140798" y="1317073"/>
                    <a:pt x="144048" y="1315020"/>
                  </a:cubicBezTo>
                  <a:cubicBezTo>
                    <a:pt x="149180" y="1311599"/>
                    <a:pt x="150976" y="1305098"/>
                    <a:pt x="152517" y="1299110"/>
                  </a:cubicBezTo>
                  <a:cubicBezTo>
                    <a:pt x="157136" y="1281489"/>
                    <a:pt x="162867" y="1263697"/>
                    <a:pt x="174073" y="1249241"/>
                  </a:cubicBezTo>
                  <a:cubicBezTo>
                    <a:pt x="178350" y="1243852"/>
                    <a:pt x="183482" y="1238805"/>
                    <a:pt x="191095" y="1236495"/>
                  </a:cubicBezTo>
                  <a:cubicBezTo>
                    <a:pt x="191009" y="1256426"/>
                    <a:pt x="190924" y="1276357"/>
                    <a:pt x="190838" y="1296287"/>
                  </a:cubicBezTo>
                  <a:cubicBezTo>
                    <a:pt x="190838" y="1296886"/>
                    <a:pt x="190838" y="1297656"/>
                    <a:pt x="191352" y="1298084"/>
                  </a:cubicBezTo>
                  <a:cubicBezTo>
                    <a:pt x="191693" y="1298426"/>
                    <a:pt x="192207" y="1298426"/>
                    <a:pt x="192720" y="1298426"/>
                  </a:cubicBezTo>
                  <a:cubicBezTo>
                    <a:pt x="194687" y="1298597"/>
                    <a:pt x="196741" y="1298682"/>
                    <a:pt x="198794" y="1298854"/>
                  </a:cubicBezTo>
                  <a:cubicBezTo>
                    <a:pt x="198366" y="1283628"/>
                    <a:pt x="197938" y="1268487"/>
                    <a:pt x="197852" y="1253261"/>
                  </a:cubicBezTo>
                  <a:cubicBezTo>
                    <a:pt x="197852" y="1246076"/>
                    <a:pt x="197938" y="1238719"/>
                    <a:pt x="199990" y="1231790"/>
                  </a:cubicBezTo>
                  <a:cubicBezTo>
                    <a:pt x="201359" y="1227257"/>
                    <a:pt x="203583" y="1222895"/>
                    <a:pt x="204524" y="1218275"/>
                  </a:cubicBezTo>
                  <a:cubicBezTo>
                    <a:pt x="206236" y="1209807"/>
                    <a:pt x="203669" y="1200740"/>
                    <a:pt x="198623" y="1193640"/>
                  </a:cubicBezTo>
                  <a:cubicBezTo>
                    <a:pt x="193575" y="1186540"/>
                    <a:pt x="186304" y="1181322"/>
                    <a:pt x="178606" y="1177302"/>
                  </a:cubicBezTo>
                  <a:cubicBezTo>
                    <a:pt x="178178" y="1177730"/>
                    <a:pt x="177750" y="1178243"/>
                    <a:pt x="177323" y="1178670"/>
                  </a:cubicBezTo>
                  <a:cubicBezTo>
                    <a:pt x="175612" y="1173025"/>
                    <a:pt x="175014" y="1166952"/>
                    <a:pt x="174073" y="1161049"/>
                  </a:cubicBezTo>
                  <a:cubicBezTo>
                    <a:pt x="171249" y="1140178"/>
                    <a:pt x="169025" y="1119306"/>
                    <a:pt x="167400" y="1098263"/>
                  </a:cubicBezTo>
                  <a:cubicBezTo>
                    <a:pt x="168256" y="1099119"/>
                    <a:pt x="169796" y="1098606"/>
                    <a:pt x="170480" y="1097665"/>
                  </a:cubicBezTo>
                  <a:cubicBezTo>
                    <a:pt x="171164" y="1096724"/>
                    <a:pt x="171249" y="1095441"/>
                    <a:pt x="171335" y="1094243"/>
                  </a:cubicBezTo>
                  <a:cubicBezTo>
                    <a:pt x="172190" y="1071062"/>
                    <a:pt x="172533" y="1047795"/>
                    <a:pt x="171164" y="1024186"/>
                  </a:cubicBezTo>
                  <a:cubicBezTo>
                    <a:pt x="172704" y="1004683"/>
                    <a:pt x="174329" y="985094"/>
                    <a:pt x="173987" y="965420"/>
                  </a:cubicBezTo>
                  <a:cubicBezTo>
                    <a:pt x="173645" y="947372"/>
                    <a:pt x="171763" y="929408"/>
                    <a:pt x="171335" y="911274"/>
                  </a:cubicBezTo>
                  <a:cubicBezTo>
                    <a:pt x="170908" y="893225"/>
                    <a:pt x="172105" y="874920"/>
                    <a:pt x="177066" y="857555"/>
                  </a:cubicBezTo>
                  <a:cubicBezTo>
                    <a:pt x="177495" y="814015"/>
                    <a:pt x="179974" y="770476"/>
                    <a:pt x="184680" y="727193"/>
                  </a:cubicBezTo>
                  <a:cubicBezTo>
                    <a:pt x="191522" y="746696"/>
                    <a:pt x="195458" y="766969"/>
                    <a:pt x="199392" y="787242"/>
                  </a:cubicBezTo>
                  <a:cubicBezTo>
                    <a:pt x="202900" y="805547"/>
                    <a:pt x="206491" y="823938"/>
                    <a:pt x="209999" y="842244"/>
                  </a:cubicBezTo>
                  <a:cubicBezTo>
                    <a:pt x="211710" y="851396"/>
                    <a:pt x="213506" y="860549"/>
                    <a:pt x="216414" y="869360"/>
                  </a:cubicBezTo>
                  <a:cubicBezTo>
                    <a:pt x="218638" y="875861"/>
                    <a:pt x="221375" y="882105"/>
                    <a:pt x="223599" y="888606"/>
                  </a:cubicBezTo>
                  <a:cubicBezTo>
                    <a:pt x="226252" y="896390"/>
                    <a:pt x="228048" y="904431"/>
                    <a:pt x="232325" y="913498"/>
                  </a:cubicBezTo>
                  <a:cubicBezTo>
                    <a:pt x="239339" y="964308"/>
                    <a:pt x="253197" y="1014178"/>
                    <a:pt x="273298" y="1061396"/>
                  </a:cubicBezTo>
                  <a:cubicBezTo>
                    <a:pt x="281339" y="1080129"/>
                    <a:pt x="290406" y="1099033"/>
                    <a:pt x="292031" y="1119306"/>
                  </a:cubicBezTo>
                  <a:cubicBezTo>
                    <a:pt x="292202" y="1121359"/>
                    <a:pt x="292459" y="1123669"/>
                    <a:pt x="294255" y="1124695"/>
                  </a:cubicBezTo>
                  <a:cubicBezTo>
                    <a:pt x="295538" y="1125465"/>
                    <a:pt x="297164" y="1125208"/>
                    <a:pt x="298532" y="1125721"/>
                  </a:cubicBezTo>
                  <a:cubicBezTo>
                    <a:pt x="300927" y="1126663"/>
                    <a:pt x="301783" y="1129656"/>
                    <a:pt x="302211" y="1132223"/>
                  </a:cubicBezTo>
                  <a:cubicBezTo>
                    <a:pt x="309053" y="1167550"/>
                    <a:pt x="315983" y="1203049"/>
                    <a:pt x="317864" y="1239061"/>
                  </a:cubicBezTo>
                  <a:cubicBezTo>
                    <a:pt x="319746" y="1274988"/>
                    <a:pt x="316496" y="1311685"/>
                    <a:pt x="304435" y="1345302"/>
                  </a:cubicBezTo>
                  <a:cubicBezTo>
                    <a:pt x="298191" y="1350862"/>
                    <a:pt x="295367" y="1359501"/>
                    <a:pt x="295196" y="1367798"/>
                  </a:cubicBezTo>
                  <a:cubicBezTo>
                    <a:pt x="295026" y="1376096"/>
                    <a:pt x="297250" y="1384308"/>
                    <a:pt x="299730" y="1392263"/>
                  </a:cubicBezTo>
                  <a:cubicBezTo>
                    <a:pt x="300158" y="1393631"/>
                    <a:pt x="300671" y="1395257"/>
                    <a:pt x="302040" y="1395855"/>
                  </a:cubicBezTo>
                  <a:cubicBezTo>
                    <a:pt x="302980" y="1396369"/>
                    <a:pt x="304092" y="1396283"/>
                    <a:pt x="305204" y="1396197"/>
                  </a:cubicBezTo>
                  <a:cubicBezTo>
                    <a:pt x="320259" y="1394914"/>
                    <a:pt x="335143" y="1391493"/>
                    <a:pt x="349343" y="1386189"/>
                  </a:cubicBezTo>
                  <a:cubicBezTo>
                    <a:pt x="354647" y="1384222"/>
                    <a:pt x="360121" y="1381741"/>
                    <a:pt x="363372" y="1377122"/>
                  </a:cubicBezTo>
                  <a:cubicBezTo>
                    <a:pt x="366109" y="1373187"/>
                    <a:pt x="366792" y="1368312"/>
                    <a:pt x="367563" y="1363607"/>
                  </a:cubicBezTo>
                  <a:cubicBezTo>
                    <a:pt x="370899" y="1342308"/>
                    <a:pt x="375603" y="1321265"/>
                    <a:pt x="381762" y="1300564"/>
                  </a:cubicBezTo>
                  <a:cubicBezTo>
                    <a:pt x="384500" y="1291411"/>
                    <a:pt x="387493" y="1282344"/>
                    <a:pt x="388691" y="1272850"/>
                  </a:cubicBezTo>
                  <a:cubicBezTo>
                    <a:pt x="389289" y="1268230"/>
                    <a:pt x="389375" y="1263440"/>
                    <a:pt x="388263" y="1258907"/>
                  </a:cubicBezTo>
                  <a:cubicBezTo>
                    <a:pt x="387322" y="1254972"/>
                    <a:pt x="385441" y="1251379"/>
                    <a:pt x="383559" y="1247872"/>
                  </a:cubicBezTo>
                  <a:cubicBezTo>
                    <a:pt x="380394" y="1241799"/>
                    <a:pt x="377143" y="1235725"/>
                    <a:pt x="373979" y="1229652"/>
                  </a:cubicBezTo>
                  <a:cubicBezTo>
                    <a:pt x="373208" y="1228112"/>
                    <a:pt x="372267" y="1226573"/>
                    <a:pt x="370728" y="1225974"/>
                  </a:cubicBezTo>
                  <a:cubicBezTo>
                    <a:pt x="369188" y="1225375"/>
                    <a:pt x="366878" y="1226573"/>
                    <a:pt x="367306" y="1228284"/>
                  </a:cubicBezTo>
                  <a:cubicBezTo>
                    <a:pt x="364398" y="1220927"/>
                    <a:pt x="362687" y="1213058"/>
                    <a:pt x="363115" y="1204332"/>
                  </a:cubicBezTo>
                  <a:cubicBezTo>
                    <a:pt x="357298" y="1174565"/>
                    <a:pt x="354561" y="1144112"/>
                    <a:pt x="354989" y="1113746"/>
                  </a:cubicBezTo>
                  <a:cubicBezTo>
                    <a:pt x="357212" y="1111950"/>
                    <a:pt x="356871" y="1108528"/>
                    <a:pt x="356443" y="1105705"/>
                  </a:cubicBezTo>
                  <a:cubicBezTo>
                    <a:pt x="355159" y="1097322"/>
                    <a:pt x="353791" y="1089025"/>
                    <a:pt x="351225" y="1075681"/>
                  </a:cubicBezTo>
                  <a:cubicBezTo>
                    <a:pt x="344297" y="1058060"/>
                    <a:pt x="342928" y="1038899"/>
                    <a:pt x="340789" y="1020080"/>
                  </a:cubicBezTo>
                  <a:cubicBezTo>
                    <a:pt x="336341" y="983042"/>
                    <a:pt x="328215" y="946431"/>
                    <a:pt x="316496" y="911017"/>
                  </a:cubicBezTo>
                  <a:cubicBezTo>
                    <a:pt x="313502" y="902036"/>
                    <a:pt x="310337" y="893139"/>
                    <a:pt x="308883" y="883816"/>
                  </a:cubicBezTo>
                  <a:cubicBezTo>
                    <a:pt x="307172" y="872867"/>
                    <a:pt x="307942" y="861575"/>
                    <a:pt x="306488" y="850626"/>
                  </a:cubicBezTo>
                  <a:cubicBezTo>
                    <a:pt x="304606" y="835400"/>
                    <a:pt x="298789" y="821115"/>
                    <a:pt x="295196" y="806231"/>
                  </a:cubicBezTo>
                  <a:cubicBezTo>
                    <a:pt x="291604" y="791348"/>
                    <a:pt x="290492" y="774924"/>
                    <a:pt x="296565" y="759955"/>
                  </a:cubicBezTo>
                  <a:cubicBezTo>
                    <a:pt x="294084" y="740879"/>
                    <a:pt x="293486" y="721462"/>
                    <a:pt x="294683" y="702301"/>
                  </a:cubicBezTo>
                  <a:cubicBezTo>
                    <a:pt x="295111" y="696142"/>
                    <a:pt x="295795" y="689556"/>
                    <a:pt x="300499" y="683397"/>
                  </a:cubicBezTo>
                  <a:cubicBezTo>
                    <a:pt x="301954" y="684594"/>
                    <a:pt x="303494" y="685706"/>
                    <a:pt x="305033" y="686904"/>
                  </a:cubicBezTo>
                  <a:cubicBezTo>
                    <a:pt x="310251" y="677494"/>
                    <a:pt x="322569" y="675613"/>
                    <a:pt x="332748" y="672362"/>
                  </a:cubicBezTo>
                  <a:cubicBezTo>
                    <a:pt x="335998" y="671336"/>
                    <a:pt x="339420" y="669967"/>
                    <a:pt x="341473" y="667230"/>
                  </a:cubicBezTo>
                  <a:cubicBezTo>
                    <a:pt x="343612" y="664493"/>
                    <a:pt x="343868" y="660130"/>
                    <a:pt x="341216" y="657991"/>
                  </a:cubicBezTo>
                  <a:cubicBezTo>
                    <a:pt x="343355" y="659617"/>
                    <a:pt x="346435" y="659360"/>
                    <a:pt x="349086" y="659018"/>
                  </a:cubicBezTo>
                  <a:cubicBezTo>
                    <a:pt x="367135" y="656708"/>
                    <a:pt x="385098" y="653372"/>
                    <a:pt x="401950" y="649780"/>
                  </a:cubicBezTo>
                  <a:cubicBezTo>
                    <a:pt x="399640" y="631560"/>
                    <a:pt x="396047" y="613425"/>
                    <a:pt x="391172" y="595719"/>
                  </a:cubicBezTo>
                  <a:cubicBezTo>
                    <a:pt x="382874" y="565694"/>
                    <a:pt x="370899" y="536525"/>
                    <a:pt x="367477" y="505218"/>
                  </a:cubicBezTo>
                  <a:cubicBezTo>
                    <a:pt x="368418" y="501454"/>
                    <a:pt x="370043" y="496920"/>
                    <a:pt x="373807" y="496065"/>
                  </a:cubicBezTo>
                  <a:cubicBezTo>
                    <a:pt x="376801" y="495381"/>
                    <a:pt x="379795" y="497177"/>
                    <a:pt x="382447" y="498631"/>
                  </a:cubicBezTo>
                  <a:cubicBezTo>
                    <a:pt x="385184" y="500085"/>
                    <a:pt x="388862" y="501026"/>
                    <a:pt x="391086" y="498802"/>
                  </a:cubicBezTo>
                  <a:cubicBezTo>
                    <a:pt x="392199" y="497690"/>
                    <a:pt x="392711" y="495980"/>
                    <a:pt x="394166" y="495295"/>
                  </a:cubicBezTo>
                  <a:cubicBezTo>
                    <a:pt x="396304" y="494269"/>
                    <a:pt x="398700" y="496493"/>
                    <a:pt x="399469" y="498717"/>
                  </a:cubicBezTo>
                  <a:cubicBezTo>
                    <a:pt x="400324" y="500941"/>
                    <a:pt x="400581" y="503593"/>
                    <a:pt x="402377" y="505132"/>
                  </a:cubicBezTo>
                  <a:cubicBezTo>
                    <a:pt x="405029" y="503849"/>
                    <a:pt x="406141" y="500684"/>
                    <a:pt x="406740" y="497690"/>
                  </a:cubicBezTo>
                  <a:cubicBezTo>
                    <a:pt x="408280" y="489564"/>
                    <a:pt x="407509" y="481096"/>
                    <a:pt x="409392" y="473055"/>
                  </a:cubicBezTo>
                  <a:cubicBezTo>
                    <a:pt x="411274" y="465356"/>
                    <a:pt x="415636" y="458428"/>
                    <a:pt x="418887" y="451242"/>
                  </a:cubicBezTo>
                  <a:cubicBezTo>
                    <a:pt x="426329" y="434648"/>
                    <a:pt x="428296" y="415658"/>
                    <a:pt x="424960" y="396839"/>
                  </a:cubicBezTo>
                  <a:cubicBezTo>
                    <a:pt x="426670" y="393760"/>
                    <a:pt x="425559" y="389397"/>
                    <a:pt x="422564" y="387601"/>
                  </a:cubicBezTo>
                  <a:lnTo>
                    <a:pt x="422564" y="387601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A377E9E-B7E4-1489-E642-B846A80067E4}"/>
                </a:ext>
              </a:extLst>
            </p:cNvPr>
            <p:cNvSpPr/>
            <p:nvPr/>
          </p:nvSpPr>
          <p:spPr>
            <a:xfrm>
              <a:off x="-2379695" y="1018404"/>
              <a:ext cx="386693" cy="1393147"/>
            </a:xfrm>
            <a:custGeom>
              <a:avLst/>
              <a:gdLst>
                <a:gd name="connsiteX0" fmla="*/ 317951 w 386693"/>
                <a:gd name="connsiteY0" fmla="*/ 499353 h 1393147"/>
                <a:gd name="connsiteX1" fmla="*/ 297763 w 386693"/>
                <a:gd name="connsiteY1" fmla="*/ 472665 h 1393147"/>
                <a:gd name="connsiteX2" fmla="*/ 288098 w 386693"/>
                <a:gd name="connsiteY2" fmla="*/ 426816 h 1393147"/>
                <a:gd name="connsiteX3" fmla="*/ 298106 w 386693"/>
                <a:gd name="connsiteY3" fmla="*/ 380282 h 1393147"/>
                <a:gd name="connsiteX4" fmla="*/ 317951 w 386693"/>
                <a:gd name="connsiteY4" fmla="*/ 499268 h 1393147"/>
                <a:gd name="connsiteX5" fmla="*/ 317951 w 386693"/>
                <a:gd name="connsiteY5" fmla="*/ 499268 h 1393147"/>
                <a:gd name="connsiteX6" fmla="*/ 119157 w 386693"/>
                <a:gd name="connsiteY6" fmla="*/ 457867 h 1393147"/>
                <a:gd name="connsiteX7" fmla="*/ 103246 w 386693"/>
                <a:gd name="connsiteY7" fmla="*/ 485068 h 1393147"/>
                <a:gd name="connsiteX8" fmla="*/ 87507 w 386693"/>
                <a:gd name="connsiteY8" fmla="*/ 515264 h 1393147"/>
                <a:gd name="connsiteX9" fmla="*/ 95206 w 386693"/>
                <a:gd name="connsiteY9" fmla="*/ 424848 h 1393147"/>
                <a:gd name="connsiteX10" fmla="*/ 98200 w 386693"/>
                <a:gd name="connsiteY10" fmla="*/ 381138 h 1393147"/>
                <a:gd name="connsiteX11" fmla="*/ 117360 w 386693"/>
                <a:gd name="connsiteY11" fmla="*/ 433231 h 1393147"/>
                <a:gd name="connsiteX12" fmla="*/ 119071 w 386693"/>
                <a:gd name="connsiteY12" fmla="*/ 457952 h 1393147"/>
                <a:gd name="connsiteX13" fmla="*/ 119071 w 386693"/>
                <a:gd name="connsiteY13" fmla="*/ 457952 h 1393147"/>
                <a:gd name="connsiteX14" fmla="*/ 122236 w 386693"/>
                <a:gd name="connsiteY14" fmla="*/ 124690 h 1393147"/>
                <a:gd name="connsiteX15" fmla="*/ 120782 w 386693"/>
                <a:gd name="connsiteY15" fmla="*/ 125631 h 1393147"/>
                <a:gd name="connsiteX16" fmla="*/ 112570 w 386693"/>
                <a:gd name="connsiteY16" fmla="*/ 122038 h 1393147"/>
                <a:gd name="connsiteX17" fmla="*/ 110004 w 386693"/>
                <a:gd name="connsiteY17" fmla="*/ 112800 h 1393147"/>
                <a:gd name="connsiteX18" fmla="*/ 110090 w 386693"/>
                <a:gd name="connsiteY18" fmla="*/ 105872 h 1393147"/>
                <a:gd name="connsiteX19" fmla="*/ 114110 w 386693"/>
                <a:gd name="connsiteY19" fmla="*/ 100482 h 1393147"/>
                <a:gd name="connsiteX20" fmla="*/ 119755 w 386693"/>
                <a:gd name="connsiteY20" fmla="*/ 99371 h 1393147"/>
                <a:gd name="connsiteX21" fmla="*/ 119755 w 386693"/>
                <a:gd name="connsiteY21" fmla="*/ 99627 h 1393147"/>
                <a:gd name="connsiteX22" fmla="*/ 122578 w 386693"/>
                <a:gd name="connsiteY22" fmla="*/ 122038 h 1393147"/>
                <a:gd name="connsiteX23" fmla="*/ 122236 w 386693"/>
                <a:gd name="connsiteY23" fmla="*/ 124605 h 1393147"/>
                <a:gd name="connsiteX24" fmla="*/ 122236 w 386693"/>
                <a:gd name="connsiteY24" fmla="*/ 124605 h 1393147"/>
                <a:gd name="connsiteX25" fmla="*/ 376460 w 386693"/>
                <a:gd name="connsiteY25" fmla="*/ 1355433 h 1393147"/>
                <a:gd name="connsiteX26" fmla="*/ 372781 w 386693"/>
                <a:gd name="connsiteY26" fmla="*/ 1339950 h 1393147"/>
                <a:gd name="connsiteX27" fmla="*/ 363115 w 386693"/>
                <a:gd name="connsiteY27" fmla="*/ 1262366 h 1393147"/>
                <a:gd name="connsiteX28" fmla="*/ 353449 w 386693"/>
                <a:gd name="connsiteY28" fmla="*/ 1211299 h 1393147"/>
                <a:gd name="connsiteX29" fmla="*/ 354476 w 386693"/>
                <a:gd name="connsiteY29" fmla="*/ 1200093 h 1393147"/>
                <a:gd name="connsiteX30" fmla="*/ 358668 w 386693"/>
                <a:gd name="connsiteY30" fmla="*/ 1196244 h 1393147"/>
                <a:gd name="connsiteX31" fmla="*/ 361319 w 386693"/>
                <a:gd name="connsiteY31" fmla="*/ 1183499 h 1393147"/>
                <a:gd name="connsiteX32" fmla="*/ 359352 w 386693"/>
                <a:gd name="connsiteY32" fmla="*/ 1150395 h 1393147"/>
                <a:gd name="connsiteX33" fmla="*/ 340790 w 386693"/>
                <a:gd name="connsiteY33" fmla="*/ 824318 h 1393147"/>
                <a:gd name="connsiteX34" fmla="*/ 344468 w 386693"/>
                <a:gd name="connsiteY34" fmla="*/ 622445 h 1393147"/>
                <a:gd name="connsiteX35" fmla="*/ 367136 w 386693"/>
                <a:gd name="connsiteY35" fmla="*/ 545117 h 1393147"/>
                <a:gd name="connsiteX36" fmla="*/ 367649 w 386693"/>
                <a:gd name="connsiteY36" fmla="*/ 503973 h 1393147"/>
                <a:gd name="connsiteX37" fmla="*/ 364484 w 386693"/>
                <a:gd name="connsiteY37" fmla="*/ 441871 h 1393147"/>
                <a:gd name="connsiteX38" fmla="*/ 341816 w 386693"/>
                <a:gd name="connsiteY38" fmla="*/ 286189 h 1393147"/>
                <a:gd name="connsiteX39" fmla="*/ 333947 w 386693"/>
                <a:gd name="connsiteY39" fmla="*/ 228792 h 1393147"/>
                <a:gd name="connsiteX40" fmla="*/ 330097 w 386693"/>
                <a:gd name="connsiteY40" fmla="*/ 220495 h 1393147"/>
                <a:gd name="connsiteX41" fmla="*/ 322228 w 386693"/>
                <a:gd name="connsiteY41" fmla="*/ 221435 h 1393147"/>
                <a:gd name="connsiteX42" fmla="*/ 288867 w 386693"/>
                <a:gd name="connsiteY42" fmla="*/ 212967 h 1393147"/>
                <a:gd name="connsiteX43" fmla="*/ 263291 w 386693"/>
                <a:gd name="connsiteY43" fmla="*/ 201505 h 1393147"/>
                <a:gd name="connsiteX44" fmla="*/ 251059 w 386693"/>
                <a:gd name="connsiteY44" fmla="*/ 190299 h 1393147"/>
                <a:gd name="connsiteX45" fmla="*/ 235576 w 386693"/>
                <a:gd name="connsiteY45" fmla="*/ 186450 h 1393147"/>
                <a:gd name="connsiteX46" fmla="*/ 236175 w 386693"/>
                <a:gd name="connsiteY46" fmla="*/ 189101 h 1393147"/>
                <a:gd name="connsiteX47" fmla="*/ 225483 w 386693"/>
                <a:gd name="connsiteY47" fmla="*/ 165920 h 1393147"/>
                <a:gd name="connsiteX48" fmla="*/ 225483 w 386693"/>
                <a:gd name="connsiteY48" fmla="*/ 140258 h 1393147"/>
                <a:gd name="connsiteX49" fmla="*/ 227193 w 386693"/>
                <a:gd name="connsiteY49" fmla="*/ 130336 h 1393147"/>
                <a:gd name="connsiteX50" fmla="*/ 235576 w 386693"/>
                <a:gd name="connsiteY50" fmla="*/ 119045 h 1393147"/>
                <a:gd name="connsiteX51" fmla="*/ 243531 w 386693"/>
                <a:gd name="connsiteY51" fmla="*/ 63957 h 1393147"/>
                <a:gd name="connsiteX52" fmla="*/ 238399 w 386693"/>
                <a:gd name="connsiteY52" fmla="*/ 51212 h 1393147"/>
                <a:gd name="connsiteX53" fmla="*/ 218639 w 386693"/>
                <a:gd name="connsiteY53" fmla="*/ 15200 h 1393147"/>
                <a:gd name="connsiteX54" fmla="*/ 195971 w 386693"/>
                <a:gd name="connsiteY54" fmla="*/ 2882 h 1393147"/>
                <a:gd name="connsiteX55" fmla="*/ 138745 w 386693"/>
                <a:gd name="connsiteY55" fmla="*/ 9468 h 1393147"/>
                <a:gd name="connsiteX56" fmla="*/ 103161 w 386693"/>
                <a:gd name="connsiteY56" fmla="*/ 54804 h 1393147"/>
                <a:gd name="connsiteX57" fmla="*/ 102562 w 386693"/>
                <a:gd name="connsiteY57" fmla="*/ 74735 h 1393147"/>
                <a:gd name="connsiteX58" fmla="*/ 113768 w 386693"/>
                <a:gd name="connsiteY58" fmla="*/ 90731 h 1393147"/>
                <a:gd name="connsiteX59" fmla="*/ 112742 w 386693"/>
                <a:gd name="connsiteY59" fmla="*/ 86540 h 1393147"/>
                <a:gd name="connsiteX60" fmla="*/ 112399 w 386693"/>
                <a:gd name="connsiteY60" fmla="*/ 96035 h 1393147"/>
                <a:gd name="connsiteX61" fmla="*/ 104957 w 386693"/>
                <a:gd name="connsiteY61" fmla="*/ 103476 h 1393147"/>
                <a:gd name="connsiteX62" fmla="*/ 105470 w 386693"/>
                <a:gd name="connsiteY62" fmla="*/ 112886 h 1393147"/>
                <a:gd name="connsiteX63" fmla="*/ 108293 w 386693"/>
                <a:gd name="connsiteY63" fmla="*/ 112715 h 1393147"/>
                <a:gd name="connsiteX64" fmla="*/ 123006 w 386693"/>
                <a:gd name="connsiteY64" fmla="*/ 127513 h 1393147"/>
                <a:gd name="connsiteX65" fmla="*/ 134896 w 386693"/>
                <a:gd name="connsiteY65" fmla="*/ 153004 h 1393147"/>
                <a:gd name="connsiteX66" fmla="*/ 137975 w 386693"/>
                <a:gd name="connsiteY66" fmla="*/ 162328 h 1393147"/>
                <a:gd name="connsiteX67" fmla="*/ 126770 w 386693"/>
                <a:gd name="connsiteY67" fmla="*/ 192694 h 1393147"/>
                <a:gd name="connsiteX68" fmla="*/ 125144 w 386693"/>
                <a:gd name="connsiteY68" fmla="*/ 200991 h 1393147"/>
                <a:gd name="connsiteX69" fmla="*/ 118986 w 386693"/>
                <a:gd name="connsiteY69" fmla="*/ 203216 h 1393147"/>
                <a:gd name="connsiteX70" fmla="*/ 107010 w 386693"/>
                <a:gd name="connsiteY70" fmla="*/ 208091 h 1393147"/>
                <a:gd name="connsiteX71" fmla="*/ 101963 w 386693"/>
                <a:gd name="connsiteY71" fmla="*/ 219211 h 1393147"/>
                <a:gd name="connsiteX72" fmla="*/ 65010 w 386693"/>
                <a:gd name="connsiteY72" fmla="*/ 230588 h 1393147"/>
                <a:gd name="connsiteX73" fmla="*/ 62957 w 386693"/>
                <a:gd name="connsiteY73" fmla="*/ 231272 h 1393147"/>
                <a:gd name="connsiteX74" fmla="*/ 62273 w 386693"/>
                <a:gd name="connsiteY74" fmla="*/ 232898 h 1393147"/>
                <a:gd name="connsiteX75" fmla="*/ 57483 w 386693"/>
                <a:gd name="connsiteY75" fmla="*/ 256763 h 1393147"/>
                <a:gd name="connsiteX76" fmla="*/ 49442 w 386693"/>
                <a:gd name="connsiteY76" fmla="*/ 306889 h 1393147"/>
                <a:gd name="connsiteX77" fmla="*/ 48244 w 386693"/>
                <a:gd name="connsiteY77" fmla="*/ 330840 h 1393147"/>
                <a:gd name="connsiteX78" fmla="*/ 40546 w 386693"/>
                <a:gd name="connsiteY78" fmla="*/ 401667 h 1393147"/>
                <a:gd name="connsiteX79" fmla="*/ 20102 w 386693"/>
                <a:gd name="connsiteY79" fmla="*/ 647593 h 1393147"/>
                <a:gd name="connsiteX80" fmla="*/ 18648 w 386693"/>
                <a:gd name="connsiteY80" fmla="*/ 656233 h 1393147"/>
                <a:gd name="connsiteX81" fmla="*/ 12147 w 386693"/>
                <a:gd name="connsiteY81" fmla="*/ 665215 h 1393147"/>
                <a:gd name="connsiteX82" fmla="*/ 0 w 386693"/>
                <a:gd name="connsiteY82" fmla="*/ 684119 h 1393147"/>
                <a:gd name="connsiteX83" fmla="*/ 16680 w 386693"/>
                <a:gd name="connsiteY83" fmla="*/ 699174 h 1393147"/>
                <a:gd name="connsiteX84" fmla="*/ 36526 w 386693"/>
                <a:gd name="connsiteY84" fmla="*/ 708070 h 1393147"/>
                <a:gd name="connsiteX85" fmla="*/ 38408 w 386693"/>
                <a:gd name="connsiteY85" fmla="*/ 716538 h 1393147"/>
                <a:gd name="connsiteX86" fmla="*/ 39605 w 386693"/>
                <a:gd name="connsiteY86" fmla="*/ 718848 h 1393147"/>
                <a:gd name="connsiteX87" fmla="*/ 41573 w 386693"/>
                <a:gd name="connsiteY87" fmla="*/ 719532 h 1393147"/>
                <a:gd name="connsiteX88" fmla="*/ 45850 w 386693"/>
                <a:gd name="connsiteY88" fmla="*/ 722441 h 1393147"/>
                <a:gd name="connsiteX89" fmla="*/ 57141 w 386693"/>
                <a:gd name="connsiteY89" fmla="*/ 727059 h 1393147"/>
                <a:gd name="connsiteX90" fmla="*/ 61503 w 386693"/>
                <a:gd name="connsiteY90" fmla="*/ 727658 h 1393147"/>
                <a:gd name="connsiteX91" fmla="*/ 70656 w 386693"/>
                <a:gd name="connsiteY91" fmla="*/ 737495 h 1393147"/>
                <a:gd name="connsiteX92" fmla="*/ 71939 w 386693"/>
                <a:gd name="connsiteY92" fmla="*/ 751438 h 1393147"/>
                <a:gd name="connsiteX93" fmla="*/ 77841 w 386693"/>
                <a:gd name="connsiteY93" fmla="*/ 818416 h 1393147"/>
                <a:gd name="connsiteX94" fmla="*/ 71682 w 386693"/>
                <a:gd name="connsiteY94" fmla="*/ 1074008 h 1393147"/>
                <a:gd name="connsiteX95" fmla="*/ 72965 w 386693"/>
                <a:gd name="connsiteY95" fmla="*/ 1192651 h 1393147"/>
                <a:gd name="connsiteX96" fmla="*/ 82888 w 386693"/>
                <a:gd name="connsiteY96" fmla="*/ 1203686 h 1393147"/>
                <a:gd name="connsiteX97" fmla="*/ 81092 w 386693"/>
                <a:gd name="connsiteY97" fmla="*/ 1263136 h 1393147"/>
                <a:gd name="connsiteX98" fmla="*/ 81348 w 386693"/>
                <a:gd name="connsiteY98" fmla="*/ 1276822 h 1393147"/>
                <a:gd name="connsiteX99" fmla="*/ 82717 w 386693"/>
                <a:gd name="connsiteY99" fmla="*/ 1286403 h 1393147"/>
                <a:gd name="connsiteX100" fmla="*/ 80664 w 386693"/>
                <a:gd name="connsiteY100" fmla="*/ 1310439 h 1393147"/>
                <a:gd name="connsiteX101" fmla="*/ 82118 w 386693"/>
                <a:gd name="connsiteY101" fmla="*/ 1367665 h 1393147"/>
                <a:gd name="connsiteX102" fmla="*/ 84941 w 386693"/>
                <a:gd name="connsiteY102" fmla="*/ 1379127 h 1393147"/>
                <a:gd name="connsiteX103" fmla="*/ 94265 w 386693"/>
                <a:gd name="connsiteY103" fmla="*/ 1387425 h 1393147"/>
                <a:gd name="connsiteX104" fmla="*/ 125658 w 386693"/>
                <a:gd name="connsiteY104" fmla="*/ 1391530 h 1393147"/>
                <a:gd name="connsiteX105" fmla="*/ 144220 w 386693"/>
                <a:gd name="connsiteY105" fmla="*/ 1367323 h 1393147"/>
                <a:gd name="connsiteX106" fmla="*/ 139344 w 386693"/>
                <a:gd name="connsiteY106" fmla="*/ 1349787 h 1393147"/>
                <a:gd name="connsiteX107" fmla="*/ 130277 w 386693"/>
                <a:gd name="connsiteY107" fmla="*/ 1312920 h 1393147"/>
                <a:gd name="connsiteX108" fmla="*/ 118216 w 386693"/>
                <a:gd name="connsiteY108" fmla="*/ 1215918 h 1393147"/>
                <a:gd name="connsiteX109" fmla="*/ 119328 w 386693"/>
                <a:gd name="connsiteY109" fmla="*/ 1211726 h 1393147"/>
                <a:gd name="connsiteX110" fmla="*/ 124204 w 386693"/>
                <a:gd name="connsiteY110" fmla="*/ 1210358 h 1393147"/>
                <a:gd name="connsiteX111" fmla="*/ 134041 w 386693"/>
                <a:gd name="connsiteY111" fmla="*/ 1192309 h 1393147"/>
                <a:gd name="connsiteX112" fmla="*/ 152004 w 386693"/>
                <a:gd name="connsiteY112" fmla="*/ 1055189 h 1393147"/>
                <a:gd name="connsiteX113" fmla="*/ 180146 w 386693"/>
                <a:gd name="connsiteY113" fmla="*/ 854342 h 1393147"/>
                <a:gd name="connsiteX114" fmla="*/ 181601 w 386693"/>
                <a:gd name="connsiteY114" fmla="*/ 840399 h 1393147"/>
                <a:gd name="connsiteX115" fmla="*/ 206835 w 386693"/>
                <a:gd name="connsiteY115" fmla="*/ 675992 h 1393147"/>
                <a:gd name="connsiteX116" fmla="*/ 218725 w 386693"/>
                <a:gd name="connsiteY116" fmla="*/ 741259 h 1393147"/>
                <a:gd name="connsiteX117" fmla="*/ 294513 w 386693"/>
                <a:gd name="connsiteY117" fmla="*/ 1160488 h 1393147"/>
                <a:gd name="connsiteX118" fmla="*/ 294941 w 386693"/>
                <a:gd name="connsiteY118" fmla="*/ 1192651 h 1393147"/>
                <a:gd name="connsiteX119" fmla="*/ 295710 w 386693"/>
                <a:gd name="connsiteY119" fmla="*/ 1196329 h 1393147"/>
                <a:gd name="connsiteX120" fmla="*/ 304179 w 386693"/>
                <a:gd name="connsiteY120" fmla="*/ 1199323 h 1393147"/>
                <a:gd name="connsiteX121" fmla="*/ 310252 w 386693"/>
                <a:gd name="connsiteY121" fmla="*/ 1210957 h 1393147"/>
                <a:gd name="connsiteX122" fmla="*/ 312305 w 386693"/>
                <a:gd name="connsiteY122" fmla="*/ 1229348 h 1393147"/>
                <a:gd name="connsiteX123" fmla="*/ 310765 w 386693"/>
                <a:gd name="connsiteY123" fmla="*/ 1258859 h 1393147"/>
                <a:gd name="connsiteX124" fmla="*/ 299731 w 386693"/>
                <a:gd name="connsiteY124" fmla="*/ 1287600 h 1393147"/>
                <a:gd name="connsiteX125" fmla="*/ 310594 w 386693"/>
                <a:gd name="connsiteY125" fmla="*/ 1314288 h 1393147"/>
                <a:gd name="connsiteX126" fmla="*/ 314529 w 386693"/>
                <a:gd name="connsiteY126" fmla="*/ 1359282 h 1393147"/>
                <a:gd name="connsiteX127" fmla="*/ 316839 w 386693"/>
                <a:gd name="connsiteY127" fmla="*/ 1361506 h 1393147"/>
                <a:gd name="connsiteX128" fmla="*/ 317009 w 386693"/>
                <a:gd name="connsiteY128" fmla="*/ 1359539 h 1393147"/>
                <a:gd name="connsiteX129" fmla="*/ 322398 w 386693"/>
                <a:gd name="connsiteY129" fmla="*/ 1370317 h 1393147"/>
                <a:gd name="connsiteX130" fmla="*/ 336256 w 386693"/>
                <a:gd name="connsiteY130" fmla="*/ 1377930 h 1393147"/>
                <a:gd name="connsiteX131" fmla="*/ 370814 w 386693"/>
                <a:gd name="connsiteY131" fmla="*/ 1385372 h 1393147"/>
                <a:gd name="connsiteX132" fmla="*/ 384330 w 386693"/>
                <a:gd name="connsiteY132" fmla="*/ 1382121 h 1393147"/>
                <a:gd name="connsiteX133" fmla="*/ 384757 w 386693"/>
                <a:gd name="connsiteY133" fmla="*/ 1367836 h 1393147"/>
                <a:gd name="connsiteX134" fmla="*/ 376545 w 386693"/>
                <a:gd name="connsiteY134" fmla="*/ 1354920 h 1393147"/>
                <a:gd name="connsiteX135" fmla="*/ 376545 w 386693"/>
                <a:gd name="connsiteY135" fmla="*/ 1354920 h 1393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</a:cxnLst>
              <a:rect l="l" t="t" r="r" b="b"/>
              <a:pathLst>
                <a:path w="386693" h="1393147">
                  <a:moveTo>
                    <a:pt x="317951" y="499353"/>
                  </a:moveTo>
                  <a:cubicBezTo>
                    <a:pt x="312305" y="489687"/>
                    <a:pt x="303665" y="482160"/>
                    <a:pt x="297763" y="472665"/>
                  </a:cubicBezTo>
                  <a:cubicBezTo>
                    <a:pt x="289295" y="459235"/>
                    <a:pt x="286900" y="442641"/>
                    <a:pt x="288098" y="426816"/>
                  </a:cubicBezTo>
                  <a:cubicBezTo>
                    <a:pt x="289209" y="410991"/>
                    <a:pt x="293743" y="395594"/>
                    <a:pt x="298106" y="380282"/>
                  </a:cubicBezTo>
                  <a:cubicBezTo>
                    <a:pt x="316154" y="413557"/>
                    <a:pt x="323169" y="457182"/>
                    <a:pt x="317951" y="499268"/>
                  </a:cubicBezTo>
                  <a:lnTo>
                    <a:pt x="317951" y="499268"/>
                  </a:lnTo>
                  <a:close/>
                  <a:moveTo>
                    <a:pt x="119157" y="457867"/>
                  </a:moveTo>
                  <a:cubicBezTo>
                    <a:pt x="116847" y="468217"/>
                    <a:pt x="109405" y="476429"/>
                    <a:pt x="103246" y="485068"/>
                  </a:cubicBezTo>
                  <a:cubicBezTo>
                    <a:pt x="96660" y="494392"/>
                    <a:pt x="91357" y="504486"/>
                    <a:pt x="87507" y="515264"/>
                  </a:cubicBezTo>
                  <a:cubicBezTo>
                    <a:pt x="82803" y="485239"/>
                    <a:pt x="88961" y="454702"/>
                    <a:pt x="95206" y="424848"/>
                  </a:cubicBezTo>
                  <a:cubicBezTo>
                    <a:pt x="98285" y="409879"/>
                    <a:pt x="101365" y="394910"/>
                    <a:pt x="98200" y="381138"/>
                  </a:cubicBezTo>
                  <a:cubicBezTo>
                    <a:pt x="106497" y="397732"/>
                    <a:pt x="112912" y="415182"/>
                    <a:pt x="117360" y="433231"/>
                  </a:cubicBezTo>
                  <a:cubicBezTo>
                    <a:pt x="119328" y="441272"/>
                    <a:pt x="120953" y="449826"/>
                    <a:pt x="119071" y="457952"/>
                  </a:cubicBezTo>
                  <a:lnTo>
                    <a:pt x="119071" y="457952"/>
                  </a:lnTo>
                  <a:close/>
                  <a:moveTo>
                    <a:pt x="122236" y="124690"/>
                  </a:moveTo>
                  <a:cubicBezTo>
                    <a:pt x="121894" y="125204"/>
                    <a:pt x="121381" y="125460"/>
                    <a:pt x="120782" y="125631"/>
                  </a:cubicBezTo>
                  <a:cubicBezTo>
                    <a:pt x="117702" y="126658"/>
                    <a:pt x="114281" y="124776"/>
                    <a:pt x="112570" y="122038"/>
                  </a:cubicBezTo>
                  <a:cubicBezTo>
                    <a:pt x="110774" y="119387"/>
                    <a:pt x="110346" y="116051"/>
                    <a:pt x="110004" y="112800"/>
                  </a:cubicBezTo>
                  <a:cubicBezTo>
                    <a:pt x="109747" y="110491"/>
                    <a:pt x="109576" y="108096"/>
                    <a:pt x="110090" y="105872"/>
                  </a:cubicBezTo>
                  <a:cubicBezTo>
                    <a:pt x="110603" y="103648"/>
                    <a:pt x="111971" y="101423"/>
                    <a:pt x="114110" y="100482"/>
                  </a:cubicBezTo>
                  <a:cubicBezTo>
                    <a:pt x="115906" y="99713"/>
                    <a:pt x="117874" y="99798"/>
                    <a:pt x="119755" y="99371"/>
                  </a:cubicBezTo>
                  <a:cubicBezTo>
                    <a:pt x="119585" y="100140"/>
                    <a:pt x="119585" y="100910"/>
                    <a:pt x="119755" y="99627"/>
                  </a:cubicBezTo>
                  <a:cubicBezTo>
                    <a:pt x="120697" y="107155"/>
                    <a:pt x="121637" y="114597"/>
                    <a:pt x="122578" y="122038"/>
                  </a:cubicBezTo>
                  <a:cubicBezTo>
                    <a:pt x="122664" y="122894"/>
                    <a:pt x="122750" y="123835"/>
                    <a:pt x="122236" y="124605"/>
                  </a:cubicBezTo>
                  <a:lnTo>
                    <a:pt x="122236" y="124605"/>
                  </a:lnTo>
                  <a:close/>
                  <a:moveTo>
                    <a:pt x="376460" y="1355433"/>
                  </a:moveTo>
                  <a:cubicBezTo>
                    <a:pt x="374150" y="1350643"/>
                    <a:pt x="373466" y="1345254"/>
                    <a:pt x="372781" y="1339950"/>
                  </a:cubicBezTo>
                  <a:cubicBezTo>
                    <a:pt x="369616" y="1314630"/>
                    <a:pt x="366794" y="1289140"/>
                    <a:pt x="363115" y="1262366"/>
                  </a:cubicBezTo>
                  <a:cubicBezTo>
                    <a:pt x="359865" y="1245343"/>
                    <a:pt x="356700" y="1228321"/>
                    <a:pt x="353449" y="1211299"/>
                  </a:cubicBezTo>
                  <a:cubicBezTo>
                    <a:pt x="352680" y="1207449"/>
                    <a:pt x="352081" y="1203173"/>
                    <a:pt x="354476" y="1200093"/>
                  </a:cubicBezTo>
                  <a:cubicBezTo>
                    <a:pt x="355673" y="1198639"/>
                    <a:pt x="357384" y="1197698"/>
                    <a:pt x="358668" y="1196244"/>
                  </a:cubicBezTo>
                  <a:cubicBezTo>
                    <a:pt x="361747" y="1192993"/>
                    <a:pt x="361576" y="1188032"/>
                    <a:pt x="361319" y="1183499"/>
                  </a:cubicBezTo>
                  <a:cubicBezTo>
                    <a:pt x="360635" y="1172464"/>
                    <a:pt x="359950" y="1161429"/>
                    <a:pt x="359352" y="1150395"/>
                  </a:cubicBezTo>
                  <a:lnTo>
                    <a:pt x="340790" y="824318"/>
                  </a:lnTo>
                  <a:cubicBezTo>
                    <a:pt x="340790" y="824318"/>
                    <a:pt x="344639" y="624754"/>
                    <a:pt x="344468" y="622445"/>
                  </a:cubicBezTo>
                  <a:cubicBezTo>
                    <a:pt x="355673" y="597895"/>
                    <a:pt x="364570" y="571976"/>
                    <a:pt x="367136" y="545117"/>
                  </a:cubicBezTo>
                  <a:cubicBezTo>
                    <a:pt x="368419" y="531431"/>
                    <a:pt x="367991" y="517659"/>
                    <a:pt x="367649" y="503973"/>
                  </a:cubicBezTo>
                  <a:cubicBezTo>
                    <a:pt x="367050" y="483272"/>
                    <a:pt x="366537" y="462486"/>
                    <a:pt x="364484" y="441871"/>
                  </a:cubicBezTo>
                  <a:cubicBezTo>
                    <a:pt x="359523" y="389349"/>
                    <a:pt x="345494" y="337855"/>
                    <a:pt x="341816" y="286189"/>
                  </a:cubicBezTo>
                  <a:cubicBezTo>
                    <a:pt x="340790" y="266857"/>
                    <a:pt x="338138" y="247696"/>
                    <a:pt x="333947" y="228792"/>
                  </a:cubicBezTo>
                  <a:cubicBezTo>
                    <a:pt x="333262" y="225798"/>
                    <a:pt x="332407" y="222547"/>
                    <a:pt x="330097" y="220495"/>
                  </a:cubicBezTo>
                  <a:cubicBezTo>
                    <a:pt x="327788" y="218442"/>
                    <a:pt x="323425" y="218613"/>
                    <a:pt x="322228" y="221435"/>
                  </a:cubicBezTo>
                  <a:cubicBezTo>
                    <a:pt x="311022" y="218955"/>
                    <a:pt x="299902" y="216132"/>
                    <a:pt x="288867" y="212967"/>
                  </a:cubicBezTo>
                  <a:cubicBezTo>
                    <a:pt x="279800" y="210401"/>
                    <a:pt x="270647" y="207407"/>
                    <a:pt x="263291" y="201505"/>
                  </a:cubicBezTo>
                  <a:cubicBezTo>
                    <a:pt x="259014" y="197998"/>
                    <a:pt x="255507" y="193635"/>
                    <a:pt x="251059" y="190299"/>
                  </a:cubicBezTo>
                  <a:cubicBezTo>
                    <a:pt x="246611" y="186963"/>
                    <a:pt x="240794" y="184739"/>
                    <a:pt x="235576" y="186450"/>
                  </a:cubicBezTo>
                  <a:cubicBezTo>
                    <a:pt x="235747" y="187305"/>
                    <a:pt x="236004" y="188160"/>
                    <a:pt x="236175" y="189101"/>
                  </a:cubicBezTo>
                  <a:cubicBezTo>
                    <a:pt x="227877" y="185594"/>
                    <a:pt x="225825" y="174902"/>
                    <a:pt x="225483" y="165920"/>
                  </a:cubicBezTo>
                  <a:cubicBezTo>
                    <a:pt x="225054" y="157366"/>
                    <a:pt x="225054" y="148812"/>
                    <a:pt x="225483" y="140258"/>
                  </a:cubicBezTo>
                  <a:cubicBezTo>
                    <a:pt x="225653" y="136922"/>
                    <a:pt x="225910" y="133501"/>
                    <a:pt x="227193" y="130336"/>
                  </a:cubicBezTo>
                  <a:cubicBezTo>
                    <a:pt x="228989" y="125973"/>
                    <a:pt x="232582" y="122637"/>
                    <a:pt x="235576" y="119045"/>
                  </a:cubicBezTo>
                  <a:cubicBezTo>
                    <a:pt x="248150" y="104075"/>
                    <a:pt x="251315" y="81920"/>
                    <a:pt x="243531" y="63957"/>
                  </a:cubicBezTo>
                  <a:cubicBezTo>
                    <a:pt x="241820" y="60022"/>
                    <a:pt x="239596" y="56088"/>
                    <a:pt x="238399" y="51212"/>
                  </a:cubicBezTo>
                  <a:cubicBezTo>
                    <a:pt x="233694" y="38210"/>
                    <a:pt x="228733" y="24695"/>
                    <a:pt x="218639" y="15200"/>
                  </a:cubicBezTo>
                  <a:cubicBezTo>
                    <a:pt x="212309" y="9297"/>
                    <a:pt x="204268" y="5363"/>
                    <a:pt x="195971" y="2882"/>
                  </a:cubicBezTo>
                  <a:cubicBezTo>
                    <a:pt x="177067" y="-2593"/>
                    <a:pt x="155939" y="-197"/>
                    <a:pt x="138745" y="9468"/>
                  </a:cubicBezTo>
                  <a:cubicBezTo>
                    <a:pt x="121552" y="19049"/>
                    <a:pt x="108379" y="35729"/>
                    <a:pt x="103161" y="54804"/>
                  </a:cubicBezTo>
                  <a:cubicBezTo>
                    <a:pt x="101365" y="61305"/>
                    <a:pt x="100424" y="68320"/>
                    <a:pt x="102562" y="74735"/>
                  </a:cubicBezTo>
                  <a:cubicBezTo>
                    <a:pt x="104615" y="80979"/>
                    <a:pt x="109320" y="85941"/>
                    <a:pt x="113768" y="90731"/>
                  </a:cubicBezTo>
                  <a:cubicBezTo>
                    <a:pt x="113425" y="89362"/>
                    <a:pt x="113084" y="87908"/>
                    <a:pt x="112742" y="86540"/>
                  </a:cubicBezTo>
                  <a:cubicBezTo>
                    <a:pt x="115393" y="88764"/>
                    <a:pt x="114538" y="93297"/>
                    <a:pt x="112399" y="96035"/>
                  </a:cubicBezTo>
                  <a:cubicBezTo>
                    <a:pt x="110175" y="98772"/>
                    <a:pt x="107010" y="100654"/>
                    <a:pt x="104957" y="103476"/>
                  </a:cubicBezTo>
                  <a:cubicBezTo>
                    <a:pt x="102904" y="106299"/>
                    <a:pt x="102477" y="111004"/>
                    <a:pt x="105470" y="112886"/>
                  </a:cubicBezTo>
                  <a:cubicBezTo>
                    <a:pt x="106411" y="112886"/>
                    <a:pt x="107353" y="112800"/>
                    <a:pt x="108293" y="112715"/>
                  </a:cubicBezTo>
                  <a:cubicBezTo>
                    <a:pt x="107181" y="120670"/>
                    <a:pt x="115051" y="128625"/>
                    <a:pt x="123006" y="127513"/>
                  </a:cubicBezTo>
                  <a:cubicBezTo>
                    <a:pt x="126941" y="136067"/>
                    <a:pt x="130961" y="144535"/>
                    <a:pt x="134896" y="153004"/>
                  </a:cubicBezTo>
                  <a:cubicBezTo>
                    <a:pt x="136265" y="155998"/>
                    <a:pt x="137719" y="159077"/>
                    <a:pt x="137975" y="162328"/>
                  </a:cubicBezTo>
                  <a:cubicBezTo>
                    <a:pt x="138917" y="173277"/>
                    <a:pt x="127368" y="181745"/>
                    <a:pt x="126770" y="192694"/>
                  </a:cubicBezTo>
                  <a:cubicBezTo>
                    <a:pt x="126599" y="195603"/>
                    <a:pt x="127112" y="198853"/>
                    <a:pt x="125144" y="200991"/>
                  </a:cubicBezTo>
                  <a:cubicBezTo>
                    <a:pt x="123605" y="202617"/>
                    <a:pt x="121210" y="202959"/>
                    <a:pt x="118986" y="203216"/>
                  </a:cubicBezTo>
                  <a:cubicBezTo>
                    <a:pt x="114623" y="203900"/>
                    <a:pt x="110261" y="205183"/>
                    <a:pt x="107010" y="208091"/>
                  </a:cubicBezTo>
                  <a:cubicBezTo>
                    <a:pt x="103759" y="211000"/>
                    <a:pt x="101963" y="215875"/>
                    <a:pt x="101963" y="219211"/>
                  </a:cubicBezTo>
                  <a:cubicBezTo>
                    <a:pt x="90672" y="225627"/>
                    <a:pt x="77927" y="229562"/>
                    <a:pt x="65010" y="230588"/>
                  </a:cubicBezTo>
                  <a:cubicBezTo>
                    <a:pt x="64240" y="230588"/>
                    <a:pt x="63471" y="230759"/>
                    <a:pt x="62957" y="231272"/>
                  </a:cubicBezTo>
                  <a:cubicBezTo>
                    <a:pt x="62529" y="231700"/>
                    <a:pt x="62444" y="232299"/>
                    <a:pt x="62273" y="232898"/>
                  </a:cubicBezTo>
                  <a:cubicBezTo>
                    <a:pt x="60648" y="240853"/>
                    <a:pt x="59108" y="248808"/>
                    <a:pt x="57483" y="256763"/>
                  </a:cubicBezTo>
                  <a:cubicBezTo>
                    <a:pt x="54147" y="273358"/>
                    <a:pt x="50810" y="290038"/>
                    <a:pt x="49442" y="306889"/>
                  </a:cubicBezTo>
                  <a:cubicBezTo>
                    <a:pt x="48843" y="314845"/>
                    <a:pt x="48587" y="322800"/>
                    <a:pt x="48244" y="330840"/>
                  </a:cubicBezTo>
                  <a:cubicBezTo>
                    <a:pt x="47218" y="353936"/>
                    <a:pt x="44738" y="376946"/>
                    <a:pt x="40546" y="401667"/>
                  </a:cubicBezTo>
                  <a:cubicBezTo>
                    <a:pt x="22497" y="482074"/>
                    <a:pt x="25234" y="565390"/>
                    <a:pt x="20102" y="647593"/>
                  </a:cubicBezTo>
                  <a:cubicBezTo>
                    <a:pt x="19931" y="650502"/>
                    <a:pt x="19675" y="653495"/>
                    <a:pt x="18648" y="656233"/>
                  </a:cubicBezTo>
                  <a:cubicBezTo>
                    <a:pt x="17279" y="659654"/>
                    <a:pt x="14627" y="662477"/>
                    <a:pt x="12147" y="665215"/>
                  </a:cubicBezTo>
                  <a:cubicBezTo>
                    <a:pt x="7613" y="670432"/>
                    <a:pt x="3679" y="676078"/>
                    <a:pt x="0" y="684119"/>
                  </a:cubicBezTo>
                  <a:cubicBezTo>
                    <a:pt x="4192" y="690449"/>
                    <a:pt x="10179" y="695324"/>
                    <a:pt x="16680" y="699174"/>
                  </a:cubicBezTo>
                  <a:cubicBezTo>
                    <a:pt x="23181" y="703023"/>
                    <a:pt x="30281" y="705760"/>
                    <a:pt x="36526" y="708070"/>
                  </a:cubicBezTo>
                  <a:cubicBezTo>
                    <a:pt x="37210" y="710893"/>
                    <a:pt x="37809" y="713715"/>
                    <a:pt x="38408" y="716538"/>
                  </a:cubicBezTo>
                  <a:cubicBezTo>
                    <a:pt x="38578" y="717393"/>
                    <a:pt x="38835" y="718335"/>
                    <a:pt x="39605" y="718848"/>
                  </a:cubicBezTo>
                  <a:cubicBezTo>
                    <a:pt x="40118" y="719275"/>
                    <a:pt x="40888" y="719275"/>
                    <a:pt x="41573" y="719532"/>
                  </a:cubicBezTo>
                  <a:cubicBezTo>
                    <a:pt x="43198" y="720045"/>
                    <a:pt x="44481" y="721328"/>
                    <a:pt x="45850" y="722441"/>
                  </a:cubicBezTo>
                  <a:cubicBezTo>
                    <a:pt x="49015" y="725092"/>
                    <a:pt x="53035" y="726546"/>
                    <a:pt x="57141" y="727059"/>
                  </a:cubicBezTo>
                  <a:cubicBezTo>
                    <a:pt x="58595" y="727231"/>
                    <a:pt x="60049" y="727316"/>
                    <a:pt x="61503" y="727658"/>
                  </a:cubicBezTo>
                  <a:cubicBezTo>
                    <a:pt x="66037" y="728856"/>
                    <a:pt x="69287" y="733047"/>
                    <a:pt x="70656" y="737495"/>
                  </a:cubicBezTo>
                  <a:cubicBezTo>
                    <a:pt x="72110" y="741944"/>
                    <a:pt x="72025" y="746734"/>
                    <a:pt x="71939" y="751438"/>
                  </a:cubicBezTo>
                  <a:cubicBezTo>
                    <a:pt x="71682" y="774448"/>
                    <a:pt x="72794" y="797544"/>
                    <a:pt x="77841" y="818416"/>
                  </a:cubicBezTo>
                  <a:cubicBezTo>
                    <a:pt x="76815" y="903613"/>
                    <a:pt x="74762" y="988810"/>
                    <a:pt x="71682" y="1074008"/>
                  </a:cubicBezTo>
                  <a:cubicBezTo>
                    <a:pt x="70228" y="1113527"/>
                    <a:pt x="68603" y="1153303"/>
                    <a:pt x="72965" y="1192651"/>
                  </a:cubicBezTo>
                  <a:cubicBezTo>
                    <a:pt x="73564" y="1197698"/>
                    <a:pt x="76815" y="1204456"/>
                    <a:pt x="82888" y="1203686"/>
                  </a:cubicBezTo>
                  <a:cubicBezTo>
                    <a:pt x="82290" y="1223531"/>
                    <a:pt x="81605" y="1243291"/>
                    <a:pt x="81092" y="1263136"/>
                  </a:cubicBezTo>
                  <a:cubicBezTo>
                    <a:pt x="80921" y="1267755"/>
                    <a:pt x="80835" y="1272289"/>
                    <a:pt x="81348" y="1276822"/>
                  </a:cubicBezTo>
                  <a:cubicBezTo>
                    <a:pt x="81691" y="1280072"/>
                    <a:pt x="82375" y="1283152"/>
                    <a:pt x="82717" y="1286403"/>
                  </a:cubicBezTo>
                  <a:cubicBezTo>
                    <a:pt x="83487" y="1294443"/>
                    <a:pt x="81691" y="1302484"/>
                    <a:pt x="80664" y="1310439"/>
                  </a:cubicBezTo>
                  <a:cubicBezTo>
                    <a:pt x="78183" y="1329343"/>
                    <a:pt x="80151" y="1348590"/>
                    <a:pt x="82118" y="1367665"/>
                  </a:cubicBezTo>
                  <a:cubicBezTo>
                    <a:pt x="82546" y="1371600"/>
                    <a:pt x="82973" y="1375706"/>
                    <a:pt x="84941" y="1379127"/>
                  </a:cubicBezTo>
                  <a:cubicBezTo>
                    <a:pt x="86994" y="1382806"/>
                    <a:pt x="90587" y="1385372"/>
                    <a:pt x="94265" y="1387425"/>
                  </a:cubicBezTo>
                  <a:cubicBezTo>
                    <a:pt x="103759" y="1392642"/>
                    <a:pt x="115393" y="1394952"/>
                    <a:pt x="125658" y="1391530"/>
                  </a:cubicBezTo>
                  <a:cubicBezTo>
                    <a:pt x="136008" y="1388109"/>
                    <a:pt x="144391" y="1378272"/>
                    <a:pt x="144220" y="1367323"/>
                  </a:cubicBezTo>
                  <a:cubicBezTo>
                    <a:pt x="144134" y="1361250"/>
                    <a:pt x="141483" y="1355518"/>
                    <a:pt x="139344" y="1349787"/>
                  </a:cubicBezTo>
                  <a:cubicBezTo>
                    <a:pt x="134896" y="1337897"/>
                    <a:pt x="132586" y="1325323"/>
                    <a:pt x="130277" y="1312920"/>
                  </a:cubicBezTo>
                  <a:cubicBezTo>
                    <a:pt x="124375" y="1280843"/>
                    <a:pt x="118473" y="1248509"/>
                    <a:pt x="118216" y="1215918"/>
                  </a:cubicBezTo>
                  <a:cubicBezTo>
                    <a:pt x="118216" y="1214464"/>
                    <a:pt x="118216" y="1212753"/>
                    <a:pt x="119328" y="1211726"/>
                  </a:cubicBezTo>
                  <a:cubicBezTo>
                    <a:pt x="120525" y="1210529"/>
                    <a:pt x="122493" y="1210700"/>
                    <a:pt x="124204" y="1210358"/>
                  </a:cubicBezTo>
                  <a:cubicBezTo>
                    <a:pt x="131475" y="1209075"/>
                    <a:pt x="133528" y="1199665"/>
                    <a:pt x="134041" y="1192309"/>
                  </a:cubicBezTo>
                  <a:cubicBezTo>
                    <a:pt x="137120" y="1146374"/>
                    <a:pt x="143707" y="1100611"/>
                    <a:pt x="152004" y="1055189"/>
                  </a:cubicBezTo>
                  <a:cubicBezTo>
                    <a:pt x="163210" y="988554"/>
                    <a:pt x="172534" y="921577"/>
                    <a:pt x="180146" y="854342"/>
                  </a:cubicBezTo>
                  <a:cubicBezTo>
                    <a:pt x="180745" y="849296"/>
                    <a:pt x="181258" y="844249"/>
                    <a:pt x="181601" y="840399"/>
                  </a:cubicBezTo>
                  <a:cubicBezTo>
                    <a:pt x="183910" y="785312"/>
                    <a:pt x="195201" y="731080"/>
                    <a:pt x="206835" y="675992"/>
                  </a:cubicBezTo>
                  <a:cubicBezTo>
                    <a:pt x="213079" y="697206"/>
                    <a:pt x="217099" y="719190"/>
                    <a:pt x="218725" y="741259"/>
                  </a:cubicBezTo>
                  <a:cubicBezTo>
                    <a:pt x="218725" y="741259"/>
                    <a:pt x="294000" y="1160831"/>
                    <a:pt x="294513" y="1160488"/>
                  </a:cubicBezTo>
                  <a:cubicBezTo>
                    <a:pt x="294684" y="1171181"/>
                    <a:pt x="294769" y="1181873"/>
                    <a:pt x="294941" y="1192651"/>
                  </a:cubicBezTo>
                  <a:cubicBezTo>
                    <a:pt x="294941" y="1193934"/>
                    <a:pt x="294941" y="1195303"/>
                    <a:pt x="295710" y="1196329"/>
                  </a:cubicBezTo>
                  <a:cubicBezTo>
                    <a:pt x="297335" y="1198896"/>
                    <a:pt x="301270" y="1198211"/>
                    <a:pt x="304179" y="1199323"/>
                  </a:cubicBezTo>
                  <a:cubicBezTo>
                    <a:pt x="308456" y="1200948"/>
                    <a:pt x="309739" y="1206423"/>
                    <a:pt x="310252" y="1210957"/>
                  </a:cubicBezTo>
                  <a:cubicBezTo>
                    <a:pt x="311022" y="1217115"/>
                    <a:pt x="311706" y="1223189"/>
                    <a:pt x="312305" y="1229348"/>
                  </a:cubicBezTo>
                  <a:cubicBezTo>
                    <a:pt x="313246" y="1239185"/>
                    <a:pt x="314016" y="1249449"/>
                    <a:pt x="310765" y="1258859"/>
                  </a:cubicBezTo>
                  <a:cubicBezTo>
                    <a:pt x="307344" y="1268610"/>
                    <a:pt x="299560" y="1277250"/>
                    <a:pt x="299731" y="1287600"/>
                  </a:cubicBezTo>
                  <a:cubicBezTo>
                    <a:pt x="299902" y="1297266"/>
                    <a:pt x="307001" y="1305307"/>
                    <a:pt x="310594" y="1314288"/>
                  </a:cubicBezTo>
                  <a:cubicBezTo>
                    <a:pt x="316154" y="1328402"/>
                    <a:pt x="312989" y="1344227"/>
                    <a:pt x="314529" y="1359282"/>
                  </a:cubicBezTo>
                  <a:cubicBezTo>
                    <a:pt x="314700" y="1360651"/>
                    <a:pt x="315898" y="1362447"/>
                    <a:pt x="316839" y="1361506"/>
                  </a:cubicBezTo>
                  <a:cubicBezTo>
                    <a:pt x="316839" y="1360907"/>
                    <a:pt x="316924" y="1360223"/>
                    <a:pt x="317009" y="1359539"/>
                  </a:cubicBezTo>
                  <a:cubicBezTo>
                    <a:pt x="317266" y="1363559"/>
                    <a:pt x="319405" y="1367494"/>
                    <a:pt x="322398" y="1370317"/>
                  </a:cubicBezTo>
                  <a:cubicBezTo>
                    <a:pt x="326248" y="1373995"/>
                    <a:pt x="331209" y="1376133"/>
                    <a:pt x="336256" y="1377930"/>
                  </a:cubicBezTo>
                  <a:cubicBezTo>
                    <a:pt x="347376" y="1381865"/>
                    <a:pt x="359095" y="1384431"/>
                    <a:pt x="370814" y="1385372"/>
                  </a:cubicBezTo>
                  <a:cubicBezTo>
                    <a:pt x="375604" y="1385799"/>
                    <a:pt x="381079" y="1385628"/>
                    <a:pt x="384330" y="1382121"/>
                  </a:cubicBezTo>
                  <a:cubicBezTo>
                    <a:pt x="387751" y="1378358"/>
                    <a:pt x="387066" y="1372370"/>
                    <a:pt x="384757" y="1367836"/>
                  </a:cubicBezTo>
                  <a:cubicBezTo>
                    <a:pt x="382447" y="1363303"/>
                    <a:pt x="378855" y="1359539"/>
                    <a:pt x="376545" y="1354920"/>
                  </a:cubicBezTo>
                  <a:lnTo>
                    <a:pt x="376545" y="1354920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EA57EB3-BE0B-BA06-1807-52E78EC40A9B}"/>
                </a:ext>
              </a:extLst>
            </p:cNvPr>
            <p:cNvSpPr/>
            <p:nvPr/>
          </p:nvSpPr>
          <p:spPr>
            <a:xfrm>
              <a:off x="17449200" y="1591751"/>
              <a:ext cx="456698" cy="1400168"/>
            </a:xfrm>
            <a:custGeom>
              <a:avLst/>
              <a:gdLst>
                <a:gd name="connsiteX0" fmla="*/ 398360 w 456698"/>
                <a:gd name="connsiteY0" fmla="*/ 429183 h 1400168"/>
                <a:gd name="connsiteX1" fmla="*/ 389465 w 456698"/>
                <a:gd name="connsiteY1" fmla="*/ 505826 h 1400168"/>
                <a:gd name="connsiteX2" fmla="*/ 377575 w 456698"/>
                <a:gd name="connsiteY2" fmla="*/ 535680 h 1400168"/>
                <a:gd name="connsiteX3" fmla="*/ 359782 w 456698"/>
                <a:gd name="connsiteY3" fmla="*/ 581272 h 1400168"/>
                <a:gd name="connsiteX4" fmla="*/ 349945 w 456698"/>
                <a:gd name="connsiteY4" fmla="*/ 555097 h 1400168"/>
                <a:gd name="connsiteX5" fmla="*/ 347464 w 456698"/>
                <a:gd name="connsiteY5" fmla="*/ 545688 h 1400168"/>
                <a:gd name="connsiteX6" fmla="*/ 335489 w 456698"/>
                <a:gd name="connsiteY6" fmla="*/ 486837 h 1400168"/>
                <a:gd name="connsiteX7" fmla="*/ 334548 w 456698"/>
                <a:gd name="connsiteY7" fmla="*/ 457326 h 1400168"/>
                <a:gd name="connsiteX8" fmla="*/ 334377 w 456698"/>
                <a:gd name="connsiteY8" fmla="*/ 430466 h 1400168"/>
                <a:gd name="connsiteX9" fmla="*/ 335062 w 456698"/>
                <a:gd name="connsiteY9" fmla="*/ 419431 h 1400168"/>
                <a:gd name="connsiteX10" fmla="*/ 346181 w 456698"/>
                <a:gd name="connsiteY10" fmla="*/ 390861 h 1400168"/>
                <a:gd name="connsiteX11" fmla="*/ 354222 w 456698"/>
                <a:gd name="connsiteY11" fmla="*/ 375379 h 1400168"/>
                <a:gd name="connsiteX12" fmla="*/ 357986 w 456698"/>
                <a:gd name="connsiteY12" fmla="*/ 407028 h 1400168"/>
                <a:gd name="connsiteX13" fmla="*/ 359611 w 456698"/>
                <a:gd name="connsiteY13" fmla="*/ 426617 h 1400168"/>
                <a:gd name="connsiteX14" fmla="*/ 369192 w 456698"/>
                <a:gd name="connsiteY14" fmla="*/ 464169 h 1400168"/>
                <a:gd name="connsiteX15" fmla="*/ 372442 w 456698"/>
                <a:gd name="connsiteY15" fmla="*/ 438592 h 1400168"/>
                <a:gd name="connsiteX16" fmla="*/ 375265 w 456698"/>
                <a:gd name="connsiteY16" fmla="*/ 398902 h 1400168"/>
                <a:gd name="connsiteX17" fmla="*/ 380911 w 456698"/>
                <a:gd name="connsiteY17" fmla="*/ 414214 h 1400168"/>
                <a:gd name="connsiteX18" fmla="*/ 379627 w 456698"/>
                <a:gd name="connsiteY18" fmla="*/ 390091 h 1400168"/>
                <a:gd name="connsiteX19" fmla="*/ 392287 w 456698"/>
                <a:gd name="connsiteY19" fmla="*/ 408311 h 1400168"/>
                <a:gd name="connsiteX20" fmla="*/ 396992 w 456698"/>
                <a:gd name="connsiteY20" fmla="*/ 416438 h 1400168"/>
                <a:gd name="connsiteX21" fmla="*/ 398360 w 456698"/>
                <a:gd name="connsiteY21" fmla="*/ 429012 h 1400168"/>
                <a:gd name="connsiteX22" fmla="*/ 398360 w 456698"/>
                <a:gd name="connsiteY22" fmla="*/ 429012 h 1400168"/>
                <a:gd name="connsiteX23" fmla="*/ 291436 w 456698"/>
                <a:gd name="connsiteY23" fmla="*/ 472038 h 1400168"/>
                <a:gd name="connsiteX24" fmla="*/ 289811 w 456698"/>
                <a:gd name="connsiteY24" fmla="*/ 461603 h 1400168"/>
                <a:gd name="connsiteX25" fmla="*/ 329673 w 456698"/>
                <a:gd name="connsiteY25" fmla="*/ 447831 h 1400168"/>
                <a:gd name="connsiteX26" fmla="*/ 331726 w 456698"/>
                <a:gd name="connsiteY26" fmla="*/ 457582 h 1400168"/>
                <a:gd name="connsiteX27" fmla="*/ 291436 w 456698"/>
                <a:gd name="connsiteY27" fmla="*/ 472038 h 1400168"/>
                <a:gd name="connsiteX28" fmla="*/ 291436 w 456698"/>
                <a:gd name="connsiteY28" fmla="*/ 472038 h 1400168"/>
                <a:gd name="connsiteX29" fmla="*/ 252773 w 456698"/>
                <a:gd name="connsiteY29" fmla="*/ 427643 h 1400168"/>
                <a:gd name="connsiteX30" fmla="*/ 247469 w 456698"/>
                <a:gd name="connsiteY30" fmla="*/ 437053 h 1400168"/>
                <a:gd name="connsiteX31" fmla="*/ 245331 w 456698"/>
                <a:gd name="connsiteY31" fmla="*/ 449028 h 1400168"/>
                <a:gd name="connsiteX32" fmla="*/ 257306 w 456698"/>
                <a:gd name="connsiteY32" fmla="*/ 589227 h 1400168"/>
                <a:gd name="connsiteX33" fmla="*/ 217958 w 456698"/>
                <a:gd name="connsiteY33" fmla="*/ 591280 h 1400168"/>
                <a:gd name="connsiteX34" fmla="*/ 214878 w 456698"/>
                <a:gd name="connsiteY34" fmla="*/ 589997 h 1400168"/>
                <a:gd name="connsiteX35" fmla="*/ 214536 w 456698"/>
                <a:gd name="connsiteY35" fmla="*/ 587602 h 1400168"/>
                <a:gd name="connsiteX36" fmla="*/ 216760 w 456698"/>
                <a:gd name="connsiteY36" fmla="*/ 553557 h 1400168"/>
                <a:gd name="connsiteX37" fmla="*/ 220524 w 456698"/>
                <a:gd name="connsiteY37" fmla="*/ 502576 h 1400168"/>
                <a:gd name="connsiteX38" fmla="*/ 227452 w 456698"/>
                <a:gd name="connsiteY38" fmla="*/ 443297 h 1400168"/>
                <a:gd name="connsiteX39" fmla="*/ 166377 w 456698"/>
                <a:gd name="connsiteY39" fmla="*/ 340992 h 1400168"/>
                <a:gd name="connsiteX40" fmla="*/ 170740 w 456698"/>
                <a:gd name="connsiteY40" fmla="*/ 206353 h 1400168"/>
                <a:gd name="connsiteX41" fmla="*/ 185623 w 456698"/>
                <a:gd name="connsiteY41" fmla="*/ 204385 h 1400168"/>
                <a:gd name="connsiteX42" fmla="*/ 190671 w 456698"/>
                <a:gd name="connsiteY42" fmla="*/ 204727 h 1400168"/>
                <a:gd name="connsiteX43" fmla="*/ 185795 w 456698"/>
                <a:gd name="connsiteY43" fmla="*/ 303098 h 1400168"/>
                <a:gd name="connsiteX44" fmla="*/ 187506 w 456698"/>
                <a:gd name="connsiteY44" fmla="*/ 344157 h 1400168"/>
                <a:gd name="connsiteX45" fmla="*/ 198027 w 456698"/>
                <a:gd name="connsiteY45" fmla="*/ 363403 h 1400168"/>
                <a:gd name="connsiteX46" fmla="*/ 235151 w 456698"/>
                <a:gd name="connsiteY46" fmla="*/ 429440 h 1400168"/>
                <a:gd name="connsiteX47" fmla="*/ 270308 w 456698"/>
                <a:gd name="connsiteY47" fmla="*/ 360580 h 1400168"/>
                <a:gd name="connsiteX48" fmla="*/ 278092 w 456698"/>
                <a:gd name="connsiteY48" fmla="*/ 344242 h 1400168"/>
                <a:gd name="connsiteX49" fmla="*/ 279888 w 456698"/>
                <a:gd name="connsiteY49" fmla="*/ 327391 h 1400168"/>
                <a:gd name="connsiteX50" fmla="*/ 267485 w 456698"/>
                <a:gd name="connsiteY50" fmla="*/ 208320 h 1400168"/>
                <a:gd name="connsiteX51" fmla="*/ 279802 w 456698"/>
                <a:gd name="connsiteY51" fmla="*/ 205326 h 1400168"/>
                <a:gd name="connsiteX52" fmla="*/ 301787 w 456698"/>
                <a:gd name="connsiteY52" fmla="*/ 329102 h 1400168"/>
                <a:gd name="connsiteX53" fmla="*/ 252773 w 456698"/>
                <a:gd name="connsiteY53" fmla="*/ 427472 h 1400168"/>
                <a:gd name="connsiteX54" fmla="*/ 252773 w 456698"/>
                <a:gd name="connsiteY54" fmla="*/ 427472 h 1400168"/>
                <a:gd name="connsiteX55" fmla="*/ 179208 w 456698"/>
                <a:gd name="connsiteY55" fmla="*/ 472209 h 1400168"/>
                <a:gd name="connsiteX56" fmla="*/ 178524 w 456698"/>
                <a:gd name="connsiteY56" fmla="*/ 473578 h 1400168"/>
                <a:gd name="connsiteX57" fmla="*/ 176642 w 456698"/>
                <a:gd name="connsiteY57" fmla="*/ 473835 h 1400168"/>
                <a:gd name="connsiteX58" fmla="*/ 144651 w 456698"/>
                <a:gd name="connsiteY58" fmla="*/ 468018 h 1400168"/>
                <a:gd name="connsiteX59" fmla="*/ 131820 w 456698"/>
                <a:gd name="connsiteY59" fmla="*/ 463142 h 1400168"/>
                <a:gd name="connsiteX60" fmla="*/ 130708 w 456698"/>
                <a:gd name="connsiteY60" fmla="*/ 461859 h 1400168"/>
                <a:gd name="connsiteX61" fmla="*/ 130793 w 456698"/>
                <a:gd name="connsiteY61" fmla="*/ 460490 h 1400168"/>
                <a:gd name="connsiteX62" fmla="*/ 130108 w 456698"/>
                <a:gd name="connsiteY62" fmla="*/ 453647 h 1400168"/>
                <a:gd name="connsiteX63" fmla="*/ 141143 w 456698"/>
                <a:gd name="connsiteY63" fmla="*/ 454588 h 1400168"/>
                <a:gd name="connsiteX64" fmla="*/ 144822 w 456698"/>
                <a:gd name="connsiteY64" fmla="*/ 456898 h 1400168"/>
                <a:gd name="connsiteX65" fmla="*/ 151408 w 456698"/>
                <a:gd name="connsiteY65" fmla="*/ 458780 h 1400168"/>
                <a:gd name="connsiteX66" fmla="*/ 180748 w 456698"/>
                <a:gd name="connsiteY66" fmla="*/ 465623 h 1400168"/>
                <a:gd name="connsiteX67" fmla="*/ 179122 w 456698"/>
                <a:gd name="connsiteY67" fmla="*/ 472124 h 1400168"/>
                <a:gd name="connsiteX68" fmla="*/ 179122 w 456698"/>
                <a:gd name="connsiteY68" fmla="*/ 472124 h 1400168"/>
                <a:gd name="connsiteX69" fmla="*/ 119673 w 456698"/>
                <a:gd name="connsiteY69" fmla="*/ 570238 h 1400168"/>
                <a:gd name="connsiteX70" fmla="*/ 111632 w 456698"/>
                <a:gd name="connsiteY70" fmla="*/ 585635 h 1400168"/>
                <a:gd name="connsiteX71" fmla="*/ 99229 w 456698"/>
                <a:gd name="connsiteY71" fmla="*/ 569810 h 1400168"/>
                <a:gd name="connsiteX72" fmla="*/ 94695 w 456698"/>
                <a:gd name="connsiteY72" fmla="*/ 549195 h 1400168"/>
                <a:gd name="connsiteX73" fmla="*/ 79811 w 456698"/>
                <a:gd name="connsiteY73" fmla="*/ 527810 h 1400168"/>
                <a:gd name="connsiteX74" fmla="*/ 73140 w 456698"/>
                <a:gd name="connsiteY74" fmla="*/ 502576 h 1400168"/>
                <a:gd name="connsiteX75" fmla="*/ 59197 w 456698"/>
                <a:gd name="connsiteY75" fmla="*/ 467676 h 1400168"/>
                <a:gd name="connsiteX76" fmla="*/ 64586 w 456698"/>
                <a:gd name="connsiteY76" fmla="*/ 425163 h 1400168"/>
                <a:gd name="connsiteX77" fmla="*/ 94353 w 456698"/>
                <a:gd name="connsiteY77" fmla="*/ 378715 h 1400168"/>
                <a:gd name="connsiteX78" fmla="*/ 90932 w 456698"/>
                <a:gd name="connsiteY78" fmla="*/ 399073 h 1400168"/>
                <a:gd name="connsiteX79" fmla="*/ 97945 w 456698"/>
                <a:gd name="connsiteY79" fmla="*/ 382478 h 1400168"/>
                <a:gd name="connsiteX80" fmla="*/ 102479 w 456698"/>
                <a:gd name="connsiteY80" fmla="*/ 437395 h 1400168"/>
                <a:gd name="connsiteX81" fmla="*/ 111033 w 456698"/>
                <a:gd name="connsiteY81" fmla="*/ 400955 h 1400168"/>
                <a:gd name="connsiteX82" fmla="*/ 111033 w 456698"/>
                <a:gd name="connsiteY82" fmla="*/ 365798 h 1400168"/>
                <a:gd name="connsiteX83" fmla="*/ 113600 w 456698"/>
                <a:gd name="connsiteY83" fmla="*/ 555097 h 1400168"/>
                <a:gd name="connsiteX84" fmla="*/ 119673 w 456698"/>
                <a:gd name="connsiteY84" fmla="*/ 570323 h 1400168"/>
                <a:gd name="connsiteX85" fmla="*/ 119673 w 456698"/>
                <a:gd name="connsiteY85" fmla="*/ 570323 h 1400168"/>
                <a:gd name="connsiteX86" fmla="*/ 425134 w 456698"/>
                <a:gd name="connsiteY86" fmla="*/ 358613 h 1400168"/>
                <a:gd name="connsiteX87" fmla="*/ 380739 w 456698"/>
                <a:gd name="connsiteY87" fmla="*/ 243990 h 1400168"/>
                <a:gd name="connsiteX88" fmla="*/ 372186 w 456698"/>
                <a:gd name="connsiteY88" fmla="*/ 224230 h 1400168"/>
                <a:gd name="connsiteX89" fmla="*/ 354821 w 456698"/>
                <a:gd name="connsiteY89" fmla="*/ 212426 h 1400168"/>
                <a:gd name="connsiteX90" fmla="*/ 342674 w 456698"/>
                <a:gd name="connsiteY90" fmla="*/ 211057 h 1400168"/>
                <a:gd name="connsiteX91" fmla="*/ 334634 w 456698"/>
                <a:gd name="connsiteY91" fmla="*/ 187790 h 1400168"/>
                <a:gd name="connsiteX92" fmla="*/ 324882 w 456698"/>
                <a:gd name="connsiteY92" fmla="*/ 157338 h 1400168"/>
                <a:gd name="connsiteX93" fmla="*/ 317098 w 456698"/>
                <a:gd name="connsiteY93" fmla="*/ 144764 h 1400168"/>
                <a:gd name="connsiteX94" fmla="*/ 311453 w 456698"/>
                <a:gd name="connsiteY94" fmla="*/ 97375 h 1400168"/>
                <a:gd name="connsiteX95" fmla="*/ 302043 w 456698"/>
                <a:gd name="connsiteY95" fmla="*/ 76247 h 1400168"/>
                <a:gd name="connsiteX96" fmla="*/ 289041 w 456698"/>
                <a:gd name="connsiteY96" fmla="*/ 36984 h 1400168"/>
                <a:gd name="connsiteX97" fmla="*/ 280743 w 456698"/>
                <a:gd name="connsiteY97" fmla="*/ 26548 h 1400168"/>
                <a:gd name="connsiteX98" fmla="*/ 275782 w 456698"/>
                <a:gd name="connsiteY98" fmla="*/ 22272 h 1400168"/>
                <a:gd name="connsiteX99" fmla="*/ 272361 w 456698"/>
                <a:gd name="connsiteY99" fmla="*/ 12434 h 1400168"/>
                <a:gd name="connsiteX100" fmla="*/ 251061 w 456698"/>
                <a:gd name="connsiteY100" fmla="*/ 1656 h 1400168"/>
                <a:gd name="connsiteX101" fmla="*/ 220780 w 456698"/>
                <a:gd name="connsiteY101" fmla="*/ 887 h 1400168"/>
                <a:gd name="connsiteX102" fmla="*/ 180834 w 456698"/>
                <a:gd name="connsiteY102" fmla="*/ 40834 h 1400168"/>
                <a:gd name="connsiteX103" fmla="*/ 179038 w 456698"/>
                <a:gd name="connsiteY103" fmla="*/ 50072 h 1400168"/>
                <a:gd name="connsiteX104" fmla="*/ 167917 w 456698"/>
                <a:gd name="connsiteY104" fmla="*/ 66495 h 1400168"/>
                <a:gd name="connsiteX105" fmla="*/ 160561 w 456698"/>
                <a:gd name="connsiteY105" fmla="*/ 89848 h 1400168"/>
                <a:gd name="connsiteX106" fmla="*/ 159192 w 456698"/>
                <a:gd name="connsiteY106" fmla="*/ 106785 h 1400168"/>
                <a:gd name="connsiteX107" fmla="*/ 154145 w 456698"/>
                <a:gd name="connsiteY107" fmla="*/ 113970 h 1400168"/>
                <a:gd name="connsiteX108" fmla="*/ 145933 w 456698"/>
                <a:gd name="connsiteY108" fmla="*/ 133387 h 1400168"/>
                <a:gd name="connsiteX109" fmla="*/ 122666 w 456698"/>
                <a:gd name="connsiteY109" fmla="*/ 157424 h 1400168"/>
                <a:gd name="connsiteX110" fmla="*/ 105558 w 456698"/>
                <a:gd name="connsiteY110" fmla="*/ 171452 h 1400168"/>
                <a:gd name="connsiteX111" fmla="*/ 128911 w 456698"/>
                <a:gd name="connsiteY111" fmla="*/ 162214 h 1400168"/>
                <a:gd name="connsiteX112" fmla="*/ 122838 w 456698"/>
                <a:gd name="connsiteY112" fmla="*/ 181375 h 1400168"/>
                <a:gd name="connsiteX113" fmla="*/ 104191 w 456698"/>
                <a:gd name="connsiteY113" fmla="*/ 202674 h 1400168"/>
                <a:gd name="connsiteX114" fmla="*/ 111888 w 456698"/>
                <a:gd name="connsiteY114" fmla="*/ 202076 h 1400168"/>
                <a:gd name="connsiteX115" fmla="*/ 107099 w 456698"/>
                <a:gd name="connsiteY115" fmla="*/ 211485 h 1400168"/>
                <a:gd name="connsiteX116" fmla="*/ 93583 w 456698"/>
                <a:gd name="connsiteY116" fmla="*/ 216703 h 1400168"/>
                <a:gd name="connsiteX117" fmla="*/ 84259 w 456698"/>
                <a:gd name="connsiteY117" fmla="*/ 222092 h 1400168"/>
                <a:gd name="connsiteX118" fmla="*/ 80153 w 456698"/>
                <a:gd name="connsiteY118" fmla="*/ 229448 h 1400168"/>
                <a:gd name="connsiteX119" fmla="*/ 67408 w 456698"/>
                <a:gd name="connsiteY119" fmla="*/ 262980 h 1400168"/>
                <a:gd name="connsiteX120" fmla="*/ 51498 w 456698"/>
                <a:gd name="connsiteY120" fmla="*/ 316100 h 1400168"/>
                <a:gd name="connsiteX121" fmla="*/ 27889 w 456698"/>
                <a:gd name="connsiteY121" fmla="*/ 355619 h 1400168"/>
                <a:gd name="connsiteX122" fmla="*/ 6847 w 456698"/>
                <a:gd name="connsiteY122" fmla="*/ 397191 h 1400168"/>
                <a:gd name="connsiteX123" fmla="*/ 15742 w 456698"/>
                <a:gd name="connsiteY123" fmla="*/ 522335 h 1400168"/>
                <a:gd name="connsiteX124" fmla="*/ 29087 w 456698"/>
                <a:gd name="connsiteY124" fmla="*/ 558262 h 1400168"/>
                <a:gd name="connsiteX125" fmla="*/ 43970 w 456698"/>
                <a:gd name="connsiteY125" fmla="*/ 589484 h 1400168"/>
                <a:gd name="connsiteX126" fmla="*/ 54149 w 456698"/>
                <a:gd name="connsiteY126" fmla="*/ 611126 h 1400168"/>
                <a:gd name="connsiteX127" fmla="*/ 64414 w 456698"/>
                <a:gd name="connsiteY127" fmla="*/ 617456 h 1400168"/>
                <a:gd name="connsiteX128" fmla="*/ 68691 w 456698"/>
                <a:gd name="connsiteY128" fmla="*/ 615659 h 1400168"/>
                <a:gd name="connsiteX129" fmla="*/ 72712 w 456698"/>
                <a:gd name="connsiteY129" fmla="*/ 618739 h 1400168"/>
                <a:gd name="connsiteX130" fmla="*/ 84516 w 456698"/>
                <a:gd name="connsiteY130" fmla="*/ 641578 h 1400168"/>
                <a:gd name="connsiteX131" fmla="*/ 87681 w 456698"/>
                <a:gd name="connsiteY131" fmla="*/ 655093 h 1400168"/>
                <a:gd name="connsiteX132" fmla="*/ 91017 w 456698"/>
                <a:gd name="connsiteY132" fmla="*/ 661081 h 1400168"/>
                <a:gd name="connsiteX133" fmla="*/ 93840 w 456698"/>
                <a:gd name="connsiteY133" fmla="*/ 677932 h 1400168"/>
                <a:gd name="connsiteX134" fmla="*/ 103677 w 456698"/>
                <a:gd name="connsiteY134" fmla="*/ 778612 h 1400168"/>
                <a:gd name="connsiteX135" fmla="*/ 102736 w 456698"/>
                <a:gd name="connsiteY135" fmla="*/ 777243 h 1400168"/>
                <a:gd name="connsiteX136" fmla="*/ 129167 w 456698"/>
                <a:gd name="connsiteY136" fmla="*/ 1059182 h 1400168"/>
                <a:gd name="connsiteX137" fmla="*/ 128740 w 456698"/>
                <a:gd name="connsiteY137" fmla="*/ 1098273 h 1400168"/>
                <a:gd name="connsiteX138" fmla="*/ 128398 w 456698"/>
                <a:gd name="connsiteY138" fmla="*/ 1175002 h 1400168"/>
                <a:gd name="connsiteX139" fmla="*/ 129852 w 456698"/>
                <a:gd name="connsiteY139" fmla="*/ 1226668 h 1400168"/>
                <a:gd name="connsiteX140" fmla="*/ 132332 w 456698"/>
                <a:gd name="connsiteY140" fmla="*/ 1238130 h 1400168"/>
                <a:gd name="connsiteX141" fmla="*/ 152520 w 456698"/>
                <a:gd name="connsiteY141" fmla="*/ 1248994 h 1400168"/>
                <a:gd name="connsiteX142" fmla="*/ 154402 w 456698"/>
                <a:gd name="connsiteY142" fmla="*/ 1276195 h 1400168"/>
                <a:gd name="connsiteX143" fmla="*/ 153632 w 456698"/>
                <a:gd name="connsiteY143" fmla="*/ 1280815 h 1400168"/>
                <a:gd name="connsiteX144" fmla="*/ 150724 w 456698"/>
                <a:gd name="connsiteY144" fmla="*/ 1283124 h 1400168"/>
                <a:gd name="connsiteX145" fmla="*/ 148414 w 456698"/>
                <a:gd name="connsiteY145" fmla="*/ 1290224 h 1400168"/>
                <a:gd name="connsiteX146" fmla="*/ 144479 w 456698"/>
                <a:gd name="connsiteY146" fmla="*/ 1365670 h 1400168"/>
                <a:gd name="connsiteX147" fmla="*/ 146190 w 456698"/>
                <a:gd name="connsiteY147" fmla="*/ 1379527 h 1400168"/>
                <a:gd name="connsiteX148" fmla="*/ 154487 w 456698"/>
                <a:gd name="connsiteY148" fmla="*/ 1387739 h 1400168"/>
                <a:gd name="connsiteX149" fmla="*/ 175273 w 456698"/>
                <a:gd name="connsiteY149" fmla="*/ 1398945 h 1400168"/>
                <a:gd name="connsiteX150" fmla="*/ 180491 w 456698"/>
                <a:gd name="connsiteY150" fmla="*/ 1400142 h 1400168"/>
                <a:gd name="connsiteX151" fmla="*/ 186137 w 456698"/>
                <a:gd name="connsiteY151" fmla="*/ 1397918 h 1400168"/>
                <a:gd name="connsiteX152" fmla="*/ 200251 w 456698"/>
                <a:gd name="connsiteY152" fmla="*/ 1385429 h 1400168"/>
                <a:gd name="connsiteX153" fmla="*/ 203074 w 456698"/>
                <a:gd name="connsiteY153" fmla="*/ 1372598 h 1400168"/>
                <a:gd name="connsiteX154" fmla="*/ 200678 w 456698"/>
                <a:gd name="connsiteY154" fmla="*/ 1323328 h 1400168"/>
                <a:gd name="connsiteX155" fmla="*/ 194177 w 456698"/>
                <a:gd name="connsiteY155" fmla="*/ 1260713 h 1400168"/>
                <a:gd name="connsiteX156" fmla="*/ 194177 w 456698"/>
                <a:gd name="connsiteY156" fmla="*/ 1253442 h 1400168"/>
                <a:gd name="connsiteX157" fmla="*/ 196230 w 456698"/>
                <a:gd name="connsiteY157" fmla="*/ 1247711 h 1400168"/>
                <a:gd name="connsiteX158" fmla="*/ 204186 w 456698"/>
                <a:gd name="connsiteY158" fmla="*/ 1196900 h 1400168"/>
                <a:gd name="connsiteX159" fmla="*/ 203502 w 456698"/>
                <a:gd name="connsiteY159" fmla="*/ 1137621 h 1400168"/>
                <a:gd name="connsiteX160" fmla="*/ 203159 w 456698"/>
                <a:gd name="connsiteY160" fmla="*/ 1113157 h 1400168"/>
                <a:gd name="connsiteX161" fmla="*/ 207436 w 456698"/>
                <a:gd name="connsiteY161" fmla="*/ 1089291 h 1400168"/>
                <a:gd name="connsiteX162" fmla="*/ 213082 w 456698"/>
                <a:gd name="connsiteY162" fmla="*/ 946526 h 1400168"/>
                <a:gd name="connsiteX163" fmla="*/ 219583 w 456698"/>
                <a:gd name="connsiteY163" fmla="*/ 886050 h 1400168"/>
                <a:gd name="connsiteX164" fmla="*/ 223860 w 456698"/>
                <a:gd name="connsiteY164" fmla="*/ 790160 h 1400168"/>
                <a:gd name="connsiteX165" fmla="*/ 230617 w 456698"/>
                <a:gd name="connsiteY165" fmla="*/ 761076 h 1400168"/>
                <a:gd name="connsiteX166" fmla="*/ 235579 w 456698"/>
                <a:gd name="connsiteY166" fmla="*/ 800254 h 1400168"/>
                <a:gd name="connsiteX167" fmla="*/ 242593 w 456698"/>
                <a:gd name="connsiteY167" fmla="*/ 916502 h 1400168"/>
                <a:gd name="connsiteX168" fmla="*/ 255510 w 456698"/>
                <a:gd name="connsiteY168" fmla="*/ 1031552 h 1400168"/>
                <a:gd name="connsiteX169" fmla="*/ 250719 w 456698"/>
                <a:gd name="connsiteY169" fmla="*/ 1099385 h 1400168"/>
                <a:gd name="connsiteX170" fmla="*/ 251575 w 456698"/>
                <a:gd name="connsiteY170" fmla="*/ 1110077 h 1400168"/>
                <a:gd name="connsiteX171" fmla="*/ 257905 w 456698"/>
                <a:gd name="connsiteY171" fmla="*/ 1121882 h 1400168"/>
                <a:gd name="connsiteX172" fmla="*/ 259017 w 456698"/>
                <a:gd name="connsiteY172" fmla="*/ 1142497 h 1400168"/>
                <a:gd name="connsiteX173" fmla="*/ 257990 w 456698"/>
                <a:gd name="connsiteY173" fmla="*/ 1209303 h 1400168"/>
                <a:gd name="connsiteX174" fmla="*/ 264320 w 456698"/>
                <a:gd name="connsiteY174" fmla="*/ 1243861 h 1400168"/>
                <a:gd name="connsiteX175" fmla="*/ 265945 w 456698"/>
                <a:gd name="connsiteY175" fmla="*/ 1249250 h 1400168"/>
                <a:gd name="connsiteX176" fmla="*/ 265004 w 456698"/>
                <a:gd name="connsiteY176" fmla="*/ 1258831 h 1400168"/>
                <a:gd name="connsiteX177" fmla="*/ 252173 w 456698"/>
                <a:gd name="connsiteY177" fmla="*/ 1338810 h 1400168"/>
                <a:gd name="connsiteX178" fmla="*/ 250292 w 456698"/>
                <a:gd name="connsiteY178" fmla="*/ 1374993 h 1400168"/>
                <a:gd name="connsiteX179" fmla="*/ 250377 w 456698"/>
                <a:gd name="connsiteY179" fmla="*/ 1377388 h 1400168"/>
                <a:gd name="connsiteX180" fmla="*/ 252088 w 456698"/>
                <a:gd name="connsiteY180" fmla="*/ 1379784 h 1400168"/>
                <a:gd name="connsiteX181" fmla="*/ 265518 w 456698"/>
                <a:gd name="connsiteY181" fmla="*/ 1393128 h 1400168"/>
                <a:gd name="connsiteX182" fmla="*/ 269795 w 456698"/>
                <a:gd name="connsiteY182" fmla="*/ 1393470 h 1400168"/>
                <a:gd name="connsiteX183" fmla="*/ 288185 w 456698"/>
                <a:gd name="connsiteY183" fmla="*/ 1388594 h 1400168"/>
                <a:gd name="connsiteX184" fmla="*/ 303240 w 456698"/>
                <a:gd name="connsiteY184" fmla="*/ 1380040 h 1400168"/>
                <a:gd name="connsiteX185" fmla="*/ 305464 w 456698"/>
                <a:gd name="connsiteY185" fmla="*/ 1368321 h 1400168"/>
                <a:gd name="connsiteX186" fmla="*/ 305892 w 456698"/>
                <a:gd name="connsiteY186" fmla="*/ 1313491 h 1400168"/>
                <a:gd name="connsiteX187" fmla="*/ 309057 w 456698"/>
                <a:gd name="connsiteY187" fmla="*/ 1253014 h 1400168"/>
                <a:gd name="connsiteX188" fmla="*/ 311025 w 456698"/>
                <a:gd name="connsiteY188" fmla="*/ 1247198 h 1400168"/>
                <a:gd name="connsiteX189" fmla="*/ 317783 w 456698"/>
                <a:gd name="connsiteY189" fmla="*/ 1242065 h 1400168"/>
                <a:gd name="connsiteX190" fmla="*/ 319664 w 456698"/>
                <a:gd name="connsiteY190" fmla="*/ 1236591 h 1400168"/>
                <a:gd name="connsiteX191" fmla="*/ 335489 w 456698"/>
                <a:gd name="connsiteY191" fmla="*/ 1047548 h 1400168"/>
                <a:gd name="connsiteX192" fmla="*/ 354564 w 456698"/>
                <a:gd name="connsiteY192" fmla="*/ 831133 h 1400168"/>
                <a:gd name="connsiteX193" fmla="*/ 377061 w 456698"/>
                <a:gd name="connsiteY193" fmla="*/ 665785 h 1400168"/>
                <a:gd name="connsiteX194" fmla="*/ 382450 w 456698"/>
                <a:gd name="connsiteY194" fmla="*/ 645684 h 1400168"/>
                <a:gd name="connsiteX195" fmla="*/ 379884 w 456698"/>
                <a:gd name="connsiteY195" fmla="*/ 621733 h 1400168"/>
                <a:gd name="connsiteX196" fmla="*/ 385872 w 456698"/>
                <a:gd name="connsiteY196" fmla="*/ 616429 h 1400168"/>
                <a:gd name="connsiteX197" fmla="*/ 407685 w 456698"/>
                <a:gd name="connsiteY197" fmla="*/ 620278 h 1400168"/>
                <a:gd name="connsiteX198" fmla="*/ 412731 w 456698"/>
                <a:gd name="connsiteY198" fmla="*/ 618567 h 1400168"/>
                <a:gd name="connsiteX199" fmla="*/ 413415 w 456698"/>
                <a:gd name="connsiteY199" fmla="*/ 615231 h 1400168"/>
                <a:gd name="connsiteX200" fmla="*/ 421371 w 456698"/>
                <a:gd name="connsiteY200" fmla="*/ 577509 h 1400168"/>
                <a:gd name="connsiteX201" fmla="*/ 456699 w 456698"/>
                <a:gd name="connsiteY201" fmla="*/ 452279 h 1400168"/>
                <a:gd name="connsiteX202" fmla="*/ 449514 w 456698"/>
                <a:gd name="connsiteY202" fmla="*/ 408996 h 1400168"/>
                <a:gd name="connsiteX203" fmla="*/ 425134 w 456698"/>
                <a:gd name="connsiteY203" fmla="*/ 358442 h 1400168"/>
                <a:gd name="connsiteX204" fmla="*/ 425134 w 456698"/>
                <a:gd name="connsiteY204" fmla="*/ 358442 h 1400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</a:cxnLst>
              <a:rect l="l" t="t" r="r" b="b"/>
              <a:pathLst>
                <a:path w="456698" h="1400168">
                  <a:moveTo>
                    <a:pt x="398360" y="429183"/>
                  </a:moveTo>
                  <a:cubicBezTo>
                    <a:pt x="398104" y="455016"/>
                    <a:pt x="397078" y="481191"/>
                    <a:pt x="389465" y="505826"/>
                  </a:cubicBezTo>
                  <a:cubicBezTo>
                    <a:pt x="386300" y="516091"/>
                    <a:pt x="382108" y="526014"/>
                    <a:pt x="377575" y="535680"/>
                  </a:cubicBezTo>
                  <a:cubicBezTo>
                    <a:pt x="370645" y="550478"/>
                    <a:pt x="362948" y="565191"/>
                    <a:pt x="359782" y="581272"/>
                  </a:cubicBezTo>
                  <a:cubicBezTo>
                    <a:pt x="354735" y="573403"/>
                    <a:pt x="352255" y="564164"/>
                    <a:pt x="349945" y="555097"/>
                  </a:cubicBezTo>
                  <a:cubicBezTo>
                    <a:pt x="349089" y="551932"/>
                    <a:pt x="348320" y="548767"/>
                    <a:pt x="347464" y="545688"/>
                  </a:cubicBezTo>
                  <a:cubicBezTo>
                    <a:pt x="342332" y="526270"/>
                    <a:pt x="337200" y="506853"/>
                    <a:pt x="335489" y="486837"/>
                  </a:cubicBezTo>
                  <a:cubicBezTo>
                    <a:pt x="334634" y="477000"/>
                    <a:pt x="334548" y="467163"/>
                    <a:pt x="334548" y="457326"/>
                  </a:cubicBezTo>
                  <a:cubicBezTo>
                    <a:pt x="334548" y="448344"/>
                    <a:pt x="334462" y="439448"/>
                    <a:pt x="334377" y="430466"/>
                  </a:cubicBezTo>
                  <a:cubicBezTo>
                    <a:pt x="334377" y="426788"/>
                    <a:pt x="334377" y="423024"/>
                    <a:pt x="335062" y="419431"/>
                  </a:cubicBezTo>
                  <a:cubicBezTo>
                    <a:pt x="337115" y="409338"/>
                    <a:pt x="344898" y="400955"/>
                    <a:pt x="346181" y="390861"/>
                  </a:cubicBezTo>
                  <a:cubicBezTo>
                    <a:pt x="346524" y="391374"/>
                    <a:pt x="350117" y="383248"/>
                    <a:pt x="354222" y="375379"/>
                  </a:cubicBezTo>
                  <a:cubicBezTo>
                    <a:pt x="356532" y="385729"/>
                    <a:pt x="357729" y="396421"/>
                    <a:pt x="357986" y="407028"/>
                  </a:cubicBezTo>
                  <a:cubicBezTo>
                    <a:pt x="358157" y="413615"/>
                    <a:pt x="357986" y="420287"/>
                    <a:pt x="359611" y="426617"/>
                  </a:cubicBezTo>
                  <a:cubicBezTo>
                    <a:pt x="362862" y="439448"/>
                    <a:pt x="373298" y="451680"/>
                    <a:pt x="369192" y="464169"/>
                  </a:cubicBezTo>
                  <a:cubicBezTo>
                    <a:pt x="375008" y="457497"/>
                    <a:pt x="373383" y="447403"/>
                    <a:pt x="372442" y="438592"/>
                  </a:cubicBezTo>
                  <a:cubicBezTo>
                    <a:pt x="370988" y="425334"/>
                    <a:pt x="371929" y="411818"/>
                    <a:pt x="375265" y="398902"/>
                  </a:cubicBezTo>
                  <a:cubicBezTo>
                    <a:pt x="377146" y="404034"/>
                    <a:pt x="379028" y="409081"/>
                    <a:pt x="380911" y="414214"/>
                  </a:cubicBezTo>
                  <a:cubicBezTo>
                    <a:pt x="380056" y="406173"/>
                    <a:pt x="379627" y="398132"/>
                    <a:pt x="379627" y="390091"/>
                  </a:cubicBezTo>
                  <a:cubicBezTo>
                    <a:pt x="383904" y="396165"/>
                    <a:pt x="388096" y="402238"/>
                    <a:pt x="392287" y="408311"/>
                  </a:cubicBezTo>
                  <a:cubicBezTo>
                    <a:pt x="394083" y="410877"/>
                    <a:pt x="395880" y="413529"/>
                    <a:pt x="396992" y="416438"/>
                  </a:cubicBezTo>
                  <a:cubicBezTo>
                    <a:pt x="398446" y="420458"/>
                    <a:pt x="398446" y="424820"/>
                    <a:pt x="398360" y="429012"/>
                  </a:cubicBezTo>
                  <a:lnTo>
                    <a:pt x="398360" y="429012"/>
                  </a:lnTo>
                  <a:close/>
                  <a:moveTo>
                    <a:pt x="291436" y="472038"/>
                  </a:moveTo>
                  <a:cubicBezTo>
                    <a:pt x="291864" y="468018"/>
                    <a:pt x="292378" y="463912"/>
                    <a:pt x="289811" y="461603"/>
                  </a:cubicBezTo>
                  <a:cubicBezTo>
                    <a:pt x="303754" y="459293"/>
                    <a:pt x="317269" y="454588"/>
                    <a:pt x="329673" y="447831"/>
                  </a:cubicBezTo>
                  <a:cubicBezTo>
                    <a:pt x="330100" y="451167"/>
                    <a:pt x="330785" y="454417"/>
                    <a:pt x="331726" y="457582"/>
                  </a:cubicBezTo>
                  <a:cubicBezTo>
                    <a:pt x="319322" y="464853"/>
                    <a:pt x="305636" y="469814"/>
                    <a:pt x="291436" y="472038"/>
                  </a:cubicBezTo>
                  <a:lnTo>
                    <a:pt x="291436" y="472038"/>
                  </a:lnTo>
                  <a:close/>
                  <a:moveTo>
                    <a:pt x="252773" y="427643"/>
                  </a:moveTo>
                  <a:cubicBezTo>
                    <a:pt x="250804" y="430637"/>
                    <a:pt x="248752" y="433717"/>
                    <a:pt x="247469" y="437053"/>
                  </a:cubicBezTo>
                  <a:cubicBezTo>
                    <a:pt x="246100" y="440902"/>
                    <a:pt x="245758" y="445008"/>
                    <a:pt x="245331" y="449028"/>
                  </a:cubicBezTo>
                  <a:cubicBezTo>
                    <a:pt x="241567" y="496075"/>
                    <a:pt x="243107" y="544148"/>
                    <a:pt x="257306" y="589227"/>
                  </a:cubicBezTo>
                  <a:cubicBezTo>
                    <a:pt x="244389" y="591965"/>
                    <a:pt x="231045" y="592649"/>
                    <a:pt x="217958" y="591280"/>
                  </a:cubicBezTo>
                  <a:cubicBezTo>
                    <a:pt x="216845" y="591195"/>
                    <a:pt x="215477" y="590938"/>
                    <a:pt x="214878" y="589997"/>
                  </a:cubicBezTo>
                  <a:cubicBezTo>
                    <a:pt x="214450" y="589313"/>
                    <a:pt x="214450" y="588458"/>
                    <a:pt x="214536" y="587602"/>
                  </a:cubicBezTo>
                  <a:cubicBezTo>
                    <a:pt x="215221" y="576225"/>
                    <a:pt x="215990" y="564934"/>
                    <a:pt x="216760" y="553557"/>
                  </a:cubicBezTo>
                  <a:cubicBezTo>
                    <a:pt x="217872" y="536535"/>
                    <a:pt x="218984" y="519598"/>
                    <a:pt x="220524" y="502576"/>
                  </a:cubicBezTo>
                  <a:cubicBezTo>
                    <a:pt x="222406" y="482303"/>
                    <a:pt x="224972" y="462116"/>
                    <a:pt x="227452" y="443297"/>
                  </a:cubicBezTo>
                  <a:cubicBezTo>
                    <a:pt x="207608" y="408654"/>
                    <a:pt x="187762" y="374010"/>
                    <a:pt x="166377" y="340992"/>
                  </a:cubicBezTo>
                  <a:cubicBezTo>
                    <a:pt x="164667" y="296083"/>
                    <a:pt x="166121" y="251090"/>
                    <a:pt x="170740" y="206353"/>
                  </a:cubicBezTo>
                  <a:cubicBezTo>
                    <a:pt x="175702" y="205754"/>
                    <a:pt x="180662" y="205069"/>
                    <a:pt x="185623" y="204385"/>
                  </a:cubicBezTo>
                  <a:cubicBezTo>
                    <a:pt x="187676" y="204128"/>
                    <a:pt x="189730" y="203872"/>
                    <a:pt x="190671" y="204727"/>
                  </a:cubicBezTo>
                  <a:cubicBezTo>
                    <a:pt x="190671" y="237574"/>
                    <a:pt x="188960" y="270422"/>
                    <a:pt x="185795" y="303098"/>
                  </a:cubicBezTo>
                  <a:cubicBezTo>
                    <a:pt x="184511" y="316870"/>
                    <a:pt x="182887" y="331155"/>
                    <a:pt x="187506" y="344157"/>
                  </a:cubicBezTo>
                  <a:cubicBezTo>
                    <a:pt x="189986" y="351085"/>
                    <a:pt x="194092" y="357244"/>
                    <a:pt x="198027" y="363403"/>
                  </a:cubicBezTo>
                  <a:cubicBezTo>
                    <a:pt x="211456" y="384446"/>
                    <a:pt x="223603" y="406258"/>
                    <a:pt x="235151" y="429440"/>
                  </a:cubicBezTo>
                  <a:cubicBezTo>
                    <a:pt x="245672" y="405916"/>
                    <a:pt x="257391" y="382906"/>
                    <a:pt x="270308" y="360580"/>
                  </a:cubicBezTo>
                  <a:cubicBezTo>
                    <a:pt x="273301" y="355362"/>
                    <a:pt x="276466" y="350059"/>
                    <a:pt x="278092" y="344242"/>
                  </a:cubicBezTo>
                  <a:cubicBezTo>
                    <a:pt x="279631" y="338768"/>
                    <a:pt x="279802" y="333037"/>
                    <a:pt x="279888" y="327391"/>
                  </a:cubicBezTo>
                  <a:cubicBezTo>
                    <a:pt x="280658" y="287530"/>
                    <a:pt x="276381" y="247583"/>
                    <a:pt x="267485" y="208320"/>
                  </a:cubicBezTo>
                  <a:cubicBezTo>
                    <a:pt x="271591" y="207294"/>
                    <a:pt x="275697" y="206353"/>
                    <a:pt x="279802" y="205326"/>
                  </a:cubicBezTo>
                  <a:cubicBezTo>
                    <a:pt x="292035" y="245444"/>
                    <a:pt x="298622" y="287187"/>
                    <a:pt x="301787" y="329102"/>
                  </a:cubicBezTo>
                  <a:cubicBezTo>
                    <a:pt x="289554" y="363745"/>
                    <a:pt x="273046" y="396849"/>
                    <a:pt x="252773" y="427472"/>
                  </a:cubicBezTo>
                  <a:lnTo>
                    <a:pt x="252773" y="427472"/>
                  </a:lnTo>
                  <a:close/>
                  <a:moveTo>
                    <a:pt x="179208" y="472209"/>
                  </a:moveTo>
                  <a:cubicBezTo>
                    <a:pt x="179038" y="472723"/>
                    <a:pt x="178952" y="473236"/>
                    <a:pt x="178524" y="473578"/>
                  </a:cubicBezTo>
                  <a:cubicBezTo>
                    <a:pt x="178010" y="474006"/>
                    <a:pt x="177326" y="473920"/>
                    <a:pt x="176642" y="473835"/>
                  </a:cubicBezTo>
                  <a:cubicBezTo>
                    <a:pt x="165864" y="472466"/>
                    <a:pt x="155257" y="470499"/>
                    <a:pt x="144651" y="468018"/>
                  </a:cubicBezTo>
                  <a:cubicBezTo>
                    <a:pt x="140202" y="466991"/>
                    <a:pt x="135669" y="465708"/>
                    <a:pt x="131820" y="463142"/>
                  </a:cubicBezTo>
                  <a:cubicBezTo>
                    <a:pt x="131392" y="462800"/>
                    <a:pt x="130879" y="462458"/>
                    <a:pt x="130708" y="461859"/>
                  </a:cubicBezTo>
                  <a:cubicBezTo>
                    <a:pt x="130536" y="461431"/>
                    <a:pt x="130708" y="460918"/>
                    <a:pt x="130793" y="460490"/>
                  </a:cubicBezTo>
                  <a:cubicBezTo>
                    <a:pt x="131477" y="457668"/>
                    <a:pt x="132418" y="454845"/>
                    <a:pt x="130108" y="453647"/>
                  </a:cubicBezTo>
                  <a:cubicBezTo>
                    <a:pt x="133787" y="453220"/>
                    <a:pt x="137807" y="452792"/>
                    <a:pt x="141143" y="454588"/>
                  </a:cubicBezTo>
                  <a:cubicBezTo>
                    <a:pt x="142427" y="455273"/>
                    <a:pt x="143539" y="456213"/>
                    <a:pt x="144822" y="456898"/>
                  </a:cubicBezTo>
                  <a:cubicBezTo>
                    <a:pt x="146789" y="458010"/>
                    <a:pt x="149183" y="458266"/>
                    <a:pt x="151408" y="458780"/>
                  </a:cubicBezTo>
                  <a:cubicBezTo>
                    <a:pt x="161245" y="460833"/>
                    <a:pt x="170654" y="465623"/>
                    <a:pt x="180748" y="465623"/>
                  </a:cubicBezTo>
                  <a:cubicBezTo>
                    <a:pt x="180234" y="467761"/>
                    <a:pt x="179636" y="469900"/>
                    <a:pt x="179122" y="472124"/>
                  </a:cubicBezTo>
                  <a:lnTo>
                    <a:pt x="179122" y="472124"/>
                  </a:lnTo>
                  <a:close/>
                  <a:moveTo>
                    <a:pt x="119673" y="570238"/>
                  </a:moveTo>
                  <a:cubicBezTo>
                    <a:pt x="118561" y="575969"/>
                    <a:pt x="115053" y="580930"/>
                    <a:pt x="111632" y="585635"/>
                  </a:cubicBezTo>
                  <a:cubicBezTo>
                    <a:pt x="104789" y="583924"/>
                    <a:pt x="100769" y="576653"/>
                    <a:pt x="99229" y="569810"/>
                  </a:cubicBezTo>
                  <a:cubicBezTo>
                    <a:pt x="97604" y="562967"/>
                    <a:pt x="97518" y="555610"/>
                    <a:pt x="94695" y="549195"/>
                  </a:cubicBezTo>
                  <a:cubicBezTo>
                    <a:pt x="91188" y="541240"/>
                    <a:pt x="83832" y="535594"/>
                    <a:pt x="79811" y="527810"/>
                  </a:cubicBezTo>
                  <a:cubicBezTo>
                    <a:pt x="75877" y="520026"/>
                    <a:pt x="75534" y="510959"/>
                    <a:pt x="73140" y="502576"/>
                  </a:cubicBezTo>
                  <a:cubicBezTo>
                    <a:pt x="69718" y="490515"/>
                    <a:pt x="61934" y="479908"/>
                    <a:pt x="59197" y="467676"/>
                  </a:cubicBezTo>
                  <a:cubicBezTo>
                    <a:pt x="56032" y="453562"/>
                    <a:pt x="59966" y="438849"/>
                    <a:pt x="64586" y="425163"/>
                  </a:cubicBezTo>
                  <a:cubicBezTo>
                    <a:pt x="70573" y="407456"/>
                    <a:pt x="78785" y="389065"/>
                    <a:pt x="94353" y="378715"/>
                  </a:cubicBezTo>
                  <a:cubicBezTo>
                    <a:pt x="90932" y="384874"/>
                    <a:pt x="89734" y="392144"/>
                    <a:pt x="90932" y="399073"/>
                  </a:cubicBezTo>
                  <a:cubicBezTo>
                    <a:pt x="91103" y="392914"/>
                    <a:pt x="93668" y="386841"/>
                    <a:pt x="97945" y="382478"/>
                  </a:cubicBezTo>
                  <a:cubicBezTo>
                    <a:pt x="94353" y="400698"/>
                    <a:pt x="95892" y="419945"/>
                    <a:pt x="102479" y="437395"/>
                  </a:cubicBezTo>
                  <a:cubicBezTo>
                    <a:pt x="101538" y="424906"/>
                    <a:pt x="107868" y="413102"/>
                    <a:pt x="111033" y="400955"/>
                  </a:cubicBezTo>
                  <a:cubicBezTo>
                    <a:pt x="113941" y="389493"/>
                    <a:pt x="113941" y="377261"/>
                    <a:pt x="111033" y="365798"/>
                  </a:cubicBezTo>
                  <a:cubicBezTo>
                    <a:pt x="131563" y="426531"/>
                    <a:pt x="132504" y="493765"/>
                    <a:pt x="113600" y="555097"/>
                  </a:cubicBezTo>
                  <a:cubicBezTo>
                    <a:pt x="118818" y="557749"/>
                    <a:pt x="120785" y="564507"/>
                    <a:pt x="119673" y="570323"/>
                  </a:cubicBezTo>
                  <a:lnTo>
                    <a:pt x="119673" y="570323"/>
                  </a:lnTo>
                  <a:close/>
                  <a:moveTo>
                    <a:pt x="425134" y="358613"/>
                  </a:moveTo>
                  <a:cubicBezTo>
                    <a:pt x="406401" y="322088"/>
                    <a:pt x="393399" y="282996"/>
                    <a:pt x="380739" y="243990"/>
                  </a:cubicBezTo>
                  <a:cubicBezTo>
                    <a:pt x="378515" y="237147"/>
                    <a:pt x="376206" y="230218"/>
                    <a:pt x="372186" y="224230"/>
                  </a:cubicBezTo>
                  <a:cubicBezTo>
                    <a:pt x="368080" y="218243"/>
                    <a:pt x="361920" y="213367"/>
                    <a:pt x="354821" y="212426"/>
                  </a:cubicBezTo>
                  <a:cubicBezTo>
                    <a:pt x="350715" y="211913"/>
                    <a:pt x="346352" y="212682"/>
                    <a:pt x="342674" y="211057"/>
                  </a:cubicBezTo>
                  <a:cubicBezTo>
                    <a:pt x="334719" y="207465"/>
                    <a:pt x="334976" y="196430"/>
                    <a:pt x="334634" y="187790"/>
                  </a:cubicBezTo>
                  <a:cubicBezTo>
                    <a:pt x="334120" y="177012"/>
                    <a:pt x="330785" y="166406"/>
                    <a:pt x="324882" y="157338"/>
                  </a:cubicBezTo>
                  <a:cubicBezTo>
                    <a:pt x="322231" y="153233"/>
                    <a:pt x="318980" y="149383"/>
                    <a:pt x="317098" y="144764"/>
                  </a:cubicBezTo>
                  <a:cubicBezTo>
                    <a:pt x="310939" y="129624"/>
                    <a:pt x="321033" y="110292"/>
                    <a:pt x="311453" y="97375"/>
                  </a:cubicBezTo>
                  <a:cubicBezTo>
                    <a:pt x="304096" y="94125"/>
                    <a:pt x="302984" y="84288"/>
                    <a:pt x="302043" y="76247"/>
                  </a:cubicBezTo>
                  <a:cubicBezTo>
                    <a:pt x="300503" y="62475"/>
                    <a:pt x="295970" y="48960"/>
                    <a:pt x="289041" y="36984"/>
                  </a:cubicBezTo>
                  <a:cubicBezTo>
                    <a:pt x="286732" y="33135"/>
                    <a:pt x="284251" y="29371"/>
                    <a:pt x="280743" y="26548"/>
                  </a:cubicBezTo>
                  <a:cubicBezTo>
                    <a:pt x="279033" y="25180"/>
                    <a:pt x="277066" y="23982"/>
                    <a:pt x="275782" y="22272"/>
                  </a:cubicBezTo>
                  <a:cubicBezTo>
                    <a:pt x="273815" y="19449"/>
                    <a:pt x="273729" y="15685"/>
                    <a:pt x="272361" y="12434"/>
                  </a:cubicBezTo>
                  <a:cubicBezTo>
                    <a:pt x="269024" y="4821"/>
                    <a:pt x="259358" y="2683"/>
                    <a:pt x="251061" y="1656"/>
                  </a:cubicBezTo>
                  <a:cubicBezTo>
                    <a:pt x="240968" y="373"/>
                    <a:pt x="230703" y="-910"/>
                    <a:pt x="220780" y="887"/>
                  </a:cubicBezTo>
                  <a:cubicBezTo>
                    <a:pt x="201106" y="4479"/>
                    <a:pt x="184426" y="21159"/>
                    <a:pt x="180834" y="40834"/>
                  </a:cubicBezTo>
                  <a:cubicBezTo>
                    <a:pt x="180320" y="43913"/>
                    <a:pt x="179978" y="47078"/>
                    <a:pt x="179038" y="50072"/>
                  </a:cubicBezTo>
                  <a:cubicBezTo>
                    <a:pt x="176899" y="56316"/>
                    <a:pt x="171680" y="61021"/>
                    <a:pt x="167917" y="66495"/>
                  </a:cubicBezTo>
                  <a:cubicBezTo>
                    <a:pt x="163126" y="73339"/>
                    <a:pt x="160561" y="81550"/>
                    <a:pt x="160561" y="89848"/>
                  </a:cubicBezTo>
                  <a:cubicBezTo>
                    <a:pt x="160561" y="95579"/>
                    <a:pt x="161673" y="101652"/>
                    <a:pt x="159192" y="106785"/>
                  </a:cubicBezTo>
                  <a:cubicBezTo>
                    <a:pt x="157909" y="109436"/>
                    <a:pt x="155770" y="111575"/>
                    <a:pt x="154145" y="113970"/>
                  </a:cubicBezTo>
                  <a:cubicBezTo>
                    <a:pt x="150125" y="119787"/>
                    <a:pt x="148756" y="126886"/>
                    <a:pt x="145933" y="133387"/>
                  </a:cubicBezTo>
                  <a:cubicBezTo>
                    <a:pt x="141400" y="143909"/>
                    <a:pt x="133017" y="152634"/>
                    <a:pt x="122666" y="157424"/>
                  </a:cubicBezTo>
                  <a:cubicBezTo>
                    <a:pt x="115653" y="160760"/>
                    <a:pt x="106499" y="163754"/>
                    <a:pt x="105558" y="171452"/>
                  </a:cubicBezTo>
                  <a:cubicBezTo>
                    <a:pt x="111717" y="165465"/>
                    <a:pt x="120357" y="162043"/>
                    <a:pt x="128911" y="162214"/>
                  </a:cubicBezTo>
                  <a:cubicBezTo>
                    <a:pt x="122666" y="165379"/>
                    <a:pt x="125147" y="174788"/>
                    <a:pt x="122838" y="181375"/>
                  </a:cubicBezTo>
                  <a:cubicBezTo>
                    <a:pt x="119673" y="190442"/>
                    <a:pt x="107440" y="193693"/>
                    <a:pt x="104191" y="202674"/>
                  </a:cubicBezTo>
                  <a:cubicBezTo>
                    <a:pt x="106585" y="201733"/>
                    <a:pt x="109323" y="201562"/>
                    <a:pt x="111888" y="202076"/>
                  </a:cubicBezTo>
                  <a:cubicBezTo>
                    <a:pt x="108980" y="206010"/>
                    <a:pt x="106414" y="210287"/>
                    <a:pt x="107099" y="211485"/>
                  </a:cubicBezTo>
                  <a:cubicBezTo>
                    <a:pt x="102565" y="213196"/>
                    <a:pt x="98117" y="214992"/>
                    <a:pt x="93583" y="216703"/>
                  </a:cubicBezTo>
                  <a:cubicBezTo>
                    <a:pt x="90248" y="217986"/>
                    <a:pt x="86740" y="219440"/>
                    <a:pt x="84259" y="222092"/>
                  </a:cubicBezTo>
                  <a:cubicBezTo>
                    <a:pt x="82378" y="224145"/>
                    <a:pt x="81266" y="226797"/>
                    <a:pt x="80153" y="229448"/>
                  </a:cubicBezTo>
                  <a:cubicBezTo>
                    <a:pt x="75620" y="240568"/>
                    <a:pt x="71086" y="251603"/>
                    <a:pt x="67408" y="262980"/>
                  </a:cubicBezTo>
                  <a:cubicBezTo>
                    <a:pt x="61848" y="280002"/>
                    <a:pt x="58170" y="297623"/>
                    <a:pt x="51498" y="316100"/>
                  </a:cubicBezTo>
                  <a:cubicBezTo>
                    <a:pt x="43628" y="329273"/>
                    <a:pt x="35759" y="342446"/>
                    <a:pt x="27889" y="355619"/>
                  </a:cubicBezTo>
                  <a:cubicBezTo>
                    <a:pt x="19933" y="368963"/>
                    <a:pt x="11893" y="382478"/>
                    <a:pt x="6847" y="397191"/>
                  </a:cubicBezTo>
                  <a:cubicBezTo>
                    <a:pt x="-7096" y="437395"/>
                    <a:pt x="2484" y="481875"/>
                    <a:pt x="15742" y="522335"/>
                  </a:cubicBezTo>
                  <a:cubicBezTo>
                    <a:pt x="19762" y="534482"/>
                    <a:pt x="24039" y="546543"/>
                    <a:pt x="29087" y="558262"/>
                  </a:cubicBezTo>
                  <a:cubicBezTo>
                    <a:pt x="33620" y="568869"/>
                    <a:pt x="38753" y="579219"/>
                    <a:pt x="43970" y="589484"/>
                  </a:cubicBezTo>
                  <a:cubicBezTo>
                    <a:pt x="47392" y="596242"/>
                    <a:pt x="50813" y="603085"/>
                    <a:pt x="54149" y="611126"/>
                  </a:cubicBezTo>
                  <a:cubicBezTo>
                    <a:pt x="54235" y="615916"/>
                    <a:pt x="60138" y="619508"/>
                    <a:pt x="64414" y="617456"/>
                  </a:cubicBezTo>
                  <a:cubicBezTo>
                    <a:pt x="65782" y="616771"/>
                    <a:pt x="67151" y="615574"/>
                    <a:pt x="68691" y="615659"/>
                  </a:cubicBezTo>
                  <a:cubicBezTo>
                    <a:pt x="70402" y="615659"/>
                    <a:pt x="71685" y="617284"/>
                    <a:pt x="72712" y="618739"/>
                  </a:cubicBezTo>
                  <a:cubicBezTo>
                    <a:pt x="77587" y="625838"/>
                    <a:pt x="82634" y="633195"/>
                    <a:pt x="84516" y="641578"/>
                  </a:cubicBezTo>
                  <a:cubicBezTo>
                    <a:pt x="85543" y="646111"/>
                    <a:pt x="85714" y="650816"/>
                    <a:pt x="87681" y="655093"/>
                  </a:cubicBezTo>
                  <a:cubicBezTo>
                    <a:pt x="88622" y="657146"/>
                    <a:pt x="89991" y="659028"/>
                    <a:pt x="91017" y="661081"/>
                  </a:cubicBezTo>
                  <a:cubicBezTo>
                    <a:pt x="93583" y="666213"/>
                    <a:pt x="93668" y="672201"/>
                    <a:pt x="93840" y="677932"/>
                  </a:cubicBezTo>
                  <a:cubicBezTo>
                    <a:pt x="94780" y="711634"/>
                    <a:pt x="98031" y="745337"/>
                    <a:pt x="103677" y="778612"/>
                  </a:cubicBezTo>
                  <a:cubicBezTo>
                    <a:pt x="103334" y="778184"/>
                    <a:pt x="103079" y="777757"/>
                    <a:pt x="102736" y="777243"/>
                  </a:cubicBezTo>
                  <a:cubicBezTo>
                    <a:pt x="102736" y="777243"/>
                    <a:pt x="128740" y="1058497"/>
                    <a:pt x="129167" y="1059182"/>
                  </a:cubicBezTo>
                  <a:cubicBezTo>
                    <a:pt x="128996" y="1072184"/>
                    <a:pt x="128911" y="1085271"/>
                    <a:pt x="128740" y="1098273"/>
                  </a:cubicBezTo>
                  <a:cubicBezTo>
                    <a:pt x="128484" y="1123849"/>
                    <a:pt x="128227" y="1149426"/>
                    <a:pt x="128398" y="1175002"/>
                  </a:cubicBezTo>
                  <a:cubicBezTo>
                    <a:pt x="128569" y="1192195"/>
                    <a:pt x="128911" y="1209475"/>
                    <a:pt x="129852" y="1226668"/>
                  </a:cubicBezTo>
                  <a:cubicBezTo>
                    <a:pt x="130023" y="1230603"/>
                    <a:pt x="130365" y="1234709"/>
                    <a:pt x="132332" y="1238130"/>
                  </a:cubicBezTo>
                  <a:cubicBezTo>
                    <a:pt x="136097" y="1244802"/>
                    <a:pt x="144565" y="1246684"/>
                    <a:pt x="152520" y="1248994"/>
                  </a:cubicBezTo>
                  <a:lnTo>
                    <a:pt x="154402" y="1276195"/>
                  </a:lnTo>
                  <a:cubicBezTo>
                    <a:pt x="154487" y="1277821"/>
                    <a:pt x="154572" y="1279532"/>
                    <a:pt x="153632" y="1280815"/>
                  </a:cubicBezTo>
                  <a:cubicBezTo>
                    <a:pt x="152862" y="1281841"/>
                    <a:pt x="151664" y="1282269"/>
                    <a:pt x="150724" y="1283124"/>
                  </a:cubicBezTo>
                  <a:cubicBezTo>
                    <a:pt x="148842" y="1284835"/>
                    <a:pt x="148585" y="1287658"/>
                    <a:pt x="148414" y="1290224"/>
                  </a:cubicBezTo>
                  <a:cubicBezTo>
                    <a:pt x="147131" y="1315372"/>
                    <a:pt x="145763" y="1340521"/>
                    <a:pt x="144479" y="1365670"/>
                  </a:cubicBezTo>
                  <a:cubicBezTo>
                    <a:pt x="144223" y="1370374"/>
                    <a:pt x="144051" y="1375336"/>
                    <a:pt x="146190" y="1379527"/>
                  </a:cubicBezTo>
                  <a:cubicBezTo>
                    <a:pt x="147987" y="1383034"/>
                    <a:pt x="151237" y="1385515"/>
                    <a:pt x="154487" y="1387739"/>
                  </a:cubicBezTo>
                  <a:cubicBezTo>
                    <a:pt x="161074" y="1392187"/>
                    <a:pt x="168003" y="1395951"/>
                    <a:pt x="175273" y="1398945"/>
                  </a:cubicBezTo>
                  <a:cubicBezTo>
                    <a:pt x="176984" y="1399629"/>
                    <a:pt x="178695" y="1400313"/>
                    <a:pt x="180491" y="1400142"/>
                  </a:cubicBezTo>
                  <a:cubicBezTo>
                    <a:pt x="182544" y="1399971"/>
                    <a:pt x="184341" y="1398945"/>
                    <a:pt x="186137" y="1397918"/>
                  </a:cubicBezTo>
                  <a:cubicBezTo>
                    <a:pt x="191526" y="1394668"/>
                    <a:pt x="197257" y="1391075"/>
                    <a:pt x="200251" y="1385429"/>
                  </a:cubicBezTo>
                  <a:cubicBezTo>
                    <a:pt x="202219" y="1381494"/>
                    <a:pt x="202817" y="1377047"/>
                    <a:pt x="203074" y="1372598"/>
                  </a:cubicBezTo>
                  <a:cubicBezTo>
                    <a:pt x="204100" y="1356175"/>
                    <a:pt x="202390" y="1339751"/>
                    <a:pt x="200678" y="1323328"/>
                  </a:cubicBezTo>
                  <a:cubicBezTo>
                    <a:pt x="198454" y="1302456"/>
                    <a:pt x="196316" y="1281584"/>
                    <a:pt x="194177" y="1260713"/>
                  </a:cubicBezTo>
                  <a:cubicBezTo>
                    <a:pt x="193921" y="1258318"/>
                    <a:pt x="193665" y="1255837"/>
                    <a:pt x="194177" y="1253442"/>
                  </a:cubicBezTo>
                  <a:cubicBezTo>
                    <a:pt x="194605" y="1251475"/>
                    <a:pt x="195461" y="1249593"/>
                    <a:pt x="196230" y="1247711"/>
                  </a:cubicBezTo>
                  <a:cubicBezTo>
                    <a:pt x="202988" y="1231800"/>
                    <a:pt x="203587" y="1214179"/>
                    <a:pt x="204186" y="1196900"/>
                  </a:cubicBezTo>
                  <a:cubicBezTo>
                    <a:pt x="204784" y="1177141"/>
                    <a:pt x="205469" y="1157295"/>
                    <a:pt x="203502" y="1137621"/>
                  </a:cubicBezTo>
                  <a:cubicBezTo>
                    <a:pt x="202731" y="1130008"/>
                    <a:pt x="201619" y="1122395"/>
                    <a:pt x="203159" y="1113157"/>
                  </a:cubicBezTo>
                  <a:cubicBezTo>
                    <a:pt x="206923" y="1105972"/>
                    <a:pt x="207265" y="1097418"/>
                    <a:pt x="207436" y="1089291"/>
                  </a:cubicBezTo>
                  <a:cubicBezTo>
                    <a:pt x="208292" y="1041646"/>
                    <a:pt x="208206" y="993915"/>
                    <a:pt x="213082" y="946526"/>
                  </a:cubicBezTo>
                  <a:cubicBezTo>
                    <a:pt x="215135" y="926339"/>
                    <a:pt x="218129" y="906237"/>
                    <a:pt x="219583" y="886050"/>
                  </a:cubicBezTo>
                  <a:cubicBezTo>
                    <a:pt x="221892" y="853801"/>
                    <a:pt x="220182" y="821296"/>
                    <a:pt x="223860" y="790160"/>
                  </a:cubicBezTo>
                  <a:cubicBezTo>
                    <a:pt x="228650" y="780922"/>
                    <a:pt x="224630" y="769374"/>
                    <a:pt x="230617" y="761076"/>
                  </a:cubicBezTo>
                  <a:cubicBezTo>
                    <a:pt x="233953" y="773822"/>
                    <a:pt x="234809" y="787080"/>
                    <a:pt x="235579" y="800254"/>
                  </a:cubicBezTo>
                  <a:cubicBezTo>
                    <a:pt x="237888" y="839003"/>
                    <a:pt x="240283" y="877752"/>
                    <a:pt x="242593" y="916502"/>
                  </a:cubicBezTo>
                  <a:cubicBezTo>
                    <a:pt x="244903" y="954738"/>
                    <a:pt x="247212" y="993059"/>
                    <a:pt x="255510" y="1031552"/>
                  </a:cubicBezTo>
                  <a:cubicBezTo>
                    <a:pt x="253114" y="1054135"/>
                    <a:pt x="251575" y="1076717"/>
                    <a:pt x="250719" y="1099385"/>
                  </a:cubicBezTo>
                  <a:cubicBezTo>
                    <a:pt x="250549" y="1102978"/>
                    <a:pt x="250463" y="1106656"/>
                    <a:pt x="251575" y="1110077"/>
                  </a:cubicBezTo>
                  <a:cubicBezTo>
                    <a:pt x="252943" y="1114354"/>
                    <a:pt x="256193" y="1117776"/>
                    <a:pt x="257905" y="1121882"/>
                  </a:cubicBezTo>
                  <a:cubicBezTo>
                    <a:pt x="260642" y="1128297"/>
                    <a:pt x="259701" y="1135568"/>
                    <a:pt x="259017" y="1142497"/>
                  </a:cubicBezTo>
                  <a:cubicBezTo>
                    <a:pt x="256536" y="1164652"/>
                    <a:pt x="256279" y="1187063"/>
                    <a:pt x="257990" y="1209303"/>
                  </a:cubicBezTo>
                  <a:cubicBezTo>
                    <a:pt x="259188" y="1221022"/>
                    <a:pt x="260470" y="1232827"/>
                    <a:pt x="264320" y="1243861"/>
                  </a:cubicBezTo>
                  <a:cubicBezTo>
                    <a:pt x="265004" y="1245658"/>
                    <a:pt x="265688" y="1247369"/>
                    <a:pt x="265945" y="1249250"/>
                  </a:cubicBezTo>
                  <a:cubicBezTo>
                    <a:pt x="266459" y="1252415"/>
                    <a:pt x="265688" y="1255752"/>
                    <a:pt x="265004" y="1258831"/>
                  </a:cubicBezTo>
                  <a:cubicBezTo>
                    <a:pt x="259017" y="1285092"/>
                    <a:pt x="255338" y="1311865"/>
                    <a:pt x="252173" y="1338810"/>
                  </a:cubicBezTo>
                  <a:cubicBezTo>
                    <a:pt x="255338" y="1350529"/>
                    <a:pt x="251404" y="1362847"/>
                    <a:pt x="250292" y="1374993"/>
                  </a:cubicBezTo>
                  <a:cubicBezTo>
                    <a:pt x="250206" y="1375763"/>
                    <a:pt x="250120" y="1376619"/>
                    <a:pt x="250377" y="1377388"/>
                  </a:cubicBezTo>
                  <a:cubicBezTo>
                    <a:pt x="250719" y="1378330"/>
                    <a:pt x="251404" y="1379099"/>
                    <a:pt x="252088" y="1379784"/>
                  </a:cubicBezTo>
                  <a:cubicBezTo>
                    <a:pt x="256536" y="1384232"/>
                    <a:pt x="260984" y="1388680"/>
                    <a:pt x="265518" y="1393128"/>
                  </a:cubicBezTo>
                  <a:cubicBezTo>
                    <a:pt x="266459" y="1394069"/>
                    <a:pt x="267998" y="1395010"/>
                    <a:pt x="269795" y="1393470"/>
                  </a:cubicBezTo>
                  <a:cubicBezTo>
                    <a:pt x="275954" y="1391845"/>
                    <a:pt x="282027" y="1390219"/>
                    <a:pt x="288185" y="1388594"/>
                  </a:cubicBezTo>
                  <a:cubicBezTo>
                    <a:pt x="293917" y="1387054"/>
                    <a:pt x="300161" y="1385173"/>
                    <a:pt x="303240" y="1380040"/>
                  </a:cubicBezTo>
                  <a:cubicBezTo>
                    <a:pt x="305293" y="1376619"/>
                    <a:pt x="305379" y="1372342"/>
                    <a:pt x="305464" y="1368321"/>
                  </a:cubicBezTo>
                  <a:cubicBezTo>
                    <a:pt x="305636" y="1350016"/>
                    <a:pt x="305721" y="1331796"/>
                    <a:pt x="305892" y="1313491"/>
                  </a:cubicBezTo>
                  <a:cubicBezTo>
                    <a:pt x="306064" y="1293303"/>
                    <a:pt x="306235" y="1273030"/>
                    <a:pt x="309057" y="1253014"/>
                  </a:cubicBezTo>
                  <a:cubicBezTo>
                    <a:pt x="309400" y="1250961"/>
                    <a:pt x="309741" y="1248823"/>
                    <a:pt x="311025" y="1247198"/>
                  </a:cubicBezTo>
                  <a:cubicBezTo>
                    <a:pt x="312821" y="1244973"/>
                    <a:pt x="315985" y="1244289"/>
                    <a:pt x="317783" y="1242065"/>
                  </a:cubicBezTo>
                  <a:cubicBezTo>
                    <a:pt x="318980" y="1240525"/>
                    <a:pt x="319407" y="1238472"/>
                    <a:pt x="319664" y="1236591"/>
                  </a:cubicBezTo>
                  <a:cubicBezTo>
                    <a:pt x="329501" y="1174061"/>
                    <a:pt x="323941" y="1109821"/>
                    <a:pt x="335489" y="1047548"/>
                  </a:cubicBezTo>
                  <a:lnTo>
                    <a:pt x="354564" y="831133"/>
                  </a:lnTo>
                  <a:lnTo>
                    <a:pt x="377061" y="665785"/>
                  </a:lnTo>
                  <a:lnTo>
                    <a:pt x="382450" y="645684"/>
                  </a:lnTo>
                  <a:lnTo>
                    <a:pt x="379884" y="621733"/>
                  </a:lnTo>
                  <a:cubicBezTo>
                    <a:pt x="379884" y="621733"/>
                    <a:pt x="384333" y="616001"/>
                    <a:pt x="385872" y="616429"/>
                  </a:cubicBezTo>
                  <a:cubicBezTo>
                    <a:pt x="392886" y="618910"/>
                    <a:pt x="400328" y="620278"/>
                    <a:pt x="407685" y="620278"/>
                  </a:cubicBezTo>
                  <a:cubicBezTo>
                    <a:pt x="409481" y="620278"/>
                    <a:pt x="411619" y="620107"/>
                    <a:pt x="412731" y="618567"/>
                  </a:cubicBezTo>
                  <a:cubicBezTo>
                    <a:pt x="413415" y="617627"/>
                    <a:pt x="413415" y="616343"/>
                    <a:pt x="413415" y="615231"/>
                  </a:cubicBezTo>
                  <a:cubicBezTo>
                    <a:pt x="413843" y="602315"/>
                    <a:pt x="417606" y="589826"/>
                    <a:pt x="421371" y="577509"/>
                  </a:cubicBezTo>
                  <a:cubicBezTo>
                    <a:pt x="434116" y="535765"/>
                    <a:pt x="446861" y="494108"/>
                    <a:pt x="456699" y="452279"/>
                  </a:cubicBezTo>
                  <a:cubicBezTo>
                    <a:pt x="456527" y="437566"/>
                    <a:pt x="454218" y="422939"/>
                    <a:pt x="449514" y="408996"/>
                  </a:cubicBezTo>
                  <a:cubicBezTo>
                    <a:pt x="443440" y="391289"/>
                    <a:pt x="433688" y="375122"/>
                    <a:pt x="425134" y="358442"/>
                  </a:cubicBezTo>
                  <a:lnTo>
                    <a:pt x="425134" y="358442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6819DF5-429D-E7DF-56F7-43F95EC6CEBE}"/>
                </a:ext>
              </a:extLst>
            </p:cNvPr>
            <p:cNvSpPr/>
            <p:nvPr/>
          </p:nvSpPr>
          <p:spPr>
            <a:xfrm>
              <a:off x="-3632254" y="1012398"/>
              <a:ext cx="374957" cy="1399494"/>
            </a:xfrm>
            <a:custGeom>
              <a:avLst/>
              <a:gdLst>
                <a:gd name="connsiteX0" fmla="*/ 314362 w 374957"/>
                <a:gd name="connsiteY0" fmla="*/ 614080 h 1399494"/>
                <a:gd name="connsiteX1" fmla="*/ 312052 w 374957"/>
                <a:gd name="connsiteY1" fmla="*/ 625200 h 1399494"/>
                <a:gd name="connsiteX2" fmla="*/ 307518 w 374957"/>
                <a:gd name="connsiteY2" fmla="*/ 643249 h 1399494"/>
                <a:gd name="connsiteX3" fmla="*/ 304268 w 374957"/>
                <a:gd name="connsiteY3" fmla="*/ 597571 h 1399494"/>
                <a:gd name="connsiteX4" fmla="*/ 306064 w 374957"/>
                <a:gd name="connsiteY4" fmla="*/ 591668 h 1399494"/>
                <a:gd name="connsiteX5" fmla="*/ 309914 w 374957"/>
                <a:gd name="connsiteY5" fmla="*/ 588247 h 1399494"/>
                <a:gd name="connsiteX6" fmla="*/ 314533 w 374957"/>
                <a:gd name="connsiteY6" fmla="*/ 584398 h 1399494"/>
                <a:gd name="connsiteX7" fmla="*/ 314447 w 374957"/>
                <a:gd name="connsiteY7" fmla="*/ 613994 h 1399494"/>
                <a:gd name="connsiteX8" fmla="*/ 314447 w 374957"/>
                <a:gd name="connsiteY8" fmla="*/ 613994 h 1399494"/>
                <a:gd name="connsiteX9" fmla="*/ 271164 w 374957"/>
                <a:gd name="connsiteY9" fmla="*/ 511518 h 1399494"/>
                <a:gd name="connsiteX10" fmla="*/ 265433 w 374957"/>
                <a:gd name="connsiteY10" fmla="*/ 462162 h 1399494"/>
                <a:gd name="connsiteX11" fmla="*/ 231132 w 374957"/>
                <a:gd name="connsiteY11" fmla="*/ 254557 h 1399494"/>
                <a:gd name="connsiteX12" fmla="*/ 230875 w 374957"/>
                <a:gd name="connsiteY12" fmla="*/ 243523 h 1399494"/>
                <a:gd name="connsiteX13" fmla="*/ 234126 w 374957"/>
                <a:gd name="connsiteY13" fmla="*/ 240956 h 1399494"/>
                <a:gd name="connsiteX14" fmla="*/ 262781 w 374957"/>
                <a:gd name="connsiteY14" fmla="*/ 214097 h 1399494"/>
                <a:gd name="connsiteX15" fmla="*/ 275356 w 374957"/>
                <a:gd name="connsiteY15" fmla="*/ 257722 h 1399494"/>
                <a:gd name="connsiteX16" fmla="*/ 275270 w 374957"/>
                <a:gd name="connsiteY16" fmla="*/ 260545 h 1399494"/>
                <a:gd name="connsiteX17" fmla="*/ 272789 w 374957"/>
                <a:gd name="connsiteY17" fmla="*/ 262427 h 1399494"/>
                <a:gd name="connsiteX18" fmla="*/ 262525 w 374957"/>
                <a:gd name="connsiteY18" fmla="*/ 265421 h 1399494"/>
                <a:gd name="connsiteX19" fmla="*/ 273901 w 374957"/>
                <a:gd name="connsiteY19" fmla="*/ 275429 h 1399494"/>
                <a:gd name="connsiteX20" fmla="*/ 265775 w 374957"/>
                <a:gd name="connsiteY20" fmla="*/ 280305 h 1399494"/>
                <a:gd name="connsiteX21" fmla="*/ 264150 w 374957"/>
                <a:gd name="connsiteY21" fmla="*/ 281844 h 1399494"/>
                <a:gd name="connsiteX22" fmla="*/ 264578 w 374957"/>
                <a:gd name="connsiteY22" fmla="*/ 284154 h 1399494"/>
                <a:gd name="connsiteX23" fmla="*/ 279034 w 374957"/>
                <a:gd name="connsiteY23" fmla="*/ 369693 h 1399494"/>
                <a:gd name="connsiteX24" fmla="*/ 271250 w 374957"/>
                <a:gd name="connsiteY24" fmla="*/ 511432 h 1399494"/>
                <a:gd name="connsiteX25" fmla="*/ 271250 w 374957"/>
                <a:gd name="connsiteY25" fmla="*/ 511432 h 1399494"/>
                <a:gd name="connsiteX26" fmla="*/ 181091 w 374957"/>
                <a:gd name="connsiteY26" fmla="*/ 1044172 h 1399494"/>
                <a:gd name="connsiteX27" fmla="*/ 177413 w 374957"/>
                <a:gd name="connsiteY27" fmla="*/ 1016800 h 1399494"/>
                <a:gd name="connsiteX28" fmla="*/ 171596 w 374957"/>
                <a:gd name="connsiteY28" fmla="*/ 997981 h 1399494"/>
                <a:gd name="connsiteX29" fmla="*/ 169885 w 374957"/>
                <a:gd name="connsiteY29" fmla="*/ 974714 h 1399494"/>
                <a:gd name="connsiteX30" fmla="*/ 172024 w 374957"/>
                <a:gd name="connsiteY30" fmla="*/ 978307 h 1399494"/>
                <a:gd name="connsiteX31" fmla="*/ 176557 w 374957"/>
                <a:gd name="connsiteY31" fmla="*/ 988401 h 1399494"/>
                <a:gd name="connsiteX32" fmla="*/ 184256 w 374957"/>
                <a:gd name="connsiteY32" fmla="*/ 1022617 h 1399494"/>
                <a:gd name="connsiteX33" fmla="*/ 181091 w 374957"/>
                <a:gd name="connsiteY33" fmla="*/ 1044172 h 1399494"/>
                <a:gd name="connsiteX34" fmla="*/ 181091 w 374957"/>
                <a:gd name="connsiteY34" fmla="*/ 1044172 h 1399494"/>
                <a:gd name="connsiteX35" fmla="*/ 178610 w 374957"/>
                <a:gd name="connsiteY35" fmla="*/ 839990 h 1399494"/>
                <a:gd name="connsiteX36" fmla="*/ 175103 w 374957"/>
                <a:gd name="connsiteY36" fmla="*/ 886181 h 1399494"/>
                <a:gd name="connsiteX37" fmla="*/ 163983 w 374957"/>
                <a:gd name="connsiteY37" fmla="*/ 841701 h 1399494"/>
                <a:gd name="connsiteX38" fmla="*/ 178525 w 374957"/>
                <a:gd name="connsiteY38" fmla="*/ 839990 h 1399494"/>
                <a:gd name="connsiteX39" fmla="*/ 178525 w 374957"/>
                <a:gd name="connsiteY39" fmla="*/ 839990 h 1399494"/>
                <a:gd name="connsiteX40" fmla="*/ 123010 w 374957"/>
                <a:gd name="connsiteY40" fmla="*/ 384150 h 1399494"/>
                <a:gd name="connsiteX41" fmla="*/ 121385 w 374957"/>
                <a:gd name="connsiteY41" fmla="*/ 443856 h 1399494"/>
                <a:gd name="connsiteX42" fmla="*/ 108896 w 374957"/>
                <a:gd name="connsiteY42" fmla="*/ 389624 h 1399494"/>
                <a:gd name="connsiteX43" fmla="*/ 123181 w 374957"/>
                <a:gd name="connsiteY43" fmla="*/ 287918 h 1399494"/>
                <a:gd name="connsiteX44" fmla="*/ 136183 w 374957"/>
                <a:gd name="connsiteY44" fmla="*/ 269013 h 1399494"/>
                <a:gd name="connsiteX45" fmla="*/ 124635 w 374957"/>
                <a:gd name="connsiteY45" fmla="*/ 267388 h 1399494"/>
                <a:gd name="connsiteX46" fmla="*/ 157910 w 374957"/>
                <a:gd name="connsiteY46" fmla="*/ 212472 h 1399494"/>
                <a:gd name="connsiteX47" fmla="*/ 162614 w 374957"/>
                <a:gd name="connsiteY47" fmla="*/ 251136 h 1399494"/>
                <a:gd name="connsiteX48" fmla="*/ 122924 w 374957"/>
                <a:gd name="connsiteY48" fmla="*/ 384150 h 1399494"/>
                <a:gd name="connsiteX49" fmla="*/ 122924 w 374957"/>
                <a:gd name="connsiteY49" fmla="*/ 384150 h 1399494"/>
                <a:gd name="connsiteX50" fmla="*/ 360895 w 374957"/>
                <a:gd name="connsiteY50" fmla="*/ 277567 h 1399494"/>
                <a:gd name="connsiteX51" fmla="*/ 356875 w 374957"/>
                <a:gd name="connsiteY51" fmla="*/ 251221 h 1399494"/>
                <a:gd name="connsiteX52" fmla="*/ 346696 w 374957"/>
                <a:gd name="connsiteY52" fmla="*/ 223250 h 1399494"/>
                <a:gd name="connsiteX53" fmla="*/ 340280 w 374957"/>
                <a:gd name="connsiteY53" fmla="*/ 214012 h 1399494"/>
                <a:gd name="connsiteX54" fmla="*/ 330956 w 374957"/>
                <a:gd name="connsiteY54" fmla="*/ 206056 h 1399494"/>
                <a:gd name="connsiteX55" fmla="*/ 328219 w 374957"/>
                <a:gd name="connsiteY55" fmla="*/ 187494 h 1399494"/>
                <a:gd name="connsiteX56" fmla="*/ 310427 w 374957"/>
                <a:gd name="connsiteY56" fmla="*/ 171413 h 1399494"/>
                <a:gd name="connsiteX57" fmla="*/ 301445 w 374957"/>
                <a:gd name="connsiteY57" fmla="*/ 163885 h 1399494"/>
                <a:gd name="connsiteX58" fmla="*/ 286219 w 374957"/>
                <a:gd name="connsiteY58" fmla="*/ 127788 h 1399494"/>
                <a:gd name="connsiteX59" fmla="*/ 295885 w 374957"/>
                <a:gd name="connsiteY59" fmla="*/ 152423 h 1399494"/>
                <a:gd name="connsiteX60" fmla="*/ 296997 w 374957"/>
                <a:gd name="connsiteY60" fmla="*/ 127189 h 1399494"/>
                <a:gd name="connsiteX61" fmla="*/ 284337 w 374957"/>
                <a:gd name="connsiteY61" fmla="*/ 104264 h 1399494"/>
                <a:gd name="connsiteX62" fmla="*/ 281001 w 374957"/>
                <a:gd name="connsiteY62" fmla="*/ 80570 h 1399494"/>
                <a:gd name="connsiteX63" fmla="*/ 272789 w 374957"/>
                <a:gd name="connsiteY63" fmla="*/ 63376 h 1399494"/>
                <a:gd name="connsiteX64" fmla="*/ 263979 w 374957"/>
                <a:gd name="connsiteY64" fmla="*/ 42248 h 1399494"/>
                <a:gd name="connsiteX65" fmla="*/ 222321 w 374957"/>
                <a:gd name="connsiteY65" fmla="*/ 3071 h 1399494"/>
                <a:gd name="connsiteX66" fmla="*/ 199482 w 374957"/>
                <a:gd name="connsiteY66" fmla="*/ 1702 h 1399494"/>
                <a:gd name="connsiteX67" fmla="*/ 192639 w 374957"/>
                <a:gd name="connsiteY67" fmla="*/ 5552 h 1399494"/>
                <a:gd name="connsiteX68" fmla="*/ 184513 w 374957"/>
                <a:gd name="connsiteY68" fmla="*/ 9144 h 1399494"/>
                <a:gd name="connsiteX69" fmla="*/ 157824 w 374957"/>
                <a:gd name="connsiteY69" fmla="*/ 29503 h 1399494"/>
                <a:gd name="connsiteX70" fmla="*/ 129083 w 374957"/>
                <a:gd name="connsiteY70" fmla="*/ 81767 h 1399494"/>
                <a:gd name="connsiteX71" fmla="*/ 122496 w 374957"/>
                <a:gd name="connsiteY71" fmla="*/ 121885 h 1399494"/>
                <a:gd name="connsiteX72" fmla="*/ 127885 w 374957"/>
                <a:gd name="connsiteY72" fmla="*/ 114700 h 1399494"/>
                <a:gd name="connsiteX73" fmla="*/ 125918 w 374957"/>
                <a:gd name="connsiteY73" fmla="*/ 133947 h 1399494"/>
                <a:gd name="connsiteX74" fmla="*/ 121556 w 374957"/>
                <a:gd name="connsiteY74" fmla="*/ 148659 h 1399494"/>
                <a:gd name="connsiteX75" fmla="*/ 123352 w 374957"/>
                <a:gd name="connsiteY75" fmla="*/ 153877 h 1399494"/>
                <a:gd name="connsiteX76" fmla="*/ 121470 w 374957"/>
                <a:gd name="connsiteY76" fmla="*/ 178342 h 1399494"/>
                <a:gd name="connsiteX77" fmla="*/ 124207 w 374957"/>
                <a:gd name="connsiteY77" fmla="*/ 170814 h 1399494"/>
                <a:gd name="connsiteX78" fmla="*/ 124806 w 374957"/>
                <a:gd name="connsiteY78" fmla="*/ 185955 h 1399494"/>
                <a:gd name="connsiteX79" fmla="*/ 129340 w 374957"/>
                <a:gd name="connsiteY79" fmla="*/ 205800 h 1399494"/>
                <a:gd name="connsiteX80" fmla="*/ 129168 w 374957"/>
                <a:gd name="connsiteY80" fmla="*/ 227527 h 1399494"/>
                <a:gd name="connsiteX81" fmla="*/ 83319 w 374957"/>
                <a:gd name="connsiteY81" fmla="*/ 244977 h 1399494"/>
                <a:gd name="connsiteX82" fmla="*/ 76818 w 374957"/>
                <a:gd name="connsiteY82" fmla="*/ 248313 h 1399494"/>
                <a:gd name="connsiteX83" fmla="*/ 72028 w 374957"/>
                <a:gd name="connsiteY83" fmla="*/ 256867 h 1399494"/>
                <a:gd name="connsiteX84" fmla="*/ 50387 w 374957"/>
                <a:gd name="connsiteY84" fmla="*/ 375254 h 1399494"/>
                <a:gd name="connsiteX85" fmla="*/ 51841 w 374957"/>
                <a:gd name="connsiteY85" fmla="*/ 388940 h 1399494"/>
                <a:gd name="connsiteX86" fmla="*/ 65698 w 374957"/>
                <a:gd name="connsiteY86" fmla="*/ 392105 h 1399494"/>
                <a:gd name="connsiteX87" fmla="*/ 48334 w 374957"/>
                <a:gd name="connsiteY87" fmla="*/ 494410 h 1399494"/>
                <a:gd name="connsiteX88" fmla="*/ 33963 w 374957"/>
                <a:gd name="connsiteY88" fmla="*/ 549241 h 1399494"/>
                <a:gd name="connsiteX89" fmla="*/ 25238 w 374957"/>
                <a:gd name="connsiteY89" fmla="*/ 610060 h 1399494"/>
                <a:gd name="connsiteX90" fmla="*/ 12236 w 374957"/>
                <a:gd name="connsiteY90" fmla="*/ 678833 h 1399494"/>
                <a:gd name="connsiteX91" fmla="*/ 7189 w 374957"/>
                <a:gd name="connsiteY91" fmla="*/ 698251 h 1399494"/>
                <a:gd name="connsiteX92" fmla="*/ 1800 w 374957"/>
                <a:gd name="connsiteY92" fmla="*/ 712878 h 1399494"/>
                <a:gd name="connsiteX93" fmla="*/ 10269 w 374957"/>
                <a:gd name="connsiteY93" fmla="*/ 755990 h 1399494"/>
                <a:gd name="connsiteX94" fmla="*/ 14546 w 374957"/>
                <a:gd name="connsiteY94" fmla="*/ 750430 h 1399494"/>
                <a:gd name="connsiteX95" fmla="*/ 8301 w 374957"/>
                <a:gd name="connsiteY95" fmla="*/ 804491 h 1399494"/>
                <a:gd name="connsiteX96" fmla="*/ 8472 w 374957"/>
                <a:gd name="connsiteY96" fmla="*/ 806972 h 1399494"/>
                <a:gd name="connsiteX97" fmla="*/ 10953 w 374957"/>
                <a:gd name="connsiteY97" fmla="*/ 808939 h 1399494"/>
                <a:gd name="connsiteX98" fmla="*/ 57315 w 374957"/>
                <a:gd name="connsiteY98" fmla="*/ 822711 h 1399494"/>
                <a:gd name="connsiteX99" fmla="*/ 75621 w 374957"/>
                <a:gd name="connsiteY99" fmla="*/ 825790 h 1399494"/>
                <a:gd name="connsiteX100" fmla="*/ 82122 w 374957"/>
                <a:gd name="connsiteY100" fmla="*/ 829554 h 1399494"/>
                <a:gd name="connsiteX101" fmla="*/ 84945 w 374957"/>
                <a:gd name="connsiteY101" fmla="*/ 837424 h 1399494"/>
                <a:gd name="connsiteX102" fmla="*/ 88537 w 374957"/>
                <a:gd name="connsiteY102" fmla="*/ 860861 h 1399494"/>
                <a:gd name="connsiteX103" fmla="*/ 103421 w 374957"/>
                <a:gd name="connsiteY103" fmla="*/ 1017912 h 1399494"/>
                <a:gd name="connsiteX104" fmla="*/ 113344 w 374957"/>
                <a:gd name="connsiteY104" fmla="*/ 1070006 h 1399494"/>
                <a:gd name="connsiteX105" fmla="*/ 148500 w 374957"/>
                <a:gd name="connsiteY105" fmla="*/ 1214567 h 1399494"/>
                <a:gd name="connsiteX106" fmla="*/ 152777 w 374957"/>
                <a:gd name="connsiteY106" fmla="*/ 1265378 h 1399494"/>
                <a:gd name="connsiteX107" fmla="*/ 146105 w 374957"/>
                <a:gd name="connsiteY107" fmla="*/ 1298653 h 1399494"/>
                <a:gd name="connsiteX108" fmla="*/ 147474 w 374957"/>
                <a:gd name="connsiteY108" fmla="*/ 1332099 h 1399494"/>
                <a:gd name="connsiteX109" fmla="*/ 151067 w 374957"/>
                <a:gd name="connsiteY109" fmla="*/ 1342706 h 1399494"/>
                <a:gd name="connsiteX110" fmla="*/ 147987 w 374957"/>
                <a:gd name="connsiteY110" fmla="*/ 1357675 h 1399494"/>
                <a:gd name="connsiteX111" fmla="*/ 173906 w 374957"/>
                <a:gd name="connsiteY111" fmla="*/ 1399247 h 1399494"/>
                <a:gd name="connsiteX112" fmla="*/ 180492 w 374957"/>
                <a:gd name="connsiteY112" fmla="*/ 1399418 h 1399494"/>
                <a:gd name="connsiteX113" fmla="*/ 193067 w 374957"/>
                <a:gd name="connsiteY113" fmla="*/ 1397536 h 1399494"/>
                <a:gd name="connsiteX114" fmla="*/ 203246 w 374957"/>
                <a:gd name="connsiteY114" fmla="*/ 1391549 h 1399494"/>
                <a:gd name="connsiteX115" fmla="*/ 209148 w 374957"/>
                <a:gd name="connsiteY115" fmla="*/ 1387272 h 1399494"/>
                <a:gd name="connsiteX116" fmla="*/ 214879 w 374957"/>
                <a:gd name="connsiteY116" fmla="*/ 1380685 h 1399494"/>
                <a:gd name="connsiteX117" fmla="*/ 218557 w 374957"/>
                <a:gd name="connsiteY117" fmla="*/ 1287704 h 1399494"/>
                <a:gd name="connsiteX118" fmla="*/ 220525 w 374957"/>
                <a:gd name="connsiteY118" fmla="*/ 1276070 h 1399494"/>
                <a:gd name="connsiteX119" fmla="*/ 217531 w 374957"/>
                <a:gd name="connsiteY119" fmla="*/ 1263496 h 1399494"/>
                <a:gd name="connsiteX120" fmla="*/ 220439 w 374957"/>
                <a:gd name="connsiteY120" fmla="*/ 1187537 h 1399494"/>
                <a:gd name="connsiteX121" fmla="*/ 220183 w 374957"/>
                <a:gd name="connsiteY121" fmla="*/ 1174364 h 1399494"/>
                <a:gd name="connsiteX122" fmla="*/ 223177 w 374957"/>
                <a:gd name="connsiteY122" fmla="*/ 1154861 h 1399494"/>
                <a:gd name="connsiteX123" fmla="*/ 236093 w 374957"/>
                <a:gd name="connsiteY123" fmla="*/ 1098661 h 1399494"/>
                <a:gd name="connsiteX124" fmla="*/ 251490 w 374957"/>
                <a:gd name="connsiteY124" fmla="*/ 1051101 h 1399494"/>
                <a:gd name="connsiteX125" fmla="*/ 255682 w 374957"/>
                <a:gd name="connsiteY125" fmla="*/ 1028861 h 1399494"/>
                <a:gd name="connsiteX126" fmla="*/ 246614 w 374957"/>
                <a:gd name="connsiteY126" fmla="*/ 972234 h 1399494"/>
                <a:gd name="connsiteX127" fmla="*/ 248924 w 374957"/>
                <a:gd name="connsiteY127" fmla="*/ 924332 h 1399494"/>
                <a:gd name="connsiteX128" fmla="*/ 263466 w 374957"/>
                <a:gd name="connsiteY128" fmla="*/ 854018 h 1399494"/>
                <a:gd name="connsiteX129" fmla="*/ 288358 w 374957"/>
                <a:gd name="connsiteY129" fmla="*/ 851110 h 1399494"/>
                <a:gd name="connsiteX130" fmla="*/ 296741 w 374957"/>
                <a:gd name="connsiteY130" fmla="*/ 850340 h 1399494"/>
                <a:gd name="connsiteX131" fmla="*/ 301616 w 374957"/>
                <a:gd name="connsiteY131" fmla="*/ 838621 h 1399494"/>
                <a:gd name="connsiteX132" fmla="*/ 302728 w 374957"/>
                <a:gd name="connsiteY132" fmla="*/ 802438 h 1399494"/>
                <a:gd name="connsiteX133" fmla="*/ 306834 w 374957"/>
                <a:gd name="connsiteY133" fmla="*/ 752141 h 1399494"/>
                <a:gd name="connsiteX134" fmla="*/ 308973 w 374957"/>
                <a:gd name="connsiteY134" fmla="*/ 740251 h 1399494"/>
                <a:gd name="connsiteX135" fmla="*/ 318553 w 374957"/>
                <a:gd name="connsiteY135" fmla="*/ 726992 h 1399494"/>
                <a:gd name="connsiteX136" fmla="*/ 324541 w 374957"/>
                <a:gd name="connsiteY136" fmla="*/ 722031 h 1399494"/>
                <a:gd name="connsiteX137" fmla="*/ 330700 w 374957"/>
                <a:gd name="connsiteY137" fmla="*/ 719807 h 1399494"/>
                <a:gd name="connsiteX138" fmla="*/ 336260 w 374957"/>
                <a:gd name="connsiteY138" fmla="*/ 714845 h 1399494"/>
                <a:gd name="connsiteX139" fmla="*/ 350032 w 374957"/>
                <a:gd name="connsiteY139" fmla="*/ 693460 h 1399494"/>
                <a:gd name="connsiteX140" fmla="*/ 351742 w 374957"/>
                <a:gd name="connsiteY140" fmla="*/ 676780 h 1399494"/>
                <a:gd name="connsiteX141" fmla="*/ 348235 w 374957"/>
                <a:gd name="connsiteY141" fmla="*/ 598768 h 1399494"/>
                <a:gd name="connsiteX142" fmla="*/ 356105 w 374957"/>
                <a:gd name="connsiteY142" fmla="*/ 532732 h 1399494"/>
                <a:gd name="connsiteX143" fmla="*/ 357901 w 374957"/>
                <a:gd name="connsiteY143" fmla="*/ 492870 h 1399494"/>
                <a:gd name="connsiteX144" fmla="*/ 358072 w 374957"/>
                <a:gd name="connsiteY144" fmla="*/ 402541 h 1399494"/>
                <a:gd name="connsiteX145" fmla="*/ 359954 w 374957"/>
                <a:gd name="connsiteY145" fmla="*/ 374313 h 1399494"/>
                <a:gd name="connsiteX146" fmla="*/ 372101 w 374957"/>
                <a:gd name="connsiteY146" fmla="*/ 360113 h 1399494"/>
                <a:gd name="connsiteX147" fmla="*/ 374924 w 374957"/>
                <a:gd name="connsiteY147" fmla="*/ 355066 h 1399494"/>
                <a:gd name="connsiteX148" fmla="*/ 374068 w 374957"/>
                <a:gd name="connsiteY148" fmla="*/ 350618 h 1399494"/>
                <a:gd name="connsiteX149" fmla="*/ 361066 w 374957"/>
                <a:gd name="connsiteY149" fmla="*/ 277482 h 1399494"/>
                <a:gd name="connsiteX150" fmla="*/ 361066 w 374957"/>
                <a:gd name="connsiteY150" fmla="*/ 277482 h 1399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</a:cxnLst>
              <a:rect l="l" t="t" r="r" b="b"/>
              <a:pathLst>
                <a:path w="374957" h="1399494">
                  <a:moveTo>
                    <a:pt x="314362" y="614080"/>
                  </a:moveTo>
                  <a:cubicBezTo>
                    <a:pt x="313849" y="617844"/>
                    <a:pt x="312907" y="621522"/>
                    <a:pt x="312052" y="625200"/>
                  </a:cubicBezTo>
                  <a:cubicBezTo>
                    <a:pt x="310512" y="631188"/>
                    <a:pt x="309058" y="637261"/>
                    <a:pt x="307518" y="643249"/>
                  </a:cubicBezTo>
                  <a:cubicBezTo>
                    <a:pt x="304952" y="628194"/>
                    <a:pt x="302301" y="612797"/>
                    <a:pt x="304268" y="597571"/>
                  </a:cubicBezTo>
                  <a:cubicBezTo>
                    <a:pt x="304525" y="595518"/>
                    <a:pt x="304952" y="593379"/>
                    <a:pt x="306064" y="591668"/>
                  </a:cubicBezTo>
                  <a:cubicBezTo>
                    <a:pt x="307091" y="590214"/>
                    <a:pt x="308460" y="589273"/>
                    <a:pt x="309914" y="588247"/>
                  </a:cubicBezTo>
                  <a:cubicBezTo>
                    <a:pt x="311881" y="586878"/>
                    <a:pt x="313849" y="585595"/>
                    <a:pt x="314533" y="584398"/>
                  </a:cubicBezTo>
                  <a:cubicBezTo>
                    <a:pt x="314105" y="594235"/>
                    <a:pt x="315730" y="604157"/>
                    <a:pt x="314447" y="613994"/>
                  </a:cubicBezTo>
                  <a:lnTo>
                    <a:pt x="314447" y="613994"/>
                  </a:lnTo>
                  <a:close/>
                  <a:moveTo>
                    <a:pt x="271164" y="511518"/>
                  </a:moveTo>
                  <a:cubicBezTo>
                    <a:pt x="274586" y="495009"/>
                    <a:pt x="272533" y="477473"/>
                    <a:pt x="265433" y="462162"/>
                  </a:cubicBezTo>
                  <a:cubicBezTo>
                    <a:pt x="267144" y="391763"/>
                    <a:pt x="255596" y="320765"/>
                    <a:pt x="231132" y="254557"/>
                  </a:cubicBezTo>
                  <a:cubicBezTo>
                    <a:pt x="229763" y="250965"/>
                    <a:pt x="228566" y="246602"/>
                    <a:pt x="230875" y="243523"/>
                  </a:cubicBezTo>
                  <a:cubicBezTo>
                    <a:pt x="231731" y="242411"/>
                    <a:pt x="232928" y="241726"/>
                    <a:pt x="234126" y="240956"/>
                  </a:cubicBezTo>
                  <a:cubicBezTo>
                    <a:pt x="245502" y="234113"/>
                    <a:pt x="257478" y="226329"/>
                    <a:pt x="262781" y="214097"/>
                  </a:cubicBezTo>
                  <a:cubicBezTo>
                    <a:pt x="269111" y="230777"/>
                    <a:pt x="272961" y="244121"/>
                    <a:pt x="275356" y="257722"/>
                  </a:cubicBezTo>
                  <a:cubicBezTo>
                    <a:pt x="275527" y="258663"/>
                    <a:pt x="275698" y="259690"/>
                    <a:pt x="275270" y="260545"/>
                  </a:cubicBezTo>
                  <a:cubicBezTo>
                    <a:pt x="274842" y="261486"/>
                    <a:pt x="273816" y="261999"/>
                    <a:pt x="272789" y="262427"/>
                  </a:cubicBezTo>
                  <a:cubicBezTo>
                    <a:pt x="269539" y="263796"/>
                    <a:pt x="266032" y="264822"/>
                    <a:pt x="262525" y="265421"/>
                  </a:cubicBezTo>
                  <a:cubicBezTo>
                    <a:pt x="266032" y="269099"/>
                    <a:pt x="269795" y="272435"/>
                    <a:pt x="273901" y="275429"/>
                  </a:cubicBezTo>
                  <a:cubicBezTo>
                    <a:pt x="271164" y="277054"/>
                    <a:pt x="268427" y="278679"/>
                    <a:pt x="265775" y="280305"/>
                  </a:cubicBezTo>
                  <a:cubicBezTo>
                    <a:pt x="265177" y="280647"/>
                    <a:pt x="264407" y="281074"/>
                    <a:pt x="264150" y="281844"/>
                  </a:cubicBezTo>
                  <a:cubicBezTo>
                    <a:pt x="263893" y="282614"/>
                    <a:pt x="264235" y="283470"/>
                    <a:pt x="264578" y="284154"/>
                  </a:cubicBezTo>
                  <a:cubicBezTo>
                    <a:pt x="276297" y="310757"/>
                    <a:pt x="277751" y="340610"/>
                    <a:pt x="279034" y="369693"/>
                  </a:cubicBezTo>
                  <a:cubicBezTo>
                    <a:pt x="281087" y="417168"/>
                    <a:pt x="283140" y="465412"/>
                    <a:pt x="271250" y="511432"/>
                  </a:cubicBezTo>
                  <a:lnTo>
                    <a:pt x="271250" y="511432"/>
                  </a:lnTo>
                  <a:close/>
                  <a:moveTo>
                    <a:pt x="181091" y="1044172"/>
                  </a:moveTo>
                  <a:cubicBezTo>
                    <a:pt x="180578" y="1034934"/>
                    <a:pt x="180065" y="1025611"/>
                    <a:pt x="177413" y="1016800"/>
                  </a:cubicBezTo>
                  <a:cubicBezTo>
                    <a:pt x="175531" y="1010556"/>
                    <a:pt x="172537" y="1004482"/>
                    <a:pt x="171596" y="997981"/>
                  </a:cubicBezTo>
                  <a:cubicBezTo>
                    <a:pt x="170484" y="990197"/>
                    <a:pt x="172452" y="982071"/>
                    <a:pt x="169885" y="974714"/>
                  </a:cubicBezTo>
                  <a:cubicBezTo>
                    <a:pt x="171254" y="970609"/>
                    <a:pt x="171083" y="974714"/>
                    <a:pt x="172024" y="978307"/>
                  </a:cubicBezTo>
                  <a:cubicBezTo>
                    <a:pt x="172965" y="981900"/>
                    <a:pt x="174932" y="985065"/>
                    <a:pt x="176557" y="988401"/>
                  </a:cubicBezTo>
                  <a:cubicBezTo>
                    <a:pt x="181861" y="998922"/>
                    <a:pt x="184513" y="1010812"/>
                    <a:pt x="184256" y="1022617"/>
                  </a:cubicBezTo>
                  <a:cubicBezTo>
                    <a:pt x="184085" y="1029888"/>
                    <a:pt x="182802" y="1037073"/>
                    <a:pt x="181091" y="1044172"/>
                  </a:cubicBezTo>
                  <a:lnTo>
                    <a:pt x="181091" y="1044172"/>
                  </a:lnTo>
                  <a:close/>
                  <a:moveTo>
                    <a:pt x="178610" y="839990"/>
                  </a:moveTo>
                  <a:cubicBezTo>
                    <a:pt x="177156" y="855387"/>
                    <a:pt x="176044" y="870784"/>
                    <a:pt x="175103" y="886181"/>
                  </a:cubicBezTo>
                  <a:cubicBezTo>
                    <a:pt x="167319" y="870955"/>
                    <a:pt x="164240" y="853419"/>
                    <a:pt x="163983" y="841701"/>
                  </a:cubicBezTo>
                  <a:cubicBezTo>
                    <a:pt x="168859" y="841102"/>
                    <a:pt x="173735" y="840589"/>
                    <a:pt x="178525" y="839990"/>
                  </a:cubicBezTo>
                  <a:lnTo>
                    <a:pt x="178525" y="839990"/>
                  </a:lnTo>
                  <a:close/>
                  <a:moveTo>
                    <a:pt x="123010" y="384150"/>
                  </a:moveTo>
                  <a:cubicBezTo>
                    <a:pt x="120871" y="403909"/>
                    <a:pt x="121128" y="423925"/>
                    <a:pt x="121385" y="443856"/>
                  </a:cubicBezTo>
                  <a:cubicBezTo>
                    <a:pt x="111462" y="427946"/>
                    <a:pt x="109238" y="408443"/>
                    <a:pt x="108896" y="389624"/>
                  </a:cubicBezTo>
                  <a:cubicBezTo>
                    <a:pt x="108297" y="355237"/>
                    <a:pt x="113173" y="320850"/>
                    <a:pt x="123181" y="287918"/>
                  </a:cubicBezTo>
                  <a:cubicBezTo>
                    <a:pt x="125490" y="280305"/>
                    <a:pt x="128827" y="272007"/>
                    <a:pt x="136183" y="269013"/>
                  </a:cubicBezTo>
                  <a:cubicBezTo>
                    <a:pt x="132761" y="267046"/>
                    <a:pt x="128484" y="266447"/>
                    <a:pt x="124635" y="267388"/>
                  </a:cubicBezTo>
                  <a:cubicBezTo>
                    <a:pt x="132334" y="247885"/>
                    <a:pt x="142769" y="229580"/>
                    <a:pt x="157910" y="212472"/>
                  </a:cubicBezTo>
                  <a:cubicBezTo>
                    <a:pt x="156199" y="225645"/>
                    <a:pt x="154830" y="240358"/>
                    <a:pt x="162614" y="251136"/>
                  </a:cubicBezTo>
                  <a:cubicBezTo>
                    <a:pt x="145336" y="294248"/>
                    <a:pt x="127885" y="338044"/>
                    <a:pt x="122924" y="384150"/>
                  </a:cubicBezTo>
                  <a:lnTo>
                    <a:pt x="122924" y="384150"/>
                  </a:lnTo>
                  <a:close/>
                  <a:moveTo>
                    <a:pt x="360895" y="277567"/>
                  </a:moveTo>
                  <a:cubicBezTo>
                    <a:pt x="359954" y="268757"/>
                    <a:pt x="358928" y="259861"/>
                    <a:pt x="356875" y="251221"/>
                  </a:cubicBezTo>
                  <a:cubicBezTo>
                    <a:pt x="354651" y="241555"/>
                    <a:pt x="351229" y="232060"/>
                    <a:pt x="346696" y="223250"/>
                  </a:cubicBezTo>
                  <a:cubicBezTo>
                    <a:pt x="344985" y="219914"/>
                    <a:pt x="343103" y="216578"/>
                    <a:pt x="340280" y="214012"/>
                  </a:cubicBezTo>
                  <a:cubicBezTo>
                    <a:pt x="337286" y="211274"/>
                    <a:pt x="333180" y="209478"/>
                    <a:pt x="330956" y="206056"/>
                  </a:cubicBezTo>
                  <a:cubicBezTo>
                    <a:pt x="327535" y="200753"/>
                    <a:pt x="329844" y="193568"/>
                    <a:pt x="328219" y="187494"/>
                  </a:cubicBezTo>
                  <a:cubicBezTo>
                    <a:pt x="326166" y="179454"/>
                    <a:pt x="318040" y="174578"/>
                    <a:pt x="310427" y="171413"/>
                  </a:cubicBezTo>
                  <a:cubicBezTo>
                    <a:pt x="307347" y="170130"/>
                    <a:pt x="303755" y="168333"/>
                    <a:pt x="301445" y="163885"/>
                  </a:cubicBezTo>
                  <a:cubicBezTo>
                    <a:pt x="291266" y="155246"/>
                    <a:pt x="288443" y="140961"/>
                    <a:pt x="286219" y="127788"/>
                  </a:cubicBezTo>
                  <a:cubicBezTo>
                    <a:pt x="290924" y="135315"/>
                    <a:pt x="294260" y="143698"/>
                    <a:pt x="295885" y="152423"/>
                  </a:cubicBezTo>
                  <a:cubicBezTo>
                    <a:pt x="297767" y="144126"/>
                    <a:pt x="299649" y="135315"/>
                    <a:pt x="296997" y="127189"/>
                  </a:cubicBezTo>
                  <a:cubicBezTo>
                    <a:pt x="294260" y="118806"/>
                    <a:pt x="287160" y="112562"/>
                    <a:pt x="284337" y="104264"/>
                  </a:cubicBezTo>
                  <a:cubicBezTo>
                    <a:pt x="281771" y="96651"/>
                    <a:pt x="283054" y="88268"/>
                    <a:pt x="281001" y="80570"/>
                  </a:cubicBezTo>
                  <a:cubicBezTo>
                    <a:pt x="279291" y="74411"/>
                    <a:pt x="275612" y="69108"/>
                    <a:pt x="272789" y="63376"/>
                  </a:cubicBezTo>
                  <a:cubicBezTo>
                    <a:pt x="269368" y="56533"/>
                    <a:pt x="267229" y="49177"/>
                    <a:pt x="263979" y="42248"/>
                  </a:cubicBezTo>
                  <a:cubicBezTo>
                    <a:pt x="255682" y="24542"/>
                    <a:pt x="240455" y="10256"/>
                    <a:pt x="222321" y="3071"/>
                  </a:cubicBezTo>
                  <a:cubicBezTo>
                    <a:pt x="215050" y="248"/>
                    <a:pt x="206668" y="-1463"/>
                    <a:pt x="199482" y="1702"/>
                  </a:cubicBezTo>
                  <a:cubicBezTo>
                    <a:pt x="197087" y="2729"/>
                    <a:pt x="194948" y="4354"/>
                    <a:pt x="192639" y="5552"/>
                  </a:cubicBezTo>
                  <a:cubicBezTo>
                    <a:pt x="189987" y="6920"/>
                    <a:pt x="187250" y="7947"/>
                    <a:pt x="184513" y="9144"/>
                  </a:cubicBezTo>
                  <a:cubicBezTo>
                    <a:pt x="173564" y="13849"/>
                    <a:pt x="164069" y="21804"/>
                    <a:pt x="157824" y="29503"/>
                  </a:cubicBezTo>
                  <a:cubicBezTo>
                    <a:pt x="145165" y="45156"/>
                    <a:pt x="131991" y="61837"/>
                    <a:pt x="129083" y="81767"/>
                  </a:cubicBezTo>
                  <a:cubicBezTo>
                    <a:pt x="127116" y="95368"/>
                    <a:pt x="129853" y="110338"/>
                    <a:pt x="122496" y="121885"/>
                  </a:cubicBezTo>
                  <a:cubicBezTo>
                    <a:pt x="124721" y="119918"/>
                    <a:pt x="126517" y="117437"/>
                    <a:pt x="127885" y="114700"/>
                  </a:cubicBezTo>
                  <a:cubicBezTo>
                    <a:pt x="129168" y="121116"/>
                    <a:pt x="128484" y="127959"/>
                    <a:pt x="125918" y="133947"/>
                  </a:cubicBezTo>
                  <a:cubicBezTo>
                    <a:pt x="123865" y="138737"/>
                    <a:pt x="120529" y="143613"/>
                    <a:pt x="121556" y="148659"/>
                  </a:cubicBezTo>
                  <a:cubicBezTo>
                    <a:pt x="121898" y="150456"/>
                    <a:pt x="122839" y="152081"/>
                    <a:pt x="123352" y="153877"/>
                  </a:cubicBezTo>
                  <a:cubicBezTo>
                    <a:pt x="125662" y="161832"/>
                    <a:pt x="120273" y="170215"/>
                    <a:pt x="121470" y="178342"/>
                  </a:cubicBezTo>
                  <a:cubicBezTo>
                    <a:pt x="122411" y="175861"/>
                    <a:pt x="123266" y="173380"/>
                    <a:pt x="124207" y="170814"/>
                  </a:cubicBezTo>
                  <a:cubicBezTo>
                    <a:pt x="124977" y="175861"/>
                    <a:pt x="124378" y="180908"/>
                    <a:pt x="124806" y="185955"/>
                  </a:cubicBezTo>
                  <a:cubicBezTo>
                    <a:pt x="125405" y="192712"/>
                    <a:pt x="127885" y="199213"/>
                    <a:pt x="129340" y="205800"/>
                  </a:cubicBezTo>
                  <a:cubicBezTo>
                    <a:pt x="130879" y="212472"/>
                    <a:pt x="131222" y="219743"/>
                    <a:pt x="129168" y="227527"/>
                  </a:cubicBezTo>
                  <a:cubicBezTo>
                    <a:pt x="113857" y="233343"/>
                    <a:pt x="98631" y="239160"/>
                    <a:pt x="83319" y="244977"/>
                  </a:cubicBezTo>
                  <a:cubicBezTo>
                    <a:pt x="81010" y="245832"/>
                    <a:pt x="78700" y="246773"/>
                    <a:pt x="76818" y="248313"/>
                  </a:cubicBezTo>
                  <a:cubicBezTo>
                    <a:pt x="74338" y="250537"/>
                    <a:pt x="73055" y="253702"/>
                    <a:pt x="72028" y="256867"/>
                  </a:cubicBezTo>
                  <a:cubicBezTo>
                    <a:pt x="59026" y="294932"/>
                    <a:pt x="63047" y="337103"/>
                    <a:pt x="50387" y="375254"/>
                  </a:cubicBezTo>
                  <a:cubicBezTo>
                    <a:pt x="48847" y="379958"/>
                    <a:pt x="47564" y="386374"/>
                    <a:pt x="51841" y="388940"/>
                  </a:cubicBezTo>
                  <a:cubicBezTo>
                    <a:pt x="56289" y="391506"/>
                    <a:pt x="63902" y="387571"/>
                    <a:pt x="65698" y="392105"/>
                  </a:cubicBezTo>
                  <a:cubicBezTo>
                    <a:pt x="63047" y="426663"/>
                    <a:pt x="57230" y="460964"/>
                    <a:pt x="48334" y="494410"/>
                  </a:cubicBezTo>
                  <a:cubicBezTo>
                    <a:pt x="43458" y="512630"/>
                    <a:pt x="37727" y="530679"/>
                    <a:pt x="33963" y="549241"/>
                  </a:cubicBezTo>
                  <a:cubicBezTo>
                    <a:pt x="29857" y="569343"/>
                    <a:pt x="28146" y="589787"/>
                    <a:pt x="25238" y="610060"/>
                  </a:cubicBezTo>
                  <a:cubicBezTo>
                    <a:pt x="21902" y="633155"/>
                    <a:pt x="17112" y="655994"/>
                    <a:pt x="12236" y="678833"/>
                  </a:cubicBezTo>
                  <a:cubicBezTo>
                    <a:pt x="10867" y="685420"/>
                    <a:pt x="9413" y="691921"/>
                    <a:pt x="7189" y="698251"/>
                  </a:cubicBezTo>
                  <a:cubicBezTo>
                    <a:pt x="5478" y="703126"/>
                    <a:pt x="3254" y="707831"/>
                    <a:pt x="1800" y="712878"/>
                  </a:cubicBezTo>
                  <a:cubicBezTo>
                    <a:pt x="-2391" y="727505"/>
                    <a:pt x="859" y="744100"/>
                    <a:pt x="10269" y="755990"/>
                  </a:cubicBezTo>
                  <a:cubicBezTo>
                    <a:pt x="10782" y="754621"/>
                    <a:pt x="11381" y="753338"/>
                    <a:pt x="14546" y="750430"/>
                  </a:cubicBezTo>
                  <a:cubicBezTo>
                    <a:pt x="12407" y="768479"/>
                    <a:pt x="10354" y="786527"/>
                    <a:pt x="8301" y="804491"/>
                  </a:cubicBezTo>
                  <a:cubicBezTo>
                    <a:pt x="8216" y="805346"/>
                    <a:pt x="8130" y="806202"/>
                    <a:pt x="8472" y="806972"/>
                  </a:cubicBezTo>
                  <a:cubicBezTo>
                    <a:pt x="8900" y="807998"/>
                    <a:pt x="9927" y="808511"/>
                    <a:pt x="10953" y="808939"/>
                  </a:cubicBezTo>
                  <a:cubicBezTo>
                    <a:pt x="25580" y="815953"/>
                    <a:pt x="41234" y="820658"/>
                    <a:pt x="57315" y="822711"/>
                  </a:cubicBezTo>
                  <a:cubicBezTo>
                    <a:pt x="63474" y="823481"/>
                    <a:pt x="69633" y="823994"/>
                    <a:pt x="75621" y="825790"/>
                  </a:cubicBezTo>
                  <a:cubicBezTo>
                    <a:pt x="78016" y="826560"/>
                    <a:pt x="80497" y="827587"/>
                    <a:pt x="82122" y="829554"/>
                  </a:cubicBezTo>
                  <a:cubicBezTo>
                    <a:pt x="83918" y="831692"/>
                    <a:pt x="84517" y="834601"/>
                    <a:pt x="84945" y="837424"/>
                  </a:cubicBezTo>
                  <a:cubicBezTo>
                    <a:pt x="86313" y="844951"/>
                    <a:pt x="87596" y="852479"/>
                    <a:pt x="88537" y="860861"/>
                  </a:cubicBezTo>
                  <a:cubicBezTo>
                    <a:pt x="105816" y="910731"/>
                    <a:pt x="97091" y="965476"/>
                    <a:pt x="103421" y="1017912"/>
                  </a:cubicBezTo>
                  <a:cubicBezTo>
                    <a:pt x="105560" y="1035448"/>
                    <a:pt x="109409" y="1052812"/>
                    <a:pt x="113344" y="1070006"/>
                  </a:cubicBezTo>
                  <a:cubicBezTo>
                    <a:pt x="124378" y="1118079"/>
                    <a:pt x="136611" y="1165981"/>
                    <a:pt x="148500" y="1214567"/>
                  </a:cubicBezTo>
                  <a:cubicBezTo>
                    <a:pt x="151580" y="1231333"/>
                    <a:pt x="154659" y="1248356"/>
                    <a:pt x="152777" y="1265378"/>
                  </a:cubicBezTo>
                  <a:cubicBezTo>
                    <a:pt x="151580" y="1276584"/>
                    <a:pt x="148158" y="1287533"/>
                    <a:pt x="146105" y="1298653"/>
                  </a:cubicBezTo>
                  <a:cubicBezTo>
                    <a:pt x="144053" y="1309773"/>
                    <a:pt x="143368" y="1321577"/>
                    <a:pt x="147474" y="1332099"/>
                  </a:cubicBezTo>
                  <a:cubicBezTo>
                    <a:pt x="148843" y="1335606"/>
                    <a:pt x="150725" y="1338942"/>
                    <a:pt x="151067" y="1342706"/>
                  </a:cubicBezTo>
                  <a:cubicBezTo>
                    <a:pt x="151580" y="1347838"/>
                    <a:pt x="149270" y="1352714"/>
                    <a:pt x="147987" y="1357675"/>
                  </a:cubicBezTo>
                  <a:cubicBezTo>
                    <a:pt x="144053" y="1373842"/>
                    <a:pt x="153462" y="1392318"/>
                    <a:pt x="173906" y="1399247"/>
                  </a:cubicBezTo>
                  <a:cubicBezTo>
                    <a:pt x="176044" y="1399589"/>
                    <a:pt x="178354" y="1399504"/>
                    <a:pt x="180492" y="1399418"/>
                  </a:cubicBezTo>
                  <a:cubicBezTo>
                    <a:pt x="184769" y="1399247"/>
                    <a:pt x="189046" y="1398991"/>
                    <a:pt x="193067" y="1397536"/>
                  </a:cubicBezTo>
                  <a:cubicBezTo>
                    <a:pt x="196745" y="1396168"/>
                    <a:pt x="199995" y="1393858"/>
                    <a:pt x="203246" y="1391549"/>
                  </a:cubicBezTo>
                  <a:cubicBezTo>
                    <a:pt x="205213" y="1390094"/>
                    <a:pt x="207181" y="1388726"/>
                    <a:pt x="209148" y="1387272"/>
                  </a:cubicBezTo>
                  <a:cubicBezTo>
                    <a:pt x="211286" y="1385732"/>
                    <a:pt x="213596" y="1384021"/>
                    <a:pt x="214879" y="1380685"/>
                  </a:cubicBezTo>
                  <a:cubicBezTo>
                    <a:pt x="212912" y="1349634"/>
                    <a:pt x="210945" y="1317899"/>
                    <a:pt x="218557" y="1287704"/>
                  </a:cubicBezTo>
                  <a:cubicBezTo>
                    <a:pt x="219498" y="1283854"/>
                    <a:pt x="220610" y="1280005"/>
                    <a:pt x="220525" y="1276070"/>
                  </a:cubicBezTo>
                  <a:cubicBezTo>
                    <a:pt x="220354" y="1271708"/>
                    <a:pt x="218728" y="1267602"/>
                    <a:pt x="217531" y="1263496"/>
                  </a:cubicBezTo>
                  <a:cubicBezTo>
                    <a:pt x="210602" y="1238946"/>
                    <a:pt x="220696" y="1213028"/>
                    <a:pt x="220439" y="1187537"/>
                  </a:cubicBezTo>
                  <a:cubicBezTo>
                    <a:pt x="220439" y="1183174"/>
                    <a:pt x="220012" y="1178726"/>
                    <a:pt x="220183" y="1174364"/>
                  </a:cubicBezTo>
                  <a:cubicBezTo>
                    <a:pt x="220439" y="1167777"/>
                    <a:pt x="221808" y="1161276"/>
                    <a:pt x="223177" y="1154861"/>
                  </a:cubicBezTo>
                  <a:cubicBezTo>
                    <a:pt x="227197" y="1135957"/>
                    <a:pt x="231217" y="1116967"/>
                    <a:pt x="236093" y="1098661"/>
                  </a:cubicBezTo>
                  <a:cubicBezTo>
                    <a:pt x="241995" y="1083093"/>
                    <a:pt x="247128" y="1067183"/>
                    <a:pt x="251490" y="1051101"/>
                  </a:cubicBezTo>
                  <a:cubicBezTo>
                    <a:pt x="253457" y="1043831"/>
                    <a:pt x="255254" y="1036389"/>
                    <a:pt x="255682" y="1028861"/>
                  </a:cubicBezTo>
                  <a:cubicBezTo>
                    <a:pt x="256794" y="1009786"/>
                    <a:pt x="249009" y="991309"/>
                    <a:pt x="246614" y="972234"/>
                  </a:cubicBezTo>
                  <a:cubicBezTo>
                    <a:pt x="244647" y="956323"/>
                    <a:pt x="246529" y="940242"/>
                    <a:pt x="248924" y="924332"/>
                  </a:cubicBezTo>
                  <a:cubicBezTo>
                    <a:pt x="252602" y="900808"/>
                    <a:pt x="257649" y="877542"/>
                    <a:pt x="263466" y="854018"/>
                  </a:cubicBezTo>
                  <a:cubicBezTo>
                    <a:pt x="271506" y="851367"/>
                    <a:pt x="279975" y="850426"/>
                    <a:pt x="288358" y="851110"/>
                  </a:cubicBezTo>
                  <a:cubicBezTo>
                    <a:pt x="291266" y="851367"/>
                    <a:pt x="294260" y="851709"/>
                    <a:pt x="296741" y="850340"/>
                  </a:cubicBezTo>
                  <a:cubicBezTo>
                    <a:pt x="300590" y="848202"/>
                    <a:pt x="301360" y="843069"/>
                    <a:pt x="301616" y="838621"/>
                  </a:cubicBezTo>
                  <a:cubicBezTo>
                    <a:pt x="302386" y="826303"/>
                    <a:pt x="303156" y="813986"/>
                    <a:pt x="302728" y="802438"/>
                  </a:cubicBezTo>
                  <a:cubicBezTo>
                    <a:pt x="304097" y="785672"/>
                    <a:pt x="305466" y="768821"/>
                    <a:pt x="306834" y="752141"/>
                  </a:cubicBezTo>
                  <a:cubicBezTo>
                    <a:pt x="307176" y="748120"/>
                    <a:pt x="307518" y="744014"/>
                    <a:pt x="308973" y="740251"/>
                  </a:cubicBezTo>
                  <a:cubicBezTo>
                    <a:pt x="310940" y="735118"/>
                    <a:pt x="314789" y="731012"/>
                    <a:pt x="318553" y="726992"/>
                  </a:cubicBezTo>
                  <a:cubicBezTo>
                    <a:pt x="320349" y="725110"/>
                    <a:pt x="322231" y="723143"/>
                    <a:pt x="324541" y="722031"/>
                  </a:cubicBezTo>
                  <a:cubicBezTo>
                    <a:pt x="326508" y="721090"/>
                    <a:pt x="328732" y="720833"/>
                    <a:pt x="330700" y="719807"/>
                  </a:cubicBezTo>
                  <a:cubicBezTo>
                    <a:pt x="332924" y="718695"/>
                    <a:pt x="334635" y="716727"/>
                    <a:pt x="336260" y="714845"/>
                  </a:cubicBezTo>
                  <a:cubicBezTo>
                    <a:pt x="341820" y="708345"/>
                    <a:pt x="347551" y="701587"/>
                    <a:pt x="350032" y="693460"/>
                  </a:cubicBezTo>
                  <a:cubicBezTo>
                    <a:pt x="351571" y="688072"/>
                    <a:pt x="351742" y="682340"/>
                    <a:pt x="351742" y="676780"/>
                  </a:cubicBezTo>
                  <a:cubicBezTo>
                    <a:pt x="351999" y="651033"/>
                    <a:pt x="352341" y="625200"/>
                    <a:pt x="348235" y="598768"/>
                  </a:cubicBezTo>
                  <a:cubicBezTo>
                    <a:pt x="348235" y="576614"/>
                    <a:pt x="353795" y="554801"/>
                    <a:pt x="356105" y="532732"/>
                  </a:cubicBezTo>
                  <a:cubicBezTo>
                    <a:pt x="357473" y="519473"/>
                    <a:pt x="357730" y="506129"/>
                    <a:pt x="357901" y="492870"/>
                  </a:cubicBezTo>
                  <a:cubicBezTo>
                    <a:pt x="358329" y="462760"/>
                    <a:pt x="358329" y="432651"/>
                    <a:pt x="358072" y="402541"/>
                  </a:cubicBezTo>
                  <a:cubicBezTo>
                    <a:pt x="357987" y="392960"/>
                    <a:pt x="357901" y="383209"/>
                    <a:pt x="359954" y="374313"/>
                  </a:cubicBezTo>
                  <a:cubicBezTo>
                    <a:pt x="363975" y="369608"/>
                    <a:pt x="368081" y="364818"/>
                    <a:pt x="372101" y="360113"/>
                  </a:cubicBezTo>
                  <a:cubicBezTo>
                    <a:pt x="373384" y="358659"/>
                    <a:pt x="374667" y="357034"/>
                    <a:pt x="374924" y="355066"/>
                  </a:cubicBezTo>
                  <a:cubicBezTo>
                    <a:pt x="375095" y="353526"/>
                    <a:pt x="374581" y="352072"/>
                    <a:pt x="374068" y="350618"/>
                  </a:cubicBezTo>
                  <a:cubicBezTo>
                    <a:pt x="365942" y="327180"/>
                    <a:pt x="363804" y="302117"/>
                    <a:pt x="361066" y="277482"/>
                  </a:cubicBezTo>
                  <a:lnTo>
                    <a:pt x="361066" y="277482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81C0C1F-1089-861D-497B-0B433EB5D58A}"/>
                </a:ext>
              </a:extLst>
            </p:cNvPr>
            <p:cNvSpPr/>
            <p:nvPr/>
          </p:nvSpPr>
          <p:spPr>
            <a:xfrm>
              <a:off x="-1267554" y="1005983"/>
              <a:ext cx="433045" cy="1405552"/>
            </a:xfrm>
            <a:custGeom>
              <a:avLst/>
              <a:gdLst>
                <a:gd name="connsiteX0" fmla="*/ 349815 w 433045"/>
                <a:gd name="connsiteY0" fmla="*/ 786442 h 1405552"/>
                <a:gd name="connsiteX1" fmla="*/ 343058 w 433045"/>
                <a:gd name="connsiteY1" fmla="*/ 805261 h 1405552"/>
                <a:gd name="connsiteX2" fmla="*/ 342117 w 433045"/>
                <a:gd name="connsiteY2" fmla="*/ 747265 h 1405552"/>
                <a:gd name="connsiteX3" fmla="*/ 341689 w 433045"/>
                <a:gd name="connsiteY3" fmla="*/ 737514 h 1405552"/>
                <a:gd name="connsiteX4" fmla="*/ 344426 w 433045"/>
                <a:gd name="connsiteY4" fmla="*/ 740849 h 1405552"/>
                <a:gd name="connsiteX5" fmla="*/ 347420 w 433045"/>
                <a:gd name="connsiteY5" fmla="*/ 738711 h 1405552"/>
                <a:gd name="connsiteX6" fmla="*/ 349901 w 433045"/>
                <a:gd name="connsiteY6" fmla="*/ 779770 h 1405552"/>
                <a:gd name="connsiteX7" fmla="*/ 349045 w 433045"/>
                <a:gd name="connsiteY7" fmla="*/ 782593 h 1405552"/>
                <a:gd name="connsiteX8" fmla="*/ 349901 w 433045"/>
                <a:gd name="connsiteY8" fmla="*/ 786357 h 1405552"/>
                <a:gd name="connsiteX9" fmla="*/ 349901 w 433045"/>
                <a:gd name="connsiteY9" fmla="*/ 786357 h 1405552"/>
                <a:gd name="connsiteX10" fmla="*/ 167873 w 433045"/>
                <a:gd name="connsiteY10" fmla="*/ 405877 h 1405552"/>
                <a:gd name="connsiteX11" fmla="*/ 133828 w 433045"/>
                <a:gd name="connsiteY11" fmla="*/ 203062 h 1405552"/>
                <a:gd name="connsiteX12" fmla="*/ 144863 w 433045"/>
                <a:gd name="connsiteY12" fmla="*/ 169617 h 1405552"/>
                <a:gd name="connsiteX13" fmla="*/ 155299 w 433045"/>
                <a:gd name="connsiteY13" fmla="*/ 182533 h 1405552"/>
                <a:gd name="connsiteX14" fmla="*/ 171893 w 433045"/>
                <a:gd name="connsiteY14" fmla="*/ 186382 h 1405552"/>
                <a:gd name="connsiteX15" fmla="*/ 211583 w 433045"/>
                <a:gd name="connsiteY15" fmla="*/ 178170 h 1405552"/>
                <a:gd name="connsiteX16" fmla="*/ 212097 w 433045"/>
                <a:gd name="connsiteY16" fmla="*/ 191344 h 1405552"/>
                <a:gd name="connsiteX17" fmla="*/ 220137 w 433045"/>
                <a:gd name="connsiteY17" fmla="*/ 202977 h 1405552"/>
                <a:gd name="connsiteX18" fmla="*/ 223388 w 433045"/>
                <a:gd name="connsiteY18" fmla="*/ 219486 h 1405552"/>
                <a:gd name="connsiteX19" fmla="*/ 167873 w 433045"/>
                <a:gd name="connsiteY19" fmla="*/ 405962 h 1405552"/>
                <a:gd name="connsiteX20" fmla="*/ 167873 w 433045"/>
                <a:gd name="connsiteY20" fmla="*/ 405962 h 1405552"/>
                <a:gd name="connsiteX21" fmla="*/ 59836 w 433045"/>
                <a:gd name="connsiteY21" fmla="*/ 501424 h 1405552"/>
                <a:gd name="connsiteX22" fmla="*/ 62232 w 433045"/>
                <a:gd name="connsiteY22" fmla="*/ 454463 h 1405552"/>
                <a:gd name="connsiteX23" fmla="*/ 61205 w 433045"/>
                <a:gd name="connsiteY23" fmla="*/ 427860 h 1405552"/>
                <a:gd name="connsiteX24" fmla="*/ 70871 w 433045"/>
                <a:gd name="connsiteY24" fmla="*/ 395099 h 1405552"/>
                <a:gd name="connsiteX25" fmla="*/ 72411 w 433045"/>
                <a:gd name="connsiteY25" fmla="*/ 411950 h 1405552"/>
                <a:gd name="connsiteX26" fmla="*/ 59751 w 433045"/>
                <a:gd name="connsiteY26" fmla="*/ 501339 h 1405552"/>
                <a:gd name="connsiteX27" fmla="*/ 59751 w 433045"/>
                <a:gd name="connsiteY27" fmla="*/ 501339 h 1405552"/>
                <a:gd name="connsiteX28" fmla="*/ 392500 w 433045"/>
                <a:gd name="connsiteY28" fmla="*/ 781053 h 1405552"/>
                <a:gd name="connsiteX29" fmla="*/ 367095 w 433045"/>
                <a:gd name="connsiteY29" fmla="*/ 774039 h 1405552"/>
                <a:gd name="connsiteX30" fmla="*/ 361534 w 433045"/>
                <a:gd name="connsiteY30" fmla="*/ 725025 h 1405552"/>
                <a:gd name="connsiteX31" fmla="*/ 361706 w 433045"/>
                <a:gd name="connsiteY31" fmla="*/ 716129 h 1405552"/>
                <a:gd name="connsiteX32" fmla="*/ 365041 w 433045"/>
                <a:gd name="connsiteY32" fmla="*/ 709114 h 1405552"/>
                <a:gd name="connsiteX33" fmla="*/ 364614 w 433045"/>
                <a:gd name="connsiteY33" fmla="*/ 684821 h 1405552"/>
                <a:gd name="connsiteX34" fmla="*/ 361962 w 433045"/>
                <a:gd name="connsiteY34" fmla="*/ 637518 h 1405552"/>
                <a:gd name="connsiteX35" fmla="*/ 373339 w 433045"/>
                <a:gd name="connsiteY35" fmla="*/ 634866 h 1405552"/>
                <a:gd name="connsiteX36" fmla="*/ 360936 w 433045"/>
                <a:gd name="connsiteY36" fmla="*/ 551722 h 1405552"/>
                <a:gd name="connsiteX37" fmla="*/ 360936 w 433045"/>
                <a:gd name="connsiteY37" fmla="*/ 545221 h 1405552"/>
                <a:gd name="connsiteX38" fmla="*/ 358027 w 433045"/>
                <a:gd name="connsiteY38" fmla="*/ 483718 h 1405552"/>
                <a:gd name="connsiteX39" fmla="*/ 355461 w 433045"/>
                <a:gd name="connsiteY39" fmla="*/ 463017 h 1405552"/>
                <a:gd name="connsiteX40" fmla="*/ 338011 w 433045"/>
                <a:gd name="connsiteY40" fmla="*/ 343689 h 1405552"/>
                <a:gd name="connsiteX41" fmla="*/ 332366 w 433045"/>
                <a:gd name="connsiteY41" fmla="*/ 238305 h 1405552"/>
                <a:gd name="connsiteX42" fmla="*/ 327233 w 433045"/>
                <a:gd name="connsiteY42" fmla="*/ 226158 h 1405552"/>
                <a:gd name="connsiteX43" fmla="*/ 313290 w 433045"/>
                <a:gd name="connsiteY43" fmla="*/ 217946 h 1405552"/>
                <a:gd name="connsiteX44" fmla="*/ 280871 w 433045"/>
                <a:gd name="connsiteY44" fmla="*/ 210504 h 1405552"/>
                <a:gd name="connsiteX45" fmla="*/ 262137 w 433045"/>
                <a:gd name="connsiteY45" fmla="*/ 201437 h 1405552"/>
                <a:gd name="connsiteX46" fmla="*/ 253412 w 433045"/>
                <a:gd name="connsiteY46" fmla="*/ 197075 h 1405552"/>
                <a:gd name="connsiteX47" fmla="*/ 252386 w 433045"/>
                <a:gd name="connsiteY47" fmla="*/ 193140 h 1405552"/>
                <a:gd name="connsiteX48" fmla="*/ 249820 w 433045"/>
                <a:gd name="connsiteY48" fmla="*/ 155503 h 1405552"/>
                <a:gd name="connsiteX49" fmla="*/ 241095 w 433045"/>
                <a:gd name="connsiteY49" fmla="*/ 140447 h 1405552"/>
                <a:gd name="connsiteX50" fmla="*/ 240068 w 433045"/>
                <a:gd name="connsiteY50" fmla="*/ 128044 h 1405552"/>
                <a:gd name="connsiteX51" fmla="*/ 240411 w 433045"/>
                <a:gd name="connsiteY51" fmla="*/ 74582 h 1405552"/>
                <a:gd name="connsiteX52" fmla="*/ 235535 w 433045"/>
                <a:gd name="connsiteY52" fmla="*/ 60725 h 1405552"/>
                <a:gd name="connsiteX53" fmla="*/ 231343 w 433045"/>
                <a:gd name="connsiteY53" fmla="*/ 47466 h 1405552"/>
                <a:gd name="connsiteX54" fmla="*/ 189087 w 433045"/>
                <a:gd name="connsiteY54" fmla="*/ 8118 h 1405552"/>
                <a:gd name="connsiteX55" fmla="*/ 171380 w 433045"/>
                <a:gd name="connsiteY55" fmla="*/ 590 h 1405552"/>
                <a:gd name="connsiteX56" fmla="*/ 166333 w 433045"/>
                <a:gd name="connsiteY56" fmla="*/ 2986 h 1405552"/>
                <a:gd name="connsiteX57" fmla="*/ 157608 w 433045"/>
                <a:gd name="connsiteY57" fmla="*/ 2986 h 1405552"/>
                <a:gd name="connsiteX58" fmla="*/ 141099 w 433045"/>
                <a:gd name="connsiteY58" fmla="*/ 7776 h 1405552"/>
                <a:gd name="connsiteX59" fmla="*/ 126044 w 433045"/>
                <a:gd name="connsiteY59" fmla="*/ 11796 h 1405552"/>
                <a:gd name="connsiteX60" fmla="*/ 89433 w 433045"/>
                <a:gd name="connsiteY60" fmla="*/ 40794 h 1405552"/>
                <a:gd name="connsiteX61" fmla="*/ 87808 w 433045"/>
                <a:gd name="connsiteY61" fmla="*/ 47209 h 1405552"/>
                <a:gd name="connsiteX62" fmla="*/ 89006 w 433045"/>
                <a:gd name="connsiteY62" fmla="*/ 50203 h 1405552"/>
                <a:gd name="connsiteX63" fmla="*/ 85413 w 433045"/>
                <a:gd name="connsiteY63" fmla="*/ 62607 h 1405552"/>
                <a:gd name="connsiteX64" fmla="*/ 85755 w 433045"/>
                <a:gd name="connsiteY64" fmla="*/ 87328 h 1405552"/>
                <a:gd name="connsiteX65" fmla="*/ 97303 w 433045"/>
                <a:gd name="connsiteY65" fmla="*/ 108370 h 1405552"/>
                <a:gd name="connsiteX66" fmla="*/ 90203 w 433045"/>
                <a:gd name="connsiteY66" fmla="*/ 127959 h 1405552"/>
                <a:gd name="connsiteX67" fmla="*/ 87808 w 433045"/>
                <a:gd name="connsiteY67" fmla="*/ 152851 h 1405552"/>
                <a:gd name="connsiteX68" fmla="*/ 100468 w 433045"/>
                <a:gd name="connsiteY68" fmla="*/ 174236 h 1405552"/>
                <a:gd name="connsiteX69" fmla="*/ 93881 w 433045"/>
                <a:gd name="connsiteY69" fmla="*/ 187836 h 1405552"/>
                <a:gd name="connsiteX70" fmla="*/ 87466 w 433045"/>
                <a:gd name="connsiteY70" fmla="*/ 191001 h 1405552"/>
                <a:gd name="connsiteX71" fmla="*/ 78912 w 433045"/>
                <a:gd name="connsiteY71" fmla="*/ 203062 h 1405552"/>
                <a:gd name="connsiteX72" fmla="*/ 73437 w 433045"/>
                <a:gd name="connsiteY72" fmla="*/ 214867 h 1405552"/>
                <a:gd name="connsiteX73" fmla="*/ 45380 w 433045"/>
                <a:gd name="connsiteY73" fmla="*/ 226842 h 1405552"/>
                <a:gd name="connsiteX74" fmla="*/ 42985 w 433045"/>
                <a:gd name="connsiteY74" fmla="*/ 228297 h 1405552"/>
                <a:gd name="connsiteX75" fmla="*/ 41788 w 433045"/>
                <a:gd name="connsiteY75" fmla="*/ 231376 h 1405552"/>
                <a:gd name="connsiteX76" fmla="*/ 17580 w 433045"/>
                <a:gd name="connsiteY76" fmla="*/ 381583 h 1405552"/>
                <a:gd name="connsiteX77" fmla="*/ 15784 w 433045"/>
                <a:gd name="connsiteY77" fmla="*/ 405449 h 1405552"/>
                <a:gd name="connsiteX78" fmla="*/ 12533 w 433045"/>
                <a:gd name="connsiteY78" fmla="*/ 440777 h 1405552"/>
                <a:gd name="connsiteX79" fmla="*/ 10822 w 433045"/>
                <a:gd name="connsiteY79" fmla="*/ 480125 h 1405552"/>
                <a:gd name="connsiteX80" fmla="*/ 44 w 433045"/>
                <a:gd name="connsiteY80" fmla="*/ 632300 h 1405552"/>
                <a:gd name="connsiteX81" fmla="*/ 1071 w 433045"/>
                <a:gd name="connsiteY81" fmla="*/ 641196 h 1405552"/>
                <a:gd name="connsiteX82" fmla="*/ 12961 w 433045"/>
                <a:gd name="connsiteY82" fmla="*/ 647611 h 1405552"/>
                <a:gd name="connsiteX83" fmla="*/ 17665 w 433045"/>
                <a:gd name="connsiteY83" fmla="*/ 658304 h 1405552"/>
                <a:gd name="connsiteX84" fmla="*/ 16810 w 433045"/>
                <a:gd name="connsiteY84" fmla="*/ 689098 h 1405552"/>
                <a:gd name="connsiteX85" fmla="*/ 24937 w 433045"/>
                <a:gd name="connsiteY85" fmla="*/ 728018 h 1405552"/>
                <a:gd name="connsiteX86" fmla="*/ 34602 w 433045"/>
                <a:gd name="connsiteY86" fmla="*/ 739481 h 1405552"/>
                <a:gd name="connsiteX87" fmla="*/ 37511 w 433045"/>
                <a:gd name="connsiteY87" fmla="*/ 750088 h 1405552"/>
                <a:gd name="connsiteX88" fmla="*/ 52394 w 433045"/>
                <a:gd name="connsiteY88" fmla="*/ 833147 h 1405552"/>
                <a:gd name="connsiteX89" fmla="*/ 55046 w 433045"/>
                <a:gd name="connsiteY89" fmla="*/ 956067 h 1405552"/>
                <a:gd name="connsiteX90" fmla="*/ 61205 w 433045"/>
                <a:gd name="connsiteY90" fmla="*/ 964022 h 1405552"/>
                <a:gd name="connsiteX91" fmla="*/ 47775 w 433045"/>
                <a:gd name="connsiteY91" fmla="*/ 1007733 h 1405552"/>
                <a:gd name="connsiteX92" fmla="*/ 41702 w 433045"/>
                <a:gd name="connsiteY92" fmla="*/ 1033138 h 1405552"/>
                <a:gd name="connsiteX93" fmla="*/ 42130 w 433045"/>
                <a:gd name="connsiteY93" fmla="*/ 1055977 h 1405552"/>
                <a:gd name="connsiteX94" fmla="*/ 57955 w 433045"/>
                <a:gd name="connsiteY94" fmla="*/ 1171883 h 1405552"/>
                <a:gd name="connsiteX95" fmla="*/ 60692 w 433045"/>
                <a:gd name="connsiteY95" fmla="*/ 1216022 h 1405552"/>
                <a:gd name="connsiteX96" fmla="*/ 61291 w 433045"/>
                <a:gd name="connsiteY96" fmla="*/ 1262641 h 1405552"/>
                <a:gd name="connsiteX97" fmla="*/ 62830 w 433045"/>
                <a:gd name="connsiteY97" fmla="*/ 1284795 h 1405552"/>
                <a:gd name="connsiteX98" fmla="*/ 64712 w 433045"/>
                <a:gd name="connsiteY98" fmla="*/ 1290355 h 1405552"/>
                <a:gd name="connsiteX99" fmla="*/ 63771 w 433045"/>
                <a:gd name="connsiteY99" fmla="*/ 1295402 h 1405552"/>
                <a:gd name="connsiteX100" fmla="*/ 39136 w 433045"/>
                <a:gd name="connsiteY100" fmla="*/ 1374954 h 1405552"/>
                <a:gd name="connsiteX101" fmla="*/ 43327 w 433045"/>
                <a:gd name="connsiteY101" fmla="*/ 1399418 h 1405552"/>
                <a:gd name="connsiteX102" fmla="*/ 60863 w 433045"/>
                <a:gd name="connsiteY102" fmla="*/ 1405492 h 1405552"/>
                <a:gd name="connsiteX103" fmla="*/ 79340 w 433045"/>
                <a:gd name="connsiteY103" fmla="*/ 1400359 h 1405552"/>
                <a:gd name="connsiteX104" fmla="*/ 97987 w 433045"/>
                <a:gd name="connsiteY104" fmla="*/ 1387528 h 1405552"/>
                <a:gd name="connsiteX105" fmla="*/ 100895 w 433045"/>
                <a:gd name="connsiteY105" fmla="*/ 1377007 h 1405552"/>
                <a:gd name="connsiteX106" fmla="*/ 115095 w 433045"/>
                <a:gd name="connsiteY106" fmla="*/ 1308661 h 1405552"/>
                <a:gd name="connsiteX107" fmla="*/ 119971 w 433045"/>
                <a:gd name="connsiteY107" fmla="*/ 1272905 h 1405552"/>
                <a:gd name="connsiteX108" fmla="*/ 107311 w 433045"/>
                <a:gd name="connsiteY108" fmla="*/ 1250237 h 1405552"/>
                <a:gd name="connsiteX109" fmla="*/ 106455 w 433045"/>
                <a:gd name="connsiteY109" fmla="*/ 1218930 h 1405552"/>
                <a:gd name="connsiteX110" fmla="*/ 122537 w 433045"/>
                <a:gd name="connsiteY110" fmla="*/ 1112604 h 1405552"/>
                <a:gd name="connsiteX111" fmla="*/ 124761 w 433045"/>
                <a:gd name="connsiteY111" fmla="*/ 1096095 h 1405552"/>
                <a:gd name="connsiteX112" fmla="*/ 129380 w 433045"/>
                <a:gd name="connsiteY112" fmla="*/ 982071 h 1405552"/>
                <a:gd name="connsiteX113" fmla="*/ 133401 w 433045"/>
                <a:gd name="connsiteY113" fmla="*/ 971379 h 1405552"/>
                <a:gd name="connsiteX114" fmla="*/ 151449 w 433045"/>
                <a:gd name="connsiteY114" fmla="*/ 966332 h 1405552"/>
                <a:gd name="connsiteX115" fmla="*/ 194219 w 433045"/>
                <a:gd name="connsiteY115" fmla="*/ 967273 h 1405552"/>
                <a:gd name="connsiteX116" fmla="*/ 197983 w 433045"/>
                <a:gd name="connsiteY116" fmla="*/ 1021077 h 1405552"/>
                <a:gd name="connsiteX117" fmla="*/ 192679 w 433045"/>
                <a:gd name="connsiteY117" fmla="*/ 1049647 h 1405552"/>
                <a:gd name="connsiteX118" fmla="*/ 197384 w 433045"/>
                <a:gd name="connsiteY118" fmla="*/ 1108755 h 1405552"/>
                <a:gd name="connsiteX119" fmla="*/ 198410 w 433045"/>
                <a:gd name="connsiteY119" fmla="*/ 1215166 h 1405552"/>
                <a:gd name="connsiteX120" fmla="*/ 192252 w 433045"/>
                <a:gd name="connsiteY120" fmla="*/ 1235696 h 1405552"/>
                <a:gd name="connsiteX121" fmla="*/ 191739 w 433045"/>
                <a:gd name="connsiteY121" fmla="*/ 1257765 h 1405552"/>
                <a:gd name="connsiteX122" fmla="*/ 180190 w 433045"/>
                <a:gd name="connsiteY122" fmla="*/ 1308746 h 1405552"/>
                <a:gd name="connsiteX123" fmla="*/ 173946 w 433045"/>
                <a:gd name="connsiteY123" fmla="*/ 1357333 h 1405552"/>
                <a:gd name="connsiteX124" fmla="*/ 194048 w 433045"/>
                <a:gd name="connsiteY124" fmla="*/ 1380001 h 1405552"/>
                <a:gd name="connsiteX125" fmla="*/ 224158 w 433045"/>
                <a:gd name="connsiteY125" fmla="*/ 1376750 h 1405552"/>
                <a:gd name="connsiteX126" fmla="*/ 242634 w 433045"/>
                <a:gd name="connsiteY126" fmla="*/ 1322091 h 1405552"/>
                <a:gd name="connsiteX127" fmla="*/ 235192 w 433045"/>
                <a:gd name="connsiteY127" fmla="*/ 1254685 h 1405552"/>
                <a:gd name="connsiteX128" fmla="*/ 251958 w 433045"/>
                <a:gd name="connsiteY128" fmla="*/ 1165382 h 1405552"/>
                <a:gd name="connsiteX129" fmla="*/ 265730 w 433045"/>
                <a:gd name="connsiteY129" fmla="*/ 962825 h 1405552"/>
                <a:gd name="connsiteX130" fmla="*/ 269921 w 433045"/>
                <a:gd name="connsiteY130" fmla="*/ 949480 h 1405552"/>
                <a:gd name="connsiteX131" fmla="*/ 301571 w 433045"/>
                <a:gd name="connsiteY131" fmla="*/ 706291 h 1405552"/>
                <a:gd name="connsiteX132" fmla="*/ 296866 w 433045"/>
                <a:gd name="connsiteY132" fmla="*/ 606039 h 1405552"/>
                <a:gd name="connsiteX133" fmla="*/ 301143 w 433045"/>
                <a:gd name="connsiteY133" fmla="*/ 603302 h 1405552"/>
                <a:gd name="connsiteX134" fmla="*/ 297807 w 433045"/>
                <a:gd name="connsiteY134" fmla="*/ 590899 h 1405552"/>
                <a:gd name="connsiteX135" fmla="*/ 272916 w 433045"/>
                <a:gd name="connsiteY135" fmla="*/ 475164 h 1405552"/>
                <a:gd name="connsiteX136" fmla="*/ 269579 w 433045"/>
                <a:gd name="connsiteY136" fmla="*/ 426834 h 1405552"/>
                <a:gd name="connsiteX137" fmla="*/ 284378 w 433045"/>
                <a:gd name="connsiteY137" fmla="*/ 387229 h 1405552"/>
                <a:gd name="connsiteX138" fmla="*/ 282752 w 433045"/>
                <a:gd name="connsiteY138" fmla="*/ 402284 h 1405552"/>
                <a:gd name="connsiteX139" fmla="*/ 282325 w 433045"/>
                <a:gd name="connsiteY139" fmla="*/ 413319 h 1405552"/>
                <a:gd name="connsiteX140" fmla="*/ 283522 w 433045"/>
                <a:gd name="connsiteY140" fmla="*/ 428459 h 1405552"/>
                <a:gd name="connsiteX141" fmla="*/ 304822 w 433045"/>
                <a:gd name="connsiteY141" fmla="*/ 522809 h 1405552"/>
                <a:gd name="connsiteX142" fmla="*/ 322700 w 433045"/>
                <a:gd name="connsiteY142" fmla="*/ 642051 h 1405552"/>
                <a:gd name="connsiteX143" fmla="*/ 328174 w 433045"/>
                <a:gd name="connsiteY143" fmla="*/ 643591 h 1405552"/>
                <a:gd name="connsiteX144" fmla="*/ 328345 w 433045"/>
                <a:gd name="connsiteY144" fmla="*/ 653514 h 1405552"/>
                <a:gd name="connsiteX145" fmla="*/ 323298 w 433045"/>
                <a:gd name="connsiteY145" fmla="*/ 662581 h 1405552"/>
                <a:gd name="connsiteX146" fmla="*/ 320732 w 433045"/>
                <a:gd name="connsiteY146" fmla="*/ 674385 h 1405552"/>
                <a:gd name="connsiteX147" fmla="*/ 320989 w 433045"/>
                <a:gd name="connsiteY147" fmla="*/ 721346 h 1405552"/>
                <a:gd name="connsiteX148" fmla="*/ 322956 w 433045"/>
                <a:gd name="connsiteY148" fmla="*/ 727163 h 1405552"/>
                <a:gd name="connsiteX149" fmla="*/ 328345 w 433045"/>
                <a:gd name="connsiteY149" fmla="*/ 727420 h 1405552"/>
                <a:gd name="connsiteX150" fmla="*/ 328345 w 433045"/>
                <a:gd name="connsiteY150" fmla="*/ 800214 h 1405552"/>
                <a:gd name="connsiteX151" fmla="*/ 321074 w 433045"/>
                <a:gd name="connsiteY151" fmla="*/ 805945 h 1405552"/>
                <a:gd name="connsiteX152" fmla="*/ 327147 w 433045"/>
                <a:gd name="connsiteY152" fmla="*/ 806544 h 1405552"/>
                <a:gd name="connsiteX153" fmla="*/ 311151 w 433045"/>
                <a:gd name="connsiteY153" fmla="*/ 824079 h 1405552"/>
                <a:gd name="connsiteX154" fmla="*/ 290451 w 433045"/>
                <a:gd name="connsiteY154" fmla="*/ 843497 h 1405552"/>
                <a:gd name="connsiteX155" fmla="*/ 288227 w 433045"/>
                <a:gd name="connsiteY155" fmla="*/ 853762 h 1405552"/>
                <a:gd name="connsiteX156" fmla="*/ 278390 w 433045"/>
                <a:gd name="connsiteY156" fmla="*/ 1012266 h 1405552"/>
                <a:gd name="connsiteX157" fmla="*/ 280443 w 433045"/>
                <a:gd name="connsiteY157" fmla="*/ 1014747 h 1405552"/>
                <a:gd name="connsiteX158" fmla="*/ 301315 w 433045"/>
                <a:gd name="connsiteY158" fmla="*/ 1019109 h 1405552"/>
                <a:gd name="connsiteX159" fmla="*/ 357514 w 433045"/>
                <a:gd name="connsiteY159" fmla="*/ 1025012 h 1405552"/>
                <a:gd name="connsiteX160" fmla="*/ 405074 w 433045"/>
                <a:gd name="connsiteY160" fmla="*/ 980788 h 1405552"/>
                <a:gd name="connsiteX161" fmla="*/ 416280 w 433045"/>
                <a:gd name="connsiteY161" fmla="*/ 964193 h 1405552"/>
                <a:gd name="connsiteX162" fmla="*/ 413114 w 433045"/>
                <a:gd name="connsiteY162" fmla="*/ 947085 h 1405552"/>
                <a:gd name="connsiteX163" fmla="*/ 413371 w 433045"/>
                <a:gd name="connsiteY163" fmla="*/ 938446 h 1405552"/>
                <a:gd name="connsiteX164" fmla="*/ 417563 w 433045"/>
                <a:gd name="connsiteY164" fmla="*/ 933827 h 1405552"/>
                <a:gd name="connsiteX165" fmla="*/ 433045 w 433045"/>
                <a:gd name="connsiteY165" fmla="*/ 921594 h 1405552"/>
                <a:gd name="connsiteX166" fmla="*/ 405245 w 433045"/>
                <a:gd name="connsiteY166" fmla="*/ 800641 h 1405552"/>
                <a:gd name="connsiteX167" fmla="*/ 392842 w 433045"/>
                <a:gd name="connsiteY167" fmla="*/ 780625 h 1405552"/>
                <a:gd name="connsiteX168" fmla="*/ 392842 w 433045"/>
                <a:gd name="connsiteY168" fmla="*/ 780625 h 1405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433045" h="1405552">
                  <a:moveTo>
                    <a:pt x="349815" y="786442"/>
                  </a:moveTo>
                  <a:cubicBezTo>
                    <a:pt x="351697" y="793114"/>
                    <a:pt x="347249" y="799786"/>
                    <a:pt x="343058" y="805261"/>
                  </a:cubicBezTo>
                  <a:cubicBezTo>
                    <a:pt x="342716" y="785929"/>
                    <a:pt x="342374" y="766597"/>
                    <a:pt x="342117" y="747265"/>
                  </a:cubicBezTo>
                  <a:cubicBezTo>
                    <a:pt x="342031" y="742902"/>
                    <a:pt x="341946" y="738540"/>
                    <a:pt x="341689" y="737514"/>
                  </a:cubicBezTo>
                  <a:cubicBezTo>
                    <a:pt x="342288" y="738882"/>
                    <a:pt x="343058" y="740251"/>
                    <a:pt x="344426" y="740849"/>
                  </a:cubicBezTo>
                  <a:cubicBezTo>
                    <a:pt x="345880" y="741448"/>
                    <a:pt x="347933" y="740165"/>
                    <a:pt x="347420" y="738711"/>
                  </a:cubicBezTo>
                  <a:cubicBezTo>
                    <a:pt x="354691" y="751029"/>
                    <a:pt x="355632" y="766768"/>
                    <a:pt x="349901" y="779770"/>
                  </a:cubicBezTo>
                  <a:cubicBezTo>
                    <a:pt x="349474" y="780711"/>
                    <a:pt x="349045" y="781566"/>
                    <a:pt x="349045" y="782593"/>
                  </a:cubicBezTo>
                  <a:cubicBezTo>
                    <a:pt x="348960" y="783876"/>
                    <a:pt x="349559" y="785073"/>
                    <a:pt x="349901" y="786357"/>
                  </a:cubicBezTo>
                  <a:lnTo>
                    <a:pt x="349901" y="786357"/>
                  </a:lnTo>
                  <a:close/>
                  <a:moveTo>
                    <a:pt x="167873" y="405877"/>
                  </a:moveTo>
                  <a:cubicBezTo>
                    <a:pt x="143323" y="341979"/>
                    <a:pt x="132289" y="272948"/>
                    <a:pt x="133828" y="203062"/>
                  </a:cubicBezTo>
                  <a:cubicBezTo>
                    <a:pt x="139217" y="192627"/>
                    <a:pt x="142981" y="181250"/>
                    <a:pt x="144863" y="169617"/>
                  </a:cubicBezTo>
                  <a:cubicBezTo>
                    <a:pt x="145975" y="175262"/>
                    <a:pt x="150252" y="179881"/>
                    <a:pt x="155299" y="182533"/>
                  </a:cubicBezTo>
                  <a:cubicBezTo>
                    <a:pt x="160345" y="185185"/>
                    <a:pt x="166247" y="186126"/>
                    <a:pt x="171893" y="186382"/>
                  </a:cubicBezTo>
                  <a:cubicBezTo>
                    <a:pt x="185494" y="187067"/>
                    <a:pt x="199266" y="184158"/>
                    <a:pt x="211583" y="178170"/>
                  </a:cubicBezTo>
                  <a:cubicBezTo>
                    <a:pt x="208504" y="181763"/>
                    <a:pt x="209616" y="187323"/>
                    <a:pt x="212097" y="191344"/>
                  </a:cubicBezTo>
                  <a:cubicBezTo>
                    <a:pt x="214578" y="195364"/>
                    <a:pt x="218256" y="198700"/>
                    <a:pt x="220137" y="202977"/>
                  </a:cubicBezTo>
                  <a:cubicBezTo>
                    <a:pt x="222704" y="208708"/>
                    <a:pt x="221848" y="215209"/>
                    <a:pt x="223388" y="219486"/>
                  </a:cubicBezTo>
                  <a:cubicBezTo>
                    <a:pt x="204826" y="281673"/>
                    <a:pt x="179677" y="342150"/>
                    <a:pt x="167873" y="405962"/>
                  </a:cubicBezTo>
                  <a:lnTo>
                    <a:pt x="167873" y="405962"/>
                  </a:lnTo>
                  <a:close/>
                  <a:moveTo>
                    <a:pt x="59836" y="501424"/>
                  </a:moveTo>
                  <a:cubicBezTo>
                    <a:pt x="53848" y="486712"/>
                    <a:pt x="61804" y="470288"/>
                    <a:pt x="62232" y="454463"/>
                  </a:cubicBezTo>
                  <a:cubicBezTo>
                    <a:pt x="62488" y="445567"/>
                    <a:pt x="60264" y="436756"/>
                    <a:pt x="61205" y="427860"/>
                  </a:cubicBezTo>
                  <a:cubicBezTo>
                    <a:pt x="62488" y="416569"/>
                    <a:pt x="68903" y="406304"/>
                    <a:pt x="70871" y="395099"/>
                  </a:cubicBezTo>
                  <a:cubicBezTo>
                    <a:pt x="70614" y="400231"/>
                    <a:pt x="71641" y="406219"/>
                    <a:pt x="72411" y="411950"/>
                  </a:cubicBezTo>
                  <a:cubicBezTo>
                    <a:pt x="76345" y="442145"/>
                    <a:pt x="71898" y="473453"/>
                    <a:pt x="59751" y="501339"/>
                  </a:cubicBezTo>
                  <a:lnTo>
                    <a:pt x="59751" y="501339"/>
                  </a:lnTo>
                  <a:close/>
                  <a:moveTo>
                    <a:pt x="392500" y="781053"/>
                  </a:moveTo>
                  <a:cubicBezTo>
                    <a:pt x="385400" y="775407"/>
                    <a:pt x="375649" y="774295"/>
                    <a:pt x="367095" y="774039"/>
                  </a:cubicBezTo>
                  <a:cubicBezTo>
                    <a:pt x="365298" y="757701"/>
                    <a:pt x="363416" y="741363"/>
                    <a:pt x="361534" y="725025"/>
                  </a:cubicBezTo>
                  <a:cubicBezTo>
                    <a:pt x="361192" y="722031"/>
                    <a:pt x="360850" y="718951"/>
                    <a:pt x="361706" y="716129"/>
                  </a:cubicBezTo>
                  <a:cubicBezTo>
                    <a:pt x="362475" y="713648"/>
                    <a:pt x="364015" y="711509"/>
                    <a:pt x="365041" y="709114"/>
                  </a:cubicBezTo>
                  <a:cubicBezTo>
                    <a:pt x="368377" y="701587"/>
                    <a:pt x="366239" y="692947"/>
                    <a:pt x="364614" y="684821"/>
                  </a:cubicBezTo>
                  <a:cubicBezTo>
                    <a:pt x="361363" y="668825"/>
                    <a:pt x="360337" y="652402"/>
                    <a:pt x="361962" y="637518"/>
                  </a:cubicBezTo>
                  <a:cubicBezTo>
                    <a:pt x="365726" y="636662"/>
                    <a:pt x="369489" y="635721"/>
                    <a:pt x="373339" y="634866"/>
                  </a:cubicBezTo>
                  <a:cubicBezTo>
                    <a:pt x="369233" y="607151"/>
                    <a:pt x="365041" y="579436"/>
                    <a:pt x="360936" y="551722"/>
                  </a:cubicBezTo>
                  <a:cubicBezTo>
                    <a:pt x="360594" y="549498"/>
                    <a:pt x="360422" y="546931"/>
                    <a:pt x="360936" y="545221"/>
                  </a:cubicBezTo>
                  <a:cubicBezTo>
                    <a:pt x="361277" y="524691"/>
                    <a:pt x="360251" y="504162"/>
                    <a:pt x="358027" y="483718"/>
                  </a:cubicBezTo>
                  <a:cubicBezTo>
                    <a:pt x="357257" y="476789"/>
                    <a:pt x="356402" y="469946"/>
                    <a:pt x="355461" y="463017"/>
                  </a:cubicBezTo>
                  <a:cubicBezTo>
                    <a:pt x="350243" y="423241"/>
                    <a:pt x="344940" y="383380"/>
                    <a:pt x="338011" y="343689"/>
                  </a:cubicBezTo>
                  <a:cubicBezTo>
                    <a:pt x="339893" y="308447"/>
                    <a:pt x="341689" y="272435"/>
                    <a:pt x="332366" y="238305"/>
                  </a:cubicBezTo>
                  <a:cubicBezTo>
                    <a:pt x="331168" y="234028"/>
                    <a:pt x="329799" y="229751"/>
                    <a:pt x="327233" y="226158"/>
                  </a:cubicBezTo>
                  <a:cubicBezTo>
                    <a:pt x="324581" y="222565"/>
                    <a:pt x="320561" y="219828"/>
                    <a:pt x="313290" y="217946"/>
                  </a:cubicBezTo>
                  <a:cubicBezTo>
                    <a:pt x="302084" y="218117"/>
                    <a:pt x="290879" y="215551"/>
                    <a:pt x="280871" y="210504"/>
                  </a:cubicBezTo>
                  <a:cubicBezTo>
                    <a:pt x="274626" y="207339"/>
                    <a:pt x="268809" y="203319"/>
                    <a:pt x="262137" y="201437"/>
                  </a:cubicBezTo>
                  <a:cubicBezTo>
                    <a:pt x="258887" y="200582"/>
                    <a:pt x="255123" y="199983"/>
                    <a:pt x="253412" y="197075"/>
                  </a:cubicBezTo>
                  <a:cubicBezTo>
                    <a:pt x="252728" y="195877"/>
                    <a:pt x="252557" y="194509"/>
                    <a:pt x="252386" y="193140"/>
                  </a:cubicBezTo>
                  <a:cubicBezTo>
                    <a:pt x="251274" y="180480"/>
                    <a:pt x="255294" y="166965"/>
                    <a:pt x="249820" y="155503"/>
                  </a:cubicBezTo>
                  <a:cubicBezTo>
                    <a:pt x="247254" y="150285"/>
                    <a:pt x="242891" y="145922"/>
                    <a:pt x="241095" y="140447"/>
                  </a:cubicBezTo>
                  <a:cubicBezTo>
                    <a:pt x="239812" y="136513"/>
                    <a:pt x="239812" y="132236"/>
                    <a:pt x="240068" y="128044"/>
                  </a:cubicBezTo>
                  <a:cubicBezTo>
                    <a:pt x="241095" y="110167"/>
                    <a:pt x="245286" y="91861"/>
                    <a:pt x="240411" y="74582"/>
                  </a:cubicBezTo>
                  <a:cubicBezTo>
                    <a:pt x="239127" y="69877"/>
                    <a:pt x="237074" y="65429"/>
                    <a:pt x="235535" y="60725"/>
                  </a:cubicBezTo>
                  <a:cubicBezTo>
                    <a:pt x="234080" y="56362"/>
                    <a:pt x="233054" y="51829"/>
                    <a:pt x="231343" y="47466"/>
                  </a:cubicBezTo>
                  <a:cubicBezTo>
                    <a:pt x="224158" y="28904"/>
                    <a:pt x="206537" y="16843"/>
                    <a:pt x="189087" y="8118"/>
                  </a:cubicBezTo>
                  <a:cubicBezTo>
                    <a:pt x="184382" y="3157"/>
                    <a:pt x="177710" y="-1719"/>
                    <a:pt x="171380" y="590"/>
                  </a:cubicBezTo>
                  <a:cubicBezTo>
                    <a:pt x="169669" y="1275"/>
                    <a:pt x="168130" y="2387"/>
                    <a:pt x="166333" y="2986"/>
                  </a:cubicBezTo>
                  <a:cubicBezTo>
                    <a:pt x="163510" y="3841"/>
                    <a:pt x="160602" y="2986"/>
                    <a:pt x="157608" y="2986"/>
                  </a:cubicBezTo>
                  <a:cubicBezTo>
                    <a:pt x="151877" y="2986"/>
                    <a:pt x="146573" y="5894"/>
                    <a:pt x="141099" y="7776"/>
                  </a:cubicBezTo>
                  <a:cubicBezTo>
                    <a:pt x="136223" y="9487"/>
                    <a:pt x="131005" y="10342"/>
                    <a:pt x="126044" y="11796"/>
                  </a:cubicBezTo>
                  <a:cubicBezTo>
                    <a:pt x="110732" y="16330"/>
                    <a:pt x="97388" y="26937"/>
                    <a:pt x="89433" y="40794"/>
                  </a:cubicBezTo>
                  <a:cubicBezTo>
                    <a:pt x="88321" y="42761"/>
                    <a:pt x="87295" y="45071"/>
                    <a:pt x="87808" y="47209"/>
                  </a:cubicBezTo>
                  <a:cubicBezTo>
                    <a:pt x="88064" y="48236"/>
                    <a:pt x="88663" y="49177"/>
                    <a:pt x="89006" y="50203"/>
                  </a:cubicBezTo>
                  <a:cubicBezTo>
                    <a:pt x="90460" y="54395"/>
                    <a:pt x="87380" y="58586"/>
                    <a:pt x="85413" y="62607"/>
                  </a:cubicBezTo>
                  <a:cubicBezTo>
                    <a:pt x="81564" y="70220"/>
                    <a:pt x="81649" y="79800"/>
                    <a:pt x="85755" y="87328"/>
                  </a:cubicBezTo>
                  <a:cubicBezTo>
                    <a:pt x="89519" y="94513"/>
                    <a:pt x="96618" y="100330"/>
                    <a:pt x="97303" y="108370"/>
                  </a:cubicBezTo>
                  <a:cubicBezTo>
                    <a:pt x="97901" y="115384"/>
                    <a:pt x="93368" y="121714"/>
                    <a:pt x="90203" y="127959"/>
                  </a:cubicBezTo>
                  <a:cubicBezTo>
                    <a:pt x="86354" y="135657"/>
                    <a:pt x="84386" y="144981"/>
                    <a:pt x="87808" y="152851"/>
                  </a:cubicBezTo>
                  <a:cubicBezTo>
                    <a:pt x="91230" y="160464"/>
                    <a:pt x="99355" y="165938"/>
                    <a:pt x="100468" y="174236"/>
                  </a:cubicBezTo>
                  <a:cubicBezTo>
                    <a:pt x="101152" y="179539"/>
                    <a:pt x="98500" y="185099"/>
                    <a:pt x="93881" y="187836"/>
                  </a:cubicBezTo>
                  <a:cubicBezTo>
                    <a:pt x="91572" y="189205"/>
                    <a:pt x="88920" y="189889"/>
                    <a:pt x="87466" y="191001"/>
                  </a:cubicBezTo>
                  <a:cubicBezTo>
                    <a:pt x="83531" y="194081"/>
                    <a:pt x="80794" y="198443"/>
                    <a:pt x="78912" y="203062"/>
                  </a:cubicBezTo>
                  <a:cubicBezTo>
                    <a:pt x="77030" y="207682"/>
                    <a:pt x="76602" y="213498"/>
                    <a:pt x="73437" y="214867"/>
                  </a:cubicBezTo>
                  <a:cubicBezTo>
                    <a:pt x="64113" y="218887"/>
                    <a:pt x="54704" y="222822"/>
                    <a:pt x="45380" y="226842"/>
                  </a:cubicBezTo>
                  <a:cubicBezTo>
                    <a:pt x="44525" y="227185"/>
                    <a:pt x="43584" y="227612"/>
                    <a:pt x="42985" y="228297"/>
                  </a:cubicBezTo>
                  <a:cubicBezTo>
                    <a:pt x="42215" y="229152"/>
                    <a:pt x="41959" y="230264"/>
                    <a:pt x="41788" y="231376"/>
                  </a:cubicBezTo>
                  <a:cubicBezTo>
                    <a:pt x="31780" y="281160"/>
                    <a:pt x="21857" y="331030"/>
                    <a:pt x="17580" y="381583"/>
                  </a:cubicBezTo>
                  <a:cubicBezTo>
                    <a:pt x="16896" y="389539"/>
                    <a:pt x="16297" y="397494"/>
                    <a:pt x="15784" y="405449"/>
                  </a:cubicBezTo>
                  <a:cubicBezTo>
                    <a:pt x="15014" y="417082"/>
                    <a:pt x="14244" y="428716"/>
                    <a:pt x="12533" y="440777"/>
                  </a:cubicBezTo>
                  <a:cubicBezTo>
                    <a:pt x="13902" y="453864"/>
                    <a:pt x="12276" y="467037"/>
                    <a:pt x="10822" y="480125"/>
                  </a:cubicBezTo>
                  <a:cubicBezTo>
                    <a:pt x="5091" y="530679"/>
                    <a:pt x="1498" y="581489"/>
                    <a:pt x="44" y="632300"/>
                  </a:cubicBezTo>
                  <a:cubicBezTo>
                    <a:pt x="-41" y="635294"/>
                    <a:pt x="-127" y="638373"/>
                    <a:pt x="1071" y="641196"/>
                  </a:cubicBezTo>
                  <a:cubicBezTo>
                    <a:pt x="2953" y="645644"/>
                    <a:pt x="8342" y="648296"/>
                    <a:pt x="12961" y="647611"/>
                  </a:cubicBezTo>
                  <a:cubicBezTo>
                    <a:pt x="17067" y="648638"/>
                    <a:pt x="17837" y="654112"/>
                    <a:pt x="17665" y="658304"/>
                  </a:cubicBezTo>
                  <a:cubicBezTo>
                    <a:pt x="17323" y="668569"/>
                    <a:pt x="17067" y="678833"/>
                    <a:pt x="16810" y="689098"/>
                  </a:cubicBezTo>
                  <a:cubicBezTo>
                    <a:pt x="16383" y="702613"/>
                    <a:pt x="16468" y="717412"/>
                    <a:pt x="24937" y="728018"/>
                  </a:cubicBezTo>
                  <a:cubicBezTo>
                    <a:pt x="28016" y="731953"/>
                    <a:pt x="32207" y="735118"/>
                    <a:pt x="34602" y="739481"/>
                  </a:cubicBezTo>
                  <a:cubicBezTo>
                    <a:pt x="36313" y="742731"/>
                    <a:pt x="36912" y="746409"/>
                    <a:pt x="37511" y="750088"/>
                  </a:cubicBezTo>
                  <a:cubicBezTo>
                    <a:pt x="41959" y="777204"/>
                    <a:pt x="46321" y="804320"/>
                    <a:pt x="52394" y="833147"/>
                  </a:cubicBezTo>
                  <a:cubicBezTo>
                    <a:pt x="53250" y="874120"/>
                    <a:pt x="54191" y="915093"/>
                    <a:pt x="55046" y="956067"/>
                  </a:cubicBezTo>
                  <a:cubicBezTo>
                    <a:pt x="55132" y="958804"/>
                    <a:pt x="56329" y="962568"/>
                    <a:pt x="61205" y="964022"/>
                  </a:cubicBezTo>
                  <a:cubicBezTo>
                    <a:pt x="56671" y="978649"/>
                    <a:pt x="52224" y="993191"/>
                    <a:pt x="47775" y="1007733"/>
                  </a:cubicBezTo>
                  <a:cubicBezTo>
                    <a:pt x="45209" y="1016116"/>
                    <a:pt x="42643" y="1024498"/>
                    <a:pt x="41702" y="1033138"/>
                  </a:cubicBezTo>
                  <a:cubicBezTo>
                    <a:pt x="40932" y="1040751"/>
                    <a:pt x="41446" y="1048364"/>
                    <a:pt x="42130" y="1055977"/>
                  </a:cubicBezTo>
                  <a:cubicBezTo>
                    <a:pt x="45723" y="1094812"/>
                    <a:pt x="54277" y="1133048"/>
                    <a:pt x="57955" y="1171883"/>
                  </a:cubicBezTo>
                  <a:cubicBezTo>
                    <a:pt x="59323" y="1186596"/>
                    <a:pt x="60008" y="1201309"/>
                    <a:pt x="60692" y="1216022"/>
                  </a:cubicBezTo>
                  <a:cubicBezTo>
                    <a:pt x="61376" y="1230478"/>
                    <a:pt x="61975" y="1245019"/>
                    <a:pt x="61291" y="1262641"/>
                  </a:cubicBezTo>
                  <a:cubicBezTo>
                    <a:pt x="59152" y="1269911"/>
                    <a:pt x="59751" y="1277867"/>
                    <a:pt x="62830" y="1284795"/>
                  </a:cubicBezTo>
                  <a:cubicBezTo>
                    <a:pt x="63600" y="1286592"/>
                    <a:pt x="64626" y="1288388"/>
                    <a:pt x="64712" y="1290355"/>
                  </a:cubicBezTo>
                  <a:cubicBezTo>
                    <a:pt x="64883" y="1292066"/>
                    <a:pt x="64370" y="1293777"/>
                    <a:pt x="63771" y="1295402"/>
                  </a:cubicBezTo>
                  <a:cubicBezTo>
                    <a:pt x="55303" y="1321834"/>
                    <a:pt x="43498" y="1347496"/>
                    <a:pt x="39136" y="1374954"/>
                  </a:cubicBezTo>
                  <a:cubicBezTo>
                    <a:pt x="37853" y="1383422"/>
                    <a:pt x="37511" y="1393003"/>
                    <a:pt x="43327" y="1399418"/>
                  </a:cubicBezTo>
                  <a:cubicBezTo>
                    <a:pt x="47604" y="1404123"/>
                    <a:pt x="54447" y="1405919"/>
                    <a:pt x="60863" y="1405492"/>
                  </a:cubicBezTo>
                  <a:cubicBezTo>
                    <a:pt x="67278" y="1405064"/>
                    <a:pt x="73352" y="1402669"/>
                    <a:pt x="79340" y="1400359"/>
                  </a:cubicBezTo>
                  <a:cubicBezTo>
                    <a:pt x="86525" y="1397536"/>
                    <a:pt x="94309" y="1394286"/>
                    <a:pt x="97987" y="1387528"/>
                  </a:cubicBezTo>
                  <a:cubicBezTo>
                    <a:pt x="99698" y="1384278"/>
                    <a:pt x="100297" y="1380600"/>
                    <a:pt x="100895" y="1377007"/>
                  </a:cubicBezTo>
                  <a:cubicBezTo>
                    <a:pt x="104488" y="1353997"/>
                    <a:pt x="107909" y="1330816"/>
                    <a:pt x="115095" y="1308661"/>
                  </a:cubicBezTo>
                  <a:cubicBezTo>
                    <a:pt x="118859" y="1297027"/>
                    <a:pt x="123735" y="1284624"/>
                    <a:pt x="119971" y="1272905"/>
                  </a:cubicBezTo>
                  <a:cubicBezTo>
                    <a:pt x="117319" y="1264608"/>
                    <a:pt x="110647" y="1258278"/>
                    <a:pt x="107311" y="1250237"/>
                  </a:cubicBezTo>
                  <a:cubicBezTo>
                    <a:pt x="103376" y="1240400"/>
                    <a:pt x="104916" y="1229366"/>
                    <a:pt x="106455" y="1218930"/>
                  </a:cubicBezTo>
                  <a:cubicBezTo>
                    <a:pt x="111844" y="1183516"/>
                    <a:pt x="117148" y="1148018"/>
                    <a:pt x="122537" y="1112604"/>
                  </a:cubicBezTo>
                  <a:cubicBezTo>
                    <a:pt x="123392" y="1107044"/>
                    <a:pt x="124162" y="1101570"/>
                    <a:pt x="124761" y="1096095"/>
                  </a:cubicBezTo>
                  <a:cubicBezTo>
                    <a:pt x="133828" y="1059057"/>
                    <a:pt x="123563" y="1019794"/>
                    <a:pt x="129380" y="982071"/>
                  </a:cubicBezTo>
                  <a:cubicBezTo>
                    <a:pt x="129979" y="978222"/>
                    <a:pt x="130834" y="974287"/>
                    <a:pt x="133401" y="971379"/>
                  </a:cubicBezTo>
                  <a:cubicBezTo>
                    <a:pt x="137678" y="966503"/>
                    <a:pt x="144948" y="966246"/>
                    <a:pt x="151449" y="966332"/>
                  </a:cubicBezTo>
                  <a:cubicBezTo>
                    <a:pt x="165991" y="966503"/>
                    <a:pt x="180447" y="966759"/>
                    <a:pt x="194219" y="967273"/>
                  </a:cubicBezTo>
                  <a:cubicBezTo>
                    <a:pt x="198582" y="984808"/>
                    <a:pt x="200635" y="1003114"/>
                    <a:pt x="197983" y="1021077"/>
                  </a:cubicBezTo>
                  <a:cubicBezTo>
                    <a:pt x="196614" y="1030657"/>
                    <a:pt x="193962" y="1040067"/>
                    <a:pt x="192679" y="1049647"/>
                  </a:cubicBezTo>
                  <a:cubicBezTo>
                    <a:pt x="190198" y="1069321"/>
                    <a:pt x="193877" y="1089166"/>
                    <a:pt x="197384" y="1108755"/>
                  </a:cubicBezTo>
                  <a:cubicBezTo>
                    <a:pt x="203714" y="1144083"/>
                    <a:pt x="209360" y="1181036"/>
                    <a:pt x="198410" y="1215166"/>
                  </a:cubicBezTo>
                  <a:cubicBezTo>
                    <a:pt x="196186" y="1222009"/>
                    <a:pt x="193364" y="1228596"/>
                    <a:pt x="192252" y="1235696"/>
                  </a:cubicBezTo>
                  <a:cubicBezTo>
                    <a:pt x="191225" y="1242967"/>
                    <a:pt x="191995" y="1250408"/>
                    <a:pt x="191739" y="1257765"/>
                  </a:cubicBezTo>
                  <a:cubicBezTo>
                    <a:pt x="191140" y="1275215"/>
                    <a:pt x="184553" y="1291810"/>
                    <a:pt x="180190" y="1308746"/>
                  </a:cubicBezTo>
                  <a:cubicBezTo>
                    <a:pt x="176170" y="1324314"/>
                    <a:pt x="173946" y="1340396"/>
                    <a:pt x="173946" y="1357333"/>
                  </a:cubicBezTo>
                  <a:cubicBezTo>
                    <a:pt x="176512" y="1367512"/>
                    <a:pt x="184296" y="1376151"/>
                    <a:pt x="194048" y="1380001"/>
                  </a:cubicBezTo>
                  <a:cubicBezTo>
                    <a:pt x="203799" y="1383765"/>
                    <a:pt x="215433" y="1382567"/>
                    <a:pt x="224158" y="1376750"/>
                  </a:cubicBezTo>
                  <a:cubicBezTo>
                    <a:pt x="241009" y="1365630"/>
                    <a:pt x="244259" y="1342278"/>
                    <a:pt x="242634" y="1322091"/>
                  </a:cubicBezTo>
                  <a:cubicBezTo>
                    <a:pt x="240924" y="1299508"/>
                    <a:pt x="235364" y="1277353"/>
                    <a:pt x="235192" y="1254685"/>
                  </a:cubicBezTo>
                  <a:cubicBezTo>
                    <a:pt x="234850" y="1224319"/>
                    <a:pt x="244003" y="1194722"/>
                    <a:pt x="251958" y="1165382"/>
                  </a:cubicBezTo>
                  <a:cubicBezTo>
                    <a:pt x="269751" y="1099346"/>
                    <a:pt x="281384" y="1029203"/>
                    <a:pt x="265730" y="962825"/>
                  </a:cubicBezTo>
                  <a:cubicBezTo>
                    <a:pt x="267868" y="958633"/>
                    <a:pt x="268895" y="954014"/>
                    <a:pt x="269921" y="949480"/>
                  </a:cubicBezTo>
                  <a:cubicBezTo>
                    <a:pt x="286773" y="868132"/>
                    <a:pt x="280357" y="783020"/>
                    <a:pt x="301571" y="706291"/>
                  </a:cubicBezTo>
                  <a:cubicBezTo>
                    <a:pt x="307473" y="672931"/>
                    <a:pt x="305420" y="638202"/>
                    <a:pt x="296866" y="606039"/>
                  </a:cubicBezTo>
                  <a:cubicBezTo>
                    <a:pt x="298321" y="605098"/>
                    <a:pt x="299689" y="604157"/>
                    <a:pt x="301143" y="603302"/>
                  </a:cubicBezTo>
                  <a:cubicBezTo>
                    <a:pt x="299689" y="599281"/>
                    <a:pt x="298748" y="595090"/>
                    <a:pt x="297807" y="590899"/>
                  </a:cubicBezTo>
                  <a:cubicBezTo>
                    <a:pt x="289082" y="550695"/>
                    <a:pt x="280956" y="510406"/>
                    <a:pt x="272916" y="475164"/>
                  </a:cubicBezTo>
                  <a:cubicBezTo>
                    <a:pt x="267270" y="459938"/>
                    <a:pt x="268382" y="443086"/>
                    <a:pt x="269579" y="426834"/>
                  </a:cubicBezTo>
                  <a:cubicBezTo>
                    <a:pt x="270691" y="412463"/>
                    <a:pt x="272317" y="396638"/>
                    <a:pt x="284378" y="387229"/>
                  </a:cubicBezTo>
                  <a:cubicBezTo>
                    <a:pt x="286773" y="391848"/>
                    <a:pt x="283779" y="397237"/>
                    <a:pt x="282752" y="402284"/>
                  </a:cubicBezTo>
                  <a:cubicBezTo>
                    <a:pt x="281983" y="405877"/>
                    <a:pt x="282068" y="409640"/>
                    <a:pt x="282325" y="413319"/>
                  </a:cubicBezTo>
                  <a:cubicBezTo>
                    <a:pt x="282582" y="418365"/>
                    <a:pt x="283009" y="423412"/>
                    <a:pt x="283522" y="428459"/>
                  </a:cubicBezTo>
                  <a:cubicBezTo>
                    <a:pt x="283522" y="428459"/>
                    <a:pt x="303282" y="523665"/>
                    <a:pt x="304822" y="522809"/>
                  </a:cubicBezTo>
                  <a:cubicBezTo>
                    <a:pt x="309099" y="562756"/>
                    <a:pt x="315001" y="602532"/>
                    <a:pt x="322700" y="642051"/>
                  </a:cubicBezTo>
                  <a:cubicBezTo>
                    <a:pt x="324923" y="642051"/>
                    <a:pt x="327147" y="642051"/>
                    <a:pt x="328174" y="643591"/>
                  </a:cubicBezTo>
                  <a:cubicBezTo>
                    <a:pt x="330227" y="646414"/>
                    <a:pt x="329713" y="650349"/>
                    <a:pt x="328345" y="653514"/>
                  </a:cubicBezTo>
                  <a:cubicBezTo>
                    <a:pt x="326891" y="656679"/>
                    <a:pt x="324752" y="659416"/>
                    <a:pt x="323298" y="662581"/>
                  </a:cubicBezTo>
                  <a:cubicBezTo>
                    <a:pt x="321673" y="666259"/>
                    <a:pt x="321159" y="670365"/>
                    <a:pt x="320732" y="674385"/>
                  </a:cubicBezTo>
                  <a:cubicBezTo>
                    <a:pt x="319278" y="689954"/>
                    <a:pt x="319363" y="705693"/>
                    <a:pt x="320989" y="721346"/>
                  </a:cubicBezTo>
                  <a:cubicBezTo>
                    <a:pt x="321245" y="723399"/>
                    <a:pt x="321502" y="725623"/>
                    <a:pt x="322956" y="727163"/>
                  </a:cubicBezTo>
                  <a:cubicBezTo>
                    <a:pt x="324325" y="728703"/>
                    <a:pt x="327147" y="729131"/>
                    <a:pt x="328345" y="727420"/>
                  </a:cubicBezTo>
                  <a:cubicBezTo>
                    <a:pt x="328345" y="751114"/>
                    <a:pt x="328516" y="774723"/>
                    <a:pt x="328345" y="800214"/>
                  </a:cubicBezTo>
                  <a:cubicBezTo>
                    <a:pt x="325436" y="801497"/>
                    <a:pt x="322956" y="803464"/>
                    <a:pt x="321074" y="805945"/>
                  </a:cubicBezTo>
                  <a:cubicBezTo>
                    <a:pt x="323042" y="805517"/>
                    <a:pt x="325266" y="805689"/>
                    <a:pt x="327147" y="806544"/>
                  </a:cubicBezTo>
                  <a:cubicBezTo>
                    <a:pt x="322271" y="812788"/>
                    <a:pt x="317311" y="819118"/>
                    <a:pt x="311151" y="824079"/>
                  </a:cubicBezTo>
                  <a:cubicBezTo>
                    <a:pt x="303710" y="830153"/>
                    <a:pt x="294129" y="834601"/>
                    <a:pt x="290451" y="843497"/>
                  </a:cubicBezTo>
                  <a:cubicBezTo>
                    <a:pt x="289082" y="846662"/>
                    <a:pt x="288655" y="850255"/>
                    <a:pt x="288227" y="853762"/>
                  </a:cubicBezTo>
                  <a:cubicBezTo>
                    <a:pt x="282239" y="906368"/>
                    <a:pt x="278989" y="959317"/>
                    <a:pt x="278390" y="1012266"/>
                  </a:cubicBezTo>
                  <a:cubicBezTo>
                    <a:pt x="278390" y="1013464"/>
                    <a:pt x="279160" y="1015089"/>
                    <a:pt x="280443" y="1014747"/>
                  </a:cubicBezTo>
                  <a:cubicBezTo>
                    <a:pt x="287115" y="1017399"/>
                    <a:pt x="294215" y="1018254"/>
                    <a:pt x="301315" y="1019109"/>
                  </a:cubicBezTo>
                  <a:cubicBezTo>
                    <a:pt x="319620" y="1021334"/>
                    <a:pt x="337840" y="1023558"/>
                    <a:pt x="357514" y="1025012"/>
                  </a:cubicBezTo>
                  <a:cubicBezTo>
                    <a:pt x="373339" y="1010213"/>
                    <a:pt x="389163" y="995500"/>
                    <a:pt x="405074" y="980788"/>
                  </a:cubicBezTo>
                  <a:cubicBezTo>
                    <a:pt x="410035" y="976169"/>
                    <a:pt x="415339" y="970951"/>
                    <a:pt x="416280" y="964193"/>
                  </a:cubicBezTo>
                  <a:cubicBezTo>
                    <a:pt x="417135" y="958376"/>
                    <a:pt x="414483" y="952731"/>
                    <a:pt x="413114" y="947085"/>
                  </a:cubicBezTo>
                  <a:cubicBezTo>
                    <a:pt x="412430" y="944177"/>
                    <a:pt x="412088" y="941097"/>
                    <a:pt x="413371" y="938446"/>
                  </a:cubicBezTo>
                  <a:cubicBezTo>
                    <a:pt x="414312" y="936564"/>
                    <a:pt x="415937" y="935195"/>
                    <a:pt x="417563" y="933827"/>
                  </a:cubicBezTo>
                  <a:cubicBezTo>
                    <a:pt x="422438" y="929721"/>
                    <a:pt x="427314" y="925615"/>
                    <a:pt x="433045" y="921594"/>
                  </a:cubicBezTo>
                  <a:cubicBezTo>
                    <a:pt x="429624" y="880193"/>
                    <a:pt x="420300" y="839305"/>
                    <a:pt x="405245" y="800641"/>
                  </a:cubicBezTo>
                  <a:cubicBezTo>
                    <a:pt x="402422" y="793200"/>
                    <a:pt x="399001" y="785587"/>
                    <a:pt x="392842" y="780625"/>
                  </a:cubicBezTo>
                  <a:lnTo>
                    <a:pt x="392842" y="780625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75517EA-94FA-295D-3F59-B898D78C6608}"/>
                </a:ext>
              </a:extLst>
            </p:cNvPr>
            <p:cNvSpPr/>
            <p:nvPr/>
          </p:nvSpPr>
          <p:spPr>
            <a:xfrm>
              <a:off x="2243801" y="984688"/>
              <a:ext cx="499894" cy="1398893"/>
            </a:xfrm>
            <a:custGeom>
              <a:avLst/>
              <a:gdLst>
                <a:gd name="connsiteX0" fmla="*/ 303751 w 499894"/>
                <a:gd name="connsiteY0" fmla="*/ 486450 h 1398893"/>
                <a:gd name="connsiteX1" fmla="*/ 308369 w 499894"/>
                <a:gd name="connsiteY1" fmla="*/ 490556 h 1398893"/>
                <a:gd name="connsiteX2" fmla="*/ 300500 w 499894"/>
                <a:gd name="connsiteY2" fmla="*/ 499452 h 1398893"/>
                <a:gd name="connsiteX3" fmla="*/ 302211 w 499894"/>
                <a:gd name="connsiteY3" fmla="*/ 392699 h 1398893"/>
                <a:gd name="connsiteX4" fmla="*/ 313246 w 499894"/>
                <a:gd name="connsiteY4" fmla="*/ 363701 h 1398893"/>
                <a:gd name="connsiteX5" fmla="*/ 338908 w 499894"/>
                <a:gd name="connsiteY5" fmla="*/ 348304 h 1398893"/>
                <a:gd name="connsiteX6" fmla="*/ 409135 w 499894"/>
                <a:gd name="connsiteY6" fmla="*/ 390903 h 1398893"/>
                <a:gd name="connsiteX7" fmla="*/ 390403 w 499894"/>
                <a:gd name="connsiteY7" fmla="*/ 404161 h 1398893"/>
                <a:gd name="connsiteX8" fmla="*/ 355416 w 499894"/>
                <a:gd name="connsiteY8" fmla="*/ 432817 h 1398893"/>
                <a:gd name="connsiteX9" fmla="*/ 303751 w 499894"/>
                <a:gd name="connsiteY9" fmla="*/ 486365 h 1398893"/>
                <a:gd name="connsiteX10" fmla="*/ 303751 w 499894"/>
                <a:gd name="connsiteY10" fmla="*/ 486365 h 1398893"/>
                <a:gd name="connsiteX11" fmla="*/ 274839 w 499894"/>
                <a:gd name="connsiteY11" fmla="*/ 283551 h 1398893"/>
                <a:gd name="connsiteX12" fmla="*/ 255934 w 499894"/>
                <a:gd name="connsiteY12" fmla="*/ 357970 h 1398893"/>
                <a:gd name="connsiteX13" fmla="*/ 208972 w 499894"/>
                <a:gd name="connsiteY13" fmla="*/ 415453 h 1398893"/>
                <a:gd name="connsiteX14" fmla="*/ 214618 w 499894"/>
                <a:gd name="connsiteY14" fmla="*/ 423664 h 1398893"/>
                <a:gd name="connsiteX15" fmla="*/ 168256 w 499894"/>
                <a:gd name="connsiteY15" fmla="*/ 424520 h 1398893"/>
                <a:gd name="connsiteX16" fmla="*/ 179376 w 499894"/>
                <a:gd name="connsiteY16" fmla="*/ 413057 h 1398893"/>
                <a:gd name="connsiteX17" fmla="*/ 163380 w 499894"/>
                <a:gd name="connsiteY17" fmla="*/ 394581 h 1398893"/>
                <a:gd name="connsiteX18" fmla="*/ 129421 w 499894"/>
                <a:gd name="connsiteY18" fmla="*/ 330683 h 1398893"/>
                <a:gd name="connsiteX19" fmla="*/ 108036 w 499894"/>
                <a:gd name="connsiteY19" fmla="*/ 265416 h 1398893"/>
                <a:gd name="connsiteX20" fmla="*/ 121723 w 499894"/>
                <a:gd name="connsiteY20" fmla="*/ 199380 h 1398893"/>
                <a:gd name="connsiteX21" fmla="*/ 132672 w 499894"/>
                <a:gd name="connsiteY21" fmla="*/ 238899 h 1398893"/>
                <a:gd name="connsiteX22" fmla="*/ 148582 w 499894"/>
                <a:gd name="connsiteY22" fmla="*/ 329656 h 1398893"/>
                <a:gd name="connsiteX23" fmla="*/ 188443 w 499894"/>
                <a:gd name="connsiteY23" fmla="*/ 412031 h 1398893"/>
                <a:gd name="connsiteX24" fmla="*/ 196997 w 499894"/>
                <a:gd name="connsiteY24" fmla="*/ 410406 h 1398893"/>
                <a:gd name="connsiteX25" fmla="*/ 241735 w 499894"/>
                <a:gd name="connsiteY25" fmla="*/ 324610 h 1398893"/>
                <a:gd name="connsiteX26" fmla="*/ 247551 w 499894"/>
                <a:gd name="connsiteY26" fmla="*/ 282353 h 1398893"/>
                <a:gd name="connsiteX27" fmla="*/ 241905 w 499894"/>
                <a:gd name="connsiteY27" fmla="*/ 212382 h 1398893"/>
                <a:gd name="connsiteX28" fmla="*/ 265001 w 499894"/>
                <a:gd name="connsiteY28" fmla="*/ 236162 h 1398893"/>
                <a:gd name="connsiteX29" fmla="*/ 274753 w 499894"/>
                <a:gd name="connsiteY29" fmla="*/ 283379 h 1398893"/>
                <a:gd name="connsiteX30" fmla="*/ 274753 w 499894"/>
                <a:gd name="connsiteY30" fmla="*/ 283379 h 1398893"/>
                <a:gd name="connsiteX31" fmla="*/ 198879 w 499894"/>
                <a:gd name="connsiteY31" fmla="*/ 999516 h 1398893"/>
                <a:gd name="connsiteX32" fmla="*/ 188700 w 499894"/>
                <a:gd name="connsiteY32" fmla="*/ 1037154 h 1398893"/>
                <a:gd name="connsiteX33" fmla="*/ 187331 w 499894"/>
                <a:gd name="connsiteY33" fmla="*/ 1007471 h 1398893"/>
                <a:gd name="connsiteX34" fmla="*/ 187331 w 499894"/>
                <a:gd name="connsiteY34" fmla="*/ 1002168 h 1398893"/>
                <a:gd name="connsiteX35" fmla="*/ 189299 w 499894"/>
                <a:gd name="connsiteY35" fmla="*/ 995753 h 1398893"/>
                <a:gd name="connsiteX36" fmla="*/ 196570 w 499894"/>
                <a:gd name="connsiteY36" fmla="*/ 958115 h 1398893"/>
                <a:gd name="connsiteX37" fmla="*/ 198794 w 499894"/>
                <a:gd name="connsiteY37" fmla="*/ 999516 h 1398893"/>
                <a:gd name="connsiteX38" fmla="*/ 198794 w 499894"/>
                <a:gd name="connsiteY38" fmla="*/ 999516 h 1398893"/>
                <a:gd name="connsiteX39" fmla="*/ 91784 w 499894"/>
                <a:gd name="connsiteY39" fmla="*/ 440772 h 1398893"/>
                <a:gd name="connsiteX40" fmla="*/ 88362 w 499894"/>
                <a:gd name="connsiteY40" fmla="*/ 448642 h 1398893"/>
                <a:gd name="connsiteX41" fmla="*/ 78012 w 499894"/>
                <a:gd name="connsiteY41" fmla="*/ 480719 h 1398893"/>
                <a:gd name="connsiteX42" fmla="*/ 86652 w 499894"/>
                <a:gd name="connsiteY42" fmla="*/ 405017 h 1398893"/>
                <a:gd name="connsiteX43" fmla="*/ 90500 w 499894"/>
                <a:gd name="connsiteY43" fmla="*/ 428968 h 1398893"/>
                <a:gd name="connsiteX44" fmla="*/ 91784 w 499894"/>
                <a:gd name="connsiteY44" fmla="*/ 440772 h 1398893"/>
                <a:gd name="connsiteX45" fmla="*/ 91784 w 499894"/>
                <a:gd name="connsiteY45" fmla="*/ 440772 h 1398893"/>
                <a:gd name="connsiteX46" fmla="*/ 328642 w 499894"/>
                <a:gd name="connsiteY46" fmla="*/ 560442 h 1398893"/>
                <a:gd name="connsiteX47" fmla="*/ 322912 w 499894"/>
                <a:gd name="connsiteY47" fmla="*/ 535807 h 1398893"/>
                <a:gd name="connsiteX48" fmla="*/ 332834 w 499894"/>
                <a:gd name="connsiteY48" fmla="*/ 513053 h 1398893"/>
                <a:gd name="connsiteX49" fmla="*/ 354818 w 499894"/>
                <a:gd name="connsiteY49" fmla="*/ 533754 h 1398893"/>
                <a:gd name="connsiteX50" fmla="*/ 435909 w 499894"/>
                <a:gd name="connsiteY50" fmla="*/ 446332 h 1398893"/>
                <a:gd name="connsiteX51" fmla="*/ 461400 w 499894"/>
                <a:gd name="connsiteY51" fmla="*/ 428455 h 1398893"/>
                <a:gd name="connsiteX52" fmla="*/ 497497 w 499894"/>
                <a:gd name="connsiteY52" fmla="*/ 403905 h 1398893"/>
                <a:gd name="connsiteX53" fmla="*/ 498182 w 499894"/>
                <a:gd name="connsiteY53" fmla="*/ 387396 h 1398893"/>
                <a:gd name="connsiteX54" fmla="*/ 488174 w 499894"/>
                <a:gd name="connsiteY54" fmla="*/ 373538 h 1398893"/>
                <a:gd name="connsiteX55" fmla="*/ 407681 w 499894"/>
                <a:gd name="connsiteY55" fmla="*/ 295697 h 1398893"/>
                <a:gd name="connsiteX56" fmla="*/ 351910 w 499894"/>
                <a:gd name="connsiteY56" fmla="*/ 249164 h 1398893"/>
                <a:gd name="connsiteX57" fmla="*/ 338051 w 499894"/>
                <a:gd name="connsiteY57" fmla="*/ 241209 h 1398893"/>
                <a:gd name="connsiteX58" fmla="*/ 332834 w 499894"/>
                <a:gd name="connsiteY58" fmla="*/ 224785 h 1398893"/>
                <a:gd name="connsiteX59" fmla="*/ 330695 w 499894"/>
                <a:gd name="connsiteY59" fmla="*/ 220593 h 1398893"/>
                <a:gd name="connsiteX60" fmla="*/ 325563 w 499894"/>
                <a:gd name="connsiteY60" fmla="*/ 218455 h 1398893"/>
                <a:gd name="connsiteX61" fmla="*/ 290834 w 499894"/>
                <a:gd name="connsiteY61" fmla="*/ 211441 h 1398893"/>
                <a:gd name="connsiteX62" fmla="*/ 263375 w 499894"/>
                <a:gd name="connsiteY62" fmla="*/ 147372 h 1398893"/>
                <a:gd name="connsiteX63" fmla="*/ 255507 w 499894"/>
                <a:gd name="connsiteY63" fmla="*/ 122138 h 1398893"/>
                <a:gd name="connsiteX64" fmla="*/ 262093 w 499894"/>
                <a:gd name="connsiteY64" fmla="*/ 138561 h 1398893"/>
                <a:gd name="connsiteX65" fmla="*/ 257046 w 499894"/>
                <a:gd name="connsiteY65" fmla="*/ 112472 h 1398893"/>
                <a:gd name="connsiteX66" fmla="*/ 254052 w 499894"/>
                <a:gd name="connsiteY66" fmla="*/ 98871 h 1398893"/>
                <a:gd name="connsiteX67" fmla="*/ 213164 w 499894"/>
                <a:gd name="connsiteY67" fmla="*/ 11706 h 1398893"/>
                <a:gd name="connsiteX68" fmla="*/ 182627 w 499894"/>
                <a:gd name="connsiteY68" fmla="*/ 2553 h 1398893"/>
                <a:gd name="connsiteX69" fmla="*/ 177836 w 499894"/>
                <a:gd name="connsiteY69" fmla="*/ 3665 h 1398893"/>
                <a:gd name="connsiteX70" fmla="*/ 173987 w 499894"/>
                <a:gd name="connsiteY70" fmla="*/ 1099 h 1398893"/>
                <a:gd name="connsiteX71" fmla="*/ 163637 w 499894"/>
                <a:gd name="connsiteY71" fmla="*/ 1441 h 1398893"/>
                <a:gd name="connsiteX72" fmla="*/ 128822 w 499894"/>
                <a:gd name="connsiteY72" fmla="*/ 24024 h 1398893"/>
                <a:gd name="connsiteX73" fmla="*/ 92296 w 499894"/>
                <a:gd name="connsiteY73" fmla="*/ 139074 h 1398893"/>
                <a:gd name="connsiteX74" fmla="*/ 82545 w 499894"/>
                <a:gd name="connsiteY74" fmla="*/ 178936 h 1398893"/>
                <a:gd name="connsiteX75" fmla="*/ 54146 w 499894"/>
                <a:gd name="connsiteY75" fmla="*/ 218027 h 1398893"/>
                <a:gd name="connsiteX76" fmla="*/ 56199 w 499894"/>
                <a:gd name="connsiteY76" fmla="*/ 213237 h 1398893"/>
                <a:gd name="connsiteX77" fmla="*/ 47731 w 499894"/>
                <a:gd name="connsiteY77" fmla="*/ 228720 h 1398893"/>
                <a:gd name="connsiteX78" fmla="*/ 32419 w 499894"/>
                <a:gd name="connsiteY78" fmla="*/ 239412 h 1398893"/>
                <a:gd name="connsiteX79" fmla="*/ 24464 w 499894"/>
                <a:gd name="connsiteY79" fmla="*/ 262166 h 1398893"/>
                <a:gd name="connsiteX80" fmla="*/ 19161 w 499894"/>
                <a:gd name="connsiteY80" fmla="*/ 320161 h 1398893"/>
                <a:gd name="connsiteX81" fmla="*/ 24036 w 499894"/>
                <a:gd name="connsiteY81" fmla="*/ 305705 h 1398893"/>
                <a:gd name="connsiteX82" fmla="*/ 23181 w 499894"/>
                <a:gd name="connsiteY82" fmla="*/ 411945 h 1398893"/>
                <a:gd name="connsiteX83" fmla="*/ 9409 w 499894"/>
                <a:gd name="connsiteY83" fmla="*/ 581057 h 1398893"/>
                <a:gd name="connsiteX84" fmla="*/ 7356 w 499894"/>
                <a:gd name="connsiteY84" fmla="*/ 613648 h 1398893"/>
                <a:gd name="connsiteX85" fmla="*/ 2224 w 499894"/>
                <a:gd name="connsiteY85" fmla="*/ 640250 h 1398893"/>
                <a:gd name="connsiteX86" fmla="*/ 0 w 499894"/>
                <a:gd name="connsiteY86" fmla="*/ 666768 h 1398893"/>
                <a:gd name="connsiteX87" fmla="*/ 3678 w 499894"/>
                <a:gd name="connsiteY87" fmla="*/ 680539 h 1398893"/>
                <a:gd name="connsiteX88" fmla="*/ 11548 w 499894"/>
                <a:gd name="connsiteY88" fmla="*/ 686014 h 1398893"/>
                <a:gd name="connsiteX89" fmla="*/ 17706 w 499894"/>
                <a:gd name="connsiteY89" fmla="*/ 704234 h 1398893"/>
                <a:gd name="connsiteX90" fmla="*/ 26175 w 499894"/>
                <a:gd name="connsiteY90" fmla="*/ 735712 h 1398893"/>
                <a:gd name="connsiteX91" fmla="*/ 27629 w 499894"/>
                <a:gd name="connsiteY91" fmla="*/ 742812 h 1398893"/>
                <a:gd name="connsiteX92" fmla="*/ 31137 w 499894"/>
                <a:gd name="connsiteY92" fmla="*/ 747346 h 1398893"/>
                <a:gd name="connsiteX93" fmla="*/ 41829 w 499894"/>
                <a:gd name="connsiteY93" fmla="*/ 774889 h 1398893"/>
                <a:gd name="connsiteX94" fmla="*/ 58337 w 499894"/>
                <a:gd name="connsiteY94" fmla="*/ 806967 h 1398893"/>
                <a:gd name="connsiteX95" fmla="*/ 62186 w 499894"/>
                <a:gd name="connsiteY95" fmla="*/ 809704 h 1398893"/>
                <a:gd name="connsiteX96" fmla="*/ 64496 w 499894"/>
                <a:gd name="connsiteY96" fmla="*/ 807566 h 1398893"/>
                <a:gd name="connsiteX97" fmla="*/ 77584 w 499894"/>
                <a:gd name="connsiteY97" fmla="*/ 892849 h 1398893"/>
                <a:gd name="connsiteX98" fmla="*/ 85111 w 499894"/>
                <a:gd name="connsiteY98" fmla="*/ 909101 h 1398893"/>
                <a:gd name="connsiteX99" fmla="*/ 84342 w 499894"/>
                <a:gd name="connsiteY99" fmla="*/ 926808 h 1398893"/>
                <a:gd name="connsiteX100" fmla="*/ 90072 w 499894"/>
                <a:gd name="connsiteY100" fmla="*/ 942889 h 1398893"/>
                <a:gd name="connsiteX101" fmla="*/ 97258 w 499894"/>
                <a:gd name="connsiteY101" fmla="*/ 945627 h 1398893"/>
                <a:gd name="connsiteX102" fmla="*/ 110859 w 499894"/>
                <a:gd name="connsiteY102" fmla="*/ 949561 h 1398893"/>
                <a:gd name="connsiteX103" fmla="*/ 110345 w 499894"/>
                <a:gd name="connsiteY103" fmla="*/ 1076331 h 1398893"/>
                <a:gd name="connsiteX104" fmla="*/ 128052 w 499894"/>
                <a:gd name="connsiteY104" fmla="*/ 1134840 h 1398893"/>
                <a:gd name="connsiteX105" fmla="*/ 144134 w 499894"/>
                <a:gd name="connsiteY105" fmla="*/ 1210457 h 1398893"/>
                <a:gd name="connsiteX106" fmla="*/ 134981 w 499894"/>
                <a:gd name="connsiteY106" fmla="*/ 1243390 h 1398893"/>
                <a:gd name="connsiteX107" fmla="*/ 114538 w 499894"/>
                <a:gd name="connsiteY107" fmla="*/ 1315927 h 1398893"/>
                <a:gd name="connsiteX108" fmla="*/ 113425 w 499894"/>
                <a:gd name="connsiteY108" fmla="*/ 1329442 h 1398893"/>
                <a:gd name="connsiteX109" fmla="*/ 114622 w 499894"/>
                <a:gd name="connsiteY109" fmla="*/ 1337568 h 1398893"/>
                <a:gd name="connsiteX110" fmla="*/ 124545 w 499894"/>
                <a:gd name="connsiteY110" fmla="*/ 1341845 h 1398893"/>
                <a:gd name="connsiteX111" fmla="*/ 135152 w 499894"/>
                <a:gd name="connsiteY111" fmla="*/ 1337911 h 1398893"/>
                <a:gd name="connsiteX112" fmla="*/ 163466 w 499894"/>
                <a:gd name="connsiteY112" fmla="*/ 1321487 h 1398893"/>
                <a:gd name="connsiteX113" fmla="*/ 162268 w 499894"/>
                <a:gd name="connsiteY113" fmla="*/ 1359467 h 1398893"/>
                <a:gd name="connsiteX114" fmla="*/ 179719 w 499894"/>
                <a:gd name="connsiteY114" fmla="*/ 1392228 h 1398893"/>
                <a:gd name="connsiteX115" fmla="*/ 215217 w 499894"/>
                <a:gd name="connsiteY115" fmla="*/ 1393939 h 1398893"/>
                <a:gd name="connsiteX116" fmla="*/ 227192 w 499894"/>
                <a:gd name="connsiteY116" fmla="*/ 1368791 h 1398893"/>
                <a:gd name="connsiteX117" fmla="*/ 223258 w 499894"/>
                <a:gd name="connsiteY117" fmla="*/ 1340391 h 1398893"/>
                <a:gd name="connsiteX118" fmla="*/ 215302 w 499894"/>
                <a:gd name="connsiteY118" fmla="*/ 1307288 h 1398893"/>
                <a:gd name="connsiteX119" fmla="*/ 210513 w 499894"/>
                <a:gd name="connsiteY119" fmla="*/ 1279915 h 1398893"/>
                <a:gd name="connsiteX120" fmla="*/ 219238 w 499894"/>
                <a:gd name="connsiteY120" fmla="*/ 1231329 h 1398893"/>
                <a:gd name="connsiteX121" fmla="*/ 237714 w 499894"/>
                <a:gd name="connsiteY121" fmla="*/ 1169483 h 1398893"/>
                <a:gd name="connsiteX122" fmla="*/ 260039 w 499894"/>
                <a:gd name="connsiteY122" fmla="*/ 1080180 h 1398893"/>
                <a:gd name="connsiteX123" fmla="*/ 277233 w 499894"/>
                <a:gd name="connsiteY123" fmla="*/ 937244 h 1398893"/>
                <a:gd name="connsiteX124" fmla="*/ 288439 w 499894"/>
                <a:gd name="connsiteY124" fmla="*/ 927663 h 1398893"/>
                <a:gd name="connsiteX125" fmla="*/ 292374 w 499894"/>
                <a:gd name="connsiteY125" fmla="*/ 913036 h 1398893"/>
                <a:gd name="connsiteX126" fmla="*/ 313844 w 499894"/>
                <a:gd name="connsiteY126" fmla="*/ 762230 h 1398893"/>
                <a:gd name="connsiteX127" fmla="*/ 322312 w 499894"/>
                <a:gd name="connsiteY127" fmla="*/ 709965 h 1398893"/>
                <a:gd name="connsiteX128" fmla="*/ 318549 w 499894"/>
                <a:gd name="connsiteY128" fmla="*/ 642047 h 1398893"/>
                <a:gd name="connsiteX129" fmla="*/ 327445 w 499894"/>
                <a:gd name="connsiteY129" fmla="*/ 579603 h 1398893"/>
                <a:gd name="connsiteX130" fmla="*/ 328642 w 499894"/>
                <a:gd name="connsiteY130" fmla="*/ 560185 h 1398893"/>
                <a:gd name="connsiteX131" fmla="*/ 328642 w 499894"/>
                <a:gd name="connsiteY131" fmla="*/ 560185 h 1398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</a:cxnLst>
              <a:rect l="l" t="t" r="r" b="b"/>
              <a:pathLst>
                <a:path w="499894" h="1398893">
                  <a:moveTo>
                    <a:pt x="303751" y="486450"/>
                  </a:moveTo>
                  <a:cubicBezTo>
                    <a:pt x="305290" y="487819"/>
                    <a:pt x="306830" y="489188"/>
                    <a:pt x="308369" y="490556"/>
                  </a:cubicBezTo>
                  <a:cubicBezTo>
                    <a:pt x="304606" y="492181"/>
                    <a:pt x="301612" y="495517"/>
                    <a:pt x="300500" y="499452"/>
                  </a:cubicBezTo>
                  <a:cubicBezTo>
                    <a:pt x="284589" y="466776"/>
                    <a:pt x="293229" y="427941"/>
                    <a:pt x="302211" y="392699"/>
                  </a:cubicBezTo>
                  <a:cubicBezTo>
                    <a:pt x="304777" y="382605"/>
                    <a:pt x="307514" y="372341"/>
                    <a:pt x="313246" y="363701"/>
                  </a:cubicBezTo>
                  <a:cubicBezTo>
                    <a:pt x="318976" y="355062"/>
                    <a:pt x="328471" y="348133"/>
                    <a:pt x="338908" y="348304"/>
                  </a:cubicBezTo>
                  <a:cubicBezTo>
                    <a:pt x="368076" y="348732"/>
                    <a:pt x="390403" y="372084"/>
                    <a:pt x="409135" y="390903"/>
                  </a:cubicBezTo>
                  <a:cubicBezTo>
                    <a:pt x="405799" y="398002"/>
                    <a:pt x="397416" y="400740"/>
                    <a:pt x="390403" y="404161"/>
                  </a:cubicBezTo>
                  <a:cubicBezTo>
                    <a:pt x="376801" y="410833"/>
                    <a:pt x="365937" y="421954"/>
                    <a:pt x="355416" y="432817"/>
                  </a:cubicBezTo>
                  <a:cubicBezTo>
                    <a:pt x="338223" y="450695"/>
                    <a:pt x="320943" y="468487"/>
                    <a:pt x="303751" y="486365"/>
                  </a:cubicBezTo>
                  <a:lnTo>
                    <a:pt x="303751" y="486365"/>
                  </a:lnTo>
                  <a:close/>
                  <a:moveTo>
                    <a:pt x="274839" y="283551"/>
                  </a:moveTo>
                  <a:cubicBezTo>
                    <a:pt x="274239" y="309469"/>
                    <a:pt x="269107" y="335730"/>
                    <a:pt x="255934" y="357970"/>
                  </a:cubicBezTo>
                  <a:cubicBezTo>
                    <a:pt x="243360" y="379269"/>
                    <a:pt x="224113" y="395864"/>
                    <a:pt x="208972" y="415453"/>
                  </a:cubicBezTo>
                  <a:cubicBezTo>
                    <a:pt x="211453" y="417677"/>
                    <a:pt x="213421" y="420499"/>
                    <a:pt x="214618" y="423664"/>
                  </a:cubicBezTo>
                  <a:cubicBezTo>
                    <a:pt x="202814" y="436153"/>
                    <a:pt x="180574" y="436581"/>
                    <a:pt x="168256" y="424520"/>
                  </a:cubicBezTo>
                  <a:cubicBezTo>
                    <a:pt x="172447" y="421269"/>
                    <a:pt x="176211" y="417420"/>
                    <a:pt x="179376" y="413057"/>
                  </a:cubicBezTo>
                  <a:cubicBezTo>
                    <a:pt x="172191" y="408952"/>
                    <a:pt x="167572" y="401681"/>
                    <a:pt x="163380" y="394581"/>
                  </a:cubicBezTo>
                  <a:cubicBezTo>
                    <a:pt x="150892" y="373880"/>
                    <a:pt x="139600" y="352581"/>
                    <a:pt x="129421" y="330683"/>
                  </a:cubicBezTo>
                  <a:cubicBezTo>
                    <a:pt x="119670" y="309897"/>
                    <a:pt x="110945" y="288255"/>
                    <a:pt x="108036" y="265416"/>
                  </a:cubicBezTo>
                  <a:cubicBezTo>
                    <a:pt x="105127" y="242577"/>
                    <a:pt x="108635" y="218284"/>
                    <a:pt x="121723" y="199380"/>
                  </a:cubicBezTo>
                  <a:cubicBezTo>
                    <a:pt x="121723" y="216060"/>
                    <a:pt x="125486" y="232655"/>
                    <a:pt x="132672" y="238899"/>
                  </a:cubicBezTo>
                  <a:cubicBezTo>
                    <a:pt x="136606" y="269351"/>
                    <a:pt x="140455" y="299974"/>
                    <a:pt x="148582" y="329656"/>
                  </a:cubicBezTo>
                  <a:cubicBezTo>
                    <a:pt x="156622" y="359339"/>
                    <a:pt x="169111" y="388165"/>
                    <a:pt x="188443" y="412031"/>
                  </a:cubicBezTo>
                  <a:cubicBezTo>
                    <a:pt x="191009" y="410577"/>
                    <a:pt x="194089" y="410063"/>
                    <a:pt x="196997" y="410406"/>
                  </a:cubicBezTo>
                  <a:cubicBezTo>
                    <a:pt x="208887" y="380296"/>
                    <a:pt x="232239" y="355489"/>
                    <a:pt x="241735" y="324610"/>
                  </a:cubicBezTo>
                  <a:cubicBezTo>
                    <a:pt x="245926" y="311009"/>
                    <a:pt x="247208" y="296553"/>
                    <a:pt x="247551" y="282353"/>
                  </a:cubicBezTo>
                  <a:cubicBezTo>
                    <a:pt x="248150" y="258915"/>
                    <a:pt x="246268" y="235392"/>
                    <a:pt x="241905" y="212382"/>
                  </a:cubicBezTo>
                  <a:cubicBezTo>
                    <a:pt x="250459" y="219481"/>
                    <a:pt x="259099" y="226752"/>
                    <a:pt x="265001" y="236162"/>
                  </a:cubicBezTo>
                  <a:cubicBezTo>
                    <a:pt x="273555" y="250019"/>
                    <a:pt x="275094" y="267127"/>
                    <a:pt x="274753" y="283379"/>
                  </a:cubicBezTo>
                  <a:lnTo>
                    <a:pt x="274753" y="283379"/>
                  </a:lnTo>
                  <a:close/>
                  <a:moveTo>
                    <a:pt x="198879" y="999516"/>
                  </a:moveTo>
                  <a:cubicBezTo>
                    <a:pt x="196741" y="1012347"/>
                    <a:pt x="192720" y="1024751"/>
                    <a:pt x="188700" y="1037154"/>
                  </a:cubicBezTo>
                  <a:cubicBezTo>
                    <a:pt x="188187" y="1027231"/>
                    <a:pt x="187759" y="1017394"/>
                    <a:pt x="187331" y="1007471"/>
                  </a:cubicBezTo>
                  <a:cubicBezTo>
                    <a:pt x="187331" y="1005675"/>
                    <a:pt x="187161" y="1003964"/>
                    <a:pt x="187331" y="1002168"/>
                  </a:cubicBezTo>
                  <a:cubicBezTo>
                    <a:pt x="187673" y="999944"/>
                    <a:pt x="188528" y="997806"/>
                    <a:pt x="189299" y="995753"/>
                  </a:cubicBezTo>
                  <a:cubicBezTo>
                    <a:pt x="193746" y="983691"/>
                    <a:pt x="196227" y="970946"/>
                    <a:pt x="196570" y="958115"/>
                  </a:cubicBezTo>
                  <a:cubicBezTo>
                    <a:pt x="201104" y="973341"/>
                    <a:pt x="200932" y="986685"/>
                    <a:pt x="198794" y="999516"/>
                  </a:cubicBezTo>
                  <a:lnTo>
                    <a:pt x="198794" y="999516"/>
                  </a:lnTo>
                  <a:close/>
                  <a:moveTo>
                    <a:pt x="91784" y="440772"/>
                  </a:moveTo>
                  <a:cubicBezTo>
                    <a:pt x="91184" y="443595"/>
                    <a:pt x="89731" y="446076"/>
                    <a:pt x="88362" y="448642"/>
                  </a:cubicBezTo>
                  <a:cubicBezTo>
                    <a:pt x="83059" y="458564"/>
                    <a:pt x="79466" y="469514"/>
                    <a:pt x="78012" y="480719"/>
                  </a:cubicBezTo>
                  <a:cubicBezTo>
                    <a:pt x="80920" y="455485"/>
                    <a:pt x="83742" y="430251"/>
                    <a:pt x="86652" y="405017"/>
                  </a:cubicBezTo>
                  <a:cubicBezTo>
                    <a:pt x="86309" y="413656"/>
                    <a:pt x="88362" y="421355"/>
                    <a:pt x="90500" y="428968"/>
                  </a:cubicBezTo>
                  <a:cubicBezTo>
                    <a:pt x="91527" y="432817"/>
                    <a:pt x="92639" y="436837"/>
                    <a:pt x="91784" y="440772"/>
                  </a:cubicBezTo>
                  <a:lnTo>
                    <a:pt x="91784" y="440772"/>
                  </a:lnTo>
                  <a:close/>
                  <a:moveTo>
                    <a:pt x="328642" y="560442"/>
                  </a:moveTo>
                  <a:cubicBezTo>
                    <a:pt x="327787" y="552059"/>
                    <a:pt x="324280" y="544104"/>
                    <a:pt x="322912" y="535807"/>
                  </a:cubicBezTo>
                  <a:cubicBezTo>
                    <a:pt x="321543" y="527509"/>
                    <a:pt x="322912" y="517758"/>
                    <a:pt x="332834" y="513053"/>
                  </a:cubicBezTo>
                  <a:cubicBezTo>
                    <a:pt x="341046" y="518870"/>
                    <a:pt x="348488" y="525884"/>
                    <a:pt x="354818" y="533754"/>
                  </a:cubicBezTo>
                  <a:cubicBezTo>
                    <a:pt x="376288" y="500051"/>
                    <a:pt x="403917" y="470283"/>
                    <a:pt x="435909" y="446332"/>
                  </a:cubicBezTo>
                  <a:cubicBezTo>
                    <a:pt x="444206" y="440088"/>
                    <a:pt x="452846" y="434271"/>
                    <a:pt x="461400" y="428455"/>
                  </a:cubicBezTo>
                  <a:cubicBezTo>
                    <a:pt x="473804" y="419986"/>
                    <a:pt x="486292" y="411518"/>
                    <a:pt x="497497" y="403905"/>
                  </a:cubicBezTo>
                  <a:cubicBezTo>
                    <a:pt x="500748" y="399200"/>
                    <a:pt x="500406" y="392699"/>
                    <a:pt x="498182" y="387396"/>
                  </a:cubicBezTo>
                  <a:cubicBezTo>
                    <a:pt x="495958" y="382092"/>
                    <a:pt x="492022" y="377730"/>
                    <a:pt x="488174" y="373538"/>
                  </a:cubicBezTo>
                  <a:cubicBezTo>
                    <a:pt x="462940" y="345994"/>
                    <a:pt x="437021" y="318793"/>
                    <a:pt x="407681" y="295697"/>
                  </a:cubicBezTo>
                  <a:cubicBezTo>
                    <a:pt x="388605" y="280728"/>
                    <a:pt x="367990" y="267384"/>
                    <a:pt x="351910" y="249164"/>
                  </a:cubicBezTo>
                  <a:cubicBezTo>
                    <a:pt x="348231" y="244972"/>
                    <a:pt x="343526" y="240011"/>
                    <a:pt x="338051" y="241209"/>
                  </a:cubicBezTo>
                  <a:cubicBezTo>
                    <a:pt x="336341" y="235734"/>
                    <a:pt x="334545" y="230259"/>
                    <a:pt x="332834" y="224785"/>
                  </a:cubicBezTo>
                  <a:cubicBezTo>
                    <a:pt x="332321" y="223245"/>
                    <a:pt x="331807" y="221706"/>
                    <a:pt x="330695" y="220593"/>
                  </a:cubicBezTo>
                  <a:cubicBezTo>
                    <a:pt x="329327" y="219225"/>
                    <a:pt x="327359" y="218797"/>
                    <a:pt x="325563" y="218455"/>
                  </a:cubicBezTo>
                  <a:cubicBezTo>
                    <a:pt x="314015" y="216145"/>
                    <a:pt x="302468" y="213836"/>
                    <a:pt x="290834" y="211441"/>
                  </a:cubicBezTo>
                  <a:cubicBezTo>
                    <a:pt x="283648" y="189970"/>
                    <a:pt x="274410" y="169184"/>
                    <a:pt x="263375" y="147372"/>
                  </a:cubicBezTo>
                  <a:cubicBezTo>
                    <a:pt x="257388" y="140528"/>
                    <a:pt x="254480" y="131119"/>
                    <a:pt x="255507" y="122138"/>
                  </a:cubicBezTo>
                  <a:cubicBezTo>
                    <a:pt x="254907" y="128125"/>
                    <a:pt x="261665" y="132573"/>
                    <a:pt x="262093" y="138561"/>
                  </a:cubicBezTo>
                  <a:cubicBezTo>
                    <a:pt x="262263" y="129665"/>
                    <a:pt x="259698" y="120940"/>
                    <a:pt x="257046" y="112472"/>
                  </a:cubicBezTo>
                  <a:cubicBezTo>
                    <a:pt x="255678" y="108023"/>
                    <a:pt x="254309" y="103490"/>
                    <a:pt x="254052" y="98871"/>
                  </a:cubicBezTo>
                  <a:cubicBezTo>
                    <a:pt x="253709" y="65767"/>
                    <a:pt x="238399" y="33176"/>
                    <a:pt x="213164" y="11706"/>
                  </a:cubicBezTo>
                  <a:cubicBezTo>
                    <a:pt x="204610" y="4435"/>
                    <a:pt x="192891" y="-1809"/>
                    <a:pt x="182627" y="2553"/>
                  </a:cubicBezTo>
                  <a:cubicBezTo>
                    <a:pt x="181087" y="3238"/>
                    <a:pt x="179462" y="4093"/>
                    <a:pt x="177836" y="3665"/>
                  </a:cubicBezTo>
                  <a:cubicBezTo>
                    <a:pt x="176297" y="3323"/>
                    <a:pt x="175270" y="1954"/>
                    <a:pt x="173987" y="1099"/>
                  </a:cubicBezTo>
                  <a:cubicBezTo>
                    <a:pt x="170993" y="-868"/>
                    <a:pt x="166972" y="158"/>
                    <a:pt x="163637" y="1441"/>
                  </a:cubicBezTo>
                  <a:cubicBezTo>
                    <a:pt x="150976" y="6317"/>
                    <a:pt x="135922" y="11193"/>
                    <a:pt x="128822" y="24024"/>
                  </a:cubicBezTo>
                  <a:cubicBezTo>
                    <a:pt x="109319" y="59523"/>
                    <a:pt x="96830" y="98871"/>
                    <a:pt x="92296" y="139074"/>
                  </a:cubicBezTo>
                  <a:cubicBezTo>
                    <a:pt x="90757" y="152761"/>
                    <a:pt x="89902" y="167302"/>
                    <a:pt x="82545" y="178936"/>
                  </a:cubicBezTo>
                  <a:cubicBezTo>
                    <a:pt x="73906" y="192793"/>
                    <a:pt x="56713" y="201860"/>
                    <a:pt x="54146" y="218027"/>
                  </a:cubicBezTo>
                  <a:cubicBezTo>
                    <a:pt x="54830" y="216402"/>
                    <a:pt x="55515" y="214862"/>
                    <a:pt x="56199" y="213237"/>
                  </a:cubicBezTo>
                  <a:cubicBezTo>
                    <a:pt x="57397" y="219396"/>
                    <a:pt x="52777" y="225127"/>
                    <a:pt x="47731" y="228720"/>
                  </a:cubicBezTo>
                  <a:cubicBezTo>
                    <a:pt x="42599" y="232312"/>
                    <a:pt x="36610" y="234793"/>
                    <a:pt x="32419" y="239412"/>
                  </a:cubicBezTo>
                  <a:cubicBezTo>
                    <a:pt x="26944" y="245486"/>
                    <a:pt x="25491" y="254039"/>
                    <a:pt x="24464" y="262166"/>
                  </a:cubicBezTo>
                  <a:cubicBezTo>
                    <a:pt x="21983" y="281412"/>
                    <a:pt x="20187" y="300744"/>
                    <a:pt x="19161" y="320161"/>
                  </a:cubicBezTo>
                  <a:cubicBezTo>
                    <a:pt x="20786" y="315371"/>
                    <a:pt x="22411" y="310495"/>
                    <a:pt x="24036" y="305705"/>
                  </a:cubicBezTo>
                  <a:cubicBezTo>
                    <a:pt x="18647" y="338895"/>
                    <a:pt x="18561" y="372939"/>
                    <a:pt x="23181" y="411945"/>
                  </a:cubicBezTo>
                  <a:cubicBezTo>
                    <a:pt x="15396" y="467974"/>
                    <a:pt x="10778" y="524430"/>
                    <a:pt x="9409" y="581057"/>
                  </a:cubicBezTo>
                  <a:cubicBezTo>
                    <a:pt x="9152" y="591921"/>
                    <a:pt x="8981" y="602870"/>
                    <a:pt x="7356" y="613648"/>
                  </a:cubicBezTo>
                  <a:cubicBezTo>
                    <a:pt x="6073" y="622629"/>
                    <a:pt x="3763" y="631354"/>
                    <a:pt x="2224" y="640250"/>
                  </a:cubicBezTo>
                  <a:cubicBezTo>
                    <a:pt x="770" y="648975"/>
                    <a:pt x="0" y="657871"/>
                    <a:pt x="0" y="666768"/>
                  </a:cubicBezTo>
                  <a:cubicBezTo>
                    <a:pt x="0" y="671643"/>
                    <a:pt x="341" y="677033"/>
                    <a:pt x="3678" y="680539"/>
                  </a:cubicBezTo>
                  <a:cubicBezTo>
                    <a:pt x="5816" y="682934"/>
                    <a:pt x="8981" y="684132"/>
                    <a:pt x="11548" y="686014"/>
                  </a:cubicBezTo>
                  <a:cubicBezTo>
                    <a:pt x="16594" y="689692"/>
                    <a:pt x="19417" y="696193"/>
                    <a:pt x="17706" y="704234"/>
                  </a:cubicBezTo>
                  <a:cubicBezTo>
                    <a:pt x="22326" y="714157"/>
                    <a:pt x="25234" y="724849"/>
                    <a:pt x="26175" y="735712"/>
                  </a:cubicBezTo>
                  <a:cubicBezTo>
                    <a:pt x="26346" y="738108"/>
                    <a:pt x="26517" y="740674"/>
                    <a:pt x="27629" y="742812"/>
                  </a:cubicBezTo>
                  <a:cubicBezTo>
                    <a:pt x="28484" y="744523"/>
                    <a:pt x="29939" y="745892"/>
                    <a:pt x="31137" y="747346"/>
                  </a:cubicBezTo>
                  <a:cubicBezTo>
                    <a:pt x="37552" y="754873"/>
                    <a:pt x="39005" y="765309"/>
                    <a:pt x="41829" y="774889"/>
                  </a:cubicBezTo>
                  <a:cubicBezTo>
                    <a:pt x="45164" y="786523"/>
                    <a:pt x="50810" y="797472"/>
                    <a:pt x="58337" y="806967"/>
                  </a:cubicBezTo>
                  <a:cubicBezTo>
                    <a:pt x="59364" y="808250"/>
                    <a:pt x="60562" y="809619"/>
                    <a:pt x="62186" y="809704"/>
                  </a:cubicBezTo>
                  <a:cubicBezTo>
                    <a:pt x="63384" y="809704"/>
                    <a:pt x="64496" y="808592"/>
                    <a:pt x="64496" y="807566"/>
                  </a:cubicBezTo>
                  <a:cubicBezTo>
                    <a:pt x="75360" y="834340"/>
                    <a:pt x="64582" y="866930"/>
                    <a:pt x="77584" y="892849"/>
                  </a:cubicBezTo>
                  <a:cubicBezTo>
                    <a:pt x="80236" y="898238"/>
                    <a:pt x="83914" y="903199"/>
                    <a:pt x="85111" y="909101"/>
                  </a:cubicBezTo>
                  <a:cubicBezTo>
                    <a:pt x="86223" y="914918"/>
                    <a:pt x="84769" y="920906"/>
                    <a:pt x="84342" y="926808"/>
                  </a:cubicBezTo>
                  <a:cubicBezTo>
                    <a:pt x="83999" y="932710"/>
                    <a:pt x="85197" y="939468"/>
                    <a:pt x="90072" y="942889"/>
                  </a:cubicBezTo>
                  <a:cubicBezTo>
                    <a:pt x="92211" y="944344"/>
                    <a:pt x="94777" y="945028"/>
                    <a:pt x="97258" y="945627"/>
                  </a:cubicBezTo>
                  <a:cubicBezTo>
                    <a:pt x="101535" y="946653"/>
                    <a:pt x="105812" y="947508"/>
                    <a:pt x="110859" y="949561"/>
                  </a:cubicBezTo>
                  <a:cubicBezTo>
                    <a:pt x="112569" y="991903"/>
                    <a:pt x="102391" y="1034759"/>
                    <a:pt x="110345" y="1076331"/>
                  </a:cubicBezTo>
                  <a:cubicBezTo>
                    <a:pt x="114195" y="1096347"/>
                    <a:pt x="122064" y="1115337"/>
                    <a:pt x="128052" y="1134840"/>
                  </a:cubicBezTo>
                  <a:cubicBezTo>
                    <a:pt x="135580" y="1159390"/>
                    <a:pt x="140114" y="1184795"/>
                    <a:pt x="144134" y="1210457"/>
                  </a:cubicBezTo>
                  <a:cubicBezTo>
                    <a:pt x="145759" y="1221919"/>
                    <a:pt x="139857" y="1232868"/>
                    <a:pt x="134981" y="1243390"/>
                  </a:cubicBezTo>
                  <a:cubicBezTo>
                    <a:pt x="124288" y="1266229"/>
                    <a:pt x="117360" y="1290864"/>
                    <a:pt x="114538" y="1315927"/>
                  </a:cubicBezTo>
                  <a:cubicBezTo>
                    <a:pt x="114024" y="1320461"/>
                    <a:pt x="113681" y="1324994"/>
                    <a:pt x="113425" y="1329442"/>
                  </a:cubicBezTo>
                  <a:cubicBezTo>
                    <a:pt x="113254" y="1332180"/>
                    <a:pt x="113254" y="1335173"/>
                    <a:pt x="114622" y="1337568"/>
                  </a:cubicBezTo>
                  <a:cubicBezTo>
                    <a:pt x="116590" y="1340819"/>
                    <a:pt x="120782" y="1342188"/>
                    <a:pt x="124545" y="1341845"/>
                  </a:cubicBezTo>
                  <a:cubicBezTo>
                    <a:pt x="128309" y="1341418"/>
                    <a:pt x="131816" y="1339707"/>
                    <a:pt x="135152" y="1337911"/>
                  </a:cubicBezTo>
                  <a:cubicBezTo>
                    <a:pt x="144305" y="1333120"/>
                    <a:pt x="153543" y="1328330"/>
                    <a:pt x="163466" y="1321487"/>
                  </a:cubicBezTo>
                  <a:cubicBezTo>
                    <a:pt x="161926" y="1334147"/>
                    <a:pt x="160472" y="1346892"/>
                    <a:pt x="162268" y="1359467"/>
                  </a:cubicBezTo>
                  <a:cubicBezTo>
                    <a:pt x="164150" y="1372041"/>
                    <a:pt x="169625" y="1384530"/>
                    <a:pt x="179719" y="1392228"/>
                  </a:cubicBezTo>
                  <a:cubicBezTo>
                    <a:pt x="189812" y="1399927"/>
                    <a:pt x="205038" y="1401552"/>
                    <a:pt x="215217" y="1393939"/>
                  </a:cubicBezTo>
                  <a:cubicBezTo>
                    <a:pt x="222915" y="1388208"/>
                    <a:pt x="226680" y="1378371"/>
                    <a:pt x="227192" y="1368791"/>
                  </a:cubicBezTo>
                  <a:cubicBezTo>
                    <a:pt x="227706" y="1359210"/>
                    <a:pt x="225482" y="1349715"/>
                    <a:pt x="223258" y="1340391"/>
                  </a:cubicBezTo>
                  <a:cubicBezTo>
                    <a:pt x="220606" y="1329357"/>
                    <a:pt x="217955" y="1318322"/>
                    <a:pt x="215302" y="1307288"/>
                  </a:cubicBezTo>
                  <a:cubicBezTo>
                    <a:pt x="213164" y="1298306"/>
                    <a:pt x="210940" y="1289153"/>
                    <a:pt x="210513" y="1279915"/>
                  </a:cubicBezTo>
                  <a:cubicBezTo>
                    <a:pt x="209742" y="1263406"/>
                    <a:pt x="214533" y="1247153"/>
                    <a:pt x="219238" y="1231329"/>
                  </a:cubicBezTo>
                  <a:cubicBezTo>
                    <a:pt x="225396" y="1210713"/>
                    <a:pt x="231555" y="1190098"/>
                    <a:pt x="237714" y="1169483"/>
                  </a:cubicBezTo>
                  <a:cubicBezTo>
                    <a:pt x="246524" y="1140058"/>
                    <a:pt x="255335" y="1110547"/>
                    <a:pt x="260039" y="1080180"/>
                  </a:cubicBezTo>
                  <a:cubicBezTo>
                    <a:pt x="267397" y="1032706"/>
                    <a:pt x="264744" y="984034"/>
                    <a:pt x="277233" y="937244"/>
                  </a:cubicBezTo>
                  <a:cubicBezTo>
                    <a:pt x="282195" y="936217"/>
                    <a:pt x="286215" y="932197"/>
                    <a:pt x="288439" y="927663"/>
                  </a:cubicBezTo>
                  <a:cubicBezTo>
                    <a:pt x="290749" y="923130"/>
                    <a:pt x="291604" y="917997"/>
                    <a:pt x="292374" y="913036"/>
                  </a:cubicBezTo>
                  <a:cubicBezTo>
                    <a:pt x="300329" y="862824"/>
                    <a:pt x="304863" y="812185"/>
                    <a:pt x="313844" y="762230"/>
                  </a:cubicBezTo>
                  <a:cubicBezTo>
                    <a:pt x="317009" y="744865"/>
                    <a:pt x="320688" y="727501"/>
                    <a:pt x="322312" y="709965"/>
                  </a:cubicBezTo>
                  <a:cubicBezTo>
                    <a:pt x="324280" y="687810"/>
                    <a:pt x="322912" y="665399"/>
                    <a:pt x="318549" y="642047"/>
                  </a:cubicBezTo>
                  <a:cubicBezTo>
                    <a:pt x="321457" y="621261"/>
                    <a:pt x="324451" y="600389"/>
                    <a:pt x="327445" y="579603"/>
                  </a:cubicBezTo>
                  <a:cubicBezTo>
                    <a:pt x="328386" y="573187"/>
                    <a:pt x="329327" y="566601"/>
                    <a:pt x="328642" y="560185"/>
                  </a:cubicBezTo>
                  <a:lnTo>
                    <a:pt x="328642" y="560185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EFB729E-5824-9905-D194-10177B8D868B}"/>
                </a:ext>
              </a:extLst>
            </p:cNvPr>
            <p:cNvSpPr/>
            <p:nvPr/>
          </p:nvSpPr>
          <p:spPr>
            <a:xfrm>
              <a:off x="-4228204" y="1012413"/>
              <a:ext cx="443661" cy="1399402"/>
            </a:xfrm>
            <a:custGeom>
              <a:avLst/>
              <a:gdLst>
                <a:gd name="connsiteX0" fmla="*/ 316240 w 443661"/>
                <a:gd name="connsiteY0" fmla="*/ 445552 h 1399402"/>
                <a:gd name="connsiteX1" fmla="*/ 355759 w 443661"/>
                <a:gd name="connsiteY1" fmla="*/ 378061 h 1399402"/>
                <a:gd name="connsiteX2" fmla="*/ 356015 w 443661"/>
                <a:gd name="connsiteY2" fmla="*/ 379772 h 1399402"/>
                <a:gd name="connsiteX3" fmla="*/ 378085 w 443661"/>
                <a:gd name="connsiteY3" fmla="*/ 445295 h 1399402"/>
                <a:gd name="connsiteX4" fmla="*/ 316240 w 443661"/>
                <a:gd name="connsiteY4" fmla="*/ 445466 h 1399402"/>
                <a:gd name="connsiteX5" fmla="*/ 316240 w 443661"/>
                <a:gd name="connsiteY5" fmla="*/ 445466 h 1399402"/>
                <a:gd name="connsiteX6" fmla="*/ 279201 w 443661"/>
                <a:gd name="connsiteY6" fmla="*/ 219642 h 1399402"/>
                <a:gd name="connsiteX7" fmla="*/ 254737 w 443661"/>
                <a:gd name="connsiteY7" fmla="*/ 252489 h 1399402"/>
                <a:gd name="connsiteX8" fmla="*/ 241136 w 443661"/>
                <a:gd name="connsiteY8" fmla="*/ 230078 h 1399402"/>
                <a:gd name="connsiteX9" fmla="*/ 239767 w 443661"/>
                <a:gd name="connsiteY9" fmla="*/ 228795 h 1399402"/>
                <a:gd name="connsiteX10" fmla="*/ 238313 w 443661"/>
                <a:gd name="connsiteY10" fmla="*/ 229222 h 1399402"/>
                <a:gd name="connsiteX11" fmla="*/ 205808 w 443661"/>
                <a:gd name="connsiteY11" fmla="*/ 245732 h 1399402"/>
                <a:gd name="connsiteX12" fmla="*/ 213934 w 443661"/>
                <a:gd name="connsiteY12" fmla="*/ 202192 h 1399402"/>
                <a:gd name="connsiteX13" fmla="*/ 219922 w 443661"/>
                <a:gd name="connsiteY13" fmla="*/ 213740 h 1399402"/>
                <a:gd name="connsiteX14" fmla="*/ 231641 w 443661"/>
                <a:gd name="connsiteY14" fmla="*/ 221951 h 1399402"/>
                <a:gd name="connsiteX15" fmla="*/ 238228 w 443661"/>
                <a:gd name="connsiteY15" fmla="*/ 225715 h 1399402"/>
                <a:gd name="connsiteX16" fmla="*/ 239168 w 443661"/>
                <a:gd name="connsiteY16" fmla="*/ 226057 h 1399402"/>
                <a:gd name="connsiteX17" fmla="*/ 240280 w 443661"/>
                <a:gd name="connsiteY17" fmla="*/ 225715 h 1399402"/>
                <a:gd name="connsiteX18" fmla="*/ 252342 w 443661"/>
                <a:gd name="connsiteY18" fmla="*/ 219471 h 1399402"/>
                <a:gd name="connsiteX19" fmla="*/ 261494 w 443661"/>
                <a:gd name="connsiteY19" fmla="*/ 214424 h 1399402"/>
                <a:gd name="connsiteX20" fmla="*/ 294171 w 443661"/>
                <a:gd name="connsiteY20" fmla="*/ 181748 h 1399402"/>
                <a:gd name="connsiteX21" fmla="*/ 279287 w 443661"/>
                <a:gd name="connsiteY21" fmla="*/ 219642 h 1399402"/>
                <a:gd name="connsiteX22" fmla="*/ 279287 w 443661"/>
                <a:gd name="connsiteY22" fmla="*/ 219642 h 1399402"/>
                <a:gd name="connsiteX23" fmla="*/ 425816 w 443661"/>
                <a:gd name="connsiteY23" fmla="*/ 380713 h 1399402"/>
                <a:gd name="connsiteX24" fmla="*/ 401523 w 443661"/>
                <a:gd name="connsiteY24" fmla="*/ 293206 h 1399402"/>
                <a:gd name="connsiteX25" fmla="*/ 392541 w 443661"/>
                <a:gd name="connsiteY25" fmla="*/ 267544 h 1399402"/>
                <a:gd name="connsiteX26" fmla="*/ 393909 w 443661"/>
                <a:gd name="connsiteY26" fmla="*/ 251890 h 1399402"/>
                <a:gd name="connsiteX27" fmla="*/ 390744 w 443661"/>
                <a:gd name="connsiteY27" fmla="*/ 236835 h 1399402"/>
                <a:gd name="connsiteX28" fmla="*/ 373979 w 443661"/>
                <a:gd name="connsiteY28" fmla="*/ 228281 h 1399402"/>
                <a:gd name="connsiteX29" fmla="*/ 331038 w 443661"/>
                <a:gd name="connsiteY29" fmla="*/ 217674 h 1399402"/>
                <a:gd name="connsiteX30" fmla="*/ 320431 w 443661"/>
                <a:gd name="connsiteY30" fmla="*/ 213911 h 1399402"/>
                <a:gd name="connsiteX31" fmla="*/ 313588 w 443661"/>
                <a:gd name="connsiteY31" fmla="*/ 204673 h 1399402"/>
                <a:gd name="connsiteX32" fmla="*/ 306146 w 443661"/>
                <a:gd name="connsiteY32" fmla="*/ 197402 h 1399402"/>
                <a:gd name="connsiteX33" fmla="*/ 316582 w 443661"/>
                <a:gd name="connsiteY33" fmla="*/ 188677 h 1399402"/>
                <a:gd name="connsiteX34" fmla="*/ 317266 w 443661"/>
                <a:gd name="connsiteY34" fmla="*/ 173280 h 1399402"/>
                <a:gd name="connsiteX35" fmla="*/ 327018 w 443661"/>
                <a:gd name="connsiteY35" fmla="*/ 147361 h 1399402"/>
                <a:gd name="connsiteX36" fmla="*/ 326248 w 443661"/>
                <a:gd name="connsiteY36" fmla="*/ 143170 h 1399402"/>
                <a:gd name="connsiteX37" fmla="*/ 328301 w 443661"/>
                <a:gd name="connsiteY37" fmla="*/ 139748 h 1399402"/>
                <a:gd name="connsiteX38" fmla="*/ 330781 w 443661"/>
                <a:gd name="connsiteY38" fmla="*/ 141117 h 1399402"/>
                <a:gd name="connsiteX39" fmla="*/ 320517 w 443661"/>
                <a:gd name="connsiteY39" fmla="*/ 116909 h 1399402"/>
                <a:gd name="connsiteX40" fmla="*/ 305633 w 443661"/>
                <a:gd name="connsiteY40" fmla="*/ 93728 h 1399402"/>
                <a:gd name="connsiteX41" fmla="*/ 303665 w 443661"/>
                <a:gd name="connsiteY41" fmla="*/ 75850 h 1399402"/>
                <a:gd name="connsiteX42" fmla="*/ 297592 w 443661"/>
                <a:gd name="connsiteY42" fmla="*/ 54037 h 1399402"/>
                <a:gd name="connsiteX43" fmla="*/ 291519 w 443661"/>
                <a:gd name="connsiteY43" fmla="*/ 46681 h 1399402"/>
                <a:gd name="connsiteX44" fmla="*/ 289123 w 443661"/>
                <a:gd name="connsiteY44" fmla="*/ 43088 h 1399402"/>
                <a:gd name="connsiteX45" fmla="*/ 253454 w 443661"/>
                <a:gd name="connsiteY45" fmla="*/ 5793 h 1399402"/>
                <a:gd name="connsiteX46" fmla="*/ 231213 w 443661"/>
                <a:gd name="connsiteY46" fmla="*/ 1516 h 1399402"/>
                <a:gd name="connsiteX47" fmla="*/ 224456 w 443661"/>
                <a:gd name="connsiteY47" fmla="*/ 2970 h 1399402"/>
                <a:gd name="connsiteX48" fmla="*/ 220863 w 443661"/>
                <a:gd name="connsiteY48" fmla="*/ 1260 h 1399402"/>
                <a:gd name="connsiteX49" fmla="*/ 206835 w 443661"/>
                <a:gd name="connsiteY49" fmla="*/ 2371 h 1399402"/>
                <a:gd name="connsiteX50" fmla="*/ 196399 w 443661"/>
                <a:gd name="connsiteY50" fmla="*/ 12465 h 1399402"/>
                <a:gd name="connsiteX51" fmla="*/ 162782 w 443661"/>
                <a:gd name="connsiteY51" fmla="*/ 71573 h 1399402"/>
                <a:gd name="connsiteX52" fmla="*/ 154142 w 443661"/>
                <a:gd name="connsiteY52" fmla="*/ 107243 h 1399402"/>
                <a:gd name="connsiteX53" fmla="*/ 155083 w 443661"/>
                <a:gd name="connsiteY53" fmla="*/ 128115 h 1399402"/>
                <a:gd name="connsiteX54" fmla="*/ 157051 w 443661"/>
                <a:gd name="connsiteY54" fmla="*/ 124608 h 1399402"/>
                <a:gd name="connsiteX55" fmla="*/ 159702 w 443661"/>
                <a:gd name="connsiteY55" fmla="*/ 168147 h 1399402"/>
                <a:gd name="connsiteX56" fmla="*/ 159531 w 443661"/>
                <a:gd name="connsiteY56" fmla="*/ 164640 h 1399402"/>
                <a:gd name="connsiteX57" fmla="*/ 164920 w 443661"/>
                <a:gd name="connsiteY57" fmla="*/ 187137 h 1399402"/>
                <a:gd name="connsiteX58" fmla="*/ 165519 w 443661"/>
                <a:gd name="connsiteY58" fmla="*/ 184057 h 1399402"/>
                <a:gd name="connsiteX59" fmla="*/ 168598 w 443661"/>
                <a:gd name="connsiteY59" fmla="*/ 204929 h 1399402"/>
                <a:gd name="connsiteX60" fmla="*/ 169967 w 443661"/>
                <a:gd name="connsiteY60" fmla="*/ 199455 h 1399402"/>
                <a:gd name="connsiteX61" fmla="*/ 169882 w 443661"/>
                <a:gd name="connsiteY61" fmla="*/ 202534 h 1399402"/>
                <a:gd name="connsiteX62" fmla="*/ 172362 w 443661"/>
                <a:gd name="connsiteY62" fmla="*/ 203732 h 1399402"/>
                <a:gd name="connsiteX63" fmla="*/ 174757 w 443661"/>
                <a:gd name="connsiteY63" fmla="*/ 211516 h 1399402"/>
                <a:gd name="connsiteX64" fmla="*/ 175527 w 443661"/>
                <a:gd name="connsiteY64" fmla="*/ 206982 h 1399402"/>
                <a:gd name="connsiteX65" fmla="*/ 177324 w 443661"/>
                <a:gd name="connsiteY65" fmla="*/ 209634 h 1399402"/>
                <a:gd name="connsiteX66" fmla="*/ 180745 w 443661"/>
                <a:gd name="connsiteY66" fmla="*/ 208180 h 1399402"/>
                <a:gd name="connsiteX67" fmla="*/ 184509 w 443661"/>
                <a:gd name="connsiteY67" fmla="*/ 212884 h 1399402"/>
                <a:gd name="connsiteX68" fmla="*/ 186305 w 443661"/>
                <a:gd name="connsiteY68" fmla="*/ 211943 h 1399402"/>
                <a:gd name="connsiteX69" fmla="*/ 197853 w 443661"/>
                <a:gd name="connsiteY69" fmla="*/ 218444 h 1399402"/>
                <a:gd name="connsiteX70" fmla="*/ 161499 w 443661"/>
                <a:gd name="connsiteY70" fmla="*/ 234697 h 1399402"/>
                <a:gd name="connsiteX71" fmla="*/ 127368 w 443661"/>
                <a:gd name="connsiteY71" fmla="*/ 254285 h 1399402"/>
                <a:gd name="connsiteX72" fmla="*/ 118729 w 443661"/>
                <a:gd name="connsiteY72" fmla="*/ 279605 h 1399402"/>
                <a:gd name="connsiteX73" fmla="*/ 79381 w 443661"/>
                <a:gd name="connsiteY73" fmla="*/ 511332 h 1399402"/>
                <a:gd name="connsiteX74" fmla="*/ 47474 w 443661"/>
                <a:gd name="connsiteY74" fmla="*/ 667014 h 1399402"/>
                <a:gd name="connsiteX75" fmla="*/ 61332 w 443661"/>
                <a:gd name="connsiteY75" fmla="*/ 675226 h 1399402"/>
                <a:gd name="connsiteX76" fmla="*/ 52607 w 443661"/>
                <a:gd name="connsiteY76" fmla="*/ 742032 h 1399402"/>
                <a:gd name="connsiteX77" fmla="*/ 60990 w 443661"/>
                <a:gd name="connsiteY77" fmla="*/ 764101 h 1399402"/>
                <a:gd name="connsiteX78" fmla="*/ 75446 w 443661"/>
                <a:gd name="connsiteY78" fmla="*/ 769148 h 1399402"/>
                <a:gd name="connsiteX79" fmla="*/ 91442 w 443661"/>
                <a:gd name="connsiteY79" fmla="*/ 798060 h 1399402"/>
                <a:gd name="connsiteX80" fmla="*/ 89560 w 443661"/>
                <a:gd name="connsiteY80" fmla="*/ 888304 h 1399402"/>
                <a:gd name="connsiteX81" fmla="*/ 90244 w 443661"/>
                <a:gd name="connsiteY81" fmla="*/ 909005 h 1399402"/>
                <a:gd name="connsiteX82" fmla="*/ 88619 w 443661"/>
                <a:gd name="connsiteY82" fmla="*/ 927481 h 1399402"/>
                <a:gd name="connsiteX83" fmla="*/ 90501 w 443661"/>
                <a:gd name="connsiteY83" fmla="*/ 936121 h 1399402"/>
                <a:gd name="connsiteX84" fmla="*/ 86053 w 443661"/>
                <a:gd name="connsiteY84" fmla="*/ 950235 h 1399402"/>
                <a:gd name="connsiteX85" fmla="*/ 80322 w 443661"/>
                <a:gd name="connsiteY85" fmla="*/ 966830 h 1399402"/>
                <a:gd name="connsiteX86" fmla="*/ 78354 w 443661"/>
                <a:gd name="connsiteY86" fmla="*/ 1025167 h 1399402"/>
                <a:gd name="connsiteX87" fmla="*/ 75104 w 443661"/>
                <a:gd name="connsiteY87" fmla="*/ 1065115 h 1399402"/>
                <a:gd name="connsiteX88" fmla="*/ 75959 w 443661"/>
                <a:gd name="connsiteY88" fmla="*/ 1100100 h 1399402"/>
                <a:gd name="connsiteX89" fmla="*/ 67149 w 443661"/>
                <a:gd name="connsiteY89" fmla="*/ 1197188 h 1399402"/>
                <a:gd name="connsiteX90" fmla="*/ 68346 w 443661"/>
                <a:gd name="connsiteY90" fmla="*/ 1201465 h 1399402"/>
                <a:gd name="connsiteX91" fmla="*/ 72281 w 443661"/>
                <a:gd name="connsiteY91" fmla="*/ 1201465 h 1399402"/>
                <a:gd name="connsiteX92" fmla="*/ 57910 w 443661"/>
                <a:gd name="connsiteY92" fmla="*/ 1273318 h 1399402"/>
                <a:gd name="connsiteX93" fmla="*/ 48073 w 443661"/>
                <a:gd name="connsiteY93" fmla="*/ 1291965 h 1399402"/>
                <a:gd name="connsiteX94" fmla="*/ 39947 w 443661"/>
                <a:gd name="connsiteY94" fmla="*/ 1301204 h 1399402"/>
                <a:gd name="connsiteX95" fmla="*/ 0 w 443661"/>
                <a:gd name="connsiteY95" fmla="*/ 1362022 h 1399402"/>
                <a:gd name="connsiteX96" fmla="*/ 56542 w 443661"/>
                <a:gd name="connsiteY96" fmla="*/ 1352784 h 1399402"/>
                <a:gd name="connsiteX97" fmla="*/ 70570 w 443661"/>
                <a:gd name="connsiteY97" fmla="*/ 1348250 h 1399402"/>
                <a:gd name="connsiteX98" fmla="*/ 81263 w 443661"/>
                <a:gd name="connsiteY98" fmla="*/ 1330458 h 1399402"/>
                <a:gd name="connsiteX99" fmla="*/ 108036 w 443661"/>
                <a:gd name="connsiteY99" fmla="*/ 1292393 h 1399402"/>
                <a:gd name="connsiteX100" fmla="*/ 108721 w 443661"/>
                <a:gd name="connsiteY100" fmla="*/ 1317114 h 1399402"/>
                <a:gd name="connsiteX101" fmla="*/ 119926 w 443661"/>
                <a:gd name="connsiteY101" fmla="*/ 1311297 h 1399402"/>
                <a:gd name="connsiteX102" fmla="*/ 120440 w 443661"/>
                <a:gd name="connsiteY102" fmla="*/ 1295986 h 1399402"/>
                <a:gd name="connsiteX103" fmla="*/ 135751 w 443661"/>
                <a:gd name="connsiteY103" fmla="*/ 1273403 h 1399402"/>
                <a:gd name="connsiteX104" fmla="*/ 134212 w 443661"/>
                <a:gd name="connsiteY104" fmla="*/ 1245004 h 1399402"/>
                <a:gd name="connsiteX105" fmla="*/ 130191 w 443661"/>
                <a:gd name="connsiteY105" fmla="*/ 1232173 h 1399402"/>
                <a:gd name="connsiteX106" fmla="*/ 127368 w 443661"/>
                <a:gd name="connsiteY106" fmla="*/ 1202234 h 1399402"/>
                <a:gd name="connsiteX107" fmla="*/ 127454 w 443661"/>
                <a:gd name="connsiteY107" fmla="*/ 1199240 h 1399402"/>
                <a:gd name="connsiteX108" fmla="*/ 129764 w 443661"/>
                <a:gd name="connsiteY108" fmla="*/ 1195819 h 1399402"/>
                <a:gd name="connsiteX109" fmla="*/ 132586 w 443661"/>
                <a:gd name="connsiteY109" fmla="*/ 1187607 h 1399402"/>
                <a:gd name="connsiteX110" fmla="*/ 143193 w 443661"/>
                <a:gd name="connsiteY110" fmla="*/ 1090605 h 1399402"/>
                <a:gd name="connsiteX111" fmla="*/ 155254 w 443661"/>
                <a:gd name="connsiteY111" fmla="*/ 1019180 h 1399402"/>
                <a:gd name="connsiteX112" fmla="*/ 153715 w 443661"/>
                <a:gd name="connsiteY112" fmla="*/ 997881 h 1399402"/>
                <a:gd name="connsiteX113" fmla="*/ 159959 w 443661"/>
                <a:gd name="connsiteY113" fmla="*/ 987103 h 1399402"/>
                <a:gd name="connsiteX114" fmla="*/ 160985 w 443661"/>
                <a:gd name="connsiteY114" fmla="*/ 984109 h 1399402"/>
                <a:gd name="connsiteX115" fmla="*/ 158676 w 443661"/>
                <a:gd name="connsiteY115" fmla="*/ 980003 h 1399402"/>
                <a:gd name="connsiteX116" fmla="*/ 157051 w 443661"/>
                <a:gd name="connsiteY116" fmla="*/ 968712 h 1399402"/>
                <a:gd name="connsiteX117" fmla="*/ 161413 w 443661"/>
                <a:gd name="connsiteY117" fmla="*/ 961783 h 1399402"/>
                <a:gd name="connsiteX118" fmla="*/ 166716 w 443661"/>
                <a:gd name="connsiteY118" fmla="*/ 938174 h 1399402"/>
                <a:gd name="connsiteX119" fmla="*/ 177152 w 443661"/>
                <a:gd name="connsiteY119" fmla="*/ 824834 h 1399402"/>
                <a:gd name="connsiteX120" fmla="*/ 183910 w 443661"/>
                <a:gd name="connsiteY120" fmla="*/ 789592 h 1399402"/>
                <a:gd name="connsiteX121" fmla="*/ 196741 w 443661"/>
                <a:gd name="connsiteY121" fmla="*/ 736130 h 1399402"/>
                <a:gd name="connsiteX122" fmla="*/ 223942 w 443661"/>
                <a:gd name="connsiteY122" fmla="*/ 691820 h 1399402"/>
                <a:gd name="connsiteX123" fmla="*/ 231641 w 443661"/>
                <a:gd name="connsiteY123" fmla="*/ 713547 h 1399402"/>
                <a:gd name="connsiteX124" fmla="*/ 233608 w 443661"/>
                <a:gd name="connsiteY124" fmla="*/ 737584 h 1399402"/>
                <a:gd name="connsiteX125" fmla="*/ 238741 w 443661"/>
                <a:gd name="connsiteY125" fmla="*/ 767522 h 1399402"/>
                <a:gd name="connsiteX126" fmla="*/ 258073 w 443661"/>
                <a:gd name="connsiteY126" fmla="*/ 874276 h 1399402"/>
                <a:gd name="connsiteX127" fmla="*/ 269792 w 443661"/>
                <a:gd name="connsiteY127" fmla="*/ 910203 h 1399402"/>
                <a:gd name="connsiteX128" fmla="*/ 283906 w 443661"/>
                <a:gd name="connsiteY128" fmla="*/ 992748 h 1399402"/>
                <a:gd name="connsiteX129" fmla="*/ 292203 w 443661"/>
                <a:gd name="connsiteY129" fmla="*/ 1005579 h 1399402"/>
                <a:gd name="connsiteX130" fmla="*/ 300329 w 443661"/>
                <a:gd name="connsiteY130" fmla="*/ 1036972 h 1399402"/>
                <a:gd name="connsiteX131" fmla="*/ 330867 w 443661"/>
                <a:gd name="connsiteY131" fmla="*/ 1209420 h 1399402"/>
                <a:gd name="connsiteX132" fmla="*/ 330696 w 443661"/>
                <a:gd name="connsiteY132" fmla="*/ 1216092 h 1399402"/>
                <a:gd name="connsiteX133" fmla="*/ 337111 w 443661"/>
                <a:gd name="connsiteY133" fmla="*/ 1219342 h 1399402"/>
                <a:gd name="connsiteX134" fmla="*/ 340020 w 443661"/>
                <a:gd name="connsiteY134" fmla="*/ 1230035 h 1399402"/>
                <a:gd name="connsiteX135" fmla="*/ 334117 w 443661"/>
                <a:gd name="connsiteY135" fmla="*/ 1289143 h 1399402"/>
                <a:gd name="connsiteX136" fmla="*/ 332749 w 443661"/>
                <a:gd name="connsiteY136" fmla="*/ 1334992 h 1399402"/>
                <a:gd name="connsiteX137" fmla="*/ 349771 w 443661"/>
                <a:gd name="connsiteY137" fmla="*/ 1376906 h 1399402"/>
                <a:gd name="connsiteX138" fmla="*/ 371241 w 443661"/>
                <a:gd name="connsiteY138" fmla="*/ 1394014 h 1399402"/>
                <a:gd name="connsiteX139" fmla="*/ 380223 w 443661"/>
                <a:gd name="connsiteY139" fmla="*/ 1399403 h 1399402"/>
                <a:gd name="connsiteX140" fmla="*/ 399042 w 443661"/>
                <a:gd name="connsiteY140" fmla="*/ 1373827 h 1399402"/>
                <a:gd name="connsiteX141" fmla="*/ 404773 w 443661"/>
                <a:gd name="connsiteY141" fmla="*/ 1361252 h 1399402"/>
                <a:gd name="connsiteX142" fmla="*/ 399213 w 443661"/>
                <a:gd name="connsiteY142" fmla="*/ 1340124 h 1399402"/>
                <a:gd name="connsiteX143" fmla="*/ 378256 w 443661"/>
                <a:gd name="connsiteY143" fmla="*/ 1223790 h 1399402"/>
                <a:gd name="connsiteX144" fmla="*/ 377999 w 443661"/>
                <a:gd name="connsiteY144" fmla="*/ 1210617 h 1399402"/>
                <a:gd name="connsiteX145" fmla="*/ 386040 w 443661"/>
                <a:gd name="connsiteY145" fmla="*/ 1167848 h 1399402"/>
                <a:gd name="connsiteX146" fmla="*/ 381421 w 443661"/>
                <a:gd name="connsiteY146" fmla="*/ 1090605 h 1399402"/>
                <a:gd name="connsiteX147" fmla="*/ 376460 w 443661"/>
                <a:gd name="connsiteY147" fmla="*/ 1020206 h 1399402"/>
                <a:gd name="connsiteX148" fmla="*/ 365083 w 443661"/>
                <a:gd name="connsiteY148" fmla="*/ 972048 h 1399402"/>
                <a:gd name="connsiteX149" fmla="*/ 360720 w 443661"/>
                <a:gd name="connsiteY149" fmla="*/ 951432 h 1399402"/>
                <a:gd name="connsiteX150" fmla="*/ 356358 w 443661"/>
                <a:gd name="connsiteY150" fmla="*/ 921066 h 1399402"/>
                <a:gd name="connsiteX151" fmla="*/ 348830 w 443661"/>
                <a:gd name="connsiteY151" fmla="*/ 906695 h 1399402"/>
                <a:gd name="connsiteX152" fmla="*/ 349343 w 443661"/>
                <a:gd name="connsiteY152" fmla="*/ 889502 h 1399402"/>
                <a:gd name="connsiteX153" fmla="*/ 343869 w 443661"/>
                <a:gd name="connsiteY153" fmla="*/ 867091 h 1399402"/>
                <a:gd name="connsiteX154" fmla="*/ 355417 w 443661"/>
                <a:gd name="connsiteY154" fmla="*/ 697466 h 1399402"/>
                <a:gd name="connsiteX155" fmla="*/ 360720 w 443661"/>
                <a:gd name="connsiteY155" fmla="*/ 688997 h 1399402"/>
                <a:gd name="connsiteX156" fmla="*/ 355844 w 443661"/>
                <a:gd name="connsiteY156" fmla="*/ 664790 h 1399402"/>
                <a:gd name="connsiteX157" fmla="*/ 333005 w 443661"/>
                <a:gd name="connsiteY157" fmla="*/ 522024 h 1399402"/>
                <a:gd name="connsiteX158" fmla="*/ 331808 w 443661"/>
                <a:gd name="connsiteY158" fmla="*/ 514411 h 1399402"/>
                <a:gd name="connsiteX159" fmla="*/ 367478 w 443661"/>
                <a:gd name="connsiteY159" fmla="*/ 512871 h 1399402"/>
                <a:gd name="connsiteX160" fmla="*/ 420341 w 443661"/>
                <a:gd name="connsiteY160" fmla="*/ 514240 h 1399402"/>
                <a:gd name="connsiteX161" fmla="*/ 429922 w 443661"/>
                <a:gd name="connsiteY161" fmla="*/ 512615 h 1399402"/>
                <a:gd name="connsiteX162" fmla="*/ 435482 w 443661"/>
                <a:gd name="connsiteY162" fmla="*/ 504916 h 1399402"/>
                <a:gd name="connsiteX163" fmla="*/ 443437 w 443661"/>
                <a:gd name="connsiteY163" fmla="*/ 478998 h 1399402"/>
                <a:gd name="connsiteX164" fmla="*/ 443266 w 443661"/>
                <a:gd name="connsiteY164" fmla="*/ 465140 h 1399402"/>
                <a:gd name="connsiteX165" fmla="*/ 425559 w 443661"/>
                <a:gd name="connsiteY165" fmla="*/ 380542 h 1399402"/>
                <a:gd name="connsiteX166" fmla="*/ 425559 w 443661"/>
                <a:gd name="connsiteY166" fmla="*/ 380542 h 139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</a:cxnLst>
              <a:rect l="l" t="t" r="r" b="b"/>
              <a:pathLst>
                <a:path w="443661" h="1399402">
                  <a:moveTo>
                    <a:pt x="316240" y="445552"/>
                  </a:moveTo>
                  <a:cubicBezTo>
                    <a:pt x="329755" y="423226"/>
                    <a:pt x="342928" y="400729"/>
                    <a:pt x="355759" y="378061"/>
                  </a:cubicBezTo>
                  <a:cubicBezTo>
                    <a:pt x="355759" y="378660"/>
                    <a:pt x="355844" y="379259"/>
                    <a:pt x="356015" y="379772"/>
                  </a:cubicBezTo>
                  <a:cubicBezTo>
                    <a:pt x="361148" y="402269"/>
                    <a:pt x="368504" y="424338"/>
                    <a:pt x="378085" y="445295"/>
                  </a:cubicBezTo>
                  <a:cubicBezTo>
                    <a:pt x="357470" y="445124"/>
                    <a:pt x="336855" y="445210"/>
                    <a:pt x="316240" y="445466"/>
                  </a:cubicBezTo>
                  <a:lnTo>
                    <a:pt x="316240" y="445466"/>
                  </a:lnTo>
                  <a:close/>
                  <a:moveTo>
                    <a:pt x="279201" y="219642"/>
                  </a:moveTo>
                  <a:cubicBezTo>
                    <a:pt x="272016" y="231275"/>
                    <a:pt x="263376" y="241882"/>
                    <a:pt x="254737" y="252489"/>
                  </a:cubicBezTo>
                  <a:cubicBezTo>
                    <a:pt x="250203" y="245047"/>
                    <a:pt x="245670" y="237520"/>
                    <a:pt x="241136" y="230078"/>
                  </a:cubicBezTo>
                  <a:cubicBezTo>
                    <a:pt x="240794" y="229565"/>
                    <a:pt x="240366" y="228966"/>
                    <a:pt x="239767" y="228795"/>
                  </a:cubicBezTo>
                  <a:cubicBezTo>
                    <a:pt x="239254" y="228709"/>
                    <a:pt x="238741" y="228966"/>
                    <a:pt x="238313" y="229222"/>
                  </a:cubicBezTo>
                  <a:cubicBezTo>
                    <a:pt x="227621" y="235039"/>
                    <a:pt x="217442" y="241968"/>
                    <a:pt x="205808" y="245732"/>
                  </a:cubicBezTo>
                  <a:cubicBezTo>
                    <a:pt x="207348" y="231019"/>
                    <a:pt x="210085" y="216477"/>
                    <a:pt x="213934" y="202192"/>
                  </a:cubicBezTo>
                  <a:cubicBezTo>
                    <a:pt x="214276" y="205699"/>
                    <a:pt x="216672" y="210318"/>
                    <a:pt x="219922" y="213740"/>
                  </a:cubicBezTo>
                  <a:cubicBezTo>
                    <a:pt x="223258" y="217161"/>
                    <a:pt x="227450" y="219642"/>
                    <a:pt x="231641" y="221951"/>
                  </a:cubicBezTo>
                  <a:cubicBezTo>
                    <a:pt x="233865" y="223235"/>
                    <a:pt x="236004" y="224432"/>
                    <a:pt x="238228" y="225715"/>
                  </a:cubicBezTo>
                  <a:cubicBezTo>
                    <a:pt x="238484" y="225886"/>
                    <a:pt x="238826" y="226057"/>
                    <a:pt x="239168" y="226057"/>
                  </a:cubicBezTo>
                  <a:cubicBezTo>
                    <a:pt x="239511" y="226057"/>
                    <a:pt x="239938" y="225886"/>
                    <a:pt x="240280" y="225715"/>
                  </a:cubicBezTo>
                  <a:cubicBezTo>
                    <a:pt x="244301" y="223577"/>
                    <a:pt x="248321" y="221524"/>
                    <a:pt x="252342" y="219471"/>
                  </a:cubicBezTo>
                  <a:cubicBezTo>
                    <a:pt x="255421" y="217846"/>
                    <a:pt x="258500" y="216220"/>
                    <a:pt x="261494" y="214424"/>
                  </a:cubicBezTo>
                  <a:cubicBezTo>
                    <a:pt x="274668" y="206212"/>
                    <a:pt x="284676" y="193894"/>
                    <a:pt x="294171" y="181748"/>
                  </a:cubicBezTo>
                  <a:cubicBezTo>
                    <a:pt x="292117" y="195263"/>
                    <a:pt x="286472" y="208009"/>
                    <a:pt x="279287" y="219642"/>
                  </a:cubicBezTo>
                  <a:lnTo>
                    <a:pt x="279287" y="219642"/>
                  </a:lnTo>
                  <a:close/>
                  <a:moveTo>
                    <a:pt x="425816" y="380713"/>
                  </a:moveTo>
                  <a:cubicBezTo>
                    <a:pt x="420170" y="350860"/>
                    <a:pt x="414524" y="320664"/>
                    <a:pt x="401523" y="293206"/>
                  </a:cubicBezTo>
                  <a:cubicBezTo>
                    <a:pt x="397673" y="284994"/>
                    <a:pt x="392969" y="276697"/>
                    <a:pt x="392541" y="267544"/>
                  </a:cubicBezTo>
                  <a:cubicBezTo>
                    <a:pt x="392284" y="262326"/>
                    <a:pt x="393482" y="257108"/>
                    <a:pt x="393909" y="251890"/>
                  </a:cubicBezTo>
                  <a:cubicBezTo>
                    <a:pt x="394337" y="246672"/>
                    <a:pt x="393824" y="241027"/>
                    <a:pt x="390744" y="236835"/>
                  </a:cubicBezTo>
                  <a:cubicBezTo>
                    <a:pt x="386981" y="231703"/>
                    <a:pt x="380223" y="229821"/>
                    <a:pt x="373979" y="228281"/>
                  </a:cubicBezTo>
                  <a:cubicBezTo>
                    <a:pt x="359694" y="224774"/>
                    <a:pt x="345323" y="221182"/>
                    <a:pt x="331038" y="217674"/>
                  </a:cubicBezTo>
                  <a:cubicBezTo>
                    <a:pt x="327360" y="216819"/>
                    <a:pt x="323596" y="215878"/>
                    <a:pt x="320431" y="213911"/>
                  </a:cubicBezTo>
                  <a:cubicBezTo>
                    <a:pt x="317181" y="211943"/>
                    <a:pt x="314443" y="208778"/>
                    <a:pt x="313588" y="204673"/>
                  </a:cubicBezTo>
                  <a:cubicBezTo>
                    <a:pt x="311107" y="202277"/>
                    <a:pt x="308627" y="199882"/>
                    <a:pt x="306146" y="197402"/>
                  </a:cubicBezTo>
                  <a:cubicBezTo>
                    <a:pt x="311022" y="198941"/>
                    <a:pt x="315726" y="193723"/>
                    <a:pt x="316582" y="188677"/>
                  </a:cubicBezTo>
                  <a:cubicBezTo>
                    <a:pt x="317437" y="183630"/>
                    <a:pt x="316240" y="178326"/>
                    <a:pt x="317266" y="173280"/>
                  </a:cubicBezTo>
                  <a:cubicBezTo>
                    <a:pt x="319234" y="164127"/>
                    <a:pt x="328728" y="156685"/>
                    <a:pt x="327018" y="147361"/>
                  </a:cubicBezTo>
                  <a:cubicBezTo>
                    <a:pt x="326761" y="145992"/>
                    <a:pt x="326248" y="144538"/>
                    <a:pt x="326248" y="143170"/>
                  </a:cubicBezTo>
                  <a:cubicBezTo>
                    <a:pt x="326248" y="141715"/>
                    <a:pt x="326932" y="140176"/>
                    <a:pt x="328301" y="139748"/>
                  </a:cubicBezTo>
                  <a:cubicBezTo>
                    <a:pt x="329327" y="139406"/>
                    <a:pt x="330525" y="140176"/>
                    <a:pt x="330781" y="141117"/>
                  </a:cubicBezTo>
                  <a:cubicBezTo>
                    <a:pt x="331295" y="132221"/>
                    <a:pt x="326077" y="123923"/>
                    <a:pt x="320517" y="116909"/>
                  </a:cubicBezTo>
                  <a:cubicBezTo>
                    <a:pt x="314700" y="109638"/>
                    <a:pt x="308113" y="102624"/>
                    <a:pt x="305633" y="93728"/>
                  </a:cubicBezTo>
                  <a:cubicBezTo>
                    <a:pt x="304008" y="87911"/>
                    <a:pt x="304264" y="81838"/>
                    <a:pt x="303665" y="75850"/>
                  </a:cubicBezTo>
                  <a:cubicBezTo>
                    <a:pt x="302895" y="68323"/>
                    <a:pt x="300843" y="60881"/>
                    <a:pt x="297592" y="54037"/>
                  </a:cubicBezTo>
                  <a:cubicBezTo>
                    <a:pt x="296138" y="51129"/>
                    <a:pt x="294342" y="48135"/>
                    <a:pt x="291519" y="46681"/>
                  </a:cubicBezTo>
                  <a:cubicBezTo>
                    <a:pt x="289637" y="45740"/>
                    <a:pt x="287071" y="43773"/>
                    <a:pt x="289123" y="43088"/>
                  </a:cubicBezTo>
                  <a:cubicBezTo>
                    <a:pt x="281340" y="27435"/>
                    <a:pt x="268765" y="14261"/>
                    <a:pt x="253454" y="5793"/>
                  </a:cubicBezTo>
                  <a:cubicBezTo>
                    <a:pt x="246696" y="2029"/>
                    <a:pt x="238655" y="-879"/>
                    <a:pt x="231213" y="1516"/>
                  </a:cubicBezTo>
                  <a:cubicBezTo>
                    <a:pt x="228989" y="2286"/>
                    <a:pt x="226765" y="3484"/>
                    <a:pt x="224456" y="2970"/>
                  </a:cubicBezTo>
                  <a:cubicBezTo>
                    <a:pt x="223173" y="2714"/>
                    <a:pt x="222061" y="1858"/>
                    <a:pt x="220863" y="1260"/>
                  </a:cubicBezTo>
                  <a:cubicBezTo>
                    <a:pt x="216501" y="-965"/>
                    <a:pt x="211111" y="-24"/>
                    <a:pt x="206835" y="2371"/>
                  </a:cubicBezTo>
                  <a:cubicBezTo>
                    <a:pt x="202643" y="4852"/>
                    <a:pt x="199393" y="8616"/>
                    <a:pt x="196399" y="12465"/>
                  </a:cubicBezTo>
                  <a:cubicBezTo>
                    <a:pt x="182285" y="30257"/>
                    <a:pt x="170908" y="50359"/>
                    <a:pt x="162782" y="71573"/>
                  </a:cubicBezTo>
                  <a:cubicBezTo>
                    <a:pt x="158419" y="83121"/>
                    <a:pt x="154998" y="95182"/>
                    <a:pt x="154142" y="107243"/>
                  </a:cubicBezTo>
                  <a:cubicBezTo>
                    <a:pt x="155169" y="114086"/>
                    <a:pt x="155511" y="121186"/>
                    <a:pt x="155083" y="128115"/>
                  </a:cubicBezTo>
                  <a:cubicBezTo>
                    <a:pt x="155169" y="126746"/>
                    <a:pt x="155939" y="125463"/>
                    <a:pt x="157051" y="124608"/>
                  </a:cubicBezTo>
                  <a:cubicBezTo>
                    <a:pt x="154484" y="139064"/>
                    <a:pt x="155425" y="154119"/>
                    <a:pt x="159702" y="168147"/>
                  </a:cubicBezTo>
                  <a:cubicBezTo>
                    <a:pt x="159702" y="166950"/>
                    <a:pt x="159617" y="165838"/>
                    <a:pt x="159531" y="164640"/>
                  </a:cubicBezTo>
                  <a:cubicBezTo>
                    <a:pt x="160216" y="172339"/>
                    <a:pt x="166032" y="179438"/>
                    <a:pt x="164920" y="187137"/>
                  </a:cubicBezTo>
                  <a:cubicBezTo>
                    <a:pt x="165091" y="186110"/>
                    <a:pt x="165348" y="185084"/>
                    <a:pt x="165519" y="184057"/>
                  </a:cubicBezTo>
                  <a:cubicBezTo>
                    <a:pt x="166545" y="190986"/>
                    <a:pt x="167572" y="198000"/>
                    <a:pt x="168598" y="204929"/>
                  </a:cubicBezTo>
                  <a:cubicBezTo>
                    <a:pt x="169026" y="203133"/>
                    <a:pt x="169454" y="201251"/>
                    <a:pt x="169967" y="199455"/>
                  </a:cubicBezTo>
                  <a:cubicBezTo>
                    <a:pt x="169710" y="200481"/>
                    <a:pt x="169454" y="201507"/>
                    <a:pt x="169882" y="202534"/>
                  </a:cubicBezTo>
                  <a:cubicBezTo>
                    <a:pt x="170224" y="203475"/>
                    <a:pt x="171507" y="204245"/>
                    <a:pt x="172362" y="203732"/>
                  </a:cubicBezTo>
                  <a:cubicBezTo>
                    <a:pt x="173132" y="206298"/>
                    <a:pt x="173987" y="208864"/>
                    <a:pt x="174757" y="211516"/>
                  </a:cubicBezTo>
                  <a:cubicBezTo>
                    <a:pt x="175014" y="209976"/>
                    <a:pt x="175270" y="208522"/>
                    <a:pt x="175527" y="206982"/>
                  </a:cubicBezTo>
                  <a:cubicBezTo>
                    <a:pt x="175527" y="208094"/>
                    <a:pt x="176297" y="209206"/>
                    <a:pt x="177324" y="209634"/>
                  </a:cubicBezTo>
                  <a:cubicBezTo>
                    <a:pt x="178607" y="210061"/>
                    <a:pt x="180146" y="209377"/>
                    <a:pt x="180745" y="208180"/>
                  </a:cubicBezTo>
                  <a:cubicBezTo>
                    <a:pt x="182627" y="209206"/>
                    <a:pt x="182370" y="212970"/>
                    <a:pt x="184509" y="212884"/>
                  </a:cubicBezTo>
                  <a:cubicBezTo>
                    <a:pt x="185193" y="212884"/>
                    <a:pt x="185792" y="212371"/>
                    <a:pt x="186305" y="211943"/>
                  </a:cubicBezTo>
                  <a:cubicBezTo>
                    <a:pt x="190839" y="208265"/>
                    <a:pt x="198024" y="208094"/>
                    <a:pt x="197853" y="218444"/>
                  </a:cubicBezTo>
                  <a:cubicBezTo>
                    <a:pt x="188101" y="227597"/>
                    <a:pt x="174415" y="231019"/>
                    <a:pt x="161499" y="234697"/>
                  </a:cubicBezTo>
                  <a:cubicBezTo>
                    <a:pt x="148668" y="238375"/>
                    <a:pt x="135067" y="243336"/>
                    <a:pt x="127368" y="254285"/>
                  </a:cubicBezTo>
                  <a:cubicBezTo>
                    <a:pt x="122150" y="261642"/>
                    <a:pt x="120354" y="270795"/>
                    <a:pt x="118729" y="279605"/>
                  </a:cubicBezTo>
                  <a:cubicBezTo>
                    <a:pt x="104529" y="356676"/>
                    <a:pt x="96831" y="434945"/>
                    <a:pt x="79381" y="511332"/>
                  </a:cubicBezTo>
                  <a:cubicBezTo>
                    <a:pt x="79381" y="511332"/>
                    <a:pt x="46876" y="665645"/>
                    <a:pt x="47474" y="667014"/>
                  </a:cubicBezTo>
                  <a:cubicBezTo>
                    <a:pt x="51409" y="670692"/>
                    <a:pt x="56200" y="673600"/>
                    <a:pt x="61332" y="675226"/>
                  </a:cubicBezTo>
                  <a:cubicBezTo>
                    <a:pt x="55087" y="696867"/>
                    <a:pt x="52094" y="719449"/>
                    <a:pt x="52607" y="742032"/>
                  </a:cubicBezTo>
                  <a:cubicBezTo>
                    <a:pt x="52778" y="750244"/>
                    <a:pt x="54061" y="759653"/>
                    <a:pt x="60990" y="764101"/>
                  </a:cubicBezTo>
                  <a:cubicBezTo>
                    <a:pt x="65267" y="766924"/>
                    <a:pt x="70827" y="766924"/>
                    <a:pt x="75446" y="769148"/>
                  </a:cubicBezTo>
                  <a:cubicBezTo>
                    <a:pt x="85796" y="773938"/>
                    <a:pt x="88704" y="787111"/>
                    <a:pt x="91442" y="798060"/>
                  </a:cubicBezTo>
                  <a:cubicBezTo>
                    <a:pt x="89218" y="828170"/>
                    <a:pt x="86994" y="858365"/>
                    <a:pt x="89560" y="888304"/>
                  </a:cubicBezTo>
                  <a:cubicBezTo>
                    <a:pt x="90159" y="895148"/>
                    <a:pt x="91014" y="902076"/>
                    <a:pt x="90244" y="909005"/>
                  </a:cubicBezTo>
                  <a:cubicBezTo>
                    <a:pt x="89560" y="915164"/>
                    <a:pt x="87592" y="921408"/>
                    <a:pt x="88619" y="927481"/>
                  </a:cubicBezTo>
                  <a:cubicBezTo>
                    <a:pt x="89132" y="930390"/>
                    <a:pt x="90244" y="933212"/>
                    <a:pt x="90501" y="936121"/>
                  </a:cubicBezTo>
                  <a:cubicBezTo>
                    <a:pt x="90758" y="941082"/>
                    <a:pt x="88191" y="945701"/>
                    <a:pt x="86053" y="950235"/>
                  </a:cubicBezTo>
                  <a:cubicBezTo>
                    <a:pt x="83572" y="955538"/>
                    <a:pt x="81605" y="961098"/>
                    <a:pt x="80322" y="966830"/>
                  </a:cubicBezTo>
                  <a:cubicBezTo>
                    <a:pt x="76045" y="985905"/>
                    <a:pt x="78953" y="1005664"/>
                    <a:pt x="78354" y="1025167"/>
                  </a:cubicBezTo>
                  <a:cubicBezTo>
                    <a:pt x="78012" y="1038512"/>
                    <a:pt x="75959" y="1051770"/>
                    <a:pt x="75104" y="1065115"/>
                  </a:cubicBezTo>
                  <a:cubicBezTo>
                    <a:pt x="74419" y="1076748"/>
                    <a:pt x="74761" y="1088467"/>
                    <a:pt x="75959" y="1100100"/>
                  </a:cubicBezTo>
                  <a:cubicBezTo>
                    <a:pt x="75959" y="1100100"/>
                    <a:pt x="68175" y="1196418"/>
                    <a:pt x="67149" y="1197188"/>
                  </a:cubicBezTo>
                  <a:cubicBezTo>
                    <a:pt x="67576" y="1198642"/>
                    <a:pt x="68004" y="1200096"/>
                    <a:pt x="68346" y="1201465"/>
                  </a:cubicBezTo>
                  <a:cubicBezTo>
                    <a:pt x="69629" y="1201037"/>
                    <a:pt x="71083" y="1201037"/>
                    <a:pt x="72281" y="1201465"/>
                  </a:cubicBezTo>
                  <a:cubicBezTo>
                    <a:pt x="74676" y="1226014"/>
                    <a:pt x="67320" y="1250564"/>
                    <a:pt x="57910" y="1273318"/>
                  </a:cubicBezTo>
                  <a:cubicBezTo>
                    <a:pt x="55173" y="1279819"/>
                    <a:pt x="52265" y="1286320"/>
                    <a:pt x="48073" y="1291965"/>
                  </a:cubicBezTo>
                  <a:cubicBezTo>
                    <a:pt x="45593" y="1295216"/>
                    <a:pt x="42770" y="1298210"/>
                    <a:pt x="39947" y="1301204"/>
                  </a:cubicBezTo>
                  <a:cubicBezTo>
                    <a:pt x="23694" y="1318140"/>
                    <a:pt x="7271" y="1336275"/>
                    <a:pt x="0" y="1362022"/>
                  </a:cubicBezTo>
                  <a:cubicBezTo>
                    <a:pt x="18819" y="1358943"/>
                    <a:pt x="37723" y="1355863"/>
                    <a:pt x="56542" y="1352784"/>
                  </a:cubicBezTo>
                  <a:cubicBezTo>
                    <a:pt x="61417" y="1352014"/>
                    <a:pt x="66550" y="1351073"/>
                    <a:pt x="70570" y="1348250"/>
                  </a:cubicBezTo>
                  <a:cubicBezTo>
                    <a:pt x="76301" y="1344144"/>
                    <a:pt x="78782" y="1337045"/>
                    <a:pt x="81263" y="1330458"/>
                  </a:cubicBezTo>
                  <a:cubicBezTo>
                    <a:pt x="86566" y="1316430"/>
                    <a:pt x="94008" y="1302487"/>
                    <a:pt x="108036" y="1292393"/>
                  </a:cubicBezTo>
                  <a:cubicBezTo>
                    <a:pt x="107523" y="1300605"/>
                    <a:pt x="107780" y="1308902"/>
                    <a:pt x="108721" y="1317114"/>
                  </a:cubicBezTo>
                  <a:cubicBezTo>
                    <a:pt x="112313" y="1320707"/>
                    <a:pt x="118729" y="1316344"/>
                    <a:pt x="119926" y="1311297"/>
                  </a:cubicBezTo>
                  <a:cubicBezTo>
                    <a:pt x="121038" y="1306336"/>
                    <a:pt x="119413" y="1301032"/>
                    <a:pt x="120440" y="1295986"/>
                  </a:cubicBezTo>
                  <a:cubicBezTo>
                    <a:pt x="122321" y="1287004"/>
                    <a:pt x="131816" y="1281701"/>
                    <a:pt x="135751" y="1273403"/>
                  </a:cubicBezTo>
                  <a:cubicBezTo>
                    <a:pt x="139943" y="1264593"/>
                    <a:pt x="137120" y="1254242"/>
                    <a:pt x="134212" y="1245004"/>
                  </a:cubicBezTo>
                  <a:lnTo>
                    <a:pt x="130191" y="1232173"/>
                  </a:lnTo>
                  <a:cubicBezTo>
                    <a:pt x="129250" y="1222165"/>
                    <a:pt x="128309" y="1212243"/>
                    <a:pt x="127368" y="1202234"/>
                  </a:cubicBezTo>
                  <a:cubicBezTo>
                    <a:pt x="127283" y="1201208"/>
                    <a:pt x="127197" y="1200182"/>
                    <a:pt x="127454" y="1199240"/>
                  </a:cubicBezTo>
                  <a:cubicBezTo>
                    <a:pt x="127882" y="1197957"/>
                    <a:pt x="128908" y="1196931"/>
                    <a:pt x="129764" y="1195819"/>
                  </a:cubicBezTo>
                  <a:cubicBezTo>
                    <a:pt x="131474" y="1193424"/>
                    <a:pt x="132073" y="1190516"/>
                    <a:pt x="132586" y="1187607"/>
                  </a:cubicBezTo>
                  <a:cubicBezTo>
                    <a:pt x="138318" y="1155530"/>
                    <a:pt x="136264" y="1122426"/>
                    <a:pt x="143193" y="1090605"/>
                  </a:cubicBezTo>
                  <a:cubicBezTo>
                    <a:pt x="148326" y="1066825"/>
                    <a:pt x="158505" y="1043216"/>
                    <a:pt x="155254" y="1019180"/>
                  </a:cubicBezTo>
                  <a:cubicBezTo>
                    <a:pt x="154399" y="1012935"/>
                    <a:pt x="152688" y="1006606"/>
                    <a:pt x="153715" y="997881"/>
                  </a:cubicBezTo>
                  <a:cubicBezTo>
                    <a:pt x="155853" y="994288"/>
                    <a:pt x="157906" y="990695"/>
                    <a:pt x="159959" y="987103"/>
                  </a:cubicBezTo>
                  <a:cubicBezTo>
                    <a:pt x="160558" y="986161"/>
                    <a:pt x="161071" y="985221"/>
                    <a:pt x="160985" y="984109"/>
                  </a:cubicBezTo>
                  <a:cubicBezTo>
                    <a:pt x="160985" y="982483"/>
                    <a:pt x="159617" y="981286"/>
                    <a:pt x="158676" y="980003"/>
                  </a:cubicBezTo>
                  <a:cubicBezTo>
                    <a:pt x="156195" y="976838"/>
                    <a:pt x="155596" y="972390"/>
                    <a:pt x="157051" y="968712"/>
                  </a:cubicBezTo>
                  <a:cubicBezTo>
                    <a:pt x="158077" y="966145"/>
                    <a:pt x="159959" y="964092"/>
                    <a:pt x="161413" y="961783"/>
                  </a:cubicBezTo>
                  <a:cubicBezTo>
                    <a:pt x="165861" y="954940"/>
                    <a:pt x="166289" y="946300"/>
                    <a:pt x="166716" y="938174"/>
                  </a:cubicBezTo>
                  <a:cubicBezTo>
                    <a:pt x="168598" y="900280"/>
                    <a:pt x="172020" y="862386"/>
                    <a:pt x="177152" y="824834"/>
                  </a:cubicBezTo>
                  <a:cubicBezTo>
                    <a:pt x="178778" y="812944"/>
                    <a:pt x="180574" y="800968"/>
                    <a:pt x="183910" y="789592"/>
                  </a:cubicBezTo>
                  <a:cubicBezTo>
                    <a:pt x="187246" y="771543"/>
                    <a:pt x="191608" y="753751"/>
                    <a:pt x="196741" y="736130"/>
                  </a:cubicBezTo>
                  <a:cubicBezTo>
                    <a:pt x="201617" y="719792"/>
                    <a:pt x="207947" y="702598"/>
                    <a:pt x="223942" y="691820"/>
                  </a:cubicBezTo>
                  <a:cubicBezTo>
                    <a:pt x="227022" y="698834"/>
                    <a:pt x="230187" y="706020"/>
                    <a:pt x="231641" y="713547"/>
                  </a:cubicBezTo>
                  <a:cubicBezTo>
                    <a:pt x="233181" y="721417"/>
                    <a:pt x="232924" y="729543"/>
                    <a:pt x="233608" y="737584"/>
                  </a:cubicBezTo>
                  <a:cubicBezTo>
                    <a:pt x="234378" y="747678"/>
                    <a:pt x="236602" y="757600"/>
                    <a:pt x="238741" y="767522"/>
                  </a:cubicBezTo>
                  <a:cubicBezTo>
                    <a:pt x="246354" y="802850"/>
                    <a:pt x="253026" y="838520"/>
                    <a:pt x="258073" y="874276"/>
                  </a:cubicBezTo>
                  <a:cubicBezTo>
                    <a:pt x="259783" y="886936"/>
                    <a:pt x="261580" y="900194"/>
                    <a:pt x="269792" y="910203"/>
                  </a:cubicBezTo>
                  <a:cubicBezTo>
                    <a:pt x="273128" y="938260"/>
                    <a:pt x="269279" y="968712"/>
                    <a:pt x="283906" y="992748"/>
                  </a:cubicBezTo>
                  <a:cubicBezTo>
                    <a:pt x="286557" y="997111"/>
                    <a:pt x="289808" y="1001131"/>
                    <a:pt x="292203" y="1005579"/>
                  </a:cubicBezTo>
                  <a:cubicBezTo>
                    <a:pt x="297421" y="1015159"/>
                    <a:pt x="298875" y="1026194"/>
                    <a:pt x="300329" y="1036972"/>
                  </a:cubicBezTo>
                  <a:cubicBezTo>
                    <a:pt x="308113" y="1094369"/>
                    <a:pt x="318378" y="1151424"/>
                    <a:pt x="330867" y="1209420"/>
                  </a:cubicBezTo>
                  <a:cubicBezTo>
                    <a:pt x="330097" y="1211558"/>
                    <a:pt x="329327" y="1214210"/>
                    <a:pt x="330696" y="1216092"/>
                  </a:cubicBezTo>
                  <a:cubicBezTo>
                    <a:pt x="332150" y="1218059"/>
                    <a:pt x="335058" y="1218059"/>
                    <a:pt x="337111" y="1219342"/>
                  </a:cubicBezTo>
                  <a:cubicBezTo>
                    <a:pt x="340362" y="1221481"/>
                    <a:pt x="340362" y="1226185"/>
                    <a:pt x="340020" y="1230035"/>
                  </a:cubicBezTo>
                  <a:cubicBezTo>
                    <a:pt x="338052" y="1249794"/>
                    <a:pt x="336085" y="1269469"/>
                    <a:pt x="334117" y="1289143"/>
                  </a:cubicBezTo>
                  <a:cubicBezTo>
                    <a:pt x="332578" y="1304369"/>
                    <a:pt x="331038" y="1319766"/>
                    <a:pt x="332749" y="1334992"/>
                  </a:cubicBezTo>
                  <a:cubicBezTo>
                    <a:pt x="334374" y="1350218"/>
                    <a:pt x="339506" y="1365529"/>
                    <a:pt x="349771" y="1376906"/>
                  </a:cubicBezTo>
                  <a:cubicBezTo>
                    <a:pt x="355930" y="1383749"/>
                    <a:pt x="363629" y="1388882"/>
                    <a:pt x="371241" y="1394014"/>
                  </a:cubicBezTo>
                  <a:cubicBezTo>
                    <a:pt x="374492" y="1396238"/>
                    <a:pt x="377743" y="1398376"/>
                    <a:pt x="380223" y="1399403"/>
                  </a:cubicBezTo>
                  <a:cubicBezTo>
                    <a:pt x="386981" y="1391277"/>
                    <a:pt x="393311" y="1382637"/>
                    <a:pt x="399042" y="1373827"/>
                  </a:cubicBezTo>
                  <a:cubicBezTo>
                    <a:pt x="401608" y="1369978"/>
                    <a:pt x="404089" y="1365872"/>
                    <a:pt x="404773" y="1361252"/>
                  </a:cubicBezTo>
                  <a:cubicBezTo>
                    <a:pt x="405885" y="1353896"/>
                    <a:pt x="402292" y="1346882"/>
                    <a:pt x="399213" y="1340124"/>
                  </a:cubicBezTo>
                  <a:cubicBezTo>
                    <a:pt x="382960" y="1303941"/>
                    <a:pt x="380480" y="1263310"/>
                    <a:pt x="378256" y="1223790"/>
                  </a:cubicBezTo>
                  <a:cubicBezTo>
                    <a:pt x="377999" y="1219257"/>
                    <a:pt x="377743" y="1214638"/>
                    <a:pt x="377999" y="1210617"/>
                  </a:cubicBezTo>
                  <a:cubicBezTo>
                    <a:pt x="387409" y="1199069"/>
                    <a:pt x="386981" y="1182646"/>
                    <a:pt x="386040" y="1167848"/>
                  </a:cubicBezTo>
                  <a:cubicBezTo>
                    <a:pt x="384500" y="1142100"/>
                    <a:pt x="382960" y="1116353"/>
                    <a:pt x="381421" y="1090605"/>
                  </a:cubicBezTo>
                  <a:lnTo>
                    <a:pt x="376460" y="1020206"/>
                  </a:lnTo>
                  <a:cubicBezTo>
                    <a:pt x="376460" y="1020206"/>
                    <a:pt x="365425" y="974272"/>
                    <a:pt x="365083" y="972048"/>
                  </a:cubicBezTo>
                  <a:cubicBezTo>
                    <a:pt x="367734" y="965375"/>
                    <a:pt x="362773" y="958276"/>
                    <a:pt x="360720" y="951432"/>
                  </a:cubicBezTo>
                  <a:cubicBezTo>
                    <a:pt x="357726" y="941595"/>
                    <a:pt x="360464" y="930475"/>
                    <a:pt x="356358" y="921066"/>
                  </a:cubicBezTo>
                  <a:cubicBezTo>
                    <a:pt x="354219" y="916105"/>
                    <a:pt x="350199" y="911913"/>
                    <a:pt x="348830" y="906695"/>
                  </a:cubicBezTo>
                  <a:cubicBezTo>
                    <a:pt x="347291" y="901135"/>
                    <a:pt x="348830" y="895233"/>
                    <a:pt x="349343" y="889502"/>
                  </a:cubicBezTo>
                  <a:cubicBezTo>
                    <a:pt x="349942" y="882060"/>
                    <a:pt x="348659" y="874533"/>
                    <a:pt x="343869" y="867091"/>
                  </a:cubicBezTo>
                  <a:cubicBezTo>
                    <a:pt x="342671" y="811062"/>
                    <a:pt x="342329" y="754435"/>
                    <a:pt x="355417" y="697466"/>
                  </a:cubicBezTo>
                  <a:cubicBezTo>
                    <a:pt x="353792" y="693873"/>
                    <a:pt x="356785" y="689083"/>
                    <a:pt x="360720" y="688997"/>
                  </a:cubicBezTo>
                  <a:cubicBezTo>
                    <a:pt x="359095" y="680957"/>
                    <a:pt x="357470" y="672830"/>
                    <a:pt x="355844" y="664790"/>
                  </a:cubicBezTo>
                  <a:cubicBezTo>
                    <a:pt x="346349" y="617657"/>
                    <a:pt x="336940" y="570525"/>
                    <a:pt x="333005" y="522024"/>
                  </a:cubicBezTo>
                  <a:cubicBezTo>
                    <a:pt x="332578" y="519543"/>
                    <a:pt x="332235" y="516977"/>
                    <a:pt x="331808" y="514411"/>
                  </a:cubicBezTo>
                  <a:cubicBezTo>
                    <a:pt x="343527" y="512273"/>
                    <a:pt x="355588" y="512615"/>
                    <a:pt x="367478" y="512871"/>
                  </a:cubicBezTo>
                  <a:cubicBezTo>
                    <a:pt x="385099" y="513385"/>
                    <a:pt x="402720" y="513812"/>
                    <a:pt x="420341" y="514240"/>
                  </a:cubicBezTo>
                  <a:cubicBezTo>
                    <a:pt x="423677" y="514240"/>
                    <a:pt x="427099" y="514326"/>
                    <a:pt x="429922" y="512615"/>
                  </a:cubicBezTo>
                  <a:cubicBezTo>
                    <a:pt x="432659" y="510904"/>
                    <a:pt x="434199" y="507825"/>
                    <a:pt x="435482" y="504916"/>
                  </a:cubicBezTo>
                  <a:cubicBezTo>
                    <a:pt x="439246" y="496619"/>
                    <a:pt x="442667" y="488065"/>
                    <a:pt x="443437" y="478998"/>
                  </a:cubicBezTo>
                  <a:cubicBezTo>
                    <a:pt x="443865" y="474379"/>
                    <a:pt x="443608" y="469759"/>
                    <a:pt x="443266" y="465140"/>
                  </a:cubicBezTo>
                  <a:cubicBezTo>
                    <a:pt x="441042" y="436228"/>
                    <a:pt x="435396" y="407487"/>
                    <a:pt x="425559" y="380542"/>
                  </a:cubicBezTo>
                  <a:lnTo>
                    <a:pt x="425559" y="380542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6EBB61A3-58A3-0F64-B060-F699ECF573CD}"/>
                </a:ext>
              </a:extLst>
            </p:cNvPr>
            <p:cNvSpPr/>
            <p:nvPr/>
          </p:nvSpPr>
          <p:spPr>
            <a:xfrm>
              <a:off x="-1841052" y="1015616"/>
              <a:ext cx="421412" cy="1396627"/>
            </a:xfrm>
            <a:custGeom>
              <a:avLst/>
              <a:gdLst>
                <a:gd name="connsiteX0" fmla="*/ 280826 w 421412"/>
                <a:gd name="connsiteY0" fmla="*/ 199930 h 1396627"/>
                <a:gd name="connsiteX1" fmla="*/ 273128 w 421412"/>
                <a:gd name="connsiteY1" fmla="*/ 212333 h 1396627"/>
                <a:gd name="connsiteX2" fmla="*/ 247466 w 421412"/>
                <a:gd name="connsiteY2" fmla="*/ 244154 h 1396627"/>
                <a:gd name="connsiteX3" fmla="*/ 233181 w 421412"/>
                <a:gd name="connsiteY3" fmla="*/ 263828 h 1396627"/>
                <a:gd name="connsiteX4" fmla="*/ 187502 w 421412"/>
                <a:gd name="connsiteY4" fmla="*/ 282390 h 1396627"/>
                <a:gd name="connsiteX5" fmla="*/ 194431 w 421412"/>
                <a:gd name="connsiteY5" fmla="*/ 232521 h 1396627"/>
                <a:gd name="connsiteX6" fmla="*/ 207519 w 421412"/>
                <a:gd name="connsiteY6" fmla="*/ 210451 h 1396627"/>
                <a:gd name="connsiteX7" fmla="*/ 194944 w 421412"/>
                <a:gd name="connsiteY7" fmla="*/ 274435 h 1396627"/>
                <a:gd name="connsiteX8" fmla="*/ 230444 w 421412"/>
                <a:gd name="connsiteY8" fmla="*/ 250740 h 1396627"/>
                <a:gd name="connsiteX9" fmla="*/ 244900 w 421412"/>
                <a:gd name="connsiteY9" fmla="*/ 229783 h 1396627"/>
                <a:gd name="connsiteX10" fmla="*/ 262863 w 421412"/>
                <a:gd name="connsiteY10" fmla="*/ 210280 h 1396627"/>
                <a:gd name="connsiteX11" fmla="*/ 275266 w 421412"/>
                <a:gd name="connsiteY11" fmla="*/ 187441 h 1396627"/>
                <a:gd name="connsiteX12" fmla="*/ 280826 w 421412"/>
                <a:gd name="connsiteY12" fmla="*/ 199759 h 1396627"/>
                <a:gd name="connsiteX13" fmla="*/ 280826 w 421412"/>
                <a:gd name="connsiteY13" fmla="*/ 199759 h 1396627"/>
                <a:gd name="connsiteX14" fmla="*/ 405885 w 421412"/>
                <a:gd name="connsiteY14" fmla="*/ 666291 h 1396627"/>
                <a:gd name="connsiteX15" fmla="*/ 407082 w 421412"/>
                <a:gd name="connsiteY15" fmla="*/ 661672 h 1396627"/>
                <a:gd name="connsiteX16" fmla="*/ 380565 w 421412"/>
                <a:gd name="connsiteY16" fmla="*/ 561334 h 1396627"/>
                <a:gd name="connsiteX17" fmla="*/ 374920 w 421412"/>
                <a:gd name="connsiteY17" fmla="*/ 533192 h 1396627"/>
                <a:gd name="connsiteX18" fmla="*/ 364911 w 421412"/>
                <a:gd name="connsiteY18" fmla="*/ 513347 h 1396627"/>
                <a:gd name="connsiteX19" fmla="*/ 366794 w 421412"/>
                <a:gd name="connsiteY19" fmla="*/ 490080 h 1396627"/>
                <a:gd name="connsiteX20" fmla="*/ 360549 w 421412"/>
                <a:gd name="connsiteY20" fmla="*/ 482895 h 1396627"/>
                <a:gd name="connsiteX21" fmla="*/ 358924 w 421412"/>
                <a:gd name="connsiteY21" fmla="*/ 464333 h 1396627"/>
                <a:gd name="connsiteX22" fmla="*/ 351311 w 421412"/>
                <a:gd name="connsiteY22" fmla="*/ 417714 h 1396627"/>
                <a:gd name="connsiteX23" fmla="*/ 356443 w 421412"/>
                <a:gd name="connsiteY23" fmla="*/ 365021 h 1396627"/>
                <a:gd name="connsiteX24" fmla="*/ 365340 w 421412"/>
                <a:gd name="connsiteY24" fmla="*/ 281620 h 1396627"/>
                <a:gd name="connsiteX25" fmla="*/ 341645 w 421412"/>
                <a:gd name="connsiteY25" fmla="*/ 259637 h 1396627"/>
                <a:gd name="connsiteX26" fmla="*/ 315042 w 421412"/>
                <a:gd name="connsiteY26" fmla="*/ 245180 h 1396627"/>
                <a:gd name="connsiteX27" fmla="*/ 296908 w 421412"/>
                <a:gd name="connsiteY27" fmla="*/ 225164 h 1396627"/>
                <a:gd name="connsiteX28" fmla="*/ 287071 w 421412"/>
                <a:gd name="connsiteY28" fmla="*/ 192830 h 1396627"/>
                <a:gd name="connsiteX29" fmla="*/ 277233 w 421412"/>
                <a:gd name="connsiteY29" fmla="*/ 184875 h 1396627"/>
                <a:gd name="connsiteX30" fmla="*/ 275437 w 421412"/>
                <a:gd name="connsiteY30" fmla="*/ 175979 h 1396627"/>
                <a:gd name="connsiteX31" fmla="*/ 275095 w 421412"/>
                <a:gd name="connsiteY31" fmla="*/ 166655 h 1396627"/>
                <a:gd name="connsiteX32" fmla="*/ 275437 w 421412"/>
                <a:gd name="connsiteY32" fmla="*/ 164346 h 1396627"/>
                <a:gd name="connsiteX33" fmla="*/ 277747 w 421412"/>
                <a:gd name="connsiteY33" fmla="*/ 162720 h 1396627"/>
                <a:gd name="connsiteX34" fmla="*/ 295967 w 421412"/>
                <a:gd name="connsiteY34" fmla="*/ 158358 h 1396627"/>
                <a:gd name="connsiteX35" fmla="*/ 317351 w 421412"/>
                <a:gd name="connsiteY35" fmla="*/ 151344 h 1396627"/>
                <a:gd name="connsiteX36" fmla="*/ 320944 w 421412"/>
                <a:gd name="connsiteY36" fmla="*/ 137229 h 1396627"/>
                <a:gd name="connsiteX37" fmla="*/ 321971 w 421412"/>
                <a:gd name="connsiteY37" fmla="*/ 134834 h 1396627"/>
                <a:gd name="connsiteX38" fmla="*/ 324024 w 421412"/>
                <a:gd name="connsiteY38" fmla="*/ 133808 h 1396627"/>
                <a:gd name="connsiteX39" fmla="*/ 335229 w 421412"/>
                <a:gd name="connsiteY39" fmla="*/ 130985 h 1396627"/>
                <a:gd name="connsiteX40" fmla="*/ 342671 w 421412"/>
                <a:gd name="connsiteY40" fmla="*/ 122859 h 1396627"/>
                <a:gd name="connsiteX41" fmla="*/ 349343 w 421412"/>
                <a:gd name="connsiteY41" fmla="*/ 101389 h 1396627"/>
                <a:gd name="connsiteX42" fmla="*/ 347034 w 421412"/>
                <a:gd name="connsiteY42" fmla="*/ 93947 h 1396627"/>
                <a:gd name="connsiteX43" fmla="*/ 350370 w 421412"/>
                <a:gd name="connsiteY43" fmla="*/ 80175 h 1396627"/>
                <a:gd name="connsiteX44" fmla="*/ 348146 w 421412"/>
                <a:gd name="connsiteY44" fmla="*/ 88643 h 1396627"/>
                <a:gd name="connsiteX45" fmla="*/ 356443 w 421412"/>
                <a:gd name="connsiteY45" fmla="*/ 61014 h 1396627"/>
                <a:gd name="connsiteX46" fmla="*/ 332235 w 421412"/>
                <a:gd name="connsiteY46" fmla="*/ 36207 h 1396627"/>
                <a:gd name="connsiteX47" fmla="*/ 321372 w 421412"/>
                <a:gd name="connsiteY47" fmla="*/ 21751 h 1396627"/>
                <a:gd name="connsiteX48" fmla="*/ 304777 w 421412"/>
                <a:gd name="connsiteY48" fmla="*/ 23462 h 1396627"/>
                <a:gd name="connsiteX49" fmla="*/ 303751 w 421412"/>
                <a:gd name="connsiteY49" fmla="*/ 14908 h 1396627"/>
                <a:gd name="connsiteX50" fmla="*/ 295453 w 421412"/>
                <a:gd name="connsiteY50" fmla="*/ 11059 h 1396627"/>
                <a:gd name="connsiteX51" fmla="*/ 293828 w 421412"/>
                <a:gd name="connsiteY51" fmla="*/ 13112 h 1396627"/>
                <a:gd name="connsiteX52" fmla="*/ 279543 w 421412"/>
                <a:gd name="connsiteY52" fmla="*/ 1307 h 1396627"/>
                <a:gd name="connsiteX53" fmla="*/ 251486 w 421412"/>
                <a:gd name="connsiteY53" fmla="*/ 5584 h 1396627"/>
                <a:gd name="connsiteX54" fmla="*/ 241906 w 421412"/>
                <a:gd name="connsiteY54" fmla="*/ 11486 h 1396627"/>
                <a:gd name="connsiteX55" fmla="*/ 234036 w 421412"/>
                <a:gd name="connsiteY55" fmla="*/ 12513 h 1396627"/>
                <a:gd name="connsiteX56" fmla="*/ 197169 w 421412"/>
                <a:gd name="connsiteY56" fmla="*/ 22692 h 1396627"/>
                <a:gd name="connsiteX57" fmla="*/ 184509 w 421412"/>
                <a:gd name="connsiteY57" fmla="*/ 35694 h 1396627"/>
                <a:gd name="connsiteX58" fmla="*/ 168855 w 421412"/>
                <a:gd name="connsiteY58" fmla="*/ 80260 h 1396627"/>
                <a:gd name="connsiteX59" fmla="*/ 160130 w 421412"/>
                <a:gd name="connsiteY59" fmla="*/ 82741 h 1396627"/>
                <a:gd name="connsiteX60" fmla="*/ 155768 w 421412"/>
                <a:gd name="connsiteY60" fmla="*/ 85393 h 1396627"/>
                <a:gd name="connsiteX61" fmla="*/ 155169 w 421412"/>
                <a:gd name="connsiteY61" fmla="*/ 99763 h 1396627"/>
                <a:gd name="connsiteX62" fmla="*/ 157393 w 421412"/>
                <a:gd name="connsiteY62" fmla="*/ 105152 h 1396627"/>
                <a:gd name="connsiteX63" fmla="*/ 161670 w 421412"/>
                <a:gd name="connsiteY63" fmla="*/ 104639 h 1396627"/>
                <a:gd name="connsiteX64" fmla="*/ 165006 w 421412"/>
                <a:gd name="connsiteY64" fmla="*/ 106521 h 1396627"/>
                <a:gd name="connsiteX65" fmla="*/ 164236 w 421412"/>
                <a:gd name="connsiteY65" fmla="*/ 108146 h 1396627"/>
                <a:gd name="connsiteX66" fmla="*/ 159788 w 421412"/>
                <a:gd name="connsiteY66" fmla="*/ 119181 h 1396627"/>
                <a:gd name="connsiteX67" fmla="*/ 160900 w 421412"/>
                <a:gd name="connsiteY67" fmla="*/ 126965 h 1396627"/>
                <a:gd name="connsiteX68" fmla="*/ 166203 w 421412"/>
                <a:gd name="connsiteY68" fmla="*/ 148948 h 1396627"/>
                <a:gd name="connsiteX69" fmla="*/ 168684 w 421412"/>
                <a:gd name="connsiteY69" fmla="*/ 144329 h 1396627"/>
                <a:gd name="connsiteX70" fmla="*/ 170138 w 421412"/>
                <a:gd name="connsiteY70" fmla="*/ 165201 h 1396627"/>
                <a:gd name="connsiteX71" fmla="*/ 171335 w 421412"/>
                <a:gd name="connsiteY71" fmla="*/ 154594 h 1396627"/>
                <a:gd name="connsiteX72" fmla="*/ 172191 w 421412"/>
                <a:gd name="connsiteY72" fmla="*/ 152883 h 1396627"/>
                <a:gd name="connsiteX73" fmla="*/ 175698 w 421412"/>
                <a:gd name="connsiteY73" fmla="*/ 155706 h 1396627"/>
                <a:gd name="connsiteX74" fmla="*/ 180488 w 421412"/>
                <a:gd name="connsiteY74" fmla="*/ 169820 h 1396627"/>
                <a:gd name="connsiteX75" fmla="*/ 197340 w 421412"/>
                <a:gd name="connsiteY75" fmla="*/ 173071 h 1396627"/>
                <a:gd name="connsiteX76" fmla="*/ 204867 w 421412"/>
                <a:gd name="connsiteY76" fmla="*/ 176150 h 1396627"/>
                <a:gd name="connsiteX77" fmla="*/ 206064 w 421412"/>
                <a:gd name="connsiteY77" fmla="*/ 179914 h 1396627"/>
                <a:gd name="connsiteX78" fmla="*/ 207775 w 421412"/>
                <a:gd name="connsiteY78" fmla="*/ 199759 h 1396627"/>
                <a:gd name="connsiteX79" fmla="*/ 199906 w 421412"/>
                <a:gd name="connsiteY79" fmla="*/ 202924 h 1396627"/>
                <a:gd name="connsiteX80" fmla="*/ 196655 w 421412"/>
                <a:gd name="connsiteY80" fmla="*/ 210366 h 1396627"/>
                <a:gd name="connsiteX81" fmla="*/ 181258 w 421412"/>
                <a:gd name="connsiteY81" fmla="*/ 220288 h 1396627"/>
                <a:gd name="connsiteX82" fmla="*/ 160130 w 421412"/>
                <a:gd name="connsiteY82" fmla="*/ 228842 h 1396627"/>
                <a:gd name="connsiteX83" fmla="*/ 142509 w 421412"/>
                <a:gd name="connsiteY83" fmla="*/ 239449 h 1396627"/>
                <a:gd name="connsiteX84" fmla="*/ 124887 w 421412"/>
                <a:gd name="connsiteY84" fmla="*/ 278541 h 1396627"/>
                <a:gd name="connsiteX85" fmla="*/ 118130 w 421412"/>
                <a:gd name="connsiteY85" fmla="*/ 321653 h 1396627"/>
                <a:gd name="connsiteX86" fmla="*/ 106069 w 421412"/>
                <a:gd name="connsiteY86" fmla="*/ 339359 h 1396627"/>
                <a:gd name="connsiteX87" fmla="*/ 101535 w 421412"/>
                <a:gd name="connsiteY87" fmla="*/ 328410 h 1396627"/>
                <a:gd name="connsiteX88" fmla="*/ 81861 w 421412"/>
                <a:gd name="connsiteY88" fmla="*/ 248859 h 1396627"/>
                <a:gd name="connsiteX89" fmla="*/ 9409 w 421412"/>
                <a:gd name="connsiteY89" fmla="*/ 252024 h 1396627"/>
                <a:gd name="connsiteX90" fmla="*/ 6073 w 421412"/>
                <a:gd name="connsiteY90" fmla="*/ 255103 h 1396627"/>
                <a:gd name="connsiteX91" fmla="*/ 2224 w 421412"/>
                <a:gd name="connsiteY91" fmla="*/ 256044 h 1396627"/>
                <a:gd name="connsiteX92" fmla="*/ 0 w 421412"/>
                <a:gd name="connsiteY92" fmla="*/ 256386 h 1396627"/>
                <a:gd name="connsiteX93" fmla="*/ 15996 w 421412"/>
                <a:gd name="connsiteY93" fmla="*/ 333714 h 1396627"/>
                <a:gd name="connsiteX94" fmla="*/ 6843 w 421412"/>
                <a:gd name="connsiteY94" fmla="*/ 333115 h 1396627"/>
                <a:gd name="connsiteX95" fmla="*/ 2737 w 421412"/>
                <a:gd name="connsiteY95" fmla="*/ 340814 h 1396627"/>
                <a:gd name="connsiteX96" fmla="*/ 5817 w 421412"/>
                <a:gd name="connsiteY96" fmla="*/ 345518 h 1396627"/>
                <a:gd name="connsiteX97" fmla="*/ 11206 w 421412"/>
                <a:gd name="connsiteY97" fmla="*/ 349453 h 1396627"/>
                <a:gd name="connsiteX98" fmla="*/ 13259 w 421412"/>
                <a:gd name="connsiteY98" fmla="*/ 350822 h 1396627"/>
                <a:gd name="connsiteX99" fmla="*/ 13943 w 421412"/>
                <a:gd name="connsiteY99" fmla="*/ 353046 h 1396627"/>
                <a:gd name="connsiteX100" fmla="*/ 11034 w 421412"/>
                <a:gd name="connsiteY100" fmla="*/ 355013 h 1396627"/>
                <a:gd name="connsiteX101" fmla="*/ 7014 w 421412"/>
                <a:gd name="connsiteY101" fmla="*/ 359119 h 1396627"/>
                <a:gd name="connsiteX102" fmla="*/ 4619 w 421412"/>
                <a:gd name="connsiteY102" fmla="*/ 376398 h 1396627"/>
                <a:gd name="connsiteX103" fmla="*/ 5303 w 421412"/>
                <a:gd name="connsiteY103" fmla="*/ 378023 h 1396627"/>
                <a:gd name="connsiteX104" fmla="*/ 4705 w 421412"/>
                <a:gd name="connsiteY104" fmla="*/ 380675 h 1396627"/>
                <a:gd name="connsiteX105" fmla="*/ 6330 w 421412"/>
                <a:gd name="connsiteY105" fmla="*/ 389314 h 1396627"/>
                <a:gd name="connsiteX106" fmla="*/ 7613 w 421412"/>
                <a:gd name="connsiteY106" fmla="*/ 390341 h 1396627"/>
                <a:gd name="connsiteX107" fmla="*/ 7528 w 421412"/>
                <a:gd name="connsiteY107" fmla="*/ 394361 h 1396627"/>
                <a:gd name="connsiteX108" fmla="*/ 11206 w 421412"/>
                <a:gd name="connsiteY108" fmla="*/ 399836 h 1396627"/>
                <a:gd name="connsiteX109" fmla="*/ 10864 w 421412"/>
                <a:gd name="connsiteY109" fmla="*/ 410015 h 1396627"/>
                <a:gd name="connsiteX110" fmla="*/ 11976 w 421412"/>
                <a:gd name="connsiteY110" fmla="*/ 434907 h 1396627"/>
                <a:gd name="connsiteX111" fmla="*/ 38835 w 421412"/>
                <a:gd name="connsiteY111" fmla="*/ 445172 h 1396627"/>
                <a:gd name="connsiteX112" fmla="*/ 57140 w 421412"/>
                <a:gd name="connsiteY112" fmla="*/ 488626 h 1396627"/>
                <a:gd name="connsiteX113" fmla="*/ 115051 w 421412"/>
                <a:gd name="connsiteY113" fmla="*/ 472202 h 1396627"/>
                <a:gd name="connsiteX114" fmla="*/ 121381 w 421412"/>
                <a:gd name="connsiteY114" fmla="*/ 495298 h 1396627"/>
                <a:gd name="connsiteX115" fmla="*/ 92725 w 421412"/>
                <a:gd name="connsiteY115" fmla="*/ 598288 h 1396627"/>
                <a:gd name="connsiteX116" fmla="*/ 91014 w 421412"/>
                <a:gd name="connsiteY116" fmla="*/ 609750 h 1396627"/>
                <a:gd name="connsiteX117" fmla="*/ 96916 w 421412"/>
                <a:gd name="connsiteY117" fmla="*/ 619159 h 1396627"/>
                <a:gd name="connsiteX118" fmla="*/ 101707 w 421412"/>
                <a:gd name="connsiteY118" fmla="*/ 620870 h 1396627"/>
                <a:gd name="connsiteX119" fmla="*/ 105984 w 421412"/>
                <a:gd name="connsiteY119" fmla="*/ 631220 h 1396627"/>
                <a:gd name="connsiteX120" fmla="*/ 111373 w 421412"/>
                <a:gd name="connsiteY120" fmla="*/ 712739 h 1396627"/>
                <a:gd name="connsiteX121" fmla="*/ 129507 w 421412"/>
                <a:gd name="connsiteY121" fmla="*/ 822572 h 1396627"/>
                <a:gd name="connsiteX122" fmla="*/ 110945 w 421412"/>
                <a:gd name="connsiteY122" fmla="*/ 887155 h 1396627"/>
                <a:gd name="connsiteX123" fmla="*/ 111543 w 421412"/>
                <a:gd name="connsiteY123" fmla="*/ 926930 h 1396627"/>
                <a:gd name="connsiteX124" fmla="*/ 109405 w 421412"/>
                <a:gd name="connsiteY124" fmla="*/ 968588 h 1396627"/>
                <a:gd name="connsiteX125" fmla="*/ 96745 w 421412"/>
                <a:gd name="connsiteY125" fmla="*/ 1097838 h 1396627"/>
                <a:gd name="connsiteX126" fmla="*/ 90586 w 421412"/>
                <a:gd name="connsiteY126" fmla="*/ 1178844 h 1396627"/>
                <a:gd name="connsiteX127" fmla="*/ 68260 w 421412"/>
                <a:gd name="connsiteY127" fmla="*/ 1250441 h 1396627"/>
                <a:gd name="connsiteX128" fmla="*/ 54831 w 421412"/>
                <a:gd name="connsiteY128" fmla="*/ 1289532 h 1396627"/>
                <a:gd name="connsiteX129" fmla="*/ 46619 w 421412"/>
                <a:gd name="connsiteY129" fmla="*/ 1326571 h 1396627"/>
                <a:gd name="connsiteX130" fmla="*/ 27458 w 421412"/>
                <a:gd name="connsiteY130" fmla="*/ 1358563 h 1396627"/>
                <a:gd name="connsiteX131" fmla="*/ 13686 w 421412"/>
                <a:gd name="connsiteY131" fmla="*/ 1369512 h 1396627"/>
                <a:gd name="connsiteX132" fmla="*/ 8554 w 421412"/>
                <a:gd name="connsiteY132" fmla="*/ 1389699 h 1396627"/>
                <a:gd name="connsiteX133" fmla="*/ 9837 w 421412"/>
                <a:gd name="connsiteY133" fmla="*/ 1395174 h 1396627"/>
                <a:gd name="connsiteX134" fmla="*/ 15226 w 421412"/>
                <a:gd name="connsiteY134" fmla="*/ 1396628 h 1396627"/>
                <a:gd name="connsiteX135" fmla="*/ 58937 w 421412"/>
                <a:gd name="connsiteY135" fmla="*/ 1396286 h 1396627"/>
                <a:gd name="connsiteX136" fmla="*/ 84086 w 421412"/>
                <a:gd name="connsiteY136" fmla="*/ 1390298 h 1396627"/>
                <a:gd name="connsiteX137" fmla="*/ 92639 w 421412"/>
                <a:gd name="connsiteY137" fmla="*/ 1378750 h 1396627"/>
                <a:gd name="connsiteX138" fmla="*/ 108892 w 421412"/>
                <a:gd name="connsiteY138" fmla="*/ 1349752 h 1396627"/>
                <a:gd name="connsiteX139" fmla="*/ 130875 w 421412"/>
                <a:gd name="connsiteY139" fmla="*/ 1361557 h 1396627"/>
                <a:gd name="connsiteX140" fmla="*/ 130020 w 421412"/>
                <a:gd name="connsiteY140" fmla="*/ 1373532 h 1396627"/>
                <a:gd name="connsiteX141" fmla="*/ 137120 w 421412"/>
                <a:gd name="connsiteY141" fmla="*/ 1373874 h 1396627"/>
                <a:gd name="connsiteX142" fmla="*/ 139429 w 421412"/>
                <a:gd name="connsiteY142" fmla="*/ 1356424 h 1396627"/>
                <a:gd name="connsiteX143" fmla="*/ 151747 w 421412"/>
                <a:gd name="connsiteY143" fmla="*/ 1356424 h 1396627"/>
                <a:gd name="connsiteX144" fmla="*/ 156623 w 421412"/>
                <a:gd name="connsiteY144" fmla="*/ 1343337 h 1396627"/>
                <a:gd name="connsiteX145" fmla="*/ 177922 w 421412"/>
                <a:gd name="connsiteY145" fmla="*/ 1208441 h 1396627"/>
                <a:gd name="connsiteX146" fmla="*/ 194602 w 421412"/>
                <a:gd name="connsiteY146" fmla="*/ 1248302 h 1396627"/>
                <a:gd name="connsiteX147" fmla="*/ 211368 w 421412"/>
                <a:gd name="connsiteY147" fmla="*/ 1309891 h 1396627"/>
                <a:gd name="connsiteX148" fmla="*/ 212651 w 421412"/>
                <a:gd name="connsiteY148" fmla="*/ 1328795 h 1396627"/>
                <a:gd name="connsiteX149" fmla="*/ 187161 w 421412"/>
                <a:gd name="connsiteY149" fmla="*/ 1349153 h 1396627"/>
                <a:gd name="connsiteX150" fmla="*/ 183140 w 421412"/>
                <a:gd name="connsiteY150" fmla="*/ 1352832 h 1396627"/>
                <a:gd name="connsiteX151" fmla="*/ 181001 w 421412"/>
                <a:gd name="connsiteY151" fmla="*/ 1371223 h 1396627"/>
                <a:gd name="connsiteX152" fmla="*/ 180317 w 421412"/>
                <a:gd name="connsiteY152" fmla="*/ 1375671 h 1396627"/>
                <a:gd name="connsiteX153" fmla="*/ 194602 w 421412"/>
                <a:gd name="connsiteY153" fmla="*/ 1379007 h 1396627"/>
                <a:gd name="connsiteX154" fmla="*/ 225995 w 421412"/>
                <a:gd name="connsiteY154" fmla="*/ 1373960 h 1396627"/>
                <a:gd name="connsiteX155" fmla="*/ 235405 w 421412"/>
                <a:gd name="connsiteY155" fmla="*/ 1372677 h 1396627"/>
                <a:gd name="connsiteX156" fmla="*/ 236517 w 421412"/>
                <a:gd name="connsiteY156" fmla="*/ 1371394 h 1396627"/>
                <a:gd name="connsiteX157" fmla="*/ 243189 w 421412"/>
                <a:gd name="connsiteY157" fmla="*/ 1371479 h 1396627"/>
                <a:gd name="connsiteX158" fmla="*/ 253368 w 421412"/>
                <a:gd name="connsiteY158" fmla="*/ 1348042 h 1396627"/>
                <a:gd name="connsiteX159" fmla="*/ 255678 w 421412"/>
                <a:gd name="connsiteY159" fmla="*/ 1344278 h 1396627"/>
                <a:gd name="connsiteX160" fmla="*/ 258928 w 421412"/>
                <a:gd name="connsiteY160" fmla="*/ 1342481 h 1396627"/>
                <a:gd name="connsiteX161" fmla="*/ 282280 w 421412"/>
                <a:gd name="connsiteY161" fmla="*/ 1335296 h 1396627"/>
                <a:gd name="connsiteX162" fmla="*/ 284333 w 421412"/>
                <a:gd name="connsiteY162" fmla="*/ 1357622 h 1396627"/>
                <a:gd name="connsiteX163" fmla="*/ 291946 w 421412"/>
                <a:gd name="connsiteY163" fmla="*/ 1348811 h 1396627"/>
                <a:gd name="connsiteX164" fmla="*/ 291604 w 421412"/>
                <a:gd name="connsiteY164" fmla="*/ 1335638 h 1396627"/>
                <a:gd name="connsiteX165" fmla="*/ 298790 w 421412"/>
                <a:gd name="connsiteY165" fmla="*/ 1327341 h 1396627"/>
                <a:gd name="connsiteX166" fmla="*/ 307515 w 421412"/>
                <a:gd name="connsiteY166" fmla="*/ 1323492 h 1396627"/>
                <a:gd name="connsiteX167" fmla="*/ 308199 w 421412"/>
                <a:gd name="connsiteY167" fmla="*/ 1315622 h 1396627"/>
                <a:gd name="connsiteX168" fmla="*/ 306659 w 421412"/>
                <a:gd name="connsiteY168" fmla="*/ 1307410 h 1396627"/>
                <a:gd name="connsiteX169" fmla="*/ 277405 w 421412"/>
                <a:gd name="connsiteY169" fmla="*/ 1129916 h 1396627"/>
                <a:gd name="connsiteX170" fmla="*/ 260896 w 421412"/>
                <a:gd name="connsiteY170" fmla="*/ 1045060 h 1396627"/>
                <a:gd name="connsiteX171" fmla="*/ 255592 w 421412"/>
                <a:gd name="connsiteY171" fmla="*/ 963884 h 1396627"/>
                <a:gd name="connsiteX172" fmla="*/ 225226 w 421412"/>
                <a:gd name="connsiteY172" fmla="*/ 843615 h 1396627"/>
                <a:gd name="connsiteX173" fmla="*/ 223686 w 421412"/>
                <a:gd name="connsiteY173" fmla="*/ 842845 h 1396627"/>
                <a:gd name="connsiteX174" fmla="*/ 236346 w 421412"/>
                <a:gd name="connsiteY174" fmla="*/ 801529 h 1396627"/>
                <a:gd name="connsiteX175" fmla="*/ 258073 w 421412"/>
                <a:gd name="connsiteY175" fmla="*/ 744133 h 1396627"/>
                <a:gd name="connsiteX176" fmla="*/ 291690 w 421412"/>
                <a:gd name="connsiteY176" fmla="*/ 661758 h 1396627"/>
                <a:gd name="connsiteX177" fmla="*/ 296993 w 421412"/>
                <a:gd name="connsiteY177" fmla="*/ 652349 h 1396627"/>
                <a:gd name="connsiteX178" fmla="*/ 300586 w 421412"/>
                <a:gd name="connsiteY178" fmla="*/ 652349 h 1396627"/>
                <a:gd name="connsiteX179" fmla="*/ 306488 w 421412"/>
                <a:gd name="connsiteY179" fmla="*/ 646618 h 1396627"/>
                <a:gd name="connsiteX180" fmla="*/ 306317 w 421412"/>
                <a:gd name="connsiteY180" fmla="*/ 637892 h 1396627"/>
                <a:gd name="connsiteX181" fmla="*/ 293144 w 421412"/>
                <a:gd name="connsiteY181" fmla="*/ 530113 h 1396627"/>
                <a:gd name="connsiteX182" fmla="*/ 296822 w 421412"/>
                <a:gd name="connsiteY182" fmla="*/ 534047 h 1396627"/>
                <a:gd name="connsiteX183" fmla="*/ 326847 w 421412"/>
                <a:gd name="connsiteY183" fmla="*/ 591273 h 1396627"/>
                <a:gd name="connsiteX184" fmla="*/ 331893 w 421412"/>
                <a:gd name="connsiteY184" fmla="*/ 605729 h 1396627"/>
                <a:gd name="connsiteX185" fmla="*/ 349001 w 421412"/>
                <a:gd name="connsiteY185" fmla="*/ 675016 h 1396627"/>
                <a:gd name="connsiteX186" fmla="*/ 351054 w 421412"/>
                <a:gd name="connsiteY186" fmla="*/ 685025 h 1396627"/>
                <a:gd name="connsiteX187" fmla="*/ 371926 w 421412"/>
                <a:gd name="connsiteY187" fmla="*/ 694691 h 1396627"/>
                <a:gd name="connsiteX188" fmla="*/ 379368 w 421412"/>
                <a:gd name="connsiteY188" fmla="*/ 693921 h 1396627"/>
                <a:gd name="connsiteX189" fmla="*/ 382704 w 421412"/>
                <a:gd name="connsiteY189" fmla="*/ 696145 h 1396627"/>
                <a:gd name="connsiteX190" fmla="*/ 391258 w 421412"/>
                <a:gd name="connsiteY190" fmla="*/ 707778 h 1396627"/>
                <a:gd name="connsiteX191" fmla="*/ 392370 w 421412"/>
                <a:gd name="connsiteY191" fmla="*/ 713424 h 1396627"/>
                <a:gd name="connsiteX192" fmla="*/ 383303 w 421412"/>
                <a:gd name="connsiteY192" fmla="*/ 718385 h 1396627"/>
                <a:gd name="connsiteX193" fmla="*/ 372183 w 421412"/>
                <a:gd name="connsiteY193" fmla="*/ 717957 h 1396627"/>
                <a:gd name="connsiteX194" fmla="*/ 368162 w 421412"/>
                <a:gd name="connsiteY194" fmla="*/ 726426 h 1396627"/>
                <a:gd name="connsiteX195" fmla="*/ 370814 w 421412"/>
                <a:gd name="connsiteY195" fmla="*/ 728051 h 1396627"/>
                <a:gd name="connsiteX196" fmla="*/ 404859 w 421412"/>
                <a:gd name="connsiteY196" fmla="*/ 728393 h 1396627"/>
                <a:gd name="connsiteX197" fmla="*/ 415123 w 421412"/>
                <a:gd name="connsiteY197" fmla="*/ 721550 h 1396627"/>
                <a:gd name="connsiteX198" fmla="*/ 421025 w 421412"/>
                <a:gd name="connsiteY198" fmla="*/ 705383 h 1396627"/>
                <a:gd name="connsiteX199" fmla="*/ 419144 w 421412"/>
                <a:gd name="connsiteY199" fmla="*/ 683399 h 1396627"/>
                <a:gd name="connsiteX200" fmla="*/ 405885 w 421412"/>
                <a:gd name="connsiteY200" fmla="*/ 666206 h 1396627"/>
                <a:gd name="connsiteX201" fmla="*/ 405885 w 421412"/>
                <a:gd name="connsiteY201" fmla="*/ 666206 h 139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</a:cxnLst>
              <a:rect l="l" t="t" r="r" b="b"/>
              <a:pathLst>
                <a:path w="421412" h="1396627">
                  <a:moveTo>
                    <a:pt x="280826" y="199930"/>
                  </a:moveTo>
                  <a:cubicBezTo>
                    <a:pt x="279714" y="204720"/>
                    <a:pt x="276378" y="208655"/>
                    <a:pt x="273128" y="212333"/>
                  </a:cubicBezTo>
                  <a:cubicBezTo>
                    <a:pt x="264060" y="222512"/>
                    <a:pt x="254822" y="232692"/>
                    <a:pt x="247466" y="244154"/>
                  </a:cubicBezTo>
                  <a:cubicBezTo>
                    <a:pt x="243103" y="250997"/>
                    <a:pt x="239254" y="258439"/>
                    <a:pt x="233181" y="263828"/>
                  </a:cubicBezTo>
                  <a:cubicBezTo>
                    <a:pt x="220692" y="274692"/>
                    <a:pt x="201873" y="274178"/>
                    <a:pt x="187502" y="282390"/>
                  </a:cubicBezTo>
                  <a:cubicBezTo>
                    <a:pt x="187845" y="265539"/>
                    <a:pt x="190154" y="248859"/>
                    <a:pt x="194431" y="232521"/>
                  </a:cubicBezTo>
                  <a:cubicBezTo>
                    <a:pt x="196655" y="223967"/>
                    <a:pt x="200333" y="214643"/>
                    <a:pt x="207519" y="210451"/>
                  </a:cubicBezTo>
                  <a:cubicBezTo>
                    <a:pt x="198537" y="230468"/>
                    <a:pt x="194175" y="252537"/>
                    <a:pt x="194944" y="274435"/>
                  </a:cubicBezTo>
                  <a:cubicBezTo>
                    <a:pt x="201617" y="261604"/>
                    <a:pt x="219751" y="260406"/>
                    <a:pt x="230444" y="250740"/>
                  </a:cubicBezTo>
                  <a:cubicBezTo>
                    <a:pt x="236773" y="245009"/>
                    <a:pt x="240110" y="236797"/>
                    <a:pt x="244900" y="229783"/>
                  </a:cubicBezTo>
                  <a:cubicBezTo>
                    <a:pt x="249946" y="222512"/>
                    <a:pt x="256533" y="216525"/>
                    <a:pt x="262863" y="210280"/>
                  </a:cubicBezTo>
                  <a:cubicBezTo>
                    <a:pt x="269193" y="204036"/>
                    <a:pt x="275779" y="196423"/>
                    <a:pt x="275266" y="187441"/>
                  </a:cubicBezTo>
                  <a:cubicBezTo>
                    <a:pt x="279885" y="189067"/>
                    <a:pt x="281938" y="194969"/>
                    <a:pt x="280826" y="199759"/>
                  </a:cubicBezTo>
                  <a:lnTo>
                    <a:pt x="280826" y="199759"/>
                  </a:lnTo>
                  <a:close/>
                  <a:moveTo>
                    <a:pt x="405885" y="666291"/>
                  </a:moveTo>
                  <a:cubicBezTo>
                    <a:pt x="406313" y="664752"/>
                    <a:pt x="406740" y="663212"/>
                    <a:pt x="407082" y="661672"/>
                  </a:cubicBezTo>
                  <a:cubicBezTo>
                    <a:pt x="387238" y="632247"/>
                    <a:pt x="382618" y="595978"/>
                    <a:pt x="380565" y="561334"/>
                  </a:cubicBezTo>
                  <a:cubicBezTo>
                    <a:pt x="380052" y="551669"/>
                    <a:pt x="379539" y="541660"/>
                    <a:pt x="374920" y="533192"/>
                  </a:cubicBezTo>
                  <a:cubicBezTo>
                    <a:pt x="371327" y="526605"/>
                    <a:pt x="365340" y="520789"/>
                    <a:pt x="364911" y="513347"/>
                  </a:cubicBezTo>
                  <a:cubicBezTo>
                    <a:pt x="364484" y="505392"/>
                    <a:pt x="370643" y="497009"/>
                    <a:pt x="366794" y="490080"/>
                  </a:cubicBezTo>
                  <a:cubicBezTo>
                    <a:pt x="365254" y="487257"/>
                    <a:pt x="362345" y="485461"/>
                    <a:pt x="360549" y="482895"/>
                  </a:cubicBezTo>
                  <a:cubicBezTo>
                    <a:pt x="356871" y="477677"/>
                    <a:pt x="358154" y="470663"/>
                    <a:pt x="358924" y="464333"/>
                  </a:cubicBezTo>
                  <a:cubicBezTo>
                    <a:pt x="360806" y="448422"/>
                    <a:pt x="358068" y="432084"/>
                    <a:pt x="351311" y="417714"/>
                  </a:cubicBezTo>
                  <a:cubicBezTo>
                    <a:pt x="353193" y="396500"/>
                    <a:pt x="354818" y="380675"/>
                    <a:pt x="356443" y="365021"/>
                  </a:cubicBezTo>
                  <a:cubicBezTo>
                    <a:pt x="359437" y="337221"/>
                    <a:pt x="362431" y="309421"/>
                    <a:pt x="365340" y="281620"/>
                  </a:cubicBezTo>
                  <a:cubicBezTo>
                    <a:pt x="359095" y="270757"/>
                    <a:pt x="350455" y="264512"/>
                    <a:pt x="341645" y="259637"/>
                  </a:cubicBezTo>
                  <a:cubicBezTo>
                    <a:pt x="332749" y="254761"/>
                    <a:pt x="323339" y="250997"/>
                    <a:pt x="315042" y="245180"/>
                  </a:cubicBezTo>
                  <a:cubicBezTo>
                    <a:pt x="307600" y="239877"/>
                    <a:pt x="301356" y="233034"/>
                    <a:pt x="296908" y="225164"/>
                  </a:cubicBezTo>
                  <a:cubicBezTo>
                    <a:pt x="297079" y="212077"/>
                    <a:pt x="295710" y="199673"/>
                    <a:pt x="287071" y="192830"/>
                  </a:cubicBezTo>
                  <a:cubicBezTo>
                    <a:pt x="283649" y="190178"/>
                    <a:pt x="279372" y="188553"/>
                    <a:pt x="277233" y="184875"/>
                  </a:cubicBezTo>
                  <a:cubicBezTo>
                    <a:pt x="275694" y="182223"/>
                    <a:pt x="275523" y="179058"/>
                    <a:pt x="275437" y="175979"/>
                  </a:cubicBezTo>
                  <a:cubicBezTo>
                    <a:pt x="275352" y="172900"/>
                    <a:pt x="275266" y="169735"/>
                    <a:pt x="275095" y="166655"/>
                  </a:cubicBezTo>
                  <a:cubicBezTo>
                    <a:pt x="275095" y="165885"/>
                    <a:pt x="275095" y="165030"/>
                    <a:pt x="275437" y="164346"/>
                  </a:cubicBezTo>
                  <a:cubicBezTo>
                    <a:pt x="275951" y="163490"/>
                    <a:pt x="276891" y="163062"/>
                    <a:pt x="277747" y="162720"/>
                  </a:cubicBezTo>
                  <a:cubicBezTo>
                    <a:pt x="283564" y="160325"/>
                    <a:pt x="289722" y="158871"/>
                    <a:pt x="295967" y="158358"/>
                  </a:cubicBezTo>
                  <a:cubicBezTo>
                    <a:pt x="303751" y="157673"/>
                    <a:pt x="312904" y="157673"/>
                    <a:pt x="317351" y="151344"/>
                  </a:cubicBezTo>
                  <a:cubicBezTo>
                    <a:pt x="320174" y="147323"/>
                    <a:pt x="320003" y="142020"/>
                    <a:pt x="320944" y="137229"/>
                  </a:cubicBezTo>
                  <a:cubicBezTo>
                    <a:pt x="321115" y="136374"/>
                    <a:pt x="321286" y="135433"/>
                    <a:pt x="321971" y="134834"/>
                  </a:cubicBezTo>
                  <a:cubicBezTo>
                    <a:pt x="322570" y="134236"/>
                    <a:pt x="323254" y="134065"/>
                    <a:pt x="324024" y="133808"/>
                  </a:cubicBezTo>
                  <a:cubicBezTo>
                    <a:pt x="327702" y="132782"/>
                    <a:pt x="331637" y="132439"/>
                    <a:pt x="335229" y="130985"/>
                  </a:cubicBezTo>
                  <a:cubicBezTo>
                    <a:pt x="338822" y="129531"/>
                    <a:pt x="342244" y="126708"/>
                    <a:pt x="342671" y="122859"/>
                  </a:cubicBezTo>
                  <a:cubicBezTo>
                    <a:pt x="347633" y="115930"/>
                    <a:pt x="350968" y="108659"/>
                    <a:pt x="349343" y="101389"/>
                  </a:cubicBezTo>
                  <a:cubicBezTo>
                    <a:pt x="348745" y="98822"/>
                    <a:pt x="347633" y="96513"/>
                    <a:pt x="347034" y="93947"/>
                  </a:cubicBezTo>
                  <a:cubicBezTo>
                    <a:pt x="346007" y="89156"/>
                    <a:pt x="347290" y="83938"/>
                    <a:pt x="350370" y="80175"/>
                  </a:cubicBezTo>
                  <a:cubicBezTo>
                    <a:pt x="349600" y="82997"/>
                    <a:pt x="348916" y="85820"/>
                    <a:pt x="348146" y="88643"/>
                  </a:cubicBezTo>
                  <a:cubicBezTo>
                    <a:pt x="352936" y="80089"/>
                    <a:pt x="357641" y="70765"/>
                    <a:pt x="356443" y="61014"/>
                  </a:cubicBezTo>
                  <a:cubicBezTo>
                    <a:pt x="354903" y="48867"/>
                    <a:pt x="344040" y="39543"/>
                    <a:pt x="332235" y="36207"/>
                  </a:cubicBezTo>
                  <a:cubicBezTo>
                    <a:pt x="330268" y="29792"/>
                    <a:pt x="326675" y="24488"/>
                    <a:pt x="321372" y="21751"/>
                  </a:cubicBezTo>
                  <a:cubicBezTo>
                    <a:pt x="316069" y="19014"/>
                    <a:pt x="308969" y="19271"/>
                    <a:pt x="304777" y="23462"/>
                  </a:cubicBezTo>
                  <a:cubicBezTo>
                    <a:pt x="306488" y="20896"/>
                    <a:pt x="305804" y="17218"/>
                    <a:pt x="303751" y="14908"/>
                  </a:cubicBezTo>
                  <a:cubicBezTo>
                    <a:pt x="301698" y="12598"/>
                    <a:pt x="298533" y="11401"/>
                    <a:pt x="295453" y="11059"/>
                  </a:cubicBezTo>
                  <a:cubicBezTo>
                    <a:pt x="294940" y="11743"/>
                    <a:pt x="294341" y="12342"/>
                    <a:pt x="293828" y="13112"/>
                  </a:cubicBezTo>
                  <a:cubicBezTo>
                    <a:pt x="291690" y="7038"/>
                    <a:pt x="285702" y="3104"/>
                    <a:pt x="279543" y="1307"/>
                  </a:cubicBezTo>
                  <a:cubicBezTo>
                    <a:pt x="270134" y="-1430"/>
                    <a:pt x="259612" y="195"/>
                    <a:pt x="251486" y="5584"/>
                  </a:cubicBezTo>
                  <a:cubicBezTo>
                    <a:pt x="248321" y="7637"/>
                    <a:pt x="245499" y="10289"/>
                    <a:pt x="241906" y="11486"/>
                  </a:cubicBezTo>
                  <a:cubicBezTo>
                    <a:pt x="239425" y="12342"/>
                    <a:pt x="236688" y="12342"/>
                    <a:pt x="234036" y="12513"/>
                  </a:cubicBezTo>
                  <a:cubicBezTo>
                    <a:pt x="221119" y="13026"/>
                    <a:pt x="207690" y="15250"/>
                    <a:pt x="197169" y="22692"/>
                  </a:cubicBezTo>
                  <a:cubicBezTo>
                    <a:pt x="192207" y="26199"/>
                    <a:pt x="188101" y="30733"/>
                    <a:pt x="184509" y="35694"/>
                  </a:cubicBezTo>
                  <a:cubicBezTo>
                    <a:pt x="175185" y="48611"/>
                    <a:pt x="169710" y="64264"/>
                    <a:pt x="168855" y="80260"/>
                  </a:cubicBezTo>
                  <a:cubicBezTo>
                    <a:pt x="165006" y="81971"/>
                    <a:pt x="162525" y="82313"/>
                    <a:pt x="160130" y="82741"/>
                  </a:cubicBezTo>
                  <a:cubicBezTo>
                    <a:pt x="158334" y="82997"/>
                    <a:pt x="156195" y="83596"/>
                    <a:pt x="155768" y="85393"/>
                  </a:cubicBezTo>
                  <a:cubicBezTo>
                    <a:pt x="155340" y="89156"/>
                    <a:pt x="155254" y="94460"/>
                    <a:pt x="155169" y="99763"/>
                  </a:cubicBezTo>
                  <a:cubicBezTo>
                    <a:pt x="155169" y="101816"/>
                    <a:pt x="155425" y="104468"/>
                    <a:pt x="157393" y="105152"/>
                  </a:cubicBezTo>
                  <a:cubicBezTo>
                    <a:pt x="158761" y="105666"/>
                    <a:pt x="160215" y="104981"/>
                    <a:pt x="161670" y="104639"/>
                  </a:cubicBezTo>
                  <a:cubicBezTo>
                    <a:pt x="163124" y="104382"/>
                    <a:pt x="165006" y="105067"/>
                    <a:pt x="165006" y="106521"/>
                  </a:cubicBezTo>
                  <a:cubicBezTo>
                    <a:pt x="165006" y="107120"/>
                    <a:pt x="164578" y="107633"/>
                    <a:pt x="164236" y="108146"/>
                  </a:cubicBezTo>
                  <a:cubicBezTo>
                    <a:pt x="161841" y="111397"/>
                    <a:pt x="159959" y="115160"/>
                    <a:pt x="159788" y="119181"/>
                  </a:cubicBezTo>
                  <a:cubicBezTo>
                    <a:pt x="159617" y="121747"/>
                    <a:pt x="160301" y="124399"/>
                    <a:pt x="160900" y="126965"/>
                  </a:cubicBezTo>
                  <a:cubicBezTo>
                    <a:pt x="162696" y="134321"/>
                    <a:pt x="164407" y="141592"/>
                    <a:pt x="166203" y="148948"/>
                  </a:cubicBezTo>
                  <a:cubicBezTo>
                    <a:pt x="166631" y="147238"/>
                    <a:pt x="167487" y="145612"/>
                    <a:pt x="168684" y="144329"/>
                  </a:cubicBezTo>
                  <a:cubicBezTo>
                    <a:pt x="167315" y="151258"/>
                    <a:pt x="167829" y="158529"/>
                    <a:pt x="170138" y="165201"/>
                  </a:cubicBezTo>
                  <a:cubicBezTo>
                    <a:pt x="170138" y="161608"/>
                    <a:pt x="170566" y="158101"/>
                    <a:pt x="171335" y="154594"/>
                  </a:cubicBezTo>
                  <a:cubicBezTo>
                    <a:pt x="171507" y="153910"/>
                    <a:pt x="171678" y="153225"/>
                    <a:pt x="172191" y="152883"/>
                  </a:cubicBezTo>
                  <a:cubicBezTo>
                    <a:pt x="173645" y="151857"/>
                    <a:pt x="175270" y="153910"/>
                    <a:pt x="175698" y="155706"/>
                  </a:cubicBezTo>
                  <a:cubicBezTo>
                    <a:pt x="176896" y="160582"/>
                    <a:pt x="176810" y="166313"/>
                    <a:pt x="180488" y="169820"/>
                  </a:cubicBezTo>
                  <a:cubicBezTo>
                    <a:pt x="184680" y="173926"/>
                    <a:pt x="191437" y="172900"/>
                    <a:pt x="197340" y="173071"/>
                  </a:cubicBezTo>
                  <a:cubicBezTo>
                    <a:pt x="200163" y="173156"/>
                    <a:pt x="203242" y="173840"/>
                    <a:pt x="204867" y="176150"/>
                  </a:cubicBezTo>
                  <a:cubicBezTo>
                    <a:pt x="205637" y="177262"/>
                    <a:pt x="205894" y="178631"/>
                    <a:pt x="206064" y="179914"/>
                  </a:cubicBezTo>
                  <a:cubicBezTo>
                    <a:pt x="207176" y="186415"/>
                    <a:pt x="207775" y="193087"/>
                    <a:pt x="207775" y="199759"/>
                  </a:cubicBezTo>
                  <a:cubicBezTo>
                    <a:pt x="204183" y="198732"/>
                    <a:pt x="201360" y="200614"/>
                    <a:pt x="199906" y="202924"/>
                  </a:cubicBezTo>
                  <a:cubicBezTo>
                    <a:pt x="198537" y="205234"/>
                    <a:pt x="198024" y="208056"/>
                    <a:pt x="196655" y="210366"/>
                  </a:cubicBezTo>
                  <a:cubicBezTo>
                    <a:pt x="193576" y="215840"/>
                    <a:pt x="187161" y="218150"/>
                    <a:pt x="181258" y="220288"/>
                  </a:cubicBezTo>
                  <a:cubicBezTo>
                    <a:pt x="174073" y="222855"/>
                    <a:pt x="167058" y="225763"/>
                    <a:pt x="160130" y="228842"/>
                  </a:cubicBezTo>
                  <a:cubicBezTo>
                    <a:pt x="153886" y="231665"/>
                    <a:pt x="147641" y="234830"/>
                    <a:pt x="142509" y="239449"/>
                  </a:cubicBezTo>
                  <a:cubicBezTo>
                    <a:pt x="131560" y="249115"/>
                    <a:pt x="127026" y="264085"/>
                    <a:pt x="124887" y="278541"/>
                  </a:cubicBezTo>
                  <a:cubicBezTo>
                    <a:pt x="122749" y="292997"/>
                    <a:pt x="122493" y="307795"/>
                    <a:pt x="118130" y="321653"/>
                  </a:cubicBezTo>
                  <a:cubicBezTo>
                    <a:pt x="115906" y="328667"/>
                    <a:pt x="112313" y="335681"/>
                    <a:pt x="106069" y="339359"/>
                  </a:cubicBezTo>
                  <a:cubicBezTo>
                    <a:pt x="105641" y="339359"/>
                    <a:pt x="101535" y="328410"/>
                    <a:pt x="101535" y="328410"/>
                  </a:cubicBezTo>
                  <a:lnTo>
                    <a:pt x="81861" y="248859"/>
                  </a:lnTo>
                  <a:lnTo>
                    <a:pt x="9409" y="252024"/>
                  </a:lnTo>
                  <a:lnTo>
                    <a:pt x="6073" y="255103"/>
                  </a:lnTo>
                  <a:lnTo>
                    <a:pt x="2224" y="256044"/>
                  </a:lnTo>
                  <a:lnTo>
                    <a:pt x="0" y="256386"/>
                  </a:lnTo>
                  <a:lnTo>
                    <a:pt x="15996" y="333714"/>
                  </a:lnTo>
                  <a:cubicBezTo>
                    <a:pt x="13173" y="332174"/>
                    <a:pt x="9752" y="331746"/>
                    <a:pt x="6843" y="333115"/>
                  </a:cubicBezTo>
                  <a:cubicBezTo>
                    <a:pt x="4020" y="334398"/>
                    <a:pt x="1967" y="337734"/>
                    <a:pt x="2737" y="340814"/>
                  </a:cubicBezTo>
                  <a:cubicBezTo>
                    <a:pt x="3165" y="342695"/>
                    <a:pt x="4448" y="344235"/>
                    <a:pt x="5817" y="345518"/>
                  </a:cubicBezTo>
                  <a:cubicBezTo>
                    <a:pt x="7442" y="347058"/>
                    <a:pt x="9238" y="348341"/>
                    <a:pt x="11206" y="349453"/>
                  </a:cubicBezTo>
                  <a:cubicBezTo>
                    <a:pt x="11890" y="349881"/>
                    <a:pt x="12660" y="350223"/>
                    <a:pt x="13259" y="350822"/>
                  </a:cubicBezTo>
                  <a:cubicBezTo>
                    <a:pt x="13772" y="351335"/>
                    <a:pt x="14114" y="352276"/>
                    <a:pt x="13943" y="353046"/>
                  </a:cubicBezTo>
                  <a:cubicBezTo>
                    <a:pt x="13515" y="354158"/>
                    <a:pt x="12146" y="354500"/>
                    <a:pt x="11034" y="355013"/>
                  </a:cubicBezTo>
                  <a:cubicBezTo>
                    <a:pt x="9238" y="355783"/>
                    <a:pt x="7699" y="357237"/>
                    <a:pt x="7014" y="359119"/>
                  </a:cubicBezTo>
                  <a:cubicBezTo>
                    <a:pt x="1797" y="363225"/>
                    <a:pt x="1625" y="370838"/>
                    <a:pt x="4619" y="376398"/>
                  </a:cubicBezTo>
                  <a:cubicBezTo>
                    <a:pt x="4876" y="376911"/>
                    <a:pt x="5218" y="377424"/>
                    <a:pt x="5303" y="378023"/>
                  </a:cubicBezTo>
                  <a:cubicBezTo>
                    <a:pt x="5475" y="378964"/>
                    <a:pt x="5047" y="379820"/>
                    <a:pt x="4705" y="380675"/>
                  </a:cubicBezTo>
                  <a:cubicBezTo>
                    <a:pt x="3593" y="383583"/>
                    <a:pt x="3764" y="387433"/>
                    <a:pt x="6330" y="389314"/>
                  </a:cubicBezTo>
                  <a:cubicBezTo>
                    <a:pt x="6757" y="389657"/>
                    <a:pt x="7271" y="389913"/>
                    <a:pt x="7613" y="390341"/>
                  </a:cubicBezTo>
                  <a:cubicBezTo>
                    <a:pt x="8468" y="391453"/>
                    <a:pt x="7699" y="392993"/>
                    <a:pt x="7528" y="394361"/>
                  </a:cubicBezTo>
                  <a:cubicBezTo>
                    <a:pt x="7185" y="396756"/>
                    <a:pt x="8896" y="399237"/>
                    <a:pt x="11206" y="399836"/>
                  </a:cubicBezTo>
                  <a:cubicBezTo>
                    <a:pt x="10265" y="403172"/>
                    <a:pt x="10094" y="406679"/>
                    <a:pt x="10864" y="410015"/>
                  </a:cubicBezTo>
                  <a:cubicBezTo>
                    <a:pt x="11633" y="418398"/>
                    <a:pt x="11633" y="426695"/>
                    <a:pt x="11976" y="434907"/>
                  </a:cubicBezTo>
                  <a:cubicBezTo>
                    <a:pt x="13430" y="435164"/>
                    <a:pt x="38835" y="445172"/>
                    <a:pt x="38835" y="445172"/>
                  </a:cubicBezTo>
                  <a:lnTo>
                    <a:pt x="57140" y="488626"/>
                  </a:lnTo>
                  <a:lnTo>
                    <a:pt x="115051" y="472202"/>
                  </a:lnTo>
                  <a:cubicBezTo>
                    <a:pt x="116419" y="480072"/>
                    <a:pt x="118558" y="487771"/>
                    <a:pt x="121381" y="495298"/>
                  </a:cubicBezTo>
                  <a:cubicBezTo>
                    <a:pt x="111543" y="530284"/>
                    <a:pt x="102134" y="564243"/>
                    <a:pt x="92725" y="598288"/>
                  </a:cubicBezTo>
                  <a:cubicBezTo>
                    <a:pt x="91698" y="602051"/>
                    <a:pt x="90672" y="605901"/>
                    <a:pt x="91014" y="609750"/>
                  </a:cubicBezTo>
                  <a:cubicBezTo>
                    <a:pt x="91356" y="613685"/>
                    <a:pt x="93323" y="617619"/>
                    <a:pt x="96916" y="619159"/>
                  </a:cubicBezTo>
                  <a:cubicBezTo>
                    <a:pt x="98456" y="619844"/>
                    <a:pt x="100252" y="620100"/>
                    <a:pt x="101707" y="620870"/>
                  </a:cubicBezTo>
                  <a:cubicBezTo>
                    <a:pt x="105042" y="622837"/>
                    <a:pt x="105727" y="627371"/>
                    <a:pt x="105984" y="631220"/>
                  </a:cubicBezTo>
                  <a:cubicBezTo>
                    <a:pt x="107865" y="658422"/>
                    <a:pt x="106668" y="685880"/>
                    <a:pt x="111373" y="712739"/>
                  </a:cubicBezTo>
                  <a:cubicBezTo>
                    <a:pt x="117788" y="749522"/>
                    <a:pt x="135152" y="785619"/>
                    <a:pt x="129507" y="822572"/>
                  </a:cubicBezTo>
                  <a:cubicBezTo>
                    <a:pt x="120183" y="842674"/>
                    <a:pt x="112399" y="864487"/>
                    <a:pt x="110945" y="887155"/>
                  </a:cubicBezTo>
                  <a:cubicBezTo>
                    <a:pt x="110089" y="900413"/>
                    <a:pt x="111458" y="913672"/>
                    <a:pt x="111543" y="926930"/>
                  </a:cubicBezTo>
                  <a:cubicBezTo>
                    <a:pt x="111715" y="940788"/>
                    <a:pt x="110603" y="954731"/>
                    <a:pt x="109405" y="968588"/>
                  </a:cubicBezTo>
                  <a:cubicBezTo>
                    <a:pt x="105812" y="1011700"/>
                    <a:pt x="102220" y="1054897"/>
                    <a:pt x="96745" y="1097838"/>
                  </a:cubicBezTo>
                  <a:cubicBezTo>
                    <a:pt x="93323" y="1124698"/>
                    <a:pt x="89132" y="1151728"/>
                    <a:pt x="90586" y="1178844"/>
                  </a:cubicBezTo>
                  <a:cubicBezTo>
                    <a:pt x="74676" y="1198091"/>
                    <a:pt x="75103" y="1226062"/>
                    <a:pt x="68260" y="1250441"/>
                  </a:cubicBezTo>
                  <a:cubicBezTo>
                    <a:pt x="64497" y="1263699"/>
                    <a:pt x="58509" y="1276274"/>
                    <a:pt x="54831" y="1289532"/>
                  </a:cubicBezTo>
                  <a:cubicBezTo>
                    <a:pt x="51409" y="1301679"/>
                    <a:pt x="50040" y="1314339"/>
                    <a:pt x="46619" y="1326571"/>
                  </a:cubicBezTo>
                  <a:cubicBezTo>
                    <a:pt x="43197" y="1338803"/>
                    <a:pt x="37466" y="1350864"/>
                    <a:pt x="27458" y="1358563"/>
                  </a:cubicBezTo>
                  <a:cubicBezTo>
                    <a:pt x="22839" y="1362156"/>
                    <a:pt x="17279" y="1364807"/>
                    <a:pt x="13686" y="1369512"/>
                  </a:cubicBezTo>
                  <a:cubicBezTo>
                    <a:pt x="9409" y="1375072"/>
                    <a:pt x="8896" y="1382599"/>
                    <a:pt x="8554" y="1389699"/>
                  </a:cubicBezTo>
                  <a:cubicBezTo>
                    <a:pt x="8554" y="1391581"/>
                    <a:pt x="8554" y="1393805"/>
                    <a:pt x="9837" y="1395174"/>
                  </a:cubicBezTo>
                  <a:cubicBezTo>
                    <a:pt x="11206" y="1396542"/>
                    <a:pt x="13344" y="1396628"/>
                    <a:pt x="15226" y="1396628"/>
                  </a:cubicBezTo>
                  <a:cubicBezTo>
                    <a:pt x="29768" y="1396542"/>
                    <a:pt x="44395" y="1396371"/>
                    <a:pt x="58937" y="1396286"/>
                  </a:cubicBezTo>
                  <a:cubicBezTo>
                    <a:pt x="67747" y="1396286"/>
                    <a:pt x="77328" y="1395944"/>
                    <a:pt x="84086" y="1390298"/>
                  </a:cubicBezTo>
                  <a:cubicBezTo>
                    <a:pt x="87764" y="1387219"/>
                    <a:pt x="90244" y="1382942"/>
                    <a:pt x="92639" y="1378750"/>
                  </a:cubicBezTo>
                  <a:cubicBezTo>
                    <a:pt x="98028" y="1369084"/>
                    <a:pt x="103417" y="1359418"/>
                    <a:pt x="108892" y="1349752"/>
                  </a:cubicBezTo>
                  <a:cubicBezTo>
                    <a:pt x="116334" y="1350180"/>
                    <a:pt x="125829" y="1354200"/>
                    <a:pt x="130875" y="1361557"/>
                  </a:cubicBezTo>
                  <a:cubicBezTo>
                    <a:pt x="130277" y="1365235"/>
                    <a:pt x="130106" y="1369341"/>
                    <a:pt x="130020" y="1373532"/>
                  </a:cubicBezTo>
                  <a:cubicBezTo>
                    <a:pt x="132415" y="1373618"/>
                    <a:pt x="134810" y="1373703"/>
                    <a:pt x="137120" y="1373874"/>
                  </a:cubicBezTo>
                  <a:cubicBezTo>
                    <a:pt x="139173" y="1368314"/>
                    <a:pt x="140028" y="1362327"/>
                    <a:pt x="139429" y="1356424"/>
                  </a:cubicBezTo>
                  <a:cubicBezTo>
                    <a:pt x="141995" y="1360445"/>
                    <a:pt x="148496" y="1359760"/>
                    <a:pt x="151747" y="1356424"/>
                  </a:cubicBezTo>
                  <a:cubicBezTo>
                    <a:pt x="154998" y="1353003"/>
                    <a:pt x="155938" y="1348042"/>
                    <a:pt x="156623" y="1343337"/>
                  </a:cubicBezTo>
                  <a:cubicBezTo>
                    <a:pt x="163723" y="1298343"/>
                    <a:pt x="170822" y="1253435"/>
                    <a:pt x="177922" y="1208441"/>
                  </a:cubicBezTo>
                  <a:cubicBezTo>
                    <a:pt x="187075" y="1220759"/>
                    <a:pt x="190839" y="1234616"/>
                    <a:pt x="194602" y="1248302"/>
                  </a:cubicBezTo>
                  <a:cubicBezTo>
                    <a:pt x="200163" y="1268832"/>
                    <a:pt x="205808" y="1289361"/>
                    <a:pt x="211368" y="1309891"/>
                  </a:cubicBezTo>
                  <a:cubicBezTo>
                    <a:pt x="212994" y="1316050"/>
                    <a:pt x="214704" y="1322722"/>
                    <a:pt x="212651" y="1328795"/>
                  </a:cubicBezTo>
                  <a:cubicBezTo>
                    <a:pt x="208973" y="1339316"/>
                    <a:pt x="196313" y="1342909"/>
                    <a:pt x="187161" y="1349153"/>
                  </a:cubicBezTo>
                  <a:cubicBezTo>
                    <a:pt x="185621" y="1350180"/>
                    <a:pt x="184166" y="1351377"/>
                    <a:pt x="183140" y="1352832"/>
                  </a:cubicBezTo>
                  <a:cubicBezTo>
                    <a:pt x="179547" y="1358050"/>
                    <a:pt x="182370" y="1365149"/>
                    <a:pt x="181001" y="1371223"/>
                  </a:cubicBezTo>
                  <a:cubicBezTo>
                    <a:pt x="178949" y="1373789"/>
                    <a:pt x="179547" y="1374986"/>
                    <a:pt x="180317" y="1375671"/>
                  </a:cubicBezTo>
                  <a:cubicBezTo>
                    <a:pt x="183996" y="1379092"/>
                    <a:pt x="189555" y="1379263"/>
                    <a:pt x="194602" y="1379007"/>
                  </a:cubicBezTo>
                  <a:cubicBezTo>
                    <a:pt x="205209" y="1378494"/>
                    <a:pt x="215816" y="1377039"/>
                    <a:pt x="225995" y="1373960"/>
                  </a:cubicBezTo>
                  <a:cubicBezTo>
                    <a:pt x="229075" y="1373019"/>
                    <a:pt x="232325" y="1371993"/>
                    <a:pt x="235405" y="1372677"/>
                  </a:cubicBezTo>
                  <a:cubicBezTo>
                    <a:pt x="234635" y="1372335"/>
                    <a:pt x="235747" y="1371394"/>
                    <a:pt x="236517" y="1371394"/>
                  </a:cubicBezTo>
                  <a:cubicBezTo>
                    <a:pt x="238741" y="1371394"/>
                    <a:pt x="240965" y="1371394"/>
                    <a:pt x="243189" y="1371479"/>
                  </a:cubicBezTo>
                  <a:cubicBezTo>
                    <a:pt x="247124" y="1363866"/>
                    <a:pt x="250032" y="1355825"/>
                    <a:pt x="253368" y="1348042"/>
                  </a:cubicBezTo>
                  <a:cubicBezTo>
                    <a:pt x="253967" y="1346673"/>
                    <a:pt x="254651" y="1345219"/>
                    <a:pt x="255678" y="1344278"/>
                  </a:cubicBezTo>
                  <a:cubicBezTo>
                    <a:pt x="256619" y="1343422"/>
                    <a:pt x="257816" y="1342995"/>
                    <a:pt x="258928" y="1342481"/>
                  </a:cubicBezTo>
                  <a:cubicBezTo>
                    <a:pt x="266541" y="1339488"/>
                    <a:pt x="274325" y="1337007"/>
                    <a:pt x="282280" y="1335296"/>
                  </a:cubicBezTo>
                  <a:cubicBezTo>
                    <a:pt x="284333" y="1342567"/>
                    <a:pt x="285018" y="1350094"/>
                    <a:pt x="284333" y="1357622"/>
                  </a:cubicBezTo>
                  <a:cubicBezTo>
                    <a:pt x="288696" y="1358306"/>
                    <a:pt x="291775" y="1353174"/>
                    <a:pt x="291946" y="1348811"/>
                  </a:cubicBezTo>
                  <a:cubicBezTo>
                    <a:pt x="292118" y="1344449"/>
                    <a:pt x="290663" y="1339915"/>
                    <a:pt x="291604" y="1335638"/>
                  </a:cubicBezTo>
                  <a:cubicBezTo>
                    <a:pt x="292460" y="1331960"/>
                    <a:pt x="295197" y="1328795"/>
                    <a:pt x="298790" y="1327341"/>
                  </a:cubicBezTo>
                  <a:cubicBezTo>
                    <a:pt x="301783" y="1326143"/>
                    <a:pt x="305633" y="1326058"/>
                    <a:pt x="307515" y="1323492"/>
                  </a:cubicBezTo>
                  <a:cubicBezTo>
                    <a:pt x="309140" y="1321268"/>
                    <a:pt x="308712" y="1318274"/>
                    <a:pt x="308199" y="1315622"/>
                  </a:cubicBezTo>
                  <a:cubicBezTo>
                    <a:pt x="307685" y="1312885"/>
                    <a:pt x="307172" y="1310147"/>
                    <a:pt x="306659" y="1307410"/>
                  </a:cubicBezTo>
                  <a:cubicBezTo>
                    <a:pt x="301698" y="1248217"/>
                    <a:pt x="291006" y="1188767"/>
                    <a:pt x="277405" y="1129916"/>
                  </a:cubicBezTo>
                  <a:cubicBezTo>
                    <a:pt x="270904" y="1101773"/>
                    <a:pt x="263719" y="1073802"/>
                    <a:pt x="260896" y="1045060"/>
                  </a:cubicBezTo>
                  <a:cubicBezTo>
                    <a:pt x="258244" y="1018030"/>
                    <a:pt x="259356" y="990743"/>
                    <a:pt x="255592" y="963884"/>
                  </a:cubicBezTo>
                  <a:cubicBezTo>
                    <a:pt x="249776" y="922910"/>
                    <a:pt x="232668" y="884332"/>
                    <a:pt x="225226" y="843615"/>
                  </a:cubicBezTo>
                  <a:cubicBezTo>
                    <a:pt x="224456" y="845240"/>
                    <a:pt x="223515" y="843786"/>
                    <a:pt x="223686" y="842845"/>
                  </a:cubicBezTo>
                  <a:cubicBezTo>
                    <a:pt x="226081" y="828646"/>
                    <a:pt x="231299" y="815045"/>
                    <a:pt x="236346" y="801529"/>
                  </a:cubicBezTo>
                  <a:cubicBezTo>
                    <a:pt x="243616" y="782369"/>
                    <a:pt x="250802" y="763293"/>
                    <a:pt x="258073" y="744133"/>
                  </a:cubicBezTo>
                  <a:cubicBezTo>
                    <a:pt x="277233" y="721293"/>
                    <a:pt x="288867" y="691953"/>
                    <a:pt x="291690" y="661758"/>
                  </a:cubicBezTo>
                  <a:cubicBezTo>
                    <a:pt x="292118" y="657909"/>
                    <a:pt x="293144" y="653033"/>
                    <a:pt x="296993" y="652349"/>
                  </a:cubicBezTo>
                  <a:cubicBezTo>
                    <a:pt x="298191" y="652178"/>
                    <a:pt x="299388" y="652434"/>
                    <a:pt x="300586" y="652349"/>
                  </a:cubicBezTo>
                  <a:cubicBezTo>
                    <a:pt x="303494" y="652092"/>
                    <a:pt x="305718" y="649440"/>
                    <a:pt x="306488" y="646618"/>
                  </a:cubicBezTo>
                  <a:cubicBezTo>
                    <a:pt x="307258" y="643795"/>
                    <a:pt x="306745" y="640801"/>
                    <a:pt x="306317" y="637892"/>
                  </a:cubicBezTo>
                  <a:cubicBezTo>
                    <a:pt x="300757" y="602137"/>
                    <a:pt x="296395" y="566210"/>
                    <a:pt x="293144" y="530113"/>
                  </a:cubicBezTo>
                  <a:cubicBezTo>
                    <a:pt x="295368" y="531225"/>
                    <a:pt x="296138" y="532679"/>
                    <a:pt x="296822" y="534047"/>
                  </a:cubicBezTo>
                  <a:cubicBezTo>
                    <a:pt x="307258" y="552952"/>
                    <a:pt x="321286" y="570402"/>
                    <a:pt x="326847" y="591273"/>
                  </a:cubicBezTo>
                  <a:cubicBezTo>
                    <a:pt x="328044" y="596235"/>
                    <a:pt x="330012" y="600939"/>
                    <a:pt x="331893" y="605729"/>
                  </a:cubicBezTo>
                  <a:cubicBezTo>
                    <a:pt x="340618" y="627884"/>
                    <a:pt x="346435" y="651236"/>
                    <a:pt x="349001" y="675016"/>
                  </a:cubicBezTo>
                  <a:cubicBezTo>
                    <a:pt x="349429" y="678353"/>
                    <a:pt x="349686" y="681860"/>
                    <a:pt x="351054" y="685025"/>
                  </a:cubicBezTo>
                  <a:cubicBezTo>
                    <a:pt x="354390" y="692638"/>
                    <a:pt x="363799" y="696487"/>
                    <a:pt x="371926" y="694691"/>
                  </a:cubicBezTo>
                  <a:cubicBezTo>
                    <a:pt x="374407" y="694177"/>
                    <a:pt x="376973" y="693151"/>
                    <a:pt x="379368" y="693921"/>
                  </a:cubicBezTo>
                  <a:cubicBezTo>
                    <a:pt x="380651" y="694348"/>
                    <a:pt x="381677" y="695204"/>
                    <a:pt x="382704" y="696145"/>
                  </a:cubicBezTo>
                  <a:cubicBezTo>
                    <a:pt x="386211" y="699481"/>
                    <a:pt x="389119" y="703416"/>
                    <a:pt x="391258" y="707778"/>
                  </a:cubicBezTo>
                  <a:cubicBezTo>
                    <a:pt x="392113" y="709574"/>
                    <a:pt x="392797" y="711542"/>
                    <a:pt x="392370" y="713424"/>
                  </a:cubicBezTo>
                  <a:cubicBezTo>
                    <a:pt x="391600" y="717102"/>
                    <a:pt x="387066" y="718642"/>
                    <a:pt x="383303" y="718385"/>
                  </a:cubicBezTo>
                  <a:cubicBezTo>
                    <a:pt x="379624" y="718214"/>
                    <a:pt x="375775" y="717016"/>
                    <a:pt x="372183" y="717957"/>
                  </a:cubicBezTo>
                  <a:cubicBezTo>
                    <a:pt x="368590" y="718898"/>
                    <a:pt x="365681" y="723688"/>
                    <a:pt x="368162" y="726426"/>
                  </a:cubicBezTo>
                  <a:cubicBezTo>
                    <a:pt x="368846" y="727196"/>
                    <a:pt x="369873" y="727623"/>
                    <a:pt x="370814" y="728051"/>
                  </a:cubicBezTo>
                  <a:cubicBezTo>
                    <a:pt x="381592" y="732585"/>
                    <a:pt x="393995" y="732670"/>
                    <a:pt x="404859" y="728393"/>
                  </a:cubicBezTo>
                  <a:cubicBezTo>
                    <a:pt x="408708" y="726853"/>
                    <a:pt x="412386" y="724715"/>
                    <a:pt x="415123" y="721550"/>
                  </a:cubicBezTo>
                  <a:cubicBezTo>
                    <a:pt x="418887" y="717102"/>
                    <a:pt x="420341" y="711200"/>
                    <a:pt x="421025" y="705383"/>
                  </a:cubicBezTo>
                  <a:cubicBezTo>
                    <a:pt x="421795" y="698027"/>
                    <a:pt x="421539" y="690414"/>
                    <a:pt x="419144" y="683399"/>
                  </a:cubicBezTo>
                  <a:cubicBezTo>
                    <a:pt x="416748" y="676385"/>
                    <a:pt x="412215" y="669970"/>
                    <a:pt x="405885" y="666206"/>
                  </a:cubicBezTo>
                  <a:lnTo>
                    <a:pt x="405885" y="666206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C1F7D3D1-4099-1E49-BD7D-ADFAEB7F8B45}"/>
                </a:ext>
              </a:extLst>
            </p:cNvPr>
            <p:cNvSpPr/>
            <p:nvPr/>
          </p:nvSpPr>
          <p:spPr>
            <a:xfrm>
              <a:off x="-682706" y="1012560"/>
              <a:ext cx="401124" cy="1399598"/>
            </a:xfrm>
            <a:custGeom>
              <a:avLst/>
              <a:gdLst>
                <a:gd name="connsiteX0" fmla="*/ 330041 w 401124"/>
                <a:gd name="connsiteY0" fmla="*/ 460375 h 1399598"/>
                <a:gd name="connsiteX1" fmla="*/ 317980 w 401124"/>
                <a:gd name="connsiteY1" fmla="*/ 482016 h 1399598"/>
                <a:gd name="connsiteX2" fmla="*/ 320204 w 401124"/>
                <a:gd name="connsiteY2" fmla="*/ 407682 h 1399598"/>
                <a:gd name="connsiteX3" fmla="*/ 328758 w 401124"/>
                <a:gd name="connsiteY3" fmla="*/ 431548 h 1399598"/>
                <a:gd name="connsiteX4" fmla="*/ 330041 w 401124"/>
                <a:gd name="connsiteY4" fmla="*/ 460460 h 1399598"/>
                <a:gd name="connsiteX5" fmla="*/ 330041 w 401124"/>
                <a:gd name="connsiteY5" fmla="*/ 460460 h 1399598"/>
                <a:gd name="connsiteX6" fmla="*/ 132445 w 401124"/>
                <a:gd name="connsiteY6" fmla="*/ 485780 h 1399598"/>
                <a:gd name="connsiteX7" fmla="*/ 130477 w 401124"/>
                <a:gd name="connsiteY7" fmla="*/ 487319 h 1399598"/>
                <a:gd name="connsiteX8" fmla="*/ 128082 w 401124"/>
                <a:gd name="connsiteY8" fmla="*/ 487405 h 1399598"/>
                <a:gd name="connsiteX9" fmla="*/ 99170 w 401124"/>
                <a:gd name="connsiteY9" fmla="*/ 473975 h 1399598"/>
                <a:gd name="connsiteX10" fmla="*/ 70942 w 401124"/>
                <a:gd name="connsiteY10" fmla="*/ 462941 h 1399598"/>
                <a:gd name="connsiteX11" fmla="*/ 65211 w 401124"/>
                <a:gd name="connsiteY11" fmla="*/ 453873 h 1399598"/>
                <a:gd name="connsiteX12" fmla="*/ 67692 w 401124"/>
                <a:gd name="connsiteY12" fmla="*/ 446004 h 1399598"/>
                <a:gd name="connsiteX13" fmla="*/ 88306 w 401124"/>
                <a:gd name="connsiteY13" fmla="*/ 413499 h 1399598"/>
                <a:gd name="connsiteX14" fmla="*/ 98400 w 401124"/>
                <a:gd name="connsiteY14" fmla="*/ 442753 h 1399598"/>
                <a:gd name="connsiteX15" fmla="*/ 102078 w 401124"/>
                <a:gd name="connsiteY15" fmla="*/ 428639 h 1399598"/>
                <a:gd name="connsiteX16" fmla="*/ 113712 w 401124"/>
                <a:gd name="connsiteY16" fmla="*/ 447544 h 1399598"/>
                <a:gd name="connsiteX17" fmla="*/ 112172 w 401124"/>
                <a:gd name="connsiteY17" fmla="*/ 419829 h 1399598"/>
                <a:gd name="connsiteX18" fmla="*/ 121068 w 401124"/>
                <a:gd name="connsiteY18" fmla="*/ 453702 h 1399598"/>
                <a:gd name="connsiteX19" fmla="*/ 131931 w 401124"/>
                <a:gd name="connsiteY19" fmla="*/ 468501 h 1399598"/>
                <a:gd name="connsiteX20" fmla="*/ 132616 w 401124"/>
                <a:gd name="connsiteY20" fmla="*/ 485694 h 1399598"/>
                <a:gd name="connsiteX21" fmla="*/ 132616 w 401124"/>
                <a:gd name="connsiteY21" fmla="*/ 485694 h 1399598"/>
                <a:gd name="connsiteX22" fmla="*/ 391630 w 401124"/>
                <a:gd name="connsiteY22" fmla="*/ 527780 h 1399598"/>
                <a:gd name="connsiteX23" fmla="*/ 362974 w 401124"/>
                <a:gd name="connsiteY23" fmla="*/ 528806 h 1399598"/>
                <a:gd name="connsiteX24" fmla="*/ 375890 w 401124"/>
                <a:gd name="connsiteY24" fmla="*/ 495531 h 1399598"/>
                <a:gd name="connsiteX25" fmla="*/ 388721 w 401124"/>
                <a:gd name="connsiteY25" fmla="*/ 481674 h 1399598"/>
                <a:gd name="connsiteX26" fmla="*/ 393341 w 401124"/>
                <a:gd name="connsiteY26" fmla="*/ 450709 h 1399598"/>
                <a:gd name="connsiteX27" fmla="*/ 393341 w 401124"/>
                <a:gd name="connsiteY27" fmla="*/ 422994 h 1399598"/>
                <a:gd name="connsiteX28" fmla="*/ 387096 w 401124"/>
                <a:gd name="connsiteY28" fmla="*/ 414953 h 1399598"/>
                <a:gd name="connsiteX29" fmla="*/ 383931 w 401124"/>
                <a:gd name="connsiteY29" fmla="*/ 398872 h 1399598"/>
                <a:gd name="connsiteX30" fmla="*/ 375890 w 401124"/>
                <a:gd name="connsiteY30" fmla="*/ 367136 h 1399598"/>
                <a:gd name="connsiteX31" fmla="*/ 326449 w 401124"/>
                <a:gd name="connsiteY31" fmla="*/ 220180 h 1399598"/>
                <a:gd name="connsiteX32" fmla="*/ 320033 w 401124"/>
                <a:gd name="connsiteY32" fmla="*/ 208717 h 1399598"/>
                <a:gd name="connsiteX33" fmla="*/ 310709 w 401124"/>
                <a:gd name="connsiteY33" fmla="*/ 204868 h 1399598"/>
                <a:gd name="connsiteX34" fmla="*/ 266827 w 401124"/>
                <a:gd name="connsiteY34" fmla="*/ 204782 h 1399598"/>
                <a:gd name="connsiteX35" fmla="*/ 258017 w 401124"/>
                <a:gd name="connsiteY35" fmla="*/ 195116 h 1399598"/>
                <a:gd name="connsiteX36" fmla="*/ 255793 w 401124"/>
                <a:gd name="connsiteY36" fmla="*/ 189385 h 1399598"/>
                <a:gd name="connsiteX37" fmla="*/ 259043 w 401124"/>
                <a:gd name="connsiteY37" fmla="*/ 187161 h 1399598"/>
                <a:gd name="connsiteX38" fmla="*/ 263149 w 401124"/>
                <a:gd name="connsiteY38" fmla="*/ 187247 h 1399598"/>
                <a:gd name="connsiteX39" fmla="*/ 276237 w 401124"/>
                <a:gd name="connsiteY39" fmla="*/ 185023 h 1399598"/>
                <a:gd name="connsiteX40" fmla="*/ 282224 w 401124"/>
                <a:gd name="connsiteY40" fmla="*/ 164835 h 1399598"/>
                <a:gd name="connsiteX41" fmla="*/ 287870 w 401124"/>
                <a:gd name="connsiteY41" fmla="*/ 160131 h 1399598"/>
                <a:gd name="connsiteX42" fmla="*/ 287699 w 401124"/>
                <a:gd name="connsiteY42" fmla="*/ 156367 h 1399598"/>
                <a:gd name="connsiteX43" fmla="*/ 288982 w 401124"/>
                <a:gd name="connsiteY43" fmla="*/ 153031 h 1399598"/>
                <a:gd name="connsiteX44" fmla="*/ 292147 w 401124"/>
                <a:gd name="connsiteY44" fmla="*/ 152005 h 1399598"/>
                <a:gd name="connsiteX45" fmla="*/ 292917 w 401124"/>
                <a:gd name="connsiteY45" fmla="*/ 150294 h 1399598"/>
                <a:gd name="connsiteX46" fmla="*/ 292489 w 401124"/>
                <a:gd name="connsiteY46" fmla="*/ 142339 h 1399598"/>
                <a:gd name="connsiteX47" fmla="*/ 292062 w 401124"/>
                <a:gd name="connsiteY47" fmla="*/ 139858 h 1399598"/>
                <a:gd name="connsiteX48" fmla="*/ 296595 w 401124"/>
                <a:gd name="connsiteY48" fmla="*/ 136436 h 1399598"/>
                <a:gd name="connsiteX49" fmla="*/ 302326 w 401124"/>
                <a:gd name="connsiteY49" fmla="*/ 127711 h 1399598"/>
                <a:gd name="connsiteX50" fmla="*/ 299503 w 401124"/>
                <a:gd name="connsiteY50" fmla="*/ 117361 h 1399598"/>
                <a:gd name="connsiteX51" fmla="*/ 293943 w 401124"/>
                <a:gd name="connsiteY51" fmla="*/ 107609 h 1399598"/>
                <a:gd name="connsiteX52" fmla="*/ 294029 w 401124"/>
                <a:gd name="connsiteY52" fmla="*/ 102648 h 1399598"/>
                <a:gd name="connsiteX53" fmla="*/ 295483 w 401124"/>
                <a:gd name="connsiteY53" fmla="*/ 84257 h 1399598"/>
                <a:gd name="connsiteX54" fmla="*/ 293858 w 401124"/>
                <a:gd name="connsiteY54" fmla="*/ 71084 h 1399598"/>
                <a:gd name="connsiteX55" fmla="*/ 292917 w 401124"/>
                <a:gd name="connsiteY55" fmla="*/ 62958 h 1399598"/>
                <a:gd name="connsiteX56" fmla="*/ 287699 w 401124"/>
                <a:gd name="connsiteY56" fmla="*/ 32335 h 1399598"/>
                <a:gd name="connsiteX57" fmla="*/ 260326 w 401124"/>
                <a:gd name="connsiteY57" fmla="*/ 14200 h 1399598"/>
                <a:gd name="connsiteX58" fmla="*/ 214135 w 401124"/>
                <a:gd name="connsiteY58" fmla="*/ 1 h 1399598"/>
                <a:gd name="connsiteX59" fmla="*/ 184795 w 401124"/>
                <a:gd name="connsiteY59" fmla="*/ 7272 h 1399598"/>
                <a:gd name="connsiteX60" fmla="*/ 119699 w 401124"/>
                <a:gd name="connsiteY60" fmla="*/ 92555 h 1399598"/>
                <a:gd name="connsiteX61" fmla="*/ 113883 w 401124"/>
                <a:gd name="connsiteY61" fmla="*/ 134298 h 1399598"/>
                <a:gd name="connsiteX62" fmla="*/ 102848 w 401124"/>
                <a:gd name="connsiteY62" fmla="*/ 163125 h 1399598"/>
                <a:gd name="connsiteX63" fmla="*/ 92755 w 401124"/>
                <a:gd name="connsiteY63" fmla="*/ 186905 h 1399598"/>
                <a:gd name="connsiteX64" fmla="*/ 69488 w 401124"/>
                <a:gd name="connsiteY64" fmla="*/ 200163 h 1399598"/>
                <a:gd name="connsiteX65" fmla="*/ 56229 w 401124"/>
                <a:gd name="connsiteY65" fmla="*/ 221291 h 1399598"/>
                <a:gd name="connsiteX66" fmla="*/ 59907 w 401124"/>
                <a:gd name="connsiteY66" fmla="*/ 236090 h 1399598"/>
                <a:gd name="connsiteX67" fmla="*/ 54091 w 401124"/>
                <a:gd name="connsiteY67" fmla="*/ 240880 h 1399598"/>
                <a:gd name="connsiteX68" fmla="*/ 28001 w 401124"/>
                <a:gd name="connsiteY68" fmla="*/ 258416 h 1399598"/>
                <a:gd name="connsiteX69" fmla="*/ 20302 w 401124"/>
                <a:gd name="connsiteY69" fmla="*/ 287414 h 1399598"/>
                <a:gd name="connsiteX70" fmla="*/ 24579 w 401124"/>
                <a:gd name="connsiteY70" fmla="*/ 304522 h 1399598"/>
                <a:gd name="connsiteX71" fmla="*/ 20302 w 401124"/>
                <a:gd name="connsiteY71" fmla="*/ 314273 h 1399598"/>
                <a:gd name="connsiteX72" fmla="*/ 26803 w 401124"/>
                <a:gd name="connsiteY72" fmla="*/ 321031 h 1399598"/>
                <a:gd name="connsiteX73" fmla="*/ 31936 w 401124"/>
                <a:gd name="connsiteY73" fmla="*/ 342330 h 1399598"/>
                <a:gd name="connsiteX74" fmla="*/ 29 w 401124"/>
                <a:gd name="connsiteY74" fmla="*/ 474146 h 1399598"/>
                <a:gd name="connsiteX75" fmla="*/ 3109 w 401124"/>
                <a:gd name="connsiteY75" fmla="*/ 493820 h 1399598"/>
                <a:gd name="connsiteX76" fmla="*/ 52893 w 401124"/>
                <a:gd name="connsiteY76" fmla="*/ 520338 h 1399598"/>
                <a:gd name="connsiteX77" fmla="*/ 121753 w 401124"/>
                <a:gd name="connsiteY77" fmla="*/ 554725 h 1399598"/>
                <a:gd name="connsiteX78" fmla="*/ 102934 w 401124"/>
                <a:gd name="connsiteY78" fmla="*/ 617767 h 1399598"/>
                <a:gd name="connsiteX79" fmla="*/ 120555 w 401124"/>
                <a:gd name="connsiteY79" fmla="*/ 617425 h 1399598"/>
                <a:gd name="connsiteX80" fmla="*/ 119100 w 401124"/>
                <a:gd name="connsiteY80" fmla="*/ 693641 h 1399598"/>
                <a:gd name="connsiteX81" fmla="*/ 142539 w 401124"/>
                <a:gd name="connsiteY81" fmla="*/ 766863 h 1399598"/>
                <a:gd name="connsiteX82" fmla="*/ 178380 w 401124"/>
                <a:gd name="connsiteY82" fmla="*/ 860357 h 1399598"/>
                <a:gd name="connsiteX83" fmla="*/ 188388 w 401124"/>
                <a:gd name="connsiteY83" fmla="*/ 894659 h 1399598"/>
                <a:gd name="connsiteX84" fmla="*/ 193007 w 401124"/>
                <a:gd name="connsiteY84" fmla="*/ 923657 h 1399598"/>
                <a:gd name="connsiteX85" fmla="*/ 197027 w 401124"/>
                <a:gd name="connsiteY85" fmla="*/ 939054 h 1399598"/>
                <a:gd name="connsiteX86" fmla="*/ 185565 w 401124"/>
                <a:gd name="connsiteY86" fmla="*/ 946923 h 1399598"/>
                <a:gd name="connsiteX87" fmla="*/ 180090 w 401124"/>
                <a:gd name="connsiteY87" fmla="*/ 958129 h 1399598"/>
                <a:gd name="connsiteX88" fmla="*/ 186677 w 401124"/>
                <a:gd name="connsiteY88" fmla="*/ 961893 h 1399598"/>
                <a:gd name="connsiteX89" fmla="*/ 182571 w 401124"/>
                <a:gd name="connsiteY89" fmla="*/ 983876 h 1399598"/>
                <a:gd name="connsiteX90" fmla="*/ 161870 w 401124"/>
                <a:gd name="connsiteY90" fmla="*/ 1053078 h 1399598"/>
                <a:gd name="connsiteX91" fmla="*/ 149039 w 401124"/>
                <a:gd name="connsiteY91" fmla="*/ 1149738 h 1399598"/>
                <a:gd name="connsiteX92" fmla="*/ 118245 w 401124"/>
                <a:gd name="connsiteY92" fmla="*/ 1206194 h 1399598"/>
                <a:gd name="connsiteX93" fmla="*/ 98400 w 401124"/>
                <a:gd name="connsiteY93" fmla="*/ 1252128 h 1399598"/>
                <a:gd name="connsiteX94" fmla="*/ 105414 w 401124"/>
                <a:gd name="connsiteY94" fmla="*/ 1255379 h 1399598"/>
                <a:gd name="connsiteX95" fmla="*/ 104901 w 401124"/>
                <a:gd name="connsiteY95" fmla="*/ 1264018 h 1399598"/>
                <a:gd name="connsiteX96" fmla="*/ 76160 w 401124"/>
                <a:gd name="connsiteY96" fmla="*/ 1333990 h 1399598"/>
                <a:gd name="connsiteX97" fmla="*/ 80950 w 401124"/>
                <a:gd name="connsiteY97" fmla="*/ 1338523 h 1399598"/>
                <a:gd name="connsiteX98" fmla="*/ 83089 w 401124"/>
                <a:gd name="connsiteY98" fmla="*/ 1339635 h 1399598"/>
                <a:gd name="connsiteX99" fmla="*/ 85056 w 401124"/>
                <a:gd name="connsiteY99" fmla="*/ 1337155 h 1399598"/>
                <a:gd name="connsiteX100" fmla="*/ 117732 w 401124"/>
                <a:gd name="connsiteY100" fmla="*/ 1275737 h 1399598"/>
                <a:gd name="connsiteX101" fmla="*/ 124489 w 401124"/>
                <a:gd name="connsiteY101" fmla="*/ 1369660 h 1399598"/>
                <a:gd name="connsiteX102" fmla="*/ 125174 w 401124"/>
                <a:gd name="connsiteY102" fmla="*/ 1372739 h 1399598"/>
                <a:gd name="connsiteX103" fmla="*/ 128424 w 401124"/>
                <a:gd name="connsiteY103" fmla="*/ 1374878 h 1399598"/>
                <a:gd name="connsiteX104" fmla="*/ 187703 w 401124"/>
                <a:gd name="connsiteY104" fmla="*/ 1392242 h 1399598"/>
                <a:gd name="connsiteX105" fmla="*/ 192408 w 401124"/>
                <a:gd name="connsiteY105" fmla="*/ 1388136 h 1399598"/>
                <a:gd name="connsiteX106" fmla="*/ 201903 w 401124"/>
                <a:gd name="connsiteY106" fmla="*/ 1375305 h 1399598"/>
                <a:gd name="connsiteX107" fmla="*/ 204640 w 401124"/>
                <a:gd name="connsiteY107" fmla="*/ 1399598 h 1399598"/>
                <a:gd name="connsiteX108" fmla="*/ 212681 w 401124"/>
                <a:gd name="connsiteY108" fmla="*/ 1395664 h 1399598"/>
                <a:gd name="connsiteX109" fmla="*/ 217556 w 401124"/>
                <a:gd name="connsiteY109" fmla="*/ 1323468 h 1399598"/>
                <a:gd name="connsiteX110" fmla="*/ 234664 w 401124"/>
                <a:gd name="connsiteY110" fmla="*/ 1389505 h 1399598"/>
                <a:gd name="connsiteX111" fmla="*/ 286587 w 401124"/>
                <a:gd name="connsiteY111" fmla="*/ 1367179 h 1399598"/>
                <a:gd name="connsiteX112" fmla="*/ 269137 w 401124"/>
                <a:gd name="connsiteY112" fmla="*/ 1320389 h 1399598"/>
                <a:gd name="connsiteX113" fmla="*/ 264518 w 401124"/>
                <a:gd name="connsiteY113" fmla="*/ 1317566 h 1399598"/>
                <a:gd name="connsiteX114" fmla="*/ 265116 w 401124"/>
                <a:gd name="connsiteY114" fmla="*/ 1309525 h 1399598"/>
                <a:gd name="connsiteX115" fmla="*/ 287100 w 401124"/>
                <a:gd name="connsiteY115" fmla="*/ 1210385 h 1399598"/>
                <a:gd name="connsiteX116" fmla="*/ 313874 w 401124"/>
                <a:gd name="connsiteY116" fmla="*/ 932980 h 1399598"/>
                <a:gd name="connsiteX117" fmla="*/ 324481 w 401124"/>
                <a:gd name="connsiteY117" fmla="*/ 874129 h 1399598"/>
                <a:gd name="connsiteX118" fmla="*/ 341418 w 401124"/>
                <a:gd name="connsiteY118" fmla="*/ 764467 h 1399598"/>
                <a:gd name="connsiteX119" fmla="*/ 342188 w 401124"/>
                <a:gd name="connsiteY119" fmla="*/ 616912 h 1399598"/>
                <a:gd name="connsiteX120" fmla="*/ 379483 w 401124"/>
                <a:gd name="connsiteY120" fmla="*/ 614517 h 1399598"/>
                <a:gd name="connsiteX121" fmla="*/ 400440 w 401124"/>
                <a:gd name="connsiteY121" fmla="*/ 608101 h 1399598"/>
                <a:gd name="connsiteX122" fmla="*/ 401124 w 401124"/>
                <a:gd name="connsiteY122" fmla="*/ 602285 h 1399598"/>
                <a:gd name="connsiteX123" fmla="*/ 391886 w 401124"/>
                <a:gd name="connsiteY123" fmla="*/ 528036 h 1399598"/>
                <a:gd name="connsiteX124" fmla="*/ 391886 w 401124"/>
                <a:gd name="connsiteY124" fmla="*/ 528036 h 1399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</a:cxnLst>
              <a:rect l="l" t="t" r="r" b="b"/>
              <a:pathLst>
                <a:path w="401124" h="1399598">
                  <a:moveTo>
                    <a:pt x="330041" y="460375"/>
                  </a:moveTo>
                  <a:cubicBezTo>
                    <a:pt x="326791" y="467988"/>
                    <a:pt x="319520" y="473804"/>
                    <a:pt x="317980" y="482016"/>
                  </a:cubicBezTo>
                  <a:cubicBezTo>
                    <a:pt x="313960" y="457209"/>
                    <a:pt x="310196" y="430778"/>
                    <a:pt x="320204" y="407682"/>
                  </a:cubicBezTo>
                  <a:cubicBezTo>
                    <a:pt x="321487" y="412900"/>
                    <a:pt x="325593" y="422224"/>
                    <a:pt x="328758" y="431548"/>
                  </a:cubicBezTo>
                  <a:cubicBezTo>
                    <a:pt x="331838" y="440871"/>
                    <a:pt x="333976" y="451393"/>
                    <a:pt x="330041" y="460460"/>
                  </a:cubicBezTo>
                  <a:lnTo>
                    <a:pt x="330041" y="460460"/>
                  </a:lnTo>
                  <a:close/>
                  <a:moveTo>
                    <a:pt x="132445" y="485780"/>
                  </a:moveTo>
                  <a:cubicBezTo>
                    <a:pt x="131931" y="486464"/>
                    <a:pt x="131333" y="487063"/>
                    <a:pt x="130477" y="487319"/>
                  </a:cubicBezTo>
                  <a:cubicBezTo>
                    <a:pt x="129708" y="487576"/>
                    <a:pt x="128852" y="487491"/>
                    <a:pt x="128082" y="487405"/>
                  </a:cubicBezTo>
                  <a:cubicBezTo>
                    <a:pt x="117476" y="486036"/>
                    <a:pt x="109007" y="478167"/>
                    <a:pt x="99170" y="473975"/>
                  </a:cubicBezTo>
                  <a:cubicBezTo>
                    <a:pt x="89846" y="469955"/>
                    <a:pt x="78983" y="469099"/>
                    <a:pt x="70942" y="462941"/>
                  </a:cubicBezTo>
                  <a:cubicBezTo>
                    <a:pt x="67948" y="460717"/>
                    <a:pt x="65382" y="457552"/>
                    <a:pt x="65211" y="453873"/>
                  </a:cubicBezTo>
                  <a:cubicBezTo>
                    <a:pt x="65040" y="451051"/>
                    <a:pt x="66237" y="448484"/>
                    <a:pt x="67692" y="446004"/>
                  </a:cubicBezTo>
                  <a:cubicBezTo>
                    <a:pt x="73936" y="434798"/>
                    <a:pt x="83431" y="425474"/>
                    <a:pt x="88306" y="413499"/>
                  </a:cubicBezTo>
                  <a:cubicBezTo>
                    <a:pt x="87280" y="421796"/>
                    <a:pt x="92241" y="433173"/>
                    <a:pt x="98400" y="442753"/>
                  </a:cubicBezTo>
                  <a:cubicBezTo>
                    <a:pt x="98828" y="437878"/>
                    <a:pt x="100025" y="433087"/>
                    <a:pt x="102078" y="428639"/>
                  </a:cubicBezTo>
                  <a:cubicBezTo>
                    <a:pt x="102677" y="436338"/>
                    <a:pt x="107125" y="443694"/>
                    <a:pt x="113712" y="447544"/>
                  </a:cubicBezTo>
                  <a:cubicBezTo>
                    <a:pt x="110119" y="438819"/>
                    <a:pt x="109606" y="428896"/>
                    <a:pt x="112172" y="419829"/>
                  </a:cubicBezTo>
                  <a:cubicBezTo>
                    <a:pt x="116449" y="430778"/>
                    <a:pt x="115251" y="443523"/>
                    <a:pt x="121068" y="453702"/>
                  </a:cubicBezTo>
                  <a:cubicBezTo>
                    <a:pt x="124062" y="459006"/>
                    <a:pt x="128766" y="463197"/>
                    <a:pt x="131931" y="468501"/>
                  </a:cubicBezTo>
                  <a:cubicBezTo>
                    <a:pt x="135097" y="473719"/>
                    <a:pt x="136465" y="480989"/>
                    <a:pt x="132616" y="485694"/>
                  </a:cubicBezTo>
                  <a:lnTo>
                    <a:pt x="132616" y="485694"/>
                  </a:lnTo>
                  <a:close/>
                  <a:moveTo>
                    <a:pt x="391630" y="527780"/>
                  </a:moveTo>
                  <a:cubicBezTo>
                    <a:pt x="382049" y="528122"/>
                    <a:pt x="372469" y="528464"/>
                    <a:pt x="362974" y="528806"/>
                  </a:cubicBezTo>
                  <a:cubicBezTo>
                    <a:pt x="362546" y="516574"/>
                    <a:pt x="367336" y="504256"/>
                    <a:pt x="375890" y="495531"/>
                  </a:cubicBezTo>
                  <a:cubicBezTo>
                    <a:pt x="380253" y="490998"/>
                    <a:pt x="385813" y="487234"/>
                    <a:pt x="388721" y="481674"/>
                  </a:cubicBezTo>
                  <a:cubicBezTo>
                    <a:pt x="393511" y="472435"/>
                    <a:pt x="390261" y="460460"/>
                    <a:pt x="393341" y="450709"/>
                  </a:cubicBezTo>
                  <a:cubicBezTo>
                    <a:pt x="399072" y="442668"/>
                    <a:pt x="399072" y="430949"/>
                    <a:pt x="393341" y="422994"/>
                  </a:cubicBezTo>
                  <a:cubicBezTo>
                    <a:pt x="391373" y="420256"/>
                    <a:pt x="388807" y="417947"/>
                    <a:pt x="387096" y="414953"/>
                  </a:cubicBezTo>
                  <a:cubicBezTo>
                    <a:pt x="384444" y="410163"/>
                    <a:pt x="384444" y="404346"/>
                    <a:pt x="383931" y="398872"/>
                  </a:cubicBezTo>
                  <a:cubicBezTo>
                    <a:pt x="382904" y="388008"/>
                    <a:pt x="379312" y="377487"/>
                    <a:pt x="375890" y="367136"/>
                  </a:cubicBezTo>
                  <a:cubicBezTo>
                    <a:pt x="359381" y="318122"/>
                    <a:pt x="342958" y="269194"/>
                    <a:pt x="326449" y="220180"/>
                  </a:cubicBezTo>
                  <a:cubicBezTo>
                    <a:pt x="325080" y="215988"/>
                    <a:pt x="323454" y="211540"/>
                    <a:pt x="320033" y="208717"/>
                  </a:cubicBezTo>
                  <a:cubicBezTo>
                    <a:pt x="317381" y="206579"/>
                    <a:pt x="314045" y="205638"/>
                    <a:pt x="310709" y="204868"/>
                  </a:cubicBezTo>
                  <a:cubicBezTo>
                    <a:pt x="295825" y="201446"/>
                    <a:pt x="280343" y="200933"/>
                    <a:pt x="266827" y="204782"/>
                  </a:cubicBezTo>
                  <a:cubicBezTo>
                    <a:pt x="263919" y="201532"/>
                    <a:pt x="261011" y="198281"/>
                    <a:pt x="258017" y="195116"/>
                  </a:cubicBezTo>
                  <a:cubicBezTo>
                    <a:pt x="256562" y="193491"/>
                    <a:pt x="255023" y="191353"/>
                    <a:pt x="255793" y="189385"/>
                  </a:cubicBezTo>
                  <a:cubicBezTo>
                    <a:pt x="256306" y="188102"/>
                    <a:pt x="257674" y="187418"/>
                    <a:pt x="259043" y="187161"/>
                  </a:cubicBezTo>
                  <a:cubicBezTo>
                    <a:pt x="260412" y="186990"/>
                    <a:pt x="261781" y="187161"/>
                    <a:pt x="263149" y="187247"/>
                  </a:cubicBezTo>
                  <a:cubicBezTo>
                    <a:pt x="266827" y="187589"/>
                    <a:pt x="270505" y="187076"/>
                    <a:pt x="276237" y="185023"/>
                  </a:cubicBezTo>
                  <a:cubicBezTo>
                    <a:pt x="279487" y="179377"/>
                    <a:pt x="281283" y="172876"/>
                    <a:pt x="282224" y="164835"/>
                  </a:cubicBezTo>
                  <a:cubicBezTo>
                    <a:pt x="284620" y="163895"/>
                    <a:pt x="287357" y="162611"/>
                    <a:pt x="287870" y="160131"/>
                  </a:cubicBezTo>
                  <a:cubicBezTo>
                    <a:pt x="288127" y="158933"/>
                    <a:pt x="287785" y="157650"/>
                    <a:pt x="287699" y="156367"/>
                  </a:cubicBezTo>
                  <a:cubicBezTo>
                    <a:pt x="287528" y="155084"/>
                    <a:pt x="287870" y="153630"/>
                    <a:pt x="288982" y="153031"/>
                  </a:cubicBezTo>
                  <a:cubicBezTo>
                    <a:pt x="289923" y="152432"/>
                    <a:pt x="291291" y="152774"/>
                    <a:pt x="292147" y="152005"/>
                  </a:cubicBezTo>
                  <a:cubicBezTo>
                    <a:pt x="292575" y="151577"/>
                    <a:pt x="292746" y="150892"/>
                    <a:pt x="292917" y="150294"/>
                  </a:cubicBezTo>
                  <a:cubicBezTo>
                    <a:pt x="293430" y="147642"/>
                    <a:pt x="293259" y="144905"/>
                    <a:pt x="292489" y="142339"/>
                  </a:cubicBezTo>
                  <a:cubicBezTo>
                    <a:pt x="292233" y="141483"/>
                    <a:pt x="291890" y="140713"/>
                    <a:pt x="292062" y="139858"/>
                  </a:cubicBezTo>
                  <a:cubicBezTo>
                    <a:pt x="292404" y="137890"/>
                    <a:pt x="294799" y="137292"/>
                    <a:pt x="296595" y="136436"/>
                  </a:cubicBezTo>
                  <a:cubicBezTo>
                    <a:pt x="299845" y="134897"/>
                    <a:pt x="301984" y="131304"/>
                    <a:pt x="302326" y="127711"/>
                  </a:cubicBezTo>
                  <a:cubicBezTo>
                    <a:pt x="302668" y="124119"/>
                    <a:pt x="301471" y="120440"/>
                    <a:pt x="299503" y="117361"/>
                  </a:cubicBezTo>
                  <a:cubicBezTo>
                    <a:pt x="297451" y="114196"/>
                    <a:pt x="294542" y="111288"/>
                    <a:pt x="293943" y="107609"/>
                  </a:cubicBezTo>
                  <a:cubicBezTo>
                    <a:pt x="293601" y="105984"/>
                    <a:pt x="293858" y="104273"/>
                    <a:pt x="294029" y="102648"/>
                  </a:cubicBezTo>
                  <a:cubicBezTo>
                    <a:pt x="294713" y="96746"/>
                    <a:pt x="295312" y="90844"/>
                    <a:pt x="295483" y="84257"/>
                  </a:cubicBezTo>
                  <a:cubicBezTo>
                    <a:pt x="295312" y="79895"/>
                    <a:pt x="294799" y="75447"/>
                    <a:pt x="293858" y="71084"/>
                  </a:cubicBezTo>
                  <a:cubicBezTo>
                    <a:pt x="293259" y="68432"/>
                    <a:pt x="291548" y="65353"/>
                    <a:pt x="292917" y="62958"/>
                  </a:cubicBezTo>
                  <a:cubicBezTo>
                    <a:pt x="298306" y="53377"/>
                    <a:pt x="294884" y="40718"/>
                    <a:pt x="287699" y="32335"/>
                  </a:cubicBezTo>
                  <a:cubicBezTo>
                    <a:pt x="280514" y="23952"/>
                    <a:pt x="270249" y="18991"/>
                    <a:pt x="260326" y="14200"/>
                  </a:cubicBezTo>
                  <a:cubicBezTo>
                    <a:pt x="245699" y="7101"/>
                    <a:pt x="230387" y="-85"/>
                    <a:pt x="214135" y="1"/>
                  </a:cubicBezTo>
                  <a:cubicBezTo>
                    <a:pt x="203956" y="86"/>
                    <a:pt x="194033" y="3080"/>
                    <a:pt x="184795" y="7272"/>
                  </a:cubicBezTo>
                  <a:cubicBezTo>
                    <a:pt x="150921" y="22754"/>
                    <a:pt x="125687" y="55773"/>
                    <a:pt x="119699" y="92555"/>
                  </a:cubicBezTo>
                  <a:cubicBezTo>
                    <a:pt x="117476" y="106412"/>
                    <a:pt x="117818" y="120697"/>
                    <a:pt x="113883" y="134298"/>
                  </a:cubicBezTo>
                  <a:cubicBezTo>
                    <a:pt x="110975" y="144220"/>
                    <a:pt x="106013" y="153373"/>
                    <a:pt x="102848" y="163125"/>
                  </a:cubicBezTo>
                  <a:cubicBezTo>
                    <a:pt x="100196" y="171422"/>
                    <a:pt x="98657" y="180489"/>
                    <a:pt x="92755" y="186905"/>
                  </a:cubicBezTo>
                  <a:cubicBezTo>
                    <a:pt x="86681" y="193577"/>
                    <a:pt x="77443" y="195972"/>
                    <a:pt x="69488" y="200163"/>
                  </a:cubicBezTo>
                  <a:cubicBezTo>
                    <a:pt x="61532" y="204355"/>
                    <a:pt x="53919" y="212652"/>
                    <a:pt x="56229" y="221291"/>
                  </a:cubicBezTo>
                  <a:cubicBezTo>
                    <a:pt x="57598" y="226338"/>
                    <a:pt x="62131" y="231300"/>
                    <a:pt x="59907" y="236090"/>
                  </a:cubicBezTo>
                  <a:cubicBezTo>
                    <a:pt x="58795" y="238399"/>
                    <a:pt x="56400" y="239768"/>
                    <a:pt x="54091" y="240880"/>
                  </a:cubicBezTo>
                  <a:cubicBezTo>
                    <a:pt x="44681" y="245670"/>
                    <a:pt x="35101" y="250546"/>
                    <a:pt x="28001" y="258416"/>
                  </a:cubicBezTo>
                  <a:cubicBezTo>
                    <a:pt x="20987" y="266200"/>
                    <a:pt x="16795" y="277491"/>
                    <a:pt x="20302" y="287414"/>
                  </a:cubicBezTo>
                  <a:cubicBezTo>
                    <a:pt x="22270" y="293059"/>
                    <a:pt x="26718" y="298876"/>
                    <a:pt x="24579" y="304522"/>
                  </a:cubicBezTo>
                  <a:cubicBezTo>
                    <a:pt x="23296" y="307858"/>
                    <a:pt x="19618" y="310680"/>
                    <a:pt x="20302" y="314273"/>
                  </a:cubicBezTo>
                  <a:cubicBezTo>
                    <a:pt x="20901" y="317438"/>
                    <a:pt x="24409" y="318978"/>
                    <a:pt x="26803" y="321031"/>
                  </a:cubicBezTo>
                  <a:cubicBezTo>
                    <a:pt x="32620" y="325992"/>
                    <a:pt x="32791" y="334802"/>
                    <a:pt x="31936" y="342330"/>
                  </a:cubicBezTo>
                  <a:cubicBezTo>
                    <a:pt x="26632" y="387409"/>
                    <a:pt x="970" y="428810"/>
                    <a:pt x="29" y="474146"/>
                  </a:cubicBezTo>
                  <a:cubicBezTo>
                    <a:pt x="-141" y="480818"/>
                    <a:pt x="372" y="487747"/>
                    <a:pt x="3109" y="493820"/>
                  </a:cubicBezTo>
                  <a:cubicBezTo>
                    <a:pt x="11149" y="511613"/>
                    <a:pt x="33818" y="515804"/>
                    <a:pt x="52893" y="520338"/>
                  </a:cubicBezTo>
                  <a:cubicBezTo>
                    <a:pt x="77443" y="526154"/>
                    <a:pt x="100966" y="536419"/>
                    <a:pt x="121753" y="554725"/>
                  </a:cubicBezTo>
                  <a:lnTo>
                    <a:pt x="102934" y="617767"/>
                  </a:lnTo>
                  <a:cubicBezTo>
                    <a:pt x="108494" y="615629"/>
                    <a:pt x="114909" y="615543"/>
                    <a:pt x="120555" y="617425"/>
                  </a:cubicBezTo>
                  <a:cubicBezTo>
                    <a:pt x="113113" y="641975"/>
                    <a:pt x="113883" y="668492"/>
                    <a:pt x="119100" y="693641"/>
                  </a:cubicBezTo>
                  <a:cubicBezTo>
                    <a:pt x="124147" y="718789"/>
                    <a:pt x="133386" y="742912"/>
                    <a:pt x="142539" y="766863"/>
                  </a:cubicBezTo>
                  <a:cubicBezTo>
                    <a:pt x="154514" y="797999"/>
                    <a:pt x="166404" y="829221"/>
                    <a:pt x="178380" y="860357"/>
                  </a:cubicBezTo>
                  <a:cubicBezTo>
                    <a:pt x="182657" y="871477"/>
                    <a:pt x="186934" y="882854"/>
                    <a:pt x="188388" y="894659"/>
                  </a:cubicBezTo>
                  <a:cubicBezTo>
                    <a:pt x="189500" y="904410"/>
                    <a:pt x="188815" y="914675"/>
                    <a:pt x="193007" y="923657"/>
                  </a:cubicBezTo>
                  <a:cubicBezTo>
                    <a:pt x="195316" y="928618"/>
                    <a:pt x="199166" y="934007"/>
                    <a:pt x="197027" y="939054"/>
                  </a:cubicBezTo>
                  <a:cubicBezTo>
                    <a:pt x="195231" y="943416"/>
                    <a:pt x="189842" y="944870"/>
                    <a:pt x="185565" y="946923"/>
                  </a:cubicBezTo>
                  <a:cubicBezTo>
                    <a:pt x="181202" y="949062"/>
                    <a:pt x="177182" y="954365"/>
                    <a:pt x="180090" y="958129"/>
                  </a:cubicBezTo>
                  <a:cubicBezTo>
                    <a:pt x="181630" y="960182"/>
                    <a:pt x="184453" y="960609"/>
                    <a:pt x="186677" y="961893"/>
                  </a:cubicBezTo>
                  <a:cubicBezTo>
                    <a:pt x="193092" y="965571"/>
                    <a:pt x="191638" y="977204"/>
                    <a:pt x="182571" y="983876"/>
                  </a:cubicBezTo>
                  <a:cubicBezTo>
                    <a:pt x="173589" y="1006288"/>
                    <a:pt x="165463" y="1029212"/>
                    <a:pt x="161870" y="1053078"/>
                  </a:cubicBezTo>
                  <a:cubicBezTo>
                    <a:pt x="156909" y="1085326"/>
                    <a:pt x="160160" y="1119114"/>
                    <a:pt x="149039" y="1149738"/>
                  </a:cubicBezTo>
                  <a:cubicBezTo>
                    <a:pt x="141769" y="1169925"/>
                    <a:pt x="128681" y="1187460"/>
                    <a:pt x="118245" y="1206194"/>
                  </a:cubicBezTo>
                  <a:cubicBezTo>
                    <a:pt x="110033" y="1220735"/>
                    <a:pt x="103361" y="1236218"/>
                    <a:pt x="98400" y="1252128"/>
                  </a:cubicBezTo>
                  <a:cubicBezTo>
                    <a:pt x="100881" y="1250503"/>
                    <a:pt x="104388" y="1252556"/>
                    <a:pt x="105414" y="1255379"/>
                  </a:cubicBezTo>
                  <a:cubicBezTo>
                    <a:pt x="106441" y="1258116"/>
                    <a:pt x="105671" y="1261196"/>
                    <a:pt x="104901" y="1264018"/>
                  </a:cubicBezTo>
                  <a:cubicBezTo>
                    <a:pt x="98058" y="1288996"/>
                    <a:pt x="88135" y="1313032"/>
                    <a:pt x="76160" y="1333990"/>
                  </a:cubicBezTo>
                  <a:cubicBezTo>
                    <a:pt x="77785" y="1335529"/>
                    <a:pt x="79325" y="1337069"/>
                    <a:pt x="80950" y="1338523"/>
                  </a:cubicBezTo>
                  <a:cubicBezTo>
                    <a:pt x="81549" y="1339122"/>
                    <a:pt x="82233" y="1339721"/>
                    <a:pt x="83089" y="1339635"/>
                  </a:cubicBezTo>
                  <a:cubicBezTo>
                    <a:pt x="84201" y="1339550"/>
                    <a:pt x="84714" y="1338267"/>
                    <a:pt x="85056" y="1337155"/>
                  </a:cubicBezTo>
                  <a:cubicBezTo>
                    <a:pt x="92070" y="1314829"/>
                    <a:pt x="102677" y="1293615"/>
                    <a:pt x="117732" y="1275737"/>
                  </a:cubicBezTo>
                  <a:cubicBezTo>
                    <a:pt x="119956" y="1307045"/>
                    <a:pt x="122180" y="1338352"/>
                    <a:pt x="124489" y="1369660"/>
                  </a:cubicBezTo>
                  <a:cubicBezTo>
                    <a:pt x="124489" y="1370686"/>
                    <a:pt x="124661" y="1371798"/>
                    <a:pt x="125174" y="1372739"/>
                  </a:cubicBezTo>
                  <a:cubicBezTo>
                    <a:pt x="125944" y="1373851"/>
                    <a:pt x="127227" y="1374364"/>
                    <a:pt x="128424" y="1374878"/>
                  </a:cubicBezTo>
                  <a:cubicBezTo>
                    <a:pt x="147671" y="1382234"/>
                    <a:pt x="167516" y="1388050"/>
                    <a:pt x="187703" y="1392242"/>
                  </a:cubicBezTo>
                  <a:cubicBezTo>
                    <a:pt x="189243" y="1392584"/>
                    <a:pt x="191809" y="1391472"/>
                    <a:pt x="192408" y="1388136"/>
                  </a:cubicBezTo>
                  <a:cubicBezTo>
                    <a:pt x="192237" y="1382662"/>
                    <a:pt x="201732" y="1380352"/>
                    <a:pt x="201903" y="1375305"/>
                  </a:cubicBezTo>
                  <a:cubicBezTo>
                    <a:pt x="202245" y="1382918"/>
                    <a:pt x="202587" y="1390617"/>
                    <a:pt x="204640" y="1399598"/>
                  </a:cubicBezTo>
                  <a:cubicBezTo>
                    <a:pt x="207292" y="1398315"/>
                    <a:pt x="209944" y="1397032"/>
                    <a:pt x="212681" y="1395664"/>
                  </a:cubicBezTo>
                  <a:cubicBezTo>
                    <a:pt x="213365" y="1370857"/>
                    <a:pt x="215162" y="1346136"/>
                    <a:pt x="217556" y="1323468"/>
                  </a:cubicBezTo>
                  <a:cubicBezTo>
                    <a:pt x="229019" y="1343399"/>
                    <a:pt x="235007" y="1366495"/>
                    <a:pt x="234664" y="1389505"/>
                  </a:cubicBezTo>
                  <a:cubicBezTo>
                    <a:pt x="254595" y="1391044"/>
                    <a:pt x="277434" y="1384971"/>
                    <a:pt x="286587" y="1367179"/>
                  </a:cubicBezTo>
                  <a:cubicBezTo>
                    <a:pt x="295141" y="1350499"/>
                    <a:pt x="286501" y="1327318"/>
                    <a:pt x="269137" y="1320389"/>
                  </a:cubicBezTo>
                  <a:cubicBezTo>
                    <a:pt x="267512" y="1319705"/>
                    <a:pt x="265544" y="1319106"/>
                    <a:pt x="264518" y="1317566"/>
                  </a:cubicBezTo>
                  <a:cubicBezTo>
                    <a:pt x="262893" y="1315257"/>
                    <a:pt x="264004" y="1312092"/>
                    <a:pt x="265116" y="1309525"/>
                  </a:cubicBezTo>
                  <a:cubicBezTo>
                    <a:pt x="278204" y="1278218"/>
                    <a:pt x="282652" y="1244088"/>
                    <a:pt x="287100" y="1210385"/>
                  </a:cubicBezTo>
                  <a:cubicBezTo>
                    <a:pt x="299161" y="1118259"/>
                    <a:pt x="311222" y="1025876"/>
                    <a:pt x="313874" y="932980"/>
                  </a:cubicBezTo>
                  <a:cubicBezTo>
                    <a:pt x="314473" y="912879"/>
                    <a:pt x="314815" y="891836"/>
                    <a:pt x="324481" y="874129"/>
                  </a:cubicBezTo>
                  <a:lnTo>
                    <a:pt x="341418" y="764467"/>
                  </a:lnTo>
                  <a:cubicBezTo>
                    <a:pt x="341418" y="764467"/>
                    <a:pt x="343043" y="618965"/>
                    <a:pt x="342188" y="616912"/>
                  </a:cubicBezTo>
                  <a:cubicBezTo>
                    <a:pt x="354420" y="614089"/>
                    <a:pt x="367080" y="613319"/>
                    <a:pt x="379483" y="614517"/>
                  </a:cubicBezTo>
                  <a:cubicBezTo>
                    <a:pt x="387353" y="615286"/>
                    <a:pt x="397788" y="615543"/>
                    <a:pt x="400440" y="608101"/>
                  </a:cubicBezTo>
                  <a:cubicBezTo>
                    <a:pt x="401124" y="606219"/>
                    <a:pt x="401124" y="604252"/>
                    <a:pt x="401124" y="602285"/>
                  </a:cubicBezTo>
                  <a:cubicBezTo>
                    <a:pt x="400953" y="577221"/>
                    <a:pt x="400611" y="551560"/>
                    <a:pt x="391886" y="528036"/>
                  </a:cubicBezTo>
                  <a:lnTo>
                    <a:pt x="391886" y="528036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F42F617-5FB1-83A9-C5F5-34F3B82A2124}"/>
                </a:ext>
              </a:extLst>
            </p:cNvPr>
            <p:cNvSpPr/>
            <p:nvPr/>
          </p:nvSpPr>
          <p:spPr>
            <a:xfrm>
              <a:off x="2837360" y="987949"/>
              <a:ext cx="387228" cy="1396235"/>
            </a:xfrm>
            <a:custGeom>
              <a:avLst/>
              <a:gdLst>
                <a:gd name="connsiteX0" fmla="*/ 307172 w 387228"/>
                <a:gd name="connsiteY0" fmla="*/ 580020 h 1396235"/>
                <a:gd name="connsiteX1" fmla="*/ 232838 w 387228"/>
                <a:gd name="connsiteY1" fmla="*/ 331357 h 1396235"/>
                <a:gd name="connsiteX2" fmla="*/ 232325 w 387228"/>
                <a:gd name="connsiteY2" fmla="*/ 289870 h 1396235"/>
                <a:gd name="connsiteX3" fmla="*/ 230015 w 387228"/>
                <a:gd name="connsiteY3" fmla="*/ 271051 h 1396235"/>
                <a:gd name="connsiteX4" fmla="*/ 235918 w 387228"/>
                <a:gd name="connsiteY4" fmla="*/ 259332 h 1396235"/>
                <a:gd name="connsiteX5" fmla="*/ 243788 w 387228"/>
                <a:gd name="connsiteY5" fmla="*/ 224347 h 1396235"/>
                <a:gd name="connsiteX6" fmla="*/ 246696 w 387228"/>
                <a:gd name="connsiteY6" fmla="*/ 251976 h 1396235"/>
                <a:gd name="connsiteX7" fmla="*/ 241478 w 387228"/>
                <a:gd name="connsiteY7" fmla="*/ 280546 h 1396235"/>
                <a:gd name="connsiteX8" fmla="*/ 245926 w 387228"/>
                <a:gd name="connsiteY8" fmla="*/ 305866 h 1396235"/>
                <a:gd name="connsiteX9" fmla="*/ 246268 w 387228"/>
                <a:gd name="connsiteY9" fmla="*/ 356676 h 1396235"/>
                <a:gd name="connsiteX10" fmla="*/ 301441 w 387228"/>
                <a:gd name="connsiteY10" fmla="*/ 557951 h 1396235"/>
                <a:gd name="connsiteX11" fmla="*/ 307257 w 387228"/>
                <a:gd name="connsiteY11" fmla="*/ 580020 h 1396235"/>
                <a:gd name="connsiteX12" fmla="*/ 307257 w 387228"/>
                <a:gd name="connsiteY12" fmla="*/ 580020 h 1396235"/>
                <a:gd name="connsiteX13" fmla="*/ 228304 w 387228"/>
                <a:gd name="connsiteY13" fmla="*/ 804134 h 1396235"/>
                <a:gd name="connsiteX14" fmla="*/ 219494 w 387228"/>
                <a:gd name="connsiteY14" fmla="*/ 755205 h 1396235"/>
                <a:gd name="connsiteX15" fmla="*/ 218382 w 387228"/>
                <a:gd name="connsiteY15" fmla="*/ 715857 h 1396235"/>
                <a:gd name="connsiteX16" fmla="*/ 217441 w 387228"/>
                <a:gd name="connsiteY16" fmla="*/ 701315 h 1396235"/>
                <a:gd name="connsiteX17" fmla="*/ 228476 w 387228"/>
                <a:gd name="connsiteY17" fmla="*/ 699604 h 1396235"/>
                <a:gd name="connsiteX18" fmla="*/ 228219 w 387228"/>
                <a:gd name="connsiteY18" fmla="*/ 804134 h 1396235"/>
                <a:gd name="connsiteX19" fmla="*/ 228219 w 387228"/>
                <a:gd name="connsiteY19" fmla="*/ 804134 h 1396235"/>
                <a:gd name="connsiteX20" fmla="*/ 162781 w 387228"/>
                <a:gd name="connsiteY20" fmla="*/ 313992 h 1396235"/>
                <a:gd name="connsiteX21" fmla="*/ 153372 w 387228"/>
                <a:gd name="connsiteY21" fmla="*/ 352143 h 1396235"/>
                <a:gd name="connsiteX22" fmla="*/ 142765 w 387228"/>
                <a:gd name="connsiteY22" fmla="*/ 449487 h 1396235"/>
                <a:gd name="connsiteX23" fmla="*/ 127453 w 387228"/>
                <a:gd name="connsiteY23" fmla="*/ 501922 h 1396235"/>
                <a:gd name="connsiteX24" fmla="*/ 113767 w 387228"/>
                <a:gd name="connsiteY24" fmla="*/ 522024 h 1396235"/>
                <a:gd name="connsiteX25" fmla="*/ 105470 w 387228"/>
                <a:gd name="connsiteY25" fmla="*/ 604998 h 1396235"/>
                <a:gd name="connsiteX26" fmla="*/ 113767 w 387228"/>
                <a:gd name="connsiteY26" fmla="*/ 496362 h 1396235"/>
                <a:gd name="connsiteX27" fmla="*/ 127197 w 387228"/>
                <a:gd name="connsiteY27" fmla="*/ 461377 h 1396235"/>
                <a:gd name="connsiteX28" fmla="*/ 129506 w 387228"/>
                <a:gd name="connsiteY28" fmla="*/ 415014 h 1396235"/>
                <a:gd name="connsiteX29" fmla="*/ 137290 w 387228"/>
                <a:gd name="connsiteY29" fmla="*/ 360269 h 1396235"/>
                <a:gd name="connsiteX30" fmla="*/ 162011 w 387228"/>
                <a:gd name="connsiteY30" fmla="*/ 259247 h 1396235"/>
                <a:gd name="connsiteX31" fmla="*/ 162781 w 387228"/>
                <a:gd name="connsiteY31" fmla="*/ 313821 h 1396235"/>
                <a:gd name="connsiteX32" fmla="*/ 162781 w 387228"/>
                <a:gd name="connsiteY32" fmla="*/ 313821 h 1396235"/>
                <a:gd name="connsiteX33" fmla="*/ 366964 w 387228"/>
                <a:gd name="connsiteY33" fmla="*/ 537079 h 1396235"/>
                <a:gd name="connsiteX34" fmla="*/ 350712 w 387228"/>
                <a:gd name="connsiteY34" fmla="*/ 495764 h 1396235"/>
                <a:gd name="connsiteX35" fmla="*/ 336769 w 387228"/>
                <a:gd name="connsiteY35" fmla="*/ 397992 h 1396235"/>
                <a:gd name="connsiteX36" fmla="*/ 357383 w 387228"/>
                <a:gd name="connsiteY36" fmla="*/ 342562 h 1396235"/>
                <a:gd name="connsiteX37" fmla="*/ 366194 w 387228"/>
                <a:gd name="connsiteY37" fmla="*/ 313564 h 1396235"/>
                <a:gd name="connsiteX38" fmla="*/ 377571 w 387228"/>
                <a:gd name="connsiteY38" fmla="*/ 201251 h 1396235"/>
                <a:gd name="connsiteX39" fmla="*/ 375689 w 387228"/>
                <a:gd name="connsiteY39" fmla="*/ 188506 h 1396235"/>
                <a:gd name="connsiteX40" fmla="*/ 342671 w 387228"/>
                <a:gd name="connsiteY40" fmla="*/ 173194 h 1396235"/>
                <a:gd name="connsiteX41" fmla="*/ 296222 w 387228"/>
                <a:gd name="connsiteY41" fmla="*/ 169944 h 1396235"/>
                <a:gd name="connsiteX42" fmla="*/ 297934 w 387228"/>
                <a:gd name="connsiteY42" fmla="*/ 165410 h 1396235"/>
                <a:gd name="connsiteX43" fmla="*/ 294084 w 387228"/>
                <a:gd name="connsiteY43" fmla="*/ 161646 h 1396235"/>
                <a:gd name="connsiteX44" fmla="*/ 277575 w 387228"/>
                <a:gd name="connsiteY44" fmla="*/ 151296 h 1396235"/>
                <a:gd name="connsiteX45" fmla="*/ 273298 w 387228"/>
                <a:gd name="connsiteY45" fmla="*/ 134188 h 1396235"/>
                <a:gd name="connsiteX46" fmla="*/ 271673 w 387228"/>
                <a:gd name="connsiteY46" fmla="*/ 116396 h 1396235"/>
                <a:gd name="connsiteX47" fmla="*/ 258072 w 387228"/>
                <a:gd name="connsiteY47" fmla="*/ 106901 h 1396235"/>
                <a:gd name="connsiteX48" fmla="*/ 256105 w 387228"/>
                <a:gd name="connsiteY48" fmla="*/ 99202 h 1396235"/>
                <a:gd name="connsiteX49" fmla="*/ 245070 w 387228"/>
                <a:gd name="connsiteY49" fmla="*/ 71488 h 1396235"/>
                <a:gd name="connsiteX50" fmla="*/ 240195 w 387228"/>
                <a:gd name="connsiteY50" fmla="*/ 68494 h 1396235"/>
                <a:gd name="connsiteX51" fmla="*/ 232753 w 387228"/>
                <a:gd name="connsiteY51" fmla="*/ 54722 h 1396235"/>
                <a:gd name="connsiteX52" fmla="*/ 178435 w 387228"/>
                <a:gd name="connsiteY52" fmla="*/ 2201 h 1396235"/>
                <a:gd name="connsiteX53" fmla="*/ 108378 w 387228"/>
                <a:gd name="connsiteY53" fmla="*/ 25809 h 1396235"/>
                <a:gd name="connsiteX54" fmla="*/ 95889 w 387228"/>
                <a:gd name="connsiteY54" fmla="*/ 51215 h 1396235"/>
                <a:gd name="connsiteX55" fmla="*/ 90415 w 387228"/>
                <a:gd name="connsiteY55" fmla="*/ 65072 h 1396235"/>
                <a:gd name="connsiteX56" fmla="*/ 82802 w 387228"/>
                <a:gd name="connsiteY56" fmla="*/ 86371 h 1396235"/>
                <a:gd name="connsiteX57" fmla="*/ 79551 w 387228"/>
                <a:gd name="connsiteY57" fmla="*/ 101512 h 1396235"/>
                <a:gd name="connsiteX58" fmla="*/ 80150 w 387228"/>
                <a:gd name="connsiteY58" fmla="*/ 109296 h 1396235"/>
                <a:gd name="connsiteX59" fmla="*/ 86822 w 387228"/>
                <a:gd name="connsiteY59" fmla="*/ 111434 h 1396235"/>
                <a:gd name="connsiteX60" fmla="*/ 82973 w 387228"/>
                <a:gd name="connsiteY60" fmla="*/ 132734 h 1396235"/>
                <a:gd name="connsiteX61" fmla="*/ 110345 w 387228"/>
                <a:gd name="connsiteY61" fmla="*/ 235381 h 1396235"/>
                <a:gd name="connsiteX62" fmla="*/ 82203 w 387228"/>
                <a:gd name="connsiteY62" fmla="*/ 241626 h 1396235"/>
                <a:gd name="connsiteX63" fmla="*/ 73050 w 387228"/>
                <a:gd name="connsiteY63" fmla="*/ 243508 h 1396235"/>
                <a:gd name="connsiteX64" fmla="*/ 69800 w 387228"/>
                <a:gd name="connsiteY64" fmla="*/ 258819 h 1396235"/>
                <a:gd name="connsiteX65" fmla="*/ 84342 w 387228"/>
                <a:gd name="connsiteY65" fmla="*/ 389096 h 1396235"/>
                <a:gd name="connsiteX66" fmla="*/ 90757 w 387228"/>
                <a:gd name="connsiteY66" fmla="*/ 451283 h 1396235"/>
                <a:gd name="connsiteX67" fmla="*/ 89645 w 387228"/>
                <a:gd name="connsiteY67" fmla="*/ 492941 h 1396235"/>
                <a:gd name="connsiteX68" fmla="*/ 77413 w 387228"/>
                <a:gd name="connsiteY68" fmla="*/ 526815 h 1396235"/>
                <a:gd name="connsiteX69" fmla="*/ 76557 w 387228"/>
                <a:gd name="connsiteY69" fmla="*/ 600464 h 1396235"/>
                <a:gd name="connsiteX70" fmla="*/ 21042 w 387228"/>
                <a:gd name="connsiteY70" fmla="*/ 635877 h 1396235"/>
                <a:gd name="connsiteX71" fmla="*/ 13772 w 387228"/>
                <a:gd name="connsiteY71" fmla="*/ 641780 h 1396235"/>
                <a:gd name="connsiteX72" fmla="*/ 11034 w 387228"/>
                <a:gd name="connsiteY72" fmla="*/ 650761 h 1396235"/>
                <a:gd name="connsiteX73" fmla="*/ 0 w 387228"/>
                <a:gd name="connsiteY73" fmla="*/ 724240 h 1396235"/>
                <a:gd name="connsiteX74" fmla="*/ 12146 w 387228"/>
                <a:gd name="connsiteY74" fmla="*/ 719621 h 1396235"/>
                <a:gd name="connsiteX75" fmla="*/ 15910 w 387228"/>
                <a:gd name="connsiteY75" fmla="*/ 766838 h 1396235"/>
                <a:gd name="connsiteX76" fmla="*/ 18561 w 387228"/>
                <a:gd name="connsiteY76" fmla="*/ 772313 h 1396235"/>
                <a:gd name="connsiteX77" fmla="*/ 23865 w 387228"/>
                <a:gd name="connsiteY77" fmla="*/ 774024 h 1396235"/>
                <a:gd name="connsiteX78" fmla="*/ 42770 w 387228"/>
                <a:gd name="connsiteY78" fmla="*/ 773596 h 1396235"/>
                <a:gd name="connsiteX79" fmla="*/ 71425 w 387228"/>
                <a:gd name="connsiteY79" fmla="*/ 757600 h 1396235"/>
                <a:gd name="connsiteX80" fmla="*/ 84256 w 387228"/>
                <a:gd name="connsiteY80" fmla="*/ 757429 h 1396235"/>
                <a:gd name="connsiteX81" fmla="*/ 117787 w 387228"/>
                <a:gd name="connsiteY81" fmla="*/ 744598 h 1396235"/>
                <a:gd name="connsiteX82" fmla="*/ 141910 w 387228"/>
                <a:gd name="connsiteY82" fmla="*/ 812260 h 1396235"/>
                <a:gd name="connsiteX83" fmla="*/ 174414 w 387228"/>
                <a:gd name="connsiteY83" fmla="*/ 950834 h 1396235"/>
                <a:gd name="connsiteX84" fmla="*/ 186647 w 387228"/>
                <a:gd name="connsiteY84" fmla="*/ 1001901 h 1396235"/>
                <a:gd name="connsiteX85" fmla="*/ 189298 w 387228"/>
                <a:gd name="connsiteY85" fmla="*/ 1043901 h 1396235"/>
                <a:gd name="connsiteX86" fmla="*/ 208032 w 387228"/>
                <a:gd name="connsiteY86" fmla="*/ 1121571 h 1396235"/>
                <a:gd name="connsiteX87" fmla="*/ 215987 w 387228"/>
                <a:gd name="connsiteY87" fmla="*/ 1176573 h 1396235"/>
                <a:gd name="connsiteX88" fmla="*/ 212651 w 387228"/>
                <a:gd name="connsiteY88" fmla="*/ 1216092 h 1396235"/>
                <a:gd name="connsiteX89" fmla="*/ 203926 w 387228"/>
                <a:gd name="connsiteY89" fmla="*/ 1283155 h 1396235"/>
                <a:gd name="connsiteX90" fmla="*/ 197339 w 387228"/>
                <a:gd name="connsiteY90" fmla="*/ 1324043 h 1396235"/>
                <a:gd name="connsiteX91" fmla="*/ 188187 w 387228"/>
                <a:gd name="connsiteY91" fmla="*/ 1375110 h 1396235"/>
                <a:gd name="connsiteX92" fmla="*/ 192634 w 387228"/>
                <a:gd name="connsiteY92" fmla="*/ 1389395 h 1396235"/>
                <a:gd name="connsiteX93" fmla="*/ 209572 w 387228"/>
                <a:gd name="connsiteY93" fmla="*/ 1395383 h 1396235"/>
                <a:gd name="connsiteX94" fmla="*/ 237287 w 387228"/>
                <a:gd name="connsiteY94" fmla="*/ 1393928 h 1396235"/>
                <a:gd name="connsiteX95" fmla="*/ 256019 w 387228"/>
                <a:gd name="connsiteY95" fmla="*/ 1349362 h 1396235"/>
                <a:gd name="connsiteX96" fmla="*/ 266369 w 387228"/>
                <a:gd name="connsiteY96" fmla="*/ 1342006 h 1396235"/>
                <a:gd name="connsiteX97" fmla="*/ 269364 w 387228"/>
                <a:gd name="connsiteY97" fmla="*/ 1328662 h 1396235"/>
                <a:gd name="connsiteX98" fmla="*/ 295026 w 387228"/>
                <a:gd name="connsiteY98" fmla="*/ 1305994 h 1396235"/>
                <a:gd name="connsiteX99" fmla="*/ 298019 w 387228"/>
                <a:gd name="connsiteY99" fmla="*/ 1335762 h 1396235"/>
                <a:gd name="connsiteX100" fmla="*/ 308369 w 387228"/>
                <a:gd name="connsiteY100" fmla="*/ 1331314 h 1396235"/>
                <a:gd name="connsiteX101" fmla="*/ 308112 w 387228"/>
                <a:gd name="connsiteY101" fmla="*/ 1306336 h 1396235"/>
                <a:gd name="connsiteX102" fmla="*/ 314101 w 387228"/>
                <a:gd name="connsiteY102" fmla="*/ 1285978 h 1396235"/>
                <a:gd name="connsiteX103" fmla="*/ 301184 w 387228"/>
                <a:gd name="connsiteY103" fmla="*/ 1225159 h 1396235"/>
                <a:gd name="connsiteX104" fmla="*/ 291690 w 387228"/>
                <a:gd name="connsiteY104" fmla="*/ 1205485 h 1396235"/>
                <a:gd name="connsiteX105" fmla="*/ 284333 w 387228"/>
                <a:gd name="connsiteY105" fmla="*/ 1027648 h 1396235"/>
                <a:gd name="connsiteX106" fmla="*/ 290321 w 387228"/>
                <a:gd name="connsiteY106" fmla="*/ 955710 h 1396235"/>
                <a:gd name="connsiteX107" fmla="*/ 296993 w 387228"/>
                <a:gd name="connsiteY107" fmla="*/ 865380 h 1396235"/>
                <a:gd name="connsiteX108" fmla="*/ 343954 w 387228"/>
                <a:gd name="connsiteY108" fmla="*/ 680358 h 1396235"/>
                <a:gd name="connsiteX109" fmla="*/ 345493 w 387228"/>
                <a:gd name="connsiteY109" fmla="*/ 633055 h 1396235"/>
                <a:gd name="connsiteX110" fmla="*/ 350455 w 387228"/>
                <a:gd name="connsiteY110" fmla="*/ 622106 h 1396235"/>
                <a:gd name="connsiteX111" fmla="*/ 358154 w 387228"/>
                <a:gd name="connsiteY111" fmla="*/ 620566 h 1396235"/>
                <a:gd name="connsiteX112" fmla="*/ 382704 w 387228"/>
                <a:gd name="connsiteY112" fmla="*/ 611670 h 1396235"/>
                <a:gd name="connsiteX113" fmla="*/ 386981 w 387228"/>
                <a:gd name="connsiteY113" fmla="*/ 606623 h 1396235"/>
                <a:gd name="connsiteX114" fmla="*/ 386381 w 387228"/>
                <a:gd name="connsiteY114" fmla="*/ 600122 h 1396235"/>
                <a:gd name="connsiteX115" fmla="*/ 366537 w 387228"/>
                <a:gd name="connsiteY115" fmla="*/ 537592 h 1396235"/>
                <a:gd name="connsiteX116" fmla="*/ 366537 w 387228"/>
                <a:gd name="connsiteY116" fmla="*/ 537592 h 1396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387228" h="1396235">
                  <a:moveTo>
                    <a:pt x="307172" y="580020"/>
                  </a:moveTo>
                  <a:cubicBezTo>
                    <a:pt x="253966" y="509450"/>
                    <a:pt x="227021" y="419462"/>
                    <a:pt x="232838" y="331357"/>
                  </a:cubicBezTo>
                  <a:cubicBezTo>
                    <a:pt x="233779" y="317499"/>
                    <a:pt x="235404" y="303471"/>
                    <a:pt x="232325" y="289870"/>
                  </a:cubicBezTo>
                  <a:cubicBezTo>
                    <a:pt x="230957" y="283626"/>
                    <a:pt x="228476" y="277210"/>
                    <a:pt x="230015" y="271051"/>
                  </a:cubicBezTo>
                  <a:cubicBezTo>
                    <a:pt x="231041" y="266774"/>
                    <a:pt x="233694" y="263182"/>
                    <a:pt x="235918" y="259332"/>
                  </a:cubicBezTo>
                  <a:cubicBezTo>
                    <a:pt x="242162" y="248897"/>
                    <a:pt x="244899" y="236408"/>
                    <a:pt x="243788" y="224347"/>
                  </a:cubicBezTo>
                  <a:cubicBezTo>
                    <a:pt x="249604" y="231960"/>
                    <a:pt x="248834" y="242396"/>
                    <a:pt x="246696" y="251976"/>
                  </a:cubicBezTo>
                  <a:cubicBezTo>
                    <a:pt x="244557" y="261471"/>
                    <a:pt x="241307" y="270880"/>
                    <a:pt x="241478" y="280546"/>
                  </a:cubicBezTo>
                  <a:cubicBezTo>
                    <a:pt x="241564" y="289100"/>
                    <a:pt x="244386" y="297483"/>
                    <a:pt x="245926" y="305866"/>
                  </a:cubicBezTo>
                  <a:cubicBezTo>
                    <a:pt x="248920" y="322546"/>
                    <a:pt x="246953" y="339654"/>
                    <a:pt x="246268" y="356676"/>
                  </a:cubicBezTo>
                  <a:cubicBezTo>
                    <a:pt x="243274" y="427332"/>
                    <a:pt x="262863" y="498757"/>
                    <a:pt x="301441" y="557951"/>
                  </a:cubicBezTo>
                  <a:cubicBezTo>
                    <a:pt x="305804" y="564623"/>
                    <a:pt x="310593" y="572835"/>
                    <a:pt x="307257" y="580020"/>
                  </a:cubicBezTo>
                  <a:lnTo>
                    <a:pt x="307257" y="580020"/>
                  </a:lnTo>
                  <a:close/>
                  <a:moveTo>
                    <a:pt x="228304" y="804134"/>
                  </a:moveTo>
                  <a:cubicBezTo>
                    <a:pt x="220606" y="789250"/>
                    <a:pt x="220007" y="771971"/>
                    <a:pt x="219494" y="755205"/>
                  </a:cubicBezTo>
                  <a:cubicBezTo>
                    <a:pt x="219152" y="742117"/>
                    <a:pt x="218724" y="728944"/>
                    <a:pt x="218382" y="715857"/>
                  </a:cubicBezTo>
                  <a:cubicBezTo>
                    <a:pt x="218210" y="710040"/>
                    <a:pt x="218040" y="704138"/>
                    <a:pt x="217441" y="701315"/>
                  </a:cubicBezTo>
                  <a:cubicBezTo>
                    <a:pt x="221034" y="700289"/>
                    <a:pt x="224711" y="699690"/>
                    <a:pt x="228476" y="699604"/>
                  </a:cubicBezTo>
                  <a:cubicBezTo>
                    <a:pt x="227364" y="734419"/>
                    <a:pt x="227278" y="769319"/>
                    <a:pt x="228219" y="804134"/>
                  </a:cubicBezTo>
                  <a:lnTo>
                    <a:pt x="228219" y="804134"/>
                  </a:lnTo>
                  <a:close/>
                  <a:moveTo>
                    <a:pt x="162781" y="313992"/>
                  </a:moveTo>
                  <a:cubicBezTo>
                    <a:pt x="160642" y="326909"/>
                    <a:pt x="156365" y="339397"/>
                    <a:pt x="153372" y="352143"/>
                  </a:cubicBezTo>
                  <a:cubicBezTo>
                    <a:pt x="145930" y="383963"/>
                    <a:pt x="146358" y="416982"/>
                    <a:pt x="142765" y="449487"/>
                  </a:cubicBezTo>
                  <a:cubicBezTo>
                    <a:pt x="140712" y="467707"/>
                    <a:pt x="137119" y="486269"/>
                    <a:pt x="127453" y="501922"/>
                  </a:cubicBezTo>
                  <a:cubicBezTo>
                    <a:pt x="123176" y="508851"/>
                    <a:pt x="117873" y="515010"/>
                    <a:pt x="113767" y="522024"/>
                  </a:cubicBezTo>
                  <a:cubicBezTo>
                    <a:pt x="99481" y="546403"/>
                    <a:pt x="102219" y="576855"/>
                    <a:pt x="105470" y="604998"/>
                  </a:cubicBezTo>
                  <a:cubicBezTo>
                    <a:pt x="97002" y="569071"/>
                    <a:pt x="99910" y="530578"/>
                    <a:pt x="113767" y="496362"/>
                  </a:cubicBezTo>
                  <a:cubicBezTo>
                    <a:pt x="118472" y="484729"/>
                    <a:pt x="124374" y="473609"/>
                    <a:pt x="127197" y="461377"/>
                  </a:cubicBezTo>
                  <a:cubicBezTo>
                    <a:pt x="130704" y="446322"/>
                    <a:pt x="129250" y="430583"/>
                    <a:pt x="129506" y="415014"/>
                  </a:cubicBezTo>
                  <a:cubicBezTo>
                    <a:pt x="129763" y="396538"/>
                    <a:pt x="132329" y="378147"/>
                    <a:pt x="137290" y="360269"/>
                  </a:cubicBezTo>
                  <a:cubicBezTo>
                    <a:pt x="146528" y="326652"/>
                    <a:pt x="164064" y="294061"/>
                    <a:pt x="162011" y="259247"/>
                  </a:cubicBezTo>
                  <a:cubicBezTo>
                    <a:pt x="164321" y="273703"/>
                    <a:pt x="166117" y="293976"/>
                    <a:pt x="162781" y="313821"/>
                  </a:cubicBezTo>
                  <a:lnTo>
                    <a:pt x="162781" y="313821"/>
                  </a:lnTo>
                  <a:close/>
                  <a:moveTo>
                    <a:pt x="366964" y="537079"/>
                  </a:moveTo>
                  <a:cubicBezTo>
                    <a:pt x="361660" y="523222"/>
                    <a:pt x="355587" y="509707"/>
                    <a:pt x="350712" y="495764"/>
                  </a:cubicBezTo>
                  <a:cubicBezTo>
                    <a:pt x="339763" y="464456"/>
                    <a:pt x="334972" y="431096"/>
                    <a:pt x="336769" y="397992"/>
                  </a:cubicBezTo>
                  <a:cubicBezTo>
                    <a:pt x="338051" y="373955"/>
                    <a:pt x="350284" y="358302"/>
                    <a:pt x="357383" y="342562"/>
                  </a:cubicBezTo>
                  <a:cubicBezTo>
                    <a:pt x="361575" y="333324"/>
                    <a:pt x="364056" y="323487"/>
                    <a:pt x="366194" y="313564"/>
                  </a:cubicBezTo>
                  <a:cubicBezTo>
                    <a:pt x="374235" y="276697"/>
                    <a:pt x="378084" y="238888"/>
                    <a:pt x="377571" y="201251"/>
                  </a:cubicBezTo>
                  <a:cubicBezTo>
                    <a:pt x="377571" y="196974"/>
                    <a:pt x="377400" y="192526"/>
                    <a:pt x="375689" y="188506"/>
                  </a:cubicBezTo>
                  <a:cubicBezTo>
                    <a:pt x="370728" y="176701"/>
                    <a:pt x="355416" y="174049"/>
                    <a:pt x="342671" y="173194"/>
                  </a:cubicBezTo>
                  <a:cubicBezTo>
                    <a:pt x="327189" y="172082"/>
                    <a:pt x="311706" y="170970"/>
                    <a:pt x="296222" y="169944"/>
                  </a:cubicBezTo>
                  <a:cubicBezTo>
                    <a:pt x="298019" y="169430"/>
                    <a:pt x="298618" y="167121"/>
                    <a:pt x="297934" y="165410"/>
                  </a:cubicBezTo>
                  <a:cubicBezTo>
                    <a:pt x="297250" y="163699"/>
                    <a:pt x="295710" y="162587"/>
                    <a:pt x="294084" y="161646"/>
                  </a:cubicBezTo>
                  <a:cubicBezTo>
                    <a:pt x="288439" y="158396"/>
                    <a:pt x="281681" y="156428"/>
                    <a:pt x="277575" y="151296"/>
                  </a:cubicBezTo>
                  <a:cubicBezTo>
                    <a:pt x="273897" y="146591"/>
                    <a:pt x="273298" y="140176"/>
                    <a:pt x="273298" y="134188"/>
                  </a:cubicBezTo>
                  <a:cubicBezTo>
                    <a:pt x="273298" y="128200"/>
                    <a:pt x="273811" y="121956"/>
                    <a:pt x="271673" y="116396"/>
                  </a:cubicBezTo>
                  <a:cubicBezTo>
                    <a:pt x="269620" y="110750"/>
                    <a:pt x="263975" y="105874"/>
                    <a:pt x="258072" y="106901"/>
                  </a:cubicBezTo>
                  <a:cubicBezTo>
                    <a:pt x="257388" y="104335"/>
                    <a:pt x="256789" y="101769"/>
                    <a:pt x="256105" y="99202"/>
                  </a:cubicBezTo>
                  <a:cubicBezTo>
                    <a:pt x="256874" y="86371"/>
                    <a:pt x="252769" y="76363"/>
                    <a:pt x="245070" y="71488"/>
                  </a:cubicBezTo>
                  <a:cubicBezTo>
                    <a:pt x="243445" y="70461"/>
                    <a:pt x="241734" y="69691"/>
                    <a:pt x="240195" y="68494"/>
                  </a:cubicBezTo>
                  <a:cubicBezTo>
                    <a:pt x="236003" y="65243"/>
                    <a:pt x="234463" y="59683"/>
                    <a:pt x="232753" y="54722"/>
                  </a:cubicBezTo>
                  <a:cubicBezTo>
                    <a:pt x="224113" y="30001"/>
                    <a:pt x="203755" y="8958"/>
                    <a:pt x="178435" y="2201"/>
                  </a:cubicBezTo>
                  <a:cubicBezTo>
                    <a:pt x="153115" y="-4557"/>
                    <a:pt x="123604" y="4510"/>
                    <a:pt x="108378" y="25809"/>
                  </a:cubicBezTo>
                  <a:cubicBezTo>
                    <a:pt x="102903" y="33508"/>
                    <a:pt x="99397" y="42404"/>
                    <a:pt x="95889" y="51215"/>
                  </a:cubicBezTo>
                  <a:cubicBezTo>
                    <a:pt x="94093" y="55834"/>
                    <a:pt x="92211" y="60453"/>
                    <a:pt x="90415" y="65072"/>
                  </a:cubicBezTo>
                  <a:cubicBezTo>
                    <a:pt x="87678" y="72086"/>
                    <a:pt x="84855" y="79101"/>
                    <a:pt x="82802" y="86371"/>
                  </a:cubicBezTo>
                  <a:cubicBezTo>
                    <a:pt x="81347" y="91333"/>
                    <a:pt x="80321" y="96380"/>
                    <a:pt x="79551" y="101512"/>
                  </a:cubicBezTo>
                  <a:cubicBezTo>
                    <a:pt x="79209" y="104164"/>
                    <a:pt x="78953" y="106987"/>
                    <a:pt x="80150" y="109296"/>
                  </a:cubicBezTo>
                  <a:cubicBezTo>
                    <a:pt x="81433" y="111691"/>
                    <a:pt x="84683" y="113060"/>
                    <a:pt x="86822" y="111434"/>
                  </a:cubicBezTo>
                  <a:cubicBezTo>
                    <a:pt x="81347" y="116652"/>
                    <a:pt x="81946" y="125292"/>
                    <a:pt x="82973" y="132734"/>
                  </a:cubicBezTo>
                  <a:cubicBezTo>
                    <a:pt x="87678" y="168062"/>
                    <a:pt x="92725" y="204330"/>
                    <a:pt x="110345" y="235381"/>
                  </a:cubicBezTo>
                  <a:cubicBezTo>
                    <a:pt x="101535" y="239231"/>
                    <a:pt x="91869" y="241369"/>
                    <a:pt x="82203" y="241626"/>
                  </a:cubicBezTo>
                  <a:cubicBezTo>
                    <a:pt x="79038" y="241626"/>
                    <a:pt x="75617" y="241626"/>
                    <a:pt x="73050" y="243508"/>
                  </a:cubicBezTo>
                  <a:cubicBezTo>
                    <a:pt x="68516" y="246673"/>
                    <a:pt x="68944" y="253345"/>
                    <a:pt x="69800" y="258819"/>
                  </a:cubicBezTo>
                  <a:cubicBezTo>
                    <a:pt x="74847" y="303898"/>
                    <a:pt x="79637" y="346497"/>
                    <a:pt x="84342" y="389096"/>
                  </a:cubicBezTo>
                  <a:cubicBezTo>
                    <a:pt x="86651" y="409796"/>
                    <a:pt x="88960" y="430583"/>
                    <a:pt x="90757" y="451283"/>
                  </a:cubicBezTo>
                  <a:cubicBezTo>
                    <a:pt x="91955" y="465226"/>
                    <a:pt x="92896" y="479426"/>
                    <a:pt x="89645" y="492941"/>
                  </a:cubicBezTo>
                  <a:cubicBezTo>
                    <a:pt x="86822" y="504660"/>
                    <a:pt x="80920" y="515352"/>
                    <a:pt x="77413" y="526815"/>
                  </a:cubicBezTo>
                  <a:cubicBezTo>
                    <a:pt x="70142" y="550509"/>
                    <a:pt x="73307" y="575914"/>
                    <a:pt x="76557" y="600464"/>
                  </a:cubicBezTo>
                  <a:cubicBezTo>
                    <a:pt x="59278" y="613466"/>
                    <a:pt x="40032" y="624501"/>
                    <a:pt x="21042" y="635877"/>
                  </a:cubicBezTo>
                  <a:cubicBezTo>
                    <a:pt x="18390" y="637503"/>
                    <a:pt x="15568" y="639213"/>
                    <a:pt x="13772" y="641780"/>
                  </a:cubicBezTo>
                  <a:cubicBezTo>
                    <a:pt x="12060" y="644431"/>
                    <a:pt x="11462" y="647682"/>
                    <a:pt x="11034" y="650761"/>
                  </a:cubicBezTo>
                  <a:cubicBezTo>
                    <a:pt x="7356" y="675226"/>
                    <a:pt x="3678" y="699690"/>
                    <a:pt x="0" y="724240"/>
                  </a:cubicBezTo>
                  <a:cubicBezTo>
                    <a:pt x="4020" y="722700"/>
                    <a:pt x="8040" y="721160"/>
                    <a:pt x="12146" y="719621"/>
                  </a:cubicBezTo>
                  <a:cubicBezTo>
                    <a:pt x="10863" y="735445"/>
                    <a:pt x="12146" y="751441"/>
                    <a:pt x="15910" y="766838"/>
                  </a:cubicBezTo>
                  <a:cubicBezTo>
                    <a:pt x="16423" y="768891"/>
                    <a:pt x="17022" y="770944"/>
                    <a:pt x="18561" y="772313"/>
                  </a:cubicBezTo>
                  <a:cubicBezTo>
                    <a:pt x="20016" y="773510"/>
                    <a:pt x="21983" y="773767"/>
                    <a:pt x="23865" y="774024"/>
                  </a:cubicBezTo>
                  <a:cubicBezTo>
                    <a:pt x="30195" y="774794"/>
                    <a:pt x="36696" y="775563"/>
                    <a:pt x="42770" y="773596"/>
                  </a:cubicBezTo>
                  <a:cubicBezTo>
                    <a:pt x="53291" y="770174"/>
                    <a:pt x="60476" y="759140"/>
                    <a:pt x="71425" y="757600"/>
                  </a:cubicBezTo>
                  <a:cubicBezTo>
                    <a:pt x="75702" y="757001"/>
                    <a:pt x="79979" y="757942"/>
                    <a:pt x="84256" y="757429"/>
                  </a:cubicBezTo>
                  <a:cubicBezTo>
                    <a:pt x="96317" y="756060"/>
                    <a:pt x="105641" y="743828"/>
                    <a:pt x="117787" y="744598"/>
                  </a:cubicBezTo>
                  <a:cubicBezTo>
                    <a:pt x="118301" y="746822"/>
                    <a:pt x="141910" y="812260"/>
                    <a:pt x="141910" y="812260"/>
                  </a:cubicBezTo>
                  <a:cubicBezTo>
                    <a:pt x="156622" y="857425"/>
                    <a:pt x="167486" y="903787"/>
                    <a:pt x="174414" y="950834"/>
                  </a:cubicBezTo>
                  <a:cubicBezTo>
                    <a:pt x="176981" y="968198"/>
                    <a:pt x="179119" y="985991"/>
                    <a:pt x="186647" y="1001901"/>
                  </a:cubicBezTo>
                  <a:cubicBezTo>
                    <a:pt x="182883" y="1019009"/>
                    <a:pt x="186133" y="1031925"/>
                    <a:pt x="189298" y="1043901"/>
                  </a:cubicBezTo>
                  <a:cubicBezTo>
                    <a:pt x="196056" y="1069648"/>
                    <a:pt x="202300" y="1095567"/>
                    <a:pt x="208032" y="1121571"/>
                  </a:cubicBezTo>
                  <a:cubicBezTo>
                    <a:pt x="212052" y="1139705"/>
                    <a:pt x="215816" y="1158011"/>
                    <a:pt x="215987" y="1176573"/>
                  </a:cubicBezTo>
                  <a:cubicBezTo>
                    <a:pt x="216072" y="1189831"/>
                    <a:pt x="214362" y="1203004"/>
                    <a:pt x="212651" y="1216092"/>
                  </a:cubicBezTo>
                  <a:cubicBezTo>
                    <a:pt x="209742" y="1238503"/>
                    <a:pt x="206834" y="1260829"/>
                    <a:pt x="203926" y="1283155"/>
                  </a:cubicBezTo>
                  <a:cubicBezTo>
                    <a:pt x="202215" y="1296841"/>
                    <a:pt x="200419" y="1310613"/>
                    <a:pt x="197339" y="1324043"/>
                  </a:cubicBezTo>
                  <a:cubicBezTo>
                    <a:pt x="193490" y="1340980"/>
                    <a:pt x="187759" y="1357745"/>
                    <a:pt x="188187" y="1375110"/>
                  </a:cubicBezTo>
                  <a:cubicBezTo>
                    <a:pt x="188357" y="1380242"/>
                    <a:pt x="189213" y="1385631"/>
                    <a:pt x="192634" y="1389395"/>
                  </a:cubicBezTo>
                  <a:cubicBezTo>
                    <a:pt x="196741" y="1393928"/>
                    <a:pt x="203412" y="1394784"/>
                    <a:pt x="209572" y="1395383"/>
                  </a:cubicBezTo>
                  <a:cubicBezTo>
                    <a:pt x="218810" y="1396324"/>
                    <a:pt x="228476" y="1397179"/>
                    <a:pt x="237287" y="1393928"/>
                  </a:cubicBezTo>
                  <a:cubicBezTo>
                    <a:pt x="254138" y="1387684"/>
                    <a:pt x="262606" y="1366043"/>
                    <a:pt x="256019" y="1349362"/>
                  </a:cubicBezTo>
                  <a:cubicBezTo>
                    <a:pt x="260553" y="1350047"/>
                    <a:pt x="264573" y="1346198"/>
                    <a:pt x="266369" y="1342006"/>
                  </a:cubicBezTo>
                  <a:cubicBezTo>
                    <a:pt x="268081" y="1337815"/>
                    <a:pt x="268252" y="1333110"/>
                    <a:pt x="269364" y="1328662"/>
                  </a:cubicBezTo>
                  <a:cubicBezTo>
                    <a:pt x="272358" y="1316943"/>
                    <a:pt x="282964" y="1307534"/>
                    <a:pt x="295026" y="1305994"/>
                  </a:cubicBezTo>
                  <a:cubicBezTo>
                    <a:pt x="296052" y="1306849"/>
                    <a:pt x="298019" y="1335762"/>
                    <a:pt x="298019" y="1335762"/>
                  </a:cubicBezTo>
                  <a:lnTo>
                    <a:pt x="308369" y="1331314"/>
                  </a:lnTo>
                  <a:lnTo>
                    <a:pt x="308112" y="1306336"/>
                  </a:lnTo>
                  <a:cubicBezTo>
                    <a:pt x="308198" y="1299236"/>
                    <a:pt x="311877" y="1292735"/>
                    <a:pt x="314101" y="1285978"/>
                  </a:cubicBezTo>
                  <a:cubicBezTo>
                    <a:pt x="320688" y="1265534"/>
                    <a:pt x="313246" y="1242951"/>
                    <a:pt x="301184" y="1225159"/>
                  </a:cubicBezTo>
                  <a:cubicBezTo>
                    <a:pt x="297079" y="1219086"/>
                    <a:pt x="292202" y="1212841"/>
                    <a:pt x="291690" y="1205485"/>
                  </a:cubicBezTo>
                  <a:cubicBezTo>
                    <a:pt x="274410" y="1151510"/>
                    <a:pt x="279286" y="1088553"/>
                    <a:pt x="284333" y="1027648"/>
                  </a:cubicBezTo>
                  <a:cubicBezTo>
                    <a:pt x="286301" y="1003697"/>
                    <a:pt x="288353" y="979746"/>
                    <a:pt x="290321" y="955710"/>
                  </a:cubicBezTo>
                  <a:cubicBezTo>
                    <a:pt x="292887" y="925600"/>
                    <a:pt x="295367" y="895490"/>
                    <a:pt x="296993" y="865380"/>
                  </a:cubicBezTo>
                  <a:cubicBezTo>
                    <a:pt x="299644" y="804476"/>
                    <a:pt x="339763" y="745453"/>
                    <a:pt x="343954" y="680358"/>
                  </a:cubicBezTo>
                  <a:cubicBezTo>
                    <a:pt x="344981" y="664619"/>
                    <a:pt x="343868" y="648794"/>
                    <a:pt x="345493" y="633055"/>
                  </a:cubicBezTo>
                  <a:cubicBezTo>
                    <a:pt x="345921" y="628949"/>
                    <a:pt x="346948" y="624244"/>
                    <a:pt x="350455" y="622106"/>
                  </a:cubicBezTo>
                  <a:cubicBezTo>
                    <a:pt x="352765" y="620737"/>
                    <a:pt x="355502" y="620737"/>
                    <a:pt x="358154" y="620566"/>
                  </a:cubicBezTo>
                  <a:cubicBezTo>
                    <a:pt x="366964" y="619967"/>
                    <a:pt x="375603" y="616888"/>
                    <a:pt x="382704" y="611670"/>
                  </a:cubicBezTo>
                  <a:cubicBezTo>
                    <a:pt x="384500" y="610301"/>
                    <a:pt x="386296" y="608761"/>
                    <a:pt x="386981" y="606623"/>
                  </a:cubicBezTo>
                  <a:cubicBezTo>
                    <a:pt x="387579" y="604484"/>
                    <a:pt x="386981" y="602260"/>
                    <a:pt x="386381" y="600122"/>
                  </a:cubicBezTo>
                  <a:cubicBezTo>
                    <a:pt x="380394" y="579079"/>
                    <a:pt x="374320" y="558036"/>
                    <a:pt x="366537" y="537592"/>
                  </a:cubicBezTo>
                  <a:lnTo>
                    <a:pt x="366537" y="537592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9089E212-9266-5968-334C-414172C656CA}"/>
                </a:ext>
              </a:extLst>
            </p:cNvPr>
            <p:cNvSpPr/>
            <p:nvPr/>
          </p:nvSpPr>
          <p:spPr>
            <a:xfrm>
              <a:off x="-5542319" y="1024817"/>
              <a:ext cx="588990" cy="1394683"/>
            </a:xfrm>
            <a:custGeom>
              <a:avLst/>
              <a:gdLst>
                <a:gd name="connsiteX0" fmla="*/ 317409 w 588990"/>
                <a:gd name="connsiteY0" fmla="*/ 298081 h 1394683"/>
                <a:gd name="connsiteX1" fmla="*/ 314929 w 588990"/>
                <a:gd name="connsiteY1" fmla="*/ 300989 h 1394683"/>
                <a:gd name="connsiteX2" fmla="*/ 298933 w 588990"/>
                <a:gd name="connsiteY2" fmla="*/ 315531 h 1394683"/>
                <a:gd name="connsiteX3" fmla="*/ 300216 w 588990"/>
                <a:gd name="connsiteY3" fmla="*/ 324342 h 1394683"/>
                <a:gd name="connsiteX4" fmla="*/ 303466 w 588990"/>
                <a:gd name="connsiteY4" fmla="*/ 331527 h 1394683"/>
                <a:gd name="connsiteX5" fmla="*/ 313218 w 588990"/>
                <a:gd name="connsiteY5" fmla="*/ 355649 h 1394683"/>
                <a:gd name="connsiteX6" fmla="*/ 313731 w 588990"/>
                <a:gd name="connsiteY6" fmla="*/ 359242 h 1394683"/>
                <a:gd name="connsiteX7" fmla="*/ 311250 w 588990"/>
                <a:gd name="connsiteY7" fmla="*/ 361893 h 1394683"/>
                <a:gd name="connsiteX8" fmla="*/ 299874 w 588990"/>
                <a:gd name="connsiteY8" fmla="*/ 369677 h 1394683"/>
                <a:gd name="connsiteX9" fmla="*/ 311250 w 588990"/>
                <a:gd name="connsiteY9" fmla="*/ 405604 h 1394683"/>
                <a:gd name="connsiteX10" fmla="*/ 312020 w 588990"/>
                <a:gd name="connsiteY10" fmla="*/ 410138 h 1394683"/>
                <a:gd name="connsiteX11" fmla="*/ 309283 w 588990"/>
                <a:gd name="connsiteY11" fmla="*/ 415356 h 1394683"/>
                <a:gd name="connsiteX12" fmla="*/ 306973 w 588990"/>
                <a:gd name="connsiteY12" fmla="*/ 437254 h 1394683"/>
                <a:gd name="connsiteX13" fmla="*/ 311507 w 588990"/>
                <a:gd name="connsiteY13" fmla="*/ 459323 h 1394683"/>
                <a:gd name="connsiteX14" fmla="*/ 295340 w 588990"/>
                <a:gd name="connsiteY14" fmla="*/ 443241 h 1394683"/>
                <a:gd name="connsiteX15" fmla="*/ 294228 w 588990"/>
                <a:gd name="connsiteY15" fmla="*/ 442044 h 1394683"/>
                <a:gd name="connsiteX16" fmla="*/ 294228 w 588990"/>
                <a:gd name="connsiteY16" fmla="*/ 440761 h 1394683"/>
                <a:gd name="connsiteX17" fmla="*/ 295426 w 588990"/>
                <a:gd name="connsiteY17" fmla="*/ 434089 h 1394683"/>
                <a:gd name="connsiteX18" fmla="*/ 295426 w 588990"/>
                <a:gd name="connsiteY18" fmla="*/ 431437 h 1394683"/>
                <a:gd name="connsiteX19" fmla="*/ 294656 w 588990"/>
                <a:gd name="connsiteY19" fmla="*/ 429983 h 1394683"/>
                <a:gd name="connsiteX20" fmla="*/ 291320 w 588990"/>
                <a:gd name="connsiteY20" fmla="*/ 424765 h 1394683"/>
                <a:gd name="connsiteX21" fmla="*/ 288753 w 588990"/>
                <a:gd name="connsiteY21" fmla="*/ 453164 h 1394683"/>
                <a:gd name="connsiteX22" fmla="*/ 290379 w 588990"/>
                <a:gd name="connsiteY22" fmla="*/ 470357 h 1394683"/>
                <a:gd name="connsiteX23" fmla="*/ 272073 w 588990"/>
                <a:gd name="connsiteY23" fmla="*/ 444524 h 1394683"/>
                <a:gd name="connsiteX24" fmla="*/ 261381 w 588990"/>
                <a:gd name="connsiteY24" fmla="*/ 419547 h 1394683"/>
                <a:gd name="connsiteX25" fmla="*/ 245727 w 588990"/>
                <a:gd name="connsiteY25" fmla="*/ 410907 h 1394683"/>
                <a:gd name="connsiteX26" fmla="*/ 244615 w 588990"/>
                <a:gd name="connsiteY26" fmla="*/ 390635 h 1394683"/>
                <a:gd name="connsiteX27" fmla="*/ 241022 w 588990"/>
                <a:gd name="connsiteY27" fmla="*/ 359071 h 1394683"/>
                <a:gd name="connsiteX28" fmla="*/ 233409 w 588990"/>
                <a:gd name="connsiteY28" fmla="*/ 331527 h 1394683"/>
                <a:gd name="connsiteX29" fmla="*/ 229474 w 588990"/>
                <a:gd name="connsiteY29" fmla="*/ 327592 h 1394683"/>
                <a:gd name="connsiteX30" fmla="*/ 225369 w 588990"/>
                <a:gd name="connsiteY30" fmla="*/ 326737 h 1394683"/>
                <a:gd name="connsiteX31" fmla="*/ 210485 w 588990"/>
                <a:gd name="connsiteY31" fmla="*/ 325625 h 1394683"/>
                <a:gd name="connsiteX32" fmla="*/ 217157 w 588990"/>
                <a:gd name="connsiteY32" fmla="*/ 244191 h 1394683"/>
                <a:gd name="connsiteX33" fmla="*/ 225112 w 588990"/>
                <a:gd name="connsiteY33" fmla="*/ 240000 h 1394683"/>
                <a:gd name="connsiteX34" fmla="*/ 223145 w 588990"/>
                <a:gd name="connsiteY34" fmla="*/ 234439 h 1394683"/>
                <a:gd name="connsiteX35" fmla="*/ 224428 w 588990"/>
                <a:gd name="connsiteY35" fmla="*/ 232643 h 1394683"/>
                <a:gd name="connsiteX36" fmla="*/ 232383 w 588990"/>
                <a:gd name="connsiteY36" fmla="*/ 230590 h 1394683"/>
                <a:gd name="connsiteX37" fmla="*/ 238713 w 588990"/>
                <a:gd name="connsiteY37" fmla="*/ 235723 h 1394683"/>
                <a:gd name="connsiteX38" fmla="*/ 246668 w 588990"/>
                <a:gd name="connsiteY38" fmla="*/ 244619 h 1394683"/>
                <a:gd name="connsiteX39" fmla="*/ 251715 w 588990"/>
                <a:gd name="connsiteY39" fmla="*/ 240427 h 1394683"/>
                <a:gd name="connsiteX40" fmla="*/ 309711 w 588990"/>
                <a:gd name="connsiteY40" fmla="*/ 281914 h 1394683"/>
                <a:gd name="connsiteX41" fmla="*/ 317580 w 588990"/>
                <a:gd name="connsiteY41" fmla="*/ 293804 h 1394683"/>
                <a:gd name="connsiteX42" fmla="*/ 317238 w 588990"/>
                <a:gd name="connsiteY42" fmla="*/ 297910 h 1394683"/>
                <a:gd name="connsiteX43" fmla="*/ 317238 w 588990"/>
                <a:gd name="connsiteY43" fmla="*/ 297910 h 1394683"/>
                <a:gd name="connsiteX44" fmla="*/ 177295 w 588990"/>
                <a:gd name="connsiteY44" fmla="*/ 189617 h 1394683"/>
                <a:gd name="connsiteX45" fmla="*/ 157194 w 588990"/>
                <a:gd name="connsiteY45" fmla="*/ 193723 h 1394683"/>
                <a:gd name="connsiteX46" fmla="*/ 160188 w 588990"/>
                <a:gd name="connsiteY46" fmla="*/ 178753 h 1394683"/>
                <a:gd name="connsiteX47" fmla="*/ 158220 w 588990"/>
                <a:gd name="connsiteY47" fmla="*/ 169772 h 1394683"/>
                <a:gd name="connsiteX48" fmla="*/ 160786 w 588990"/>
                <a:gd name="connsiteY48" fmla="*/ 161474 h 1394683"/>
                <a:gd name="connsiteX49" fmla="*/ 163866 w 588990"/>
                <a:gd name="connsiteY49" fmla="*/ 158480 h 1394683"/>
                <a:gd name="connsiteX50" fmla="*/ 161813 w 588990"/>
                <a:gd name="connsiteY50" fmla="*/ 155572 h 1394683"/>
                <a:gd name="connsiteX51" fmla="*/ 162412 w 588990"/>
                <a:gd name="connsiteY51" fmla="*/ 153776 h 1394683"/>
                <a:gd name="connsiteX52" fmla="*/ 173104 w 588990"/>
                <a:gd name="connsiteY52" fmla="*/ 142484 h 1394683"/>
                <a:gd name="connsiteX53" fmla="*/ 174473 w 588990"/>
                <a:gd name="connsiteY53" fmla="*/ 156684 h 1394683"/>
                <a:gd name="connsiteX54" fmla="*/ 177295 w 588990"/>
                <a:gd name="connsiteY54" fmla="*/ 189617 h 1394683"/>
                <a:gd name="connsiteX55" fmla="*/ 177295 w 588990"/>
                <a:gd name="connsiteY55" fmla="*/ 189617 h 1394683"/>
                <a:gd name="connsiteX56" fmla="*/ 167886 w 588990"/>
                <a:gd name="connsiteY56" fmla="*/ 475319 h 1394683"/>
                <a:gd name="connsiteX57" fmla="*/ 157365 w 588990"/>
                <a:gd name="connsiteY57" fmla="*/ 506113 h 1394683"/>
                <a:gd name="connsiteX58" fmla="*/ 135467 w 588990"/>
                <a:gd name="connsiteY58" fmla="*/ 556838 h 1394683"/>
                <a:gd name="connsiteX59" fmla="*/ 59593 w 588990"/>
                <a:gd name="connsiteY59" fmla="*/ 482846 h 1394683"/>
                <a:gd name="connsiteX60" fmla="*/ 56257 w 588990"/>
                <a:gd name="connsiteY60" fmla="*/ 473693 h 1394683"/>
                <a:gd name="connsiteX61" fmla="*/ 58053 w 588990"/>
                <a:gd name="connsiteY61" fmla="*/ 466252 h 1394683"/>
                <a:gd name="connsiteX62" fmla="*/ 99626 w 588990"/>
                <a:gd name="connsiteY62" fmla="*/ 364117 h 1394683"/>
                <a:gd name="connsiteX63" fmla="*/ 108864 w 588990"/>
                <a:gd name="connsiteY63" fmla="*/ 356675 h 1394683"/>
                <a:gd name="connsiteX64" fmla="*/ 123149 w 588990"/>
                <a:gd name="connsiteY64" fmla="*/ 374125 h 1394683"/>
                <a:gd name="connsiteX65" fmla="*/ 157878 w 588990"/>
                <a:gd name="connsiteY65" fmla="*/ 419633 h 1394683"/>
                <a:gd name="connsiteX66" fmla="*/ 167886 w 588990"/>
                <a:gd name="connsiteY66" fmla="*/ 475233 h 1394683"/>
                <a:gd name="connsiteX67" fmla="*/ 167886 w 588990"/>
                <a:gd name="connsiteY67" fmla="*/ 475233 h 1394683"/>
                <a:gd name="connsiteX68" fmla="*/ 580101 w 588990"/>
                <a:gd name="connsiteY68" fmla="*/ 690536 h 1394683"/>
                <a:gd name="connsiteX69" fmla="*/ 558631 w 588990"/>
                <a:gd name="connsiteY69" fmla="*/ 678389 h 1394683"/>
                <a:gd name="connsiteX70" fmla="*/ 556663 w 588990"/>
                <a:gd name="connsiteY70" fmla="*/ 669408 h 1394683"/>
                <a:gd name="connsiteX71" fmla="*/ 548708 w 588990"/>
                <a:gd name="connsiteY71" fmla="*/ 661880 h 1394683"/>
                <a:gd name="connsiteX72" fmla="*/ 514236 w 588990"/>
                <a:gd name="connsiteY72" fmla="*/ 640923 h 1394683"/>
                <a:gd name="connsiteX73" fmla="*/ 489942 w 588990"/>
                <a:gd name="connsiteY73" fmla="*/ 622789 h 1394683"/>
                <a:gd name="connsiteX74" fmla="*/ 474716 w 588990"/>
                <a:gd name="connsiteY74" fmla="*/ 597897 h 1394683"/>
                <a:gd name="connsiteX75" fmla="*/ 414154 w 588990"/>
                <a:gd name="connsiteY75" fmla="*/ 471042 h 1394683"/>
                <a:gd name="connsiteX76" fmla="*/ 397816 w 588990"/>
                <a:gd name="connsiteY76" fmla="*/ 434174 h 1394683"/>
                <a:gd name="connsiteX77" fmla="*/ 366081 w 588990"/>
                <a:gd name="connsiteY77" fmla="*/ 312623 h 1394683"/>
                <a:gd name="connsiteX78" fmla="*/ 352737 w 588990"/>
                <a:gd name="connsiteY78" fmla="*/ 261213 h 1394683"/>
                <a:gd name="connsiteX79" fmla="*/ 346407 w 588990"/>
                <a:gd name="connsiteY79" fmla="*/ 250435 h 1394683"/>
                <a:gd name="connsiteX80" fmla="*/ 332806 w 588990"/>
                <a:gd name="connsiteY80" fmla="*/ 245217 h 1394683"/>
                <a:gd name="connsiteX81" fmla="*/ 316554 w 588990"/>
                <a:gd name="connsiteY81" fmla="*/ 242395 h 1394683"/>
                <a:gd name="connsiteX82" fmla="*/ 307059 w 588990"/>
                <a:gd name="connsiteY82" fmla="*/ 234354 h 1394683"/>
                <a:gd name="connsiteX83" fmla="*/ 293800 w 588990"/>
                <a:gd name="connsiteY83" fmla="*/ 234525 h 1394683"/>
                <a:gd name="connsiteX84" fmla="*/ 275409 w 588990"/>
                <a:gd name="connsiteY84" fmla="*/ 230761 h 1394683"/>
                <a:gd name="connsiteX85" fmla="*/ 272843 w 588990"/>
                <a:gd name="connsiteY85" fmla="*/ 229051 h 1394683"/>
                <a:gd name="connsiteX86" fmla="*/ 270876 w 588990"/>
                <a:gd name="connsiteY86" fmla="*/ 225372 h 1394683"/>
                <a:gd name="connsiteX87" fmla="*/ 258045 w 588990"/>
                <a:gd name="connsiteY87" fmla="*/ 205955 h 1394683"/>
                <a:gd name="connsiteX88" fmla="*/ 251030 w 588990"/>
                <a:gd name="connsiteY88" fmla="*/ 199197 h 1394683"/>
                <a:gd name="connsiteX89" fmla="*/ 242904 w 588990"/>
                <a:gd name="connsiteY89" fmla="*/ 173706 h 1394683"/>
                <a:gd name="connsiteX90" fmla="*/ 274383 w 588990"/>
                <a:gd name="connsiteY90" fmla="*/ 172167 h 1394683"/>
                <a:gd name="connsiteX91" fmla="*/ 276094 w 588990"/>
                <a:gd name="connsiteY91" fmla="*/ 154032 h 1394683"/>
                <a:gd name="connsiteX92" fmla="*/ 274982 w 588990"/>
                <a:gd name="connsiteY92" fmla="*/ 149926 h 1394683"/>
                <a:gd name="connsiteX93" fmla="*/ 275837 w 588990"/>
                <a:gd name="connsiteY93" fmla="*/ 145478 h 1394683"/>
                <a:gd name="connsiteX94" fmla="*/ 280884 w 588990"/>
                <a:gd name="connsiteY94" fmla="*/ 129739 h 1394683"/>
                <a:gd name="connsiteX95" fmla="*/ 283108 w 588990"/>
                <a:gd name="connsiteY95" fmla="*/ 114000 h 1394683"/>
                <a:gd name="connsiteX96" fmla="*/ 277975 w 588990"/>
                <a:gd name="connsiteY96" fmla="*/ 97833 h 1394683"/>
                <a:gd name="connsiteX97" fmla="*/ 281654 w 588990"/>
                <a:gd name="connsiteY97" fmla="*/ 85173 h 1394683"/>
                <a:gd name="connsiteX98" fmla="*/ 271389 w 588990"/>
                <a:gd name="connsiteY98" fmla="*/ 27690 h 1394683"/>
                <a:gd name="connsiteX99" fmla="*/ 221434 w 588990"/>
                <a:gd name="connsiteY99" fmla="*/ 831 h 1394683"/>
                <a:gd name="connsiteX100" fmla="*/ 165662 w 588990"/>
                <a:gd name="connsiteY100" fmla="*/ 11951 h 1394683"/>
                <a:gd name="connsiteX101" fmla="*/ 152147 w 588990"/>
                <a:gd name="connsiteY101" fmla="*/ 22900 h 1394683"/>
                <a:gd name="connsiteX102" fmla="*/ 145304 w 588990"/>
                <a:gd name="connsiteY102" fmla="*/ 31882 h 1394683"/>
                <a:gd name="connsiteX103" fmla="*/ 137177 w 588990"/>
                <a:gd name="connsiteY103" fmla="*/ 37356 h 1394683"/>
                <a:gd name="connsiteX104" fmla="*/ 117931 w 588990"/>
                <a:gd name="connsiteY104" fmla="*/ 51984 h 1394683"/>
                <a:gd name="connsiteX105" fmla="*/ 114167 w 588990"/>
                <a:gd name="connsiteY105" fmla="*/ 74737 h 1394683"/>
                <a:gd name="connsiteX106" fmla="*/ 118615 w 588990"/>
                <a:gd name="connsiteY106" fmla="*/ 82008 h 1394683"/>
                <a:gd name="connsiteX107" fmla="*/ 111002 w 588990"/>
                <a:gd name="connsiteY107" fmla="*/ 112375 h 1394683"/>
                <a:gd name="connsiteX108" fmla="*/ 97658 w 588990"/>
                <a:gd name="connsiteY108" fmla="*/ 141715 h 1394683"/>
                <a:gd name="connsiteX109" fmla="*/ 109292 w 588990"/>
                <a:gd name="connsiteY109" fmla="*/ 177641 h 1394683"/>
                <a:gd name="connsiteX110" fmla="*/ 106982 w 588990"/>
                <a:gd name="connsiteY110" fmla="*/ 192611 h 1394683"/>
                <a:gd name="connsiteX111" fmla="*/ 117760 w 588990"/>
                <a:gd name="connsiteY111" fmla="*/ 201165 h 1394683"/>
                <a:gd name="connsiteX112" fmla="*/ 113569 w 588990"/>
                <a:gd name="connsiteY112" fmla="*/ 215450 h 1394683"/>
                <a:gd name="connsiteX113" fmla="*/ 108778 w 588990"/>
                <a:gd name="connsiteY113" fmla="*/ 229649 h 1394683"/>
                <a:gd name="connsiteX114" fmla="*/ 115194 w 588990"/>
                <a:gd name="connsiteY114" fmla="*/ 220839 h 1394683"/>
                <a:gd name="connsiteX115" fmla="*/ 112456 w 588990"/>
                <a:gd name="connsiteY115" fmla="*/ 237006 h 1394683"/>
                <a:gd name="connsiteX116" fmla="*/ 131532 w 588990"/>
                <a:gd name="connsiteY116" fmla="*/ 230248 h 1394683"/>
                <a:gd name="connsiteX117" fmla="*/ 127682 w 588990"/>
                <a:gd name="connsiteY117" fmla="*/ 235380 h 1394683"/>
                <a:gd name="connsiteX118" fmla="*/ 96717 w 588990"/>
                <a:gd name="connsiteY118" fmla="*/ 248382 h 1394683"/>
                <a:gd name="connsiteX119" fmla="*/ 98599 w 588990"/>
                <a:gd name="connsiteY119" fmla="*/ 251120 h 1394683"/>
                <a:gd name="connsiteX120" fmla="*/ 73194 w 588990"/>
                <a:gd name="connsiteY120" fmla="*/ 263608 h 1394683"/>
                <a:gd name="connsiteX121" fmla="*/ 57027 w 588990"/>
                <a:gd name="connsiteY121" fmla="*/ 295429 h 1394683"/>
                <a:gd name="connsiteX122" fmla="*/ 52151 w 588990"/>
                <a:gd name="connsiteY122" fmla="*/ 311938 h 1394683"/>
                <a:gd name="connsiteX123" fmla="*/ 5190 w 588990"/>
                <a:gd name="connsiteY123" fmla="*/ 471726 h 1394683"/>
                <a:gd name="connsiteX124" fmla="*/ 3650 w 588990"/>
                <a:gd name="connsiteY124" fmla="*/ 516121 h 1394683"/>
                <a:gd name="connsiteX125" fmla="*/ 18021 w 588990"/>
                <a:gd name="connsiteY125" fmla="*/ 532545 h 1394683"/>
                <a:gd name="connsiteX126" fmla="*/ 95092 w 588990"/>
                <a:gd name="connsiteY126" fmla="*/ 587547 h 1394683"/>
                <a:gd name="connsiteX127" fmla="*/ 115194 w 588990"/>
                <a:gd name="connsiteY127" fmla="*/ 604312 h 1394683"/>
                <a:gd name="connsiteX128" fmla="*/ 115023 w 588990"/>
                <a:gd name="connsiteY128" fmla="*/ 643062 h 1394683"/>
                <a:gd name="connsiteX129" fmla="*/ 140770 w 588990"/>
                <a:gd name="connsiteY129" fmla="*/ 737326 h 1394683"/>
                <a:gd name="connsiteX130" fmla="*/ 161727 w 588990"/>
                <a:gd name="connsiteY130" fmla="*/ 768463 h 1394683"/>
                <a:gd name="connsiteX131" fmla="*/ 185422 w 588990"/>
                <a:gd name="connsiteY131" fmla="*/ 837407 h 1394683"/>
                <a:gd name="connsiteX132" fmla="*/ 183968 w 588990"/>
                <a:gd name="connsiteY132" fmla="*/ 869485 h 1394683"/>
                <a:gd name="connsiteX133" fmla="*/ 136750 w 588990"/>
                <a:gd name="connsiteY133" fmla="*/ 1025594 h 1394683"/>
                <a:gd name="connsiteX134" fmla="*/ 110831 w 588990"/>
                <a:gd name="connsiteY134" fmla="*/ 1097191 h 1394683"/>
                <a:gd name="connsiteX135" fmla="*/ 98000 w 588990"/>
                <a:gd name="connsiteY135" fmla="*/ 1123537 h 1394683"/>
                <a:gd name="connsiteX136" fmla="*/ 80807 w 588990"/>
                <a:gd name="connsiteY136" fmla="*/ 1140389 h 1394683"/>
                <a:gd name="connsiteX137" fmla="*/ 65153 w 588990"/>
                <a:gd name="connsiteY137" fmla="*/ 1162458 h 1394683"/>
                <a:gd name="connsiteX138" fmla="*/ 47019 w 588990"/>
                <a:gd name="connsiteY138" fmla="*/ 1196759 h 1394683"/>
                <a:gd name="connsiteX139" fmla="*/ 28628 w 588990"/>
                <a:gd name="connsiteY139" fmla="*/ 1212926 h 1394683"/>
                <a:gd name="connsiteX140" fmla="*/ 26404 w 588990"/>
                <a:gd name="connsiteY140" fmla="*/ 1244062 h 1394683"/>
                <a:gd name="connsiteX141" fmla="*/ 21186 w 588990"/>
                <a:gd name="connsiteY141" fmla="*/ 1288714 h 1394683"/>
                <a:gd name="connsiteX142" fmla="*/ 19988 w 588990"/>
                <a:gd name="connsiteY142" fmla="*/ 1301545 h 1394683"/>
                <a:gd name="connsiteX143" fmla="*/ 26575 w 588990"/>
                <a:gd name="connsiteY143" fmla="*/ 1304282 h 1394683"/>
                <a:gd name="connsiteX144" fmla="*/ 38550 w 588990"/>
                <a:gd name="connsiteY144" fmla="*/ 1261769 h 1394683"/>
                <a:gd name="connsiteX145" fmla="*/ 42314 w 588990"/>
                <a:gd name="connsiteY145" fmla="*/ 1315830 h 1394683"/>
                <a:gd name="connsiteX146" fmla="*/ 39064 w 588990"/>
                <a:gd name="connsiteY146" fmla="*/ 1334221 h 1394683"/>
                <a:gd name="connsiteX147" fmla="*/ 54632 w 588990"/>
                <a:gd name="connsiteY147" fmla="*/ 1345170 h 1394683"/>
                <a:gd name="connsiteX148" fmla="*/ 95349 w 588990"/>
                <a:gd name="connsiteY148" fmla="*/ 1351329 h 1394683"/>
                <a:gd name="connsiteX149" fmla="*/ 105870 w 588990"/>
                <a:gd name="connsiteY149" fmla="*/ 1348763 h 1394683"/>
                <a:gd name="connsiteX150" fmla="*/ 104501 w 588990"/>
                <a:gd name="connsiteY150" fmla="*/ 1328490 h 1394683"/>
                <a:gd name="connsiteX151" fmla="*/ 101422 w 588990"/>
                <a:gd name="connsiteY151" fmla="*/ 1240983 h 1394683"/>
                <a:gd name="connsiteX152" fmla="*/ 103903 w 588990"/>
                <a:gd name="connsiteY152" fmla="*/ 1235508 h 1394683"/>
                <a:gd name="connsiteX153" fmla="*/ 109120 w 588990"/>
                <a:gd name="connsiteY153" fmla="*/ 1234739 h 1394683"/>
                <a:gd name="connsiteX154" fmla="*/ 124518 w 588990"/>
                <a:gd name="connsiteY154" fmla="*/ 1238160 h 1394683"/>
                <a:gd name="connsiteX155" fmla="*/ 147870 w 588990"/>
                <a:gd name="connsiteY155" fmla="*/ 1187948 h 1394683"/>
                <a:gd name="connsiteX156" fmla="*/ 230587 w 588990"/>
                <a:gd name="connsiteY156" fmla="*/ 1017981 h 1394683"/>
                <a:gd name="connsiteX157" fmla="*/ 254452 w 588990"/>
                <a:gd name="connsiteY157" fmla="*/ 1126103 h 1394683"/>
                <a:gd name="connsiteX158" fmla="*/ 279686 w 588990"/>
                <a:gd name="connsiteY158" fmla="*/ 1196075 h 1394683"/>
                <a:gd name="connsiteX159" fmla="*/ 300900 w 588990"/>
                <a:gd name="connsiteY159" fmla="*/ 1252616 h 1394683"/>
                <a:gd name="connsiteX160" fmla="*/ 312448 w 588990"/>
                <a:gd name="connsiteY160" fmla="*/ 1258690 h 1394683"/>
                <a:gd name="connsiteX161" fmla="*/ 313902 w 588990"/>
                <a:gd name="connsiteY161" fmla="*/ 1263138 h 1394683"/>
                <a:gd name="connsiteX162" fmla="*/ 312106 w 588990"/>
                <a:gd name="connsiteY162" fmla="*/ 1277081 h 1394683"/>
                <a:gd name="connsiteX163" fmla="*/ 307658 w 588990"/>
                <a:gd name="connsiteY163" fmla="*/ 1281700 h 1394683"/>
                <a:gd name="connsiteX164" fmla="*/ 307829 w 588990"/>
                <a:gd name="connsiteY164" fmla="*/ 1292820 h 1394683"/>
                <a:gd name="connsiteX165" fmla="*/ 313132 w 588990"/>
                <a:gd name="connsiteY165" fmla="*/ 1303170 h 1394683"/>
                <a:gd name="connsiteX166" fmla="*/ 313988 w 588990"/>
                <a:gd name="connsiteY166" fmla="*/ 1317113 h 1394683"/>
                <a:gd name="connsiteX167" fmla="*/ 309711 w 588990"/>
                <a:gd name="connsiteY167" fmla="*/ 1379472 h 1394683"/>
                <a:gd name="connsiteX168" fmla="*/ 319205 w 588990"/>
                <a:gd name="connsiteY168" fmla="*/ 1378103 h 1394683"/>
                <a:gd name="connsiteX169" fmla="*/ 325792 w 588990"/>
                <a:gd name="connsiteY169" fmla="*/ 1323101 h 1394683"/>
                <a:gd name="connsiteX170" fmla="*/ 337682 w 588990"/>
                <a:gd name="connsiteY170" fmla="*/ 1362278 h 1394683"/>
                <a:gd name="connsiteX171" fmla="*/ 342729 w 588990"/>
                <a:gd name="connsiteY171" fmla="*/ 1382465 h 1394683"/>
                <a:gd name="connsiteX172" fmla="*/ 354961 w 588990"/>
                <a:gd name="connsiteY172" fmla="*/ 1388453 h 1394683"/>
                <a:gd name="connsiteX173" fmla="*/ 428439 w 588990"/>
                <a:gd name="connsiteY173" fmla="*/ 1393243 h 1394683"/>
                <a:gd name="connsiteX174" fmla="*/ 433401 w 588990"/>
                <a:gd name="connsiteY174" fmla="*/ 1391618 h 1394683"/>
                <a:gd name="connsiteX175" fmla="*/ 435625 w 588990"/>
                <a:gd name="connsiteY175" fmla="*/ 1386657 h 1394683"/>
                <a:gd name="connsiteX176" fmla="*/ 432374 w 588990"/>
                <a:gd name="connsiteY176" fmla="*/ 1366983 h 1394683"/>
                <a:gd name="connsiteX177" fmla="*/ 419886 w 588990"/>
                <a:gd name="connsiteY177" fmla="*/ 1363647 h 1394683"/>
                <a:gd name="connsiteX178" fmla="*/ 399613 w 588990"/>
                <a:gd name="connsiteY178" fmla="*/ 1341406 h 1394683"/>
                <a:gd name="connsiteX179" fmla="*/ 394651 w 588990"/>
                <a:gd name="connsiteY179" fmla="*/ 1310270 h 1394683"/>
                <a:gd name="connsiteX180" fmla="*/ 379340 w 588990"/>
                <a:gd name="connsiteY180" fmla="*/ 1267928 h 1394683"/>
                <a:gd name="connsiteX181" fmla="*/ 376688 w 588990"/>
                <a:gd name="connsiteY181" fmla="*/ 1260828 h 1394683"/>
                <a:gd name="connsiteX182" fmla="*/ 376603 w 588990"/>
                <a:gd name="connsiteY182" fmla="*/ 1253044 h 1394683"/>
                <a:gd name="connsiteX183" fmla="*/ 373267 w 588990"/>
                <a:gd name="connsiteY183" fmla="*/ 1219769 h 1394683"/>
                <a:gd name="connsiteX184" fmla="*/ 368220 w 588990"/>
                <a:gd name="connsiteY184" fmla="*/ 1207965 h 1394683"/>
                <a:gd name="connsiteX185" fmla="*/ 359495 w 588990"/>
                <a:gd name="connsiteY185" fmla="*/ 1199069 h 1394683"/>
                <a:gd name="connsiteX186" fmla="*/ 350598 w 588990"/>
                <a:gd name="connsiteY186" fmla="*/ 1178111 h 1394683"/>
                <a:gd name="connsiteX187" fmla="*/ 330411 w 588990"/>
                <a:gd name="connsiteY187" fmla="*/ 1097704 h 1394683"/>
                <a:gd name="connsiteX188" fmla="*/ 331095 w 588990"/>
                <a:gd name="connsiteY188" fmla="*/ 1078458 h 1394683"/>
                <a:gd name="connsiteX189" fmla="*/ 314843 w 588990"/>
                <a:gd name="connsiteY189" fmla="*/ 912169 h 1394683"/>
                <a:gd name="connsiteX190" fmla="*/ 311079 w 588990"/>
                <a:gd name="connsiteY190" fmla="*/ 879921 h 1394683"/>
                <a:gd name="connsiteX191" fmla="*/ 307401 w 588990"/>
                <a:gd name="connsiteY191" fmla="*/ 861359 h 1394683"/>
                <a:gd name="connsiteX192" fmla="*/ 310737 w 588990"/>
                <a:gd name="connsiteY192" fmla="*/ 829624 h 1394683"/>
                <a:gd name="connsiteX193" fmla="*/ 325279 w 588990"/>
                <a:gd name="connsiteY193" fmla="*/ 766495 h 1394683"/>
                <a:gd name="connsiteX194" fmla="*/ 340505 w 588990"/>
                <a:gd name="connsiteY194" fmla="*/ 648023 h 1394683"/>
                <a:gd name="connsiteX195" fmla="*/ 340077 w 588990"/>
                <a:gd name="connsiteY195" fmla="*/ 617314 h 1394683"/>
                <a:gd name="connsiteX196" fmla="*/ 339821 w 588990"/>
                <a:gd name="connsiteY196" fmla="*/ 582329 h 1394683"/>
                <a:gd name="connsiteX197" fmla="*/ 336912 w 588990"/>
                <a:gd name="connsiteY197" fmla="*/ 556581 h 1394683"/>
                <a:gd name="connsiteX198" fmla="*/ 333662 w 588990"/>
                <a:gd name="connsiteY198" fmla="*/ 504402 h 1394683"/>
                <a:gd name="connsiteX199" fmla="*/ 332036 w 588990"/>
                <a:gd name="connsiteY199" fmla="*/ 462402 h 1394683"/>
                <a:gd name="connsiteX200" fmla="*/ 339906 w 588990"/>
                <a:gd name="connsiteY200" fmla="*/ 416467 h 1394683"/>
                <a:gd name="connsiteX201" fmla="*/ 339735 w 588990"/>
                <a:gd name="connsiteY201" fmla="*/ 405604 h 1394683"/>
                <a:gd name="connsiteX202" fmla="*/ 356415 w 588990"/>
                <a:gd name="connsiteY202" fmla="*/ 461205 h 1394683"/>
                <a:gd name="connsiteX203" fmla="*/ 362061 w 588990"/>
                <a:gd name="connsiteY203" fmla="*/ 483531 h 1394683"/>
                <a:gd name="connsiteX204" fmla="*/ 365311 w 588990"/>
                <a:gd name="connsiteY204" fmla="*/ 500211 h 1394683"/>
                <a:gd name="connsiteX205" fmla="*/ 377372 w 588990"/>
                <a:gd name="connsiteY205" fmla="*/ 519286 h 1394683"/>
                <a:gd name="connsiteX206" fmla="*/ 396106 w 588990"/>
                <a:gd name="connsiteY206" fmla="*/ 542724 h 1394683"/>
                <a:gd name="connsiteX207" fmla="*/ 413556 w 588990"/>
                <a:gd name="connsiteY207" fmla="*/ 563424 h 1394683"/>
                <a:gd name="connsiteX208" fmla="*/ 431519 w 588990"/>
                <a:gd name="connsiteY208" fmla="*/ 581644 h 1394683"/>
                <a:gd name="connsiteX209" fmla="*/ 459661 w 588990"/>
                <a:gd name="connsiteY209" fmla="*/ 615775 h 1394683"/>
                <a:gd name="connsiteX210" fmla="*/ 469413 w 588990"/>
                <a:gd name="connsiteY210" fmla="*/ 631001 h 1394683"/>
                <a:gd name="connsiteX211" fmla="*/ 484297 w 588990"/>
                <a:gd name="connsiteY211" fmla="*/ 668723 h 1394683"/>
                <a:gd name="connsiteX212" fmla="*/ 489001 w 588990"/>
                <a:gd name="connsiteY212" fmla="*/ 677962 h 1394683"/>
                <a:gd name="connsiteX213" fmla="*/ 472835 w 588990"/>
                <a:gd name="connsiteY213" fmla="*/ 678903 h 1394683"/>
                <a:gd name="connsiteX214" fmla="*/ 469584 w 588990"/>
                <a:gd name="connsiteY214" fmla="*/ 808495 h 1394683"/>
                <a:gd name="connsiteX215" fmla="*/ 470525 w 588990"/>
                <a:gd name="connsiteY215" fmla="*/ 815681 h 1394683"/>
                <a:gd name="connsiteX216" fmla="*/ 545885 w 588990"/>
                <a:gd name="connsiteY216" fmla="*/ 823037 h 1394683"/>
                <a:gd name="connsiteX217" fmla="*/ 568468 w 588990"/>
                <a:gd name="connsiteY217" fmla="*/ 827742 h 1394683"/>
                <a:gd name="connsiteX218" fmla="*/ 581127 w 588990"/>
                <a:gd name="connsiteY218" fmla="*/ 828853 h 1394683"/>
                <a:gd name="connsiteX219" fmla="*/ 585490 w 588990"/>
                <a:gd name="connsiteY219" fmla="*/ 814483 h 1394683"/>
                <a:gd name="connsiteX220" fmla="*/ 588313 w 588990"/>
                <a:gd name="connsiteY220" fmla="*/ 711664 h 1394683"/>
                <a:gd name="connsiteX221" fmla="*/ 580529 w 588990"/>
                <a:gd name="connsiteY221" fmla="*/ 690451 h 1394683"/>
                <a:gd name="connsiteX222" fmla="*/ 580529 w 588990"/>
                <a:gd name="connsiteY222" fmla="*/ 690451 h 1394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</a:cxnLst>
              <a:rect l="l" t="t" r="r" b="b"/>
              <a:pathLst>
                <a:path w="588990" h="1394683">
                  <a:moveTo>
                    <a:pt x="317409" y="298081"/>
                  </a:moveTo>
                  <a:cubicBezTo>
                    <a:pt x="316896" y="299278"/>
                    <a:pt x="315869" y="300134"/>
                    <a:pt x="314929" y="300989"/>
                  </a:cubicBezTo>
                  <a:cubicBezTo>
                    <a:pt x="309625" y="305865"/>
                    <a:pt x="304236" y="310741"/>
                    <a:pt x="298933" y="315531"/>
                  </a:cubicBezTo>
                  <a:cubicBezTo>
                    <a:pt x="296709" y="318781"/>
                    <a:pt x="298676" y="321775"/>
                    <a:pt x="300216" y="324342"/>
                  </a:cubicBezTo>
                  <a:cubicBezTo>
                    <a:pt x="301499" y="326566"/>
                    <a:pt x="302525" y="329046"/>
                    <a:pt x="303466" y="331527"/>
                  </a:cubicBezTo>
                  <a:cubicBezTo>
                    <a:pt x="306717" y="339568"/>
                    <a:pt x="309967" y="347608"/>
                    <a:pt x="313218" y="355649"/>
                  </a:cubicBezTo>
                  <a:cubicBezTo>
                    <a:pt x="313645" y="356761"/>
                    <a:pt x="314159" y="358044"/>
                    <a:pt x="313731" y="359242"/>
                  </a:cubicBezTo>
                  <a:cubicBezTo>
                    <a:pt x="313389" y="360354"/>
                    <a:pt x="312277" y="361209"/>
                    <a:pt x="311250" y="361893"/>
                  </a:cubicBezTo>
                  <a:cubicBezTo>
                    <a:pt x="307487" y="364459"/>
                    <a:pt x="303637" y="367111"/>
                    <a:pt x="299874" y="369677"/>
                  </a:cubicBezTo>
                  <a:cubicBezTo>
                    <a:pt x="303637" y="382594"/>
                    <a:pt x="307487" y="394056"/>
                    <a:pt x="311250" y="405604"/>
                  </a:cubicBezTo>
                  <a:cubicBezTo>
                    <a:pt x="311764" y="407058"/>
                    <a:pt x="312191" y="408598"/>
                    <a:pt x="312020" y="410138"/>
                  </a:cubicBezTo>
                  <a:cubicBezTo>
                    <a:pt x="311764" y="412105"/>
                    <a:pt x="310395" y="413730"/>
                    <a:pt x="309283" y="415356"/>
                  </a:cubicBezTo>
                  <a:cubicBezTo>
                    <a:pt x="305263" y="421685"/>
                    <a:pt x="305519" y="429897"/>
                    <a:pt x="306973" y="437254"/>
                  </a:cubicBezTo>
                  <a:cubicBezTo>
                    <a:pt x="308513" y="444610"/>
                    <a:pt x="311165" y="451795"/>
                    <a:pt x="311507" y="459323"/>
                  </a:cubicBezTo>
                  <a:cubicBezTo>
                    <a:pt x="306973" y="453677"/>
                    <a:pt x="301584" y="447860"/>
                    <a:pt x="295340" y="443241"/>
                  </a:cubicBezTo>
                  <a:cubicBezTo>
                    <a:pt x="294912" y="442899"/>
                    <a:pt x="294399" y="442557"/>
                    <a:pt x="294228" y="442044"/>
                  </a:cubicBezTo>
                  <a:cubicBezTo>
                    <a:pt x="294057" y="441616"/>
                    <a:pt x="294228" y="441188"/>
                    <a:pt x="294228" y="440761"/>
                  </a:cubicBezTo>
                  <a:cubicBezTo>
                    <a:pt x="294656" y="438537"/>
                    <a:pt x="295083" y="436313"/>
                    <a:pt x="295426" y="434089"/>
                  </a:cubicBezTo>
                  <a:cubicBezTo>
                    <a:pt x="295597" y="433233"/>
                    <a:pt x="295768" y="432292"/>
                    <a:pt x="295426" y="431437"/>
                  </a:cubicBezTo>
                  <a:cubicBezTo>
                    <a:pt x="295254" y="430924"/>
                    <a:pt x="294998" y="430410"/>
                    <a:pt x="294656" y="429983"/>
                  </a:cubicBezTo>
                  <a:cubicBezTo>
                    <a:pt x="293544" y="428272"/>
                    <a:pt x="292432" y="426476"/>
                    <a:pt x="291320" y="424765"/>
                  </a:cubicBezTo>
                  <a:cubicBezTo>
                    <a:pt x="289780" y="434687"/>
                    <a:pt x="289267" y="443926"/>
                    <a:pt x="288753" y="453164"/>
                  </a:cubicBezTo>
                  <a:cubicBezTo>
                    <a:pt x="288411" y="458981"/>
                    <a:pt x="288155" y="465054"/>
                    <a:pt x="290379" y="470357"/>
                  </a:cubicBezTo>
                  <a:cubicBezTo>
                    <a:pt x="285589" y="460863"/>
                    <a:pt x="279430" y="452137"/>
                    <a:pt x="272073" y="444524"/>
                  </a:cubicBezTo>
                  <a:cubicBezTo>
                    <a:pt x="267882" y="436484"/>
                    <a:pt x="264631" y="428015"/>
                    <a:pt x="261381" y="419547"/>
                  </a:cubicBezTo>
                  <a:cubicBezTo>
                    <a:pt x="256762" y="416211"/>
                    <a:pt x="251287" y="413388"/>
                    <a:pt x="245727" y="410907"/>
                  </a:cubicBezTo>
                  <a:cubicBezTo>
                    <a:pt x="246069" y="404150"/>
                    <a:pt x="245641" y="397307"/>
                    <a:pt x="244615" y="390635"/>
                  </a:cubicBezTo>
                  <a:cubicBezTo>
                    <a:pt x="243674" y="380284"/>
                    <a:pt x="242305" y="369677"/>
                    <a:pt x="241022" y="359071"/>
                  </a:cubicBezTo>
                  <a:cubicBezTo>
                    <a:pt x="239825" y="349576"/>
                    <a:pt x="238542" y="339653"/>
                    <a:pt x="233409" y="331527"/>
                  </a:cubicBezTo>
                  <a:cubicBezTo>
                    <a:pt x="232383" y="329902"/>
                    <a:pt x="231185" y="328362"/>
                    <a:pt x="229474" y="327592"/>
                  </a:cubicBezTo>
                  <a:cubicBezTo>
                    <a:pt x="228191" y="326993"/>
                    <a:pt x="226737" y="326908"/>
                    <a:pt x="225369" y="326737"/>
                  </a:cubicBezTo>
                  <a:cubicBezTo>
                    <a:pt x="220407" y="326394"/>
                    <a:pt x="215446" y="325967"/>
                    <a:pt x="210485" y="325625"/>
                  </a:cubicBezTo>
                  <a:cubicBezTo>
                    <a:pt x="203043" y="299193"/>
                    <a:pt x="215361" y="271649"/>
                    <a:pt x="217157" y="244191"/>
                  </a:cubicBezTo>
                  <a:cubicBezTo>
                    <a:pt x="217841" y="243592"/>
                    <a:pt x="221263" y="240171"/>
                    <a:pt x="225112" y="240000"/>
                  </a:cubicBezTo>
                  <a:cubicBezTo>
                    <a:pt x="223829" y="238374"/>
                    <a:pt x="222460" y="236407"/>
                    <a:pt x="223145" y="234439"/>
                  </a:cubicBezTo>
                  <a:cubicBezTo>
                    <a:pt x="223401" y="233755"/>
                    <a:pt x="223914" y="233156"/>
                    <a:pt x="224428" y="232643"/>
                  </a:cubicBezTo>
                  <a:cubicBezTo>
                    <a:pt x="226566" y="230761"/>
                    <a:pt x="229560" y="229991"/>
                    <a:pt x="232383" y="230590"/>
                  </a:cubicBezTo>
                  <a:cubicBezTo>
                    <a:pt x="235120" y="231189"/>
                    <a:pt x="237515" y="233156"/>
                    <a:pt x="238713" y="235723"/>
                  </a:cubicBezTo>
                  <a:cubicBezTo>
                    <a:pt x="241450" y="238802"/>
                    <a:pt x="244102" y="241710"/>
                    <a:pt x="246668" y="244619"/>
                  </a:cubicBezTo>
                  <a:cubicBezTo>
                    <a:pt x="248379" y="243250"/>
                    <a:pt x="250004" y="241881"/>
                    <a:pt x="251715" y="240427"/>
                  </a:cubicBezTo>
                  <a:cubicBezTo>
                    <a:pt x="272843" y="253258"/>
                    <a:pt x="292688" y="265832"/>
                    <a:pt x="309711" y="281914"/>
                  </a:cubicBezTo>
                  <a:cubicBezTo>
                    <a:pt x="313218" y="285250"/>
                    <a:pt x="316725" y="289014"/>
                    <a:pt x="317580" y="293804"/>
                  </a:cubicBezTo>
                  <a:cubicBezTo>
                    <a:pt x="317837" y="295173"/>
                    <a:pt x="317837" y="296627"/>
                    <a:pt x="317238" y="297910"/>
                  </a:cubicBezTo>
                  <a:lnTo>
                    <a:pt x="317238" y="297910"/>
                  </a:lnTo>
                  <a:close/>
                  <a:moveTo>
                    <a:pt x="177295" y="189617"/>
                  </a:moveTo>
                  <a:cubicBezTo>
                    <a:pt x="170367" y="189617"/>
                    <a:pt x="163524" y="191071"/>
                    <a:pt x="157194" y="193723"/>
                  </a:cubicBezTo>
                  <a:cubicBezTo>
                    <a:pt x="156253" y="188676"/>
                    <a:pt x="160188" y="183886"/>
                    <a:pt x="160188" y="178753"/>
                  </a:cubicBezTo>
                  <a:cubicBezTo>
                    <a:pt x="160188" y="175674"/>
                    <a:pt x="158819" y="172765"/>
                    <a:pt x="158220" y="169772"/>
                  </a:cubicBezTo>
                  <a:cubicBezTo>
                    <a:pt x="157621" y="166692"/>
                    <a:pt x="158135" y="163014"/>
                    <a:pt x="160786" y="161474"/>
                  </a:cubicBezTo>
                  <a:cubicBezTo>
                    <a:pt x="162155" y="160704"/>
                    <a:pt x="164122" y="160020"/>
                    <a:pt x="163866" y="158480"/>
                  </a:cubicBezTo>
                  <a:cubicBezTo>
                    <a:pt x="163695" y="157283"/>
                    <a:pt x="161984" y="156770"/>
                    <a:pt x="161813" y="155572"/>
                  </a:cubicBezTo>
                  <a:cubicBezTo>
                    <a:pt x="161727" y="154888"/>
                    <a:pt x="162069" y="154289"/>
                    <a:pt x="162412" y="153776"/>
                  </a:cubicBezTo>
                  <a:cubicBezTo>
                    <a:pt x="165748" y="148900"/>
                    <a:pt x="170196" y="144794"/>
                    <a:pt x="173104" y="142484"/>
                  </a:cubicBezTo>
                  <a:cubicBezTo>
                    <a:pt x="172334" y="147189"/>
                    <a:pt x="173532" y="151979"/>
                    <a:pt x="174473" y="156684"/>
                  </a:cubicBezTo>
                  <a:cubicBezTo>
                    <a:pt x="176697" y="167548"/>
                    <a:pt x="177552" y="178582"/>
                    <a:pt x="177295" y="189617"/>
                  </a:cubicBezTo>
                  <a:lnTo>
                    <a:pt x="177295" y="189617"/>
                  </a:lnTo>
                  <a:close/>
                  <a:moveTo>
                    <a:pt x="167886" y="475319"/>
                  </a:moveTo>
                  <a:cubicBezTo>
                    <a:pt x="166004" y="486011"/>
                    <a:pt x="161642" y="496105"/>
                    <a:pt x="157365" y="506113"/>
                  </a:cubicBezTo>
                  <a:cubicBezTo>
                    <a:pt x="150008" y="523050"/>
                    <a:pt x="142737" y="539987"/>
                    <a:pt x="135467" y="556838"/>
                  </a:cubicBezTo>
                  <a:cubicBezTo>
                    <a:pt x="103988" y="539388"/>
                    <a:pt x="77727" y="513555"/>
                    <a:pt x="59593" y="482846"/>
                  </a:cubicBezTo>
                  <a:cubicBezTo>
                    <a:pt x="57882" y="480023"/>
                    <a:pt x="56257" y="476944"/>
                    <a:pt x="56257" y="473693"/>
                  </a:cubicBezTo>
                  <a:cubicBezTo>
                    <a:pt x="56257" y="471127"/>
                    <a:pt x="57112" y="468647"/>
                    <a:pt x="58053" y="466252"/>
                  </a:cubicBezTo>
                  <a:cubicBezTo>
                    <a:pt x="70970" y="431865"/>
                    <a:pt x="84827" y="397820"/>
                    <a:pt x="99626" y="364117"/>
                  </a:cubicBezTo>
                  <a:cubicBezTo>
                    <a:pt x="101336" y="360182"/>
                    <a:pt x="104672" y="355392"/>
                    <a:pt x="108864" y="356675"/>
                  </a:cubicBezTo>
                  <a:cubicBezTo>
                    <a:pt x="113825" y="364802"/>
                    <a:pt x="118615" y="369421"/>
                    <a:pt x="123149" y="374125"/>
                  </a:cubicBezTo>
                  <a:cubicBezTo>
                    <a:pt x="136579" y="387812"/>
                    <a:pt x="149153" y="402610"/>
                    <a:pt x="157878" y="419633"/>
                  </a:cubicBezTo>
                  <a:cubicBezTo>
                    <a:pt x="166603" y="436655"/>
                    <a:pt x="171222" y="456329"/>
                    <a:pt x="167886" y="475233"/>
                  </a:cubicBezTo>
                  <a:lnTo>
                    <a:pt x="167886" y="475233"/>
                  </a:lnTo>
                  <a:close/>
                  <a:moveTo>
                    <a:pt x="580101" y="690536"/>
                  </a:moveTo>
                  <a:cubicBezTo>
                    <a:pt x="573343" y="685489"/>
                    <a:pt x="561881" y="686174"/>
                    <a:pt x="558631" y="678389"/>
                  </a:cubicBezTo>
                  <a:cubicBezTo>
                    <a:pt x="557433" y="675567"/>
                    <a:pt x="557861" y="672231"/>
                    <a:pt x="556663" y="669408"/>
                  </a:cubicBezTo>
                  <a:cubicBezTo>
                    <a:pt x="555295" y="665986"/>
                    <a:pt x="551873" y="663848"/>
                    <a:pt x="548708" y="661880"/>
                  </a:cubicBezTo>
                  <a:cubicBezTo>
                    <a:pt x="537246" y="654866"/>
                    <a:pt x="525698" y="647937"/>
                    <a:pt x="514236" y="640923"/>
                  </a:cubicBezTo>
                  <a:cubicBezTo>
                    <a:pt x="505596" y="635705"/>
                    <a:pt x="496785" y="630316"/>
                    <a:pt x="489942" y="622789"/>
                  </a:cubicBezTo>
                  <a:cubicBezTo>
                    <a:pt x="483441" y="615518"/>
                    <a:pt x="479079" y="606707"/>
                    <a:pt x="474716" y="597897"/>
                  </a:cubicBezTo>
                  <a:cubicBezTo>
                    <a:pt x="453930" y="555298"/>
                    <a:pt x="433486" y="512528"/>
                    <a:pt x="414154" y="471042"/>
                  </a:cubicBezTo>
                  <a:cubicBezTo>
                    <a:pt x="408081" y="459066"/>
                    <a:pt x="402607" y="446749"/>
                    <a:pt x="397816" y="434174"/>
                  </a:cubicBezTo>
                  <a:cubicBezTo>
                    <a:pt x="382847" y="394997"/>
                    <a:pt x="374550" y="353682"/>
                    <a:pt x="366081" y="312623"/>
                  </a:cubicBezTo>
                  <a:cubicBezTo>
                    <a:pt x="362488" y="295258"/>
                    <a:pt x="358981" y="277808"/>
                    <a:pt x="352737" y="261213"/>
                  </a:cubicBezTo>
                  <a:cubicBezTo>
                    <a:pt x="351283" y="257278"/>
                    <a:pt x="349572" y="253173"/>
                    <a:pt x="346407" y="250435"/>
                  </a:cubicBezTo>
                  <a:cubicBezTo>
                    <a:pt x="342729" y="247185"/>
                    <a:pt x="337596" y="246158"/>
                    <a:pt x="332806" y="245217"/>
                  </a:cubicBezTo>
                  <a:cubicBezTo>
                    <a:pt x="327332" y="244191"/>
                    <a:pt x="321857" y="243079"/>
                    <a:pt x="316554" y="242395"/>
                  </a:cubicBezTo>
                  <a:cubicBezTo>
                    <a:pt x="315869" y="238032"/>
                    <a:pt x="311421" y="235124"/>
                    <a:pt x="307059" y="234354"/>
                  </a:cubicBezTo>
                  <a:cubicBezTo>
                    <a:pt x="302696" y="233584"/>
                    <a:pt x="298248" y="234354"/>
                    <a:pt x="293800" y="234525"/>
                  </a:cubicBezTo>
                  <a:cubicBezTo>
                    <a:pt x="287470" y="234696"/>
                    <a:pt x="281140" y="233413"/>
                    <a:pt x="275409" y="230761"/>
                  </a:cubicBezTo>
                  <a:cubicBezTo>
                    <a:pt x="274468" y="230334"/>
                    <a:pt x="273527" y="229820"/>
                    <a:pt x="272843" y="229051"/>
                  </a:cubicBezTo>
                  <a:cubicBezTo>
                    <a:pt x="271817" y="228024"/>
                    <a:pt x="271389" y="226655"/>
                    <a:pt x="270876" y="225372"/>
                  </a:cubicBezTo>
                  <a:cubicBezTo>
                    <a:pt x="268053" y="218016"/>
                    <a:pt x="263605" y="211344"/>
                    <a:pt x="258045" y="205955"/>
                  </a:cubicBezTo>
                  <a:cubicBezTo>
                    <a:pt x="255735" y="203645"/>
                    <a:pt x="253254" y="201592"/>
                    <a:pt x="251030" y="199197"/>
                  </a:cubicBezTo>
                  <a:cubicBezTo>
                    <a:pt x="244872" y="192354"/>
                    <a:pt x="241792" y="182859"/>
                    <a:pt x="242904" y="173706"/>
                  </a:cubicBezTo>
                  <a:cubicBezTo>
                    <a:pt x="242904" y="173706"/>
                    <a:pt x="272159" y="172594"/>
                    <a:pt x="274383" y="172167"/>
                  </a:cubicBezTo>
                  <a:cubicBezTo>
                    <a:pt x="277377" y="166692"/>
                    <a:pt x="278061" y="159935"/>
                    <a:pt x="276094" y="154032"/>
                  </a:cubicBezTo>
                  <a:cubicBezTo>
                    <a:pt x="275666" y="152664"/>
                    <a:pt x="275067" y="151381"/>
                    <a:pt x="274982" y="149926"/>
                  </a:cubicBezTo>
                  <a:cubicBezTo>
                    <a:pt x="274896" y="148387"/>
                    <a:pt x="275324" y="146933"/>
                    <a:pt x="275837" y="145478"/>
                  </a:cubicBezTo>
                  <a:cubicBezTo>
                    <a:pt x="277548" y="140260"/>
                    <a:pt x="279173" y="134957"/>
                    <a:pt x="280884" y="129739"/>
                  </a:cubicBezTo>
                  <a:cubicBezTo>
                    <a:pt x="282509" y="124607"/>
                    <a:pt x="284134" y="119218"/>
                    <a:pt x="283108" y="114000"/>
                  </a:cubicBezTo>
                  <a:cubicBezTo>
                    <a:pt x="281996" y="108440"/>
                    <a:pt x="278061" y="103478"/>
                    <a:pt x="277975" y="97833"/>
                  </a:cubicBezTo>
                  <a:cubicBezTo>
                    <a:pt x="277975" y="93470"/>
                    <a:pt x="280371" y="89450"/>
                    <a:pt x="281654" y="85173"/>
                  </a:cubicBezTo>
                  <a:cubicBezTo>
                    <a:pt x="287299" y="66269"/>
                    <a:pt x="270448" y="47450"/>
                    <a:pt x="271389" y="27690"/>
                  </a:cubicBezTo>
                  <a:cubicBezTo>
                    <a:pt x="258729" y="13149"/>
                    <a:pt x="240595" y="3568"/>
                    <a:pt x="221434" y="831"/>
                  </a:cubicBezTo>
                  <a:cubicBezTo>
                    <a:pt x="202358" y="-1906"/>
                    <a:pt x="182428" y="2200"/>
                    <a:pt x="165662" y="11951"/>
                  </a:cubicBezTo>
                  <a:cubicBezTo>
                    <a:pt x="160615" y="14859"/>
                    <a:pt x="155825" y="18367"/>
                    <a:pt x="152147" y="22900"/>
                  </a:cubicBezTo>
                  <a:cubicBezTo>
                    <a:pt x="149837" y="25809"/>
                    <a:pt x="148041" y="29230"/>
                    <a:pt x="145304" y="31882"/>
                  </a:cubicBezTo>
                  <a:cubicBezTo>
                    <a:pt x="142994" y="34191"/>
                    <a:pt x="140086" y="35731"/>
                    <a:pt x="137177" y="37356"/>
                  </a:cubicBezTo>
                  <a:cubicBezTo>
                    <a:pt x="130078" y="41291"/>
                    <a:pt x="122892" y="45568"/>
                    <a:pt x="117931" y="51984"/>
                  </a:cubicBezTo>
                  <a:cubicBezTo>
                    <a:pt x="112970" y="58399"/>
                    <a:pt x="110575" y="67466"/>
                    <a:pt x="114167" y="74737"/>
                  </a:cubicBezTo>
                  <a:cubicBezTo>
                    <a:pt x="115450" y="77303"/>
                    <a:pt x="117332" y="79442"/>
                    <a:pt x="118615" y="82008"/>
                  </a:cubicBezTo>
                  <a:cubicBezTo>
                    <a:pt x="123577" y="91845"/>
                    <a:pt x="117589" y="103564"/>
                    <a:pt x="111002" y="112375"/>
                  </a:cubicBezTo>
                  <a:cubicBezTo>
                    <a:pt x="104416" y="121185"/>
                    <a:pt x="96632" y="130766"/>
                    <a:pt x="97658" y="141715"/>
                  </a:cubicBezTo>
                  <a:cubicBezTo>
                    <a:pt x="98856" y="154460"/>
                    <a:pt x="112029" y="165152"/>
                    <a:pt x="109292" y="177641"/>
                  </a:cubicBezTo>
                  <a:cubicBezTo>
                    <a:pt x="108179" y="182688"/>
                    <a:pt x="104416" y="188077"/>
                    <a:pt x="106982" y="192611"/>
                  </a:cubicBezTo>
                  <a:cubicBezTo>
                    <a:pt x="109292" y="196631"/>
                    <a:pt x="115279" y="197230"/>
                    <a:pt x="117760" y="201165"/>
                  </a:cubicBezTo>
                  <a:cubicBezTo>
                    <a:pt x="120583" y="205698"/>
                    <a:pt x="116990" y="211429"/>
                    <a:pt x="113569" y="215450"/>
                  </a:cubicBezTo>
                  <a:cubicBezTo>
                    <a:pt x="110147" y="219470"/>
                    <a:pt x="106383" y="224859"/>
                    <a:pt x="108778" y="229649"/>
                  </a:cubicBezTo>
                  <a:cubicBezTo>
                    <a:pt x="109377" y="225971"/>
                    <a:pt x="111772" y="222549"/>
                    <a:pt x="115194" y="220839"/>
                  </a:cubicBezTo>
                  <a:cubicBezTo>
                    <a:pt x="113397" y="226057"/>
                    <a:pt x="112456" y="231531"/>
                    <a:pt x="112456" y="237006"/>
                  </a:cubicBezTo>
                  <a:cubicBezTo>
                    <a:pt x="117332" y="232044"/>
                    <a:pt x="124518" y="229478"/>
                    <a:pt x="131532" y="230248"/>
                  </a:cubicBezTo>
                  <a:cubicBezTo>
                    <a:pt x="129479" y="231959"/>
                    <a:pt x="127854" y="234183"/>
                    <a:pt x="127682" y="235380"/>
                  </a:cubicBezTo>
                  <a:cubicBezTo>
                    <a:pt x="119385" y="243164"/>
                    <a:pt x="107752" y="245902"/>
                    <a:pt x="96717" y="248382"/>
                  </a:cubicBezTo>
                  <a:cubicBezTo>
                    <a:pt x="97316" y="249323"/>
                    <a:pt x="98000" y="250179"/>
                    <a:pt x="98599" y="251120"/>
                  </a:cubicBezTo>
                  <a:cubicBezTo>
                    <a:pt x="89190" y="253087"/>
                    <a:pt x="79951" y="256936"/>
                    <a:pt x="73194" y="263608"/>
                  </a:cubicBezTo>
                  <a:cubicBezTo>
                    <a:pt x="64640" y="272077"/>
                    <a:pt x="60705" y="283967"/>
                    <a:pt x="57027" y="295429"/>
                  </a:cubicBezTo>
                  <a:cubicBezTo>
                    <a:pt x="55573" y="300134"/>
                    <a:pt x="54033" y="304839"/>
                    <a:pt x="52151" y="311938"/>
                  </a:cubicBezTo>
                  <a:cubicBezTo>
                    <a:pt x="36497" y="365229"/>
                    <a:pt x="20844" y="418435"/>
                    <a:pt x="5190" y="471726"/>
                  </a:cubicBezTo>
                  <a:cubicBezTo>
                    <a:pt x="913" y="486268"/>
                    <a:pt x="-3193" y="502606"/>
                    <a:pt x="3650" y="516121"/>
                  </a:cubicBezTo>
                  <a:cubicBezTo>
                    <a:pt x="6901" y="522622"/>
                    <a:pt x="12461" y="527755"/>
                    <a:pt x="18021" y="532545"/>
                  </a:cubicBezTo>
                  <a:cubicBezTo>
                    <a:pt x="41886" y="553331"/>
                    <a:pt x="67719" y="571722"/>
                    <a:pt x="95092" y="587547"/>
                  </a:cubicBezTo>
                  <a:cubicBezTo>
                    <a:pt x="102705" y="591909"/>
                    <a:pt x="110917" y="596528"/>
                    <a:pt x="115194" y="604312"/>
                  </a:cubicBezTo>
                  <a:cubicBezTo>
                    <a:pt x="121524" y="615860"/>
                    <a:pt x="116990" y="630060"/>
                    <a:pt x="115023" y="643062"/>
                  </a:cubicBezTo>
                  <a:cubicBezTo>
                    <a:pt x="109890" y="675994"/>
                    <a:pt x="122208" y="709612"/>
                    <a:pt x="140770" y="737326"/>
                  </a:cubicBezTo>
                  <a:cubicBezTo>
                    <a:pt x="147699" y="747762"/>
                    <a:pt x="155483" y="757599"/>
                    <a:pt x="161727" y="768463"/>
                  </a:cubicBezTo>
                  <a:cubicBezTo>
                    <a:pt x="173189" y="788564"/>
                    <a:pt x="178750" y="811404"/>
                    <a:pt x="185422" y="837407"/>
                  </a:cubicBezTo>
                  <a:cubicBezTo>
                    <a:pt x="187731" y="847929"/>
                    <a:pt x="186020" y="858878"/>
                    <a:pt x="183968" y="869485"/>
                  </a:cubicBezTo>
                  <a:cubicBezTo>
                    <a:pt x="173788" y="922947"/>
                    <a:pt x="155226" y="974356"/>
                    <a:pt x="136750" y="1025594"/>
                  </a:cubicBezTo>
                  <a:cubicBezTo>
                    <a:pt x="128110" y="1049460"/>
                    <a:pt x="119471" y="1073326"/>
                    <a:pt x="110831" y="1097191"/>
                  </a:cubicBezTo>
                  <a:cubicBezTo>
                    <a:pt x="107495" y="1106429"/>
                    <a:pt x="104074" y="1115839"/>
                    <a:pt x="98000" y="1123537"/>
                  </a:cubicBezTo>
                  <a:cubicBezTo>
                    <a:pt x="93039" y="1129782"/>
                    <a:pt x="86452" y="1134657"/>
                    <a:pt x="80807" y="1140389"/>
                  </a:cubicBezTo>
                  <a:cubicBezTo>
                    <a:pt x="74391" y="1146804"/>
                    <a:pt x="69088" y="1154332"/>
                    <a:pt x="65153" y="1162458"/>
                  </a:cubicBezTo>
                  <a:cubicBezTo>
                    <a:pt x="59507" y="1174177"/>
                    <a:pt x="56428" y="1187692"/>
                    <a:pt x="47019" y="1196759"/>
                  </a:cubicBezTo>
                  <a:cubicBezTo>
                    <a:pt x="41117" y="1202490"/>
                    <a:pt x="32990" y="1205997"/>
                    <a:pt x="28628" y="1212926"/>
                  </a:cubicBezTo>
                  <a:cubicBezTo>
                    <a:pt x="22982" y="1221908"/>
                    <a:pt x="25377" y="1233456"/>
                    <a:pt x="26404" y="1244062"/>
                  </a:cubicBezTo>
                  <a:cubicBezTo>
                    <a:pt x="27943" y="1259887"/>
                    <a:pt x="25891" y="1276140"/>
                    <a:pt x="21186" y="1288714"/>
                  </a:cubicBezTo>
                  <a:cubicBezTo>
                    <a:pt x="20673" y="1293248"/>
                    <a:pt x="19817" y="1297696"/>
                    <a:pt x="19988" y="1301545"/>
                  </a:cubicBezTo>
                  <a:cubicBezTo>
                    <a:pt x="22212" y="1302486"/>
                    <a:pt x="24351" y="1303427"/>
                    <a:pt x="26575" y="1304282"/>
                  </a:cubicBezTo>
                  <a:cubicBezTo>
                    <a:pt x="29483" y="1290083"/>
                    <a:pt x="32990" y="1275969"/>
                    <a:pt x="38550" y="1261769"/>
                  </a:cubicBezTo>
                  <a:cubicBezTo>
                    <a:pt x="47532" y="1278107"/>
                    <a:pt x="48901" y="1298380"/>
                    <a:pt x="42314" y="1315830"/>
                  </a:cubicBezTo>
                  <a:cubicBezTo>
                    <a:pt x="40090" y="1321818"/>
                    <a:pt x="36840" y="1328233"/>
                    <a:pt x="39064" y="1334221"/>
                  </a:cubicBezTo>
                  <a:cubicBezTo>
                    <a:pt x="41288" y="1340466"/>
                    <a:pt x="48302" y="1343374"/>
                    <a:pt x="54632" y="1345170"/>
                  </a:cubicBezTo>
                  <a:cubicBezTo>
                    <a:pt x="67890" y="1348934"/>
                    <a:pt x="81577" y="1350987"/>
                    <a:pt x="95349" y="1351329"/>
                  </a:cubicBezTo>
                  <a:cubicBezTo>
                    <a:pt x="99027" y="1351329"/>
                    <a:pt x="103133" y="1351243"/>
                    <a:pt x="105870" y="1348763"/>
                  </a:cubicBezTo>
                  <a:cubicBezTo>
                    <a:pt x="111344" y="1343887"/>
                    <a:pt x="107581" y="1335077"/>
                    <a:pt x="104501" y="1328490"/>
                  </a:cubicBezTo>
                  <a:cubicBezTo>
                    <a:pt x="92013" y="1301631"/>
                    <a:pt x="96546" y="1270237"/>
                    <a:pt x="101422" y="1240983"/>
                  </a:cubicBezTo>
                  <a:cubicBezTo>
                    <a:pt x="101764" y="1238930"/>
                    <a:pt x="102277" y="1236706"/>
                    <a:pt x="103903" y="1235508"/>
                  </a:cubicBezTo>
                  <a:cubicBezTo>
                    <a:pt x="105357" y="1234482"/>
                    <a:pt x="107324" y="1234568"/>
                    <a:pt x="109120" y="1234739"/>
                  </a:cubicBezTo>
                  <a:cubicBezTo>
                    <a:pt x="114338" y="1235252"/>
                    <a:pt x="119556" y="1236450"/>
                    <a:pt x="124518" y="1238160"/>
                  </a:cubicBezTo>
                  <a:cubicBezTo>
                    <a:pt x="129992" y="1220453"/>
                    <a:pt x="139059" y="1204201"/>
                    <a:pt x="147870" y="1187948"/>
                  </a:cubicBezTo>
                  <a:cubicBezTo>
                    <a:pt x="178065" y="1132262"/>
                    <a:pt x="205524" y="1075036"/>
                    <a:pt x="230587" y="1017981"/>
                  </a:cubicBezTo>
                  <a:cubicBezTo>
                    <a:pt x="236574" y="1054421"/>
                    <a:pt x="244530" y="1090519"/>
                    <a:pt x="254452" y="1126103"/>
                  </a:cubicBezTo>
                  <a:cubicBezTo>
                    <a:pt x="261124" y="1150055"/>
                    <a:pt x="268652" y="1173835"/>
                    <a:pt x="279686" y="1196075"/>
                  </a:cubicBezTo>
                  <a:cubicBezTo>
                    <a:pt x="288925" y="1214722"/>
                    <a:pt x="300815" y="1233028"/>
                    <a:pt x="300900" y="1252616"/>
                  </a:cubicBezTo>
                  <a:cubicBezTo>
                    <a:pt x="303210" y="1256466"/>
                    <a:pt x="309711" y="1255183"/>
                    <a:pt x="312448" y="1258690"/>
                  </a:cubicBezTo>
                  <a:cubicBezTo>
                    <a:pt x="313389" y="1259973"/>
                    <a:pt x="313645" y="1261598"/>
                    <a:pt x="313902" y="1263138"/>
                  </a:cubicBezTo>
                  <a:cubicBezTo>
                    <a:pt x="314586" y="1267928"/>
                    <a:pt x="315100" y="1273317"/>
                    <a:pt x="312106" y="1277081"/>
                  </a:cubicBezTo>
                  <a:cubicBezTo>
                    <a:pt x="310737" y="1278791"/>
                    <a:pt x="308855" y="1279903"/>
                    <a:pt x="307658" y="1281700"/>
                  </a:cubicBezTo>
                  <a:cubicBezTo>
                    <a:pt x="305519" y="1284950"/>
                    <a:pt x="306203" y="1289313"/>
                    <a:pt x="307829" y="1292820"/>
                  </a:cubicBezTo>
                  <a:cubicBezTo>
                    <a:pt x="309454" y="1296327"/>
                    <a:pt x="311849" y="1299492"/>
                    <a:pt x="313132" y="1303170"/>
                  </a:cubicBezTo>
                  <a:cubicBezTo>
                    <a:pt x="314586" y="1307618"/>
                    <a:pt x="314330" y="1312408"/>
                    <a:pt x="313988" y="1317113"/>
                  </a:cubicBezTo>
                  <a:cubicBezTo>
                    <a:pt x="312533" y="1337899"/>
                    <a:pt x="311165" y="1358685"/>
                    <a:pt x="309711" y="1379472"/>
                  </a:cubicBezTo>
                  <a:lnTo>
                    <a:pt x="319205" y="1378103"/>
                  </a:lnTo>
                  <a:cubicBezTo>
                    <a:pt x="319205" y="1378103"/>
                    <a:pt x="324595" y="1323101"/>
                    <a:pt x="325792" y="1323101"/>
                  </a:cubicBezTo>
                  <a:cubicBezTo>
                    <a:pt x="332806" y="1334991"/>
                    <a:pt x="336912" y="1348506"/>
                    <a:pt x="337682" y="1362278"/>
                  </a:cubicBezTo>
                  <a:cubicBezTo>
                    <a:pt x="338110" y="1369378"/>
                    <a:pt x="337853" y="1377247"/>
                    <a:pt x="342729" y="1382465"/>
                  </a:cubicBezTo>
                  <a:cubicBezTo>
                    <a:pt x="345894" y="1385801"/>
                    <a:pt x="350513" y="1387255"/>
                    <a:pt x="354961" y="1388453"/>
                  </a:cubicBezTo>
                  <a:cubicBezTo>
                    <a:pt x="378912" y="1394526"/>
                    <a:pt x="403890" y="1396237"/>
                    <a:pt x="428439" y="1393243"/>
                  </a:cubicBezTo>
                  <a:cubicBezTo>
                    <a:pt x="430236" y="1393072"/>
                    <a:pt x="432032" y="1392730"/>
                    <a:pt x="433401" y="1391618"/>
                  </a:cubicBezTo>
                  <a:cubicBezTo>
                    <a:pt x="434769" y="1390421"/>
                    <a:pt x="435197" y="1388453"/>
                    <a:pt x="435625" y="1386657"/>
                  </a:cubicBezTo>
                  <a:cubicBezTo>
                    <a:pt x="437164" y="1379728"/>
                    <a:pt x="438105" y="1371174"/>
                    <a:pt x="432374" y="1366983"/>
                  </a:cubicBezTo>
                  <a:cubicBezTo>
                    <a:pt x="428867" y="1364417"/>
                    <a:pt x="424077" y="1364673"/>
                    <a:pt x="419886" y="1363647"/>
                  </a:cubicBezTo>
                  <a:cubicBezTo>
                    <a:pt x="409621" y="1361252"/>
                    <a:pt x="402692" y="1351415"/>
                    <a:pt x="399613" y="1341406"/>
                  </a:cubicBezTo>
                  <a:cubicBezTo>
                    <a:pt x="396533" y="1331313"/>
                    <a:pt x="396448" y="1320620"/>
                    <a:pt x="394651" y="1310270"/>
                  </a:cubicBezTo>
                  <a:cubicBezTo>
                    <a:pt x="392000" y="1295472"/>
                    <a:pt x="385841" y="1281529"/>
                    <a:pt x="379340" y="1267928"/>
                  </a:cubicBezTo>
                  <a:cubicBezTo>
                    <a:pt x="378228" y="1265619"/>
                    <a:pt x="377116" y="1263309"/>
                    <a:pt x="376688" y="1260828"/>
                  </a:cubicBezTo>
                  <a:cubicBezTo>
                    <a:pt x="376260" y="1258262"/>
                    <a:pt x="376431" y="1255610"/>
                    <a:pt x="376603" y="1253044"/>
                  </a:cubicBezTo>
                  <a:cubicBezTo>
                    <a:pt x="377116" y="1241838"/>
                    <a:pt x="376004" y="1230633"/>
                    <a:pt x="373267" y="1219769"/>
                  </a:cubicBezTo>
                  <a:cubicBezTo>
                    <a:pt x="372240" y="1215578"/>
                    <a:pt x="370871" y="1211386"/>
                    <a:pt x="368220" y="1207965"/>
                  </a:cubicBezTo>
                  <a:cubicBezTo>
                    <a:pt x="365739" y="1204629"/>
                    <a:pt x="362232" y="1202234"/>
                    <a:pt x="359495" y="1199069"/>
                  </a:cubicBezTo>
                  <a:cubicBezTo>
                    <a:pt x="354448" y="1193252"/>
                    <a:pt x="352480" y="1185553"/>
                    <a:pt x="350598" y="1178111"/>
                  </a:cubicBezTo>
                  <a:cubicBezTo>
                    <a:pt x="343926" y="1151338"/>
                    <a:pt x="337169" y="1124478"/>
                    <a:pt x="330411" y="1097704"/>
                  </a:cubicBezTo>
                  <a:cubicBezTo>
                    <a:pt x="329042" y="1092230"/>
                    <a:pt x="327674" y="1086499"/>
                    <a:pt x="331095" y="1078458"/>
                  </a:cubicBezTo>
                  <a:cubicBezTo>
                    <a:pt x="324423" y="1023199"/>
                    <a:pt x="318949" y="967684"/>
                    <a:pt x="314843" y="912169"/>
                  </a:cubicBezTo>
                  <a:cubicBezTo>
                    <a:pt x="314073" y="901391"/>
                    <a:pt x="313303" y="890528"/>
                    <a:pt x="311079" y="879921"/>
                  </a:cubicBezTo>
                  <a:cubicBezTo>
                    <a:pt x="309796" y="873762"/>
                    <a:pt x="308085" y="867688"/>
                    <a:pt x="307401" y="861359"/>
                  </a:cubicBezTo>
                  <a:cubicBezTo>
                    <a:pt x="306375" y="850752"/>
                    <a:pt x="308428" y="840059"/>
                    <a:pt x="310737" y="829624"/>
                  </a:cubicBezTo>
                  <a:cubicBezTo>
                    <a:pt x="315356" y="808495"/>
                    <a:pt x="320574" y="787624"/>
                    <a:pt x="325279" y="766495"/>
                  </a:cubicBezTo>
                  <a:cubicBezTo>
                    <a:pt x="329641" y="726891"/>
                    <a:pt x="339992" y="687885"/>
                    <a:pt x="340505" y="648023"/>
                  </a:cubicBezTo>
                  <a:cubicBezTo>
                    <a:pt x="340590" y="637758"/>
                    <a:pt x="340077" y="627494"/>
                    <a:pt x="340077" y="617314"/>
                  </a:cubicBezTo>
                  <a:cubicBezTo>
                    <a:pt x="340077" y="605595"/>
                    <a:pt x="340676" y="593962"/>
                    <a:pt x="339821" y="582329"/>
                  </a:cubicBezTo>
                  <a:cubicBezTo>
                    <a:pt x="339222" y="573689"/>
                    <a:pt x="337853" y="565135"/>
                    <a:pt x="336912" y="556581"/>
                  </a:cubicBezTo>
                  <a:cubicBezTo>
                    <a:pt x="335116" y="540158"/>
                    <a:pt x="334859" y="523649"/>
                    <a:pt x="333662" y="504402"/>
                  </a:cubicBezTo>
                  <a:cubicBezTo>
                    <a:pt x="329128" y="490972"/>
                    <a:pt x="330497" y="476431"/>
                    <a:pt x="332036" y="462402"/>
                  </a:cubicBezTo>
                  <a:cubicBezTo>
                    <a:pt x="333747" y="446492"/>
                    <a:pt x="335800" y="430667"/>
                    <a:pt x="339906" y="416467"/>
                  </a:cubicBezTo>
                  <a:cubicBezTo>
                    <a:pt x="339821" y="412875"/>
                    <a:pt x="339735" y="409197"/>
                    <a:pt x="339735" y="405604"/>
                  </a:cubicBezTo>
                  <a:cubicBezTo>
                    <a:pt x="345295" y="424166"/>
                    <a:pt x="350855" y="442643"/>
                    <a:pt x="356415" y="461205"/>
                  </a:cubicBezTo>
                  <a:cubicBezTo>
                    <a:pt x="358639" y="468561"/>
                    <a:pt x="360778" y="475918"/>
                    <a:pt x="362061" y="483531"/>
                  </a:cubicBezTo>
                  <a:cubicBezTo>
                    <a:pt x="363002" y="489091"/>
                    <a:pt x="363429" y="494822"/>
                    <a:pt x="365311" y="500211"/>
                  </a:cubicBezTo>
                  <a:cubicBezTo>
                    <a:pt x="367792" y="507311"/>
                    <a:pt x="372582" y="513384"/>
                    <a:pt x="377372" y="519286"/>
                  </a:cubicBezTo>
                  <a:cubicBezTo>
                    <a:pt x="383617" y="527070"/>
                    <a:pt x="389861" y="534854"/>
                    <a:pt x="396106" y="542724"/>
                  </a:cubicBezTo>
                  <a:cubicBezTo>
                    <a:pt x="401751" y="549738"/>
                    <a:pt x="407397" y="556838"/>
                    <a:pt x="413556" y="563424"/>
                  </a:cubicBezTo>
                  <a:cubicBezTo>
                    <a:pt x="419372" y="569669"/>
                    <a:pt x="425617" y="575486"/>
                    <a:pt x="431519" y="581644"/>
                  </a:cubicBezTo>
                  <a:cubicBezTo>
                    <a:pt x="441698" y="592337"/>
                    <a:pt x="450680" y="604056"/>
                    <a:pt x="459661" y="615775"/>
                  </a:cubicBezTo>
                  <a:cubicBezTo>
                    <a:pt x="463340" y="620565"/>
                    <a:pt x="467018" y="625355"/>
                    <a:pt x="469413" y="631001"/>
                  </a:cubicBezTo>
                  <a:cubicBezTo>
                    <a:pt x="474545" y="643318"/>
                    <a:pt x="473262" y="659571"/>
                    <a:pt x="484297" y="668723"/>
                  </a:cubicBezTo>
                  <a:cubicBezTo>
                    <a:pt x="485836" y="671803"/>
                    <a:pt x="487462" y="674882"/>
                    <a:pt x="489001" y="677962"/>
                  </a:cubicBezTo>
                  <a:cubicBezTo>
                    <a:pt x="483612" y="677962"/>
                    <a:pt x="478223" y="678304"/>
                    <a:pt x="472835" y="678903"/>
                  </a:cubicBezTo>
                  <a:cubicBezTo>
                    <a:pt x="473946" y="722528"/>
                    <a:pt x="464195" y="766239"/>
                    <a:pt x="469584" y="808495"/>
                  </a:cubicBezTo>
                  <a:cubicBezTo>
                    <a:pt x="469926" y="810890"/>
                    <a:pt x="470183" y="813285"/>
                    <a:pt x="470525" y="815681"/>
                  </a:cubicBezTo>
                  <a:cubicBezTo>
                    <a:pt x="495502" y="819102"/>
                    <a:pt x="520651" y="821583"/>
                    <a:pt x="545885" y="823037"/>
                  </a:cubicBezTo>
                  <a:cubicBezTo>
                    <a:pt x="553669" y="823465"/>
                    <a:pt x="561624" y="823892"/>
                    <a:pt x="568468" y="827742"/>
                  </a:cubicBezTo>
                  <a:cubicBezTo>
                    <a:pt x="570093" y="832532"/>
                    <a:pt x="577620" y="832532"/>
                    <a:pt x="581127" y="828853"/>
                  </a:cubicBezTo>
                  <a:cubicBezTo>
                    <a:pt x="584635" y="825090"/>
                    <a:pt x="585148" y="819615"/>
                    <a:pt x="585490" y="814483"/>
                  </a:cubicBezTo>
                  <a:cubicBezTo>
                    <a:pt x="587800" y="780267"/>
                    <a:pt x="590195" y="745966"/>
                    <a:pt x="588313" y="711664"/>
                  </a:cubicBezTo>
                  <a:cubicBezTo>
                    <a:pt x="587885" y="703880"/>
                    <a:pt x="586773" y="695155"/>
                    <a:pt x="580529" y="690451"/>
                  </a:cubicBezTo>
                  <a:lnTo>
                    <a:pt x="580529" y="690451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6C54992-96F7-E49A-1B8C-A7245FD8EAC2}"/>
                </a:ext>
              </a:extLst>
            </p:cNvPr>
            <p:cNvSpPr/>
            <p:nvPr/>
          </p:nvSpPr>
          <p:spPr>
            <a:xfrm>
              <a:off x="17985276" y="1530960"/>
              <a:ext cx="352802" cy="1394330"/>
            </a:xfrm>
            <a:custGeom>
              <a:avLst/>
              <a:gdLst>
                <a:gd name="connsiteX0" fmla="*/ 208728 w 352802"/>
                <a:gd name="connsiteY0" fmla="*/ 300869 h 1394330"/>
                <a:gd name="connsiteX1" fmla="*/ 169123 w 352802"/>
                <a:gd name="connsiteY1" fmla="*/ 411044 h 1394330"/>
                <a:gd name="connsiteX2" fmla="*/ 153469 w 352802"/>
                <a:gd name="connsiteY2" fmla="*/ 388890 h 1394330"/>
                <a:gd name="connsiteX3" fmla="*/ 131485 w 352802"/>
                <a:gd name="connsiteY3" fmla="*/ 345436 h 1394330"/>
                <a:gd name="connsiteX4" fmla="*/ 120023 w 352802"/>
                <a:gd name="connsiteY4" fmla="*/ 319603 h 1394330"/>
                <a:gd name="connsiteX5" fmla="*/ 108133 w 352802"/>
                <a:gd name="connsiteY5" fmla="*/ 255534 h 1394330"/>
                <a:gd name="connsiteX6" fmla="*/ 101718 w 352802"/>
                <a:gd name="connsiteY6" fmla="*/ 237143 h 1394330"/>
                <a:gd name="connsiteX7" fmla="*/ 96927 w 352802"/>
                <a:gd name="connsiteY7" fmla="*/ 213362 h 1394330"/>
                <a:gd name="connsiteX8" fmla="*/ 121990 w 352802"/>
                <a:gd name="connsiteY8" fmla="*/ 177949 h 1394330"/>
                <a:gd name="connsiteX9" fmla="*/ 123188 w 352802"/>
                <a:gd name="connsiteY9" fmla="*/ 213106 h 1394330"/>
                <a:gd name="connsiteX10" fmla="*/ 133367 w 352802"/>
                <a:gd name="connsiteY10" fmla="*/ 225252 h 1394330"/>
                <a:gd name="connsiteX11" fmla="*/ 141579 w 352802"/>
                <a:gd name="connsiteY11" fmla="*/ 232609 h 1394330"/>
                <a:gd name="connsiteX12" fmla="*/ 162878 w 352802"/>
                <a:gd name="connsiteY12" fmla="*/ 262804 h 1394330"/>
                <a:gd name="connsiteX13" fmla="*/ 177591 w 352802"/>
                <a:gd name="connsiteY13" fmla="*/ 242703 h 1394330"/>
                <a:gd name="connsiteX14" fmla="*/ 176992 w 352802"/>
                <a:gd name="connsiteY14" fmla="*/ 236373 h 1394330"/>
                <a:gd name="connsiteX15" fmla="*/ 173314 w 352802"/>
                <a:gd name="connsiteY15" fmla="*/ 230984 h 1394330"/>
                <a:gd name="connsiteX16" fmla="*/ 173143 w 352802"/>
                <a:gd name="connsiteY16" fmla="*/ 211310 h 1394330"/>
                <a:gd name="connsiteX17" fmla="*/ 184263 w 352802"/>
                <a:gd name="connsiteY17" fmla="*/ 194202 h 1394330"/>
                <a:gd name="connsiteX18" fmla="*/ 196324 w 352802"/>
                <a:gd name="connsiteY18" fmla="*/ 175383 h 1394330"/>
                <a:gd name="connsiteX19" fmla="*/ 211037 w 352802"/>
                <a:gd name="connsiteY19" fmla="*/ 198564 h 1394330"/>
                <a:gd name="connsiteX20" fmla="*/ 214459 w 352802"/>
                <a:gd name="connsiteY20" fmla="*/ 201644 h 1394330"/>
                <a:gd name="connsiteX21" fmla="*/ 208813 w 352802"/>
                <a:gd name="connsiteY21" fmla="*/ 300698 h 1394330"/>
                <a:gd name="connsiteX22" fmla="*/ 208813 w 352802"/>
                <a:gd name="connsiteY22" fmla="*/ 300698 h 1394330"/>
                <a:gd name="connsiteX23" fmla="*/ 349953 w 352802"/>
                <a:gd name="connsiteY23" fmla="*/ 551757 h 1394330"/>
                <a:gd name="connsiteX24" fmla="*/ 350381 w 352802"/>
                <a:gd name="connsiteY24" fmla="*/ 482812 h 1394330"/>
                <a:gd name="connsiteX25" fmla="*/ 352434 w 352802"/>
                <a:gd name="connsiteY25" fmla="*/ 467415 h 1394330"/>
                <a:gd name="connsiteX26" fmla="*/ 346275 w 352802"/>
                <a:gd name="connsiteY26" fmla="*/ 449109 h 1394330"/>
                <a:gd name="connsiteX27" fmla="*/ 340202 w 352802"/>
                <a:gd name="connsiteY27" fmla="*/ 389317 h 1394330"/>
                <a:gd name="connsiteX28" fmla="*/ 340116 w 352802"/>
                <a:gd name="connsiteY28" fmla="*/ 371953 h 1394330"/>
                <a:gd name="connsiteX29" fmla="*/ 332846 w 352802"/>
                <a:gd name="connsiteY29" fmla="*/ 340560 h 1394330"/>
                <a:gd name="connsiteX30" fmla="*/ 333872 w 352802"/>
                <a:gd name="connsiteY30" fmla="*/ 326617 h 1394330"/>
                <a:gd name="connsiteX31" fmla="*/ 328055 w 352802"/>
                <a:gd name="connsiteY31" fmla="*/ 293000 h 1394330"/>
                <a:gd name="connsiteX32" fmla="*/ 328055 w 352802"/>
                <a:gd name="connsiteY32" fmla="*/ 264173 h 1394330"/>
                <a:gd name="connsiteX33" fmla="*/ 319501 w 352802"/>
                <a:gd name="connsiteY33" fmla="*/ 234918 h 1394330"/>
                <a:gd name="connsiteX34" fmla="*/ 313171 w 352802"/>
                <a:gd name="connsiteY34" fmla="*/ 225595 h 1394330"/>
                <a:gd name="connsiteX35" fmla="*/ 305729 w 352802"/>
                <a:gd name="connsiteY35" fmla="*/ 226108 h 1394330"/>
                <a:gd name="connsiteX36" fmla="*/ 304617 w 352802"/>
                <a:gd name="connsiteY36" fmla="*/ 221061 h 1394330"/>
                <a:gd name="connsiteX37" fmla="*/ 300084 w 352802"/>
                <a:gd name="connsiteY37" fmla="*/ 218067 h 1394330"/>
                <a:gd name="connsiteX38" fmla="*/ 247734 w 352802"/>
                <a:gd name="connsiteY38" fmla="*/ 199676 h 1394330"/>
                <a:gd name="connsiteX39" fmla="*/ 236015 w 352802"/>
                <a:gd name="connsiteY39" fmla="*/ 121493 h 1394330"/>
                <a:gd name="connsiteX40" fmla="*/ 229257 w 352802"/>
                <a:gd name="connsiteY40" fmla="*/ 107978 h 1394330"/>
                <a:gd name="connsiteX41" fmla="*/ 223184 w 352802"/>
                <a:gd name="connsiteY41" fmla="*/ 79151 h 1394330"/>
                <a:gd name="connsiteX42" fmla="*/ 209241 w 352802"/>
                <a:gd name="connsiteY42" fmla="*/ 41342 h 1394330"/>
                <a:gd name="connsiteX43" fmla="*/ 203424 w 352802"/>
                <a:gd name="connsiteY43" fmla="*/ 31505 h 1394330"/>
                <a:gd name="connsiteX44" fmla="*/ 196153 w 352802"/>
                <a:gd name="connsiteY44" fmla="*/ 19359 h 1394330"/>
                <a:gd name="connsiteX45" fmla="*/ 158003 w 352802"/>
                <a:gd name="connsiteY45" fmla="*/ 1909 h 1394330"/>
                <a:gd name="connsiteX46" fmla="*/ 147738 w 352802"/>
                <a:gd name="connsiteY46" fmla="*/ 27 h 1394330"/>
                <a:gd name="connsiteX47" fmla="*/ 133624 w 352802"/>
                <a:gd name="connsiteY47" fmla="*/ 626 h 1394330"/>
                <a:gd name="connsiteX48" fmla="*/ 123444 w 352802"/>
                <a:gd name="connsiteY48" fmla="*/ 2679 h 1394330"/>
                <a:gd name="connsiteX49" fmla="*/ 107962 w 352802"/>
                <a:gd name="connsiteY49" fmla="*/ 12858 h 1394330"/>
                <a:gd name="connsiteX50" fmla="*/ 75029 w 352802"/>
                <a:gd name="connsiteY50" fmla="*/ 96943 h 1394330"/>
                <a:gd name="connsiteX51" fmla="*/ 34398 w 352802"/>
                <a:gd name="connsiteY51" fmla="*/ 165546 h 1394330"/>
                <a:gd name="connsiteX52" fmla="*/ 51078 w 352802"/>
                <a:gd name="connsiteY52" fmla="*/ 159815 h 1394330"/>
                <a:gd name="connsiteX53" fmla="*/ 60060 w 352802"/>
                <a:gd name="connsiteY53" fmla="*/ 154340 h 1394330"/>
                <a:gd name="connsiteX54" fmla="*/ 1037 w 352802"/>
                <a:gd name="connsiteY54" fmla="*/ 262975 h 1394330"/>
                <a:gd name="connsiteX55" fmla="*/ 14809 w 352802"/>
                <a:gd name="connsiteY55" fmla="*/ 256389 h 1394330"/>
                <a:gd name="connsiteX56" fmla="*/ 15750 w 352802"/>
                <a:gd name="connsiteY56" fmla="*/ 284788 h 1394330"/>
                <a:gd name="connsiteX57" fmla="*/ 15152 w 352802"/>
                <a:gd name="connsiteY57" fmla="*/ 322083 h 1394330"/>
                <a:gd name="connsiteX58" fmla="*/ 14125 w 352802"/>
                <a:gd name="connsiteY58" fmla="*/ 339790 h 1394330"/>
                <a:gd name="connsiteX59" fmla="*/ 15237 w 352802"/>
                <a:gd name="connsiteY59" fmla="*/ 378454 h 1394330"/>
                <a:gd name="connsiteX60" fmla="*/ 15494 w 352802"/>
                <a:gd name="connsiteY60" fmla="*/ 434739 h 1394330"/>
                <a:gd name="connsiteX61" fmla="*/ 14296 w 352802"/>
                <a:gd name="connsiteY61" fmla="*/ 464336 h 1394330"/>
                <a:gd name="connsiteX62" fmla="*/ 9164 w 352802"/>
                <a:gd name="connsiteY62" fmla="*/ 493504 h 1394330"/>
                <a:gd name="connsiteX63" fmla="*/ 7710 w 352802"/>
                <a:gd name="connsiteY63" fmla="*/ 525411 h 1394330"/>
                <a:gd name="connsiteX64" fmla="*/ 610 w 352802"/>
                <a:gd name="connsiteY64" fmla="*/ 650726 h 1394330"/>
                <a:gd name="connsiteX65" fmla="*/ 1380 w 352802"/>
                <a:gd name="connsiteY65" fmla="*/ 665867 h 1394330"/>
                <a:gd name="connsiteX66" fmla="*/ 4545 w 352802"/>
                <a:gd name="connsiteY66" fmla="*/ 671683 h 1394330"/>
                <a:gd name="connsiteX67" fmla="*/ 6341 w 352802"/>
                <a:gd name="connsiteY67" fmla="*/ 684001 h 1394330"/>
                <a:gd name="connsiteX68" fmla="*/ 1209 w 352802"/>
                <a:gd name="connsiteY68" fmla="*/ 735068 h 1394330"/>
                <a:gd name="connsiteX69" fmla="*/ 20883 w 352802"/>
                <a:gd name="connsiteY69" fmla="*/ 780147 h 1394330"/>
                <a:gd name="connsiteX70" fmla="*/ 42866 w 352802"/>
                <a:gd name="connsiteY70" fmla="*/ 787333 h 1394330"/>
                <a:gd name="connsiteX71" fmla="*/ 48427 w 352802"/>
                <a:gd name="connsiteY71" fmla="*/ 789214 h 1394330"/>
                <a:gd name="connsiteX72" fmla="*/ 51078 w 352802"/>
                <a:gd name="connsiteY72" fmla="*/ 794689 h 1394330"/>
                <a:gd name="connsiteX73" fmla="*/ 59119 w 352802"/>
                <a:gd name="connsiteY73" fmla="*/ 834551 h 1394330"/>
                <a:gd name="connsiteX74" fmla="*/ 61685 w 352802"/>
                <a:gd name="connsiteY74" fmla="*/ 946009 h 1394330"/>
                <a:gd name="connsiteX75" fmla="*/ 62455 w 352802"/>
                <a:gd name="connsiteY75" fmla="*/ 975947 h 1394330"/>
                <a:gd name="connsiteX76" fmla="*/ 68614 w 352802"/>
                <a:gd name="connsiteY76" fmla="*/ 995279 h 1394330"/>
                <a:gd name="connsiteX77" fmla="*/ 69383 w 352802"/>
                <a:gd name="connsiteY77" fmla="*/ 1014868 h 1394330"/>
                <a:gd name="connsiteX78" fmla="*/ 71608 w 352802"/>
                <a:gd name="connsiteY78" fmla="*/ 1043181 h 1394330"/>
                <a:gd name="connsiteX79" fmla="*/ 75115 w 352802"/>
                <a:gd name="connsiteY79" fmla="*/ 1073633 h 1394330"/>
                <a:gd name="connsiteX80" fmla="*/ 80589 w 352802"/>
                <a:gd name="connsiteY80" fmla="*/ 1108363 h 1394330"/>
                <a:gd name="connsiteX81" fmla="*/ 87261 w 352802"/>
                <a:gd name="connsiteY81" fmla="*/ 1144974 h 1394330"/>
                <a:gd name="connsiteX82" fmla="*/ 87261 w 352802"/>
                <a:gd name="connsiteY82" fmla="*/ 1326659 h 1394330"/>
                <a:gd name="connsiteX83" fmla="*/ 89058 w 352802"/>
                <a:gd name="connsiteY83" fmla="*/ 1331279 h 1394330"/>
                <a:gd name="connsiteX84" fmla="*/ 93933 w 352802"/>
                <a:gd name="connsiteY84" fmla="*/ 1331621 h 1394330"/>
                <a:gd name="connsiteX85" fmla="*/ 113009 w 352802"/>
                <a:gd name="connsiteY85" fmla="*/ 1327600 h 1394330"/>
                <a:gd name="connsiteX86" fmla="*/ 108732 w 352802"/>
                <a:gd name="connsiteY86" fmla="*/ 1380464 h 1394330"/>
                <a:gd name="connsiteX87" fmla="*/ 110785 w 352802"/>
                <a:gd name="connsiteY87" fmla="*/ 1390301 h 1394330"/>
                <a:gd name="connsiteX88" fmla="*/ 119167 w 352802"/>
                <a:gd name="connsiteY88" fmla="*/ 1392782 h 1394330"/>
                <a:gd name="connsiteX89" fmla="*/ 160654 w 352802"/>
                <a:gd name="connsiteY89" fmla="*/ 1394321 h 1394330"/>
                <a:gd name="connsiteX90" fmla="*/ 167070 w 352802"/>
                <a:gd name="connsiteY90" fmla="*/ 1393380 h 1394330"/>
                <a:gd name="connsiteX91" fmla="*/ 171176 w 352802"/>
                <a:gd name="connsiteY91" fmla="*/ 1382431 h 1394330"/>
                <a:gd name="connsiteX92" fmla="*/ 172116 w 352802"/>
                <a:gd name="connsiteY92" fmla="*/ 1331877 h 1394330"/>
                <a:gd name="connsiteX93" fmla="*/ 174255 w 352802"/>
                <a:gd name="connsiteY93" fmla="*/ 1318191 h 1394330"/>
                <a:gd name="connsiteX94" fmla="*/ 200344 w 352802"/>
                <a:gd name="connsiteY94" fmla="*/ 1295609 h 1394330"/>
                <a:gd name="connsiteX95" fmla="*/ 207444 w 352802"/>
                <a:gd name="connsiteY95" fmla="*/ 1260794 h 1394330"/>
                <a:gd name="connsiteX96" fmla="*/ 206675 w 352802"/>
                <a:gd name="connsiteY96" fmla="*/ 1224440 h 1394330"/>
                <a:gd name="connsiteX97" fmla="*/ 211208 w 352802"/>
                <a:gd name="connsiteY97" fmla="*/ 1212379 h 1394330"/>
                <a:gd name="connsiteX98" fmla="*/ 214544 w 352802"/>
                <a:gd name="connsiteY98" fmla="*/ 1168582 h 1394330"/>
                <a:gd name="connsiteX99" fmla="*/ 209840 w 352802"/>
                <a:gd name="connsiteY99" fmla="*/ 1114436 h 1394330"/>
                <a:gd name="connsiteX100" fmla="*/ 209668 w 352802"/>
                <a:gd name="connsiteY100" fmla="*/ 1104770 h 1394330"/>
                <a:gd name="connsiteX101" fmla="*/ 214287 w 352802"/>
                <a:gd name="connsiteY101" fmla="*/ 1093564 h 1394330"/>
                <a:gd name="connsiteX102" fmla="*/ 227888 w 352802"/>
                <a:gd name="connsiteY102" fmla="*/ 1023422 h 1394330"/>
                <a:gd name="connsiteX103" fmla="*/ 225065 w 352802"/>
                <a:gd name="connsiteY103" fmla="*/ 951312 h 1394330"/>
                <a:gd name="connsiteX104" fmla="*/ 231823 w 352802"/>
                <a:gd name="connsiteY104" fmla="*/ 922827 h 1394330"/>
                <a:gd name="connsiteX105" fmla="*/ 230540 w 352802"/>
                <a:gd name="connsiteY105" fmla="*/ 898791 h 1394330"/>
                <a:gd name="connsiteX106" fmla="*/ 235758 w 352802"/>
                <a:gd name="connsiteY106" fmla="*/ 844815 h 1394330"/>
                <a:gd name="connsiteX107" fmla="*/ 253465 w 352802"/>
                <a:gd name="connsiteY107" fmla="*/ 792978 h 1394330"/>
                <a:gd name="connsiteX108" fmla="*/ 261334 w 352802"/>
                <a:gd name="connsiteY108" fmla="*/ 759190 h 1394330"/>
                <a:gd name="connsiteX109" fmla="*/ 277074 w 352802"/>
                <a:gd name="connsiteY109" fmla="*/ 716506 h 1394330"/>
                <a:gd name="connsiteX110" fmla="*/ 288451 w 352802"/>
                <a:gd name="connsiteY110" fmla="*/ 676901 h 1394330"/>
                <a:gd name="connsiteX111" fmla="*/ 333102 w 352802"/>
                <a:gd name="connsiteY111" fmla="*/ 635500 h 1394330"/>
                <a:gd name="connsiteX112" fmla="*/ 352776 w 352802"/>
                <a:gd name="connsiteY112" fmla="*/ 611207 h 1394330"/>
                <a:gd name="connsiteX113" fmla="*/ 348670 w 352802"/>
                <a:gd name="connsiteY113" fmla="*/ 593415 h 1394330"/>
                <a:gd name="connsiteX114" fmla="*/ 350039 w 352802"/>
                <a:gd name="connsiteY114" fmla="*/ 551842 h 1394330"/>
                <a:gd name="connsiteX115" fmla="*/ 350039 w 352802"/>
                <a:gd name="connsiteY115" fmla="*/ 551842 h 1394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352802" h="1394330">
                  <a:moveTo>
                    <a:pt x="208728" y="300869"/>
                  </a:moveTo>
                  <a:cubicBezTo>
                    <a:pt x="203937" y="340218"/>
                    <a:pt x="195212" y="381191"/>
                    <a:pt x="169123" y="411044"/>
                  </a:cubicBezTo>
                  <a:cubicBezTo>
                    <a:pt x="162280" y="406340"/>
                    <a:pt x="157831" y="397615"/>
                    <a:pt x="153469" y="388890"/>
                  </a:cubicBezTo>
                  <a:cubicBezTo>
                    <a:pt x="146198" y="374433"/>
                    <a:pt x="138841" y="359892"/>
                    <a:pt x="131485" y="345436"/>
                  </a:cubicBezTo>
                  <a:cubicBezTo>
                    <a:pt x="127208" y="336967"/>
                    <a:pt x="122931" y="328584"/>
                    <a:pt x="120023" y="319603"/>
                  </a:cubicBezTo>
                  <a:cubicBezTo>
                    <a:pt x="113180" y="298988"/>
                    <a:pt x="113436" y="276662"/>
                    <a:pt x="108133" y="255534"/>
                  </a:cubicBezTo>
                  <a:cubicBezTo>
                    <a:pt x="105909" y="248263"/>
                    <a:pt x="103770" y="242703"/>
                    <a:pt x="101718" y="237143"/>
                  </a:cubicBezTo>
                  <a:cubicBezTo>
                    <a:pt x="98809" y="229529"/>
                    <a:pt x="95901" y="221318"/>
                    <a:pt x="96927" y="213362"/>
                  </a:cubicBezTo>
                  <a:cubicBezTo>
                    <a:pt x="104626" y="201045"/>
                    <a:pt x="113180" y="189326"/>
                    <a:pt x="121990" y="177949"/>
                  </a:cubicBezTo>
                  <a:cubicBezTo>
                    <a:pt x="123274" y="189326"/>
                    <a:pt x="123701" y="200874"/>
                    <a:pt x="123188" y="213106"/>
                  </a:cubicBezTo>
                  <a:cubicBezTo>
                    <a:pt x="126096" y="217554"/>
                    <a:pt x="129518" y="221574"/>
                    <a:pt x="133367" y="225252"/>
                  </a:cubicBezTo>
                  <a:cubicBezTo>
                    <a:pt x="136019" y="227819"/>
                    <a:pt x="138841" y="230128"/>
                    <a:pt x="141579" y="232609"/>
                  </a:cubicBezTo>
                  <a:cubicBezTo>
                    <a:pt x="150561" y="240992"/>
                    <a:pt x="157660" y="251428"/>
                    <a:pt x="162878" y="262804"/>
                  </a:cubicBezTo>
                  <a:cubicBezTo>
                    <a:pt x="169293" y="256218"/>
                    <a:pt x="174683" y="248519"/>
                    <a:pt x="177591" y="242703"/>
                  </a:cubicBezTo>
                  <a:cubicBezTo>
                    <a:pt x="178618" y="240735"/>
                    <a:pt x="178104" y="238340"/>
                    <a:pt x="176992" y="236373"/>
                  </a:cubicBezTo>
                  <a:cubicBezTo>
                    <a:pt x="175966" y="234491"/>
                    <a:pt x="174426" y="232866"/>
                    <a:pt x="173314" y="230984"/>
                  </a:cubicBezTo>
                  <a:cubicBezTo>
                    <a:pt x="169807" y="225167"/>
                    <a:pt x="170406" y="217554"/>
                    <a:pt x="173143" y="211310"/>
                  </a:cubicBezTo>
                  <a:cubicBezTo>
                    <a:pt x="175795" y="205065"/>
                    <a:pt x="180328" y="199762"/>
                    <a:pt x="184263" y="194202"/>
                  </a:cubicBezTo>
                  <a:cubicBezTo>
                    <a:pt x="188711" y="188043"/>
                    <a:pt x="192732" y="181627"/>
                    <a:pt x="196324" y="175383"/>
                  </a:cubicBezTo>
                  <a:cubicBezTo>
                    <a:pt x="198634" y="184365"/>
                    <a:pt x="204964" y="191635"/>
                    <a:pt x="211037" y="198564"/>
                  </a:cubicBezTo>
                  <a:cubicBezTo>
                    <a:pt x="212235" y="199933"/>
                    <a:pt x="213432" y="201301"/>
                    <a:pt x="214459" y="201644"/>
                  </a:cubicBezTo>
                  <a:cubicBezTo>
                    <a:pt x="214715" y="234747"/>
                    <a:pt x="212833" y="267851"/>
                    <a:pt x="208813" y="300698"/>
                  </a:cubicBezTo>
                  <a:lnTo>
                    <a:pt x="208813" y="300698"/>
                  </a:lnTo>
                  <a:close/>
                  <a:moveTo>
                    <a:pt x="349953" y="551757"/>
                  </a:moveTo>
                  <a:cubicBezTo>
                    <a:pt x="351579" y="528747"/>
                    <a:pt x="345334" y="505309"/>
                    <a:pt x="350381" y="482812"/>
                  </a:cubicBezTo>
                  <a:cubicBezTo>
                    <a:pt x="351579" y="477680"/>
                    <a:pt x="353289" y="472547"/>
                    <a:pt x="352434" y="467415"/>
                  </a:cubicBezTo>
                  <a:cubicBezTo>
                    <a:pt x="351236" y="460828"/>
                    <a:pt x="345933" y="454926"/>
                    <a:pt x="346275" y="449109"/>
                  </a:cubicBezTo>
                  <a:cubicBezTo>
                    <a:pt x="345847" y="429093"/>
                    <a:pt x="339945" y="409334"/>
                    <a:pt x="340202" y="389317"/>
                  </a:cubicBezTo>
                  <a:cubicBezTo>
                    <a:pt x="340202" y="383501"/>
                    <a:pt x="340886" y="377684"/>
                    <a:pt x="340116" y="371953"/>
                  </a:cubicBezTo>
                  <a:cubicBezTo>
                    <a:pt x="338833" y="361260"/>
                    <a:pt x="333102" y="351338"/>
                    <a:pt x="332846" y="340560"/>
                  </a:cubicBezTo>
                  <a:cubicBezTo>
                    <a:pt x="332760" y="335941"/>
                    <a:pt x="333701" y="331322"/>
                    <a:pt x="333872" y="326617"/>
                  </a:cubicBezTo>
                  <a:cubicBezTo>
                    <a:pt x="334128" y="315240"/>
                    <a:pt x="329167" y="304377"/>
                    <a:pt x="328055" y="293000"/>
                  </a:cubicBezTo>
                  <a:cubicBezTo>
                    <a:pt x="327114" y="283419"/>
                    <a:pt x="328911" y="273753"/>
                    <a:pt x="328055" y="264173"/>
                  </a:cubicBezTo>
                  <a:cubicBezTo>
                    <a:pt x="327114" y="253994"/>
                    <a:pt x="323265" y="244413"/>
                    <a:pt x="319501" y="234918"/>
                  </a:cubicBezTo>
                  <a:cubicBezTo>
                    <a:pt x="318132" y="231411"/>
                    <a:pt x="316507" y="227562"/>
                    <a:pt x="313171" y="225595"/>
                  </a:cubicBezTo>
                  <a:cubicBezTo>
                    <a:pt x="311289" y="224397"/>
                    <a:pt x="308809" y="224055"/>
                    <a:pt x="305729" y="226108"/>
                  </a:cubicBezTo>
                  <a:cubicBezTo>
                    <a:pt x="306499" y="224397"/>
                    <a:pt x="305815" y="222430"/>
                    <a:pt x="304617" y="221061"/>
                  </a:cubicBezTo>
                  <a:cubicBezTo>
                    <a:pt x="303420" y="219692"/>
                    <a:pt x="301709" y="218837"/>
                    <a:pt x="300084" y="218067"/>
                  </a:cubicBezTo>
                  <a:cubicBezTo>
                    <a:pt x="283403" y="210112"/>
                    <a:pt x="265954" y="204124"/>
                    <a:pt x="247734" y="199676"/>
                  </a:cubicBezTo>
                  <a:cubicBezTo>
                    <a:pt x="252524" y="173330"/>
                    <a:pt x="248332" y="145359"/>
                    <a:pt x="236015" y="121493"/>
                  </a:cubicBezTo>
                  <a:cubicBezTo>
                    <a:pt x="233705" y="117045"/>
                    <a:pt x="231139" y="112683"/>
                    <a:pt x="229257" y="107978"/>
                  </a:cubicBezTo>
                  <a:cubicBezTo>
                    <a:pt x="225664" y="98825"/>
                    <a:pt x="224980" y="88817"/>
                    <a:pt x="223184" y="79151"/>
                  </a:cubicBezTo>
                  <a:cubicBezTo>
                    <a:pt x="220788" y="65550"/>
                    <a:pt x="216170" y="52377"/>
                    <a:pt x="209241" y="41342"/>
                  </a:cubicBezTo>
                  <a:cubicBezTo>
                    <a:pt x="208642" y="37493"/>
                    <a:pt x="205733" y="34670"/>
                    <a:pt x="203424" y="31505"/>
                  </a:cubicBezTo>
                  <a:cubicBezTo>
                    <a:pt x="200601" y="27656"/>
                    <a:pt x="198719" y="23294"/>
                    <a:pt x="196153" y="19359"/>
                  </a:cubicBezTo>
                  <a:cubicBezTo>
                    <a:pt x="188112" y="7041"/>
                    <a:pt x="173057" y="-743"/>
                    <a:pt x="158003" y="1909"/>
                  </a:cubicBezTo>
                  <a:cubicBezTo>
                    <a:pt x="155094" y="-59"/>
                    <a:pt x="151245" y="-59"/>
                    <a:pt x="147738" y="27"/>
                  </a:cubicBezTo>
                  <a:cubicBezTo>
                    <a:pt x="143033" y="112"/>
                    <a:pt x="138328" y="198"/>
                    <a:pt x="133624" y="626"/>
                  </a:cubicBezTo>
                  <a:cubicBezTo>
                    <a:pt x="130202" y="968"/>
                    <a:pt x="126695" y="1396"/>
                    <a:pt x="123444" y="2679"/>
                  </a:cubicBezTo>
                  <a:cubicBezTo>
                    <a:pt x="117885" y="4817"/>
                    <a:pt x="113265" y="8923"/>
                    <a:pt x="107962" y="12858"/>
                  </a:cubicBezTo>
                  <a:cubicBezTo>
                    <a:pt x="92223" y="38776"/>
                    <a:pt x="81872" y="66919"/>
                    <a:pt x="75029" y="96943"/>
                  </a:cubicBezTo>
                  <a:cubicBezTo>
                    <a:pt x="69127" y="122862"/>
                    <a:pt x="54671" y="146813"/>
                    <a:pt x="34398" y="165546"/>
                  </a:cubicBezTo>
                  <a:cubicBezTo>
                    <a:pt x="40129" y="164092"/>
                    <a:pt x="45689" y="162210"/>
                    <a:pt x="51078" y="159815"/>
                  </a:cubicBezTo>
                  <a:cubicBezTo>
                    <a:pt x="54671" y="158190"/>
                    <a:pt x="58349" y="156222"/>
                    <a:pt x="60060" y="154340"/>
                  </a:cubicBezTo>
                  <a:cubicBezTo>
                    <a:pt x="52275" y="194972"/>
                    <a:pt x="31661" y="232951"/>
                    <a:pt x="1037" y="262975"/>
                  </a:cubicBezTo>
                  <a:cubicBezTo>
                    <a:pt x="6255" y="262804"/>
                    <a:pt x="11388" y="260409"/>
                    <a:pt x="14809" y="256389"/>
                  </a:cubicBezTo>
                  <a:cubicBezTo>
                    <a:pt x="13355" y="265798"/>
                    <a:pt x="14980" y="275293"/>
                    <a:pt x="15750" y="284788"/>
                  </a:cubicBezTo>
                  <a:cubicBezTo>
                    <a:pt x="16691" y="297191"/>
                    <a:pt x="16264" y="309680"/>
                    <a:pt x="15152" y="322083"/>
                  </a:cubicBezTo>
                  <a:cubicBezTo>
                    <a:pt x="14638" y="327986"/>
                    <a:pt x="14125" y="333888"/>
                    <a:pt x="14125" y="339790"/>
                  </a:cubicBezTo>
                  <a:cubicBezTo>
                    <a:pt x="14125" y="352364"/>
                    <a:pt x="16948" y="364939"/>
                    <a:pt x="15237" y="378454"/>
                  </a:cubicBezTo>
                  <a:cubicBezTo>
                    <a:pt x="15322" y="397187"/>
                    <a:pt x="15408" y="416006"/>
                    <a:pt x="15494" y="434739"/>
                  </a:cubicBezTo>
                  <a:cubicBezTo>
                    <a:pt x="15494" y="444576"/>
                    <a:pt x="15579" y="454584"/>
                    <a:pt x="14296" y="464336"/>
                  </a:cubicBezTo>
                  <a:cubicBezTo>
                    <a:pt x="13013" y="474087"/>
                    <a:pt x="10532" y="483667"/>
                    <a:pt x="9164" y="493504"/>
                  </a:cubicBezTo>
                  <a:cubicBezTo>
                    <a:pt x="7795" y="503513"/>
                    <a:pt x="7624" y="513692"/>
                    <a:pt x="7710" y="525411"/>
                  </a:cubicBezTo>
                  <a:cubicBezTo>
                    <a:pt x="8223" y="567325"/>
                    <a:pt x="5913" y="609240"/>
                    <a:pt x="610" y="650726"/>
                  </a:cubicBezTo>
                  <a:cubicBezTo>
                    <a:pt x="11" y="655773"/>
                    <a:pt x="-673" y="661162"/>
                    <a:pt x="1380" y="665867"/>
                  </a:cubicBezTo>
                  <a:cubicBezTo>
                    <a:pt x="2235" y="667919"/>
                    <a:pt x="3603" y="669716"/>
                    <a:pt x="4545" y="671683"/>
                  </a:cubicBezTo>
                  <a:cubicBezTo>
                    <a:pt x="6255" y="675533"/>
                    <a:pt x="6426" y="679810"/>
                    <a:pt x="6341" y="684001"/>
                  </a:cubicBezTo>
                  <a:cubicBezTo>
                    <a:pt x="5828" y="701109"/>
                    <a:pt x="1380" y="717960"/>
                    <a:pt x="1209" y="735068"/>
                  </a:cubicBezTo>
                  <a:cubicBezTo>
                    <a:pt x="1037" y="752176"/>
                    <a:pt x="6512" y="770909"/>
                    <a:pt x="20883" y="780147"/>
                  </a:cubicBezTo>
                  <a:cubicBezTo>
                    <a:pt x="27469" y="784339"/>
                    <a:pt x="35168" y="786221"/>
                    <a:pt x="42866" y="787333"/>
                  </a:cubicBezTo>
                  <a:cubicBezTo>
                    <a:pt x="44834" y="787589"/>
                    <a:pt x="46972" y="787846"/>
                    <a:pt x="48427" y="789214"/>
                  </a:cubicBezTo>
                  <a:cubicBezTo>
                    <a:pt x="49966" y="790583"/>
                    <a:pt x="50565" y="792722"/>
                    <a:pt x="51078" y="794689"/>
                  </a:cubicBezTo>
                  <a:cubicBezTo>
                    <a:pt x="53986" y="806921"/>
                    <a:pt x="56210" y="819410"/>
                    <a:pt x="59119" y="834551"/>
                  </a:cubicBezTo>
                  <a:cubicBezTo>
                    <a:pt x="57323" y="871675"/>
                    <a:pt x="63567" y="908884"/>
                    <a:pt x="61685" y="946009"/>
                  </a:cubicBezTo>
                  <a:cubicBezTo>
                    <a:pt x="61172" y="956017"/>
                    <a:pt x="60060" y="966281"/>
                    <a:pt x="62455" y="975947"/>
                  </a:cubicBezTo>
                  <a:cubicBezTo>
                    <a:pt x="64080" y="982534"/>
                    <a:pt x="67245" y="988607"/>
                    <a:pt x="68614" y="995279"/>
                  </a:cubicBezTo>
                  <a:cubicBezTo>
                    <a:pt x="69897" y="1001695"/>
                    <a:pt x="69383" y="1008367"/>
                    <a:pt x="69383" y="1014868"/>
                  </a:cubicBezTo>
                  <a:cubicBezTo>
                    <a:pt x="69383" y="1024363"/>
                    <a:pt x="70495" y="1033772"/>
                    <a:pt x="71608" y="1043181"/>
                  </a:cubicBezTo>
                  <a:cubicBezTo>
                    <a:pt x="72720" y="1053361"/>
                    <a:pt x="74003" y="1063454"/>
                    <a:pt x="75115" y="1073633"/>
                  </a:cubicBezTo>
                  <a:cubicBezTo>
                    <a:pt x="76398" y="1085267"/>
                    <a:pt x="77852" y="1096986"/>
                    <a:pt x="80589" y="1108363"/>
                  </a:cubicBezTo>
                  <a:cubicBezTo>
                    <a:pt x="83412" y="1119910"/>
                    <a:pt x="87775" y="1131202"/>
                    <a:pt x="87261" y="1144974"/>
                  </a:cubicBezTo>
                  <a:cubicBezTo>
                    <a:pt x="94532" y="1205193"/>
                    <a:pt x="82129" y="1266183"/>
                    <a:pt x="87261" y="1326659"/>
                  </a:cubicBezTo>
                  <a:cubicBezTo>
                    <a:pt x="87433" y="1328370"/>
                    <a:pt x="87689" y="1330252"/>
                    <a:pt x="89058" y="1331279"/>
                  </a:cubicBezTo>
                  <a:cubicBezTo>
                    <a:pt x="90426" y="1332219"/>
                    <a:pt x="92223" y="1331963"/>
                    <a:pt x="93933" y="1331621"/>
                  </a:cubicBezTo>
                  <a:cubicBezTo>
                    <a:pt x="100349" y="1330252"/>
                    <a:pt x="106679" y="1328969"/>
                    <a:pt x="113009" y="1327600"/>
                  </a:cubicBezTo>
                  <a:cubicBezTo>
                    <a:pt x="111554" y="1345221"/>
                    <a:pt x="110186" y="1362843"/>
                    <a:pt x="108732" y="1380464"/>
                  </a:cubicBezTo>
                  <a:cubicBezTo>
                    <a:pt x="108389" y="1383885"/>
                    <a:pt x="108304" y="1387820"/>
                    <a:pt x="110785" y="1390301"/>
                  </a:cubicBezTo>
                  <a:cubicBezTo>
                    <a:pt x="112923" y="1392439"/>
                    <a:pt x="116174" y="1392696"/>
                    <a:pt x="119167" y="1392782"/>
                  </a:cubicBezTo>
                  <a:cubicBezTo>
                    <a:pt x="133025" y="1393295"/>
                    <a:pt x="146797" y="1393808"/>
                    <a:pt x="160654" y="1394321"/>
                  </a:cubicBezTo>
                  <a:cubicBezTo>
                    <a:pt x="162878" y="1394321"/>
                    <a:pt x="165188" y="1394492"/>
                    <a:pt x="167070" y="1393380"/>
                  </a:cubicBezTo>
                  <a:cubicBezTo>
                    <a:pt x="170577" y="1391327"/>
                    <a:pt x="171090" y="1386537"/>
                    <a:pt x="171176" y="1382431"/>
                  </a:cubicBezTo>
                  <a:cubicBezTo>
                    <a:pt x="171518" y="1365580"/>
                    <a:pt x="171860" y="1348729"/>
                    <a:pt x="172116" y="1331877"/>
                  </a:cubicBezTo>
                  <a:cubicBezTo>
                    <a:pt x="172288" y="1327258"/>
                    <a:pt x="172373" y="1322382"/>
                    <a:pt x="174255" y="1318191"/>
                  </a:cubicBezTo>
                  <a:cubicBezTo>
                    <a:pt x="179045" y="1307584"/>
                    <a:pt x="192646" y="1304333"/>
                    <a:pt x="200344" y="1295609"/>
                  </a:cubicBezTo>
                  <a:cubicBezTo>
                    <a:pt x="208471" y="1286456"/>
                    <a:pt x="208898" y="1272941"/>
                    <a:pt x="207444" y="1260794"/>
                  </a:cubicBezTo>
                  <a:cubicBezTo>
                    <a:pt x="206076" y="1248647"/>
                    <a:pt x="203253" y="1236158"/>
                    <a:pt x="206675" y="1224440"/>
                  </a:cubicBezTo>
                  <a:cubicBezTo>
                    <a:pt x="207872" y="1220334"/>
                    <a:pt x="209754" y="1216399"/>
                    <a:pt x="211208" y="1212379"/>
                  </a:cubicBezTo>
                  <a:cubicBezTo>
                    <a:pt x="216170" y="1198521"/>
                    <a:pt x="215485" y="1183295"/>
                    <a:pt x="214544" y="1168582"/>
                  </a:cubicBezTo>
                  <a:cubicBezTo>
                    <a:pt x="213347" y="1150448"/>
                    <a:pt x="211807" y="1132399"/>
                    <a:pt x="209840" y="1114436"/>
                  </a:cubicBezTo>
                  <a:cubicBezTo>
                    <a:pt x="209497" y="1111185"/>
                    <a:pt x="209155" y="1107935"/>
                    <a:pt x="209668" y="1104770"/>
                  </a:cubicBezTo>
                  <a:cubicBezTo>
                    <a:pt x="210353" y="1100750"/>
                    <a:pt x="212491" y="1097157"/>
                    <a:pt x="214287" y="1093564"/>
                  </a:cubicBezTo>
                  <a:cubicBezTo>
                    <a:pt x="225065" y="1072094"/>
                    <a:pt x="227974" y="1047458"/>
                    <a:pt x="227888" y="1023422"/>
                  </a:cubicBezTo>
                  <a:cubicBezTo>
                    <a:pt x="227717" y="999385"/>
                    <a:pt x="224894" y="975349"/>
                    <a:pt x="225065" y="951312"/>
                  </a:cubicBezTo>
                  <a:cubicBezTo>
                    <a:pt x="225065" y="940876"/>
                    <a:pt x="226177" y="929414"/>
                    <a:pt x="231823" y="922827"/>
                  </a:cubicBezTo>
                  <a:cubicBezTo>
                    <a:pt x="235159" y="915385"/>
                    <a:pt x="232165" y="906746"/>
                    <a:pt x="230540" y="898791"/>
                  </a:cubicBezTo>
                  <a:cubicBezTo>
                    <a:pt x="226948" y="880827"/>
                    <a:pt x="230283" y="862265"/>
                    <a:pt x="235758" y="844815"/>
                  </a:cubicBezTo>
                  <a:cubicBezTo>
                    <a:pt x="241147" y="827365"/>
                    <a:pt x="248674" y="810599"/>
                    <a:pt x="253465" y="792978"/>
                  </a:cubicBezTo>
                  <a:cubicBezTo>
                    <a:pt x="256458" y="781858"/>
                    <a:pt x="258426" y="770396"/>
                    <a:pt x="261334" y="759190"/>
                  </a:cubicBezTo>
                  <a:cubicBezTo>
                    <a:pt x="265440" y="743793"/>
                    <a:pt x="271513" y="728995"/>
                    <a:pt x="277074" y="716506"/>
                  </a:cubicBezTo>
                  <a:cubicBezTo>
                    <a:pt x="279468" y="702905"/>
                    <a:pt x="281949" y="689048"/>
                    <a:pt x="288451" y="676901"/>
                  </a:cubicBezTo>
                  <a:cubicBezTo>
                    <a:pt x="298202" y="658852"/>
                    <a:pt x="315908" y="646791"/>
                    <a:pt x="333102" y="635500"/>
                  </a:cubicBezTo>
                  <a:cubicBezTo>
                    <a:pt x="342169" y="629512"/>
                    <a:pt x="352263" y="621985"/>
                    <a:pt x="352776" y="611207"/>
                  </a:cubicBezTo>
                  <a:cubicBezTo>
                    <a:pt x="353118" y="605048"/>
                    <a:pt x="350124" y="599317"/>
                    <a:pt x="348670" y="593415"/>
                  </a:cubicBezTo>
                  <a:cubicBezTo>
                    <a:pt x="345248" y="579899"/>
                    <a:pt x="349098" y="565785"/>
                    <a:pt x="350039" y="551842"/>
                  </a:cubicBezTo>
                  <a:lnTo>
                    <a:pt x="350039" y="551842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449D423-6A61-34CF-6362-2A86CF1D46AD}"/>
                </a:ext>
              </a:extLst>
            </p:cNvPr>
            <p:cNvSpPr/>
            <p:nvPr/>
          </p:nvSpPr>
          <p:spPr>
            <a:xfrm>
              <a:off x="3377098" y="985275"/>
              <a:ext cx="407125" cy="1398600"/>
            </a:xfrm>
            <a:custGeom>
              <a:avLst/>
              <a:gdLst>
                <a:gd name="connsiteX0" fmla="*/ 157580 w 407125"/>
                <a:gd name="connsiteY0" fmla="*/ 453187 h 1398600"/>
                <a:gd name="connsiteX1" fmla="*/ 164766 w 407125"/>
                <a:gd name="connsiteY1" fmla="*/ 415293 h 1398600"/>
                <a:gd name="connsiteX2" fmla="*/ 170069 w 407125"/>
                <a:gd name="connsiteY2" fmla="*/ 378853 h 1398600"/>
                <a:gd name="connsiteX3" fmla="*/ 171865 w 407125"/>
                <a:gd name="connsiteY3" fmla="*/ 243102 h 1398600"/>
                <a:gd name="connsiteX4" fmla="*/ 181103 w 407125"/>
                <a:gd name="connsiteY4" fmla="*/ 211025 h 1398600"/>
                <a:gd name="connsiteX5" fmla="*/ 198553 w 407125"/>
                <a:gd name="connsiteY5" fmla="*/ 243359 h 1398600"/>
                <a:gd name="connsiteX6" fmla="*/ 208219 w 407125"/>
                <a:gd name="connsiteY6" fmla="*/ 258585 h 1398600"/>
                <a:gd name="connsiteX7" fmla="*/ 219425 w 407125"/>
                <a:gd name="connsiteY7" fmla="*/ 299558 h 1398600"/>
                <a:gd name="connsiteX8" fmla="*/ 240468 w 407125"/>
                <a:gd name="connsiteY8" fmla="*/ 249774 h 1398600"/>
                <a:gd name="connsiteX9" fmla="*/ 259115 w 407125"/>
                <a:gd name="connsiteY9" fmla="*/ 221632 h 1398600"/>
                <a:gd name="connsiteX10" fmla="*/ 258174 w 407125"/>
                <a:gd name="connsiteY10" fmla="*/ 274410 h 1398600"/>
                <a:gd name="connsiteX11" fmla="*/ 255095 w 407125"/>
                <a:gd name="connsiteY11" fmla="*/ 293399 h 1398600"/>
                <a:gd name="connsiteX12" fmla="*/ 254838 w 407125"/>
                <a:gd name="connsiteY12" fmla="*/ 312902 h 1398600"/>
                <a:gd name="connsiteX13" fmla="*/ 249791 w 407125"/>
                <a:gd name="connsiteY13" fmla="*/ 344723 h 1398600"/>
                <a:gd name="connsiteX14" fmla="*/ 259372 w 407125"/>
                <a:gd name="connsiteY14" fmla="*/ 405798 h 1398600"/>
                <a:gd name="connsiteX15" fmla="*/ 265958 w 407125"/>
                <a:gd name="connsiteY15" fmla="*/ 440613 h 1398600"/>
                <a:gd name="connsiteX16" fmla="*/ 278875 w 407125"/>
                <a:gd name="connsiteY16" fmla="*/ 478165 h 1398600"/>
                <a:gd name="connsiteX17" fmla="*/ 299917 w 407125"/>
                <a:gd name="connsiteY17" fmla="*/ 534279 h 1398600"/>
                <a:gd name="connsiteX18" fmla="*/ 266814 w 407125"/>
                <a:gd name="connsiteY18" fmla="*/ 546254 h 1398600"/>
                <a:gd name="connsiteX19" fmla="*/ 234052 w 407125"/>
                <a:gd name="connsiteY19" fmla="*/ 559427 h 1398600"/>
                <a:gd name="connsiteX20" fmla="*/ 221221 w 407125"/>
                <a:gd name="connsiteY20" fmla="*/ 566270 h 1398600"/>
                <a:gd name="connsiteX21" fmla="*/ 207877 w 407125"/>
                <a:gd name="connsiteY21" fmla="*/ 525126 h 1398600"/>
                <a:gd name="connsiteX22" fmla="*/ 207278 w 407125"/>
                <a:gd name="connsiteY22" fmla="*/ 562336 h 1398600"/>
                <a:gd name="connsiteX23" fmla="*/ 126273 w 407125"/>
                <a:gd name="connsiteY23" fmla="*/ 564303 h 1398600"/>
                <a:gd name="connsiteX24" fmla="*/ 157665 w 407125"/>
                <a:gd name="connsiteY24" fmla="*/ 452845 h 1398600"/>
                <a:gd name="connsiteX25" fmla="*/ 157665 w 407125"/>
                <a:gd name="connsiteY25" fmla="*/ 452845 h 1398600"/>
                <a:gd name="connsiteX26" fmla="*/ 364757 w 407125"/>
                <a:gd name="connsiteY26" fmla="*/ 712971 h 1398600"/>
                <a:gd name="connsiteX27" fmla="*/ 369804 w 407125"/>
                <a:gd name="connsiteY27" fmla="*/ 723150 h 1398600"/>
                <a:gd name="connsiteX28" fmla="*/ 369975 w 407125"/>
                <a:gd name="connsiteY28" fmla="*/ 734356 h 1398600"/>
                <a:gd name="connsiteX29" fmla="*/ 366296 w 407125"/>
                <a:gd name="connsiteY29" fmla="*/ 740685 h 1398600"/>
                <a:gd name="connsiteX30" fmla="*/ 357828 w 407125"/>
                <a:gd name="connsiteY30" fmla="*/ 747357 h 1398600"/>
                <a:gd name="connsiteX31" fmla="*/ 364757 w 407125"/>
                <a:gd name="connsiteY31" fmla="*/ 713056 h 1398600"/>
                <a:gd name="connsiteX32" fmla="*/ 364757 w 407125"/>
                <a:gd name="connsiteY32" fmla="*/ 713056 h 1398600"/>
                <a:gd name="connsiteX33" fmla="*/ 17551 w 407125"/>
                <a:gd name="connsiteY33" fmla="*/ 1003377 h 1398600"/>
                <a:gd name="connsiteX34" fmla="*/ 25336 w 407125"/>
                <a:gd name="connsiteY34" fmla="*/ 1011846 h 1398600"/>
                <a:gd name="connsiteX35" fmla="*/ 39877 w 407125"/>
                <a:gd name="connsiteY35" fmla="*/ 1024505 h 1398600"/>
                <a:gd name="connsiteX36" fmla="*/ 59552 w 407125"/>
                <a:gd name="connsiteY36" fmla="*/ 1023650 h 1398600"/>
                <a:gd name="connsiteX37" fmla="*/ 92484 w 407125"/>
                <a:gd name="connsiteY37" fmla="*/ 995850 h 1398600"/>
                <a:gd name="connsiteX38" fmla="*/ 102920 w 407125"/>
                <a:gd name="connsiteY38" fmla="*/ 970616 h 1398600"/>
                <a:gd name="connsiteX39" fmla="*/ 114468 w 407125"/>
                <a:gd name="connsiteY39" fmla="*/ 951027 h 1398600"/>
                <a:gd name="connsiteX40" fmla="*/ 117889 w 407125"/>
                <a:gd name="connsiteY40" fmla="*/ 926221 h 1398600"/>
                <a:gd name="connsiteX41" fmla="*/ 128753 w 407125"/>
                <a:gd name="connsiteY41" fmla="*/ 900987 h 1398600"/>
                <a:gd name="connsiteX42" fmla="*/ 121225 w 407125"/>
                <a:gd name="connsiteY42" fmla="*/ 853769 h 1398600"/>
                <a:gd name="connsiteX43" fmla="*/ 124390 w 407125"/>
                <a:gd name="connsiteY43" fmla="*/ 777211 h 1398600"/>
                <a:gd name="connsiteX44" fmla="*/ 122937 w 407125"/>
                <a:gd name="connsiteY44" fmla="*/ 755227 h 1398600"/>
                <a:gd name="connsiteX45" fmla="*/ 98985 w 407125"/>
                <a:gd name="connsiteY45" fmla="*/ 743423 h 1398600"/>
                <a:gd name="connsiteX46" fmla="*/ 95393 w 407125"/>
                <a:gd name="connsiteY46" fmla="*/ 727854 h 1398600"/>
                <a:gd name="connsiteX47" fmla="*/ 85128 w 407125"/>
                <a:gd name="connsiteY47" fmla="*/ 662160 h 1398600"/>
                <a:gd name="connsiteX48" fmla="*/ 103262 w 407125"/>
                <a:gd name="connsiteY48" fmla="*/ 576963 h 1398600"/>
                <a:gd name="connsiteX49" fmla="*/ 100097 w 407125"/>
                <a:gd name="connsiteY49" fmla="*/ 621529 h 1398600"/>
                <a:gd name="connsiteX50" fmla="*/ 100952 w 407125"/>
                <a:gd name="connsiteY50" fmla="*/ 626490 h 1398600"/>
                <a:gd name="connsiteX51" fmla="*/ 109165 w 407125"/>
                <a:gd name="connsiteY51" fmla="*/ 630083 h 1398600"/>
                <a:gd name="connsiteX52" fmla="*/ 117034 w 407125"/>
                <a:gd name="connsiteY52" fmla="*/ 714853 h 1398600"/>
                <a:gd name="connsiteX53" fmla="*/ 137135 w 407125"/>
                <a:gd name="connsiteY53" fmla="*/ 786449 h 1398600"/>
                <a:gd name="connsiteX54" fmla="*/ 168443 w 407125"/>
                <a:gd name="connsiteY54" fmla="*/ 944868 h 1398600"/>
                <a:gd name="connsiteX55" fmla="*/ 170410 w 407125"/>
                <a:gd name="connsiteY55" fmla="*/ 1002094 h 1398600"/>
                <a:gd name="connsiteX56" fmla="*/ 193678 w 407125"/>
                <a:gd name="connsiteY56" fmla="*/ 1160514 h 1398600"/>
                <a:gd name="connsiteX57" fmla="*/ 200008 w 407125"/>
                <a:gd name="connsiteY57" fmla="*/ 1215173 h 1398600"/>
                <a:gd name="connsiteX58" fmla="*/ 188630 w 407125"/>
                <a:gd name="connsiteY58" fmla="*/ 1257772 h 1398600"/>
                <a:gd name="connsiteX59" fmla="*/ 188289 w 407125"/>
                <a:gd name="connsiteY59" fmla="*/ 1269918 h 1398600"/>
                <a:gd name="connsiteX60" fmla="*/ 192138 w 407125"/>
                <a:gd name="connsiteY60" fmla="*/ 1297291 h 1398600"/>
                <a:gd name="connsiteX61" fmla="*/ 210015 w 407125"/>
                <a:gd name="connsiteY61" fmla="*/ 1317735 h 1398600"/>
                <a:gd name="connsiteX62" fmla="*/ 205738 w 407125"/>
                <a:gd name="connsiteY62" fmla="*/ 1346220 h 1398600"/>
                <a:gd name="connsiteX63" fmla="*/ 203002 w 407125"/>
                <a:gd name="connsiteY63" fmla="*/ 1378468 h 1398600"/>
                <a:gd name="connsiteX64" fmla="*/ 205054 w 407125"/>
                <a:gd name="connsiteY64" fmla="*/ 1387108 h 1398600"/>
                <a:gd name="connsiteX65" fmla="*/ 210015 w 407125"/>
                <a:gd name="connsiteY65" fmla="*/ 1393523 h 1398600"/>
                <a:gd name="connsiteX66" fmla="*/ 217628 w 407125"/>
                <a:gd name="connsiteY66" fmla="*/ 1398057 h 1398600"/>
                <a:gd name="connsiteX67" fmla="*/ 251246 w 407125"/>
                <a:gd name="connsiteY67" fmla="*/ 1398570 h 1398600"/>
                <a:gd name="connsiteX68" fmla="*/ 272374 w 407125"/>
                <a:gd name="connsiteY68" fmla="*/ 1385482 h 1398600"/>
                <a:gd name="connsiteX69" fmla="*/ 276223 w 407125"/>
                <a:gd name="connsiteY69" fmla="*/ 1359906 h 1398600"/>
                <a:gd name="connsiteX70" fmla="*/ 272031 w 407125"/>
                <a:gd name="connsiteY70" fmla="*/ 1333988 h 1398600"/>
                <a:gd name="connsiteX71" fmla="*/ 275282 w 407125"/>
                <a:gd name="connsiteY71" fmla="*/ 1257772 h 1398600"/>
                <a:gd name="connsiteX72" fmla="*/ 276053 w 407125"/>
                <a:gd name="connsiteY72" fmla="*/ 1232623 h 1398600"/>
                <a:gd name="connsiteX73" fmla="*/ 287600 w 407125"/>
                <a:gd name="connsiteY73" fmla="*/ 1181214 h 1398600"/>
                <a:gd name="connsiteX74" fmla="*/ 296240 w 407125"/>
                <a:gd name="connsiteY74" fmla="*/ 1129719 h 1398600"/>
                <a:gd name="connsiteX75" fmla="*/ 322928 w 407125"/>
                <a:gd name="connsiteY75" fmla="*/ 1013813 h 1398600"/>
                <a:gd name="connsiteX76" fmla="*/ 325238 w 407125"/>
                <a:gd name="connsiteY76" fmla="*/ 979512 h 1398600"/>
                <a:gd name="connsiteX77" fmla="*/ 324211 w 407125"/>
                <a:gd name="connsiteY77" fmla="*/ 882253 h 1398600"/>
                <a:gd name="connsiteX78" fmla="*/ 331140 w 407125"/>
                <a:gd name="connsiteY78" fmla="*/ 882510 h 1398600"/>
                <a:gd name="connsiteX79" fmla="*/ 336614 w 407125"/>
                <a:gd name="connsiteY79" fmla="*/ 878832 h 1398600"/>
                <a:gd name="connsiteX80" fmla="*/ 336871 w 407125"/>
                <a:gd name="connsiteY80" fmla="*/ 876351 h 1398600"/>
                <a:gd name="connsiteX81" fmla="*/ 336614 w 407125"/>
                <a:gd name="connsiteY81" fmla="*/ 865402 h 1398600"/>
                <a:gd name="connsiteX82" fmla="*/ 351327 w 407125"/>
                <a:gd name="connsiteY82" fmla="*/ 761985 h 1398600"/>
                <a:gd name="connsiteX83" fmla="*/ 371173 w 407125"/>
                <a:gd name="connsiteY83" fmla="*/ 754286 h 1398600"/>
                <a:gd name="connsiteX84" fmla="*/ 371856 w 407125"/>
                <a:gd name="connsiteY84" fmla="*/ 758478 h 1398600"/>
                <a:gd name="connsiteX85" fmla="*/ 357999 w 407125"/>
                <a:gd name="connsiteY85" fmla="*/ 773191 h 1398600"/>
                <a:gd name="connsiteX86" fmla="*/ 357571 w 407125"/>
                <a:gd name="connsiteY86" fmla="*/ 774131 h 1398600"/>
                <a:gd name="connsiteX87" fmla="*/ 357828 w 407125"/>
                <a:gd name="connsiteY87" fmla="*/ 775243 h 1398600"/>
                <a:gd name="connsiteX88" fmla="*/ 362190 w 407125"/>
                <a:gd name="connsiteY88" fmla="*/ 777639 h 1398600"/>
                <a:gd name="connsiteX89" fmla="*/ 365954 w 407125"/>
                <a:gd name="connsiteY89" fmla="*/ 776184 h 1398600"/>
                <a:gd name="connsiteX90" fmla="*/ 377502 w 407125"/>
                <a:gd name="connsiteY90" fmla="*/ 767117 h 1398600"/>
                <a:gd name="connsiteX91" fmla="*/ 382292 w 407125"/>
                <a:gd name="connsiteY91" fmla="*/ 765577 h 1398600"/>
                <a:gd name="connsiteX92" fmla="*/ 376732 w 407125"/>
                <a:gd name="connsiteY92" fmla="*/ 777468 h 1398600"/>
                <a:gd name="connsiteX93" fmla="*/ 376305 w 407125"/>
                <a:gd name="connsiteY93" fmla="*/ 779349 h 1398600"/>
                <a:gd name="connsiteX94" fmla="*/ 377074 w 407125"/>
                <a:gd name="connsiteY94" fmla="*/ 781060 h 1398600"/>
                <a:gd name="connsiteX95" fmla="*/ 378272 w 407125"/>
                <a:gd name="connsiteY95" fmla="*/ 781402 h 1398600"/>
                <a:gd name="connsiteX96" fmla="*/ 383147 w 407125"/>
                <a:gd name="connsiteY96" fmla="*/ 779264 h 1398600"/>
                <a:gd name="connsiteX97" fmla="*/ 392557 w 407125"/>
                <a:gd name="connsiteY97" fmla="*/ 771052 h 1398600"/>
                <a:gd name="connsiteX98" fmla="*/ 403934 w 407125"/>
                <a:gd name="connsiteY98" fmla="*/ 751806 h 1398600"/>
                <a:gd name="connsiteX99" fmla="*/ 406329 w 407125"/>
                <a:gd name="connsiteY99" fmla="*/ 745134 h 1398600"/>
                <a:gd name="connsiteX100" fmla="*/ 407099 w 407125"/>
                <a:gd name="connsiteY100" fmla="*/ 735468 h 1398600"/>
                <a:gd name="connsiteX101" fmla="*/ 401967 w 407125"/>
                <a:gd name="connsiteY101" fmla="*/ 705871 h 1398600"/>
                <a:gd name="connsiteX102" fmla="*/ 390760 w 407125"/>
                <a:gd name="connsiteY102" fmla="*/ 645138 h 1398600"/>
                <a:gd name="connsiteX103" fmla="*/ 383233 w 407125"/>
                <a:gd name="connsiteY103" fmla="*/ 565329 h 1398600"/>
                <a:gd name="connsiteX104" fmla="*/ 381351 w 407125"/>
                <a:gd name="connsiteY104" fmla="*/ 520250 h 1398600"/>
                <a:gd name="connsiteX105" fmla="*/ 377674 w 407125"/>
                <a:gd name="connsiteY105" fmla="*/ 482014 h 1398600"/>
                <a:gd name="connsiteX106" fmla="*/ 374166 w 407125"/>
                <a:gd name="connsiteY106" fmla="*/ 459175 h 1398600"/>
                <a:gd name="connsiteX107" fmla="*/ 375791 w 407125"/>
                <a:gd name="connsiteY107" fmla="*/ 443265 h 1398600"/>
                <a:gd name="connsiteX108" fmla="*/ 372968 w 407125"/>
                <a:gd name="connsiteY108" fmla="*/ 409904 h 1398600"/>
                <a:gd name="connsiteX109" fmla="*/ 376562 w 407125"/>
                <a:gd name="connsiteY109" fmla="*/ 392882 h 1398600"/>
                <a:gd name="connsiteX110" fmla="*/ 378614 w 407125"/>
                <a:gd name="connsiteY110" fmla="*/ 312646 h 1398600"/>
                <a:gd name="connsiteX111" fmla="*/ 367066 w 407125"/>
                <a:gd name="connsiteY111" fmla="*/ 239595 h 1398600"/>
                <a:gd name="connsiteX112" fmla="*/ 363901 w 407125"/>
                <a:gd name="connsiteY112" fmla="*/ 232153 h 1398600"/>
                <a:gd name="connsiteX113" fmla="*/ 357828 w 407125"/>
                <a:gd name="connsiteY113" fmla="*/ 227363 h 1398600"/>
                <a:gd name="connsiteX114" fmla="*/ 327803 w 407125"/>
                <a:gd name="connsiteY114" fmla="*/ 214874 h 1398600"/>
                <a:gd name="connsiteX115" fmla="*/ 315572 w 407125"/>
                <a:gd name="connsiteY115" fmla="*/ 210084 h 1398600"/>
                <a:gd name="connsiteX116" fmla="*/ 308386 w 407125"/>
                <a:gd name="connsiteY116" fmla="*/ 187074 h 1398600"/>
                <a:gd name="connsiteX117" fmla="*/ 302655 w 407125"/>
                <a:gd name="connsiteY117" fmla="*/ 107351 h 1398600"/>
                <a:gd name="connsiteX118" fmla="*/ 292390 w 407125"/>
                <a:gd name="connsiteY118" fmla="*/ 88190 h 1398600"/>
                <a:gd name="connsiteX119" fmla="*/ 288199 w 407125"/>
                <a:gd name="connsiteY119" fmla="*/ 59192 h 1398600"/>
                <a:gd name="connsiteX120" fmla="*/ 278447 w 407125"/>
                <a:gd name="connsiteY120" fmla="*/ 28398 h 1398600"/>
                <a:gd name="connsiteX121" fmla="*/ 247140 w 407125"/>
                <a:gd name="connsiteY121" fmla="*/ 2394 h 1398600"/>
                <a:gd name="connsiteX122" fmla="*/ 203514 w 407125"/>
                <a:gd name="connsiteY122" fmla="*/ 4618 h 1398600"/>
                <a:gd name="connsiteX123" fmla="*/ 165450 w 407125"/>
                <a:gd name="connsiteY123" fmla="*/ 26773 h 1398600"/>
                <a:gd name="connsiteX124" fmla="*/ 151250 w 407125"/>
                <a:gd name="connsiteY124" fmla="*/ 64324 h 1398600"/>
                <a:gd name="connsiteX125" fmla="*/ 138676 w 407125"/>
                <a:gd name="connsiteY125" fmla="*/ 172104 h 1398600"/>
                <a:gd name="connsiteX126" fmla="*/ 128924 w 407125"/>
                <a:gd name="connsiteY126" fmla="*/ 211025 h 1398600"/>
                <a:gd name="connsiteX127" fmla="*/ 110277 w 407125"/>
                <a:gd name="connsiteY127" fmla="*/ 231127 h 1398600"/>
                <a:gd name="connsiteX128" fmla="*/ 91286 w 407125"/>
                <a:gd name="connsiteY128" fmla="*/ 235147 h 1398600"/>
                <a:gd name="connsiteX129" fmla="*/ 78455 w 407125"/>
                <a:gd name="connsiteY129" fmla="*/ 255762 h 1398600"/>
                <a:gd name="connsiteX130" fmla="*/ 67763 w 407125"/>
                <a:gd name="connsiteY130" fmla="*/ 317094 h 1398600"/>
                <a:gd name="connsiteX131" fmla="*/ 72126 w 407125"/>
                <a:gd name="connsiteY131" fmla="*/ 391171 h 1398600"/>
                <a:gd name="connsiteX132" fmla="*/ 71954 w 407125"/>
                <a:gd name="connsiteY132" fmla="*/ 396132 h 1398600"/>
                <a:gd name="connsiteX133" fmla="*/ 64171 w 407125"/>
                <a:gd name="connsiteY133" fmla="*/ 403916 h 1398600"/>
                <a:gd name="connsiteX134" fmla="*/ 63743 w 407125"/>
                <a:gd name="connsiteY134" fmla="*/ 420426 h 1398600"/>
                <a:gd name="connsiteX135" fmla="*/ 64085 w 407125"/>
                <a:gd name="connsiteY135" fmla="*/ 448226 h 1398600"/>
                <a:gd name="connsiteX136" fmla="*/ 65369 w 407125"/>
                <a:gd name="connsiteY136" fmla="*/ 467045 h 1398600"/>
                <a:gd name="connsiteX137" fmla="*/ 62460 w 407125"/>
                <a:gd name="connsiteY137" fmla="*/ 472091 h 1398600"/>
                <a:gd name="connsiteX138" fmla="*/ 60835 w 407125"/>
                <a:gd name="connsiteY138" fmla="*/ 479362 h 1398600"/>
                <a:gd name="connsiteX139" fmla="*/ 56729 w 407125"/>
                <a:gd name="connsiteY139" fmla="*/ 516315 h 1398600"/>
                <a:gd name="connsiteX140" fmla="*/ 50826 w 407125"/>
                <a:gd name="connsiteY140" fmla="*/ 701423 h 1398600"/>
                <a:gd name="connsiteX141" fmla="*/ 47833 w 407125"/>
                <a:gd name="connsiteY141" fmla="*/ 717333 h 1398600"/>
                <a:gd name="connsiteX142" fmla="*/ 52879 w 407125"/>
                <a:gd name="connsiteY142" fmla="*/ 732217 h 1398600"/>
                <a:gd name="connsiteX143" fmla="*/ 59380 w 407125"/>
                <a:gd name="connsiteY143" fmla="*/ 740771 h 1398600"/>
                <a:gd name="connsiteX144" fmla="*/ 57413 w 407125"/>
                <a:gd name="connsiteY144" fmla="*/ 745818 h 1398600"/>
                <a:gd name="connsiteX145" fmla="*/ 38851 w 407125"/>
                <a:gd name="connsiteY145" fmla="*/ 815105 h 1398600"/>
                <a:gd name="connsiteX146" fmla="*/ 21573 w 407125"/>
                <a:gd name="connsiteY146" fmla="*/ 843247 h 1398600"/>
                <a:gd name="connsiteX147" fmla="*/ 14131 w 407125"/>
                <a:gd name="connsiteY147" fmla="*/ 904665 h 1398600"/>
                <a:gd name="connsiteX148" fmla="*/ 6175 w 407125"/>
                <a:gd name="connsiteY148" fmla="*/ 937255 h 1398600"/>
                <a:gd name="connsiteX149" fmla="*/ 358 w 407125"/>
                <a:gd name="connsiteY149" fmla="*/ 954534 h 1398600"/>
                <a:gd name="connsiteX150" fmla="*/ 11136 w 407125"/>
                <a:gd name="connsiteY150" fmla="*/ 991830 h 1398600"/>
                <a:gd name="connsiteX151" fmla="*/ 17551 w 407125"/>
                <a:gd name="connsiteY151" fmla="*/ 1003634 h 1398600"/>
                <a:gd name="connsiteX152" fmla="*/ 17551 w 407125"/>
                <a:gd name="connsiteY152" fmla="*/ 1003634 h 139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</a:cxnLst>
              <a:rect l="l" t="t" r="r" b="b"/>
              <a:pathLst>
                <a:path w="407125" h="1398600">
                  <a:moveTo>
                    <a:pt x="157580" y="453187"/>
                  </a:moveTo>
                  <a:cubicBezTo>
                    <a:pt x="160060" y="440613"/>
                    <a:pt x="162541" y="427953"/>
                    <a:pt x="164766" y="415293"/>
                  </a:cubicBezTo>
                  <a:cubicBezTo>
                    <a:pt x="166818" y="403232"/>
                    <a:pt x="168614" y="391085"/>
                    <a:pt x="170069" y="378853"/>
                  </a:cubicBezTo>
                  <a:cubicBezTo>
                    <a:pt x="175458" y="333603"/>
                    <a:pt x="176142" y="287839"/>
                    <a:pt x="171865" y="243102"/>
                  </a:cubicBezTo>
                  <a:cubicBezTo>
                    <a:pt x="175372" y="232324"/>
                    <a:pt x="178623" y="221461"/>
                    <a:pt x="181103" y="211025"/>
                  </a:cubicBezTo>
                  <a:cubicBezTo>
                    <a:pt x="188375" y="220947"/>
                    <a:pt x="192223" y="232837"/>
                    <a:pt x="198553" y="243359"/>
                  </a:cubicBezTo>
                  <a:cubicBezTo>
                    <a:pt x="201633" y="248491"/>
                    <a:pt x="205311" y="253367"/>
                    <a:pt x="208219" y="258585"/>
                  </a:cubicBezTo>
                  <a:cubicBezTo>
                    <a:pt x="215063" y="270988"/>
                    <a:pt x="217457" y="285273"/>
                    <a:pt x="219425" y="299558"/>
                  </a:cubicBezTo>
                  <a:cubicBezTo>
                    <a:pt x="224985" y="282450"/>
                    <a:pt x="232000" y="265770"/>
                    <a:pt x="240468" y="249774"/>
                  </a:cubicBezTo>
                  <a:cubicBezTo>
                    <a:pt x="245771" y="239680"/>
                    <a:pt x="251587" y="229843"/>
                    <a:pt x="259115" y="221632"/>
                  </a:cubicBezTo>
                  <a:cubicBezTo>
                    <a:pt x="260655" y="239167"/>
                    <a:pt x="261083" y="257045"/>
                    <a:pt x="258174" y="274410"/>
                  </a:cubicBezTo>
                  <a:cubicBezTo>
                    <a:pt x="257148" y="280740"/>
                    <a:pt x="255609" y="287069"/>
                    <a:pt x="255095" y="293399"/>
                  </a:cubicBezTo>
                  <a:cubicBezTo>
                    <a:pt x="254582" y="299900"/>
                    <a:pt x="255095" y="306401"/>
                    <a:pt x="254838" y="312902"/>
                  </a:cubicBezTo>
                  <a:cubicBezTo>
                    <a:pt x="254411" y="323424"/>
                    <a:pt x="252187" y="333774"/>
                    <a:pt x="249791" y="344723"/>
                  </a:cubicBezTo>
                  <a:cubicBezTo>
                    <a:pt x="252956" y="365081"/>
                    <a:pt x="256121" y="385440"/>
                    <a:pt x="259372" y="405798"/>
                  </a:cubicBezTo>
                  <a:cubicBezTo>
                    <a:pt x="261168" y="417517"/>
                    <a:pt x="263050" y="429236"/>
                    <a:pt x="265958" y="440613"/>
                  </a:cubicBezTo>
                  <a:cubicBezTo>
                    <a:pt x="269295" y="453444"/>
                    <a:pt x="274170" y="465847"/>
                    <a:pt x="278875" y="478165"/>
                  </a:cubicBezTo>
                  <a:cubicBezTo>
                    <a:pt x="285889" y="496214"/>
                    <a:pt x="292818" y="514348"/>
                    <a:pt x="299917" y="534279"/>
                  </a:cubicBezTo>
                  <a:cubicBezTo>
                    <a:pt x="288798" y="538042"/>
                    <a:pt x="277763" y="542063"/>
                    <a:pt x="266814" y="546254"/>
                  </a:cubicBezTo>
                  <a:cubicBezTo>
                    <a:pt x="255864" y="550446"/>
                    <a:pt x="244916" y="554979"/>
                    <a:pt x="234052" y="559427"/>
                  </a:cubicBezTo>
                  <a:cubicBezTo>
                    <a:pt x="230288" y="560967"/>
                    <a:pt x="226610" y="562507"/>
                    <a:pt x="221221" y="566270"/>
                  </a:cubicBezTo>
                  <a:cubicBezTo>
                    <a:pt x="215918" y="552841"/>
                    <a:pt x="212582" y="538727"/>
                    <a:pt x="207877" y="525126"/>
                  </a:cubicBezTo>
                  <a:cubicBezTo>
                    <a:pt x="210101" y="537358"/>
                    <a:pt x="209759" y="550103"/>
                    <a:pt x="207278" y="562336"/>
                  </a:cubicBezTo>
                  <a:cubicBezTo>
                    <a:pt x="180933" y="565073"/>
                    <a:pt x="154329" y="565586"/>
                    <a:pt x="126273" y="564303"/>
                  </a:cubicBezTo>
                  <a:cubicBezTo>
                    <a:pt x="142524" y="529232"/>
                    <a:pt x="150138" y="490825"/>
                    <a:pt x="157665" y="452845"/>
                  </a:cubicBezTo>
                  <a:lnTo>
                    <a:pt x="157665" y="452845"/>
                  </a:lnTo>
                  <a:close/>
                  <a:moveTo>
                    <a:pt x="364757" y="712971"/>
                  </a:moveTo>
                  <a:cubicBezTo>
                    <a:pt x="366724" y="716221"/>
                    <a:pt x="368692" y="719472"/>
                    <a:pt x="369804" y="723150"/>
                  </a:cubicBezTo>
                  <a:cubicBezTo>
                    <a:pt x="370916" y="726742"/>
                    <a:pt x="371258" y="730763"/>
                    <a:pt x="369975" y="734356"/>
                  </a:cubicBezTo>
                  <a:cubicBezTo>
                    <a:pt x="369204" y="736665"/>
                    <a:pt x="367751" y="738718"/>
                    <a:pt x="366296" y="740685"/>
                  </a:cubicBezTo>
                  <a:cubicBezTo>
                    <a:pt x="364072" y="743679"/>
                    <a:pt x="361592" y="746844"/>
                    <a:pt x="357828" y="747357"/>
                  </a:cubicBezTo>
                  <a:cubicBezTo>
                    <a:pt x="361677" y="736152"/>
                    <a:pt x="364072" y="724433"/>
                    <a:pt x="364757" y="713056"/>
                  </a:cubicBezTo>
                  <a:lnTo>
                    <a:pt x="364757" y="713056"/>
                  </a:lnTo>
                  <a:close/>
                  <a:moveTo>
                    <a:pt x="17551" y="1003377"/>
                  </a:moveTo>
                  <a:cubicBezTo>
                    <a:pt x="19263" y="1006457"/>
                    <a:pt x="21230" y="1009793"/>
                    <a:pt x="25336" y="1011846"/>
                  </a:cubicBezTo>
                  <a:cubicBezTo>
                    <a:pt x="27560" y="1018090"/>
                    <a:pt x="33462" y="1022624"/>
                    <a:pt x="39877" y="1024505"/>
                  </a:cubicBezTo>
                  <a:cubicBezTo>
                    <a:pt x="46293" y="1026302"/>
                    <a:pt x="53222" y="1025532"/>
                    <a:pt x="59552" y="1023650"/>
                  </a:cubicBezTo>
                  <a:cubicBezTo>
                    <a:pt x="73666" y="1019373"/>
                    <a:pt x="85897" y="1009108"/>
                    <a:pt x="92484" y="995850"/>
                  </a:cubicBezTo>
                  <a:cubicBezTo>
                    <a:pt x="96504" y="987724"/>
                    <a:pt x="98472" y="978571"/>
                    <a:pt x="102920" y="970616"/>
                  </a:cubicBezTo>
                  <a:cubicBezTo>
                    <a:pt x="106598" y="963944"/>
                    <a:pt x="112073" y="958212"/>
                    <a:pt x="114468" y="951027"/>
                  </a:cubicBezTo>
                  <a:cubicBezTo>
                    <a:pt x="117119" y="943072"/>
                    <a:pt x="115836" y="934347"/>
                    <a:pt x="117889" y="926221"/>
                  </a:cubicBezTo>
                  <a:cubicBezTo>
                    <a:pt x="120199" y="917324"/>
                    <a:pt x="126358" y="909797"/>
                    <a:pt x="128753" y="900987"/>
                  </a:cubicBezTo>
                  <a:cubicBezTo>
                    <a:pt x="133030" y="885418"/>
                    <a:pt x="125246" y="869423"/>
                    <a:pt x="121225" y="853769"/>
                  </a:cubicBezTo>
                  <a:cubicBezTo>
                    <a:pt x="114810" y="828706"/>
                    <a:pt x="118146" y="802188"/>
                    <a:pt x="124390" y="777211"/>
                  </a:cubicBezTo>
                  <a:cubicBezTo>
                    <a:pt x="126273" y="769769"/>
                    <a:pt x="128069" y="760958"/>
                    <a:pt x="122937" y="755227"/>
                  </a:cubicBezTo>
                  <a:cubicBezTo>
                    <a:pt x="116948" y="748470"/>
                    <a:pt x="104717" y="750437"/>
                    <a:pt x="98985" y="743423"/>
                  </a:cubicBezTo>
                  <a:cubicBezTo>
                    <a:pt x="95393" y="738975"/>
                    <a:pt x="95735" y="732559"/>
                    <a:pt x="95393" y="727854"/>
                  </a:cubicBezTo>
                  <a:cubicBezTo>
                    <a:pt x="96163" y="705614"/>
                    <a:pt x="87095" y="684229"/>
                    <a:pt x="85128" y="662160"/>
                  </a:cubicBezTo>
                  <a:cubicBezTo>
                    <a:pt x="82477" y="632820"/>
                    <a:pt x="92227" y="603908"/>
                    <a:pt x="103262" y="576963"/>
                  </a:cubicBezTo>
                  <a:cubicBezTo>
                    <a:pt x="102064" y="591847"/>
                    <a:pt x="101038" y="606645"/>
                    <a:pt x="100097" y="621529"/>
                  </a:cubicBezTo>
                  <a:cubicBezTo>
                    <a:pt x="100012" y="623240"/>
                    <a:pt x="99926" y="625036"/>
                    <a:pt x="100952" y="626490"/>
                  </a:cubicBezTo>
                  <a:cubicBezTo>
                    <a:pt x="102321" y="628458"/>
                    <a:pt x="105144" y="628629"/>
                    <a:pt x="109165" y="630083"/>
                  </a:cubicBezTo>
                  <a:cubicBezTo>
                    <a:pt x="108394" y="658482"/>
                    <a:pt x="111047" y="687052"/>
                    <a:pt x="117034" y="714853"/>
                  </a:cubicBezTo>
                  <a:cubicBezTo>
                    <a:pt x="122252" y="739146"/>
                    <a:pt x="130036" y="762755"/>
                    <a:pt x="137135" y="786449"/>
                  </a:cubicBezTo>
                  <a:cubicBezTo>
                    <a:pt x="152619" y="838115"/>
                    <a:pt x="165193" y="891064"/>
                    <a:pt x="168443" y="944868"/>
                  </a:cubicBezTo>
                  <a:cubicBezTo>
                    <a:pt x="169555" y="963944"/>
                    <a:pt x="169555" y="983019"/>
                    <a:pt x="170410" y="1002094"/>
                  </a:cubicBezTo>
                  <a:cubicBezTo>
                    <a:pt x="172806" y="1055471"/>
                    <a:pt x="182386" y="1108334"/>
                    <a:pt x="193678" y="1160514"/>
                  </a:cubicBezTo>
                  <a:cubicBezTo>
                    <a:pt x="197527" y="1178477"/>
                    <a:pt x="201718" y="1196782"/>
                    <a:pt x="200008" y="1215173"/>
                  </a:cubicBezTo>
                  <a:cubicBezTo>
                    <a:pt x="198639" y="1229800"/>
                    <a:pt x="193592" y="1243829"/>
                    <a:pt x="188630" y="1257772"/>
                  </a:cubicBezTo>
                  <a:cubicBezTo>
                    <a:pt x="188375" y="1261792"/>
                    <a:pt x="188289" y="1265898"/>
                    <a:pt x="188289" y="1269918"/>
                  </a:cubicBezTo>
                  <a:cubicBezTo>
                    <a:pt x="188289" y="1279242"/>
                    <a:pt x="188973" y="1288566"/>
                    <a:pt x="192138" y="1297291"/>
                  </a:cubicBezTo>
                  <a:cubicBezTo>
                    <a:pt x="195388" y="1306016"/>
                    <a:pt x="201461" y="1313971"/>
                    <a:pt x="210015" y="1317735"/>
                  </a:cubicBezTo>
                  <a:cubicBezTo>
                    <a:pt x="212325" y="1327144"/>
                    <a:pt x="208305" y="1336896"/>
                    <a:pt x="205738" y="1346220"/>
                  </a:cubicBezTo>
                  <a:cubicBezTo>
                    <a:pt x="202916" y="1356741"/>
                    <a:pt x="201975" y="1367690"/>
                    <a:pt x="203002" y="1378468"/>
                  </a:cubicBezTo>
                  <a:cubicBezTo>
                    <a:pt x="203258" y="1381462"/>
                    <a:pt x="203685" y="1384456"/>
                    <a:pt x="205054" y="1387108"/>
                  </a:cubicBezTo>
                  <a:cubicBezTo>
                    <a:pt x="206252" y="1389503"/>
                    <a:pt x="208134" y="1391470"/>
                    <a:pt x="210015" y="1393523"/>
                  </a:cubicBezTo>
                  <a:cubicBezTo>
                    <a:pt x="212154" y="1395747"/>
                    <a:pt x="214549" y="1398142"/>
                    <a:pt x="217628" y="1398057"/>
                  </a:cubicBezTo>
                  <a:cubicBezTo>
                    <a:pt x="217628" y="1398057"/>
                    <a:pt x="249534" y="1398741"/>
                    <a:pt x="251246" y="1398570"/>
                  </a:cubicBezTo>
                  <a:cubicBezTo>
                    <a:pt x="259971" y="1399083"/>
                    <a:pt x="268183" y="1393181"/>
                    <a:pt x="272374" y="1385482"/>
                  </a:cubicBezTo>
                  <a:cubicBezTo>
                    <a:pt x="276480" y="1377784"/>
                    <a:pt x="277079" y="1368631"/>
                    <a:pt x="276223" y="1359906"/>
                  </a:cubicBezTo>
                  <a:cubicBezTo>
                    <a:pt x="275368" y="1351181"/>
                    <a:pt x="273143" y="1342713"/>
                    <a:pt x="272031" y="1333988"/>
                  </a:cubicBezTo>
                  <a:cubicBezTo>
                    <a:pt x="268695" y="1308753"/>
                    <a:pt x="274427" y="1283177"/>
                    <a:pt x="275282" y="1257772"/>
                  </a:cubicBezTo>
                  <a:cubicBezTo>
                    <a:pt x="275539" y="1249389"/>
                    <a:pt x="275282" y="1241006"/>
                    <a:pt x="276053" y="1232623"/>
                  </a:cubicBezTo>
                  <a:cubicBezTo>
                    <a:pt x="277506" y="1215088"/>
                    <a:pt x="283152" y="1198322"/>
                    <a:pt x="287600" y="1181214"/>
                  </a:cubicBezTo>
                  <a:cubicBezTo>
                    <a:pt x="291963" y="1164192"/>
                    <a:pt x="295213" y="1146913"/>
                    <a:pt x="296240" y="1129719"/>
                  </a:cubicBezTo>
                  <a:cubicBezTo>
                    <a:pt x="307445" y="1091654"/>
                    <a:pt x="318737" y="1053247"/>
                    <a:pt x="322928" y="1013813"/>
                  </a:cubicBezTo>
                  <a:cubicBezTo>
                    <a:pt x="324211" y="1002436"/>
                    <a:pt x="324810" y="990974"/>
                    <a:pt x="325238" y="979512"/>
                  </a:cubicBezTo>
                  <a:cubicBezTo>
                    <a:pt x="326434" y="946665"/>
                    <a:pt x="326007" y="913818"/>
                    <a:pt x="324211" y="882253"/>
                  </a:cubicBezTo>
                  <a:cubicBezTo>
                    <a:pt x="326520" y="882253"/>
                    <a:pt x="328830" y="882767"/>
                    <a:pt x="331140" y="882510"/>
                  </a:cubicBezTo>
                  <a:cubicBezTo>
                    <a:pt x="333449" y="882253"/>
                    <a:pt x="335930" y="881056"/>
                    <a:pt x="336614" y="878832"/>
                  </a:cubicBezTo>
                  <a:cubicBezTo>
                    <a:pt x="336871" y="878062"/>
                    <a:pt x="336871" y="877206"/>
                    <a:pt x="336871" y="876351"/>
                  </a:cubicBezTo>
                  <a:cubicBezTo>
                    <a:pt x="336871" y="872416"/>
                    <a:pt x="336871" y="868481"/>
                    <a:pt x="336614" y="865402"/>
                  </a:cubicBezTo>
                  <a:cubicBezTo>
                    <a:pt x="335759" y="830245"/>
                    <a:pt x="340891" y="795003"/>
                    <a:pt x="351327" y="761985"/>
                  </a:cubicBezTo>
                  <a:cubicBezTo>
                    <a:pt x="358256" y="760017"/>
                    <a:pt x="364927" y="757280"/>
                    <a:pt x="371173" y="754286"/>
                  </a:cubicBezTo>
                  <a:cubicBezTo>
                    <a:pt x="371428" y="755655"/>
                    <a:pt x="371685" y="757109"/>
                    <a:pt x="371856" y="758478"/>
                  </a:cubicBezTo>
                  <a:cubicBezTo>
                    <a:pt x="366639" y="762755"/>
                    <a:pt x="361934" y="767716"/>
                    <a:pt x="357999" y="773191"/>
                  </a:cubicBezTo>
                  <a:cubicBezTo>
                    <a:pt x="357828" y="773447"/>
                    <a:pt x="357571" y="773789"/>
                    <a:pt x="357571" y="774131"/>
                  </a:cubicBezTo>
                  <a:cubicBezTo>
                    <a:pt x="357571" y="774474"/>
                    <a:pt x="357571" y="774901"/>
                    <a:pt x="357828" y="775243"/>
                  </a:cubicBezTo>
                  <a:cubicBezTo>
                    <a:pt x="358683" y="776783"/>
                    <a:pt x="360480" y="777724"/>
                    <a:pt x="362190" y="777639"/>
                  </a:cubicBezTo>
                  <a:cubicBezTo>
                    <a:pt x="363559" y="777553"/>
                    <a:pt x="364757" y="776869"/>
                    <a:pt x="365954" y="776184"/>
                  </a:cubicBezTo>
                  <a:cubicBezTo>
                    <a:pt x="370488" y="773533"/>
                    <a:pt x="374936" y="770453"/>
                    <a:pt x="377502" y="767117"/>
                  </a:cubicBezTo>
                  <a:cubicBezTo>
                    <a:pt x="379298" y="766860"/>
                    <a:pt x="381009" y="766262"/>
                    <a:pt x="382292" y="765577"/>
                  </a:cubicBezTo>
                  <a:cubicBezTo>
                    <a:pt x="380154" y="769427"/>
                    <a:pt x="378272" y="773362"/>
                    <a:pt x="376732" y="777468"/>
                  </a:cubicBezTo>
                  <a:cubicBezTo>
                    <a:pt x="376476" y="778066"/>
                    <a:pt x="376305" y="778665"/>
                    <a:pt x="376305" y="779349"/>
                  </a:cubicBezTo>
                  <a:cubicBezTo>
                    <a:pt x="376305" y="780034"/>
                    <a:pt x="376562" y="780718"/>
                    <a:pt x="377074" y="781060"/>
                  </a:cubicBezTo>
                  <a:cubicBezTo>
                    <a:pt x="377417" y="781317"/>
                    <a:pt x="377929" y="781402"/>
                    <a:pt x="378272" y="781402"/>
                  </a:cubicBezTo>
                  <a:cubicBezTo>
                    <a:pt x="380154" y="781402"/>
                    <a:pt x="381779" y="780290"/>
                    <a:pt x="383147" y="779264"/>
                  </a:cubicBezTo>
                  <a:cubicBezTo>
                    <a:pt x="386655" y="776954"/>
                    <a:pt x="389820" y="774131"/>
                    <a:pt x="392557" y="771052"/>
                  </a:cubicBezTo>
                  <a:cubicBezTo>
                    <a:pt x="397433" y="765406"/>
                    <a:pt x="400940" y="758649"/>
                    <a:pt x="403934" y="751806"/>
                  </a:cubicBezTo>
                  <a:cubicBezTo>
                    <a:pt x="404875" y="749667"/>
                    <a:pt x="405730" y="747443"/>
                    <a:pt x="406329" y="745134"/>
                  </a:cubicBezTo>
                  <a:cubicBezTo>
                    <a:pt x="407099" y="741968"/>
                    <a:pt x="407184" y="738718"/>
                    <a:pt x="407099" y="735468"/>
                  </a:cubicBezTo>
                  <a:cubicBezTo>
                    <a:pt x="406927" y="725288"/>
                    <a:pt x="405217" y="715109"/>
                    <a:pt x="401967" y="705871"/>
                  </a:cubicBezTo>
                  <a:cubicBezTo>
                    <a:pt x="391872" y="687736"/>
                    <a:pt x="392386" y="665838"/>
                    <a:pt x="390760" y="645138"/>
                  </a:cubicBezTo>
                  <a:cubicBezTo>
                    <a:pt x="388707" y="618364"/>
                    <a:pt x="382806" y="591847"/>
                    <a:pt x="383233" y="565329"/>
                  </a:cubicBezTo>
                  <a:cubicBezTo>
                    <a:pt x="378870" y="550873"/>
                    <a:pt x="381094" y="535391"/>
                    <a:pt x="381351" y="520250"/>
                  </a:cubicBezTo>
                  <a:cubicBezTo>
                    <a:pt x="381608" y="507419"/>
                    <a:pt x="380325" y="494588"/>
                    <a:pt x="377674" y="482014"/>
                  </a:cubicBezTo>
                  <a:cubicBezTo>
                    <a:pt x="376048" y="474401"/>
                    <a:pt x="373909" y="466873"/>
                    <a:pt x="374166" y="459175"/>
                  </a:cubicBezTo>
                  <a:cubicBezTo>
                    <a:pt x="374337" y="453871"/>
                    <a:pt x="375620" y="448568"/>
                    <a:pt x="375791" y="443265"/>
                  </a:cubicBezTo>
                  <a:cubicBezTo>
                    <a:pt x="376305" y="432144"/>
                    <a:pt x="372113" y="421110"/>
                    <a:pt x="372968" y="409904"/>
                  </a:cubicBezTo>
                  <a:cubicBezTo>
                    <a:pt x="373397" y="404087"/>
                    <a:pt x="375193" y="398527"/>
                    <a:pt x="376562" y="392882"/>
                  </a:cubicBezTo>
                  <a:cubicBezTo>
                    <a:pt x="383062" y="366621"/>
                    <a:pt x="381180" y="339077"/>
                    <a:pt x="378614" y="312646"/>
                  </a:cubicBezTo>
                  <a:cubicBezTo>
                    <a:pt x="377417" y="287925"/>
                    <a:pt x="373567" y="263375"/>
                    <a:pt x="367066" y="239595"/>
                  </a:cubicBezTo>
                  <a:cubicBezTo>
                    <a:pt x="366382" y="236943"/>
                    <a:pt x="365527" y="234291"/>
                    <a:pt x="363901" y="232153"/>
                  </a:cubicBezTo>
                  <a:cubicBezTo>
                    <a:pt x="362362" y="230100"/>
                    <a:pt x="360052" y="228646"/>
                    <a:pt x="357828" y="227363"/>
                  </a:cubicBezTo>
                  <a:cubicBezTo>
                    <a:pt x="348419" y="221888"/>
                    <a:pt x="338325" y="217697"/>
                    <a:pt x="327803" y="214874"/>
                  </a:cubicBezTo>
                  <a:cubicBezTo>
                    <a:pt x="323526" y="213762"/>
                    <a:pt x="319078" y="212821"/>
                    <a:pt x="315572" y="210084"/>
                  </a:cubicBezTo>
                  <a:cubicBezTo>
                    <a:pt x="308985" y="204951"/>
                    <a:pt x="308130" y="195457"/>
                    <a:pt x="308386" y="187074"/>
                  </a:cubicBezTo>
                  <a:cubicBezTo>
                    <a:pt x="309071" y="160129"/>
                    <a:pt x="314716" y="131387"/>
                    <a:pt x="302655" y="107351"/>
                  </a:cubicBezTo>
                  <a:cubicBezTo>
                    <a:pt x="299405" y="100850"/>
                    <a:pt x="294956" y="94948"/>
                    <a:pt x="292390" y="88190"/>
                  </a:cubicBezTo>
                  <a:cubicBezTo>
                    <a:pt x="288968" y="79037"/>
                    <a:pt x="289311" y="68944"/>
                    <a:pt x="288199" y="59192"/>
                  </a:cubicBezTo>
                  <a:cubicBezTo>
                    <a:pt x="286915" y="48329"/>
                    <a:pt x="283922" y="37636"/>
                    <a:pt x="278447" y="28398"/>
                  </a:cubicBezTo>
                  <a:cubicBezTo>
                    <a:pt x="271604" y="16337"/>
                    <a:pt x="260227" y="6927"/>
                    <a:pt x="247140" y="2394"/>
                  </a:cubicBezTo>
                  <a:cubicBezTo>
                    <a:pt x="234052" y="-2140"/>
                    <a:pt x="219938" y="426"/>
                    <a:pt x="203514" y="4618"/>
                  </a:cubicBezTo>
                  <a:cubicBezTo>
                    <a:pt x="189059" y="8382"/>
                    <a:pt x="174687" y="15054"/>
                    <a:pt x="165450" y="26773"/>
                  </a:cubicBezTo>
                  <a:cubicBezTo>
                    <a:pt x="157067" y="37379"/>
                    <a:pt x="153645" y="51066"/>
                    <a:pt x="151250" y="64324"/>
                  </a:cubicBezTo>
                  <a:cubicBezTo>
                    <a:pt x="144749" y="99909"/>
                    <a:pt x="143637" y="136263"/>
                    <a:pt x="138676" y="172104"/>
                  </a:cubicBezTo>
                  <a:cubicBezTo>
                    <a:pt x="136794" y="185363"/>
                    <a:pt x="134313" y="198793"/>
                    <a:pt x="128924" y="211025"/>
                  </a:cubicBezTo>
                  <a:cubicBezTo>
                    <a:pt x="125161" y="219664"/>
                    <a:pt x="119258" y="228218"/>
                    <a:pt x="110277" y="231127"/>
                  </a:cubicBezTo>
                  <a:cubicBezTo>
                    <a:pt x="104032" y="233094"/>
                    <a:pt x="97018" y="232153"/>
                    <a:pt x="91286" y="235147"/>
                  </a:cubicBezTo>
                  <a:cubicBezTo>
                    <a:pt x="83844" y="238911"/>
                    <a:pt x="80680" y="247721"/>
                    <a:pt x="78455" y="255762"/>
                  </a:cubicBezTo>
                  <a:cubicBezTo>
                    <a:pt x="72811" y="275522"/>
                    <a:pt x="68277" y="295794"/>
                    <a:pt x="67763" y="317094"/>
                  </a:cubicBezTo>
                  <a:cubicBezTo>
                    <a:pt x="64598" y="341729"/>
                    <a:pt x="69046" y="366536"/>
                    <a:pt x="72126" y="391171"/>
                  </a:cubicBezTo>
                  <a:cubicBezTo>
                    <a:pt x="72297" y="392796"/>
                    <a:pt x="72554" y="394507"/>
                    <a:pt x="71954" y="396132"/>
                  </a:cubicBezTo>
                  <a:cubicBezTo>
                    <a:pt x="70758" y="399639"/>
                    <a:pt x="66481" y="400922"/>
                    <a:pt x="64171" y="403916"/>
                  </a:cubicBezTo>
                  <a:cubicBezTo>
                    <a:pt x="60664" y="408364"/>
                    <a:pt x="62888" y="414780"/>
                    <a:pt x="63743" y="420426"/>
                  </a:cubicBezTo>
                  <a:cubicBezTo>
                    <a:pt x="65197" y="429578"/>
                    <a:pt x="62545" y="439073"/>
                    <a:pt x="64085" y="448226"/>
                  </a:cubicBezTo>
                  <a:cubicBezTo>
                    <a:pt x="65112" y="454556"/>
                    <a:pt x="68106" y="461228"/>
                    <a:pt x="65369" y="467045"/>
                  </a:cubicBezTo>
                  <a:cubicBezTo>
                    <a:pt x="64512" y="468841"/>
                    <a:pt x="63316" y="470295"/>
                    <a:pt x="62460" y="472091"/>
                  </a:cubicBezTo>
                  <a:cubicBezTo>
                    <a:pt x="61433" y="474315"/>
                    <a:pt x="61177" y="476882"/>
                    <a:pt x="60835" y="479362"/>
                  </a:cubicBezTo>
                  <a:cubicBezTo>
                    <a:pt x="59637" y="491167"/>
                    <a:pt x="58439" y="502971"/>
                    <a:pt x="56729" y="516315"/>
                  </a:cubicBezTo>
                  <a:cubicBezTo>
                    <a:pt x="53136" y="578160"/>
                    <a:pt x="65967" y="641374"/>
                    <a:pt x="50826" y="701423"/>
                  </a:cubicBezTo>
                  <a:cubicBezTo>
                    <a:pt x="49457" y="706641"/>
                    <a:pt x="47918" y="711944"/>
                    <a:pt x="47833" y="717333"/>
                  </a:cubicBezTo>
                  <a:cubicBezTo>
                    <a:pt x="47661" y="722722"/>
                    <a:pt x="49030" y="728453"/>
                    <a:pt x="52879" y="732217"/>
                  </a:cubicBezTo>
                  <a:cubicBezTo>
                    <a:pt x="55531" y="734869"/>
                    <a:pt x="59380" y="737093"/>
                    <a:pt x="59380" y="740771"/>
                  </a:cubicBezTo>
                  <a:cubicBezTo>
                    <a:pt x="59380" y="742567"/>
                    <a:pt x="58354" y="744193"/>
                    <a:pt x="57413" y="745818"/>
                  </a:cubicBezTo>
                  <a:cubicBezTo>
                    <a:pt x="45780" y="766262"/>
                    <a:pt x="52195" y="793292"/>
                    <a:pt x="38851" y="815105"/>
                  </a:cubicBezTo>
                  <a:cubicBezTo>
                    <a:pt x="33462" y="824771"/>
                    <a:pt x="26020" y="833154"/>
                    <a:pt x="21573" y="843247"/>
                  </a:cubicBezTo>
                  <a:cubicBezTo>
                    <a:pt x="13189" y="862237"/>
                    <a:pt x="16183" y="883964"/>
                    <a:pt x="14131" y="904665"/>
                  </a:cubicBezTo>
                  <a:cubicBezTo>
                    <a:pt x="13019" y="915785"/>
                    <a:pt x="10281" y="926819"/>
                    <a:pt x="6175" y="937255"/>
                  </a:cubicBezTo>
                  <a:cubicBezTo>
                    <a:pt x="3951" y="942901"/>
                    <a:pt x="1214" y="948547"/>
                    <a:pt x="358" y="954534"/>
                  </a:cubicBezTo>
                  <a:cubicBezTo>
                    <a:pt x="-1609" y="967536"/>
                    <a:pt x="4892" y="980282"/>
                    <a:pt x="11136" y="991830"/>
                  </a:cubicBezTo>
                  <a:cubicBezTo>
                    <a:pt x="13274" y="995764"/>
                    <a:pt x="15413" y="999699"/>
                    <a:pt x="17551" y="1003634"/>
                  </a:cubicBezTo>
                  <a:lnTo>
                    <a:pt x="17551" y="1003634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2682D0D-A64D-2396-7849-AF337E176450}"/>
                </a:ext>
              </a:extLst>
            </p:cNvPr>
            <p:cNvSpPr/>
            <p:nvPr/>
          </p:nvSpPr>
          <p:spPr>
            <a:xfrm>
              <a:off x="3936179" y="987170"/>
              <a:ext cx="492366" cy="1397326"/>
            </a:xfrm>
            <a:custGeom>
              <a:avLst/>
              <a:gdLst>
                <a:gd name="connsiteX0" fmla="*/ 272208 w 492366"/>
                <a:gd name="connsiteY0" fmla="*/ 406811 h 1397326"/>
                <a:gd name="connsiteX1" fmla="*/ 264339 w 492366"/>
                <a:gd name="connsiteY1" fmla="*/ 405614 h 1397326"/>
                <a:gd name="connsiteX2" fmla="*/ 269215 w 492366"/>
                <a:gd name="connsiteY2" fmla="*/ 399369 h 1397326"/>
                <a:gd name="connsiteX3" fmla="*/ 272208 w 492366"/>
                <a:gd name="connsiteY3" fmla="*/ 406811 h 1397326"/>
                <a:gd name="connsiteX4" fmla="*/ 272208 w 492366"/>
                <a:gd name="connsiteY4" fmla="*/ 406811 h 1397326"/>
                <a:gd name="connsiteX5" fmla="*/ 277769 w 492366"/>
                <a:gd name="connsiteY5" fmla="*/ 527251 h 1397326"/>
                <a:gd name="connsiteX6" fmla="*/ 282046 w 492366"/>
                <a:gd name="connsiteY6" fmla="*/ 530929 h 1397326"/>
                <a:gd name="connsiteX7" fmla="*/ 276828 w 492366"/>
                <a:gd name="connsiteY7" fmla="*/ 533067 h 1397326"/>
                <a:gd name="connsiteX8" fmla="*/ 277769 w 492366"/>
                <a:gd name="connsiteY8" fmla="*/ 527251 h 1397326"/>
                <a:gd name="connsiteX9" fmla="*/ 277769 w 492366"/>
                <a:gd name="connsiteY9" fmla="*/ 527251 h 1397326"/>
                <a:gd name="connsiteX10" fmla="*/ 270925 w 492366"/>
                <a:gd name="connsiteY10" fmla="*/ 468143 h 1397326"/>
                <a:gd name="connsiteX11" fmla="*/ 270327 w 492366"/>
                <a:gd name="connsiteY11" fmla="*/ 461214 h 1397326"/>
                <a:gd name="connsiteX12" fmla="*/ 276742 w 492366"/>
                <a:gd name="connsiteY12" fmla="*/ 464379 h 1397326"/>
                <a:gd name="connsiteX13" fmla="*/ 270925 w 492366"/>
                <a:gd name="connsiteY13" fmla="*/ 468143 h 1397326"/>
                <a:gd name="connsiteX14" fmla="*/ 270925 w 492366"/>
                <a:gd name="connsiteY14" fmla="*/ 468143 h 1397326"/>
                <a:gd name="connsiteX15" fmla="*/ 314465 w 492366"/>
                <a:gd name="connsiteY15" fmla="*/ 644696 h 1397326"/>
                <a:gd name="connsiteX16" fmla="*/ 294193 w 492366"/>
                <a:gd name="connsiteY16" fmla="*/ 641959 h 1397326"/>
                <a:gd name="connsiteX17" fmla="*/ 276657 w 492366"/>
                <a:gd name="connsiteY17" fmla="*/ 637511 h 1397326"/>
                <a:gd name="connsiteX18" fmla="*/ 196335 w 492366"/>
                <a:gd name="connsiteY18" fmla="*/ 621430 h 1397326"/>
                <a:gd name="connsiteX19" fmla="*/ 173752 w 492366"/>
                <a:gd name="connsiteY19" fmla="*/ 619890 h 1397326"/>
                <a:gd name="connsiteX20" fmla="*/ 131668 w 492366"/>
                <a:gd name="connsiteY20" fmla="*/ 630839 h 1397326"/>
                <a:gd name="connsiteX21" fmla="*/ 144242 w 492366"/>
                <a:gd name="connsiteY21" fmla="*/ 591149 h 1397326"/>
                <a:gd name="connsiteX22" fmla="*/ 147321 w 492366"/>
                <a:gd name="connsiteY22" fmla="*/ 585418 h 1397326"/>
                <a:gd name="connsiteX23" fmla="*/ 157329 w 492366"/>
                <a:gd name="connsiteY23" fmla="*/ 583707 h 1397326"/>
                <a:gd name="connsiteX24" fmla="*/ 292140 w 492366"/>
                <a:gd name="connsiteY24" fmla="*/ 586786 h 1397326"/>
                <a:gd name="connsiteX25" fmla="*/ 283329 w 492366"/>
                <a:gd name="connsiteY25" fmla="*/ 351296 h 1397326"/>
                <a:gd name="connsiteX26" fmla="*/ 274689 w 492366"/>
                <a:gd name="connsiteY26" fmla="*/ 293984 h 1397326"/>
                <a:gd name="connsiteX27" fmla="*/ 244579 w 492366"/>
                <a:gd name="connsiteY27" fmla="*/ 246938 h 1397326"/>
                <a:gd name="connsiteX28" fmla="*/ 251850 w 492366"/>
                <a:gd name="connsiteY28" fmla="*/ 222046 h 1397326"/>
                <a:gd name="connsiteX29" fmla="*/ 265537 w 492366"/>
                <a:gd name="connsiteY29" fmla="*/ 231626 h 1397326"/>
                <a:gd name="connsiteX30" fmla="*/ 274604 w 492366"/>
                <a:gd name="connsiteY30" fmla="*/ 235732 h 1397326"/>
                <a:gd name="connsiteX31" fmla="*/ 286323 w 492366"/>
                <a:gd name="connsiteY31" fmla="*/ 241805 h 1397326"/>
                <a:gd name="connsiteX32" fmla="*/ 287863 w 492366"/>
                <a:gd name="connsiteY32" fmla="*/ 266184 h 1397326"/>
                <a:gd name="connsiteX33" fmla="*/ 291540 w 492366"/>
                <a:gd name="connsiteY33" fmla="*/ 240522 h 1397326"/>
                <a:gd name="connsiteX34" fmla="*/ 324644 w 492366"/>
                <a:gd name="connsiteY34" fmla="*/ 214262 h 1397326"/>
                <a:gd name="connsiteX35" fmla="*/ 337903 w 492366"/>
                <a:gd name="connsiteY35" fmla="*/ 228119 h 1397326"/>
                <a:gd name="connsiteX36" fmla="*/ 328580 w 492366"/>
                <a:gd name="connsiteY36" fmla="*/ 296893 h 1397326"/>
                <a:gd name="connsiteX37" fmla="*/ 338246 w 492366"/>
                <a:gd name="connsiteY37" fmla="*/ 321699 h 1397326"/>
                <a:gd name="connsiteX38" fmla="*/ 365618 w 492366"/>
                <a:gd name="connsiteY38" fmla="*/ 418444 h 1397326"/>
                <a:gd name="connsiteX39" fmla="*/ 366131 w 492366"/>
                <a:gd name="connsiteY39" fmla="*/ 549919 h 1397326"/>
                <a:gd name="connsiteX40" fmla="*/ 368954 w 492366"/>
                <a:gd name="connsiteY40" fmla="*/ 593202 h 1397326"/>
                <a:gd name="connsiteX41" fmla="*/ 374600 w 492366"/>
                <a:gd name="connsiteY41" fmla="*/ 615185 h 1397326"/>
                <a:gd name="connsiteX42" fmla="*/ 384779 w 492366"/>
                <a:gd name="connsiteY42" fmla="*/ 649059 h 1397326"/>
                <a:gd name="connsiteX43" fmla="*/ 314465 w 492366"/>
                <a:gd name="connsiteY43" fmla="*/ 644696 h 1397326"/>
                <a:gd name="connsiteX44" fmla="*/ 314465 w 492366"/>
                <a:gd name="connsiteY44" fmla="*/ 644696 h 1397326"/>
                <a:gd name="connsiteX45" fmla="*/ 148519 w 492366"/>
                <a:gd name="connsiteY45" fmla="*/ 934847 h 1397326"/>
                <a:gd name="connsiteX46" fmla="*/ 133720 w 492366"/>
                <a:gd name="connsiteY46" fmla="*/ 894729 h 1397326"/>
                <a:gd name="connsiteX47" fmla="*/ 129443 w 492366"/>
                <a:gd name="connsiteY47" fmla="*/ 879588 h 1397326"/>
                <a:gd name="connsiteX48" fmla="*/ 126962 w 492366"/>
                <a:gd name="connsiteY48" fmla="*/ 848708 h 1397326"/>
                <a:gd name="connsiteX49" fmla="*/ 123114 w 492366"/>
                <a:gd name="connsiteY49" fmla="*/ 841523 h 1397326"/>
                <a:gd name="connsiteX50" fmla="*/ 119521 w 492366"/>
                <a:gd name="connsiteY50" fmla="*/ 825442 h 1397326"/>
                <a:gd name="connsiteX51" fmla="*/ 119092 w 492366"/>
                <a:gd name="connsiteY51" fmla="*/ 808932 h 1397326"/>
                <a:gd name="connsiteX52" fmla="*/ 124054 w 492366"/>
                <a:gd name="connsiteY52" fmla="*/ 788061 h 1397326"/>
                <a:gd name="connsiteX53" fmla="*/ 123883 w 492366"/>
                <a:gd name="connsiteY53" fmla="*/ 762827 h 1397326"/>
                <a:gd name="connsiteX54" fmla="*/ 136200 w 492366"/>
                <a:gd name="connsiteY54" fmla="*/ 819796 h 1397326"/>
                <a:gd name="connsiteX55" fmla="*/ 148347 w 492366"/>
                <a:gd name="connsiteY55" fmla="*/ 934932 h 1397326"/>
                <a:gd name="connsiteX56" fmla="*/ 148347 w 492366"/>
                <a:gd name="connsiteY56" fmla="*/ 934932 h 1397326"/>
                <a:gd name="connsiteX57" fmla="*/ 116612 w 492366"/>
                <a:gd name="connsiteY57" fmla="*/ 827409 h 1397326"/>
                <a:gd name="connsiteX58" fmla="*/ 105920 w 492366"/>
                <a:gd name="connsiteY58" fmla="*/ 827238 h 1397326"/>
                <a:gd name="connsiteX59" fmla="*/ 103012 w 492366"/>
                <a:gd name="connsiteY59" fmla="*/ 826896 h 1397326"/>
                <a:gd name="connsiteX60" fmla="*/ 98905 w 492366"/>
                <a:gd name="connsiteY60" fmla="*/ 822277 h 1397326"/>
                <a:gd name="connsiteX61" fmla="*/ 98735 w 492366"/>
                <a:gd name="connsiteY61" fmla="*/ 821507 h 1397326"/>
                <a:gd name="connsiteX62" fmla="*/ 99333 w 492366"/>
                <a:gd name="connsiteY62" fmla="*/ 820737 h 1397326"/>
                <a:gd name="connsiteX63" fmla="*/ 110624 w 492366"/>
                <a:gd name="connsiteY63" fmla="*/ 819026 h 1397326"/>
                <a:gd name="connsiteX64" fmla="*/ 115927 w 492366"/>
                <a:gd name="connsiteY64" fmla="*/ 820908 h 1397326"/>
                <a:gd name="connsiteX65" fmla="*/ 116698 w 492366"/>
                <a:gd name="connsiteY65" fmla="*/ 827494 h 1397326"/>
                <a:gd name="connsiteX66" fmla="*/ 116698 w 492366"/>
                <a:gd name="connsiteY66" fmla="*/ 827494 h 1397326"/>
                <a:gd name="connsiteX67" fmla="*/ 91977 w 492366"/>
                <a:gd name="connsiteY67" fmla="*/ 816032 h 1397326"/>
                <a:gd name="connsiteX68" fmla="*/ 91292 w 492366"/>
                <a:gd name="connsiteY68" fmla="*/ 817657 h 1397326"/>
                <a:gd name="connsiteX69" fmla="*/ 90010 w 492366"/>
                <a:gd name="connsiteY69" fmla="*/ 818171 h 1397326"/>
                <a:gd name="connsiteX70" fmla="*/ 84278 w 492366"/>
                <a:gd name="connsiteY70" fmla="*/ 818256 h 1397326"/>
                <a:gd name="connsiteX71" fmla="*/ 75724 w 492366"/>
                <a:gd name="connsiteY71" fmla="*/ 818256 h 1397326"/>
                <a:gd name="connsiteX72" fmla="*/ 71704 w 492366"/>
                <a:gd name="connsiteY72" fmla="*/ 817230 h 1397326"/>
                <a:gd name="connsiteX73" fmla="*/ 69823 w 492366"/>
                <a:gd name="connsiteY73" fmla="*/ 813808 h 1397326"/>
                <a:gd name="connsiteX74" fmla="*/ 72046 w 492366"/>
                <a:gd name="connsiteY74" fmla="*/ 811242 h 1397326"/>
                <a:gd name="connsiteX75" fmla="*/ 75553 w 492366"/>
                <a:gd name="connsiteY75" fmla="*/ 810558 h 1397326"/>
                <a:gd name="connsiteX76" fmla="*/ 88641 w 492366"/>
                <a:gd name="connsiteY76" fmla="*/ 810130 h 1397326"/>
                <a:gd name="connsiteX77" fmla="*/ 90437 w 492366"/>
                <a:gd name="connsiteY77" fmla="*/ 810386 h 1397326"/>
                <a:gd name="connsiteX78" fmla="*/ 91977 w 492366"/>
                <a:gd name="connsiteY78" fmla="*/ 815861 h 1397326"/>
                <a:gd name="connsiteX79" fmla="*/ 91977 w 492366"/>
                <a:gd name="connsiteY79" fmla="*/ 815861 h 1397326"/>
                <a:gd name="connsiteX80" fmla="*/ 163060 w 492366"/>
                <a:gd name="connsiteY80" fmla="*/ 493805 h 1397326"/>
                <a:gd name="connsiteX81" fmla="*/ 165113 w 492366"/>
                <a:gd name="connsiteY81" fmla="*/ 446929 h 1397326"/>
                <a:gd name="connsiteX82" fmla="*/ 169475 w 492366"/>
                <a:gd name="connsiteY82" fmla="*/ 421438 h 1397326"/>
                <a:gd name="connsiteX83" fmla="*/ 173068 w 492366"/>
                <a:gd name="connsiteY83" fmla="*/ 388249 h 1397326"/>
                <a:gd name="connsiteX84" fmla="*/ 178457 w 492366"/>
                <a:gd name="connsiteY84" fmla="*/ 436322 h 1397326"/>
                <a:gd name="connsiteX85" fmla="*/ 163830 w 492366"/>
                <a:gd name="connsiteY85" fmla="*/ 533581 h 1397326"/>
                <a:gd name="connsiteX86" fmla="*/ 152112 w 492366"/>
                <a:gd name="connsiteY86" fmla="*/ 557959 h 1397326"/>
                <a:gd name="connsiteX87" fmla="*/ 163145 w 492366"/>
                <a:gd name="connsiteY87" fmla="*/ 493805 h 1397326"/>
                <a:gd name="connsiteX88" fmla="*/ 163145 w 492366"/>
                <a:gd name="connsiteY88" fmla="*/ 493805 h 1397326"/>
                <a:gd name="connsiteX89" fmla="*/ 421219 w 492366"/>
                <a:gd name="connsiteY89" fmla="*/ 725018 h 1397326"/>
                <a:gd name="connsiteX90" fmla="*/ 420705 w 492366"/>
                <a:gd name="connsiteY90" fmla="*/ 715951 h 1397326"/>
                <a:gd name="connsiteX91" fmla="*/ 420192 w 492366"/>
                <a:gd name="connsiteY91" fmla="*/ 709108 h 1397326"/>
                <a:gd name="connsiteX92" fmla="*/ 422245 w 492366"/>
                <a:gd name="connsiteY92" fmla="*/ 693197 h 1397326"/>
                <a:gd name="connsiteX93" fmla="*/ 429858 w 492366"/>
                <a:gd name="connsiteY93" fmla="*/ 706199 h 1397326"/>
                <a:gd name="connsiteX94" fmla="*/ 431397 w 492366"/>
                <a:gd name="connsiteY94" fmla="*/ 721340 h 1397326"/>
                <a:gd name="connsiteX95" fmla="*/ 426008 w 492366"/>
                <a:gd name="connsiteY95" fmla="*/ 741527 h 1397326"/>
                <a:gd name="connsiteX96" fmla="*/ 424640 w 492366"/>
                <a:gd name="connsiteY96" fmla="*/ 742211 h 1397326"/>
                <a:gd name="connsiteX97" fmla="*/ 423700 w 492366"/>
                <a:gd name="connsiteY97" fmla="*/ 741784 h 1397326"/>
                <a:gd name="connsiteX98" fmla="*/ 418054 w 492366"/>
                <a:gd name="connsiteY98" fmla="*/ 730236 h 1397326"/>
                <a:gd name="connsiteX99" fmla="*/ 420705 w 492366"/>
                <a:gd name="connsiteY99" fmla="*/ 728440 h 1397326"/>
                <a:gd name="connsiteX100" fmla="*/ 421133 w 492366"/>
                <a:gd name="connsiteY100" fmla="*/ 725018 h 1397326"/>
                <a:gd name="connsiteX101" fmla="*/ 421133 w 492366"/>
                <a:gd name="connsiteY101" fmla="*/ 725018 h 1397326"/>
                <a:gd name="connsiteX102" fmla="*/ 430885 w 492366"/>
                <a:gd name="connsiteY102" fmla="*/ 1112769 h 1397326"/>
                <a:gd name="connsiteX103" fmla="*/ 456803 w 492366"/>
                <a:gd name="connsiteY103" fmla="*/ 1040402 h 1397326"/>
                <a:gd name="connsiteX104" fmla="*/ 480583 w 492366"/>
                <a:gd name="connsiteY104" fmla="*/ 987710 h 1397326"/>
                <a:gd name="connsiteX105" fmla="*/ 492131 w 492366"/>
                <a:gd name="connsiteY105" fmla="*/ 966582 h 1397326"/>
                <a:gd name="connsiteX106" fmla="*/ 489650 w 492366"/>
                <a:gd name="connsiteY106" fmla="*/ 941861 h 1397326"/>
                <a:gd name="connsiteX107" fmla="*/ 466640 w 492366"/>
                <a:gd name="connsiteY107" fmla="*/ 852900 h 1397326"/>
                <a:gd name="connsiteX108" fmla="*/ 437643 w 492366"/>
                <a:gd name="connsiteY108" fmla="*/ 774374 h 1397326"/>
                <a:gd name="connsiteX109" fmla="*/ 438412 w 492366"/>
                <a:gd name="connsiteY109" fmla="*/ 771637 h 1397326"/>
                <a:gd name="connsiteX110" fmla="*/ 443716 w 492366"/>
                <a:gd name="connsiteY110" fmla="*/ 769670 h 1397326"/>
                <a:gd name="connsiteX111" fmla="*/ 446709 w 492366"/>
                <a:gd name="connsiteY111" fmla="*/ 764024 h 1397326"/>
                <a:gd name="connsiteX112" fmla="*/ 456718 w 492366"/>
                <a:gd name="connsiteY112" fmla="*/ 744265 h 1397326"/>
                <a:gd name="connsiteX113" fmla="*/ 461679 w 492366"/>
                <a:gd name="connsiteY113" fmla="*/ 712957 h 1397326"/>
                <a:gd name="connsiteX114" fmla="*/ 450217 w 492366"/>
                <a:gd name="connsiteY114" fmla="*/ 683959 h 1397326"/>
                <a:gd name="connsiteX115" fmla="*/ 461850 w 492366"/>
                <a:gd name="connsiteY115" fmla="*/ 683531 h 1397326"/>
                <a:gd name="connsiteX116" fmla="*/ 469292 w 492366"/>
                <a:gd name="connsiteY116" fmla="*/ 677030 h 1397326"/>
                <a:gd name="connsiteX117" fmla="*/ 461166 w 492366"/>
                <a:gd name="connsiteY117" fmla="*/ 658639 h 1397326"/>
                <a:gd name="connsiteX118" fmla="*/ 457487 w 492366"/>
                <a:gd name="connsiteY118" fmla="*/ 639308 h 1397326"/>
                <a:gd name="connsiteX119" fmla="*/ 448249 w 492366"/>
                <a:gd name="connsiteY119" fmla="*/ 533324 h 1397326"/>
                <a:gd name="connsiteX120" fmla="*/ 442518 w 492366"/>
                <a:gd name="connsiteY120" fmla="*/ 387907 h 1397326"/>
                <a:gd name="connsiteX121" fmla="*/ 438839 w 492366"/>
                <a:gd name="connsiteY121" fmla="*/ 306986 h 1397326"/>
                <a:gd name="connsiteX122" fmla="*/ 428832 w 492366"/>
                <a:gd name="connsiteY122" fmla="*/ 254123 h 1397326"/>
                <a:gd name="connsiteX123" fmla="*/ 417198 w 492366"/>
                <a:gd name="connsiteY123" fmla="*/ 239923 h 1397326"/>
                <a:gd name="connsiteX124" fmla="*/ 403341 w 492366"/>
                <a:gd name="connsiteY124" fmla="*/ 233850 h 1397326"/>
                <a:gd name="connsiteX125" fmla="*/ 368099 w 492366"/>
                <a:gd name="connsiteY125" fmla="*/ 217683 h 1397326"/>
                <a:gd name="connsiteX126" fmla="*/ 384950 w 492366"/>
                <a:gd name="connsiteY126" fmla="*/ 176111 h 1397326"/>
                <a:gd name="connsiteX127" fmla="*/ 376567 w 492366"/>
                <a:gd name="connsiteY127" fmla="*/ 125129 h 1397326"/>
                <a:gd name="connsiteX128" fmla="*/ 354840 w 492366"/>
                <a:gd name="connsiteY128" fmla="*/ 76971 h 1397326"/>
                <a:gd name="connsiteX129" fmla="*/ 351247 w 492366"/>
                <a:gd name="connsiteY129" fmla="*/ 52506 h 1397326"/>
                <a:gd name="connsiteX130" fmla="*/ 318657 w 492366"/>
                <a:gd name="connsiteY130" fmla="*/ 7769 h 1397326"/>
                <a:gd name="connsiteX131" fmla="*/ 275545 w 492366"/>
                <a:gd name="connsiteY131" fmla="*/ 2466 h 1397326"/>
                <a:gd name="connsiteX132" fmla="*/ 237223 w 492366"/>
                <a:gd name="connsiteY132" fmla="*/ 11191 h 1397326"/>
                <a:gd name="connsiteX133" fmla="*/ 213443 w 492366"/>
                <a:gd name="connsiteY133" fmla="*/ 42926 h 1397326"/>
                <a:gd name="connsiteX134" fmla="*/ 173240 w 492366"/>
                <a:gd name="connsiteY134" fmla="*/ 174828 h 1397326"/>
                <a:gd name="connsiteX135" fmla="*/ 157072 w 492366"/>
                <a:gd name="connsiteY135" fmla="*/ 230942 h 1397326"/>
                <a:gd name="connsiteX136" fmla="*/ 128758 w 492366"/>
                <a:gd name="connsiteY136" fmla="*/ 253097 h 1397326"/>
                <a:gd name="connsiteX137" fmla="*/ 107802 w 492366"/>
                <a:gd name="connsiteY137" fmla="*/ 303907 h 1397326"/>
                <a:gd name="connsiteX138" fmla="*/ 107289 w 492366"/>
                <a:gd name="connsiteY138" fmla="*/ 360107 h 1397326"/>
                <a:gd name="connsiteX139" fmla="*/ 99505 w 492366"/>
                <a:gd name="connsiteY139" fmla="*/ 411687 h 1397326"/>
                <a:gd name="connsiteX140" fmla="*/ 73843 w 492366"/>
                <a:gd name="connsiteY140" fmla="*/ 687466 h 1397326"/>
                <a:gd name="connsiteX141" fmla="*/ 74184 w 492366"/>
                <a:gd name="connsiteY141" fmla="*/ 691144 h 1397326"/>
                <a:gd name="connsiteX142" fmla="*/ 73586 w 492366"/>
                <a:gd name="connsiteY142" fmla="*/ 714839 h 1397326"/>
                <a:gd name="connsiteX143" fmla="*/ 73329 w 492366"/>
                <a:gd name="connsiteY143" fmla="*/ 758208 h 1397326"/>
                <a:gd name="connsiteX144" fmla="*/ 70250 w 492366"/>
                <a:gd name="connsiteY144" fmla="*/ 801063 h 1397326"/>
                <a:gd name="connsiteX145" fmla="*/ 69907 w 492366"/>
                <a:gd name="connsiteY145" fmla="*/ 827580 h 1397326"/>
                <a:gd name="connsiteX146" fmla="*/ 21321 w 492366"/>
                <a:gd name="connsiteY146" fmla="*/ 958028 h 1397326"/>
                <a:gd name="connsiteX147" fmla="*/ 3358 w 492366"/>
                <a:gd name="connsiteY147" fmla="*/ 1009351 h 1397326"/>
                <a:gd name="connsiteX148" fmla="*/ 4812 w 492366"/>
                <a:gd name="connsiteY148" fmla="*/ 1031592 h 1397326"/>
                <a:gd name="connsiteX149" fmla="*/ 1220 w 492366"/>
                <a:gd name="connsiteY149" fmla="*/ 1085653 h 1397326"/>
                <a:gd name="connsiteX150" fmla="*/ 1989 w 492366"/>
                <a:gd name="connsiteY150" fmla="*/ 1117559 h 1397326"/>
                <a:gd name="connsiteX151" fmla="*/ 25513 w 492366"/>
                <a:gd name="connsiteY151" fmla="*/ 1171278 h 1397326"/>
                <a:gd name="connsiteX152" fmla="*/ 48010 w 492366"/>
                <a:gd name="connsiteY152" fmla="*/ 1197624 h 1397326"/>
                <a:gd name="connsiteX153" fmla="*/ 76323 w 492366"/>
                <a:gd name="connsiteY153" fmla="*/ 1211310 h 1397326"/>
                <a:gd name="connsiteX154" fmla="*/ 116184 w 492366"/>
                <a:gd name="connsiteY154" fmla="*/ 1217726 h 1397326"/>
                <a:gd name="connsiteX155" fmla="*/ 149973 w 492366"/>
                <a:gd name="connsiteY155" fmla="*/ 1198052 h 1397326"/>
                <a:gd name="connsiteX156" fmla="*/ 157415 w 492366"/>
                <a:gd name="connsiteY156" fmla="*/ 1226451 h 1397326"/>
                <a:gd name="connsiteX157" fmla="*/ 161521 w 492366"/>
                <a:gd name="connsiteY157" fmla="*/ 1232438 h 1397326"/>
                <a:gd name="connsiteX158" fmla="*/ 162718 w 492366"/>
                <a:gd name="connsiteY158" fmla="*/ 1240907 h 1397326"/>
                <a:gd name="connsiteX159" fmla="*/ 161606 w 492366"/>
                <a:gd name="connsiteY159" fmla="*/ 1251685 h 1397326"/>
                <a:gd name="connsiteX160" fmla="*/ 154763 w 492366"/>
                <a:gd name="connsiteY160" fmla="*/ 1264773 h 1397326"/>
                <a:gd name="connsiteX161" fmla="*/ 154079 w 492366"/>
                <a:gd name="connsiteY161" fmla="*/ 1288980 h 1397326"/>
                <a:gd name="connsiteX162" fmla="*/ 162376 w 492366"/>
                <a:gd name="connsiteY162" fmla="*/ 1312247 h 1397326"/>
                <a:gd name="connsiteX163" fmla="*/ 167251 w 492366"/>
                <a:gd name="connsiteY163" fmla="*/ 1348174 h 1397326"/>
                <a:gd name="connsiteX164" fmla="*/ 168534 w 492366"/>
                <a:gd name="connsiteY164" fmla="*/ 1368960 h 1397326"/>
                <a:gd name="connsiteX165" fmla="*/ 170075 w 492366"/>
                <a:gd name="connsiteY165" fmla="*/ 1371098 h 1397326"/>
                <a:gd name="connsiteX166" fmla="*/ 173154 w 492366"/>
                <a:gd name="connsiteY166" fmla="*/ 1371611 h 1397326"/>
                <a:gd name="connsiteX167" fmla="*/ 185642 w 492366"/>
                <a:gd name="connsiteY167" fmla="*/ 1371184 h 1397326"/>
                <a:gd name="connsiteX168" fmla="*/ 190946 w 492366"/>
                <a:gd name="connsiteY168" fmla="*/ 1380508 h 1397326"/>
                <a:gd name="connsiteX169" fmla="*/ 199244 w 492366"/>
                <a:gd name="connsiteY169" fmla="*/ 1384442 h 1397326"/>
                <a:gd name="connsiteX170" fmla="*/ 236709 w 492366"/>
                <a:gd name="connsiteY170" fmla="*/ 1394536 h 1397326"/>
                <a:gd name="connsiteX171" fmla="*/ 265622 w 492366"/>
                <a:gd name="connsiteY171" fmla="*/ 1394964 h 1397326"/>
                <a:gd name="connsiteX172" fmla="*/ 274861 w 492366"/>
                <a:gd name="connsiteY172" fmla="*/ 1391371 h 1397326"/>
                <a:gd name="connsiteX173" fmla="*/ 277683 w 492366"/>
                <a:gd name="connsiteY173" fmla="*/ 1384442 h 1397326"/>
                <a:gd name="connsiteX174" fmla="*/ 278197 w 492366"/>
                <a:gd name="connsiteY174" fmla="*/ 1368874 h 1397326"/>
                <a:gd name="connsiteX175" fmla="*/ 266734 w 492366"/>
                <a:gd name="connsiteY175" fmla="*/ 1355701 h 1397326"/>
                <a:gd name="connsiteX176" fmla="*/ 239276 w 492366"/>
                <a:gd name="connsiteY176" fmla="*/ 1307371 h 1397326"/>
                <a:gd name="connsiteX177" fmla="*/ 222682 w 492366"/>
                <a:gd name="connsiteY177" fmla="*/ 1228589 h 1397326"/>
                <a:gd name="connsiteX178" fmla="*/ 222682 w 492366"/>
                <a:gd name="connsiteY178" fmla="*/ 1193090 h 1397326"/>
                <a:gd name="connsiteX179" fmla="*/ 209680 w 492366"/>
                <a:gd name="connsiteY179" fmla="*/ 1160842 h 1397326"/>
                <a:gd name="connsiteX180" fmla="*/ 215667 w 492366"/>
                <a:gd name="connsiteY180" fmla="*/ 1028341 h 1397326"/>
                <a:gd name="connsiteX181" fmla="*/ 223708 w 492366"/>
                <a:gd name="connsiteY181" fmla="*/ 986341 h 1397326"/>
                <a:gd name="connsiteX182" fmla="*/ 227728 w 492366"/>
                <a:gd name="connsiteY182" fmla="*/ 975820 h 1397326"/>
                <a:gd name="connsiteX183" fmla="*/ 228669 w 492366"/>
                <a:gd name="connsiteY183" fmla="*/ 964187 h 1397326"/>
                <a:gd name="connsiteX184" fmla="*/ 239618 w 492366"/>
                <a:gd name="connsiteY184" fmla="*/ 905592 h 1397326"/>
                <a:gd name="connsiteX185" fmla="*/ 267247 w 492366"/>
                <a:gd name="connsiteY185" fmla="*/ 762399 h 1397326"/>
                <a:gd name="connsiteX186" fmla="*/ 317887 w 492366"/>
                <a:gd name="connsiteY186" fmla="*/ 830061 h 1397326"/>
                <a:gd name="connsiteX187" fmla="*/ 365789 w 492366"/>
                <a:gd name="connsiteY187" fmla="*/ 905079 h 1397326"/>
                <a:gd name="connsiteX188" fmla="*/ 376653 w 492366"/>
                <a:gd name="connsiteY188" fmla="*/ 931425 h 1397326"/>
                <a:gd name="connsiteX189" fmla="*/ 391023 w 492366"/>
                <a:gd name="connsiteY189" fmla="*/ 985828 h 1397326"/>
                <a:gd name="connsiteX190" fmla="*/ 380245 w 492366"/>
                <a:gd name="connsiteY190" fmla="*/ 1013799 h 1397326"/>
                <a:gd name="connsiteX191" fmla="*/ 345259 w 492366"/>
                <a:gd name="connsiteY191" fmla="*/ 1155710 h 1397326"/>
                <a:gd name="connsiteX192" fmla="*/ 335593 w 492366"/>
                <a:gd name="connsiteY192" fmla="*/ 1158276 h 1397326"/>
                <a:gd name="connsiteX193" fmla="*/ 336022 w 492366"/>
                <a:gd name="connsiteY193" fmla="*/ 1162809 h 1397326"/>
                <a:gd name="connsiteX194" fmla="*/ 338844 w 492366"/>
                <a:gd name="connsiteY194" fmla="*/ 1173844 h 1397326"/>
                <a:gd name="connsiteX195" fmla="*/ 339015 w 492366"/>
                <a:gd name="connsiteY195" fmla="*/ 1178549 h 1397326"/>
                <a:gd name="connsiteX196" fmla="*/ 330718 w 492366"/>
                <a:gd name="connsiteY196" fmla="*/ 1179746 h 1397326"/>
                <a:gd name="connsiteX197" fmla="*/ 327125 w 492366"/>
                <a:gd name="connsiteY197" fmla="*/ 1170765 h 1397326"/>
                <a:gd name="connsiteX198" fmla="*/ 324730 w 492366"/>
                <a:gd name="connsiteY198" fmla="*/ 1161270 h 1397326"/>
                <a:gd name="connsiteX199" fmla="*/ 320026 w 492366"/>
                <a:gd name="connsiteY199" fmla="*/ 1158703 h 1397326"/>
                <a:gd name="connsiteX200" fmla="*/ 317459 w 492366"/>
                <a:gd name="connsiteY200" fmla="*/ 1167001 h 1397326"/>
                <a:gd name="connsiteX201" fmla="*/ 317202 w 492366"/>
                <a:gd name="connsiteY201" fmla="*/ 1215331 h 1397326"/>
                <a:gd name="connsiteX202" fmla="*/ 310530 w 492366"/>
                <a:gd name="connsiteY202" fmla="*/ 1229616 h 1397326"/>
                <a:gd name="connsiteX203" fmla="*/ 306595 w 492366"/>
                <a:gd name="connsiteY203" fmla="*/ 1246895 h 1397326"/>
                <a:gd name="connsiteX204" fmla="*/ 298213 w 492366"/>
                <a:gd name="connsiteY204" fmla="*/ 1257844 h 1397326"/>
                <a:gd name="connsiteX205" fmla="*/ 295133 w 492366"/>
                <a:gd name="connsiteY205" fmla="*/ 1292316 h 1397326"/>
                <a:gd name="connsiteX206" fmla="*/ 292225 w 492366"/>
                <a:gd name="connsiteY206" fmla="*/ 1363314 h 1397326"/>
                <a:gd name="connsiteX207" fmla="*/ 320710 w 492366"/>
                <a:gd name="connsiteY207" fmla="*/ 1363913 h 1397326"/>
                <a:gd name="connsiteX208" fmla="*/ 320453 w 492366"/>
                <a:gd name="connsiteY208" fmla="*/ 1358866 h 1397326"/>
                <a:gd name="connsiteX209" fmla="*/ 331659 w 492366"/>
                <a:gd name="connsiteY209" fmla="*/ 1324650 h 1397326"/>
                <a:gd name="connsiteX210" fmla="*/ 346628 w 492366"/>
                <a:gd name="connsiteY210" fmla="*/ 1345950 h 1397326"/>
                <a:gd name="connsiteX211" fmla="*/ 349280 w 492366"/>
                <a:gd name="connsiteY211" fmla="*/ 1358780 h 1397326"/>
                <a:gd name="connsiteX212" fmla="*/ 351504 w 492366"/>
                <a:gd name="connsiteY212" fmla="*/ 1383929 h 1397326"/>
                <a:gd name="connsiteX213" fmla="*/ 381614 w 492366"/>
                <a:gd name="connsiteY213" fmla="*/ 1392825 h 1397326"/>
                <a:gd name="connsiteX214" fmla="*/ 429344 w 492366"/>
                <a:gd name="connsiteY214" fmla="*/ 1396931 h 1397326"/>
                <a:gd name="connsiteX215" fmla="*/ 439439 w 492366"/>
                <a:gd name="connsiteY215" fmla="*/ 1395049 h 1397326"/>
                <a:gd name="connsiteX216" fmla="*/ 445255 w 492366"/>
                <a:gd name="connsiteY216" fmla="*/ 1376487 h 1397326"/>
                <a:gd name="connsiteX217" fmla="*/ 427120 w 492366"/>
                <a:gd name="connsiteY217" fmla="*/ 1360748 h 1397326"/>
                <a:gd name="connsiteX218" fmla="*/ 401458 w 492366"/>
                <a:gd name="connsiteY218" fmla="*/ 1338422 h 1397326"/>
                <a:gd name="connsiteX219" fmla="*/ 396926 w 492366"/>
                <a:gd name="connsiteY219" fmla="*/ 1323282 h 1397326"/>
                <a:gd name="connsiteX220" fmla="*/ 390168 w 492366"/>
                <a:gd name="connsiteY220" fmla="*/ 1285216 h 1397326"/>
                <a:gd name="connsiteX221" fmla="*/ 399662 w 492366"/>
                <a:gd name="connsiteY221" fmla="*/ 1196940 h 1397326"/>
                <a:gd name="connsiteX222" fmla="*/ 431056 w 492366"/>
                <a:gd name="connsiteY222" fmla="*/ 1113368 h 1397326"/>
                <a:gd name="connsiteX223" fmla="*/ 431056 w 492366"/>
                <a:gd name="connsiteY223" fmla="*/ 1113368 h 1397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</a:cxnLst>
              <a:rect l="l" t="t" r="r" b="b"/>
              <a:pathLst>
                <a:path w="492366" h="1397326">
                  <a:moveTo>
                    <a:pt x="272208" y="406811"/>
                  </a:moveTo>
                  <a:cubicBezTo>
                    <a:pt x="270241" y="409292"/>
                    <a:pt x="265537" y="408607"/>
                    <a:pt x="264339" y="405614"/>
                  </a:cubicBezTo>
                  <a:cubicBezTo>
                    <a:pt x="263142" y="402705"/>
                    <a:pt x="266050" y="398941"/>
                    <a:pt x="269215" y="399369"/>
                  </a:cubicBezTo>
                  <a:cubicBezTo>
                    <a:pt x="272551" y="399797"/>
                    <a:pt x="274176" y="404330"/>
                    <a:pt x="272208" y="406811"/>
                  </a:cubicBezTo>
                  <a:lnTo>
                    <a:pt x="272208" y="406811"/>
                  </a:lnTo>
                  <a:close/>
                  <a:moveTo>
                    <a:pt x="277769" y="527251"/>
                  </a:moveTo>
                  <a:cubicBezTo>
                    <a:pt x="279907" y="526566"/>
                    <a:pt x="282388" y="528705"/>
                    <a:pt x="282046" y="530929"/>
                  </a:cubicBezTo>
                  <a:cubicBezTo>
                    <a:pt x="281703" y="533153"/>
                    <a:pt x="278624" y="534436"/>
                    <a:pt x="276828" y="533067"/>
                  </a:cubicBezTo>
                  <a:cubicBezTo>
                    <a:pt x="275032" y="531784"/>
                    <a:pt x="275117" y="528106"/>
                    <a:pt x="277769" y="527251"/>
                  </a:cubicBezTo>
                  <a:lnTo>
                    <a:pt x="277769" y="527251"/>
                  </a:lnTo>
                  <a:close/>
                  <a:moveTo>
                    <a:pt x="270925" y="468143"/>
                  </a:moveTo>
                  <a:cubicBezTo>
                    <a:pt x="268445" y="466945"/>
                    <a:pt x="268103" y="462839"/>
                    <a:pt x="270327" y="461214"/>
                  </a:cubicBezTo>
                  <a:cubicBezTo>
                    <a:pt x="272893" y="459332"/>
                    <a:pt x="276657" y="461642"/>
                    <a:pt x="276742" y="464379"/>
                  </a:cubicBezTo>
                  <a:cubicBezTo>
                    <a:pt x="276742" y="467116"/>
                    <a:pt x="273406" y="469340"/>
                    <a:pt x="270925" y="468143"/>
                  </a:cubicBezTo>
                  <a:lnTo>
                    <a:pt x="270925" y="468143"/>
                  </a:lnTo>
                  <a:close/>
                  <a:moveTo>
                    <a:pt x="314465" y="644696"/>
                  </a:moveTo>
                  <a:cubicBezTo>
                    <a:pt x="307707" y="644012"/>
                    <a:pt x="300864" y="643328"/>
                    <a:pt x="294193" y="641959"/>
                  </a:cubicBezTo>
                  <a:cubicBezTo>
                    <a:pt x="288290" y="640762"/>
                    <a:pt x="282474" y="639136"/>
                    <a:pt x="276657" y="637511"/>
                  </a:cubicBezTo>
                  <a:cubicBezTo>
                    <a:pt x="250225" y="630411"/>
                    <a:pt x="223451" y="625022"/>
                    <a:pt x="196335" y="621430"/>
                  </a:cubicBezTo>
                  <a:cubicBezTo>
                    <a:pt x="188893" y="620403"/>
                    <a:pt x="181280" y="619548"/>
                    <a:pt x="173752" y="619890"/>
                  </a:cubicBezTo>
                  <a:cubicBezTo>
                    <a:pt x="159211" y="620489"/>
                    <a:pt x="145182" y="625536"/>
                    <a:pt x="131668" y="630839"/>
                  </a:cubicBezTo>
                  <a:cubicBezTo>
                    <a:pt x="136030" y="616383"/>
                    <a:pt x="140136" y="603723"/>
                    <a:pt x="144242" y="591149"/>
                  </a:cubicBezTo>
                  <a:cubicBezTo>
                    <a:pt x="144926" y="589010"/>
                    <a:pt x="145696" y="586872"/>
                    <a:pt x="147321" y="585418"/>
                  </a:cubicBezTo>
                  <a:cubicBezTo>
                    <a:pt x="149973" y="583108"/>
                    <a:pt x="153822" y="583365"/>
                    <a:pt x="157329" y="583707"/>
                  </a:cubicBezTo>
                  <a:cubicBezTo>
                    <a:pt x="202066" y="588326"/>
                    <a:pt x="247231" y="589352"/>
                    <a:pt x="292140" y="586786"/>
                  </a:cubicBezTo>
                  <a:cubicBezTo>
                    <a:pt x="295903" y="508261"/>
                    <a:pt x="292909" y="429393"/>
                    <a:pt x="283329" y="351296"/>
                  </a:cubicBezTo>
                  <a:cubicBezTo>
                    <a:pt x="283243" y="331793"/>
                    <a:pt x="280677" y="312461"/>
                    <a:pt x="274689" y="293984"/>
                  </a:cubicBezTo>
                  <a:cubicBezTo>
                    <a:pt x="268702" y="275508"/>
                    <a:pt x="259036" y="257887"/>
                    <a:pt x="244579" y="246938"/>
                  </a:cubicBezTo>
                  <a:cubicBezTo>
                    <a:pt x="248599" y="238384"/>
                    <a:pt x="251252" y="229317"/>
                    <a:pt x="251850" y="222046"/>
                  </a:cubicBezTo>
                  <a:cubicBezTo>
                    <a:pt x="257239" y="223671"/>
                    <a:pt x="260832" y="228547"/>
                    <a:pt x="265537" y="231626"/>
                  </a:cubicBezTo>
                  <a:cubicBezTo>
                    <a:pt x="268274" y="233423"/>
                    <a:pt x="271439" y="234620"/>
                    <a:pt x="274604" y="235732"/>
                  </a:cubicBezTo>
                  <a:cubicBezTo>
                    <a:pt x="278966" y="237272"/>
                    <a:pt x="283329" y="238897"/>
                    <a:pt x="286323" y="241805"/>
                  </a:cubicBezTo>
                  <a:cubicBezTo>
                    <a:pt x="288889" y="249590"/>
                    <a:pt x="289402" y="258058"/>
                    <a:pt x="287863" y="266184"/>
                  </a:cubicBezTo>
                  <a:cubicBezTo>
                    <a:pt x="291626" y="258229"/>
                    <a:pt x="292909" y="249162"/>
                    <a:pt x="291540" y="240522"/>
                  </a:cubicBezTo>
                  <a:cubicBezTo>
                    <a:pt x="304286" y="233850"/>
                    <a:pt x="315749" y="224783"/>
                    <a:pt x="324644" y="214262"/>
                  </a:cubicBezTo>
                  <a:cubicBezTo>
                    <a:pt x="327980" y="219308"/>
                    <a:pt x="332771" y="223500"/>
                    <a:pt x="337903" y="228119"/>
                  </a:cubicBezTo>
                  <a:cubicBezTo>
                    <a:pt x="330033" y="250274"/>
                    <a:pt x="321993" y="274310"/>
                    <a:pt x="328580" y="296893"/>
                  </a:cubicBezTo>
                  <a:cubicBezTo>
                    <a:pt x="330974" y="305190"/>
                    <a:pt x="335251" y="312803"/>
                    <a:pt x="338246" y="321699"/>
                  </a:cubicBezTo>
                  <a:cubicBezTo>
                    <a:pt x="359886" y="348131"/>
                    <a:pt x="363822" y="384400"/>
                    <a:pt x="365618" y="418444"/>
                  </a:cubicBezTo>
                  <a:cubicBezTo>
                    <a:pt x="367928" y="462241"/>
                    <a:pt x="368099" y="506122"/>
                    <a:pt x="366131" y="549919"/>
                  </a:cubicBezTo>
                  <a:cubicBezTo>
                    <a:pt x="365447" y="565658"/>
                    <a:pt x="366131" y="579601"/>
                    <a:pt x="368954" y="593202"/>
                  </a:cubicBezTo>
                  <a:cubicBezTo>
                    <a:pt x="370493" y="600644"/>
                    <a:pt x="372119" y="608000"/>
                    <a:pt x="374600" y="615185"/>
                  </a:cubicBezTo>
                  <a:cubicBezTo>
                    <a:pt x="378449" y="626391"/>
                    <a:pt x="384522" y="637169"/>
                    <a:pt x="384779" y="649059"/>
                  </a:cubicBezTo>
                  <a:cubicBezTo>
                    <a:pt x="361341" y="648375"/>
                    <a:pt x="337903" y="646921"/>
                    <a:pt x="314465" y="644696"/>
                  </a:cubicBezTo>
                  <a:lnTo>
                    <a:pt x="314465" y="644696"/>
                  </a:lnTo>
                  <a:close/>
                  <a:moveTo>
                    <a:pt x="148519" y="934847"/>
                  </a:moveTo>
                  <a:cubicBezTo>
                    <a:pt x="143643" y="920818"/>
                    <a:pt x="138510" y="907816"/>
                    <a:pt x="133720" y="894729"/>
                  </a:cubicBezTo>
                  <a:cubicBezTo>
                    <a:pt x="131923" y="889767"/>
                    <a:pt x="130127" y="884806"/>
                    <a:pt x="129443" y="879588"/>
                  </a:cubicBezTo>
                  <a:cubicBezTo>
                    <a:pt x="128074" y="869238"/>
                    <a:pt x="131154" y="858203"/>
                    <a:pt x="126962" y="848708"/>
                  </a:cubicBezTo>
                  <a:cubicBezTo>
                    <a:pt x="125850" y="846228"/>
                    <a:pt x="124311" y="844004"/>
                    <a:pt x="123114" y="841523"/>
                  </a:cubicBezTo>
                  <a:cubicBezTo>
                    <a:pt x="120718" y="836562"/>
                    <a:pt x="120120" y="830916"/>
                    <a:pt x="119521" y="825442"/>
                  </a:cubicBezTo>
                  <a:cubicBezTo>
                    <a:pt x="118922" y="819967"/>
                    <a:pt x="118323" y="814407"/>
                    <a:pt x="119092" y="808932"/>
                  </a:cubicBezTo>
                  <a:cubicBezTo>
                    <a:pt x="120034" y="801833"/>
                    <a:pt x="123285" y="795160"/>
                    <a:pt x="124054" y="788061"/>
                  </a:cubicBezTo>
                  <a:cubicBezTo>
                    <a:pt x="125081" y="779678"/>
                    <a:pt x="122685" y="771124"/>
                    <a:pt x="123883" y="762827"/>
                  </a:cubicBezTo>
                  <a:cubicBezTo>
                    <a:pt x="133378" y="780533"/>
                    <a:pt x="134062" y="800549"/>
                    <a:pt x="136200" y="819796"/>
                  </a:cubicBezTo>
                  <a:cubicBezTo>
                    <a:pt x="140563" y="858289"/>
                    <a:pt x="151940" y="896354"/>
                    <a:pt x="148347" y="934932"/>
                  </a:cubicBezTo>
                  <a:lnTo>
                    <a:pt x="148347" y="934932"/>
                  </a:lnTo>
                  <a:close/>
                  <a:moveTo>
                    <a:pt x="116612" y="827409"/>
                  </a:moveTo>
                  <a:cubicBezTo>
                    <a:pt x="113105" y="827409"/>
                    <a:pt x="109512" y="827323"/>
                    <a:pt x="105920" y="827238"/>
                  </a:cubicBezTo>
                  <a:cubicBezTo>
                    <a:pt x="104979" y="827238"/>
                    <a:pt x="103953" y="827238"/>
                    <a:pt x="103012" y="826896"/>
                  </a:cubicBezTo>
                  <a:cubicBezTo>
                    <a:pt x="101044" y="826126"/>
                    <a:pt x="99932" y="824158"/>
                    <a:pt x="98905" y="822277"/>
                  </a:cubicBezTo>
                  <a:cubicBezTo>
                    <a:pt x="98820" y="822020"/>
                    <a:pt x="98649" y="821763"/>
                    <a:pt x="98735" y="821507"/>
                  </a:cubicBezTo>
                  <a:cubicBezTo>
                    <a:pt x="98735" y="821165"/>
                    <a:pt x="99076" y="820994"/>
                    <a:pt x="99333" y="820737"/>
                  </a:cubicBezTo>
                  <a:cubicBezTo>
                    <a:pt x="102498" y="818342"/>
                    <a:pt x="106861" y="817657"/>
                    <a:pt x="110624" y="819026"/>
                  </a:cubicBezTo>
                  <a:cubicBezTo>
                    <a:pt x="111993" y="818000"/>
                    <a:pt x="114645" y="819026"/>
                    <a:pt x="115927" y="820908"/>
                  </a:cubicBezTo>
                  <a:cubicBezTo>
                    <a:pt x="117211" y="822790"/>
                    <a:pt x="117211" y="825271"/>
                    <a:pt x="116698" y="827494"/>
                  </a:cubicBezTo>
                  <a:lnTo>
                    <a:pt x="116698" y="827494"/>
                  </a:lnTo>
                  <a:close/>
                  <a:moveTo>
                    <a:pt x="91977" y="816032"/>
                  </a:moveTo>
                  <a:cubicBezTo>
                    <a:pt x="91891" y="816631"/>
                    <a:pt x="91720" y="817230"/>
                    <a:pt x="91292" y="817657"/>
                  </a:cubicBezTo>
                  <a:cubicBezTo>
                    <a:pt x="90951" y="818000"/>
                    <a:pt x="90522" y="818085"/>
                    <a:pt x="90010" y="818171"/>
                  </a:cubicBezTo>
                  <a:cubicBezTo>
                    <a:pt x="88043" y="818598"/>
                    <a:pt x="86074" y="818940"/>
                    <a:pt x="84278" y="818256"/>
                  </a:cubicBezTo>
                  <a:cubicBezTo>
                    <a:pt x="81456" y="818513"/>
                    <a:pt x="78547" y="818513"/>
                    <a:pt x="75724" y="818256"/>
                  </a:cubicBezTo>
                  <a:cubicBezTo>
                    <a:pt x="74355" y="818171"/>
                    <a:pt x="72902" y="818000"/>
                    <a:pt x="71704" y="817230"/>
                  </a:cubicBezTo>
                  <a:cubicBezTo>
                    <a:pt x="70507" y="816545"/>
                    <a:pt x="69566" y="815177"/>
                    <a:pt x="69823" y="813808"/>
                  </a:cubicBezTo>
                  <a:cubicBezTo>
                    <a:pt x="69993" y="812611"/>
                    <a:pt x="70935" y="811755"/>
                    <a:pt x="72046" y="811242"/>
                  </a:cubicBezTo>
                  <a:cubicBezTo>
                    <a:pt x="73158" y="810729"/>
                    <a:pt x="74355" y="810643"/>
                    <a:pt x="75553" y="810558"/>
                  </a:cubicBezTo>
                  <a:cubicBezTo>
                    <a:pt x="79916" y="810301"/>
                    <a:pt x="84278" y="810130"/>
                    <a:pt x="88641" y="810130"/>
                  </a:cubicBezTo>
                  <a:cubicBezTo>
                    <a:pt x="89239" y="810130"/>
                    <a:pt x="89924" y="810130"/>
                    <a:pt x="90437" y="810386"/>
                  </a:cubicBezTo>
                  <a:cubicBezTo>
                    <a:pt x="92320" y="811156"/>
                    <a:pt x="92320" y="813808"/>
                    <a:pt x="91977" y="815861"/>
                  </a:cubicBezTo>
                  <a:lnTo>
                    <a:pt x="91977" y="815861"/>
                  </a:lnTo>
                  <a:close/>
                  <a:moveTo>
                    <a:pt x="163060" y="493805"/>
                  </a:moveTo>
                  <a:cubicBezTo>
                    <a:pt x="164001" y="478151"/>
                    <a:pt x="162974" y="462412"/>
                    <a:pt x="165113" y="446929"/>
                  </a:cubicBezTo>
                  <a:cubicBezTo>
                    <a:pt x="166310" y="438375"/>
                    <a:pt x="168363" y="429992"/>
                    <a:pt x="169475" y="421438"/>
                  </a:cubicBezTo>
                  <a:cubicBezTo>
                    <a:pt x="170844" y="410062"/>
                    <a:pt x="170416" y="398599"/>
                    <a:pt x="173068" y="388249"/>
                  </a:cubicBezTo>
                  <a:cubicBezTo>
                    <a:pt x="175635" y="404159"/>
                    <a:pt x="177859" y="420155"/>
                    <a:pt x="178457" y="436322"/>
                  </a:cubicBezTo>
                  <a:cubicBezTo>
                    <a:pt x="179826" y="469255"/>
                    <a:pt x="174779" y="502444"/>
                    <a:pt x="163830" y="533581"/>
                  </a:cubicBezTo>
                  <a:cubicBezTo>
                    <a:pt x="160921" y="541707"/>
                    <a:pt x="157671" y="549748"/>
                    <a:pt x="152112" y="557959"/>
                  </a:cubicBezTo>
                  <a:cubicBezTo>
                    <a:pt x="156987" y="536746"/>
                    <a:pt x="161862" y="515446"/>
                    <a:pt x="163145" y="493805"/>
                  </a:cubicBezTo>
                  <a:lnTo>
                    <a:pt x="163145" y="493805"/>
                  </a:lnTo>
                  <a:close/>
                  <a:moveTo>
                    <a:pt x="421219" y="725018"/>
                  </a:moveTo>
                  <a:cubicBezTo>
                    <a:pt x="421219" y="722024"/>
                    <a:pt x="421047" y="718945"/>
                    <a:pt x="420705" y="715951"/>
                  </a:cubicBezTo>
                  <a:cubicBezTo>
                    <a:pt x="420449" y="713641"/>
                    <a:pt x="420192" y="711417"/>
                    <a:pt x="420192" y="709108"/>
                  </a:cubicBezTo>
                  <a:cubicBezTo>
                    <a:pt x="420192" y="703804"/>
                    <a:pt x="421475" y="698587"/>
                    <a:pt x="422245" y="693197"/>
                  </a:cubicBezTo>
                  <a:cubicBezTo>
                    <a:pt x="426179" y="696448"/>
                    <a:pt x="428575" y="701238"/>
                    <a:pt x="429858" y="706199"/>
                  </a:cubicBezTo>
                  <a:cubicBezTo>
                    <a:pt x="431141" y="711161"/>
                    <a:pt x="431397" y="716293"/>
                    <a:pt x="431397" y="721340"/>
                  </a:cubicBezTo>
                  <a:cubicBezTo>
                    <a:pt x="431483" y="728525"/>
                    <a:pt x="431056" y="736395"/>
                    <a:pt x="426008" y="741527"/>
                  </a:cubicBezTo>
                  <a:cubicBezTo>
                    <a:pt x="425667" y="741869"/>
                    <a:pt x="425153" y="742297"/>
                    <a:pt x="424640" y="742211"/>
                  </a:cubicBezTo>
                  <a:cubicBezTo>
                    <a:pt x="424298" y="742211"/>
                    <a:pt x="424041" y="741955"/>
                    <a:pt x="423700" y="741784"/>
                  </a:cubicBezTo>
                  <a:cubicBezTo>
                    <a:pt x="420363" y="739218"/>
                    <a:pt x="418054" y="735368"/>
                    <a:pt x="418054" y="730236"/>
                  </a:cubicBezTo>
                  <a:cubicBezTo>
                    <a:pt x="419166" y="730322"/>
                    <a:pt x="420278" y="729466"/>
                    <a:pt x="420705" y="728440"/>
                  </a:cubicBezTo>
                  <a:cubicBezTo>
                    <a:pt x="421133" y="727413"/>
                    <a:pt x="421219" y="726216"/>
                    <a:pt x="421133" y="725018"/>
                  </a:cubicBezTo>
                  <a:lnTo>
                    <a:pt x="421133" y="725018"/>
                  </a:lnTo>
                  <a:close/>
                  <a:moveTo>
                    <a:pt x="430885" y="1112769"/>
                  </a:moveTo>
                  <a:cubicBezTo>
                    <a:pt x="439610" y="1088219"/>
                    <a:pt x="447992" y="1064182"/>
                    <a:pt x="456803" y="1040402"/>
                  </a:cubicBezTo>
                  <a:cubicBezTo>
                    <a:pt x="463475" y="1022268"/>
                    <a:pt x="470489" y="1004134"/>
                    <a:pt x="480583" y="987710"/>
                  </a:cubicBezTo>
                  <a:cubicBezTo>
                    <a:pt x="488024" y="982235"/>
                    <a:pt x="491361" y="974366"/>
                    <a:pt x="492131" y="966582"/>
                  </a:cubicBezTo>
                  <a:cubicBezTo>
                    <a:pt x="492986" y="958284"/>
                    <a:pt x="491361" y="949987"/>
                    <a:pt x="489650" y="941861"/>
                  </a:cubicBezTo>
                  <a:cubicBezTo>
                    <a:pt x="483320" y="911922"/>
                    <a:pt x="475365" y="882325"/>
                    <a:pt x="466640" y="852900"/>
                  </a:cubicBezTo>
                  <a:cubicBezTo>
                    <a:pt x="458685" y="826126"/>
                    <a:pt x="450045" y="799437"/>
                    <a:pt x="437643" y="774374"/>
                  </a:cubicBezTo>
                  <a:lnTo>
                    <a:pt x="438412" y="771637"/>
                  </a:lnTo>
                  <a:cubicBezTo>
                    <a:pt x="440037" y="773006"/>
                    <a:pt x="442603" y="771552"/>
                    <a:pt x="443716" y="769670"/>
                  </a:cubicBezTo>
                  <a:cubicBezTo>
                    <a:pt x="444828" y="767788"/>
                    <a:pt x="445255" y="765564"/>
                    <a:pt x="446709" y="764024"/>
                  </a:cubicBezTo>
                  <a:cubicBezTo>
                    <a:pt x="451500" y="759319"/>
                    <a:pt x="454408" y="751706"/>
                    <a:pt x="456718" y="744265"/>
                  </a:cubicBezTo>
                  <a:cubicBezTo>
                    <a:pt x="459797" y="734085"/>
                    <a:pt x="462192" y="723564"/>
                    <a:pt x="461679" y="712957"/>
                  </a:cubicBezTo>
                  <a:cubicBezTo>
                    <a:pt x="461166" y="702350"/>
                    <a:pt x="457573" y="691572"/>
                    <a:pt x="450217" y="683959"/>
                  </a:cubicBezTo>
                  <a:cubicBezTo>
                    <a:pt x="454665" y="682248"/>
                    <a:pt x="458342" y="683959"/>
                    <a:pt x="461850" y="683531"/>
                  </a:cubicBezTo>
                  <a:cubicBezTo>
                    <a:pt x="465272" y="683104"/>
                    <a:pt x="468351" y="680452"/>
                    <a:pt x="469292" y="677030"/>
                  </a:cubicBezTo>
                  <a:cubicBezTo>
                    <a:pt x="467325" y="670444"/>
                    <a:pt x="463903" y="664713"/>
                    <a:pt x="461166" y="658639"/>
                  </a:cubicBezTo>
                  <a:cubicBezTo>
                    <a:pt x="458428" y="652566"/>
                    <a:pt x="456375" y="645894"/>
                    <a:pt x="457487" y="639308"/>
                  </a:cubicBezTo>
                  <a:cubicBezTo>
                    <a:pt x="456718" y="638024"/>
                    <a:pt x="448249" y="533324"/>
                    <a:pt x="448249" y="533324"/>
                  </a:cubicBezTo>
                  <a:lnTo>
                    <a:pt x="442518" y="387907"/>
                  </a:lnTo>
                  <a:cubicBezTo>
                    <a:pt x="441320" y="360962"/>
                    <a:pt x="440037" y="334017"/>
                    <a:pt x="438839" y="306986"/>
                  </a:cubicBezTo>
                  <a:cubicBezTo>
                    <a:pt x="437984" y="288938"/>
                    <a:pt x="437043" y="270204"/>
                    <a:pt x="428832" y="254123"/>
                  </a:cubicBezTo>
                  <a:cubicBezTo>
                    <a:pt x="426008" y="248563"/>
                    <a:pt x="422331" y="243345"/>
                    <a:pt x="417198" y="239923"/>
                  </a:cubicBezTo>
                  <a:cubicBezTo>
                    <a:pt x="413007" y="237101"/>
                    <a:pt x="408045" y="235561"/>
                    <a:pt x="403341" y="233850"/>
                  </a:cubicBezTo>
                  <a:cubicBezTo>
                    <a:pt x="391109" y="229573"/>
                    <a:pt x="379304" y="224099"/>
                    <a:pt x="368099" y="217683"/>
                  </a:cubicBezTo>
                  <a:cubicBezTo>
                    <a:pt x="367585" y="202115"/>
                    <a:pt x="380159" y="190482"/>
                    <a:pt x="384950" y="176111"/>
                  </a:cubicBezTo>
                  <a:cubicBezTo>
                    <a:pt x="390510" y="159345"/>
                    <a:pt x="384522" y="140954"/>
                    <a:pt x="376567" y="125129"/>
                  </a:cubicBezTo>
                  <a:cubicBezTo>
                    <a:pt x="368612" y="109390"/>
                    <a:pt x="358433" y="94250"/>
                    <a:pt x="354840" y="76971"/>
                  </a:cubicBezTo>
                  <a:cubicBezTo>
                    <a:pt x="353215" y="68930"/>
                    <a:pt x="352958" y="60547"/>
                    <a:pt x="351247" y="52506"/>
                  </a:cubicBezTo>
                  <a:cubicBezTo>
                    <a:pt x="347398" y="33859"/>
                    <a:pt x="335251" y="17179"/>
                    <a:pt x="318657" y="7769"/>
                  </a:cubicBezTo>
                  <a:cubicBezTo>
                    <a:pt x="305655" y="413"/>
                    <a:pt x="289659" y="-2495"/>
                    <a:pt x="275545" y="2466"/>
                  </a:cubicBezTo>
                  <a:cubicBezTo>
                    <a:pt x="261516" y="-1982"/>
                    <a:pt x="247487" y="2808"/>
                    <a:pt x="237223" y="11191"/>
                  </a:cubicBezTo>
                  <a:cubicBezTo>
                    <a:pt x="226873" y="19574"/>
                    <a:pt x="219773" y="31207"/>
                    <a:pt x="213443" y="42926"/>
                  </a:cubicBezTo>
                  <a:cubicBezTo>
                    <a:pt x="191545" y="83643"/>
                    <a:pt x="177773" y="128808"/>
                    <a:pt x="173240" y="174828"/>
                  </a:cubicBezTo>
                  <a:cubicBezTo>
                    <a:pt x="171272" y="194588"/>
                    <a:pt x="170332" y="216229"/>
                    <a:pt x="157072" y="230942"/>
                  </a:cubicBezTo>
                  <a:cubicBezTo>
                    <a:pt x="149031" y="239838"/>
                    <a:pt x="137569" y="244885"/>
                    <a:pt x="128758" y="253097"/>
                  </a:cubicBezTo>
                  <a:cubicBezTo>
                    <a:pt x="115072" y="265927"/>
                    <a:pt x="109342" y="285259"/>
                    <a:pt x="107802" y="303907"/>
                  </a:cubicBezTo>
                  <a:cubicBezTo>
                    <a:pt x="106261" y="322555"/>
                    <a:pt x="108315" y="341373"/>
                    <a:pt x="107289" y="360107"/>
                  </a:cubicBezTo>
                  <a:cubicBezTo>
                    <a:pt x="106347" y="377471"/>
                    <a:pt x="102755" y="394579"/>
                    <a:pt x="99505" y="411687"/>
                  </a:cubicBezTo>
                  <a:cubicBezTo>
                    <a:pt x="82225" y="502530"/>
                    <a:pt x="73586" y="594998"/>
                    <a:pt x="73843" y="687466"/>
                  </a:cubicBezTo>
                  <a:lnTo>
                    <a:pt x="74184" y="691144"/>
                  </a:lnTo>
                  <a:lnTo>
                    <a:pt x="73586" y="714839"/>
                  </a:lnTo>
                  <a:cubicBezTo>
                    <a:pt x="74100" y="729295"/>
                    <a:pt x="74014" y="743751"/>
                    <a:pt x="73329" y="758208"/>
                  </a:cubicBezTo>
                  <a:cubicBezTo>
                    <a:pt x="76323" y="771295"/>
                    <a:pt x="73329" y="786436"/>
                    <a:pt x="70250" y="801063"/>
                  </a:cubicBezTo>
                  <a:cubicBezTo>
                    <a:pt x="65887" y="807649"/>
                    <a:pt x="65117" y="819026"/>
                    <a:pt x="69907" y="827580"/>
                  </a:cubicBezTo>
                  <a:cubicBezTo>
                    <a:pt x="47581" y="867784"/>
                    <a:pt x="40739" y="915429"/>
                    <a:pt x="21321" y="958028"/>
                  </a:cubicBezTo>
                  <a:cubicBezTo>
                    <a:pt x="13794" y="974622"/>
                    <a:pt x="4128" y="991046"/>
                    <a:pt x="3358" y="1009351"/>
                  </a:cubicBezTo>
                  <a:cubicBezTo>
                    <a:pt x="3101" y="1016793"/>
                    <a:pt x="4299" y="1024150"/>
                    <a:pt x="4812" y="1031592"/>
                  </a:cubicBezTo>
                  <a:cubicBezTo>
                    <a:pt x="6095" y="1049641"/>
                    <a:pt x="3358" y="1067690"/>
                    <a:pt x="1220" y="1085653"/>
                  </a:cubicBezTo>
                  <a:cubicBezTo>
                    <a:pt x="-64" y="1096260"/>
                    <a:pt x="-1004" y="1107294"/>
                    <a:pt x="1989" y="1117559"/>
                  </a:cubicBezTo>
                  <a:cubicBezTo>
                    <a:pt x="2503" y="1137404"/>
                    <a:pt x="14136" y="1154854"/>
                    <a:pt x="25513" y="1171278"/>
                  </a:cubicBezTo>
                  <a:cubicBezTo>
                    <a:pt x="32099" y="1180858"/>
                    <a:pt x="38857" y="1190610"/>
                    <a:pt x="48010" y="1197624"/>
                  </a:cubicBezTo>
                  <a:cubicBezTo>
                    <a:pt x="56307" y="1204040"/>
                    <a:pt x="66315" y="1207974"/>
                    <a:pt x="76323" y="1211310"/>
                  </a:cubicBezTo>
                  <a:cubicBezTo>
                    <a:pt x="89154" y="1215587"/>
                    <a:pt x="102669" y="1219009"/>
                    <a:pt x="116184" y="1217726"/>
                  </a:cubicBezTo>
                  <a:cubicBezTo>
                    <a:pt x="129700" y="1216528"/>
                    <a:pt x="143301" y="1209856"/>
                    <a:pt x="149973" y="1198052"/>
                  </a:cubicBezTo>
                  <a:cubicBezTo>
                    <a:pt x="151598" y="1208487"/>
                    <a:pt x="151855" y="1218667"/>
                    <a:pt x="157415" y="1226451"/>
                  </a:cubicBezTo>
                  <a:cubicBezTo>
                    <a:pt x="158783" y="1228418"/>
                    <a:pt x="160580" y="1230215"/>
                    <a:pt x="161521" y="1232438"/>
                  </a:cubicBezTo>
                  <a:cubicBezTo>
                    <a:pt x="162718" y="1235090"/>
                    <a:pt x="162718" y="1237999"/>
                    <a:pt x="162718" y="1240907"/>
                  </a:cubicBezTo>
                  <a:cubicBezTo>
                    <a:pt x="162718" y="1244500"/>
                    <a:pt x="162718" y="1248178"/>
                    <a:pt x="161606" y="1251685"/>
                  </a:cubicBezTo>
                  <a:cubicBezTo>
                    <a:pt x="160152" y="1256390"/>
                    <a:pt x="156730" y="1260239"/>
                    <a:pt x="154763" y="1264773"/>
                  </a:cubicBezTo>
                  <a:cubicBezTo>
                    <a:pt x="151341" y="1272300"/>
                    <a:pt x="151940" y="1281025"/>
                    <a:pt x="154079" y="1288980"/>
                  </a:cubicBezTo>
                  <a:cubicBezTo>
                    <a:pt x="156217" y="1296935"/>
                    <a:pt x="159809" y="1304463"/>
                    <a:pt x="162376" y="1312247"/>
                  </a:cubicBezTo>
                  <a:cubicBezTo>
                    <a:pt x="166225" y="1323795"/>
                    <a:pt x="167851" y="1336027"/>
                    <a:pt x="167251" y="1348174"/>
                  </a:cubicBezTo>
                  <a:cubicBezTo>
                    <a:pt x="166910" y="1355188"/>
                    <a:pt x="165798" y="1362544"/>
                    <a:pt x="168534" y="1368960"/>
                  </a:cubicBezTo>
                  <a:cubicBezTo>
                    <a:pt x="168877" y="1369815"/>
                    <a:pt x="169390" y="1370670"/>
                    <a:pt x="170075" y="1371098"/>
                  </a:cubicBezTo>
                  <a:cubicBezTo>
                    <a:pt x="170930" y="1371697"/>
                    <a:pt x="172128" y="1371697"/>
                    <a:pt x="173154" y="1371611"/>
                  </a:cubicBezTo>
                  <a:cubicBezTo>
                    <a:pt x="177345" y="1371440"/>
                    <a:pt x="181451" y="1371269"/>
                    <a:pt x="185642" y="1371184"/>
                  </a:cubicBezTo>
                  <a:cubicBezTo>
                    <a:pt x="186754" y="1375546"/>
                    <a:pt x="188551" y="1378540"/>
                    <a:pt x="190946" y="1380508"/>
                  </a:cubicBezTo>
                  <a:cubicBezTo>
                    <a:pt x="193341" y="1382475"/>
                    <a:pt x="196335" y="1383501"/>
                    <a:pt x="199244" y="1384442"/>
                  </a:cubicBezTo>
                  <a:cubicBezTo>
                    <a:pt x="211561" y="1388634"/>
                    <a:pt x="223878" y="1392654"/>
                    <a:pt x="236709" y="1394536"/>
                  </a:cubicBezTo>
                  <a:cubicBezTo>
                    <a:pt x="246291" y="1395905"/>
                    <a:pt x="256041" y="1396076"/>
                    <a:pt x="265622" y="1394964"/>
                  </a:cubicBezTo>
                  <a:cubicBezTo>
                    <a:pt x="268958" y="1394536"/>
                    <a:pt x="272636" y="1393852"/>
                    <a:pt x="274861" y="1391371"/>
                  </a:cubicBezTo>
                  <a:cubicBezTo>
                    <a:pt x="276571" y="1389489"/>
                    <a:pt x="277170" y="1386923"/>
                    <a:pt x="277683" y="1384442"/>
                  </a:cubicBezTo>
                  <a:cubicBezTo>
                    <a:pt x="278795" y="1379310"/>
                    <a:pt x="279993" y="1373836"/>
                    <a:pt x="278197" y="1368874"/>
                  </a:cubicBezTo>
                  <a:cubicBezTo>
                    <a:pt x="276230" y="1363314"/>
                    <a:pt x="271096" y="1359636"/>
                    <a:pt x="266734" y="1355701"/>
                  </a:cubicBezTo>
                  <a:cubicBezTo>
                    <a:pt x="252876" y="1343127"/>
                    <a:pt x="245520" y="1324992"/>
                    <a:pt x="239276" y="1307371"/>
                  </a:cubicBezTo>
                  <a:cubicBezTo>
                    <a:pt x="230379" y="1281966"/>
                    <a:pt x="223109" y="1255534"/>
                    <a:pt x="222682" y="1228589"/>
                  </a:cubicBezTo>
                  <a:cubicBezTo>
                    <a:pt x="222510" y="1216785"/>
                    <a:pt x="223708" y="1204895"/>
                    <a:pt x="222682" y="1193090"/>
                  </a:cubicBezTo>
                  <a:cubicBezTo>
                    <a:pt x="221570" y="1181286"/>
                    <a:pt x="217977" y="1169225"/>
                    <a:pt x="209680" y="1160842"/>
                  </a:cubicBezTo>
                  <a:cubicBezTo>
                    <a:pt x="210877" y="1115677"/>
                    <a:pt x="212159" y="1071881"/>
                    <a:pt x="215667" y="1028341"/>
                  </a:cubicBezTo>
                  <a:cubicBezTo>
                    <a:pt x="216779" y="1014056"/>
                    <a:pt x="218148" y="999600"/>
                    <a:pt x="223708" y="986341"/>
                  </a:cubicBezTo>
                  <a:cubicBezTo>
                    <a:pt x="225162" y="982834"/>
                    <a:pt x="226873" y="979498"/>
                    <a:pt x="227728" y="975820"/>
                  </a:cubicBezTo>
                  <a:cubicBezTo>
                    <a:pt x="228669" y="971971"/>
                    <a:pt x="228583" y="968036"/>
                    <a:pt x="228669" y="964187"/>
                  </a:cubicBezTo>
                  <a:cubicBezTo>
                    <a:pt x="229439" y="944341"/>
                    <a:pt x="235513" y="925095"/>
                    <a:pt x="239618" y="905592"/>
                  </a:cubicBezTo>
                  <a:cubicBezTo>
                    <a:pt x="249626" y="857861"/>
                    <a:pt x="248087" y="807222"/>
                    <a:pt x="267247" y="762399"/>
                  </a:cubicBezTo>
                  <a:cubicBezTo>
                    <a:pt x="287178" y="782073"/>
                    <a:pt x="302575" y="806195"/>
                    <a:pt x="317887" y="830061"/>
                  </a:cubicBezTo>
                  <a:cubicBezTo>
                    <a:pt x="333883" y="855038"/>
                    <a:pt x="349793" y="880101"/>
                    <a:pt x="365789" y="905079"/>
                  </a:cubicBezTo>
                  <a:cubicBezTo>
                    <a:pt x="371007" y="913205"/>
                    <a:pt x="376310" y="921844"/>
                    <a:pt x="376653" y="931425"/>
                  </a:cubicBezTo>
                  <a:cubicBezTo>
                    <a:pt x="386148" y="947079"/>
                    <a:pt x="394530" y="966411"/>
                    <a:pt x="391023" y="985828"/>
                  </a:cubicBezTo>
                  <a:cubicBezTo>
                    <a:pt x="389227" y="995665"/>
                    <a:pt x="384436" y="1004647"/>
                    <a:pt x="380245" y="1013799"/>
                  </a:cubicBezTo>
                  <a:cubicBezTo>
                    <a:pt x="359715" y="1058194"/>
                    <a:pt x="351932" y="1107294"/>
                    <a:pt x="345259" y="1155710"/>
                  </a:cubicBezTo>
                  <a:cubicBezTo>
                    <a:pt x="341581" y="1152972"/>
                    <a:pt x="336449" y="1154170"/>
                    <a:pt x="335593" y="1158276"/>
                  </a:cubicBezTo>
                  <a:cubicBezTo>
                    <a:pt x="335251" y="1159815"/>
                    <a:pt x="335593" y="1161355"/>
                    <a:pt x="336022" y="1162809"/>
                  </a:cubicBezTo>
                  <a:cubicBezTo>
                    <a:pt x="336962" y="1166488"/>
                    <a:pt x="337903" y="1170166"/>
                    <a:pt x="338844" y="1173844"/>
                  </a:cubicBezTo>
                  <a:cubicBezTo>
                    <a:pt x="339272" y="1175384"/>
                    <a:pt x="339614" y="1177009"/>
                    <a:pt x="339015" y="1178549"/>
                  </a:cubicBezTo>
                  <a:cubicBezTo>
                    <a:pt x="337818" y="1181628"/>
                    <a:pt x="333198" y="1181885"/>
                    <a:pt x="330718" y="1179746"/>
                  </a:cubicBezTo>
                  <a:cubicBezTo>
                    <a:pt x="328237" y="1177522"/>
                    <a:pt x="327468" y="1174015"/>
                    <a:pt x="327125" y="1170765"/>
                  </a:cubicBezTo>
                  <a:cubicBezTo>
                    <a:pt x="326783" y="1167514"/>
                    <a:pt x="326526" y="1164007"/>
                    <a:pt x="324730" y="1161270"/>
                  </a:cubicBezTo>
                  <a:cubicBezTo>
                    <a:pt x="323703" y="1159644"/>
                    <a:pt x="321907" y="1158276"/>
                    <a:pt x="320026" y="1158703"/>
                  </a:cubicBezTo>
                  <a:cubicBezTo>
                    <a:pt x="316861" y="1159388"/>
                    <a:pt x="316775" y="1163836"/>
                    <a:pt x="317459" y="1167001"/>
                  </a:cubicBezTo>
                  <a:cubicBezTo>
                    <a:pt x="320795" y="1183082"/>
                    <a:pt x="323789" y="1200361"/>
                    <a:pt x="317202" y="1215331"/>
                  </a:cubicBezTo>
                  <a:cubicBezTo>
                    <a:pt x="315064" y="1220121"/>
                    <a:pt x="311984" y="1224569"/>
                    <a:pt x="310530" y="1229616"/>
                  </a:cubicBezTo>
                  <a:cubicBezTo>
                    <a:pt x="308820" y="1235347"/>
                    <a:pt x="309248" y="1241591"/>
                    <a:pt x="306595" y="1246895"/>
                  </a:cubicBezTo>
                  <a:cubicBezTo>
                    <a:pt x="304543" y="1251001"/>
                    <a:pt x="300779" y="1253995"/>
                    <a:pt x="298213" y="1257844"/>
                  </a:cubicBezTo>
                  <a:cubicBezTo>
                    <a:pt x="291540" y="1267681"/>
                    <a:pt x="293252" y="1280597"/>
                    <a:pt x="295133" y="1292316"/>
                  </a:cubicBezTo>
                  <a:cubicBezTo>
                    <a:pt x="295817" y="1314728"/>
                    <a:pt x="294705" y="1339106"/>
                    <a:pt x="292225" y="1363314"/>
                  </a:cubicBezTo>
                  <a:cubicBezTo>
                    <a:pt x="303773" y="1360833"/>
                    <a:pt x="312413" y="1361689"/>
                    <a:pt x="320710" y="1363913"/>
                  </a:cubicBezTo>
                  <a:cubicBezTo>
                    <a:pt x="320026" y="1361689"/>
                    <a:pt x="320196" y="1360064"/>
                    <a:pt x="320453" y="1358866"/>
                  </a:cubicBezTo>
                  <a:cubicBezTo>
                    <a:pt x="323019" y="1347147"/>
                    <a:pt x="326783" y="1335599"/>
                    <a:pt x="331659" y="1324650"/>
                  </a:cubicBezTo>
                  <a:cubicBezTo>
                    <a:pt x="338844" y="1330980"/>
                    <a:pt x="344062" y="1338080"/>
                    <a:pt x="346628" y="1345950"/>
                  </a:cubicBezTo>
                  <a:cubicBezTo>
                    <a:pt x="347996" y="1350141"/>
                    <a:pt x="348596" y="1354418"/>
                    <a:pt x="349280" y="1358780"/>
                  </a:cubicBezTo>
                  <a:cubicBezTo>
                    <a:pt x="350563" y="1367078"/>
                    <a:pt x="351846" y="1375461"/>
                    <a:pt x="351504" y="1383929"/>
                  </a:cubicBezTo>
                  <a:cubicBezTo>
                    <a:pt x="360400" y="1388890"/>
                    <a:pt x="371264" y="1391029"/>
                    <a:pt x="381614" y="1392825"/>
                  </a:cubicBezTo>
                  <a:cubicBezTo>
                    <a:pt x="397353" y="1395562"/>
                    <a:pt x="413349" y="1398385"/>
                    <a:pt x="429344" y="1396931"/>
                  </a:cubicBezTo>
                  <a:cubicBezTo>
                    <a:pt x="433964" y="1397530"/>
                    <a:pt x="437043" y="1396845"/>
                    <a:pt x="439439" y="1395049"/>
                  </a:cubicBezTo>
                  <a:cubicBezTo>
                    <a:pt x="443716" y="1389917"/>
                    <a:pt x="447052" y="1383159"/>
                    <a:pt x="445255" y="1376487"/>
                  </a:cubicBezTo>
                  <a:cubicBezTo>
                    <a:pt x="443116" y="1368532"/>
                    <a:pt x="434478" y="1364426"/>
                    <a:pt x="427120" y="1360748"/>
                  </a:cubicBezTo>
                  <a:cubicBezTo>
                    <a:pt x="416856" y="1355616"/>
                    <a:pt x="406592" y="1348772"/>
                    <a:pt x="401458" y="1338422"/>
                  </a:cubicBezTo>
                  <a:cubicBezTo>
                    <a:pt x="399150" y="1333717"/>
                    <a:pt x="397952" y="1328499"/>
                    <a:pt x="396926" y="1323282"/>
                  </a:cubicBezTo>
                  <a:cubicBezTo>
                    <a:pt x="394188" y="1310707"/>
                    <a:pt x="391537" y="1298047"/>
                    <a:pt x="390168" y="1285216"/>
                  </a:cubicBezTo>
                  <a:cubicBezTo>
                    <a:pt x="387088" y="1255620"/>
                    <a:pt x="391537" y="1225595"/>
                    <a:pt x="399662" y="1196940"/>
                  </a:cubicBezTo>
                  <a:cubicBezTo>
                    <a:pt x="407788" y="1168284"/>
                    <a:pt x="419423" y="1140740"/>
                    <a:pt x="431056" y="1113368"/>
                  </a:cubicBezTo>
                  <a:lnTo>
                    <a:pt x="431056" y="1113368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5C669BA-A07C-E6F9-663D-979B7EE614E1}"/>
                </a:ext>
              </a:extLst>
            </p:cNvPr>
            <p:cNvSpPr/>
            <p:nvPr/>
          </p:nvSpPr>
          <p:spPr>
            <a:xfrm>
              <a:off x="14489734" y="2436741"/>
              <a:ext cx="643896" cy="1418047"/>
            </a:xfrm>
            <a:custGeom>
              <a:avLst/>
              <a:gdLst>
                <a:gd name="connsiteX0" fmla="*/ 12084 w 643896"/>
                <a:gd name="connsiteY0" fmla="*/ 305258 h 1418047"/>
                <a:gd name="connsiteX1" fmla="*/ 621 w 643896"/>
                <a:gd name="connsiteY1" fmla="*/ 264199 h 1418047"/>
                <a:gd name="connsiteX2" fmla="*/ 3188 w 643896"/>
                <a:gd name="connsiteY2" fmla="*/ 215014 h 1418047"/>
                <a:gd name="connsiteX3" fmla="*/ 6611 w 643896"/>
                <a:gd name="connsiteY3" fmla="*/ 165401 h 1418047"/>
                <a:gd name="connsiteX4" fmla="*/ 5755 w 643896"/>
                <a:gd name="connsiteY4" fmla="*/ 132896 h 1418047"/>
                <a:gd name="connsiteX5" fmla="*/ 14651 w 643896"/>
                <a:gd name="connsiteY5" fmla="*/ 109886 h 1418047"/>
                <a:gd name="connsiteX6" fmla="*/ 28251 w 643896"/>
                <a:gd name="connsiteY6" fmla="*/ 98680 h 1418047"/>
                <a:gd name="connsiteX7" fmla="*/ 30817 w 643896"/>
                <a:gd name="connsiteY7" fmla="*/ 88672 h 1418047"/>
                <a:gd name="connsiteX8" fmla="*/ 40399 w 643896"/>
                <a:gd name="connsiteY8" fmla="*/ 87817 h 1418047"/>
                <a:gd name="connsiteX9" fmla="*/ 43562 w 643896"/>
                <a:gd name="connsiteY9" fmla="*/ 80546 h 1418047"/>
                <a:gd name="connsiteX10" fmla="*/ 47839 w 643896"/>
                <a:gd name="connsiteY10" fmla="*/ 60701 h 1418047"/>
                <a:gd name="connsiteX11" fmla="*/ 55111 w 643896"/>
                <a:gd name="connsiteY11" fmla="*/ 31361 h 1418047"/>
                <a:gd name="connsiteX12" fmla="*/ 68285 w 643896"/>
                <a:gd name="connsiteY12" fmla="*/ 13312 h 1418047"/>
                <a:gd name="connsiteX13" fmla="*/ 85307 w 643896"/>
                <a:gd name="connsiteY13" fmla="*/ 11943 h 1418047"/>
                <a:gd name="connsiteX14" fmla="*/ 98480 w 643896"/>
                <a:gd name="connsiteY14" fmla="*/ 6469 h 1418047"/>
                <a:gd name="connsiteX15" fmla="*/ 113790 w 643896"/>
                <a:gd name="connsiteY15" fmla="*/ 5613 h 1418047"/>
                <a:gd name="connsiteX16" fmla="*/ 125253 w 643896"/>
                <a:gd name="connsiteY16" fmla="*/ 12371 h 1418047"/>
                <a:gd name="connsiteX17" fmla="*/ 122687 w 643896"/>
                <a:gd name="connsiteY17" fmla="*/ 23234 h 1418047"/>
                <a:gd name="connsiteX18" fmla="*/ 116699 w 643896"/>
                <a:gd name="connsiteY18" fmla="*/ 48041 h 1418047"/>
                <a:gd name="connsiteX19" fmla="*/ 102243 w 643896"/>
                <a:gd name="connsiteY19" fmla="*/ 65662 h 1418047"/>
                <a:gd name="connsiteX20" fmla="*/ 88642 w 643896"/>
                <a:gd name="connsiteY20" fmla="*/ 76526 h 1418047"/>
                <a:gd name="connsiteX21" fmla="*/ 77521 w 643896"/>
                <a:gd name="connsiteY21" fmla="*/ 97996 h 1418047"/>
                <a:gd name="connsiteX22" fmla="*/ 79660 w 643896"/>
                <a:gd name="connsiteY22" fmla="*/ 99536 h 1418047"/>
                <a:gd name="connsiteX23" fmla="*/ 80088 w 643896"/>
                <a:gd name="connsiteY23" fmla="*/ 108517 h 1418047"/>
                <a:gd name="connsiteX24" fmla="*/ 79917 w 643896"/>
                <a:gd name="connsiteY24" fmla="*/ 108517 h 1418047"/>
                <a:gd name="connsiteX25" fmla="*/ 80944 w 643896"/>
                <a:gd name="connsiteY25" fmla="*/ 111255 h 1418047"/>
                <a:gd name="connsiteX26" fmla="*/ 71192 w 643896"/>
                <a:gd name="connsiteY26" fmla="*/ 187042 h 1418047"/>
                <a:gd name="connsiteX27" fmla="*/ 71620 w 643896"/>
                <a:gd name="connsiteY27" fmla="*/ 234859 h 1418047"/>
                <a:gd name="connsiteX28" fmla="*/ 78035 w 643896"/>
                <a:gd name="connsiteY28" fmla="*/ 258810 h 1418047"/>
                <a:gd name="connsiteX29" fmla="*/ 100533 w 643896"/>
                <a:gd name="connsiteY29" fmla="*/ 291743 h 1418047"/>
                <a:gd name="connsiteX30" fmla="*/ 127734 w 643896"/>
                <a:gd name="connsiteY30" fmla="*/ 308423 h 1418047"/>
                <a:gd name="connsiteX31" fmla="*/ 145184 w 643896"/>
                <a:gd name="connsiteY31" fmla="*/ 302093 h 1418047"/>
                <a:gd name="connsiteX32" fmla="*/ 164345 w 643896"/>
                <a:gd name="connsiteY32" fmla="*/ 294395 h 1418047"/>
                <a:gd name="connsiteX33" fmla="*/ 191118 w 643896"/>
                <a:gd name="connsiteY33" fmla="*/ 303462 h 1418047"/>
                <a:gd name="connsiteX34" fmla="*/ 219175 w 643896"/>
                <a:gd name="connsiteY34" fmla="*/ 322452 h 1418047"/>
                <a:gd name="connsiteX35" fmla="*/ 228072 w 643896"/>
                <a:gd name="connsiteY35" fmla="*/ 325617 h 1418047"/>
                <a:gd name="connsiteX36" fmla="*/ 232777 w 643896"/>
                <a:gd name="connsiteY36" fmla="*/ 320228 h 1418047"/>
                <a:gd name="connsiteX37" fmla="*/ 234915 w 643896"/>
                <a:gd name="connsiteY37" fmla="*/ 315266 h 1418047"/>
                <a:gd name="connsiteX38" fmla="*/ 235087 w 643896"/>
                <a:gd name="connsiteY38" fmla="*/ 315266 h 1418047"/>
                <a:gd name="connsiteX39" fmla="*/ 230210 w 643896"/>
                <a:gd name="connsiteY39" fmla="*/ 305771 h 1418047"/>
                <a:gd name="connsiteX40" fmla="*/ 218321 w 643896"/>
                <a:gd name="connsiteY40" fmla="*/ 283617 h 1418047"/>
                <a:gd name="connsiteX41" fmla="*/ 203009 w 643896"/>
                <a:gd name="connsiteY41" fmla="*/ 270957 h 1418047"/>
                <a:gd name="connsiteX42" fmla="*/ 208569 w 643896"/>
                <a:gd name="connsiteY42" fmla="*/ 259238 h 1418047"/>
                <a:gd name="connsiteX43" fmla="*/ 207286 w 643896"/>
                <a:gd name="connsiteY43" fmla="*/ 201499 h 1418047"/>
                <a:gd name="connsiteX44" fmla="*/ 265537 w 643896"/>
                <a:gd name="connsiteY44" fmla="*/ 174896 h 1418047"/>
                <a:gd name="connsiteX45" fmla="*/ 301294 w 643896"/>
                <a:gd name="connsiteY45" fmla="*/ 207829 h 1418047"/>
                <a:gd name="connsiteX46" fmla="*/ 305571 w 643896"/>
                <a:gd name="connsiteY46" fmla="*/ 238965 h 1418047"/>
                <a:gd name="connsiteX47" fmla="*/ 313697 w 643896"/>
                <a:gd name="connsiteY47" fmla="*/ 262403 h 1418047"/>
                <a:gd name="connsiteX48" fmla="*/ 305571 w 643896"/>
                <a:gd name="connsiteY48" fmla="*/ 266937 h 1418047"/>
                <a:gd name="connsiteX49" fmla="*/ 305143 w 643896"/>
                <a:gd name="connsiteY49" fmla="*/ 280879 h 1418047"/>
                <a:gd name="connsiteX50" fmla="*/ 307710 w 643896"/>
                <a:gd name="connsiteY50" fmla="*/ 305258 h 1418047"/>
                <a:gd name="connsiteX51" fmla="*/ 314125 w 643896"/>
                <a:gd name="connsiteY51" fmla="*/ 307995 h 1418047"/>
                <a:gd name="connsiteX52" fmla="*/ 314808 w 643896"/>
                <a:gd name="connsiteY52" fmla="*/ 308594 h 1418047"/>
                <a:gd name="connsiteX53" fmla="*/ 336278 w 643896"/>
                <a:gd name="connsiteY53" fmla="*/ 325617 h 1418047"/>
                <a:gd name="connsiteX54" fmla="*/ 355439 w 643896"/>
                <a:gd name="connsiteY54" fmla="*/ 330150 h 1418047"/>
                <a:gd name="connsiteX55" fmla="*/ 407362 w 643896"/>
                <a:gd name="connsiteY55" fmla="*/ 339132 h 1418047"/>
                <a:gd name="connsiteX56" fmla="*/ 439696 w 643896"/>
                <a:gd name="connsiteY56" fmla="*/ 361201 h 1418047"/>
                <a:gd name="connsiteX57" fmla="*/ 452442 w 643896"/>
                <a:gd name="connsiteY57" fmla="*/ 381046 h 1418047"/>
                <a:gd name="connsiteX58" fmla="*/ 468182 w 643896"/>
                <a:gd name="connsiteY58" fmla="*/ 399950 h 1418047"/>
                <a:gd name="connsiteX59" fmla="*/ 508128 w 643896"/>
                <a:gd name="connsiteY59" fmla="*/ 426126 h 1418047"/>
                <a:gd name="connsiteX60" fmla="*/ 520873 w 643896"/>
                <a:gd name="connsiteY60" fmla="*/ 426126 h 1418047"/>
                <a:gd name="connsiteX61" fmla="*/ 534475 w 643896"/>
                <a:gd name="connsiteY61" fmla="*/ 390028 h 1418047"/>
                <a:gd name="connsiteX62" fmla="*/ 536613 w 643896"/>
                <a:gd name="connsiteY62" fmla="*/ 370183 h 1418047"/>
                <a:gd name="connsiteX63" fmla="*/ 546792 w 643896"/>
                <a:gd name="connsiteY63" fmla="*/ 357095 h 1418047"/>
                <a:gd name="connsiteX64" fmla="*/ 560137 w 643896"/>
                <a:gd name="connsiteY64" fmla="*/ 351706 h 1418047"/>
                <a:gd name="connsiteX65" fmla="*/ 562190 w 643896"/>
                <a:gd name="connsiteY65" fmla="*/ 354187 h 1418047"/>
                <a:gd name="connsiteX66" fmla="*/ 568434 w 643896"/>
                <a:gd name="connsiteY66" fmla="*/ 333657 h 1418047"/>
                <a:gd name="connsiteX67" fmla="*/ 576474 w 643896"/>
                <a:gd name="connsiteY67" fmla="*/ 327327 h 1418047"/>
                <a:gd name="connsiteX68" fmla="*/ 615994 w 643896"/>
                <a:gd name="connsiteY68" fmla="*/ 327327 h 1418047"/>
                <a:gd name="connsiteX69" fmla="*/ 620186 w 643896"/>
                <a:gd name="connsiteY69" fmla="*/ 328440 h 1418047"/>
                <a:gd name="connsiteX70" fmla="*/ 624548 w 643896"/>
                <a:gd name="connsiteY70" fmla="*/ 335967 h 1418047"/>
                <a:gd name="connsiteX71" fmla="*/ 643281 w 643896"/>
                <a:gd name="connsiteY71" fmla="*/ 510639 h 1418047"/>
                <a:gd name="connsiteX72" fmla="*/ 642339 w 643896"/>
                <a:gd name="connsiteY72" fmla="*/ 529628 h 1418047"/>
                <a:gd name="connsiteX73" fmla="*/ 641142 w 643896"/>
                <a:gd name="connsiteY73" fmla="*/ 534932 h 1418047"/>
                <a:gd name="connsiteX74" fmla="*/ 582890 w 643896"/>
                <a:gd name="connsiteY74" fmla="*/ 706438 h 1418047"/>
                <a:gd name="connsiteX75" fmla="*/ 573993 w 643896"/>
                <a:gd name="connsiteY75" fmla="*/ 709604 h 1418047"/>
                <a:gd name="connsiteX76" fmla="*/ 538238 w 643896"/>
                <a:gd name="connsiteY76" fmla="*/ 710031 h 1418047"/>
                <a:gd name="connsiteX77" fmla="*/ 530198 w 643896"/>
                <a:gd name="connsiteY77" fmla="*/ 700536 h 1418047"/>
                <a:gd name="connsiteX78" fmla="*/ 514886 w 643896"/>
                <a:gd name="connsiteY78" fmla="*/ 521417 h 1418047"/>
                <a:gd name="connsiteX79" fmla="*/ 514544 w 643896"/>
                <a:gd name="connsiteY79" fmla="*/ 515514 h 1418047"/>
                <a:gd name="connsiteX80" fmla="*/ 514030 w 643896"/>
                <a:gd name="connsiteY80" fmla="*/ 515514 h 1418047"/>
                <a:gd name="connsiteX81" fmla="*/ 484262 w 643896"/>
                <a:gd name="connsiteY81" fmla="*/ 510125 h 1418047"/>
                <a:gd name="connsiteX82" fmla="*/ 449192 w 643896"/>
                <a:gd name="connsiteY82" fmla="*/ 502085 h 1418047"/>
                <a:gd name="connsiteX83" fmla="*/ 447908 w 643896"/>
                <a:gd name="connsiteY83" fmla="*/ 501657 h 1418047"/>
                <a:gd name="connsiteX84" fmla="*/ 442606 w 643896"/>
                <a:gd name="connsiteY84" fmla="*/ 500288 h 1418047"/>
                <a:gd name="connsiteX85" fmla="*/ 424470 w 643896"/>
                <a:gd name="connsiteY85" fmla="*/ 494728 h 1418047"/>
                <a:gd name="connsiteX86" fmla="*/ 420279 w 643896"/>
                <a:gd name="connsiteY86" fmla="*/ 495584 h 1418047"/>
                <a:gd name="connsiteX87" fmla="*/ 417883 w 643896"/>
                <a:gd name="connsiteY87" fmla="*/ 549046 h 1418047"/>
                <a:gd name="connsiteX88" fmla="*/ 420022 w 643896"/>
                <a:gd name="connsiteY88" fmla="*/ 640659 h 1418047"/>
                <a:gd name="connsiteX89" fmla="*/ 430629 w 643896"/>
                <a:gd name="connsiteY89" fmla="*/ 748096 h 1418047"/>
                <a:gd name="connsiteX90" fmla="*/ 434906 w 643896"/>
                <a:gd name="connsiteY90" fmla="*/ 829359 h 1418047"/>
                <a:gd name="connsiteX91" fmla="*/ 424813 w 643896"/>
                <a:gd name="connsiteY91" fmla="*/ 833379 h 1418047"/>
                <a:gd name="connsiteX92" fmla="*/ 424813 w 643896"/>
                <a:gd name="connsiteY92" fmla="*/ 834320 h 1418047"/>
                <a:gd name="connsiteX93" fmla="*/ 425155 w 643896"/>
                <a:gd name="connsiteY93" fmla="*/ 871615 h 1418047"/>
                <a:gd name="connsiteX94" fmla="*/ 422075 w 643896"/>
                <a:gd name="connsiteY94" fmla="*/ 895053 h 1418047"/>
                <a:gd name="connsiteX95" fmla="*/ 424641 w 643896"/>
                <a:gd name="connsiteY95" fmla="*/ 949200 h 1418047"/>
                <a:gd name="connsiteX96" fmla="*/ 424641 w 643896"/>
                <a:gd name="connsiteY96" fmla="*/ 984442 h 1418047"/>
                <a:gd name="connsiteX97" fmla="*/ 437387 w 643896"/>
                <a:gd name="connsiteY97" fmla="*/ 1095130 h 1418047"/>
                <a:gd name="connsiteX98" fmla="*/ 440210 w 643896"/>
                <a:gd name="connsiteY98" fmla="*/ 1218820 h 1418047"/>
                <a:gd name="connsiteX99" fmla="*/ 439696 w 643896"/>
                <a:gd name="connsiteY99" fmla="*/ 1299741 h 1418047"/>
                <a:gd name="connsiteX100" fmla="*/ 454409 w 643896"/>
                <a:gd name="connsiteY100" fmla="*/ 1325317 h 1418047"/>
                <a:gd name="connsiteX101" fmla="*/ 456976 w 643896"/>
                <a:gd name="connsiteY101" fmla="*/ 1341826 h 1418047"/>
                <a:gd name="connsiteX102" fmla="*/ 455522 w 643896"/>
                <a:gd name="connsiteY102" fmla="*/ 1363468 h 1418047"/>
                <a:gd name="connsiteX103" fmla="*/ 451842 w 643896"/>
                <a:gd name="connsiteY103" fmla="*/ 1370653 h 1418047"/>
                <a:gd name="connsiteX104" fmla="*/ 451416 w 643896"/>
                <a:gd name="connsiteY104" fmla="*/ 1370396 h 1418047"/>
                <a:gd name="connsiteX105" fmla="*/ 452870 w 643896"/>
                <a:gd name="connsiteY105" fmla="*/ 1376726 h 1418047"/>
                <a:gd name="connsiteX106" fmla="*/ 460054 w 643896"/>
                <a:gd name="connsiteY106" fmla="*/ 1381687 h 1418047"/>
                <a:gd name="connsiteX107" fmla="*/ 487685 w 643896"/>
                <a:gd name="connsiteY107" fmla="*/ 1400164 h 1418047"/>
                <a:gd name="connsiteX108" fmla="*/ 488967 w 643896"/>
                <a:gd name="connsiteY108" fmla="*/ 1413252 h 1418047"/>
                <a:gd name="connsiteX109" fmla="*/ 406423 w 643896"/>
                <a:gd name="connsiteY109" fmla="*/ 1416417 h 1418047"/>
                <a:gd name="connsiteX110" fmla="*/ 376227 w 643896"/>
                <a:gd name="connsiteY110" fmla="*/ 1411883 h 1418047"/>
                <a:gd name="connsiteX111" fmla="*/ 356210 w 643896"/>
                <a:gd name="connsiteY111" fmla="*/ 1404185 h 1418047"/>
                <a:gd name="connsiteX112" fmla="*/ 360059 w 643896"/>
                <a:gd name="connsiteY112" fmla="*/ 1387504 h 1418047"/>
                <a:gd name="connsiteX113" fmla="*/ 363053 w 643896"/>
                <a:gd name="connsiteY113" fmla="*/ 1370824 h 1418047"/>
                <a:gd name="connsiteX114" fmla="*/ 367245 w 643896"/>
                <a:gd name="connsiteY114" fmla="*/ 1360217 h 1418047"/>
                <a:gd name="connsiteX115" fmla="*/ 366902 w 643896"/>
                <a:gd name="connsiteY115" fmla="*/ 1353716 h 1418047"/>
                <a:gd name="connsiteX116" fmla="*/ 354157 w 643896"/>
                <a:gd name="connsiteY116" fmla="*/ 1346958 h 1418047"/>
                <a:gd name="connsiteX117" fmla="*/ 345689 w 643896"/>
                <a:gd name="connsiteY117" fmla="*/ 1318474 h 1418047"/>
                <a:gd name="connsiteX118" fmla="*/ 340984 w 643896"/>
                <a:gd name="connsiteY118" fmla="*/ 1247647 h 1418047"/>
                <a:gd name="connsiteX119" fmla="*/ 334140 w 643896"/>
                <a:gd name="connsiteY119" fmla="*/ 1156462 h 1418047"/>
                <a:gd name="connsiteX120" fmla="*/ 325586 w 643896"/>
                <a:gd name="connsiteY120" fmla="*/ 1068442 h 1418047"/>
                <a:gd name="connsiteX121" fmla="*/ 291541 w 643896"/>
                <a:gd name="connsiteY121" fmla="*/ 932605 h 1418047"/>
                <a:gd name="connsiteX122" fmla="*/ 275804 w 643896"/>
                <a:gd name="connsiteY122" fmla="*/ 879827 h 1418047"/>
                <a:gd name="connsiteX123" fmla="*/ 267250 w 643896"/>
                <a:gd name="connsiteY123" fmla="*/ 896935 h 1418047"/>
                <a:gd name="connsiteX124" fmla="*/ 256643 w 643896"/>
                <a:gd name="connsiteY124" fmla="*/ 941587 h 1418047"/>
                <a:gd name="connsiteX125" fmla="*/ 240903 w 643896"/>
                <a:gd name="connsiteY125" fmla="*/ 985811 h 1418047"/>
                <a:gd name="connsiteX126" fmla="*/ 225163 w 643896"/>
                <a:gd name="connsiteY126" fmla="*/ 1047656 h 1418047"/>
                <a:gd name="connsiteX127" fmla="*/ 208569 w 643896"/>
                <a:gd name="connsiteY127" fmla="*/ 1118055 h 1418047"/>
                <a:gd name="connsiteX128" fmla="*/ 191375 w 643896"/>
                <a:gd name="connsiteY128" fmla="*/ 1230710 h 1418047"/>
                <a:gd name="connsiteX129" fmla="*/ 185302 w 643896"/>
                <a:gd name="connsiteY129" fmla="*/ 1292983 h 1418047"/>
                <a:gd name="connsiteX130" fmla="*/ 186244 w 643896"/>
                <a:gd name="connsiteY130" fmla="*/ 1320612 h 1418047"/>
                <a:gd name="connsiteX131" fmla="*/ 195395 w 643896"/>
                <a:gd name="connsiteY131" fmla="*/ 1341826 h 1418047"/>
                <a:gd name="connsiteX132" fmla="*/ 186841 w 643896"/>
                <a:gd name="connsiteY132" fmla="*/ 1372963 h 1418047"/>
                <a:gd name="connsiteX133" fmla="*/ 175806 w 643896"/>
                <a:gd name="connsiteY133" fmla="*/ 1381431 h 1418047"/>
                <a:gd name="connsiteX134" fmla="*/ 181710 w 643896"/>
                <a:gd name="connsiteY134" fmla="*/ 1389215 h 1418047"/>
                <a:gd name="connsiteX135" fmla="*/ 182136 w 643896"/>
                <a:gd name="connsiteY135" fmla="*/ 1401875 h 1418047"/>
                <a:gd name="connsiteX136" fmla="*/ 173582 w 643896"/>
                <a:gd name="connsiteY136" fmla="*/ 1407777 h 1418047"/>
                <a:gd name="connsiteX137" fmla="*/ 145527 w 643896"/>
                <a:gd name="connsiteY137" fmla="*/ 1410001 h 1418047"/>
                <a:gd name="connsiteX138" fmla="*/ 134064 w 643896"/>
                <a:gd name="connsiteY138" fmla="*/ 1414107 h 1418047"/>
                <a:gd name="connsiteX139" fmla="*/ 48610 w 643896"/>
                <a:gd name="connsiteY139" fmla="*/ 1415904 h 1418047"/>
                <a:gd name="connsiteX140" fmla="*/ 49892 w 643896"/>
                <a:gd name="connsiteY140" fmla="*/ 1406836 h 1418047"/>
                <a:gd name="connsiteX141" fmla="*/ 58789 w 643896"/>
                <a:gd name="connsiteY141" fmla="*/ 1392808 h 1418047"/>
                <a:gd name="connsiteX142" fmla="*/ 99763 w 643896"/>
                <a:gd name="connsiteY142" fmla="*/ 1356624 h 1418047"/>
                <a:gd name="connsiteX143" fmla="*/ 102672 w 643896"/>
                <a:gd name="connsiteY143" fmla="*/ 1350038 h 1418047"/>
                <a:gd name="connsiteX144" fmla="*/ 95828 w 643896"/>
                <a:gd name="connsiteY144" fmla="*/ 1335069 h 1418047"/>
                <a:gd name="connsiteX145" fmla="*/ 89413 w 643896"/>
                <a:gd name="connsiteY145" fmla="*/ 1321040 h 1418047"/>
                <a:gd name="connsiteX146" fmla="*/ 91551 w 643896"/>
                <a:gd name="connsiteY146" fmla="*/ 1258767 h 1418047"/>
                <a:gd name="connsiteX147" fmla="*/ 102586 w 643896"/>
                <a:gd name="connsiteY147" fmla="*/ 1170319 h 1418047"/>
                <a:gd name="connsiteX148" fmla="*/ 108916 w 643896"/>
                <a:gd name="connsiteY148" fmla="*/ 1039872 h 1418047"/>
                <a:gd name="connsiteX149" fmla="*/ 114047 w 643896"/>
                <a:gd name="connsiteY149" fmla="*/ 962287 h 1418047"/>
                <a:gd name="connsiteX150" fmla="*/ 122515 w 643896"/>
                <a:gd name="connsiteY150" fmla="*/ 881025 h 1418047"/>
                <a:gd name="connsiteX151" fmla="*/ 129359 w 643896"/>
                <a:gd name="connsiteY151" fmla="*/ 802072 h 1418047"/>
                <a:gd name="connsiteX152" fmla="*/ 132782 w 643896"/>
                <a:gd name="connsiteY152" fmla="*/ 762381 h 1418047"/>
                <a:gd name="connsiteX153" fmla="*/ 136117 w 643896"/>
                <a:gd name="connsiteY153" fmla="*/ 751603 h 1418047"/>
                <a:gd name="connsiteX154" fmla="*/ 134663 w 643896"/>
                <a:gd name="connsiteY154" fmla="*/ 755966 h 1418047"/>
                <a:gd name="connsiteX155" fmla="*/ 132782 w 643896"/>
                <a:gd name="connsiteY155" fmla="*/ 762381 h 1418047"/>
                <a:gd name="connsiteX156" fmla="*/ 128077 w 643896"/>
                <a:gd name="connsiteY156" fmla="*/ 755282 h 1418047"/>
                <a:gd name="connsiteX157" fmla="*/ 119180 w 643896"/>
                <a:gd name="connsiteY157" fmla="*/ 742023 h 1418047"/>
                <a:gd name="connsiteX158" fmla="*/ 105579 w 643896"/>
                <a:gd name="connsiteY158" fmla="*/ 745701 h 1418047"/>
                <a:gd name="connsiteX159" fmla="*/ 102586 w 643896"/>
                <a:gd name="connsiteY159" fmla="*/ 747840 h 1418047"/>
                <a:gd name="connsiteX160" fmla="*/ 85136 w 643896"/>
                <a:gd name="connsiteY160" fmla="*/ 755966 h 1418047"/>
                <a:gd name="connsiteX161" fmla="*/ 61783 w 643896"/>
                <a:gd name="connsiteY161" fmla="*/ 760927 h 1418047"/>
                <a:gd name="connsiteX162" fmla="*/ 58446 w 643896"/>
                <a:gd name="connsiteY162" fmla="*/ 760927 h 1418047"/>
                <a:gd name="connsiteX163" fmla="*/ 47497 w 643896"/>
                <a:gd name="connsiteY163" fmla="*/ 746899 h 1418047"/>
                <a:gd name="connsiteX164" fmla="*/ 46900 w 643896"/>
                <a:gd name="connsiteY164" fmla="*/ 738858 h 1418047"/>
                <a:gd name="connsiteX165" fmla="*/ 47925 w 643896"/>
                <a:gd name="connsiteY165" fmla="*/ 727823 h 1418047"/>
                <a:gd name="connsiteX166" fmla="*/ 60073 w 643896"/>
                <a:gd name="connsiteY166" fmla="*/ 662129 h 1418047"/>
                <a:gd name="connsiteX167" fmla="*/ 83425 w 643896"/>
                <a:gd name="connsiteY167" fmla="*/ 539380 h 1418047"/>
                <a:gd name="connsiteX168" fmla="*/ 111480 w 643896"/>
                <a:gd name="connsiteY168" fmla="*/ 408504 h 1418047"/>
                <a:gd name="connsiteX169" fmla="*/ 67685 w 643896"/>
                <a:gd name="connsiteY169" fmla="*/ 375999 h 1418047"/>
                <a:gd name="connsiteX170" fmla="*/ 11999 w 643896"/>
                <a:gd name="connsiteY170" fmla="*/ 305173 h 1418047"/>
                <a:gd name="connsiteX171" fmla="*/ 11999 w 643896"/>
                <a:gd name="connsiteY171" fmla="*/ 305173 h 1418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</a:cxnLst>
              <a:rect l="l" t="t" r="r" b="b"/>
              <a:pathLst>
                <a:path w="643896" h="1418047">
                  <a:moveTo>
                    <a:pt x="12084" y="305258"/>
                  </a:moveTo>
                  <a:cubicBezTo>
                    <a:pt x="2760" y="290802"/>
                    <a:pt x="2334" y="284472"/>
                    <a:pt x="621" y="264199"/>
                  </a:cubicBezTo>
                  <a:cubicBezTo>
                    <a:pt x="-1089" y="243926"/>
                    <a:pt x="1050" y="227674"/>
                    <a:pt x="3188" y="215014"/>
                  </a:cubicBezTo>
                  <a:cubicBezTo>
                    <a:pt x="5327" y="202354"/>
                    <a:pt x="4898" y="179344"/>
                    <a:pt x="6611" y="165401"/>
                  </a:cubicBezTo>
                  <a:cubicBezTo>
                    <a:pt x="8321" y="151458"/>
                    <a:pt x="8749" y="141450"/>
                    <a:pt x="5755" y="132896"/>
                  </a:cubicBezTo>
                  <a:cubicBezTo>
                    <a:pt x="2760" y="124342"/>
                    <a:pt x="9175" y="115788"/>
                    <a:pt x="14651" y="109886"/>
                  </a:cubicBezTo>
                  <a:cubicBezTo>
                    <a:pt x="19185" y="105096"/>
                    <a:pt x="25941" y="100306"/>
                    <a:pt x="28251" y="98680"/>
                  </a:cubicBezTo>
                  <a:cubicBezTo>
                    <a:pt x="29107" y="95173"/>
                    <a:pt x="30049" y="91666"/>
                    <a:pt x="30817" y="88672"/>
                  </a:cubicBezTo>
                  <a:cubicBezTo>
                    <a:pt x="32870" y="87646"/>
                    <a:pt x="36293" y="87475"/>
                    <a:pt x="40399" y="87817"/>
                  </a:cubicBezTo>
                  <a:cubicBezTo>
                    <a:pt x="41681" y="84908"/>
                    <a:pt x="42965" y="82086"/>
                    <a:pt x="43562" y="80546"/>
                  </a:cubicBezTo>
                  <a:cubicBezTo>
                    <a:pt x="45273" y="76440"/>
                    <a:pt x="46985" y="70623"/>
                    <a:pt x="47839" y="60701"/>
                  </a:cubicBezTo>
                  <a:cubicBezTo>
                    <a:pt x="48696" y="50778"/>
                    <a:pt x="50406" y="40855"/>
                    <a:pt x="55111" y="31361"/>
                  </a:cubicBezTo>
                  <a:cubicBezTo>
                    <a:pt x="59816" y="21866"/>
                    <a:pt x="61527" y="17418"/>
                    <a:pt x="68285" y="13312"/>
                  </a:cubicBezTo>
                  <a:cubicBezTo>
                    <a:pt x="75042" y="9291"/>
                    <a:pt x="81458" y="10575"/>
                    <a:pt x="85307" y="11943"/>
                  </a:cubicBezTo>
                  <a:cubicBezTo>
                    <a:pt x="91294" y="4245"/>
                    <a:pt x="96768" y="5613"/>
                    <a:pt x="98480" y="6469"/>
                  </a:cubicBezTo>
                  <a:cubicBezTo>
                    <a:pt x="106520" y="-4737"/>
                    <a:pt x="113364" y="1080"/>
                    <a:pt x="113790" y="5613"/>
                  </a:cubicBezTo>
                  <a:cubicBezTo>
                    <a:pt x="123543" y="224"/>
                    <a:pt x="126109" y="7409"/>
                    <a:pt x="125253" y="12371"/>
                  </a:cubicBezTo>
                  <a:cubicBezTo>
                    <a:pt x="124397" y="17332"/>
                    <a:pt x="121832" y="18273"/>
                    <a:pt x="122687" y="23234"/>
                  </a:cubicBezTo>
                  <a:cubicBezTo>
                    <a:pt x="123543" y="28196"/>
                    <a:pt x="119694" y="40342"/>
                    <a:pt x="116699" y="48041"/>
                  </a:cubicBezTo>
                  <a:cubicBezTo>
                    <a:pt x="113704" y="55654"/>
                    <a:pt x="108060" y="61385"/>
                    <a:pt x="102243" y="65662"/>
                  </a:cubicBezTo>
                  <a:cubicBezTo>
                    <a:pt x="94203" y="71564"/>
                    <a:pt x="94629" y="71136"/>
                    <a:pt x="88642" y="76526"/>
                  </a:cubicBezTo>
                  <a:cubicBezTo>
                    <a:pt x="83596" y="81059"/>
                    <a:pt x="81030" y="86961"/>
                    <a:pt x="77521" y="97996"/>
                  </a:cubicBezTo>
                  <a:lnTo>
                    <a:pt x="79660" y="99536"/>
                  </a:lnTo>
                  <a:cubicBezTo>
                    <a:pt x="82226" y="103128"/>
                    <a:pt x="80088" y="108517"/>
                    <a:pt x="80088" y="108517"/>
                  </a:cubicBezTo>
                  <a:lnTo>
                    <a:pt x="79917" y="108517"/>
                  </a:lnTo>
                  <a:cubicBezTo>
                    <a:pt x="80430" y="109030"/>
                    <a:pt x="80687" y="109800"/>
                    <a:pt x="80944" y="111255"/>
                  </a:cubicBezTo>
                  <a:cubicBezTo>
                    <a:pt x="81798" y="118012"/>
                    <a:pt x="73244" y="168994"/>
                    <a:pt x="71192" y="187042"/>
                  </a:cubicBezTo>
                  <a:cubicBezTo>
                    <a:pt x="69053" y="205091"/>
                    <a:pt x="71620" y="222713"/>
                    <a:pt x="71620" y="234859"/>
                  </a:cubicBezTo>
                  <a:cubicBezTo>
                    <a:pt x="71620" y="247006"/>
                    <a:pt x="72904" y="250684"/>
                    <a:pt x="78035" y="258810"/>
                  </a:cubicBezTo>
                  <a:cubicBezTo>
                    <a:pt x="83168" y="266937"/>
                    <a:pt x="90352" y="281393"/>
                    <a:pt x="100533" y="291743"/>
                  </a:cubicBezTo>
                  <a:cubicBezTo>
                    <a:pt x="110712" y="302093"/>
                    <a:pt x="123029" y="306199"/>
                    <a:pt x="127734" y="308423"/>
                  </a:cubicBezTo>
                  <a:cubicBezTo>
                    <a:pt x="132439" y="310647"/>
                    <a:pt x="141762" y="309278"/>
                    <a:pt x="145184" y="302093"/>
                  </a:cubicBezTo>
                  <a:cubicBezTo>
                    <a:pt x="148605" y="294908"/>
                    <a:pt x="155791" y="293026"/>
                    <a:pt x="164345" y="294395"/>
                  </a:cubicBezTo>
                  <a:cubicBezTo>
                    <a:pt x="172814" y="295763"/>
                    <a:pt x="177519" y="297560"/>
                    <a:pt x="191118" y="303462"/>
                  </a:cubicBezTo>
                  <a:cubicBezTo>
                    <a:pt x="204720" y="309278"/>
                    <a:pt x="215755" y="317918"/>
                    <a:pt x="219175" y="322452"/>
                  </a:cubicBezTo>
                  <a:cubicBezTo>
                    <a:pt x="222598" y="326985"/>
                    <a:pt x="223452" y="329637"/>
                    <a:pt x="228072" y="325617"/>
                  </a:cubicBezTo>
                  <a:cubicBezTo>
                    <a:pt x="232777" y="321596"/>
                    <a:pt x="232777" y="320228"/>
                    <a:pt x="232777" y="320228"/>
                  </a:cubicBezTo>
                  <a:lnTo>
                    <a:pt x="234915" y="315266"/>
                  </a:lnTo>
                  <a:lnTo>
                    <a:pt x="235087" y="315266"/>
                  </a:lnTo>
                  <a:cubicBezTo>
                    <a:pt x="233545" y="312187"/>
                    <a:pt x="231749" y="308594"/>
                    <a:pt x="230210" y="305771"/>
                  </a:cubicBezTo>
                  <a:cubicBezTo>
                    <a:pt x="226790" y="299442"/>
                    <a:pt x="222513" y="290888"/>
                    <a:pt x="218321" y="283617"/>
                  </a:cubicBezTo>
                  <a:cubicBezTo>
                    <a:pt x="214044" y="293967"/>
                    <a:pt x="205148" y="284044"/>
                    <a:pt x="203009" y="270957"/>
                  </a:cubicBezTo>
                  <a:cubicBezTo>
                    <a:pt x="200871" y="257869"/>
                    <a:pt x="208569" y="259238"/>
                    <a:pt x="208569" y="259238"/>
                  </a:cubicBezTo>
                  <a:cubicBezTo>
                    <a:pt x="208569" y="259238"/>
                    <a:pt x="193257" y="227674"/>
                    <a:pt x="207286" y="201499"/>
                  </a:cubicBezTo>
                  <a:cubicBezTo>
                    <a:pt x="221314" y="175324"/>
                    <a:pt x="241331" y="169935"/>
                    <a:pt x="265537" y="174896"/>
                  </a:cubicBezTo>
                  <a:cubicBezTo>
                    <a:pt x="289745" y="179857"/>
                    <a:pt x="298299" y="197906"/>
                    <a:pt x="301294" y="207829"/>
                  </a:cubicBezTo>
                  <a:cubicBezTo>
                    <a:pt x="304287" y="217751"/>
                    <a:pt x="305143" y="228102"/>
                    <a:pt x="305571" y="238965"/>
                  </a:cubicBezTo>
                  <a:cubicBezTo>
                    <a:pt x="316178" y="237169"/>
                    <a:pt x="315407" y="253421"/>
                    <a:pt x="313697" y="262403"/>
                  </a:cubicBezTo>
                  <a:cubicBezTo>
                    <a:pt x="311987" y="271470"/>
                    <a:pt x="305571" y="266937"/>
                    <a:pt x="305571" y="266937"/>
                  </a:cubicBezTo>
                  <a:cubicBezTo>
                    <a:pt x="305571" y="266937"/>
                    <a:pt x="304715" y="271898"/>
                    <a:pt x="305143" y="280879"/>
                  </a:cubicBezTo>
                  <a:cubicBezTo>
                    <a:pt x="305571" y="289947"/>
                    <a:pt x="307710" y="305258"/>
                    <a:pt x="307710" y="305258"/>
                  </a:cubicBezTo>
                  <a:cubicBezTo>
                    <a:pt x="307710" y="305258"/>
                    <a:pt x="310702" y="305771"/>
                    <a:pt x="314125" y="307995"/>
                  </a:cubicBezTo>
                  <a:lnTo>
                    <a:pt x="314808" y="308594"/>
                  </a:lnTo>
                  <a:cubicBezTo>
                    <a:pt x="322679" y="315523"/>
                    <a:pt x="330462" y="321682"/>
                    <a:pt x="336278" y="325617"/>
                  </a:cubicBezTo>
                  <a:cubicBezTo>
                    <a:pt x="342268" y="329723"/>
                    <a:pt x="345175" y="329209"/>
                    <a:pt x="355439" y="330150"/>
                  </a:cubicBezTo>
                  <a:cubicBezTo>
                    <a:pt x="365620" y="331006"/>
                    <a:pt x="389058" y="335112"/>
                    <a:pt x="407362" y="339132"/>
                  </a:cubicBezTo>
                  <a:cubicBezTo>
                    <a:pt x="425669" y="343238"/>
                    <a:pt x="435420" y="352647"/>
                    <a:pt x="439696" y="361201"/>
                  </a:cubicBezTo>
                  <a:cubicBezTo>
                    <a:pt x="443973" y="369755"/>
                    <a:pt x="447737" y="377454"/>
                    <a:pt x="452442" y="381046"/>
                  </a:cubicBezTo>
                  <a:cubicBezTo>
                    <a:pt x="457147" y="384639"/>
                    <a:pt x="463477" y="395930"/>
                    <a:pt x="468182" y="399950"/>
                  </a:cubicBezTo>
                  <a:cubicBezTo>
                    <a:pt x="472885" y="404056"/>
                    <a:pt x="500516" y="422105"/>
                    <a:pt x="508128" y="426126"/>
                  </a:cubicBezTo>
                  <a:cubicBezTo>
                    <a:pt x="515740" y="430231"/>
                    <a:pt x="519163" y="430659"/>
                    <a:pt x="520873" y="426126"/>
                  </a:cubicBezTo>
                  <a:cubicBezTo>
                    <a:pt x="522584" y="421592"/>
                    <a:pt x="530198" y="397726"/>
                    <a:pt x="534475" y="390028"/>
                  </a:cubicBezTo>
                  <a:cubicBezTo>
                    <a:pt x="533704" y="387376"/>
                    <a:pt x="532763" y="376513"/>
                    <a:pt x="536613" y="370183"/>
                  </a:cubicBezTo>
                  <a:cubicBezTo>
                    <a:pt x="540462" y="363853"/>
                    <a:pt x="542515" y="359319"/>
                    <a:pt x="546792" y="357095"/>
                  </a:cubicBezTo>
                  <a:cubicBezTo>
                    <a:pt x="551069" y="354871"/>
                    <a:pt x="555089" y="347600"/>
                    <a:pt x="560137" y="351706"/>
                  </a:cubicBezTo>
                  <a:lnTo>
                    <a:pt x="562190" y="354187"/>
                  </a:lnTo>
                  <a:cubicBezTo>
                    <a:pt x="565610" y="342810"/>
                    <a:pt x="568006" y="335197"/>
                    <a:pt x="568434" y="333657"/>
                  </a:cubicBezTo>
                  <a:cubicBezTo>
                    <a:pt x="571001" y="325959"/>
                    <a:pt x="576474" y="327327"/>
                    <a:pt x="576474" y="327327"/>
                  </a:cubicBezTo>
                  <a:cubicBezTo>
                    <a:pt x="576474" y="327327"/>
                    <a:pt x="606670" y="326472"/>
                    <a:pt x="615994" y="327327"/>
                  </a:cubicBezTo>
                  <a:cubicBezTo>
                    <a:pt x="617705" y="327327"/>
                    <a:pt x="619073" y="327841"/>
                    <a:pt x="620186" y="328440"/>
                  </a:cubicBezTo>
                  <a:cubicBezTo>
                    <a:pt x="625060" y="330835"/>
                    <a:pt x="624548" y="335967"/>
                    <a:pt x="624548" y="335967"/>
                  </a:cubicBezTo>
                  <a:cubicBezTo>
                    <a:pt x="624548" y="335967"/>
                    <a:pt x="641997" y="497465"/>
                    <a:pt x="643281" y="510639"/>
                  </a:cubicBezTo>
                  <a:cubicBezTo>
                    <a:pt x="644734" y="523555"/>
                    <a:pt x="643281" y="528089"/>
                    <a:pt x="642339" y="529628"/>
                  </a:cubicBezTo>
                  <a:cubicBezTo>
                    <a:pt x="641742" y="532964"/>
                    <a:pt x="641142" y="534932"/>
                    <a:pt x="641142" y="534932"/>
                  </a:cubicBezTo>
                  <a:lnTo>
                    <a:pt x="582890" y="706438"/>
                  </a:lnTo>
                  <a:cubicBezTo>
                    <a:pt x="580751" y="710544"/>
                    <a:pt x="573993" y="709604"/>
                    <a:pt x="573993" y="709604"/>
                  </a:cubicBezTo>
                  <a:cubicBezTo>
                    <a:pt x="573993" y="709604"/>
                    <a:pt x="546364" y="710459"/>
                    <a:pt x="538238" y="710031"/>
                  </a:cubicBezTo>
                  <a:cubicBezTo>
                    <a:pt x="530198" y="709604"/>
                    <a:pt x="530198" y="700536"/>
                    <a:pt x="530198" y="700536"/>
                  </a:cubicBezTo>
                  <a:cubicBezTo>
                    <a:pt x="530198" y="700536"/>
                    <a:pt x="515740" y="528602"/>
                    <a:pt x="514886" y="521417"/>
                  </a:cubicBezTo>
                  <a:cubicBezTo>
                    <a:pt x="514544" y="518936"/>
                    <a:pt x="514544" y="516968"/>
                    <a:pt x="514544" y="515514"/>
                  </a:cubicBezTo>
                  <a:lnTo>
                    <a:pt x="514030" y="515514"/>
                  </a:lnTo>
                  <a:cubicBezTo>
                    <a:pt x="510438" y="515172"/>
                    <a:pt x="498378" y="513975"/>
                    <a:pt x="484262" y="510125"/>
                  </a:cubicBezTo>
                  <a:cubicBezTo>
                    <a:pt x="471346" y="507474"/>
                    <a:pt x="455522" y="504052"/>
                    <a:pt x="449192" y="502085"/>
                  </a:cubicBezTo>
                  <a:lnTo>
                    <a:pt x="447908" y="501657"/>
                  </a:lnTo>
                  <a:cubicBezTo>
                    <a:pt x="446112" y="501229"/>
                    <a:pt x="444316" y="500802"/>
                    <a:pt x="442606" y="500288"/>
                  </a:cubicBezTo>
                  <a:cubicBezTo>
                    <a:pt x="434991" y="498150"/>
                    <a:pt x="428405" y="495755"/>
                    <a:pt x="424470" y="494728"/>
                  </a:cubicBezTo>
                  <a:cubicBezTo>
                    <a:pt x="422760" y="494728"/>
                    <a:pt x="421392" y="494899"/>
                    <a:pt x="420279" y="495584"/>
                  </a:cubicBezTo>
                  <a:cubicBezTo>
                    <a:pt x="418911" y="500459"/>
                    <a:pt x="417883" y="520305"/>
                    <a:pt x="417883" y="549046"/>
                  </a:cubicBezTo>
                  <a:cubicBezTo>
                    <a:pt x="417883" y="581551"/>
                    <a:pt x="417455" y="610378"/>
                    <a:pt x="420022" y="640659"/>
                  </a:cubicBezTo>
                  <a:cubicBezTo>
                    <a:pt x="422589" y="670854"/>
                    <a:pt x="426866" y="710117"/>
                    <a:pt x="430629" y="748096"/>
                  </a:cubicBezTo>
                  <a:cubicBezTo>
                    <a:pt x="434478" y="785990"/>
                    <a:pt x="442946" y="825681"/>
                    <a:pt x="434906" y="829359"/>
                  </a:cubicBezTo>
                  <a:cubicBezTo>
                    <a:pt x="434906" y="829359"/>
                    <a:pt x="430800" y="831412"/>
                    <a:pt x="424813" y="833379"/>
                  </a:cubicBezTo>
                  <a:lnTo>
                    <a:pt x="424813" y="834320"/>
                  </a:lnTo>
                  <a:cubicBezTo>
                    <a:pt x="424813" y="834320"/>
                    <a:pt x="424556" y="862291"/>
                    <a:pt x="425155" y="871615"/>
                  </a:cubicBezTo>
                  <a:cubicBezTo>
                    <a:pt x="425755" y="880939"/>
                    <a:pt x="424556" y="887526"/>
                    <a:pt x="422075" y="895053"/>
                  </a:cubicBezTo>
                  <a:cubicBezTo>
                    <a:pt x="419508" y="902581"/>
                    <a:pt x="423188" y="940475"/>
                    <a:pt x="424641" y="949200"/>
                  </a:cubicBezTo>
                  <a:cubicBezTo>
                    <a:pt x="426095" y="957925"/>
                    <a:pt x="424898" y="968446"/>
                    <a:pt x="424641" y="984442"/>
                  </a:cubicBezTo>
                  <a:cubicBezTo>
                    <a:pt x="424385" y="1000352"/>
                    <a:pt x="432596" y="1055696"/>
                    <a:pt x="437387" y="1095130"/>
                  </a:cubicBezTo>
                  <a:cubicBezTo>
                    <a:pt x="442177" y="1134564"/>
                    <a:pt x="440808" y="1185716"/>
                    <a:pt x="440210" y="1218820"/>
                  </a:cubicBezTo>
                  <a:cubicBezTo>
                    <a:pt x="439696" y="1251924"/>
                    <a:pt x="438840" y="1292213"/>
                    <a:pt x="439696" y="1299741"/>
                  </a:cubicBezTo>
                  <a:cubicBezTo>
                    <a:pt x="440553" y="1307268"/>
                    <a:pt x="449361" y="1320185"/>
                    <a:pt x="454409" y="1325317"/>
                  </a:cubicBezTo>
                  <a:cubicBezTo>
                    <a:pt x="459542" y="1330449"/>
                    <a:pt x="457832" y="1336181"/>
                    <a:pt x="456976" y="1341826"/>
                  </a:cubicBezTo>
                  <a:cubicBezTo>
                    <a:pt x="456119" y="1347557"/>
                    <a:pt x="455863" y="1357822"/>
                    <a:pt x="455522" y="1363468"/>
                  </a:cubicBezTo>
                  <a:cubicBezTo>
                    <a:pt x="455265" y="1369199"/>
                    <a:pt x="453469" y="1371765"/>
                    <a:pt x="451842" y="1370653"/>
                  </a:cubicBezTo>
                  <a:lnTo>
                    <a:pt x="451416" y="1370396"/>
                  </a:lnTo>
                  <a:cubicBezTo>
                    <a:pt x="451416" y="1372620"/>
                    <a:pt x="451671" y="1375443"/>
                    <a:pt x="452870" y="1376726"/>
                  </a:cubicBezTo>
                  <a:cubicBezTo>
                    <a:pt x="455008" y="1378950"/>
                    <a:pt x="455008" y="1379891"/>
                    <a:pt x="460054" y="1381687"/>
                  </a:cubicBezTo>
                  <a:cubicBezTo>
                    <a:pt x="465187" y="1383484"/>
                    <a:pt x="488539" y="1382115"/>
                    <a:pt x="487685" y="1400164"/>
                  </a:cubicBezTo>
                  <a:cubicBezTo>
                    <a:pt x="490250" y="1401020"/>
                    <a:pt x="493244" y="1410087"/>
                    <a:pt x="488967" y="1413252"/>
                  </a:cubicBezTo>
                  <a:cubicBezTo>
                    <a:pt x="482552" y="1414620"/>
                    <a:pt x="419168" y="1419154"/>
                    <a:pt x="406423" y="1416417"/>
                  </a:cubicBezTo>
                  <a:cubicBezTo>
                    <a:pt x="393677" y="1413679"/>
                    <a:pt x="385549" y="1413679"/>
                    <a:pt x="376227" y="1411883"/>
                  </a:cubicBezTo>
                  <a:cubicBezTo>
                    <a:pt x="366902" y="1410087"/>
                    <a:pt x="355782" y="1411455"/>
                    <a:pt x="356210" y="1404185"/>
                  </a:cubicBezTo>
                  <a:cubicBezTo>
                    <a:pt x="356638" y="1396999"/>
                    <a:pt x="357920" y="1391525"/>
                    <a:pt x="360059" y="1387504"/>
                  </a:cubicBezTo>
                  <a:cubicBezTo>
                    <a:pt x="362197" y="1383484"/>
                    <a:pt x="360487" y="1378950"/>
                    <a:pt x="363053" y="1370824"/>
                  </a:cubicBezTo>
                  <a:cubicBezTo>
                    <a:pt x="364250" y="1367146"/>
                    <a:pt x="365706" y="1363468"/>
                    <a:pt x="367245" y="1360217"/>
                  </a:cubicBezTo>
                  <a:cubicBezTo>
                    <a:pt x="366817" y="1358506"/>
                    <a:pt x="366902" y="1356624"/>
                    <a:pt x="366902" y="1353716"/>
                  </a:cubicBezTo>
                  <a:cubicBezTo>
                    <a:pt x="366902" y="1348327"/>
                    <a:pt x="358862" y="1347386"/>
                    <a:pt x="354157" y="1346958"/>
                  </a:cubicBezTo>
                  <a:cubicBezTo>
                    <a:pt x="349452" y="1346531"/>
                    <a:pt x="346885" y="1330278"/>
                    <a:pt x="345689" y="1318474"/>
                  </a:cubicBezTo>
                  <a:cubicBezTo>
                    <a:pt x="344406" y="1306755"/>
                    <a:pt x="342268" y="1269716"/>
                    <a:pt x="340984" y="1247647"/>
                  </a:cubicBezTo>
                  <a:cubicBezTo>
                    <a:pt x="339701" y="1225578"/>
                    <a:pt x="335424" y="1180413"/>
                    <a:pt x="334140" y="1156462"/>
                  </a:cubicBezTo>
                  <a:cubicBezTo>
                    <a:pt x="332858" y="1132511"/>
                    <a:pt x="330291" y="1107277"/>
                    <a:pt x="325586" y="1068442"/>
                  </a:cubicBezTo>
                  <a:cubicBezTo>
                    <a:pt x="320883" y="1029607"/>
                    <a:pt x="295818" y="946206"/>
                    <a:pt x="291541" y="932605"/>
                  </a:cubicBezTo>
                  <a:cubicBezTo>
                    <a:pt x="287264" y="919090"/>
                    <a:pt x="278368" y="886071"/>
                    <a:pt x="275804" y="879827"/>
                  </a:cubicBezTo>
                  <a:cubicBezTo>
                    <a:pt x="273237" y="873497"/>
                    <a:pt x="269814" y="889322"/>
                    <a:pt x="267250" y="896935"/>
                  </a:cubicBezTo>
                  <a:cubicBezTo>
                    <a:pt x="264683" y="904634"/>
                    <a:pt x="259207" y="930809"/>
                    <a:pt x="256643" y="941587"/>
                  </a:cubicBezTo>
                  <a:cubicBezTo>
                    <a:pt x="254076" y="952450"/>
                    <a:pt x="247318" y="971354"/>
                    <a:pt x="240903" y="985811"/>
                  </a:cubicBezTo>
                  <a:cubicBezTo>
                    <a:pt x="234487" y="1000267"/>
                    <a:pt x="226875" y="1037305"/>
                    <a:pt x="225163" y="1047656"/>
                  </a:cubicBezTo>
                  <a:cubicBezTo>
                    <a:pt x="223452" y="1058006"/>
                    <a:pt x="214984" y="1091880"/>
                    <a:pt x="208569" y="1118055"/>
                  </a:cubicBezTo>
                  <a:cubicBezTo>
                    <a:pt x="202153" y="1144230"/>
                    <a:pt x="193513" y="1209069"/>
                    <a:pt x="191375" y="1230710"/>
                  </a:cubicBezTo>
                  <a:cubicBezTo>
                    <a:pt x="189237" y="1252352"/>
                    <a:pt x="186073" y="1285883"/>
                    <a:pt x="185302" y="1292983"/>
                  </a:cubicBezTo>
                  <a:cubicBezTo>
                    <a:pt x="183849" y="1305643"/>
                    <a:pt x="182393" y="1309834"/>
                    <a:pt x="186244" y="1320612"/>
                  </a:cubicBezTo>
                  <a:cubicBezTo>
                    <a:pt x="190093" y="1331476"/>
                    <a:pt x="191118" y="1335924"/>
                    <a:pt x="195395" y="1341826"/>
                  </a:cubicBezTo>
                  <a:cubicBezTo>
                    <a:pt x="199672" y="1347728"/>
                    <a:pt x="195395" y="1366205"/>
                    <a:pt x="186841" y="1372963"/>
                  </a:cubicBezTo>
                  <a:cubicBezTo>
                    <a:pt x="182307" y="1376555"/>
                    <a:pt x="178887" y="1379292"/>
                    <a:pt x="175806" y="1381431"/>
                  </a:cubicBezTo>
                  <a:cubicBezTo>
                    <a:pt x="177690" y="1382885"/>
                    <a:pt x="180597" y="1385708"/>
                    <a:pt x="181710" y="1389215"/>
                  </a:cubicBezTo>
                  <a:cubicBezTo>
                    <a:pt x="183420" y="1394604"/>
                    <a:pt x="182992" y="1399138"/>
                    <a:pt x="182136" y="1401875"/>
                  </a:cubicBezTo>
                  <a:cubicBezTo>
                    <a:pt x="181282" y="1404612"/>
                    <a:pt x="178715" y="1406408"/>
                    <a:pt x="173582" y="1407777"/>
                  </a:cubicBezTo>
                  <a:cubicBezTo>
                    <a:pt x="168451" y="1409146"/>
                    <a:pt x="154421" y="1410514"/>
                    <a:pt x="145527" y="1410001"/>
                  </a:cubicBezTo>
                  <a:cubicBezTo>
                    <a:pt x="136631" y="1409574"/>
                    <a:pt x="137485" y="1412225"/>
                    <a:pt x="134064" y="1414107"/>
                  </a:cubicBezTo>
                  <a:cubicBezTo>
                    <a:pt x="130643" y="1415904"/>
                    <a:pt x="70252" y="1420864"/>
                    <a:pt x="48610" y="1415904"/>
                  </a:cubicBezTo>
                  <a:cubicBezTo>
                    <a:pt x="46043" y="1414107"/>
                    <a:pt x="46043" y="1408718"/>
                    <a:pt x="49892" y="1406836"/>
                  </a:cubicBezTo>
                  <a:cubicBezTo>
                    <a:pt x="49892" y="1400934"/>
                    <a:pt x="49038" y="1397854"/>
                    <a:pt x="58789" y="1392808"/>
                  </a:cubicBezTo>
                  <a:cubicBezTo>
                    <a:pt x="67600" y="1388360"/>
                    <a:pt x="85649" y="1385708"/>
                    <a:pt x="99763" y="1356624"/>
                  </a:cubicBezTo>
                  <a:cubicBezTo>
                    <a:pt x="100874" y="1354315"/>
                    <a:pt x="101987" y="1351920"/>
                    <a:pt x="102672" y="1350038"/>
                  </a:cubicBezTo>
                  <a:cubicBezTo>
                    <a:pt x="98906" y="1348669"/>
                    <a:pt x="95486" y="1344392"/>
                    <a:pt x="95828" y="1335069"/>
                  </a:cubicBezTo>
                  <a:cubicBezTo>
                    <a:pt x="96256" y="1324633"/>
                    <a:pt x="91551" y="1326001"/>
                    <a:pt x="89413" y="1321040"/>
                  </a:cubicBezTo>
                  <a:cubicBezTo>
                    <a:pt x="87274" y="1316079"/>
                    <a:pt x="89413" y="1274506"/>
                    <a:pt x="91551" y="1258767"/>
                  </a:cubicBezTo>
                  <a:cubicBezTo>
                    <a:pt x="93690" y="1242942"/>
                    <a:pt x="97967" y="1212747"/>
                    <a:pt x="102586" y="1170319"/>
                  </a:cubicBezTo>
                  <a:cubicBezTo>
                    <a:pt x="107289" y="1127892"/>
                    <a:pt x="107289" y="1075114"/>
                    <a:pt x="108916" y="1039872"/>
                  </a:cubicBezTo>
                  <a:cubicBezTo>
                    <a:pt x="110626" y="1004715"/>
                    <a:pt x="111054" y="978454"/>
                    <a:pt x="114047" y="962287"/>
                  </a:cubicBezTo>
                  <a:cubicBezTo>
                    <a:pt x="117042" y="946035"/>
                    <a:pt x="122089" y="904548"/>
                    <a:pt x="122515" y="881025"/>
                  </a:cubicBezTo>
                  <a:cubicBezTo>
                    <a:pt x="122943" y="857587"/>
                    <a:pt x="128505" y="814646"/>
                    <a:pt x="129359" y="802072"/>
                  </a:cubicBezTo>
                  <a:cubicBezTo>
                    <a:pt x="130215" y="789412"/>
                    <a:pt x="129359" y="774528"/>
                    <a:pt x="132782" y="762381"/>
                  </a:cubicBezTo>
                  <a:cubicBezTo>
                    <a:pt x="133636" y="759216"/>
                    <a:pt x="134835" y="755538"/>
                    <a:pt x="136117" y="751603"/>
                  </a:cubicBezTo>
                  <a:cubicBezTo>
                    <a:pt x="135517" y="753229"/>
                    <a:pt x="135004" y="754683"/>
                    <a:pt x="134663" y="755966"/>
                  </a:cubicBezTo>
                  <a:cubicBezTo>
                    <a:pt x="133465" y="759901"/>
                    <a:pt x="132782" y="762381"/>
                    <a:pt x="132782" y="762381"/>
                  </a:cubicBezTo>
                  <a:cubicBezTo>
                    <a:pt x="132782" y="762381"/>
                    <a:pt x="129787" y="760157"/>
                    <a:pt x="128077" y="755282"/>
                  </a:cubicBezTo>
                  <a:cubicBezTo>
                    <a:pt x="126366" y="750491"/>
                    <a:pt x="124654" y="745017"/>
                    <a:pt x="119180" y="742023"/>
                  </a:cubicBezTo>
                  <a:cubicBezTo>
                    <a:pt x="115246" y="740141"/>
                    <a:pt x="110541" y="742365"/>
                    <a:pt x="105579" y="745701"/>
                  </a:cubicBezTo>
                  <a:lnTo>
                    <a:pt x="102586" y="747840"/>
                  </a:lnTo>
                  <a:cubicBezTo>
                    <a:pt x="96597" y="752373"/>
                    <a:pt x="90695" y="755966"/>
                    <a:pt x="85136" y="755966"/>
                  </a:cubicBezTo>
                  <a:cubicBezTo>
                    <a:pt x="80174" y="756137"/>
                    <a:pt x="71962" y="759473"/>
                    <a:pt x="61783" y="760927"/>
                  </a:cubicBezTo>
                  <a:lnTo>
                    <a:pt x="58446" y="760927"/>
                  </a:lnTo>
                  <a:cubicBezTo>
                    <a:pt x="52288" y="760499"/>
                    <a:pt x="48781" y="755453"/>
                    <a:pt x="47497" y="746899"/>
                  </a:cubicBezTo>
                  <a:cubicBezTo>
                    <a:pt x="47071" y="744418"/>
                    <a:pt x="46814" y="741766"/>
                    <a:pt x="46900" y="738858"/>
                  </a:cubicBezTo>
                  <a:cubicBezTo>
                    <a:pt x="46900" y="735265"/>
                    <a:pt x="47242" y="731587"/>
                    <a:pt x="47925" y="727823"/>
                  </a:cubicBezTo>
                  <a:cubicBezTo>
                    <a:pt x="50064" y="712170"/>
                    <a:pt x="55025" y="689587"/>
                    <a:pt x="60073" y="662129"/>
                  </a:cubicBezTo>
                  <a:cubicBezTo>
                    <a:pt x="66403" y="627400"/>
                    <a:pt x="72818" y="591730"/>
                    <a:pt x="83425" y="539380"/>
                  </a:cubicBezTo>
                  <a:cubicBezTo>
                    <a:pt x="94032" y="487030"/>
                    <a:pt x="111480" y="408504"/>
                    <a:pt x="111480" y="408504"/>
                  </a:cubicBezTo>
                  <a:cubicBezTo>
                    <a:pt x="111480" y="408504"/>
                    <a:pt x="89841" y="394048"/>
                    <a:pt x="67685" y="375999"/>
                  </a:cubicBezTo>
                  <a:cubicBezTo>
                    <a:pt x="45615" y="357951"/>
                    <a:pt x="21323" y="319629"/>
                    <a:pt x="11999" y="305173"/>
                  </a:cubicBezTo>
                  <a:lnTo>
                    <a:pt x="11999" y="305173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71427BF-5F76-86C0-1E7E-C248B6A99BFD}"/>
                </a:ext>
              </a:extLst>
            </p:cNvPr>
            <p:cNvSpPr/>
            <p:nvPr/>
          </p:nvSpPr>
          <p:spPr>
            <a:xfrm>
              <a:off x="13867317" y="2583652"/>
              <a:ext cx="590505" cy="1273782"/>
            </a:xfrm>
            <a:custGeom>
              <a:avLst/>
              <a:gdLst>
                <a:gd name="connsiteX0" fmla="*/ 47359 w 590505"/>
                <a:gd name="connsiteY0" fmla="*/ 98384 h 1273782"/>
                <a:gd name="connsiteX1" fmla="*/ 70454 w 590505"/>
                <a:gd name="connsiteY1" fmla="*/ 100523 h 1273782"/>
                <a:gd name="connsiteX2" fmla="*/ 47359 w 590505"/>
                <a:gd name="connsiteY2" fmla="*/ 98384 h 1273782"/>
                <a:gd name="connsiteX3" fmla="*/ 47359 w 590505"/>
                <a:gd name="connsiteY3" fmla="*/ 98384 h 1273782"/>
                <a:gd name="connsiteX4" fmla="*/ 134181 w 590505"/>
                <a:gd name="connsiteY4" fmla="*/ 342599 h 1273782"/>
                <a:gd name="connsiteX5" fmla="*/ 122632 w 590505"/>
                <a:gd name="connsiteY5" fmla="*/ 334473 h 1273782"/>
                <a:gd name="connsiteX6" fmla="*/ 18788 w 590505"/>
                <a:gd name="connsiteY6" fmla="*/ 252868 h 1273782"/>
                <a:gd name="connsiteX7" fmla="*/ 5786 w 590505"/>
                <a:gd name="connsiteY7" fmla="*/ 178021 h 1273782"/>
                <a:gd name="connsiteX8" fmla="*/ 13227 w 590505"/>
                <a:gd name="connsiteY8" fmla="*/ 112498 h 1273782"/>
                <a:gd name="connsiteX9" fmla="*/ 28027 w 590505"/>
                <a:gd name="connsiteY9" fmla="*/ 106339 h 1273782"/>
                <a:gd name="connsiteX10" fmla="*/ 32218 w 590505"/>
                <a:gd name="connsiteY10" fmla="*/ 106254 h 1273782"/>
                <a:gd name="connsiteX11" fmla="*/ 35725 w 590505"/>
                <a:gd name="connsiteY11" fmla="*/ 94021 h 1273782"/>
                <a:gd name="connsiteX12" fmla="*/ 46417 w 590505"/>
                <a:gd name="connsiteY12" fmla="*/ 88461 h 1273782"/>
                <a:gd name="connsiteX13" fmla="*/ 42996 w 590505"/>
                <a:gd name="connsiteY13" fmla="*/ 97443 h 1273782"/>
                <a:gd name="connsiteX14" fmla="*/ 59676 w 590505"/>
                <a:gd name="connsiteY14" fmla="*/ 57239 h 1273782"/>
                <a:gd name="connsiteX15" fmla="*/ 74474 w 590505"/>
                <a:gd name="connsiteY15" fmla="*/ 36282 h 1273782"/>
                <a:gd name="connsiteX16" fmla="*/ 86192 w 590505"/>
                <a:gd name="connsiteY16" fmla="*/ 3520 h 1273782"/>
                <a:gd name="connsiteX17" fmla="*/ 97998 w 590505"/>
                <a:gd name="connsiteY17" fmla="*/ 1553 h 1273782"/>
                <a:gd name="connsiteX18" fmla="*/ 107919 w 590505"/>
                <a:gd name="connsiteY18" fmla="*/ 2922 h 1273782"/>
                <a:gd name="connsiteX19" fmla="*/ 122290 w 590505"/>
                <a:gd name="connsiteY19" fmla="*/ 5745 h 1273782"/>
                <a:gd name="connsiteX20" fmla="*/ 133924 w 590505"/>
                <a:gd name="connsiteY20" fmla="*/ 10620 h 1273782"/>
                <a:gd name="connsiteX21" fmla="*/ 140168 w 590505"/>
                <a:gd name="connsiteY21" fmla="*/ 18062 h 1273782"/>
                <a:gd name="connsiteX22" fmla="*/ 148037 w 590505"/>
                <a:gd name="connsiteY22" fmla="*/ 24050 h 1273782"/>
                <a:gd name="connsiteX23" fmla="*/ 140596 w 590505"/>
                <a:gd name="connsiteY23" fmla="*/ 38763 h 1273782"/>
                <a:gd name="connsiteX24" fmla="*/ 134438 w 590505"/>
                <a:gd name="connsiteY24" fmla="*/ 48172 h 1273782"/>
                <a:gd name="connsiteX25" fmla="*/ 122718 w 590505"/>
                <a:gd name="connsiteY25" fmla="*/ 61003 h 1273782"/>
                <a:gd name="connsiteX26" fmla="*/ 99879 w 590505"/>
                <a:gd name="connsiteY26" fmla="*/ 70327 h 1273782"/>
                <a:gd name="connsiteX27" fmla="*/ 86877 w 590505"/>
                <a:gd name="connsiteY27" fmla="*/ 82730 h 1273782"/>
                <a:gd name="connsiteX28" fmla="*/ 80462 w 590505"/>
                <a:gd name="connsiteY28" fmla="*/ 97529 h 1273782"/>
                <a:gd name="connsiteX29" fmla="*/ 81658 w 590505"/>
                <a:gd name="connsiteY29" fmla="*/ 96930 h 1273782"/>
                <a:gd name="connsiteX30" fmla="*/ 78238 w 590505"/>
                <a:gd name="connsiteY30" fmla="*/ 117887 h 1273782"/>
                <a:gd name="connsiteX31" fmla="*/ 80975 w 590505"/>
                <a:gd name="connsiteY31" fmla="*/ 123618 h 1273782"/>
                <a:gd name="connsiteX32" fmla="*/ 73875 w 590505"/>
                <a:gd name="connsiteY32" fmla="*/ 163309 h 1273782"/>
                <a:gd name="connsiteX33" fmla="*/ 75074 w 590505"/>
                <a:gd name="connsiteY33" fmla="*/ 185549 h 1273782"/>
                <a:gd name="connsiteX34" fmla="*/ 75074 w 590505"/>
                <a:gd name="connsiteY34" fmla="*/ 206591 h 1273782"/>
                <a:gd name="connsiteX35" fmla="*/ 84995 w 590505"/>
                <a:gd name="connsiteY35" fmla="*/ 220192 h 1273782"/>
                <a:gd name="connsiteX36" fmla="*/ 138115 w 590505"/>
                <a:gd name="connsiteY36" fmla="*/ 252355 h 1273782"/>
                <a:gd name="connsiteX37" fmla="*/ 168996 w 590505"/>
                <a:gd name="connsiteY37" fmla="*/ 240037 h 1273782"/>
                <a:gd name="connsiteX38" fmla="*/ 223398 w 590505"/>
                <a:gd name="connsiteY38" fmla="*/ 254836 h 1273782"/>
                <a:gd name="connsiteX39" fmla="*/ 254279 w 590505"/>
                <a:gd name="connsiteY39" fmla="*/ 252355 h 1273782"/>
                <a:gd name="connsiteX40" fmla="*/ 265654 w 590505"/>
                <a:gd name="connsiteY40" fmla="*/ 240294 h 1273782"/>
                <a:gd name="connsiteX41" fmla="*/ 266168 w 590505"/>
                <a:gd name="connsiteY41" fmla="*/ 239268 h 1273782"/>
                <a:gd name="connsiteX42" fmla="*/ 275407 w 590505"/>
                <a:gd name="connsiteY42" fmla="*/ 225838 h 1273782"/>
                <a:gd name="connsiteX43" fmla="*/ 260608 w 590505"/>
                <a:gd name="connsiteY43" fmla="*/ 214718 h 1273782"/>
                <a:gd name="connsiteX44" fmla="*/ 253165 w 590505"/>
                <a:gd name="connsiteY44" fmla="*/ 190596 h 1273782"/>
                <a:gd name="connsiteX45" fmla="*/ 248546 w 590505"/>
                <a:gd name="connsiteY45" fmla="*/ 163736 h 1273782"/>
                <a:gd name="connsiteX46" fmla="*/ 241105 w 590505"/>
                <a:gd name="connsiteY46" fmla="*/ 143378 h 1273782"/>
                <a:gd name="connsiteX47" fmla="*/ 308766 w 590505"/>
                <a:gd name="connsiteY47" fmla="*/ 71952 h 1273782"/>
                <a:gd name="connsiteX48" fmla="*/ 381988 w 590505"/>
                <a:gd name="connsiteY48" fmla="*/ 117374 h 1273782"/>
                <a:gd name="connsiteX49" fmla="*/ 379165 w 590505"/>
                <a:gd name="connsiteY49" fmla="*/ 185976 h 1273782"/>
                <a:gd name="connsiteX50" fmla="*/ 360604 w 590505"/>
                <a:gd name="connsiteY50" fmla="*/ 216599 h 1273782"/>
                <a:gd name="connsiteX51" fmla="*/ 359064 w 590505"/>
                <a:gd name="connsiteY51" fmla="*/ 223443 h 1273782"/>
                <a:gd name="connsiteX52" fmla="*/ 353163 w 590505"/>
                <a:gd name="connsiteY52" fmla="*/ 219422 h 1273782"/>
                <a:gd name="connsiteX53" fmla="*/ 349483 w 590505"/>
                <a:gd name="connsiteY53" fmla="*/ 224982 h 1273782"/>
                <a:gd name="connsiteX54" fmla="*/ 348969 w 590505"/>
                <a:gd name="connsiteY54" fmla="*/ 226864 h 1273782"/>
                <a:gd name="connsiteX55" fmla="*/ 349483 w 590505"/>
                <a:gd name="connsiteY55" fmla="*/ 226864 h 1273782"/>
                <a:gd name="connsiteX56" fmla="*/ 352306 w 590505"/>
                <a:gd name="connsiteY56" fmla="*/ 230885 h 1273782"/>
                <a:gd name="connsiteX57" fmla="*/ 375659 w 590505"/>
                <a:gd name="connsiteY57" fmla="*/ 256290 h 1273782"/>
                <a:gd name="connsiteX58" fmla="*/ 383956 w 590505"/>
                <a:gd name="connsiteY58" fmla="*/ 269720 h 1273782"/>
                <a:gd name="connsiteX59" fmla="*/ 403716 w 590505"/>
                <a:gd name="connsiteY59" fmla="*/ 253638 h 1273782"/>
                <a:gd name="connsiteX60" fmla="*/ 449478 w 590505"/>
                <a:gd name="connsiteY60" fmla="*/ 241235 h 1273782"/>
                <a:gd name="connsiteX61" fmla="*/ 468042 w 590505"/>
                <a:gd name="connsiteY61" fmla="*/ 260995 h 1273782"/>
                <a:gd name="connsiteX62" fmla="*/ 511325 w 590505"/>
                <a:gd name="connsiteY62" fmla="*/ 243716 h 1273782"/>
                <a:gd name="connsiteX63" fmla="*/ 523728 w 590505"/>
                <a:gd name="connsiteY63" fmla="*/ 232595 h 1273782"/>
                <a:gd name="connsiteX64" fmla="*/ 527406 w 590505"/>
                <a:gd name="connsiteY64" fmla="*/ 211553 h 1273782"/>
                <a:gd name="connsiteX65" fmla="*/ 526209 w 590505"/>
                <a:gd name="connsiteY65" fmla="*/ 141068 h 1273782"/>
                <a:gd name="connsiteX66" fmla="*/ 528433 w 590505"/>
                <a:gd name="connsiteY66" fmla="*/ 142095 h 1273782"/>
                <a:gd name="connsiteX67" fmla="*/ 526295 w 590505"/>
                <a:gd name="connsiteY67" fmla="*/ 122934 h 1273782"/>
                <a:gd name="connsiteX68" fmla="*/ 526549 w 590505"/>
                <a:gd name="connsiteY68" fmla="*/ 122934 h 1273782"/>
                <a:gd name="connsiteX69" fmla="*/ 525952 w 590505"/>
                <a:gd name="connsiteY69" fmla="*/ 117972 h 1273782"/>
                <a:gd name="connsiteX70" fmla="*/ 519109 w 590505"/>
                <a:gd name="connsiteY70" fmla="*/ 96930 h 1273782"/>
                <a:gd name="connsiteX71" fmla="*/ 504910 w 590505"/>
                <a:gd name="connsiteY71" fmla="*/ 88290 h 1273782"/>
                <a:gd name="connsiteX72" fmla="*/ 491736 w 590505"/>
                <a:gd name="connsiteY72" fmla="*/ 71867 h 1273782"/>
                <a:gd name="connsiteX73" fmla="*/ 491736 w 590505"/>
                <a:gd name="connsiteY73" fmla="*/ 59378 h 1273782"/>
                <a:gd name="connsiteX74" fmla="*/ 488142 w 590505"/>
                <a:gd name="connsiteY74" fmla="*/ 50567 h 1273782"/>
                <a:gd name="connsiteX75" fmla="*/ 487202 w 590505"/>
                <a:gd name="connsiteY75" fmla="*/ 38250 h 1273782"/>
                <a:gd name="connsiteX76" fmla="*/ 494472 w 590505"/>
                <a:gd name="connsiteY76" fmla="*/ 33459 h 1273782"/>
                <a:gd name="connsiteX77" fmla="*/ 506106 w 590505"/>
                <a:gd name="connsiteY77" fmla="*/ 28071 h 1273782"/>
                <a:gd name="connsiteX78" fmla="*/ 525610 w 590505"/>
                <a:gd name="connsiteY78" fmla="*/ 31577 h 1273782"/>
                <a:gd name="connsiteX79" fmla="*/ 536730 w 590505"/>
                <a:gd name="connsiteY79" fmla="*/ 34828 h 1273782"/>
                <a:gd name="connsiteX80" fmla="*/ 543829 w 590505"/>
                <a:gd name="connsiteY80" fmla="*/ 42527 h 1273782"/>
                <a:gd name="connsiteX81" fmla="*/ 549133 w 590505"/>
                <a:gd name="connsiteY81" fmla="*/ 86408 h 1273782"/>
                <a:gd name="connsiteX82" fmla="*/ 560936 w 590505"/>
                <a:gd name="connsiteY82" fmla="*/ 123532 h 1273782"/>
                <a:gd name="connsiteX83" fmla="*/ 570175 w 590505"/>
                <a:gd name="connsiteY83" fmla="*/ 141410 h 1273782"/>
                <a:gd name="connsiteX84" fmla="*/ 571032 w 590505"/>
                <a:gd name="connsiteY84" fmla="*/ 143720 h 1273782"/>
                <a:gd name="connsiteX85" fmla="*/ 578729 w 590505"/>
                <a:gd name="connsiteY85" fmla="*/ 157406 h 1273782"/>
                <a:gd name="connsiteX86" fmla="*/ 589850 w 590505"/>
                <a:gd name="connsiteY86" fmla="*/ 261251 h 1273782"/>
                <a:gd name="connsiteX87" fmla="*/ 537927 w 590505"/>
                <a:gd name="connsiteY87" fmla="*/ 312233 h 1273782"/>
                <a:gd name="connsiteX88" fmla="*/ 459573 w 590505"/>
                <a:gd name="connsiteY88" fmla="*/ 365609 h 1273782"/>
                <a:gd name="connsiteX89" fmla="*/ 458888 w 590505"/>
                <a:gd name="connsiteY89" fmla="*/ 367577 h 1273782"/>
                <a:gd name="connsiteX90" fmla="*/ 458717 w 590505"/>
                <a:gd name="connsiteY90" fmla="*/ 366721 h 1273782"/>
                <a:gd name="connsiteX91" fmla="*/ 458203 w 590505"/>
                <a:gd name="connsiteY91" fmla="*/ 367834 h 1273782"/>
                <a:gd name="connsiteX92" fmla="*/ 466586 w 590505"/>
                <a:gd name="connsiteY92" fmla="*/ 448497 h 1273782"/>
                <a:gd name="connsiteX93" fmla="*/ 473087 w 590505"/>
                <a:gd name="connsiteY93" fmla="*/ 474416 h 1273782"/>
                <a:gd name="connsiteX94" fmla="*/ 476767 w 590505"/>
                <a:gd name="connsiteY94" fmla="*/ 493919 h 1273782"/>
                <a:gd name="connsiteX95" fmla="*/ 487887 w 590505"/>
                <a:gd name="connsiteY95" fmla="*/ 516159 h 1273782"/>
                <a:gd name="connsiteX96" fmla="*/ 485064 w 590505"/>
                <a:gd name="connsiteY96" fmla="*/ 519837 h 1273782"/>
                <a:gd name="connsiteX97" fmla="*/ 498920 w 590505"/>
                <a:gd name="connsiteY97" fmla="*/ 628301 h 1273782"/>
                <a:gd name="connsiteX98" fmla="*/ 485064 w 590505"/>
                <a:gd name="connsiteY98" fmla="*/ 631979 h 1273782"/>
                <a:gd name="connsiteX99" fmla="*/ 419028 w 590505"/>
                <a:gd name="connsiteY99" fmla="*/ 640106 h 1273782"/>
                <a:gd name="connsiteX100" fmla="*/ 418600 w 590505"/>
                <a:gd name="connsiteY100" fmla="*/ 640277 h 1273782"/>
                <a:gd name="connsiteX101" fmla="*/ 418343 w 590505"/>
                <a:gd name="connsiteY101" fmla="*/ 640277 h 1273782"/>
                <a:gd name="connsiteX102" fmla="*/ 417401 w 590505"/>
                <a:gd name="connsiteY102" fmla="*/ 677486 h 1273782"/>
                <a:gd name="connsiteX103" fmla="*/ 425786 w 590505"/>
                <a:gd name="connsiteY103" fmla="*/ 713670 h 1273782"/>
                <a:gd name="connsiteX104" fmla="*/ 425786 w 590505"/>
                <a:gd name="connsiteY104" fmla="*/ 752590 h 1273782"/>
                <a:gd name="connsiteX105" fmla="*/ 434168 w 590505"/>
                <a:gd name="connsiteY105" fmla="*/ 861995 h 1273782"/>
                <a:gd name="connsiteX106" fmla="*/ 430489 w 590505"/>
                <a:gd name="connsiteY106" fmla="*/ 912977 h 1273782"/>
                <a:gd name="connsiteX107" fmla="*/ 442551 w 590505"/>
                <a:gd name="connsiteY107" fmla="*/ 980639 h 1273782"/>
                <a:gd name="connsiteX108" fmla="*/ 448110 w 590505"/>
                <a:gd name="connsiteY108" fmla="*/ 1063184 h 1273782"/>
                <a:gd name="connsiteX109" fmla="*/ 440669 w 590505"/>
                <a:gd name="connsiteY109" fmla="*/ 1141966 h 1273782"/>
                <a:gd name="connsiteX110" fmla="*/ 454611 w 590505"/>
                <a:gd name="connsiteY110" fmla="*/ 1166088 h 1273782"/>
                <a:gd name="connsiteX111" fmla="*/ 455553 w 590505"/>
                <a:gd name="connsiteY111" fmla="*/ 1191151 h 1273782"/>
                <a:gd name="connsiteX112" fmla="*/ 441609 w 590505"/>
                <a:gd name="connsiteY112" fmla="*/ 1229131 h 1273782"/>
                <a:gd name="connsiteX113" fmla="*/ 450848 w 590505"/>
                <a:gd name="connsiteY113" fmla="*/ 1254194 h 1273782"/>
                <a:gd name="connsiteX114" fmla="*/ 449906 w 590505"/>
                <a:gd name="connsiteY114" fmla="*/ 1269933 h 1273782"/>
                <a:gd name="connsiteX115" fmla="*/ 395761 w 590505"/>
                <a:gd name="connsiteY115" fmla="*/ 1269933 h 1273782"/>
                <a:gd name="connsiteX116" fmla="*/ 377540 w 590505"/>
                <a:gd name="connsiteY116" fmla="*/ 1269933 h 1273782"/>
                <a:gd name="connsiteX117" fmla="*/ 375659 w 590505"/>
                <a:gd name="connsiteY117" fmla="*/ 1257872 h 1273782"/>
                <a:gd name="connsiteX118" fmla="*/ 372835 w 590505"/>
                <a:gd name="connsiteY118" fmla="*/ 1237514 h 1273782"/>
                <a:gd name="connsiteX119" fmla="*/ 353418 w 590505"/>
                <a:gd name="connsiteY119" fmla="*/ 1208773 h 1273782"/>
                <a:gd name="connsiteX120" fmla="*/ 355044 w 590505"/>
                <a:gd name="connsiteY120" fmla="*/ 1168056 h 1273782"/>
                <a:gd name="connsiteX121" fmla="*/ 339219 w 590505"/>
                <a:gd name="connsiteY121" fmla="*/ 1080805 h 1273782"/>
                <a:gd name="connsiteX122" fmla="*/ 335798 w 590505"/>
                <a:gd name="connsiteY122" fmla="*/ 1063270 h 1273782"/>
                <a:gd name="connsiteX123" fmla="*/ 327244 w 590505"/>
                <a:gd name="connsiteY123" fmla="*/ 973539 h 1273782"/>
                <a:gd name="connsiteX124" fmla="*/ 322881 w 590505"/>
                <a:gd name="connsiteY124" fmla="*/ 946508 h 1273782"/>
                <a:gd name="connsiteX125" fmla="*/ 300640 w 590505"/>
                <a:gd name="connsiteY125" fmla="*/ 819482 h 1273782"/>
                <a:gd name="connsiteX126" fmla="*/ 285756 w 590505"/>
                <a:gd name="connsiteY126" fmla="*/ 774061 h 1273782"/>
                <a:gd name="connsiteX127" fmla="*/ 281394 w 590505"/>
                <a:gd name="connsiteY127" fmla="*/ 776712 h 1273782"/>
                <a:gd name="connsiteX128" fmla="*/ 285756 w 590505"/>
                <a:gd name="connsiteY128" fmla="*/ 774061 h 1273782"/>
                <a:gd name="connsiteX129" fmla="*/ 270701 w 590505"/>
                <a:gd name="connsiteY129" fmla="*/ 811869 h 1273782"/>
                <a:gd name="connsiteX130" fmla="*/ 266767 w 590505"/>
                <a:gd name="connsiteY130" fmla="*/ 828977 h 1273782"/>
                <a:gd name="connsiteX131" fmla="*/ 264457 w 590505"/>
                <a:gd name="connsiteY131" fmla="*/ 837189 h 1273782"/>
                <a:gd name="connsiteX132" fmla="*/ 259923 w 590505"/>
                <a:gd name="connsiteY132" fmla="*/ 850533 h 1273782"/>
                <a:gd name="connsiteX133" fmla="*/ 258641 w 590505"/>
                <a:gd name="connsiteY133" fmla="*/ 855494 h 1273782"/>
                <a:gd name="connsiteX134" fmla="*/ 242901 w 590505"/>
                <a:gd name="connsiteY134" fmla="*/ 901857 h 1273782"/>
                <a:gd name="connsiteX135" fmla="*/ 242644 w 590505"/>
                <a:gd name="connsiteY135" fmla="*/ 903054 h 1273782"/>
                <a:gd name="connsiteX136" fmla="*/ 232380 w 590505"/>
                <a:gd name="connsiteY136" fmla="*/ 952239 h 1273782"/>
                <a:gd name="connsiteX137" fmla="*/ 228959 w 590505"/>
                <a:gd name="connsiteY137" fmla="*/ 964899 h 1273782"/>
                <a:gd name="connsiteX138" fmla="*/ 222458 w 590505"/>
                <a:gd name="connsiteY138" fmla="*/ 1014940 h 1273782"/>
                <a:gd name="connsiteX139" fmla="*/ 220576 w 590505"/>
                <a:gd name="connsiteY139" fmla="*/ 1065921 h 1273782"/>
                <a:gd name="connsiteX140" fmla="*/ 220576 w 590505"/>
                <a:gd name="connsiteY140" fmla="*/ 1117844 h 1273782"/>
                <a:gd name="connsiteX141" fmla="*/ 218181 w 590505"/>
                <a:gd name="connsiteY141" fmla="*/ 1129734 h 1273782"/>
                <a:gd name="connsiteX142" fmla="*/ 221687 w 590505"/>
                <a:gd name="connsiteY142" fmla="*/ 1154198 h 1273782"/>
                <a:gd name="connsiteX143" fmla="*/ 226307 w 590505"/>
                <a:gd name="connsiteY143" fmla="*/ 1167457 h 1273782"/>
                <a:gd name="connsiteX144" fmla="*/ 225365 w 590505"/>
                <a:gd name="connsiteY144" fmla="*/ 1179261 h 1273782"/>
                <a:gd name="connsiteX145" fmla="*/ 223912 w 590505"/>
                <a:gd name="connsiteY145" fmla="*/ 1180887 h 1273782"/>
                <a:gd name="connsiteX146" fmla="*/ 220491 w 590505"/>
                <a:gd name="connsiteY146" fmla="*/ 1186447 h 1273782"/>
                <a:gd name="connsiteX147" fmla="*/ 223912 w 590505"/>
                <a:gd name="connsiteY147" fmla="*/ 1193461 h 1273782"/>
                <a:gd name="connsiteX148" fmla="*/ 226393 w 590505"/>
                <a:gd name="connsiteY148" fmla="*/ 1203555 h 1273782"/>
                <a:gd name="connsiteX149" fmla="*/ 230670 w 590505"/>
                <a:gd name="connsiteY149" fmla="*/ 1229986 h 1273782"/>
                <a:gd name="connsiteX150" fmla="*/ 231524 w 590505"/>
                <a:gd name="connsiteY150" fmla="*/ 1244699 h 1273782"/>
                <a:gd name="connsiteX151" fmla="*/ 226307 w 590505"/>
                <a:gd name="connsiteY151" fmla="*/ 1247864 h 1273782"/>
                <a:gd name="connsiteX152" fmla="*/ 223227 w 590505"/>
                <a:gd name="connsiteY152" fmla="*/ 1248890 h 1273782"/>
                <a:gd name="connsiteX153" fmla="*/ 132642 w 590505"/>
                <a:gd name="connsiteY153" fmla="*/ 1273783 h 1273782"/>
                <a:gd name="connsiteX154" fmla="*/ 65920 w 590505"/>
                <a:gd name="connsiteY154" fmla="*/ 1271986 h 1273782"/>
                <a:gd name="connsiteX155" fmla="*/ 65920 w 590505"/>
                <a:gd name="connsiteY155" fmla="*/ 1252483 h 1273782"/>
                <a:gd name="connsiteX156" fmla="*/ 95602 w 590505"/>
                <a:gd name="connsiteY156" fmla="*/ 1242304 h 1273782"/>
                <a:gd name="connsiteX157" fmla="*/ 113224 w 590505"/>
                <a:gd name="connsiteY157" fmla="*/ 1235803 h 1273782"/>
                <a:gd name="connsiteX158" fmla="*/ 122461 w 590505"/>
                <a:gd name="connsiteY158" fmla="*/ 1218182 h 1273782"/>
                <a:gd name="connsiteX159" fmla="*/ 124344 w 590505"/>
                <a:gd name="connsiteY159" fmla="*/ 1200561 h 1273782"/>
                <a:gd name="connsiteX160" fmla="*/ 113224 w 590505"/>
                <a:gd name="connsiteY160" fmla="*/ 1192520 h 1273782"/>
                <a:gd name="connsiteX161" fmla="*/ 121864 w 590505"/>
                <a:gd name="connsiteY161" fmla="*/ 1090557 h 1273782"/>
                <a:gd name="connsiteX162" fmla="*/ 126823 w 590505"/>
                <a:gd name="connsiteY162" fmla="*/ 941633 h 1273782"/>
                <a:gd name="connsiteX163" fmla="*/ 136062 w 590505"/>
                <a:gd name="connsiteY163" fmla="*/ 795788 h 1273782"/>
                <a:gd name="connsiteX164" fmla="*/ 161382 w 590505"/>
                <a:gd name="connsiteY164" fmla="*/ 666623 h 1273782"/>
                <a:gd name="connsiteX165" fmla="*/ 165059 w 590505"/>
                <a:gd name="connsiteY165" fmla="*/ 629499 h 1273782"/>
                <a:gd name="connsiteX166" fmla="*/ 98340 w 590505"/>
                <a:gd name="connsiteY166" fmla="*/ 618977 h 1273782"/>
                <a:gd name="connsiteX167" fmla="*/ 108262 w 590505"/>
                <a:gd name="connsiteY167" fmla="*/ 552257 h 1273782"/>
                <a:gd name="connsiteX168" fmla="*/ 137259 w 590505"/>
                <a:gd name="connsiteY168" fmla="*/ 385968 h 1273782"/>
                <a:gd name="connsiteX169" fmla="*/ 144017 w 590505"/>
                <a:gd name="connsiteY169" fmla="*/ 356114 h 1273782"/>
                <a:gd name="connsiteX170" fmla="*/ 133924 w 590505"/>
                <a:gd name="connsiteY170" fmla="*/ 342770 h 1273782"/>
                <a:gd name="connsiteX171" fmla="*/ 133924 w 590505"/>
                <a:gd name="connsiteY171" fmla="*/ 342770 h 1273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</a:cxnLst>
              <a:rect l="l" t="t" r="r" b="b"/>
              <a:pathLst>
                <a:path w="590505" h="1273782">
                  <a:moveTo>
                    <a:pt x="47359" y="98384"/>
                  </a:moveTo>
                  <a:cubicBezTo>
                    <a:pt x="52747" y="99581"/>
                    <a:pt x="61815" y="101549"/>
                    <a:pt x="70454" y="100523"/>
                  </a:cubicBezTo>
                  <a:cubicBezTo>
                    <a:pt x="63268" y="100266"/>
                    <a:pt x="53346" y="99325"/>
                    <a:pt x="47359" y="98384"/>
                  </a:cubicBezTo>
                  <a:lnTo>
                    <a:pt x="47359" y="98384"/>
                  </a:lnTo>
                  <a:close/>
                  <a:moveTo>
                    <a:pt x="134181" y="342599"/>
                  </a:moveTo>
                  <a:cubicBezTo>
                    <a:pt x="129390" y="338665"/>
                    <a:pt x="124344" y="335500"/>
                    <a:pt x="122632" y="334473"/>
                  </a:cubicBezTo>
                  <a:cubicBezTo>
                    <a:pt x="119554" y="332591"/>
                    <a:pt x="48470" y="291190"/>
                    <a:pt x="18788" y="252868"/>
                  </a:cubicBezTo>
                  <a:cubicBezTo>
                    <a:pt x="-10894" y="214547"/>
                    <a:pt x="2705" y="210184"/>
                    <a:pt x="5786" y="178021"/>
                  </a:cubicBezTo>
                  <a:lnTo>
                    <a:pt x="13227" y="112498"/>
                  </a:lnTo>
                  <a:lnTo>
                    <a:pt x="28027" y="106339"/>
                  </a:lnTo>
                  <a:cubicBezTo>
                    <a:pt x="28027" y="106339"/>
                    <a:pt x="29652" y="106339"/>
                    <a:pt x="32218" y="106254"/>
                  </a:cubicBezTo>
                  <a:cubicBezTo>
                    <a:pt x="33158" y="102832"/>
                    <a:pt x="34442" y="98812"/>
                    <a:pt x="35725" y="94021"/>
                  </a:cubicBezTo>
                  <a:lnTo>
                    <a:pt x="46417" y="88461"/>
                  </a:lnTo>
                  <a:cubicBezTo>
                    <a:pt x="46417" y="88461"/>
                    <a:pt x="39145" y="97101"/>
                    <a:pt x="42996" y="97443"/>
                  </a:cubicBezTo>
                  <a:cubicBezTo>
                    <a:pt x="42996" y="97443"/>
                    <a:pt x="56596" y="62800"/>
                    <a:pt x="59676" y="57239"/>
                  </a:cubicBezTo>
                  <a:cubicBezTo>
                    <a:pt x="62754" y="51679"/>
                    <a:pt x="73276" y="43040"/>
                    <a:pt x="74474" y="36282"/>
                  </a:cubicBezTo>
                  <a:cubicBezTo>
                    <a:pt x="75671" y="29439"/>
                    <a:pt x="83114" y="5402"/>
                    <a:pt x="86192" y="3520"/>
                  </a:cubicBezTo>
                  <a:cubicBezTo>
                    <a:pt x="89272" y="1639"/>
                    <a:pt x="93721" y="-2125"/>
                    <a:pt x="97998" y="1553"/>
                  </a:cubicBezTo>
                  <a:cubicBezTo>
                    <a:pt x="102360" y="5231"/>
                    <a:pt x="104242" y="2922"/>
                    <a:pt x="107919" y="2922"/>
                  </a:cubicBezTo>
                  <a:cubicBezTo>
                    <a:pt x="111597" y="2922"/>
                    <a:pt x="120408" y="2580"/>
                    <a:pt x="122290" y="5745"/>
                  </a:cubicBezTo>
                  <a:cubicBezTo>
                    <a:pt x="124173" y="8824"/>
                    <a:pt x="131443" y="8739"/>
                    <a:pt x="133924" y="10620"/>
                  </a:cubicBezTo>
                  <a:cubicBezTo>
                    <a:pt x="136405" y="12502"/>
                    <a:pt x="141367" y="14299"/>
                    <a:pt x="140168" y="18062"/>
                  </a:cubicBezTo>
                  <a:cubicBezTo>
                    <a:pt x="139314" y="20714"/>
                    <a:pt x="148037" y="19773"/>
                    <a:pt x="148037" y="24050"/>
                  </a:cubicBezTo>
                  <a:cubicBezTo>
                    <a:pt x="148037" y="28327"/>
                    <a:pt x="144873" y="36282"/>
                    <a:pt x="140596" y="38763"/>
                  </a:cubicBezTo>
                  <a:cubicBezTo>
                    <a:pt x="136234" y="41243"/>
                    <a:pt x="135037" y="43895"/>
                    <a:pt x="134438" y="48172"/>
                  </a:cubicBezTo>
                  <a:cubicBezTo>
                    <a:pt x="133838" y="52535"/>
                    <a:pt x="125798" y="58523"/>
                    <a:pt x="122718" y="61003"/>
                  </a:cubicBezTo>
                  <a:cubicBezTo>
                    <a:pt x="119639" y="63484"/>
                    <a:pt x="104156" y="69044"/>
                    <a:pt x="99879" y="70327"/>
                  </a:cubicBezTo>
                  <a:cubicBezTo>
                    <a:pt x="95517" y="71525"/>
                    <a:pt x="89358" y="77085"/>
                    <a:pt x="86877" y="82730"/>
                  </a:cubicBezTo>
                  <a:cubicBezTo>
                    <a:pt x="84995" y="87007"/>
                    <a:pt x="82001" y="93765"/>
                    <a:pt x="80462" y="97529"/>
                  </a:cubicBezTo>
                  <a:lnTo>
                    <a:pt x="81658" y="96930"/>
                  </a:lnTo>
                  <a:cubicBezTo>
                    <a:pt x="81658" y="96930"/>
                    <a:pt x="79691" y="112498"/>
                    <a:pt x="78238" y="117887"/>
                  </a:cubicBezTo>
                  <a:cubicBezTo>
                    <a:pt x="79605" y="119512"/>
                    <a:pt x="80547" y="121394"/>
                    <a:pt x="80975" y="123618"/>
                  </a:cubicBezTo>
                  <a:cubicBezTo>
                    <a:pt x="84653" y="143378"/>
                    <a:pt x="78837" y="153471"/>
                    <a:pt x="73875" y="163309"/>
                  </a:cubicBezTo>
                  <a:cubicBezTo>
                    <a:pt x="68913" y="173231"/>
                    <a:pt x="75074" y="173231"/>
                    <a:pt x="75074" y="185549"/>
                  </a:cubicBezTo>
                  <a:cubicBezTo>
                    <a:pt x="75074" y="197866"/>
                    <a:pt x="76356" y="197866"/>
                    <a:pt x="75074" y="206591"/>
                  </a:cubicBezTo>
                  <a:cubicBezTo>
                    <a:pt x="73875" y="215231"/>
                    <a:pt x="75074" y="215231"/>
                    <a:pt x="84995" y="220192"/>
                  </a:cubicBezTo>
                  <a:cubicBezTo>
                    <a:pt x="94832" y="225153"/>
                    <a:pt x="133153" y="249874"/>
                    <a:pt x="138115" y="252355"/>
                  </a:cubicBezTo>
                  <a:cubicBezTo>
                    <a:pt x="143077" y="254836"/>
                    <a:pt x="160356" y="237557"/>
                    <a:pt x="168996" y="240037"/>
                  </a:cubicBezTo>
                  <a:cubicBezTo>
                    <a:pt x="177635" y="242518"/>
                    <a:pt x="203638" y="246196"/>
                    <a:pt x="223398" y="254836"/>
                  </a:cubicBezTo>
                  <a:cubicBezTo>
                    <a:pt x="243158" y="263475"/>
                    <a:pt x="248120" y="256033"/>
                    <a:pt x="254279" y="252355"/>
                  </a:cubicBezTo>
                  <a:cubicBezTo>
                    <a:pt x="257785" y="250217"/>
                    <a:pt x="262404" y="244656"/>
                    <a:pt x="265654" y="240294"/>
                  </a:cubicBezTo>
                  <a:lnTo>
                    <a:pt x="266168" y="239268"/>
                  </a:lnTo>
                  <a:cubicBezTo>
                    <a:pt x="268991" y="234648"/>
                    <a:pt x="275407" y="225838"/>
                    <a:pt x="275407" y="225838"/>
                  </a:cubicBezTo>
                  <a:cubicBezTo>
                    <a:pt x="274465" y="223101"/>
                    <a:pt x="265228" y="223101"/>
                    <a:pt x="260608" y="214718"/>
                  </a:cubicBezTo>
                  <a:cubicBezTo>
                    <a:pt x="255989" y="206335"/>
                    <a:pt x="255989" y="196156"/>
                    <a:pt x="253165" y="190596"/>
                  </a:cubicBezTo>
                  <a:cubicBezTo>
                    <a:pt x="250430" y="185035"/>
                    <a:pt x="250430" y="168355"/>
                    <a:pt x="248546" y="163736"/>
                  </a:cubicBezTo>
                  <a:cubicBezTo>
                    <a:pt x="246664" y="159117"/>
                    <a:pt x="241105" y="153557"/>
                    <a:pt x="241105" y="143378"/>
                  </a:cubicBezTo>
                  <a:cubicBezTo>
                    <a:pt x="241105" y="133198"/>
                    <a:pt x="235546" y="76657"/>
                    <a:pt x="308766" y="71952"/>
                  </a:cubicBezTo>
                  <a:cubicBezTo>
                    <a:pt x="319887" y="71268"/>
                    <a:pt x="371810" y="82131"/>
                    <a:pt x="381988" y="117374"/>
                  </a:cubicBezTo>
                  <a:cubicBezTo>
                    <a:pt x="392167" y="152616"/>
                    <a:pt x="384812" y="169296"/>
                    <a:pt x="379165" y="185976"/>
                  </a:cubicBezTo>
                  <a:cubicBezTo>
                    <a:pt x="373606" y="202656"/>
                    <a:pt x="364367" y="209158"/>
                    <a:pt x="360604" y="216599"/>
                  </a:cubicBezTo>
                  <a:cubicBezTo>
                    <a:pt x="358979" y="219850"/>
                    <a:pt x="358808" y="221989"/>
                    <a:pt x="359064" y="223443"/>
                  </a:cubicBezTo>
                  <a:cubicBezTo>
                    <a:pt x="357440" y="221133"/>
                    <a:pt x="354959" y="218225"/>
                    <a:pt x="353163" y="219422"/>
                  </a:cubicBezTo>
                  <a:cubicBezTo>
                    <a:pt x="350425" y="221304"/>
                    <a:pt x="350425" y="222160"/>
                    <a:pt x="349483" y="224982"/>
                  </a:cubicBezTo>
                  <a:lnTo>
                    <a:pt x="348969" y="226864"/>
                  </a:lnTo>
                  <a:lnTo>
                    <a:pt x="349483" y="226864"/>
                  </a:lnTo>
                  <a:cubicBezTo>
                    <a:pt x="349483" y="226864"/>
                    <a:pt x="350939" y="228404"/>
                    <a:pt x="352306" y="230885"/>
                  </a:cubicBezTo>
                  <a:cubicBezTo>
                    <a:pt x="357268" y="231056"/>
                    <a:pt x="374631" y="250131"/>
                    <a:pt x="375659" y="256290"/>
                  </a:cubicBezTo>
                  <a:cubicBezTo>
                    <a:pt x="376941" y="263646"/>
                    <a:pt x="375316" y="272200"/>
                    <a:pt x="383956" y="269720"/>
                  </a:cubicBezTo>
                  <a:cubicBezTo>
                    <a:pt x="392595" y="267239"/>
                    <a:pt x="395076" y="256119"/>
                    <a:pt x="403716" y="253638"/>
                  </a:cubicBezTo>
                  <a:cubicBezTo>
                    <a:pt x="412355" y="251158"/>
                    <a:pt x="439556" y="240037"/>
                    <a:pt x="449478" y="241235"/>
                  </a:cubicBezTo>
                  <a:cubicBezTo>
                    <a:pt x="459402" y="242518"/>
                    <a:pt x="463080" y="263475"/>
                    <a:pt x="468042" y="260995"/>
                  </a:cubicBezTo>
                  <a:cubicBezTo>
                    <a:pt x="473002" y="258514"/>
                    <a:pt x="502600" y="246196"/>
                    <a:pt x="511325" y="243716"/>
                  </a:cubicBezTo>
                  <a:cubicBezTo>
                    <a:pt x="519965" y="241235"/>
                    <a:pt x="523728" y="241235"/>
                    <a:pt x="523728" y="232595"/>
                  </a:cubicBezTo>
                  <a:cubicBezTo>
                    <a:pt x="523728" y="223956"/>
                    <a:pt x="527406" y="225153"/>
                    <a:pt x="527406" y="211553"/>
                  </a:cubicBezTo>
                  <a:cubicBezTo>
                    <a:pt x="527406" y="197952"/>
                    <a:pt x="526209" y="141068"/>
                    <a:pt x="526209" y="141068"/>
                  </a:cubicBezTo>
                  <a:cubicBezTo>
                    <a:pt x="526209" y="141068"/>
                    <a:pt x="526978" y="141496"/>
                    <a:pt x="528433" y="142095"/>
                  </a:cubicBezTo>
                  <a:cubicBezTo>
                    <a:pt x="526721" y="135936"/>
                    <a:pt x="526295" y="122934"/>
                    <a:pt x="526295" y="122934"/>
                  </a:cubicBezTo>
                  <a:lnTo>
                    <a:pt x="526549" y="122934"/>
                  </a:lnTo>
                  <a:cubicBezTo>
                    <a:pt x="526380" y="121822"/>
                    <a:pt x="526209" y="120282"/>
                    <a:pt x="525952" y="117972"/>
                  </a:cubicBezTo>
                  <a:cubicBezTo>
                    <a:pt x="525010" y="110274"/>
                    <a:pt x="522272" y="102233"/>
                    <a:pt x="519109" y="96930"/>
                  </a:cubicBezTo>
                  <a:cubicBezTo>
                    <a:pt x="516028" y="91712"/>
                    <a:pt x="509870" y="91969"/>
                    <a:pt x="504910" y="88290"/>
                  </a:cubicBezTo>
                  <a:cubicBezTo>
                    <a:pt x="499948" y="84612"/>
                    <a:pt x="491736" y="75631"/>
                    <a:pt x="491736" y="71867"/>
                  </a:cubicBezTo>
                  <a:cubicBezTo>
                    <a:pt x="491736" y="68103"/>
                    <a:pt x="492933" y="62457"/>
                    <a:pt x="491736" y="59378"/>
                  </a:cubicBezTo>
                  <a:cubicBezTo>
                    <a:pt x="490538" y="56298"/>
                    <a:pt x="490623" y="56469"/>
                    <a:pt x="488142" y="50567"/>
                  </a:cubicBezTo>
                  <a:cubicBezTo>
                    <a:pt x="485663" y="44665"/>
                    <a:pt x="485064" y="39447"/>
                    <a:pt x="487202" y="38250"/>
                  </a:cubicBezTo>
                  <a:cubicBezTo>
                    <a:pt x="489341" y="37052"/>
                    <a:pt x="491993" y="35598"/>
                    <a:pt x="494472" y="33459"/>
                  </a:cubicBezTo>
                  <a:cubicBezTo>
                    <a:pt x="496953" y="31321"/>
                    <a:pt x="502086" y="28926"/>
                    <a:pt x="506106" y="28071"/>
                  </a:cubicBezTo>
                  <a:cubicBezTo>
                    <a:pt x="510126" y="27129"/>
                    <a:pt x="523728" y="30380"/>
                    <a:pt x="525610" y="31577"/>
                  </a:cubicBezTo>
                  <a:cubicBezTo>
                    <a:pt x="527491" y="32775"/>
                    <a:pt x="532710" y="34486"/>
                    <a:pt x="536730" y="34828"/>
                  </a:cubicBezTo>
                  <a:cubicBezTo>
                    <a:pt x="540750" y="35170"/>
                    <a:pt x="541947" y="37651"/>
                    <a:pt x="543829" y="42527"/>
                  </a:cubicBezTo>
                  <a:cubicBezTo>
                    <a:pt x="545710" y="47488"/>
                    <a:pt x="547849" y="79309"/>
                    <a:pt x="549133" y="86408"/>
                  </a:cubicBezTo>
                  <a:cubicBezTo>
                    <a:pt x="550073" y="91797"/>
                    <a:pt x="557430" y="113524"/>
                    <a:pt x="560936" y="123532"/>
                  </a:cubicBezTo>
                  <a:cubicBezTo>
                    <a:pt x="561536" y="124303"/>
                    <a:pt x="567181" y="132600"/>
                    <a:pt x="570175" y="141410"/>
                  </a:cubicBezTo>
                  <a:lnTo>
                    <a:pt x="571032" y="143720"/>
                  </a:lnTo>
                  <a:cubicBezTo>
                    <a:pt x="573341" y="146799"/>
                    <a:pt x="577447" y="152787"/>
                    <a:pt x="578729" y="157406"/>
                  </a:cubicBezTo>
                  <a:cubicBezTo>
                    <a:pt x="580611" y="163907"/>
                    <a:pt x="593528" y="251072"/>
                    <a:pt x="589850" y="261251"/>
                  </a:cubicBezTo>
                  <a:cubicBezTo>
                    <a:pt x="586172" y="271430"/>
                    <a:pt x="574110" y="289993"/>
                    <a:pt x="537927" y="312233"/>
                  </a:cubicBezTo>
                  <a:cubicBezTo>
                    <a:pt x="505507" y="332163"/>
                    <a:pt x="467271" y="357312"/>
                    <a:pt x="459573" y="365609"/>
                  </a:cubicBezTo>
                  <a:lnTo>
                    <a:pt x="458888" y="367577"/>
                  </a:lnTo>
                  <a:lnTo>
                    <a:pt x="458717" y="366721"/>
                  </a:lnTo>
                  <a:lnTo>
                    <a:pt x="458203" y="367834"/>
                  </a:lnTo>
                  <a:cubicBezTo>
                    <a:pt x="458203" y="372452"/>
                    <a:pt x="468384" y="429935"/>
                    <a:pt x="466586" y="448497"/>
                  </a:cubicBezTo>
                  <a:cubicBezTo>
                    <a:pt x="464705" y="467059"/>
                    <a:pt x="469324" y="467915"/>
                    <a:pt x="473087" y="474416"/>
                  </a:cubicBezTo>
                  <a:cubicBezTo>
                    <a:pt x="476767" y="480917"/>
                    <a:pt x="475911" y="491096"/>
                    <a:pt x="476767" y="493919"/>
                  </a:cubicBezTo>
                  <a:cubicBezTo>
                    <a:pt x="477707" y="496741"/>
                    <a:pt x="490709" y="512481"/>
                    <a:pt x="487887" y="516159"/>
                  </a:cubicBezTo>
                  <a:cubicBezTo>
                    <a:pt x="485064" y="519837"/>
                    <a:pt x="486946" y="513336"/>
                    <a:pt x="485064" y="519837"/>
                  </a:cubicBezTo>
                  <a:cubicBezTo>
                    <a:pt x="483182" y="526338"/>
                    <a:pt x="502686" y="622741"/>
                    <a:pt x="498920" y="628301"/>
                  </a:cubicBezTo>
                  <a:cubicBezTo>
                    <a:pt x="495243" y="633861"/>
                    <a:pt x="489683" y="635743"/>
                    <a:pt x="485064" y="631979"/>
                  </a:cubicBezTo>
                  <a:cubicBezTo>
                    <a:pt x="480445" y="628301"/>
                    <a:pt x="456579" y="627360"/>
                    <a:pt x="419028" y="640106"/>
                  </a:cubicBezTo>
                  <a:lnTo>
                    <a:pt x="418600" y="640277"/>
                  </a:lnTo>
                  <a:lnTo>
                    <a:pt x="418343" y="640277"/>
                  </a:lnTo>
                  <a:cubicBezTo>
                    <a:pt x="418343" y="640277"/>
                    <a:pt x="416461" y="664485"/>
                    <a:pt x="417401" y="677486"/>
                  </a:cubicBezTo>
                  <a:cubicBezTo>
                    <a:pt x="418343" y="690489"/>
                    <a:pt x="422962" y="699727"/>
                    <a:pt x="425786" y="713670"/>
                  </a:cubicBezTo>
                  <a:cubicBezTo>
                    <a:pt x="428607" y="727613"/>
                    <a:pt x="423048" y="722908"/>
                    <a:pt x="425786" y="752590"/>
                  </a:cubicBezTo>
                  <a:cubicBezTo>
                    <a:pt x="428607" y="782272"/>
                    <a:pt x="435964" y="847111"/>
                    <a:pt x="434168" y="861995"/>
                  </a:cubicBezTo>
                  <a:cubicBezTo>
                    <a:pt x="432287" y="876794"/>
                    <a:pt x="426725" y="892618"/>
                    <a:pt x="430489" y="912977"/>
                  </a:cubicBezTo>
                  <a:cubicBezTo>
                    <a:pt x="434168" y="933335"/>
                    <a:pt x="440669" y="967637"/>
                    <a:pt x="442551" y="980639"/>
                  </a:cubicBezTo>
                  <a:cubicBezTo>
                    <a:pt x="444433" y="993640"/>
                    <a:pt x="449992" y="1040858"/>
                    <a:pt x="448110" y="1063184"/>
                  </a:cubicBezTo>
                  <a:cubicBezTo>
                    <a:pt x="446229" y="1085424"/>
                    <a:pt x="436990" y="1128109"/>
                    <a:pt x="440669" y="1141966"/>
                  </a:cubicBezTo>
                  <a:cubicBezTo>
                    <a:pt x="444347" y="1155909"/>
                    <a:pt x="451788" y="1156764"/>
                    <a:pt x="454611" y="1166088"/>
                  </a:cubicBezTo>
                  <a:cubicBezTo>
                    <a:pt x="457435" y="1175327"/>
                    <a:pt x="458289" y="1184650"/>
                    <a:pt x="455553" y="1191151"/>
                  </a:cubicBezTo>
                  <a:cubicBezTo>
                    <a:pt x="452730" y="1197652"/>
                    <a:pt x="444433" y="1219893"/>
                    <a:pt x="441609" y="1229131"/>
                  </a:cubicBezTo>
                  <a:cubicBezTo>
                    <a:pt x="438786" y="1238369"/>
                    <a:pt x="450848" y="1245811"/>
                    <a:pt x="450848" y="1254194"/>
                  </a:cubicBezTo>
                  <a:cubicBezTo>
                    <a:pt x="450848" y="1262577"/>
                    <a:pt x="449906" y="1269933"/>
                    <a:pt x="449906" y="1269933"/>
                  </a:cubicBezTo>
                  <a:lnTo>
                    <a:pt x="395761" y="1269933"/>
                  </a:lnTo>
                  <a:cubicBezTo>
                    <a:pt x="389175" y="1270361"/>
                    <a:pt x="377540" y="1269933"/>
                    <a:pt x="377540" y="1269933"/>
                  </a:cubicBezTo>
                  <a:lnTo>
                    <a:pt x="375659" y="1257872"/>
                  </a:lnTo>
                  <a:cubicBezTo>
                    <a:pt x="371895" y="1255049"/>
                    <a:pt x="372835" y="1237514"/>
                    <a:pt x="372835" y="1237514"/>
                  </a:cubicBezTo>
                  <a:cubicBezTo>
                    <a:pt x="372835" y="1237514"/>
                    <a:pt x="353418" y="1218952"/>
                    <a:pt x="353418" y="1208773"/>
                  </a:cubicBezTo>
                  <a:cubicBezTo>
                    <a:pt x="352563" y="1199021"/>
                    <a:pt x="357523" y="1180459"/>
                    <a:pt x="355044" y="1168056"/>
                  </a:cubicBezTo>
                  <a:cubicBezTo>
                    <a:pt x="353163" y="1158818"/>
                    <a:pt x="344352" y="1108349"/>
                    <a:pt x="339219" y="1080805"/>
                  </a:cubicBezTo>
                  <a:cubicBezTo>
                    <a:pt x="337423" y="1072765"/>
                    <a:pt x="336224" y="1066349"/>
                    <a:pt x="335798" y="1063270"/>
                  </a:cubicBezTo>
                  <a:cubicBezTo>
                    <a:pt x="334599" y="1058907"/>
                    <a:pt x="330750" y="1009380"/>
                    <a:pt x="327244" y="973539"/>
                  </a:cubicBezTo>
                  <a:cubicBezTo>
                    <a:pt x="325960" y="964129"/>
                    <a:pt x="324506" y="954891"/>
                    <a:pt x="322881" y="946508"/>
                  </a:cubicBezTo>
                  <a:cubicBezTo>
                    <a:pt x="317748" y="920847"/>
                    <a:pt x="309109" y="861396"/>
                    <a:pt x="300640" y="819482"/>
                  </a:cubicBezTo>
                  <a:cubicBezTo>
                    <a:pt x="295167" y="794333"/>
                    <a:pt x="289691" y="775001"/>
                    <a:pt x="285756" y="774061"/>
                  </a:cubicBezTo>
                  <a:cubicBezTo>
                    <a:pt x="284132" y="774146"/>
                    <a:pt x="282676" y="775173"/>
                    <a:pt x="281394" y="776712"/>
                  </a:cubicBezTo>
                  <a:cubicBezTo>
                    <a:pt x="283789" y="775087"/>
                    <a:pt x="285756" y="774061"/>
                    <a:pt x="285756" y="774061"/>
                  </a:cubicBezTo>
                  <a:cubicBezTo>
                    <a:pt x="285756" y="774061"/>
                    <a:pt x="272583" y="796985"/>
                    <a:pt x="270701" y="811869"/>
                  </a:cubicBezTo>
                  <a:cubicBezTo>
                    <a:pt x="270016" y="817515"/>
                    <a:pt x="268477" y="823246"/>
                    <a:pt x="266767" y="828977"/>
                  </a:cubicBezTo>
                  <a:cubicBezTo>
                    <a:pt x="266082" y="831800"/>
                    <a:pt x="265313" y="834623"/>
                    <a:pt x="264457" y="837189"/>
                  </a:cubicBezTo>
                  <a:cubicBezTo>
                    <a:pt x="263089" y="841637"/>
                    <a:pt x="261463" y="846085"/>
                    <a:pt x="259923" y="850533"/>
                  </a:cubicBezTo>
                  <a:cubicBezTo>
                    <a:pt x="259410" y="852244"/>
                    <a:pt x="259069" y="853869"/>
                    <a:pt x="258641" y="855494"/>
                  </a:cubicBezTo>
                  <a:cubicBezTo>
                    <a:pt x="255903" y="868496"/>
                    <a:pt x="247521" y="883295"/>
                    <a:pt x="242901" y="901857"/>
                  </a:cubicBezTo>
                  <a:lnTo>
                    <a:pt x="242644" y="903054"/>
                  </a:lnTo>
                  <a:cubicBezTo>
                    <a:pt x="240506" y="916142"/>
                    <a:pt x="236999" y="938296"/>
                    <a:pt x="232380" y="952239"/>
                  </a:cubicBezTo>
                  <a:cubicBezTo>
                    <a:pt x="231269" y="957201"/>
                    <a:pt x="230156" y="961563"/>
                    <a:pt x="228959" y="964899"/>
                  </a:cubicBezTo>
                  <a:cubicBezTo>
                    <a:pt x="224340" y="978757"/>
                    <a:pt x="221516" y="992700"/>
                    <a:pt x="222458" y="1014940"/>
                  </a:cubicBezTo>
                  <a:cubicBezTo>
                    <a:pt x="223398" y="1037180"/>
                    <a:pt x="220576" y="1043681"/>
                    <a:pt x="220576" y="1065921"/>
                  </a:cubicBezTo>
                  <a:cubicBezTo>
                    <a:pt x="220576" y="1088162"/>
                    <a:pt x="224254" y="1099282"/>
                    <a:pt x="220576" y="1117844"/>
                  </a:cubicBezTo>
                  <a:cubicBezTo>
                    <a:pt x="219549" y="1122720"/>
                    <a:pt x="218778" y="1126483"/>
                    <a:pt x="218181" y="1129734"/>
                  </a:cubicBezTo>
                  <a:cubicBezTo>
                    <a:pt x="218522" y="1136663"/>
                    <a:pt x="219378" y="1147270"/>
                    <a:pt x="221687" y="1154198"/>
                  </a:cubicBezTo>
                  <a:cubicBezTo>
                    <a:pt x="223997" y="1159844"/>
                    <a:pt x="225536" y="1163950"/>
                    <a:pt x="226307" y="1167457"/>
                  </a:cubicBezTo>
                  <a:cubicBezTo>
                    <a:pt x="227675" y="1172247"/>
                    <a:pt x="227932" y="1176182"/>
                    <a:pt x="225365" y="1179261"/>
                  </a:cubicBezTo>
                  <a:lnTo>
                    <a:pt x="223912" y="1180887"/>
                  </a:lnTo>
                  <a:cubicBezTo>
                    <a:pt x="222970" y="1182598"/>
                    <a:pt x="221859" y="1184394"/>
                    <a:pt x="220491" y="1186447"/>
                  </a:cubicBezTo>
                  <a:cubicBezTo>
                    <a:pt x="219121" y="1188500"/>
                    <a:pt x="221773" y="1188585"/>
                    <a:pt x="223912" y="1193461"/>
                  </a:cubicBezTo>
                  <a:cubicBezTo>
                    <a:pt x="225622" y="1195514"/>
                    <a:pt x="226735" y="1197396"/>
                    <a:pt x="226393" y="1203555"/>
                  </a:cubicBezTo>
                  <a:cubicBezTo>
                    <a:pt x="228103" y="1214931"/>
                    <a:pt x="229642" y="1220235"/>
                    <a:pt x="230670" y="1229986"/>
                  </a:cubicBezTo>
                  <a:cubicBezTo>
                    <a:pt x="231524" y="1237856"/>
                    <a:pt x="234518" y="1241448"/>
                    <a:pt x="231524" y="1244699"/>
                  </a:cubicBezTo>
                  <a:cubicBezTo>
                    <a:pt x="230241" y="1248377"/>
                    <a:pt x="226307" y="1247864"/>
                    <a:pt x="226307" y="1247864"/>
                  </a:cubicBezTo>
                  <a:lnTo>
                    <a:pt x="223227" y="1248890"/>
                  </a:lnTo>
                  <a:cubicBezTo>
                    <a:pt x="208942" y="1253766"/>
                    <a:pt x="148979" y="1273783"/>
                    <a:pt x="132642" y="1273783"/>
                  </a:cubicBezTo>
                  <a:cubicBezTo>
                    <a:pt x="114078" y="1273783"/>
                    <a:pt x="65920" y="1271986"/>
                    <a:pt x="65920" y="1271986"/>
                  </a:cubicBezTo>
                  <a:cubicBezTo>
                    <a:pt x="65920" y="1271986"/>
                    <a:pt x="62157" y="1256247"/>
                    <a:pt x="65920" y="1252483"/>
                  </a:cubicBezTo>
                  <a:cubicBezTo>
                    <a:pt x="69598" y="1248805"/>
                    <a:pt x="84482" y="1244186"/>
                    <a:pt x="95602" y="1242304"/>
                  </a:cubicBezTo>
                  <a:cubicBezTo>
                    <a:pt x="106723" y="1240422"/>
                    <a:pt x="107663" y="1243245"/>
                    <a:pt x="113224" y="1235803"/>
                  </a:cubicBezTo>
                  <a:cubicBezTo>
                    <a:pt x="118783" y="1228361"/>
                    <a:pt x="122461" y="1226565"/>
                    <a:pt x="122461" y="1218182"/>
                  </a:cubicBezTo>
                  <a:cubicBezTo>
                    <a:pt x="122461" y="1209799"/>
                    <a:pt x="128962" y="1206121"/>
                    <a:pt x="124344" y="1200561"/>
                  </a:cubicBezTo>
                  <a:cubicBezTo>
                    <a:pt x="124344" y="1200561"/>
                    <a:pt x="115106" y="1198679"/>
                    <a:pt x="113224" y="1192520"/>
                  </a:cubicBezTo>
                  <a:cubicBezTo>
                    <a:pt x="111342" y="1186361"/>
                    <a:pt x="116902" y="1109119"/>
                    <a:pt x="121864" y="1090557"/>
                  </a:cubicBezTo>
                  <a:cubicBezTo>
                    <a:pt x="126823" y="1071995"/>
                    <a:pt x="126226" y="970032"/>
                    <a:pt x="126823" y="941633"/>
                  </a:cubicBezTo>
                  <a:cubicBezTo>
                    <a:pt x="127423" y="913233"/>
                    <a:pt x="124344" y="856948"/>
                    <a:pt x="136062" y="795788"/>
                  </a:cubicBezTo>
                  <a:cubicBezTo>
                    <a:pt x="147782" y="734627"/>
                    <a:pt x="158901" y="687666"/>
                    <a:pt x="161382" y="666623"/>
                  </a:cubicBezTo>
                  <a:cubicBezTo>
                    <a:pt x="163863" y="645580"/>
                    <a:pt x="166943" y="633861"/>
                    <a:pt x="165059" y="629499"/>
                  </a:cubicBezTo>
                  <a:cubicBezTo>
                    <a:pt x="163178" y="625222"/>
                    <a:pt x="122375" y="616497"/>
                    <a:pt x="98340" y="618977"/>
                  </a:cubicBezTo>
                  <a:cubicBezTo>
                    <a:pt x="98340" y="618977"/>
                    <a:pt x="100222" y="589894"/>
                    <a:pt x="108262" y="552257"/>
                  </a:cubicBezTo>
                  <a:cubicBezTo>
                    <a:pt x="116302" y="514534"/>
                    <a:pt x="135463" y="403332"/>
                    <a:pt x="137259" y="385968"/>
                  </a:cubicBezTo>
                  <a:cubicBezTo>
                    <a:pt x="138971" y="370314"/>
                    <a:pt x="145130" y="363300"/>
                    <a:pt x="144017" y="356114"/>
                  </a:cubicBezTo>
                  <a:cubicBezTo>
                    <a:pt x="141367" y="352522"/>
                    <a:pt x="136405" y="345935"/>
                    <a:pt x="133924" y="342770"/>
                  </a:cubicBezTo>
                  <a:lnTo>
                    <a:pt x="133924" y="342770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562104F-BF84-BAC3-E2EF-2860D45427AF}"/>
                </a:ext>
              </a:extLst>
            </p:cNvPr>
            <p:cNvSpPr/>
            <p:nvPr/>
          </p:nvSpPr>
          <p:spPr>
            <a:xfrm>
              <a:off x="13388351" y="2509989"/>
              <a:ext cx="429542" cy="1346589"/>
            </a:xfrm>
            <a:custGeom>
              <a:avLst/>
              <a:gdLst>
                <a:gd name="connsiteX0" fmla="*/ 98199 w 429542"/>
                <a:gd name="connsiteY0" fmla="*/ 537899 h 1346589"/>
                <a:gd name="connsiteX1" fmla="*/ 96318 w 429542"/>
                <a:gd name="connsiteY1" fmla="*/ 537386 h 1346589"/>
                <a:gd name="connsiteX2" fmla="*/ 98199 w 429542"/>
                <a:gd name="connsiteY2" fmla="*/ 537899 h 1346589"/>
                <a:gd name="connsiteX3" fmla="*/ 98199 w 429542"/>
                <a:gd name="connsiteY3" fmla="*/ 537899 h 1346589"/>
                <a:gd name="connsiteX4" fmla="*/ 32589 w 429542"/>
                <a:gd name="connsiteY4" fmla="*/ 391113 h 1346589"/>
                <a:gd name="connsiteX5" fmla="*/ 127196 w 429542"/>
                <a:gd name="connsiteY5" fmla="*/ 465276 h 1346589"/>
                <a:gd name="connsiteX6" fmla="*/ 120695 w 429542"/>
                <a:gd name="connsiteY6" fmla="*/ 489398 h 1346589"/>
                <a:gd name="connsiteX7" fmla="*/ 104015 w 429542"/>
                <a:gd name="connsiteY7" fmla="*/ 532938 h 1346589"/>
                <a:gd name="connsiteX8" fmla="*/ 142936 w 429542"/>
                <a:gd name="connsiteY8" fmla="*/ 559370 h 1346589"/>
                <a:gd name="connsiteX9" fmla="*/ 187930 w 429542"/>
                <a:gd name="connsiteY9" fmla="*/ 570490 h 1346589"/>
                <a:gd name="connsiteX10" fmla="*/ 186474 w 429542"/>
                <a:gd name="connsiteY10" fmla="*/ 573484 h 1346589"/>
                <a:gd name="connsiteX11" fmla="*/ 187930 w 429542"/>
                <a:gd name="connsiteY11" fmla="*/ 570490 h 1346589"/>
                <a:gd name="connsiteX12" fmla="*/ 189812 w 429542"/>
                <a:gd name="connsiteY12" fmla="*/ 557573 h 1346589"/>
                <a:gd name="connsiteX13" fmla="*/ 190751 w 429542"/>
                <a:gd name="connsiteY13" fmla="*/ 538070 h 1346589"/>
                <a:gd name="connsiteX14" fmla="*/ 190154 w 429542"/>
                <a:gd name="connsiteY14" fmla="*/ 534221 h 1346589"/>
                <a:gd name="connsiteX15" fmla="*/ 189812 w 429542"/>
                <a:gd name="connsiteY15" fmla="*/ 532510 h 1346589"/>
                <a:gd name="connsiteX16" fmla="*/ 189812 w 429542"/>
                <a:gd name="connsiteY16" fmla="*/ 514461 h 1346589"/>
                <a:gd name="connsiteX17" fmla="*/ 190411 w 429542"/>
                <a:gd name="connsiteY17" fmla="*/ 511125 h 1346589"/>
                <a:gd name="connsiteX18" fmla="*/ 188870 w 429542"/>
                <a:gd name="connsiteY18" fmla="*/ 501973 h 1346589"/>
                <a:gd name="connsiteX19" fmla="*/ 186646 w 429542"/>
                <a:gd name="connsiteY19" fmla="*/ 493590 h 1346589"/>
                <a:gd name="connsiteX20" fmla="*/ 182369 w 429542"/>
                <a:gd name="connsiteY20" fmla="*/ 475541 h 1346589"/>
                <a:gd name="connsiteX21" fmla="*/ 183739 w 429542"/>
                <a:gd name="connsiteY21" fmla="*/ 474514 h 1346589"/>
                <a:gd name="connsiteX22" fmla="*/ 179547 w 429542"/>
                <a:gd name="connsiteY22" fmla="*/ 454242 h 1346589"/>
                <a:gd name="connsiteX23" fmla="*/ 179547 w 429542"/>
                <a:gd name="connsiteY23" fmla="*/ 413011 h 1346589"/>
                <a:gd name="connsiteX24" fmla="*/ 200504 w 429542"/>
                <a:gd name="connsiteY24" fmla="*/ 396160 h 1346589"/>
                <a:gd name="connsiteX25" fmla="*/ 205978 w 429542"/>
                <a:gd name="connsiteY25" fmla="*/ 390258 h 1346589"/>
                <a:gd name="connsiteX26" fmla="*/ 212479 w 429542"/>
                <a:gd name="connsiteY26" fmla="*/ 367590 h 1346589"/>
                <a:gd name="connsiteX27" fmla="*/ 205552 w 429542"/>
                <a:gd name="connsiteY27" fmla="*/ 349541 h 1346589"/>
                <a:gd name="connsiteX28" fmla="*/ 207859 w 429542"/>
                <a:gd name="connsiteY28" fmla="*/ 303179 h 1346589"/>
                <a:gd name="connsiteX29" fmla="*/ 207859 w 429542"/>
                <a:gd name="connsiteY29" fmla="*/ 258698 h 1346589"/>
                <a:gd name="connsiteX30" fmla="*/ 206920 w 429542"/>
                <a:gd name="connsiteY30" fmla="*/ 237399 h 1346589"/>
                <a:gd name="connsiteX31" fmla="*/ 233352 w 429542"/>
                <a:gd name="connsiteY31" fmla="*/ 199847 h 1346589"/>
                <a:gd name="connsiteX32" fmla="*/ 245841 w 429542"/>
                <a:gd name="connsiteY32" fmla="*/ 193859 h 1346589"/>
                <a:gd name="connsiteX33" fmla="*/ 307514 w 429542"/>
                <a:gd name="connsiteY33" fmla="*/ 211480 h 1346589"/>
                <a:gd name="connsiteX34" fmla="*/ 339506 w 429542"/>
                <a:gd name="connsiteY34" fmla="*/ 276833 h 1346589"/>
                <a:gd name="connsiteX35" fmla="*/ 348745 w 429542"/>
                <a:gd name="connsiteY35" fmla="*/ 342185 h 1346589"/>
                <a:gd name="connsiteX36" fmla="*/ 366364 w 429542"/>
                <a:gd name="connsiteY36" fmla="*/ 361688 h 1346589"/>
                <a:gd name="connsiteX37" fmla="*/ 370044 w 429542"/>
                <a:gd name="connsiteY37" fmla="*/ 364511 h 1346589"/>
                <a:gd name="connsiteX38" fmla="*/ 376117 w 429542"/>
                <a:gd name="connsiteY38" fmla="*/ 347317 h 1346589"/>
                <a:gd name="connsiteX39" fmla="*/ 371498 w 429542"/>
                <a:gd name="connsiteY39" fmla="*/ 327814 h 1346589"/>
                <a:gd name="connsiteX40" fmla="*/ 367820 w 429542"/>
                <a:gd name="connsiteY40" fmla="*/ 300955 h 1346589"/>
                <a:gd name="connsiteX41" fmla="*/ 364140 w 429542"/>
                <a:gd name="connsiteY41" fmla="*/ 283334 h 1346589"/>
                <a:gd name="connsiteX42" fmla="*/ 372523 w 429542"/>
                <a:gd name="connsiteY42" fmla="*/ 269391 h 1346589"/>
                <a:gd name="connsiteX43" fmla="*/ 371155 w 429542"/>
                <a:gd name="connsiteY43" fmla="*/ 243900 h 1346589"/>
                <a:gd name="connsiteX44" fmla="*/ 363286 w 429542"/>
                <a:gd name="connsiteY44" fmla="*/ 191550 h 1346589"/>
                <a:gd name="connsiteX45" fmla="*/ 355843 w 429542"/>
                <a:gd name="connsiteY45" fmla="*/ 130817 h 1346589"/>
                <a:gd name="connsiteX46" fmla="*/ 342841 w 429542"/>
                <a:gd name="connsiteY46" fmla="*/ 79835 h 1346589"/>
                <a:gd name="connsiteX47" fmla="*/ 325221 w 429542"/>
                <a:gd name="connsiteY47" fmla="*/ 35782 h 1346589"/>
                <a:gd name="connsiteX48" fmla="*/ 318892 w 429542"/>
                <a:gd name="connsiteY48" fmla="*/ 23721 h 1346589"/>
                <a:gd name="connsiteX49" fmla="*/ 321030 w 429542"/>
                <a:gd name="connsiteY49" fmla="*/ 3790 h 1346589"/>
                <a:gd name="connsiteX50" fmla="*/ 324280 w 429542"/>
                <a:gd name="connsiteY50" fmla="*/ 3363 h 1346589"/>
                <a:gd name="connsiteX51" fmla="*/ 334458 w 429542"/>
                <a:gd name="connsiteY51" fmla="*/ 454 h 1346589"/>
                <a:gd name="connsiteX52" fmla="*/ 338478 w 429542"/>
                <a:gd name="connsiteY52" fmla="*/ 8324 h 1346589"/>
                <a:gd name="connsiteX53" fmla="*/ 348402 w 429542"/>
                <a:gd name="connsiteY53" fmla="*/ 12687 h 1346589"/>
                <a:gd name="connsiteX54" fmla="*/ 352080 w 429542"/>
                <a:gd name="connsiteY54" fmla="*/ 17733 h 1346589"/>
                <a:gd name="connsiteX55" fmla="*/ 359009 w 429542"/>
                <a:gd name="connsiteY55" fmla="*/ 19102 h 1346589"/>
                <a:gd name="connsiteX56" fmla="*/ 366450 w 429542"/>
                <a:gd name="connsiteY56" fmla="*/ 23293 h 1346589"/>
                <a:gd name="connsiteX57" fmla="*/ 372011 w 429542"/>
                <a:gd name="connsiteY57" fmla="*/ 30735 h 1346589"/>
                <a:gd name="connsiteX58" fmla="*/ 374833 w 429542"/>
                <a:gd name="connsiteY58" fmla="*/ 63668 h 1346589"/>
                <a:gd name="connsiteX59" fmla="*/ 378084 w 429542"/>
                <a:gd name="connsiteY59" fmla="*/ 108662 h 1346589"/>
                <a:gd name="connsiteX60" fmla="*/ 398442 w 429542"/>
                <a:gd name="connsiteY60" fmla="*/ 196254 h 1346589"/>
                <a:gd name="connsiteX61" fmla="*/ 404943 w 429542"/>
                <a:gd name="connsiteY61" fmla="*/ 254678 h 1346589"/>
                <a:gd name="connsiteX62" fmla="*/ 407253 w 429542"/>
                <a:gd name="connsiteY62" fmla="*/ 271786 h 1346589"/>
                <a:gd name="connsiteX63" fmla="*/ 424446 w 429542"/>
                <a:gd name="connsiteY63" fmla="*/ 322340 h 1346589"/>
                <a:gd name="connsiteX64" fmla="*/ 426242 w 429542"/>
                <a:gd name="connsiteY64" fmla="*/ 349199 h 1346589"/>
                <a:gd name="connsiteX65" fmla="*/ 428124 w 429542"/>
                <a:gd name="connsiteY65" fmla="*/ 393679 h 1346589"/>
                <a:gd name="connsiteX66" fmla="*/ 397502 w 429542"/>
                <a:gd name="connsiteY66" fmla="*/ 450221 h 1346589"/>
                <a:gd name="connsiteX67" fmla="*/ 375261 w 429542"/>
                <a:gd name="connsiteY67" fmla="*/ 507704 h 1346589"/>
                <a:gd name="connsiteX68" fmla="*/ 353962 w 429542"/>
                <a:gd name="connsiteY68" fmla="*/ 553125 h 1346589"/>
                <a:gd name="connsiteX69" fmla="*/ 345579 w 429542"/>
                <a:gd name="connsiteY69" fmla="*/ 585545 h 1346589"/>
                <a:gd name="connsiteX70" fmla="*/ 342755 w 429542"/>
                <a:gd name="connsiteY70" fmla="*/ 589822 h 1346589"/>
                <a:gd name="connsiteX71" fmla="*/ 345236 w 429542"/>
                <a:gd name="connsiteY71" fmla="*/ 590164 h 1346589"/>
                <a:gd name="connsiteX72" fmla="*/ 357554 w 429542"/>
                <a:gd name="connsiteY72" fmla="*/ 632164 h 1346589"/>
                <a:gd name="connsiteX73" fmla="*/ 362516 w 429542"/>
                <a:gd name="connsiteY73" fmla="*/ 748925 h 1346589"/>
                <a:gd name="connsiteX74" fmla="*/ 358153 w 429542"/>
                <a:gd name="connsiteY74" fmla="*/ 861410 h 1346589"/>
                <a:gd name="connsiteX75" fmla="*/ 345836 w 429542"/>
                <a:gd name="connsiteY75" fmla="*/ 878090 h 1346589"/>
                <a:gd name="connsiteX76" fmla="*/ 328043 w 429542"/>
                <a:gd name="connsiteY76" fmla="*/ 882966 h 1346589"/>
                <a:gd name="connsiteX77" fmla="*/ 311192 w 429542"/>
                <a:gd name="connsiteY77" fmla="*/ 938652 h 1346589"/>
                <a:gd name="connsiteX78" fmla="*/ 314015 w 429542"/>
                <a:gd name="connsiteY78" fmla="*/ 990574 h 1346589"/>
                <a:gd name="connsiteX79" fmla="*/ 343697 w 429542"/>
                <a:gd name="connsiteY79" fmla="*/ 1085096 h 1346589"/>
                <a:gd name="connsiteX80" fmla="*/ 348317 w 429542"/>
                <a:gd name="connsiteY80" fmla="*/ 1190822 h 1346589"/>
                <a:gd name="connsiteX81" fmla="*/ 363115 w 429542"/>
                <a:gd name="connsiteY81" fmla="*/ 1235303 h 1346589"/>
                <a:gd name="connsiteX82" fmla="*/ 374235 w 429542"/>
                <a:gd name="connsiteY82" fmla="*/ 1269604 h 1346589"/>
                <a:gd name="connsiteX83" fmla="*/ 369616 w 429542"/>
                <a:gd name="connsiteY83" fmla="*/ 1315967 h 1346589"/>
                <a:gd name="connsiteX84" fmla="*/ 362173 w 429542"/>
                <a:gd name="connsiteY84" fmla="*/ 1340089 h 1346589"/>
                <a:gd name="connsiteX85" fmla="*/ 343612 w 429542"/>
                <a:gd name="connsiteY85" fmla="*/ 1346590 h 1346589"/>
                <a:gd name="connsiteX86" fmla="*/ 311192 w 429542"/>
                <a:gd name="connsiteY86" fmla="*/ 1344708 h 1346589"/>
                <a:gd name="connsiteX87" fmla="*/ 303751 w 429542"/>
                <a:gd name="connsiteY87" fmla="*/ 1335384 h 1346589"/>
                <a:gd name="connsiteX88" fmla="*/ 313930 w 429542"/>
                <a:gd name="connsiteY88" fmla="*/ 1305702 h 1346589"/>
                <a:gd name="connsiteX89" fmla="*/ 318549 w 429542"/>
                <a:gd name="connsiteY89" fmla="*/ 1276961 h 1346589"/>
                <a:gd name="connsiteX90" fmla="*/ 316667 w 429542"/>
                <a:gd name="connsiteY90" fmla="*/ 1216655 h 1346589"/>
                <a:gd name="connsiteX91" fmla="*/ 290749 w 429542"/>
                <a:gd name="connsiteY91" fmla="*/ 1117429 h 1346589"/>
                <a:gd name="connsiteX92" fmla="*/ 263888 w 429542"/>
                <a:gd name="connsiteY92" fmla="*/ 1033087 h 1346589"/>
                <a:gd name="connsiteX93" fmla="*/ 244385 w 429542"/>
                <a:gd name="connsiteY93" fmla="*/ 995963 h 1346589"/>
                <a:gd name="connsiteX94" fmla="*/ 242503 w 429542"/>
                <a:gd name="connsiteY94" fmla="*/ 1013584 h 1346589"/>
                <a:gd name="connsiteX95" fmla="*/ 237884 w 429542"/>
                <a:gd name="connsiteY95" fmla="*/ 1044208 h 1346589"/>
                <a:gd name="connsiteX96" fmla="*/ 239682 w 429542"/>
                <a:gd name="connsiteY96" fmla="*/ 1108191 h 1346589"/>
                <a:gd name="connsiteX97" fmla="*/ 233181 w 429542"/>
                <a:gd name="connsiteY97" fmla="*/ 1226835 h 1346589"/>
                <a:gd name="connsiteX98" fmla="*/ 238740 w 429542"/>
                <a:gd name="connsiteY98" fmla="*/ 1250016 h 1346589"/>
                <a:gd name="connsiteX99" fmla="*/ 239682 w 429542"/>
                <a:gd name="connsiteY99" fmla="*/ 1266696 h 1346589"/>
                <a:gd name="connsiteX100" fmla="*/ 249861 w 429542"/>
                <a:gd name="connsiteY100" fmla="*/ 1293555 h 1346589"/>
                <a:gd name="connsiteX101" fmla="*/ 244299 w 429542"/>
                <a:gd name="connsiteY101" fmla="*/ 1313914 h 1346589"/>
                <a:gd name="connsiteX102" fmla="*/ 246183 w 429542"/>
                <a:gd name="connsiteY102" fmla="*/ 1332476 h 1346589"/>
                <a:gd name="connsiteX103" fmla="*/ 225738 w 429542"/>
                <a:gd name="connsiteY103" fmla="*/ 1344537 h 1346589"/>
                <a:gd name="connsiteX104" fmla="*/ 195114 w 429542"/>
                <a:gd name="connsiteY104" fmla="*/ 1345478 h 1346589"/>
                <a:gd name="connsiteX105" fmla="*/ 184935 w 429542"/>
                <a:gd name="connsiteY105" fmla="*/ 1338977 h 1346589"/>
                <a:gd name="connsiteX106" fmla="*/ 189555 w 429542"/>
                <a:gd name="connsiteY106" fmla="*/ 1317678 h 1346589"/>
                <a:gd name="connsiteX107" fmla="*/ 203497 w 429542"/>
                <a:gd name="connsiteY107" fmla="*/ 1277816 h 1346589"/>
                <a:gd name="connsiteX108" fmla="*/ 200675 w 429542"/>
                <a:gd name="connsiteY108" fmla="*/ 1260195 h 1346589"/>
                <a:gd name="connsiteX109" fmla="*/ 204353 w 429542"/>
                <a:gd name="connsiteY109" fmla="*/ 1242574 h 1346589"/>
                <a:gd name="connsiteX110" fmla="*/ 177409 w 429542"/>
                <a:gd name="connsiteY110" fmla="*/ 1087747 h 1346589"/>
                <a:gd name="connsiteX111" fmla="*/ 178349 w 429542"/>
                <a:gd name="connsiteY111" fmla="*/ 979283 h 1346589"/>
                <a:gd name="connsiteX112" fmla="*/ 168769 w 429542"/>
                <a:gd name="connsiteY112" fmla="*/ 890322 h 1346589"/>
                <a:gd name="connsiteX113" fmla="*/ 132329 w 429542"/>
                <a:gd name="connsiteY113" fmla="*/ 879801 h 1346589"/>
                <a:gd name="connsiteX114" fmla="*/ 144732 w 429542"/>
                <a:gd name="connsiteY114" fmla="*/ 761756 h 1346589"/>
                <a:gd name="connsiteX115" fmla="*/ 157734 w 429542"/>
                <a:gd name="connsiteY115" fmla="*/ 673993 h 1346589"/>
                <a:gd name="connsiteX116" fmla="*/ 160215 w 429542"/>
                <a:gd name="connsiteY116" fmla="*/ 652351 h 1346589"/>
                <a:gd name="connsiteX117" fmla="*/ 163893 w 429542"/>
                <a:gd name="connsiteY117" fmla="*/ 641231 h 1346589"/>
                <a:gd name="connsiteX118" fmla="*/ 168855 w 429542"/>
                <a:gd name="connsiteY118" fmla="*/ 623952 h 1346589"/>
                <a:gd name="connsiteX119" fmla="*/ 174243 w 429542"/>
                <a:gd name="connsiteY119" fmla="*/ 608042 h 1346589"/>
                <a:gd name="connsiteX120" fmla="*/ 130705 w 429542"/>
                <a:gd name="connsiteY120" fmla="*/ 578873 h 1346589"/>
                <a:gd name="connsiteX121" fmla="*/ 99653 w 429542"/>
                <a:gd name="connsiteY121" fmla="*/ 560824 h 1346589"/>
                <a:gd name="connsiteX122" fmla="*/ 62102 w 429542"/>
                <a:gd name="connsiteY122" fmla="*/ 542775 h 1346589"/>
                <a:gd name="connsiteX123" fmla="*/ 47304 w 429542"/>
                <a:gd name="connsiteY123" fmla="*/ 535846 h 1346589"/>
                <a:gd name="connsiteX124" fmla="*/ 33873 w 429542"/>
                <a:gd name="connsiteY124" fmla="*/ 526095 h 1346589"/>
                <a:gd name="connsiteX125" fmla="*/ 35241 w 429542"/>
                <a:gd name="connsiteY125" fmla="*/ 513606 h 1346589"/>
                <a:gd name="connsiteX126" fmla="*/ 29682 w 429542"/>
                <a:gd name="connsiteY126" fmla="*/ 505736 h 1346589"/>
                <a:gd name="connsiteX127" fmla="*/ 25062 w 429542"/>
                <a:gd name="connsiteY127" fmla="*/ 497867 h 1346589"/>
                <a:gd name="connsiteX128" fmla="*/ 26345 w 429542"/>
                <a:gd name="connsiteY128" fmla="*/ 486746 h 1346589"/>
                <a:gd name="connsiteX129" fmla="*/ 0 w 429542"/>
                <a:gd name="connsiteY129" fmla="*/ 462625 h 1346589"/>
                <a:gd name="connsiteX130" fmla="*/ 32418 w 429542"/>
                <a:gd name="connsiteY130" fmla="*/ 391199 h 1346589"/>
                <a:gd name="connsiteX131" fmla="*/ 32418 w 429542"/>
                <a:gd name="connsiteY131" fmla="*/ 391199 h 1346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</a:cxnLst>
              <a:rect l="l" t="t" r="r" b="b"/>
              <a:pathLst>
                <a:path w="429542" h="1346589">
                  <a:moveTo>
                    <a:pt x="98199" y="537899"/>
                  </a:moveTo>
                  <a:lnTo>
                    <a:pt x="96318" y="537386"/>
                  </a:lnTo>
                  <a:lnTo>
                    <a:pt x="98199" y="537899"/>
                  </a:lnTo>
                  <a:lnTo>
                    <a:pt x="98199" y="537899"/>
                  </a:lnTo>
                  <a:close/>
                  <a:moveTo>
                    <a:pt x="32589" y="391113"/>
                  </a:moveTo>
                  <a:cubicBezTo>
                    <a:pt x="38664" y="391113"/>
                    <a:pt x="123005" y="461598"/>
                    <a:pt x="127196" y="465276"/>
                  </a:cubicBezTo>
                  <a:cubicBezTo>
                    <a:pt x="130020" y="467757"/>
                    <a:pt x="122577" y="484266"/>
                    <a:pt x="120695" y="489398"/>
                  </a:cubicBezTo>
                  <a:cubicBezTo>
                    <a:pt x="118813" y="494531"/>
                    <a:pt x="104957" y="529260"/>
                    <a:pt x="104015" y="532938"/>
                  </a:cubicBezTo>
                  <a:cubicBezTo>
                    <a:pt x="105383" y="533366"/>
                    <a:pt x="128566" y="550131"/>
                    <a:pt x="142936" y="559370"/>
                  </a:cubicBezTo>
                  <a:cubicBezTo>
                    <a:pt x="157306" y="568608"/>
                    <a:pt x="187930" y="570490"/>
                    <a:pt x="187930" y="570490"/>
                  </a:cubicBezTo>
                  <a:lnTo>
                    <a:pt x="186474" y="573484"/>
                  </a:lnTo>
                  <a:lnTo>
                    <a:pt x="187930" y="570490"/>
                  </a:lnTo>
                  <a:cubicBezTo>
                    <a:pt x="190751" y="563133"/>
                    <a:pt x="189812" y="563989"/>
                    <a:pt x="189812" y="557573"/>
                  </a:cubicBezTo>
                  <a:cubicBezTo>
                    <a:pt x="189812" y="551158"/>
                    <a:pt x="193489" y="552013"/>
                    <a:pt x="190751" y="538070"/>
                  </a:cubicBezTo>
                  <a:cubicBezTo>
                    <a:pt x="190497" y="536787"/>
                    <a:pt x="190325" y="535504"/>
                    <a:pt x="190154" y="534221"/>
                  </a:cubicBezTo>
                  <a:lnTo>
                    <a:pt x="189812" y="532510"/>
                  </a:lnTo>
                  <a:cubicBezTo>
                    <a:pt x="188870" y="526522"/>
                    <a:pt x="189384" y="521818"/>
                    <a:pt x="189812" y="514461"/>
                  </a:cubicBezTo>
                  <a:cubicBezTo>
                    <a:pt x="189812" y="513178"/>
                    <a:pt x="190154" y="512066"/>
                    <a:pt x="190411" y="511125"/>
                  </a:cubicBezTo>
                  <a:cubicBezTo>
                    <a:pt x="190411" y="507618"/>
                    <a:pt x="190069" y="504539"/>
                    <a:pt x="188870" y="501973"/>
                  </a:cubicBezTo>
                  <a:cubicBezTo>
                    <a:pt x="187930" y="499834"/>
                    <a:pt x="187245" y="497011"/>
                    <a:pt x="186646" y="493590"/>
                  </a:cubicBezTo>
                  <a:cubicBezTo>
                    <a:pt x="183054" y="487003"/>
                    <a:pt x="182369" y="480502"/>
                    <a:pt x="182369" y="475541"/>
                  </a:cubicBezTo>
                  <a:cubicBezTo>
                    <a:pt x="182369" y="472975"/>
                    <a:pt x="182968" y="473146"/>
                    <a:pt x="183739" y="474514"/>
                  </a:cubicBezTo>
                  <a:cubicBezTo>
                    <a:pt x="182797" y="468099"/>
                    <a:pt x="181515" y="461170"/>
                    <a:pt x="179547" y="454242"/>
                  </a:cubicBezTo>
                  <a:cubicBezTo>
                    <a:pt x="173986" y="434311"/>
                    <a:pt x="173986" y="421309"/>
                    <a:pt x="179547" y="413011"/>
                  </a:cubicBezTo>
                  <a:cubicBezTo>
                    <a:pt x="182883" y="407965"/>
                    <a:pt x="192121" y="401891"/>
                    <a:pt x="200504" y="396160"/>
                  </a:cubicBezTo>
                  <a:cubicBezTo>
                    <a:pt x="202643" y="394022"/>
                    <a:pt x="204610" y="391969"/>
                    <a:pt x="205978" y="390258"/>
                  </a:cubicBezTo>
                  <a:cubicBezTo>
                    <a:pt x="212907" y="381875"/>
                    <a:pt x="215217" y="372637"/>
                    <a:pt x="212479" y="367590"/>
                  </a:cubicBezTo>
                  <a:cubicBezTo>
                    <a:pt x="209657" y="362458"/>
                    <a:pt x="204610" y="358352"/>
                    <a:pt x="205552" y="349541"/>
                  </a:cubicBezTo>
                  <a:cubicBezTo>
                    <a:pt x="206491" y="340731"/>
                    <a:pt x="207859" y="314299"/>
                    <a:pt x="207859" y="303179"/>
                  </a:cubicBezTo>
                  <a:lnTo>
                    <a:pt x="207859" y="258698"/>
                  </a:lnTo>
                  <a:cubicBezTo>
                    <a:pt x="207859" y="252625"/>
                    <a:pt x="207433" y="239708"/>
                    <a:pt x="206920" y="237399"/>
                  </a:cubicBezTo>
                  <a:cubicBezTo>
                    <a:pt x="206491" y="235089"/>
                    <a:pt x="209229" y="206348"/>
                    <a:pt x="233352" y="199847"/>
                  </a:cubicBezTo>
                  <a:cubicBezTo>
                    <a:pt x="233352" y="199847"/>
                    <a:pt x="239851" y="196597"/>
                    <a:pt x="245841" y="193859"/>
                  </a:cubicBezTo>
                  <a:cubicBezTo>
                    <a:pt x="261664" y="186588"/>
                    <a:pt x="296822" y="197110"/>
                    <a:pt x="307514" y="211480"/>
                  </a:cubicBezTo>
                  <a:cubicBezTo>
                    <a:pt x="318207" y="225851"/>
                    <a:pt x="335828" y="241163"/>
                    <a:pt x="339506" y="276833"/>
                  </a:cubicBezTo>
                  <a:cubicBezTo>
                    <a:pt x="343183" y="312503"/>
                    <a:pt x="339934" y="329183"/>
                    <a:pt x="348745" y="342185"/>
                  </a:cubicBezTo>
                  <a:cubicBezTo>
                    <a:pt x="357554" y="355187"/>
                    <a:pt x="362344" y="355615"/>
                    <a:pt x="366364" y="361688"/>
                  </a:cubicBezTo>
                  <a:cubicBezTo>
                    <a:pt x="367306" y="363056"/>
                    <a:pt x="370044" y="364511"/>
                    <a:pt x="370044" y="364511"/>
                  </a:cubicBezTo>
                  <a:cubicBezTo>
                    <a:pt x="370044" y="364511"/>
                    <a:pt x="375175" y="358437"/>
                    <a:pt x="376117" y="347317"/>
                  </a:cubicBezTo>
                  <a:cubicBezTo>
                    <a:pt x="377057" y="336197"/>
                    <a:pt x="373379" y="338079"/>
                    <a:pt x="371498" y="327814"/>
                  </a:cubicBezTo>
                  <a:cubicBezTo>
                    <a:pt x="369616" y="317635"/>
                    <a:pt x="368246" y="310193"/>
                    <a:pt x="367820" y="300955"/>
                  </a:cubicBezTo>
                  <a:cubicBezTo>
                    <a:pt x="367392" y="291716"/>
                    <a:pt x="361319" y="293513"/>
                    <a:pt x="364140" y="283334"/>
                  </a:cubicBezTo>
                  <a:cubicBezTo>
                    <a:pt x="366878" y="273154"/>
                    <a:pt x="372523" y="269391"/>
                    <a:pt x="372523" y="269391"/>
                  </a:cubicBezTo>
                  <a:cubicBezTo>
                    <a:pt x="374407" y="265199"/>
                    <a:pt x="373465" y="249032"/>
                    <a:pt x="371155" y="243900"/>
                  </a:cubicBezTo>
                  <a:cubicBezTo>
                    <a:pt x="368845" y="238853"/>
                    <a:pt x="363286" y="200788"/>
                    <a:pt x="363286" y="191550"/>
                  </a:cubicBezTo>
                  <a:cubicBezTo>
                    <a:pt x="363286" y="182311"/>
                    <a:pt x="360976" y="149379"/>
                    <a:pt x="355843" y="130817"/>
                  </a:cubicBezTo>
                  <a:cubicBezTo>
                    <a:pt x="350798" y="112254"/>
                    <a:pt x="346093" y="87705"/>
                    <a:pt x="342841" y="79835"/>
                  </a:cubicBezTo>
                  <a:cubicBezTo>
                    <a:pt x="339592" y="71965"/>
                    <a:pt x="327103" y="47843"/>
                    <a:pt x="325221" y="35782"/>
                  </a:cubicBezTo>
                  <a:cubicBezTo>
                    <a:pt x="325221" y="35782"/>
                    <a:pt x="320259" y="26972"/>
                    <a:pt x="318892" y="23721"/>
                  </a:cubicBezTo>
                  <a:cubicBezTo>
                    <a:pt x="317522" y="20471"/>
                    <a:pt x="321542" y="7041"/>
                    <a:pt x="321030" y="3790"/>
                  </a:cubicBezTo>
                  <a:cubicBezTo>
                    <a:pt x="321030" y="3790"/>
                    <a:pt x="322569" y="-401"/>
                    <a:pt x="324280" y="3363"/>
                  </a:cubicBezTo>
                  <a:cubicBezTo>
                    <a:pt x="325221" y="5501"/>
                    <a:pt x="330781" y="-1855"/>
                    <a:pt x="334458" y="454"/>
                  </a:cubicBezTo>
                  <a:cubicBezTo>
                    <a:pt x="338138" y="2764"/>
                    <a:pt x="334287" y="7383"/>
                    <a:pt x="338478" y="8324"/>
                  </a:cubicBezTo>
                  <a:cubicBezTo>
                    <a:pt x="342755" y="9265"/>
                    <a:pt x="347460" y="7127"/>
                    <a:pt x="348402" y="12687"/>
                  </a:cubicBezTo>
                  <a:cubicBezTo>
                    <a:pt x="349342" y="18247"/>
                    <a:pt x="352080" y="17733"/>
                    <a:pt x="352080" y="17733"/>
                  </a:cubicBezTo>
                  <a:cubicBezTo>
                    <a:pt x="352080" y="17733"/>
                    <a:pt x="357639" y="14483"/>
                    <a:pt x="359009" y="19102"/>
                  </a:cubicBezTo>
                  <a:cubicBezTo>
                    <a:pt x="360377" y="23721"/>
                    <a:pt x="364140" y="21839"/>
                    <a:pt x="366450" y="23293"/>
                  </a:cubicBezTo>
                  <a:cubicBezTo>
                    <a:pt x="368760" y="24662"/>
                    <a:pt x="372523" y="25603"/>
                    <a:pt x="372011" y="30735"/>
                  </a:cubicBezTo>
                  <a:cubicBezTo>
                    <a:pt x="371583" y="35782"/>
                    <a:pt x="376203" y="51607"/>
                    <a:pt x="374833" y="63668"/>
                  </a:cubicBezTo>
                  <a:cubicBezTo>
                    <a:pt x="373465" y="75729"/>
                    <a:pt x="376203" y="93778"/>
                    <a:pt x="378084" y="108662"/>
                  </a:cubicBezTo>
                  <a:cubicBezTo>
                    <a:pt x="379966" y="123460"/>
                    <a:pt x="397588" y="180515"/>
                    <a:pt x="398442" y="196254"/>
                  </a:cubicBezTo>
                  <a:cubicBezTo>
                    <a:pt x="399384" y="211994"/>
                    <a:pt x="404431" y="247749"/>
                    <a:pt x="404943" y="254678"/>
                  </a:cubicBezTo>
                  <a:cubicBezTo>
                    <a:pt x="405371" y="261607"/>
                    <a:pt x="406313" y="269049"/>
                    <a:pt x="407253" y="271786"/>
                  </a:cubicBezTo>
                  <a:cubicBezTo>
                    <a:pt x="407253" y="271786"/>
                    <a:pt x="421623" y="307456"/>
                    <a:pt x="424446" y="322340"/>
                  </a:cubicBezTo>
                  <a:cubicBezTo>
                    <a:pt x="427184" y="337224"/>
                    <a:pt x="428124" y="342698"/>
                    <a:pt x="426242" y="349199"/>
                  </a:cubicBezTo>
                  <a:cubicBezTo>
                    <a:pt x="424446" y="355700"/>
                    <a:pt x="432743" y="380763"/>
                    <a:pt x="428124" y="393679"/>
                  </a:cubicBezTo>
                  <a:cubicBezTo>
                    <a:pt x="423506" y="406682"/>
                    <a:pt x="408622" y="423362"/>
                    <a:pt x="397502" y="450221"/>
                  </a:cubicBezTo>
                  <a:cubicBezTo>
                    <a:pt x="386381" y="477080"/>
                    <a:pt x="387323" y="482641"/>
                    <a:pt x="375261" y="507704"/>
                  </a:cubicBezTo>
                  <a:cubicBezTo>
                    <a:pt x="363200" y="532767"/>
                    <a:pt x="360463" y="533622"/>
                    <a:pt x="353962" y="553125"/>
                  </a:cubicBezTo>
                  <a:cubicBezTo>
                    <a:pt x="347460" y="572628"/>
                    <a:pt x="348402" y="583748"/>
                    <a:pt x="345579" y="585545"/>
                  </a:cubicBezTo>
                  <a:cubicBezTo>
                    <a:pt x="344468" y="586315"/>
                    <a:pt x="343526" y="588025"/>
                    <a:pt x="342755" y="589822"/>
                  </a:cubicBezTo>
                  <a:cubicBezTo>
                    <a:pt x="344382" y="589993"/>
                    <a:pt x="345236" y="590164"/>
                    <a:pt x="345236" y="590164"/>
                  </a:cubicBezTo>
                  <a:cubicBezTo>
                    <a:pt x="345836" y="604962"/>
                    <a:pt x="353277" y="615484"/>
                    <a:pt x="357554" y="632164"/>
                  </a:cubicBezTo>
                  <a:cubicBezTo>
                    <a:pt x="361916" y="648844"/>
                    <a:pt x="363714" y="716249"/>
                    <a:pt x="362516" y="748925"/>
                  </a:cubicBezTo>
                  <a:cubicBezTo>
                    <a:pt x="361319" y="781687"/>
                    <a:pt x="363714" y="845328"/>
                    <a:pt x="358153" y="861410"/>
                  </a:cubicBezTo>
                  <a:cubicBezTo>
                    <a:pt x="352594" y="877491"/>
                    <a:pt x="345836" y="878090"/>
                    <a:pt x="345836" y="878090"/>
                  </a:cubicBezTo>
                  <a:cubicBezTo>
                    <a:pt x="342329" y="879972"/>
                    <a:pt x="336083" y="881597"/>
                    <a:pt x="328043" y="882966"/>
                  </a:cubicBezTo>
                  <a:cubicBezTo>
                    <a:pt x="322569" y="898876"/>
                    <a:pt x="313758" y="925564"/>
                    <a:pt x="311192" y="938652"/>
                  </a:cubicBezTo>
                  <a:cubicBezTo>
                    <a:pt x="307514" y="958155"/>
                    <a:pt x="306572" y="972012"/>
                    <a:pt x="314015" y="990574"/>
                  </a:cubicBezTo>
                  <a:cubicBezTo>
                    <a:pt x="321456" y="1009136"/>
                    <a:pt x="338138" y="1028554"/>
                    <a:pt x="343697" y="1085096"/>
                  </a:cubicBezTo>
                  <a:cubicBezTo>
                    <a:pt x="349256" y="1141637"/>
                    <a:pt x="340959" y="1166700"/>
                    <a:pt x="348317" y="1190822"/>
                  </a:cubicBezTo>
                  <a:cubicBezTo>
                    <a:pt x="355672" y="1214944"/>
                    <a:pt x="356614" y="1224183"/>
                    <a:pt x="363115" y="1235303"/>
                  </a:cubicBezTo>
                  <a:cubicBezTo>
                    <a:pt x="369616" y="1246423"/>
                    <a:pt x="376117" y="1256602"/>
                    <a:pt x="374235" y="1269604"/>
                  </a:cubicBezTo>
                  <a:cubicBezTo>
                    <a:pt x="372354" y="1282606"/>
                    <a:pt x="368674" y="1303906"/>
                    <a:pt x="369616" y="1315967"/>
                  </a:cubicBezTo>
                  <a:cubicBezTo>
                    <a:pt x="370556" y="1328028"/>
                    <a:pt x="368674" y="1333588"/>
                    <a:pt x="362173" y="1340089"/>
                  </a:cubicBezTo>
                  <a:cubicBezTo>
                    <a:pt x="355672" y="1346590"/>
                    <a:pt x="354732" y="1346590"/>
                    <a:pt x="343612" y="1346590"/>
                  </a:cubicBezTo>
                  <a:cubicBezTo>
                    <a:pt x="332491" y="1346590"/>
                    <a:pt x="311192" y="1344708"/>
                    <a:pt x="311192" y="1344708"/>
                  </a:cubicBezTo>
                  <a:lnTo>
                    <a:pt x="303751" y="1335384"/>
                  </a:lnTo>
                  <a:cubicBezTo>
                    <a:pt x="303751" y="1335384"/>
                    <a:pt x="311192" y="1315026"/>
                    <a:pt x="313930" y="1305702"/>
                  </a:cubicBezTo>
                  <a:cubicBezTo>
                    <a:pt x="316667" y="1296378"/>
                    <a:pt x="319489" y="1285344"/>
                    <a:pt x="318549" y="1276961"/>
                  </a:cubicBezTo>
                  <a:cubicBezTo>
                    <a:pt x="317607" y="1268578"/>
                    <a:pt x="317607" y="1232480"/>
                    <a:pt x="316667" y="1216655"/>
                  </a:cubicBezTo>
                  <a:cubicBezTo>
                    <a:pt x="315726" y="1200916"/>
                    <a:pt x="302723" y="1148053"/>
                    <a:pt x="290749" y="1117429"/>
                  </a:cubicBezTo>
                  <a:cubicBezTo>
                    <a:pt x="278686" y="1086806"/>
                    <a:pt x="268508" y="1050709"/>
                    <a:pt x="263888" y="1033087"/>
                  </a:cubicBezTo>
                  <a:cubicBezTo>
                    <a:pt x="259269" y="1015466"/>
                    <a:pt x="247208" y="996904"/>
                    <a:pt x="244385" y="995963"/>
                  </a:cubicBezTo>
                  <a:cubicBezTo>
                    <a:pt x="241564" y="995022"/>
                    <a:pt x="244385" y="1004346"/>
                    <a:pt x="242503" y="1013584"/>
                  </a:cubicBezTo>
                  <a:cubicBezTo>
                    <a:pt x="240622" y="1022823"/>
                    <a:pt x="238740" y="1034884"/>
                    <a:pt x="237884" y="1044208"/>
                  </a:cubicBezTo>
                  <a:cubicBezTo>
                    <a:pt x="236944" y="1053446"/>
                    <a:pt x="239682" y="1090570"/>
                    <a:pt x="239682" y="1108191"/>
                  </a:cubicBezTo>
                  <a:cubicBezTo>
                    <a:pt x="239682" y="1125812"/>
                    <a:pt x="233181" y="1206476"/>
                    <a:pt x="233181" y="1226835"/>
                  </a:cubicBezTo>
                  <a:cubicBezTo>
                    <a:pt x="233181" y="1247193"/>
                    <a:pt x="238740" y="1238896"/>
                    <a:pt x="238740" y="1250016"/>
                  </a:cubicBezTo>
                  <a:cubicBezTo>
                    <a:pt x="238740" y="1261136"/>
                    <a:pt x="236002" y="1262077"/>
                    <a:pt x="239682" y="1266696"/>
                  </a:cubicBezTo>
                  <a:cubicBezTo>
                    <a:pt x="243360" y="1271315"/>
                    <a:pt x="249861" y="1279698"/>
                    <a:pt x="249861" y="1293555"/>
                  </a:cubicBezTo>
                  <a:cubicBezTo>
                    <a:pt x="249861" y="1307413"/>
                    <a:pt x="243360" y="1305616"/>
                    <a:pt x="244299" y="1313914"/>
                  </a:cubicBezTo>
                  <a:cubicBezTo>
                    <a:pt x="245241" y="1322211"/>
                    <a:pt x="250800" y="1320415"/>
                    <a:pt x="246183" y="1332476"/>
                  </a:cubicBezTo>
                  <a:cubicBezTo>
                    <a:pt x="241564" y="1344537"/>
                    <a:pt x="230443" y="1342655"/>
                    <a:pt x="225738" y="1344537"/>
                  </a:cubicBezTo>
                  <a:cubicBezTo>
                    <a:pt x="221118" y="1346419"/>
                    <a:pt x="199819" y="1347274"/>
                    <a:pt x="195114" y="1345478"/>
                  </a:cubicBezTo>
                  <a:cubicBezTo>
                    <a:pt x="190497" y="1343596"/>
                    <a:pt x="185877" y="1346419"/>
                    <a:pt x="184935" y="1338977"/>
                  </a:cubicBezTo>
                  <a:cubicBezTo>
                    <a:pt x="183996" y="1331535"/>
                    <a:pt x="188613" y="1324178"/>
                    <a:pt x="189555" y="1317678"/>
                  </a:cubicBezTo>
                  <a:cubicBezTo>
                    <a:pt x="190497" y="1311176"/>
                    <a:pt x="204439" y="1288936"/>
                    <a:pt x="203497" y="1277816"/>
                  </a:cubicBezTo>
                  <a:cubicBezTo>
                    <a:pt x="202557" y="1266696"/>
                    <a:pt x="200675" y="1264814"/>
                    <a:pt x="200675" y="1260195"/>
                  </a:cubicBezTo>
                  <a:cubicBezTo>
                    <a:pt x="200675" y="1255576"/>
                    <a:pt x="205295" y="1257372"/>
                    <a:pt x="204353" y="1242574"/>
                  </a:cubicBezTo>
                  <a:cubicBezTo>
                    <a:pt x="203413" y="1227775"/>
                    <a:pt x="179291" y="1143348"/>
                    <a:pt x="177409" y="1087747"/>
                  </a:cubicBezTo>
                  <a:cubicBezTo>
                    <a:pt x="175613" y="1032147"/>
                    <a:pt x="181172" y="1014525"/>
                    <a:pt x="178349" y="979283"/>
                  </a:cubicBezTo>
                  <a:cubicBezTo>
                    <a:pt x="175527" y="944041"/>
                    <a:pt x="168427" y="894941"/>
                    <a:pt x="168769" y="890322"/>
                  </a:cubicBezTo>
                  <a:cubicBezTo>
                    <a:pt x="140969" y="889723"/>
                    <a:pt x="132329" y="879801"/>
                    <a:pt x="132329" y="879801"/>
                  </a:cubicBezTo>
                  <a:cubicBezTo>
                    <a:pt x="128650" y="861923"/>
                    <a:pt x="139770" y="787675"/>
                    <a:pt x="144732" y="761756"/>
                  </a:cubicBezTo>
                  <a:cubicBezTo>
                    <a:pt x="149694" y="735752"/>
                    <a:pt x="157135" y="678355"/>
                    <a:pt x="157734" y="673993"/>
                  </a:cubicBezTo>
                  <a:cubicBezTo>
                    <a:pt x="158334" y="669716"/>
                    <a:pt x="157135" y="659194"/>
                    <a:pt x="160215" y="652351"/>
                  </a:cubicBezTo>
                  <a:cubicBezTo>
                    <a:pt x="163294" y="645593"/>
                    <a:pt x="162696" y="647390"/>
                    <a:pt x="163893" y="641231"/>
                  </a:cubicBezTo>
                  <a:cubicBezTo>
                    <a:pt x="165090" y="635072"/>
                    <a:pt x="165775" y="629512"/>
                    <a:pt x="168855" y="623952"/>
                  </a:cubicBezTo>
                  <a:cubicBezTo>
                    <a:pt x="171933" y="618392"/>
                    <a:pt x="174243" y="608042"/>
                    <a:pt x="174243" y="608042"/>
                  </a:cubicBezTo>
                  <a:cubicBezTo>
                    <a:pt x="174243" y="608042"/>
                    <a:pt x="150634" y="593243"/>
                    <a:pt x="130705" y="578873"/>
                  </a:cubicBezTo>
                  <a:cubicBezTo>
                    <a:pt x="110773" y="564502"/>
                    <a:pt x="108464" y="565443"/>
                    <a:pt x="99653" y="560824"/>
                  </a:cubicBezTo>
                  <a:cubicBezTo>
                    <a:pt x="90842" y="556205"/>
                    <a:pt x="64838" y="544571"/>
                    <a:pt x="62102" y="542775"/>
                  </a:cubicBezTo>
                  <a:cubicBezTo>
                    <a:pt x="59364" y="540893"/>
                    <a:pt x="50981" y="536274"/>
                    <a:pt x="47304" y="535846"/>
                  </a:cubicBezTo>
                  <a:cubicBezTo>
                    <a:pt x="43624" y="535419"/>
                    <a:pt x="35241" y="529858"/>
                    <a:pt x="33873" y="526095"/>
                  </a:cubicBezTo>
                  <a:cubicBezTo>
                    <a:pt x="32503" y="522417"/>
                    <a:pt x="35241" y="516857"/>
                    <a:pt x="35241" y="513606"/>
                  </a:cubicBezTo>
                  <a:cubicBezTo>
                    <a:pt x="35241" y="510355"/>
                    <a:pt x="31050" y="508474"/>
                    <a:pt x="29682" y="505736"/>
                  </a:cubicBezTo>
                  <a:cubicBezTo>
                    <a:pt x="28226" y="502999"/>
                    <a:pt x="25062" y="499749"/>
                    <a:pt x="25062" y="497867"/>
                  </a:cubicBezTo>
                  <a:cubicBezTo>
                    <a:pt x="25062" y="496412"/>
                    <a:pt x="24806" y="494188"/>
                    <a:pt x="26345" y="486746"/>
                  </a:cubicBezTo>
                  <a:cubicBezTo>
                    <a:pt x="12917" y="474429"/>
                    <a:pt x="0" y="462625"/>
                    <a:pt x="0" y="462625"/>
                  </a:cubicBezTo>
                  <a:cubicBezTo>
                    <a:pt x="0" y="462625"/>
                    <a:pt x="26430" y="391199"/>
                    <a:pt x="32418" y="391199"/>
                  </a:cubicBezTo>
                  <a:lnTo>
                    <a:pt x="32418" y="391199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BB0759C9-BF04-6025-9964-64506776BE3B}"/>
                </a:ext>
              </a:extLst>
            </p:cNvPr>
            <p:cNvSpPr/>
            <p:nvPr/>
          </p:nvSpPr>
          <p:spPr>
            <a:xfrm>
              <a:off x="12999979" y="2384433"/>
              <a:ext cx="362401" cy="1470435"/>
            </a:xfrm>
            <a:custGeom>
              <a:avLst/>
              <a:gdLst>
                <a:gd name="connsiteX0" fmla="*/ 192 w 362401"/>
                <a:gd name="connsiteY0" fmla="*/ 230882 h 1470435"/>
                <a:gd name="connsiteX1" fmla="*/ 25085 w 362401"/>
                <a:gd name="connsiteY1" fmla="*/ 158173 h 1470435"/>
                <a:gd name="connsiteX2" fmla="*/ 69737 w 362401"/>
                <a:gd name="connsiteY2" fmla="*/ 91196 h 1470435"/>
                <a:gd name="connsiteX3" fmla="*/ 70077 w 362401"/>
                <a:gd name="connsiteY3" fmla="*/ 90768 h 1470435"/>
                <a:gd name="connsiteX4" fmla="*/ 77435 w 362401"/>
                <a:gd name="connsiteY4" fmla="*/ 80332 h 1470435"/>
                <a:gd name="connsiteX5" fmla="*/ 91462 w 362401"/>
                <a:gd name="connsiteY5" fmla="*/ 40813 h 1470435"/>
                <a:gd name="connsiteX6" fmla="*/ 103610 w 362401"/>
                <a:gd name="connsiteY6" fmla="*/ 8907 h 1470435"/>
                <a:gd name="connsiteX7" fmla="*/ 124652 w 362401"/>
                <a:gd name="connsiteY7" fmla="*/ 11 h 1470435"/>
                <a:gd name="connsiteX8" fmla="*/ 137398 w 362401"/>
                <a:gd name="connsiteY8" fmla="*/ 2491 h 1470435"/>
                <a:gd name="connsiteX9" fmla="*/ 150143 w 362401"/>
                <a:gd name="connsiteY9" fmla="*/ 4459 h 1470435"/>
                <a:gd name="connsiteX10" fmla="*/ 159040 w 362401"/>
                <a:gd name="connsiteY10" fmla="*/ 6939 h 1470435"/>
                <a:gd name="connsiteX11" fmla="*/ 165369 w 362401"/>
                <a:gd name="connsiteY11" fmla="*/ 10874 h 1470435"/>
                <a:gd name="connsiteX12" fmla="*/ 172384 w 362401"/>
                <a:gd name="connsiteY12" fmla="*/ 15921 h 1470435"/>
                <a:gd name="connsiteX13" fmla="*/ 175634 w 362401"/>
                <a:gd name="connsiteY13" fmla="*/ 32516 h 1470435"/>
                <a:gd name="connsiteX14" fmla="*/ 162888 w 362401"/>
                <a:gd name="connsiteY14" fmla="*/ 56125 h 1470435"/>
                <a:gd name="connsiteX15" fmla="*/ 127219 w 362401"/>
                <a:gd name="connsiteY15" fmla="*/ 71436 h 1470435"/>
                <a:gd name="connsiteX16" fmla="*/ 103610 w 362401"/>
                <a:gd name="connsiteY16" fmla="*/ 107106 h 1470435"/>
                <a:gd name="connsiteX17" fmla="*/ 96681 w 362401"/>
                <a:gd name="connsiteY17" fmla="*/ 105566 h 1470435"/>
                <a:gd name="connsiteX18" fmla="*/ 108058 w 362401"/>
                <a:gd name="connsiteY18" fmla="*/ 108389 h 1470435"/>
                <a:gd name="connsiteX19" fmla="*/ 107459 w 362401"/>
                <a:gd name="connsiteY19" fmla="*/ 116002 h 1470435"/>
                <a:gd name="connsiteX20" fmla="*/ 87016 w 362401"/>
                <a:gd name="connsiteY20" fmla="*/ 158088 h 1470435"/>
                <a:gd name="connsiteX21" fmla="*/ 83850 w 362401"/>
                <a:gd name="connsiteY21" fmla="*/ 185546 h 1470435"/>
                <a:gd name="connsiteX22" fmla="*/ 77520 w 362401"/>
                <a:gd name="connsiteY22" fmla="*/ 226947 h 1470435"/>
                <a:gd name="connsiteX23" fmla="*/ 71105 w 362401"/>
                <a:gd name="connsiteY23" fmla="*/ 238409 h 1470435"/>
                <a:gd name="connsiteX24" fmla="*/ 75553 w 362401"/>
                <a:gd name="connsiteY24" fmla="*/ 248589 h 1470435"/>
                <a:gd name="connsiteX25" fmla="*/ 80686 w 362401"/>
                <a:gd name="connsiteY25" fmla="*/ 288792 h 1470435"/>
                <a:gd name="connsiteX26" fmla="*/ 71105 w 362401"/>
                <a:gd name="connsiteY26" fmla="*/ 307269 h 1470435"/>
                <a:gd name="connsiteX27" fmla="*/ 81968 w 362401"/>
                <a:gd name="connsiteY27" fmla="*/ 328996 h 1470435"/>
                <a:gd name="connsiteX28" fmla="*/ 82568 w 362401"/>
                <a:gd name="connsiteY28" fmla="*/ 370397 h 1470435"/>
                <a:gd name="connsiteX29" fmla="*/ 101728 w 362401"/>
                <a:gd name="connsiteY29" fmla="*/ 392723 h 1470435"/>
                <a:gd name="connsiteX30" fmla="*/ 113189 w 362401"/>
                <a:gd name="connsiteY30" fmla="*/ 405468 h 1470435"/>
                <a:gd name="connsiteX31" fmla="*/ 126534 w 362401"/>
                <a:gd name="connsiteY31" fmla="*/ 387590 h 1470435"/>
                <a:gd name="connsiteX32" fmla="*/ 132179 w 362401"/>
                <a:gd name="connsiteY32" fmla="*/ 381688 h 1470435"/>
                <a:gd name="connsiteX33" fmla="*/ 131582 w 362401"/>
                <a:gd name="connsiteY33" fmla="*/ 347985 h 1470435"/>
                <a:gd name="connsiteX34" fmla="*/ 125849 w 362401"/>
                <a:gd name="connsiteY34" fmla="*/ 345419 h 1470435"/>
                <a:gd name="connsiteX35" fmla="*/ 128416 w 362401"/>
                <a:gd name="connsiteY35" fmla="*/ 328226 h 1470435"/>
                <a:gd name="connsiteX36" fmla="*/ 129015 w 362401"/>
                <a:gd name="connsiteY36" fmla="*/ 314197 h 1470435"/>
                <a:gd name="connsiteX37" fmla="*/ 132864 w 362401"/>
                <a:gd name="connsiteY37" fmla="*/ 309065 h 1470435"/>
                <a:gd name="connsiteX38" fmla="*/ 146209 w 362401"/>
                <a:gd name="connsiteY38" fmla="*/ 268861 h 1470435"/>
                <a:gd name="connsiteX39" fmla="*/ 185727 w 362401"/>
                <a:gd name="connsiteY39" fmla="*/ 241403 h 1470435"/>
                <a:gd name="connsiteX40" fmla="*/ 187610 w 362401"/>
                <a:gd name="connsiteY40" fmla="*/ 236955 h 1470435"/>
                <a:gd name="connsiteX41" fmla="*/ 195308 w 362401"/>
                <a:gd name="connsiteY41" fmla="*/ 238238 h 1470435"/>
                <a:gd name="connsiteX42" fmla="*/ 204205 w 362401"/>
                <a:gd name="connsiteY42" fmla="*/ 233790 h 1470435"/>
                <a:gd name="connsiteX43" fmla="*/ 201638 w 362401"/>
                <a:gd name="connsiteY43" fmla="*/ 239521 h 1470435"/>
                <a:gd name="connsiteX44" fmla="*/ 208653 w 362401"/>
                <a:gd name="connsiteY44" fmla="*/ 242087 h 1470435"/>
                <a:gd name="connsiteX45" fmla="*/ 228411 w 362401"/>
                <a:gd name="connsiteY45" fmla="*/ 247819 h 1470435"/>
                <a:gd name="connsiteX46" fmla="*/ 242441 w 362401"/>
                <a:gd name="connsiteY46" fmla="*/ 256715 h 1470435"/>
                <a:gd name="connsiteX47" fmla="*/ 246289 w 362401"/>
                <a:gd name="connsiteY47" fmla="*/ 293069 h 1470435"/>
                <a:gd name="connsiteX48" fmla="*/ 242441 w 362401"/>
                <a:gd name="connsiteY48" fmla="*/ 325574 h 1470435"/>
                <a:gd name="connsiteX49" fmla="*/ 237307 w 362401"/>
                <a:gd name="connsiteY49" fmla="*/ 338319 h 1470435"/>
                <a:gd name="connsiteX50" fmla="*/ 241156 w 362401"/>
                <a:gd name="connsiteY50" fmla="*/ 342768 h 1470435"/>
                <a:gd name="connsiteX51" fmla="*/ 235426 w 362401"/>
                <a:gd name="connsiteY51" fmla="*/ 356796 h 1470435"/>
                <a:gd name="connsiteX52" fmla="*/ 227129 w 362401"/>
                <a:gd name="connsiteY52" fmla="*/ 371423 h 1470435"/>
                <a:gd name="connsiteX53" fmla="*/ 216265 w 362401"/>
                <a:gd name="connsiteY53" fmla="*/ 381004 h 1470435"/>
                <a:gd name="connsiteX54" fmla="*/ 202237 w 362401"/>
                <a:gd name="connsiteY54" fmla="*/ 409061 h 1470435"/>
                <a:gd name="connsiteX55" fmla="*/ 201638 w 362401"/>
                <a:gd name="connsiteY55" fmla="*/ 411028 h 1470435"/>
                <a:gd name="connsiteX56" fmla="*/ 205401 w 362401"/>
                <a:gd name="connsiteY56" fmla="*/ 425655 h 1470435"/>
                <a:gd name="connsiteX57" fmla="*/ 207968 w 362401"/>
                <a:gd name="connsiteY57" fmla="*/ 444816 h 1470435"/>
                <a:gd name="connsiteX58" fmla="*/ 216265 w 362401"/>
                <a:gd name="connsiteY58" fmla="*/ 453712 h 1470435"/>
                <a:gd name="connsiteX59" fmla="*/ 264082 w 362401"/>
                <a:gd name="connsiteY59" fmla="*/ 486217 h 1470435"/>
                <a:gd name="connsiteX60" fmla="*/ 286407 w 362401"/>
                <a:gd name="connsiteY60" fmla="*/ 537883 h 1470435"/>
                <a:gd name="connsiteX61" fmla="*/ 306167 w 362401"/>
                <a:gd name="connsiteY61" fmla="*/ 649512 h 1470435"/>
                <a:gd name="connsiteX62" fmla="*/ 325927 w 362401"/>
                <a:gd name="connsiteY62" fmla="*/ 738730 h 1470435"/>
                <a:gd name="connsiteX63" fmla="*/ 323361 w 362401"/>
                <a:gd name="connsiteY63" fmla="*/ 757206 h 1470435"/>
                <a:gd name="connsiteX64" fmla="*/ 332942 w 362401"/>
                <a:gd name="connsiteY64" fmla="*/ 776966 h 1470435"/>
                <a:gd name="connsiteX65" fmla="*/ 336791 w 362401"/>
                <a:gd name="connsiteY65" fmla="*/ 826066 h 1470435"/>
                <a:gd name="connsiteX66" fmla="*/ 346370 w 362401"/>
                <a:gd name="connsiteY66" fmla="*/ 886970 h 1470435"/>
                <a:gd name="connsiteX67" fmla="*/ 356891 w 362401"/>
                <a:gd name="connsiteY67" fmla="*/ 904163 h 1470435"/>
                <a:gd name="connsiteX68" fmla="*/ 361682 w 362401"/>
                <a:gd name="connsiteY68" fmla="*/ 917593 h 1470435"/>
                <a:gd name="connsiteX69" fmla="*/ 349279 w 362401"/>
                <a:gd name="connsiteY69" fmla="*/ 934787 h 1470435"/>
                <a:gd name="connsiteX70" fmla="*/ 326355 w 362401"/>
                <a:gd name="connsiteY70" fmla="*/ 948216 h 1470435"/>
                <a:gd name="connsiteX71" fmla="*/ 317716 w 362401"/>
                <a:gd name="connsiteY71" fmla="*/ 940603 h 1470435"/>
                <a:gd name="connsiteX72" fmla="*/ 309162 w 362401"/>
                <a:gd name="connsiteY72" fmla="*/ 935813 h 1470435"/>
                <a:gd name="connsiteX73" fmla="*/ 309162 w 362401"/>
                <a:gd name="connsiteY73" fmla="*/ 917679 h 1470435"/>
                <a:gd name="connsiteX74" fmla="*/ 300522 w 362401"/>
                <a:gd name="connsiteY74" fmla="*/ 907157 h 1470435"/>
                <a:gd name="connsiteX75" fmla="*/ 306253 w 362401"/>
                <a:gd name="connsiteY75" fmla="*/ 884233 h 1470435"/>
                <a:gd name="connsiteX76" fmla="*/ 319683 w 362401"/>
                <a:gd name="connsiteY76" fmla="*/ 884233 h 1470435"/>
                <a:gd name="connsiteX77" fmla="*/ 320366 w 362401"/>
                <a:gd name="connsiteY77" fmla="*/ 883976 h 1470435"/>
                <a:gd name="connsiteX78" fmla="*/ 306253 w 362401"/>
                <a:gd name="connsiteY78" fmla="*/ 884233 h 1470435"/>
                <a:gd name="connsiteX79" fmla="*/ 299238 w 362401"/>
                <a:gd name="connsiteY79" fmla="*/ 867039 h 1470435"/>
                <a:gd name="connsiteX80" fmla="*/ 295389 w 362401"/>
                <a:gd name="connsiteY80" fmla="*/ 855663 h 1470435"/>
                <a:gd name="connsiteX81" fmla="*/ 283329 w 362401"/>
                <a:gd name="connsiteY81" fmla="*/ 837015 h 1470435"/>
                <a:gd name="connsiteX82" fmla="*/ 281361 w 362401"/>
                <a:gd name="connsiteY82" fmla="*/ 830941 h 1470435"/>
                <a:gd name="connsiteX83" fmla="*/ 262286 w 362401"/>
                <a:gd name="connsiteY83" fmla="*/ 986538 h 1470435"/>
                <a:gd name="connsiteX84" fmla="*/ 237393 w 362401"/>
                <a:gd name="connsiteY84" fmla="*/ 1154880 h 1470435"/>
                <a:gd name="connsiteX85" fmla="*/ 192485 w 362401"/>
                <a:gd name="connsiteY85" fmla="*/ 1356668 h 1470435"/>
                <a:gd name="connsiteX86" fmla="*/ 225932 w 362401"/>
                <a:gd name="connsiteY86" fmla="*/ 1425527 h 1470435"/>
                <a:gd name="connsiteX87" fmla="*/ 290941 w 362401"/>
                <a:gd name="connsiteY87" fmla="*/ 1440838 h 1470435"/>
                <a:gd name="connsiteX88" fmla="*/ 296673 w 362401"/>
                <a:gd name="connsiteY88" fmla="*/ 1459058 h 1470435"/>
                <a:gd name="connsiteX89" fmla="*/ 211560 w 362401"/>
                <a:gd name="connsiteY89" fmla="*/ 1466672 h 1470435"/>
                <a:gd name="connsiteX90" fmla="*/ 157072 w 362401"/>
                <a:gd name="connsiteY90" fmla="*/ 1456150 h 1470435"/>
                <a:gd name="connsiteX91" fmla="*/ 153223 w 362401"/>
                <a:gd name="connsiteY91" fmla="*/ 1468553 h 1470435"/>
                <a:gd name="connsiteX92" fmla="*/ 144584 w 362401"/>
                <a:gd name="connsiteY92" fmla="*/ 1470435 h 1470435"/>
                <a:gd name="connsiteX93" fmla="*/ 33639 w 362401"/>
                <a:gd name="connsiteY93" fmla="*/ 1469494 h 1470435"/>
                <a:gd name="connsiteX94" fmla="*/ 25000 w 362401"/>
                <a:gd name="connsiteY94" fmla="*/ 1463763 h 1470435"/>
                <a:gd name="connsiteX95" fmla="*/ 26881 w 362401"/>
                <a:gd name="connsiteY95" fmla="*/ 1412097 h 1470435"/>
                <a:gd name="connsiteX96" fmla="*/ 37403 w 362401"/>
                <a:gd name="connsiteY96" fmla="*/ 1387205 h 1470435"/>
                <a:gd name="connsiteX97" fmla="*/ 37403 w 362401"/>
                <a:gd name="connsiteY97" fmla="*/ 1335539 h 1470435"/>
                <a:gd name="connsiteX98" fmla="*/ 45100 w 362401"/>
                <a:gd name="connsiteY98" fmla="*/ 1296362 h 1470435"/>
                <a:gd name="connsiteX99" fmla="*/ 45100 w 362401"/>
                <a:gd name="connsiteY99" fmla="*/ 1242815 h 1470435"/>
                <a:gd name="connsiteX100" fmla="*/ 58531 w 362401"/>
                <a:gd name="connsiteY100" fmla="*/ 1108004 h 1470435"/>
                <a:gd name="connsiteX101" fmla="*/ 82396 w 362401"/>
                <a:gd name="connsiteY101" fmla="*/ 1060188 h 1470435"/>
                <a:gd name="connsiteX102" fmla="*/ 73843 w 362401"/>
                <a:gd name="connsiteY102" fmla="*/ 1035296 h 1470435"/>
                <a:gd name="connsiteX103" fmla="*/ 72901 w 362401"/>
                <a:gd name="connsiteY103" fmla="*/ 938721 h 1470435"/>
                <a:gd name="connsiteX104" fmla="*/ 55707 w 362401"/>
                <a:gd name="connsiteY104" fmla="*/ 844970 h 1470435"/>
                <a:gd name="connsiteX105" fmla="*/ 49035 w 362401"/>
                <a:gd name="connsiteY105" fmla="*/ 760799 h 1470435"/>
                <a:gd name="connsiteX106" fmla="*/ 52201 w 362401"/>
                <a:gd name="connsiteY106" fmla="*/ 717944 h 1470435"/>
                <a:gd name="connsiteX107" fmla="*/ 51944 w 362401"/>
                <a:gd name="connsiteY107" fmla="*/ 717773 h 1470435"/>
                <a:gd name="connsiteX108" fmla="*/ 39027 w 362401"/>
                <a:gd name="connsiteY108" fmla="*/ 702205 h 1470435"/>
                <a:gd name="connsiteX109" fmla="*/ 34065 w 362401"/>
                <a:gd name="connsiteY109" fmla="*/ 697329 h 1470435"/>
                <a:gd name="connsiteX110" fmla="*/ 33554 w 362401"/>
                <a:gd name="connsiteY110" fmla="*/ 693822 h 1470435"/>
                <a:gd name="connsiteX111" fmla="*/ 33554 w 362401"/>
                <a:gd name="connsiteY111" fmla="*/ 693480 h 1470435"/>
                <a:gd name="connsiteX112" fmla="*/ 26453 w 362401"/>
                <a:gd name="connsiteY112" fmla="*/ 667989 h 1470435"/>
                <a:gd name="connsiteX113" fmla="*/ 30902 w 362401"/>
                <a:gd name="connsiteY113" fmla="*/ 647545 h 1470435"/>
                <a:gd name="connsiteX114" fmla="*/ 32783 w 362401"/>
                <a:gd name="connsiteY114" fmla="*/ 628470 h 1470435"/>
                <a:gd name="connsiteX115" fmla="*/ 21320 w 362401"/>
                <a:gd name="connsiteY115" fmla="*/ 557044 h 1470435"/>
                <a:gd name="connsiteX116" fmla="*/ 18156 w 362401"/>
                <a:gd name="connsiteY116" fmla="*/ 433354 h 1470435"/>
                <a:gd name="connsiteX117" fmla="*/ 5411 w 362401"/>
                <a:gd name="connsiteY117" fmla="*/ 382372 h 1470435"/>
                <a:gd name="connsiteX118" fmla="*/ 1562 w 362401"/>
                <a:gd name="connsiteY118" fmla="*/ 314796 h 1470435"/>
                <a:gd name="connsiteX119" fmla="*/ 6693 w 362401"/>
                <a:gd name="connsiteY119" fmla="*/ 263130 h 1470435"/>
                <a:gd name="connsiteX120" fmla="*/ 278 w 362401"/>
                <a:gd name="connsiteY120" fmla="*/ 230625 h 1470435"/>
                <a:gd name="connsiteX121" fmla="*/ 278 w 362401"/>
                <a:gd name="connsiteY121" fmla="*/ 230625 h 1470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362401" h="1470435">
                  <a:moveTo>
                    <a:pt x="192" y="230882"/>
                  </a:moveTo>
                  <a:cubicBezTo>
                    <a:pt x="2074" y="214287"/>
                    <a:pt x="18071" y="170320"/>
                    <a:pt x="25085" y="158173"/>
                  </a:cubicBezTo>
                  <a:cubicBezTo>
                    <a:pt x="32098" y="146027"/>
                    <a:pt x="71618" y="95045"/>
                    <a:pt x="69737" y="91196"/>
                  </a:cubicBezTo>
                  <a:lnTo>
                    <a:pt x="70077" y="90768"/>
                  </a:lnTo>
                  <a:cubicBezTo>
                    <a:pt x="71105" y="89399"/>
                    <a:pt x="74271" y="85122"/>
                    <a:pt x="77435" y="80332"/>
                  </a:cubicBezTo>
                  <a:cubicBezTo>
                    <a:pt x="81283" y="74601"/>
                    <a:pt x="86331" y="48426"/>
                    <a:pt x="91462" y="40813"/>
                  </a:cubicBezTo>
                  <a:cubicBezTo>
                    <a:pt x="96595" y="33114"/>
                    <a:pt x="95313" y="18487"/>
                    <a:pt x="103610" y="8907"/>
                  </a:cubicBezTo>
                  <a:cubicBezTo>
                    <a:pt x="111907" y="-674"/>
                    <a:pt x="118323" y="11"/>
                    <a:pt x="124652" y="11"/>
                  </a:cubicBezTo>
                  <a:cubicBezTo>
                    <a:pt x="130982" y="11"/>
                    <a:pt x="132265" y="3774"/>
                    <a:pt x="137398" y="2491"/>
                  </a:cubicBezTo>
                  <a:cubicBezTo>
                    <a:pt x="142531" y="1208"/>
                    <a:pt x="146294" y="3176"/>
                    <a:pt x="150143" y="4459"/>
                  </a:cubicBezTo>
                  <a:cubicBezTo>
                    <a:pt x="153992" y="5742"/>
                    <a:pt x="155191" y="6939"/>
                    <a:pt x="159040" y="6939"/>
                  </a:cubicBezTo>
                  <a:cubicBezTo>
                    <a:pt x="162888" y="6939"/>
                    <a:pt x="162203" y="11387"/>
                    <a:pt x="165369" y="10874"/>
                  </a:cubicBezTo>
                  <a:cubicBezTo>
                    <a:pt x="168533" y="10190"/>
                    <a:pt x="172384" y="12157"/>
                    <a:pt x="172384" y="15921"/>
                  </a:cubicBezTo>
                  <a:cubicBezTo>
                    <a:pt x="172384" y="19685"/>
                    <a:pt x="176233" y="27469"/>
                    <a:pt x="175634" y="32516"/>
                  </a:cubicBezTo>
                  <a:cubicBezTo>
                    <a:pt x="175034" y="37648"/>
                    <a:pt x="165455" y="52361"/>
                    <a:pt x="162888" y="56125"/>
                  </a:cubicBezTo>
                  <a:cubicBezTo>
                    <a:pt x="160322" y="59974"/>
                    <a:pt x="132950" y="66304"/>
                    <a:pt x="127219" y="71436"/>
                  </a:cubicBezTo>
                  <a:cubicBezTo>
                    <a:pt x="121487" y="76568"/>
                    <a:pt x="103610" y="107106"/>
                    <a:pt x="103610" y="107106"/>
                  </a:cubicBezTo>
                  <a:cubicBezTo>
                    <a:pt x="101215" y="106678"/>
                    <a:pt x="98905" y="106165"/>
                    <a:pt x="96681" y="105566"/>
                  </a:cubicBezTo>
                  <a:cubicBezTo>
                    <a:pt x="100359" y="106849"/>
                    <a:pt x="104209" y="107876"/>
                    <a:pt x="108058" y="108389"/>
                  </a:cubicBezTo>
                  <a:cubicBezTo>
                    <a:pt x="108058" y="108389"/>
                    <a:pt x="108656" y="114120"/>
                    <a:pt x="107459" y="116002"/>
                  </a:cubicBezTo>
                  <a:cubicBezTo>
                    <a:pt x="106177" y="117970"/>
                    <a:pt x="89580" y="152955"/>
                    <a:pt x="87016" y="158088"/>
                  </a:cubicBezTo>
                  <a:cubicBezTo>
                    <a:pt x="84449" y="163220"/>
                    <a:pt x="87016" y="172116"/>
                    <a:pt x="83850" y="185546"/>
                  </a:cubicBezTo>
                  <a:cubicBezTo>
                    <a:pt x="80686" y="198890"/>
                    <a:pt x="81283" y="219334"/>
                    <a:pt x="77520" y="226947"/>
                  </a:cubicBezTo>
                  <a:cubicBezTo>
                    <a:pt x="73671" y="234646"/>
                    <a:pt x="69223" y="233363"/>
                    <a:pt x="71105" y="238409"/>
                  </a:cubicBezTo>
                  <a:cubicBezTo>
                    <a:pt x="72986" y="243542"/>
                    <a:pt x="73671" y="236527"/>
                    <a:pt x="75553" y="248589"/>
                  </a:cubicBezTo>
                  <a:cubicBezTo>
                    <a:pt x="77435" y="260735"/>
                    <a:pt x="83165" y="281778"/>
                    <a:pt x="80686" y="288792"/>
                  </a:cubicBezTo>
                  <a:cubicBezTo>
                    <a:pt x="78119" y="295806"/>
                    <a:pt x="69822" y="297089"/>
                    <a:pt x="71105" y="307269"/>
                  </a:cubicBezTo>
                  <a:cubicBezTo>
                    <a:pt x="72387" y="317448"/>
                    <a:pt x="81283" y="318731"/>
                    <a:pt x="81968" y="328996"/>
                  </a:cubicBezTo>
                  <a:cubicBezTo>
                    <a:pt x="82568" y="339175"/>
                    <a:pt x="83251" y="360902"/>
                    <a:pt x="82568" y="370397"/>
                  </a:cubicBezTo>
                  <a:cubicBezTo>
                    <a:pt x="82568" y="370397"/>
                    <a:pt x="99761" y="382543"/>
                    <a:pt x="101728" y="392723"/>
                  </a:cubicBezTo>
                  <a:cubicBezTo>
                    <a:pt x="103610" y="402902"/>
                    <a:pt x="110026" y="406067"/>
                    <a:pt x="113189" y="405468"/>
                  </a:cubicBezTo>
                  <a:cubicBezTo>
                    <a:pt x="116355" y="404784"/>
                    <a:pt x="124652" y="391440"/>
                    <a:pt x="126534" y="387590"/>
                  </a:cubicBezTo>
                  <a:cubicBezTo>
                    <a:pt x="128330" y="383912"/>
                    <a:pt x="131839" y="381945"/>
                    <a:pt x="132179" y="381688"/>
                  </a:cubicBezTo>
                  <a:cubicBezTo>
                    <a:pt x="132010" y="373647"/>
                    <a:pt x="131582" y="353118"/>
                    <a:pt x="131582" y="347985"/>
                  </a:cubicBezTo>
                  <a:cubicBezTo>
                    <a:pt x="131582" y="341656"/>
                    <a:pt x="127133" y="348584"/>
                    <a:pt x="125849" y="345419"/>
                  </a:cubicBezTo>
                  <a:cubicBezTo>
                    <a:pt x="124567" y="342254"/>
                    <a:pt x="128416" y="333273"/>
                    <a:pt x="128416" y="328226"/>
                  </a:cubicBezTo>
                  <a:cubicBezTo>
                    <a:pt x="128416" y="323179"/>
                    <a:pt x="128416" y="316764"/>
                    <a:pt x="129015" y="314197"/>
                  </a:cubicBezTo>
                  <a:cubicBezTo>
                    <a:pt x="129700" y="311631"/>
                    <a:pt x="132179" y="314197"/>
                    <a:pt x="132864" y="309065"/>
                  </a:cubicBezTo>
                  <a:cubicBezTo>
                    <a:pt x="133463" y="303933"/>
                    <a:pt x="135431" y="280324"/>
                    <a:pt x="146209" y="268861"/>
                  </a:cubicBezTo>
                  <a:cubicBezTo>
                    <a:pt x="157072" y="257399"/>
                    <a:pt x="175548" y="238837"/>
                    <a:pt x="185727" y="241403"/>
                  </a:cubicBezTo>
                  <a:cubicBezTo>
                    <a:pt x="185727" y="241403"/>
                    <a:pt x="192142" y="236955"/>
                    <a:pt x="187610" y="236955"/>
                  </a:cubicBezTo>
                  <a:cubicBezTo>
                    <a:pt x="187610" y="236955"/>
                    <a:pt x="194623" y="236271"/>
                    <a:pt x="195308" y="238238"/>
                  </a:cubicBezTo>
                  <a:cubicBezTo>
                    <a:pt x="195908" y="240120"/>
                    <a:pt x="201039" y="233790"/>
                    <a:pt x="204205" y="233790"/>
                  </a:cubicBezTo>
                  <a:cubicBezTo>
                    <a:pt x="207369" y="233790"/>
                    <a:pt x="199071" y="236356"/>
                    <a:pt x="201638" y="239521"/>
                  </a:cubicBezTo>
                  <a:cubicBezTo>
                    <a:pt x="204205" y="242686"/>
                    <a:pt x="208653" y="242087"/>
                    <a:pt x="208653" y="242087"/>
                  </a:cubicBezTo>
                  <a:cubicBezTo>
                    <a:pt x="217549" y="238837"/>
                    <a:pt x="222081" y="243370"/>
                    <a:pt x="228411" y="247819"/>
                  </a:cubicBezTo>
                  <a:cubicBezTo>
                    <a:pt x="234826" y="252267"/>
                    <a:pt x="239275" y="251668"/>
                    <a:pt x="242441" y="256715"/>
                  </a:cubicBezTo>
                  <a:cubicBezTo>
                    <a:pt x="245604" y="261847"/>
                    <a:pt x="243040" y="284772"/>
                    <a:pt x="246289" y="293069"/>
                  </a:cubicBezTo>
                  <a:cubicBezTo>
                    <a:pt x="249455" y="301366"/>
                    <a:pt x="247572" y="312829"/>
                    <a:pt x="242441" y="325574"/>
                  </a:cubicBezTo>
                  <a:cubicBezTo>
                    <a:pt x="237307" y="338319"/>
                    <a:pt x="234741" y="336438"/>
                    <a:pt x="237307" y="338319"/>
                  </a:cubicBezTo>
                  <a:cubicBezTo>
                    <a:pt x="239874" y="340201"/>
                    <a:pt x="243637" y="338319"/>
                    <a:pt x="241156" y="342768"/>
                  </a:cubicBezTo>
                  <a:cubicBezTo>
                    <a:pt x="238592" y="347216"/>
                    <a:pt x="236710" y="352348"/>
                    <a:pt x="235426" y="356796"/>
                  </a:cubicBezTo>
                  <a:cubicBezTo>
                    <a:pt x="234143" y="361244"/>
                    <a:pt x="233544" y="368943"/>
                    <a:pt x="227129" y="371423"/>
                  </a:cubicBezTo>
                  <a:cubicBezTo>
                    <a:pt x="220799" y="373990"/>
                    <a:pt x="219517" y="376556"/>
                    <a:pt x="216265" y="381004"/>
                  </a:cubicBezTo>
                  <a:cubicBezTo>
                    <a:pt x="213101" y="385452"/>
                    <a:pt x="203520" y="403329"/>
                    <a:pt x="202237" y="409061"/>
                  </a:cubicBezTo>
                  <a:lnTo>
                    <a:pt x="201638" y="411028"/>
                  </a:lnTo>
                  <a:cubicBezTo>
                    <a:pt x="202066" y="411627"/>
                    <a:pt x="204802" y="416160"/>
                    <a:pt x="205401" y="425655"/>
                  </a:cubicBezTo>
                  <a:cubicBezTo>
                    <a:pt x="206001" y="435834"/>
                    <a:pt x="209250" y="441566"/>
                    <a:pt x="207968" y="444816"/>
                  </a:cubicBezTo>
                  <a:cubicBezTo>
                    <a:pt x="206686" y="447981"/>
                    <a:pt x="214983" y="451146"/>
                    <a:pt x="216265" y="453712"/>
                  </a:cubicBezTo>
                  <a:cubicBezTo>
                    <a:pt x="217549" y="456278"/>
                    <a:pt x="256468" y="477920"/>
                    <a:pt x="264082" y="486217"/>
                  </a:cubicBezTo>
                  <a:cubicBezTo>
                    <a:pt x="271694" y="494515"/>
                    <a:pt x="279992" y="501529"/>
                    <a:pt x="286407" y="537883"/>
                  </a:cubicBezTo>
                  <a:cubicBezTo>
                    <a:pt x="292822" y="574238"/>
                    <a:pt x="301719" y="632233"/>
                    <a:pt x="306167" y="649512"/>
                  </a:cubicBezTo>
                  <a:cubicBezTo>
                    <a:pt x="310615" y="666706"/>
                    <a:pt x="327210" y="732400"/>
                    <a:pt x="325927" y="738730"/>
                  </a:cubicBezTo>
                  <a:cubicBezTo>
                    <a:pt x="324643" y="745145"/>
                    <a:pt x="321479" y="752758"/>
                    <a:pt x="323361" y="757206"/>
                  </a:cubicBezTo>
                  <a:cubicBezTo>
                    <a:pt x="325328" y="761655"/>
                    <a:pt x="329776" y="760371"/>
                    <a:pt x="332942" y="776966"/>
                  </a:cubicBezTo>
                  <a:cubicBezTo>
                    <a:pt x="336106" y="793475"/>
                    <a:pt x="336106" y="815202"/>
                    <a:pt x="336791" y="826066"/>
                  </a:cubicBezTo>
                  <a:cubicBezTo>
                    <a:pt x="337388" y="836929"/>
                    <a:pt x="346370" y="886970"/>
                    <a:pt x="346370" y="886970"/>
                  </a:cubicBezTo>
                  <a:cubicBezTo>
                    <a:pt x="346370" y="886970"/>
                    <a:pt x="352103" y="899373"/>
                    <a:pt x="356891" y="904163"/>
                  </a:cubicBezTo>
                  <a:cubicBezTo>
                    <a:pt x="361682" y="908954"/>
                    <a:pt x="363564" y="910835"/>
                    <a:pt x="361682" y="917593"/>
                  </a:cubicBezTo>
                  <a:cubicBezTo>
                    <a:pt x="359801" y="924265"/>
                    <a:pt x="355010" y="931964"/>
                    <a:pt x="349279" y="934787"/>
                  </a:cubicBezTo>
                  <a:cubicBezTo>
                    <a:pt x="343549" y="937609"/>
                    <a:pt x="330204" y="949157"/>
                    <a:pt x="326355" y="948216"/>
                  </a:cubicBezTo>
                  <a:cubicBezTo>
                    <a:pt x="322504" y="947275"/>
                    <a:pt x="317716" y="940603"/>
                    <a:pt x="317716" y="940603"/>
                  </a:cubicBezTo>
                  <a:cubicBezTo>
                    <a:pt x="317716" y="940603"/>
                    <a:pt x="311043" y="940603"/>
                    <a:pt x="309162" y="935813"/>
                  </a:cubicBezTo>
                  <a:cubicBezTo>
                    <a:pt x="307280" y="931023"/>
                    <a:pt x="311983" y="921442"/>
                    <a:pt x="309162" y="917679"/>
                  </a:cubicBezTo>
                  <a:cubicBezTo>
                    <a:pt x="306253" y="913829"/>
                    <a:pt x="299580" y="911947"/>
                    <a:pt x="300522" y="907157"/>
                  </a:cubicBezTo>
                  <a:cubicBezTo>
                    <a:pt x="301462" y="902367"/>
                    <a:pt x="306253" y="884233"/>
                    <a:pt x="306253" y="884233"/>
                  </a:cubicBezTo>
                  <a:cubicBezTo>
                    <a:pt x="306253" y="884233"/>
                    <a:pt x="314892" y="886115"/>
                    <a:pt x="319683" y="884233"/>
                  </a:cubicBezTo>
                  <a:lnTo>
                    <a:pt x="320366" y="883976"/>
                  </a:lnTo>
                  <a:cubicBezTo>
                    <a:pt x="311472" y="885174"/>
                    <a:pt x="308049" y="883634"/>
                    <a:pt x="306253" y="884233"/>
                  </a:cubicBezTo>
                  <a:cubicBezTo>
                    <a:pt x="304371" y="884832"/>
                    <a:pt x="300522" y="874652"/>
                    <a:pt x="299238" y="867039"/>
                  </a:cubicBezTo>
                  <a:cubicBezTo>
                    <a:pt x="298469" y="862249"/>
                    <a:pt x="296928" y="858485"/>
                    <a:pt x="295389" y="855663"/>
                  </a:cubicBezTo>
                  <a:cubicBezTo>
                    <a:pt x="292225" y="851728"/>
                    <a:pt x="285981" y="841976"/>
                    <a:pt x="283329" y="837015"/>
                  </a:cubicBezTo>
                  <a:cubicBezTo>
                    <a:pt x="282301" y="835133"/>
                    <a:pt x="281704" y="833080"/>
                    <a:pt x="281361" y="830941"/>
                  </a:cubicBezTo>
                  <a:cubicBezTo>
                    <a:pt x="279992" y="860966"/>
                    <a:pt x="266735" y="965410"/>
                    <a:pt x="262286" y="986538"/>
                  </a:cubicBezTo>
                  <a:cubicBezTo>
                    <a:pt x="257496" y="1009463"/>
                    <a:pt x="243211" y="1117585"/>
                    <a:pt x="237393" y="1154880"/>
                  </a:cubicBezTo>
                  <a:cubicBezTo>
                    <a:pt x="231663" y="1192175"/>
                    <a:pt x="196248" y="1325103"/>
                    <a:pt x="192485" y="1356668"/>
                  </a:cubicBezTo>
                  <a:cubicBezTo>
                    <a:pt x="188636" y="1388232"/>
                    <a:pt x="216351" y="1415946"/>
                    <a:pt x="225932" y="1425527"/>
                  </a:cubicBezTo>
                  <a:cubicBezTo>
                    <a:pt x="235511" y="1435107"/>
                    <a:pt x="284268" y="1438957"/>
                    <a:pt x="290941" y="1440838"/>
                  </a:cubicBezTo>
                  <a:cubicBezTo>
                    <a:pt x="297613" y="1442806"/>
                    <a:pt x="300522" y="1455209"/>
                    <a:pt x="296673" y="1459058"/>
                  </a:cubicBezTo>
                  <a:cubicBezTo>
                    <a:pt x="292822" y="1462908"/>
                    <a:pt x="223965" y="1468639"/>
                    <a:pt x="211560" y="1466672"/>
                  </a:cubicBezTo>
                  <a:cubicBezTo>
                    <a:pt x="199157" y="1464704"/>
                    <a:pt x="157072" y="1456150"/>
                    <a:pt x="157072" y="1456150"/>
                  </a:cubicBezTo>
                  <a:lnTo>
                    <a:pt x="153223" y="1468553"/>
                  </a:lnTo>
                  <a:lnTo>
                    <a:pt x="144584" y="1470435"/>
                  </a:lnTo>
                  <a:lnTo>
                    <a:pt x="33639" y="1469494"/>
                  </a:lnTo>
                  <a:cubicBezTo>
                    <a:pt x="33639" y="1469494"/>
                    <a:pt x="25000" y="1471376"/>
                    <a:pt x="25000" y="1463763"/>
                  </a:cubicBezTo>
                  <a:cubicBezTo>
                    <a:pt x="25000" y="1456150"/>
                    <a:pt x="26881" y="1418769"/>
                    <a:pt x="26881" y="1412097"/>
                  </a:cubicBezTo>
                  <a:cubicBezTo>
                    <a:pt x="26881" y="1405425"/>
                    <a:pt x="33554" y="1396786"/>
                    <a:pt x="37403" y="1387205"/>
                  </a:cubicBezTo>
                  <a:cubicBezTo>
                    <a:pt x="41251" y="1377625"/>
                    <a:pt x="37403" y="1348028"/>
                    <a:pt x="37403" y="1335539"/>
                  </a:cubicBezTo>
                  <a:cubicBezTo>
                    <a:pt x="37403" y="1323050"/>
                    <a:pt x="41251" y="1307824"/>
                    <a:pt x="45100" y="1296362"/>
                  </a:cubicBezTo>
                  <a:cubicBezTo>
                    <a:pt x="48949" y="1284900"/>
                    <a:pt x="42193" y="1273438"/>
                    <a:pt x="45100" y="1242815"/>
                  </a:cubicBezTo>
                  <a:cubicBezTo>
                    <a:pt x="47924" y="1212191"/>
                    <a:pt x="44161" y="1132811"/>
                    <a:pt x="58531" y="1108004"/>
                  </a:cubicBezTo>
                  <a:cubicBezTo>
                    <a:pt x="72901" y="1083112"/>
                    <a:pt x="80515" y="1066860"/>
                    <a:pt x="82396" y="1060188"/>
                  </a:cubicBezTo>
                  <a:cubicBezTo>
                    <a:pt x="84278" y="1053516"/>
                    <a:pt x="74782" y="1053516"/>
                    <a:pt x="73843" y="1035296"/>
                  </a:cubicBezTo>
                  <a:cubicBezTo>
                    <a:pt x="72901" y="1017161"/>
                    <a:pt x="73843" y="967377"/>
                    <a:pt x="72901" y="938721"/>
                  </a:cubicBezTo>
                  <a:cubicBezTo>
                    <a:pt x="71961" y="910066"/>
                    <a:pt x="56649" y="863190"/>
                    <a:pt x="55707" y="844970"/>
                  </a:cubicBezTo>
                  <a:cubicBezTo>
                    <a:pt x="54767" y="826750"/>
                    <a:pt x="46128" y="781842"/>
                    <a:pt x="49035" y="760799"/>
                  </a:cubicBezTo>
                  <a:cubicBezTo>
                    <a:pt x="50576" y="749508"/>
                    <a:pt x="51601" y="731801"/>
                    <a:pt x="52201" y="717944"/>
                  </a:cubicBezTo>
                  <a:lnTo>
                    <a:pt x="51944" y="717773"/>
                  </a:lnTo>
                  <a:cubicBezTo>
                    <a:pt x="50747" y="716575"/>
                    <a:pt x="43989" y="708791"/>
                    <a:pt x="39027" y="702205"/>
                  </a:cubicBezTo>
                  <a:cubicBezTo>
                    <a:pt x="36375" y="700066"/>
                    <a:pt x="34322" y="698099"/>
                    <a:pt x="34065" y="697329"/>
                  </a:cubicBezTo>
                  <a:cubicBezTo>
                    <a:pt x="33809" y="696645"/>
                    <a:pt x="33723" y="695447"/>
                    <a:pt x="33554" y="693822"/>
                  </a:cubicBezTo>
                  <a:lnTo>
                    <a:pt x="33554" y="693480"/>
                  </a:lnTo>
                  <a:cubicBezTo>
                    <a:pt x="32184" y="689031"/>
                    <a:pt x="25169" y="683300"/>
                    <a:pt x="26453" y="667989"/>
                  </a:cubicBezTo>
                  <a:cubicBezTo>
                    <a:pt x="27053" y="660889"/>
                    <a:pt x="29106" y="653960"/>
                    <a:pt x="30902" y="647545"/>
                  </a:cubicBezTo>
                  <a:cubicBezTo>
                    <a:pt x="31244" y="638991"/>
                    <a:pt x="31841" y="630351"/>
                    <a:pt x="32783" y="628470"/>
                  </a:cubicBezTo>
                  <a:cubicBezTo>
                    <a:pt x="29617" y="618889"/>
                    <a:pt x="21320" y="573040"/>
                    <a:pt x="21320" y="557044"/>
                  </a:cubicBezTo>
                  <a:cubicBezTo>
                    <a:pt x="21320" y="541048"/>
                    <a:pt x="19438" y="444816"/>
                    <a:pt x="18156" y="433354"/>
                  </a:cubicBezTo>
                  <a:cubicBezTo>
                    <a:pt x="16872" y="421892"/>
                    <a:pt x="5411" y="395118"/>
                    <a:pt x="5411" y="382372"/>
                  </a:cubicBezTo>
                  <a:cubicBezTo>
                    <a:pt x="5411" y="369627"/>
                    <a:pt x="3529" y="324376"/>
                    <a:pt x="1562" y="314796"/>
                  </a:cubicBezTo>
                  <a:cubicBezTo>
                    <a:pt x="-322" y="305216"/>
                    <a:pt x="278" y="274593"/>
                    <a:pt x="6693" y="263130"/>
                  </a:cubicBezTo>
                  <a:cubicBezTo>
                    <a:pt x="6693" y="263130"/>
                    <a:pt x="-1604" y="247134"/>
                    <a:pt x="278" y="230625"/>
                  </a:cubicBezTo>
                  <a:lnTo>
                    <a:pt x="278" y="230625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1239234-AC39-644C-085C-5299499B4661}"/>
                </a:ext>
              </a:extLst>
            </p:cNvPr>
            <p:cNvSpPr/>
            <p:nvPr/>
          </p:nvSpPr>
          <p:spPr>
            <a:xfrm>
              <a:off x="12571261" y="2538661"/>
              <a:ext cx="347990" cy="1319104"/>
            </a:xfrm>
            <a:custGeom>
              <a:avLst/>
              <a:gdLst>
                <a:gd name="connsiteX0" fmla="*/ 35258 w 347990"/>
                <a:gd name="connsiteY0" fmla="*/ 106335 h 1319104"/>
                <a:gd name="connsiteX1" fmla="*/ 36028 w 347990"/>
                <a:gd name="connsiteY1" fmla="*/ 106335 h 1319104"/>
                <a:gd name="connsiteX2" fmla="*/ 36028 w 347990"/>
                <a:gd name="connsiteY2" fmla="*/ 106250 h 1319104"/>
                <a:gd name="connsiteX3" fmla="*/ 35172 w 347990"/>
                <a:gd name="connsiteY3" fmla="*/ 106250 h 1319104"/>
                <a:gd name="connsiteX4" fmla="*/ 42786 w 347990"/>
                <a:gd name="connsiteY4" fmla="*/ 393235 h 1319104"/>
                <a:gd name="connsiteX5" fmla="*/ 21487 w 347990"/>
                <a:gd name="connsiteY5" fmla="*/ 335752 h 1319104"/>
                <a:gd name="connsiteX6" fmla="*/ 1127 w 347990"/>
                <a:gd name="connsiteY6" fmla="*/ 291272 h 1319104"/>
                <a:gd name="connsiteX7" fmla="*/ 4805 w 347990"/>
                <a:gd name="connsiteY7" fmla="*/ 237468 h 1319104"/>
                <a:gd name="connsiteX8" fmla="*/ 12847 w 347990"/>
                <a:gd name="connsiteY8" fmla="*/ 219504 h 1319104"/>
                <a:gd name="connsiteX9" fmla="*/ 14044 w 347990"/>
                <a:gd name="connsiteY9" fmla="*/ 213431 h 1319104"/>
                <a:gd name="connsiteX10" fmla="*/ 12162 w 347990"/>
                <a:gd name="connsiteY10" fmla="*/ 191191 h 1319104"/>
                <a:gd name="connsiteX11" fmla="*/ 17722 w 347990"/>
                <a:gd name="connsiteY11" fmla="*/ 161508 h 1319104"/>
                <a:gd name="connsiteX12" fmla="*/ 17722 w 347990"/>
                <a:gd name="connsiteY12" fmla="*/ 135504 h 1319104"/>
                <a:gd name="connsiteX13" fmla="*/ 27217 w 347990"/>
                <a:gd name="connsiteY13" fmla="*/ 107961 h 1319104"/>
                <a:gd name="connsiteX14" fmla="*/ 27988 w 347990"/>
                <a:gd name="connsiteY14" fmla="*/ 107447 h 1319104"/>
                <a:gd name="connsiteX15" fmla="*/ 32008 w 347990"/>
                <a:gd name="connsiteY15" fmla="*/ 96926 h 1319104"/>
                <a:gd name="connsiteX16" fmla="*/ 39107 w 347990"/>
                <a:gd name="connsiteY16" fmla="*/ 95900 h 1319104"/>
                <a:gd name="connsiteX17" fmla="*/ 62118 w 347990"/>
                <a:gd name="connsiteY17" fmla="*/ 26869 h 1319104"/>
                <a:gd name="connsiteX18" fmla="*/ 79909 w 347990"/>
                <a:gd name="connsiteY18" fmla="*/ 15065 h 1319104"/>
                <a:gd name="connsiteX19" fmla="*/ 85214 w 347990"/>
                <a:gd name="connsiteY19" fmla="*/ 3945 h 1319104"/>
                <a:gd name="connsiteX20" fmla="*/ 91971 w 347990"/>
                <a:gd name="connsiteY20" fmla="*/ 3004 h 1319104"/>
                <a:gd name="connsiteX21" fmla="*/ 99412 w 347990"/>
                <a:gd name="connsiteY21" fmla="*/ 10 h 1319104"/>
                <a:gd name="connsiteX22" fmla="*/ 104546 w 347990"/>
                <a:gd name="connsiteY22" fmla="*/ 1207 h 1319104"/>
                <a:gd name="connsiteX23" fmla="*/ 109422 w 347990"/>
                <a:gd name="connsiteY23" fmla="*/ 2833 h 1319104"/>
                <a:gd name="connsiteX24" fmla="*/ 115238 w 347990"/>
                <a:gd name="connsiteY24" fmla="*/ 3260 h 1319104"/>
                <a:gd name="connsiteX25" fmla="*/ 119172 w 347990"/>
                <a:gd name="connsiteY25" fmla="*/ 8393 h 1319104"/>
                <a:gd name="connsiteX26" fmla="*/ 124306 w 347990"/>
                <a:gd name="connsiteY26" fmla="*/ 8649 h 1319104"/>
                <a:gd name="connsiteX27" fmla="*/ 135169 w 347990"/>
                <a:gd name="connsiteY27" fmla="*/ 1892 h 1319104"/>
                <a:gd name="connsiteX28" fmla="*/ 133799 w 347990"/>
                <a:gd name="connsiteY28" fmla="*/ 8649 h 1319104"/>
                <a:gd name="connsiteX29" fmla="*/ 131233 w 347990"/>
                <a:gd name="connsiteY29" fmla="*/ 14466 h 1319104"/>
                <a:gd name="connsiteX30" fmla="*/ 127555 w 347990"/>
                <a:gd name="connsiteY30" fmla="*/ 20026 h 1319104"/>
                <a:gd name="connsiteX31" fmla="*/ 120797 w 347990"/>
                <a:gd name="connsiteY31" fmla="*/ 34824 h 1319104"/>
                <a:gd name="connsiteX32" fmla="*/ 115238 w 347990"/>
                <a:gd name="connsiteY32" fmla="*/ 41325 h 1319104"/>
                <a:gd name="connsiteX33" fmla="*/ 90687 w 347990"/>
                <a:gd name="connsiteY33" fmla="*/ 45517 h 1319104"/>
                <a:gd name="connsiteX34" fmla="*/ 80765 w 347990"/>
                <a:gd name="connsiteY34" fmla="*/ 63822 h 1319104"/>
                <a:gd name="connsiteX35" fmla="*/ 68705 w 347990"/>
                <a:gd name="connsiteY35" fmla="*/ 107447 h 1319104"/>
                <a:gd name="connsiteX36" fmla="*/ 76745 w 347990"/>
                <a:gd name="connsiteY36" fmla="*/ 114718 h 1319104"/>
                <a:gd name="connsiteX37" fmla="*/ 78027 w 347990"/>
                <a:gd name="connsiteY37" fmla="*/ 115659 h 1319104"/>
                <a:gd name="connsiteX38" fmla="*/ 71526 w 347990"/>
                <a:gd name="connsiteY38" fmla="*/ 167068 h 1319104"/>
                <a:gd name="connsiteX39" fmla="*/ 65967 w 347990"/>
                <a:gd name="connsiteY39" fmla="*/ 240290 h 1319104"/>
                <a:gd name="connsiteX40" fmla="*/ 70587 w 347990"/>
                <a:gd name="connsiteY40" fmla="*/ 250470 h 1319104"/>
                <a:gd name="connsiteX41" fmla="*/ 74350 w 347990"/>
                <a:gd name="connsiteY41" fmla="*/ 271769 h 1319104"/>
                <a:gd name="connsiteX42" fmla="*/ 75292 w 347990"/>
                <a:gd name="connsiteY42" fmla="*/ 290331 h 1319104"/>
                <a:gd name="connsiteX43" fmla="*/ 85470 w 347990"/>
                <a:gd name="connsiteY43" fmla="*/ 310689 h 1319104"/>
                <a:gd name="connsiteX44" fmla="*/ 110533 w 347990"/>
                <a:gd name="connsiteY44" fmla="*/ 307866 h 1319104"/>
                <a:gd name="connsiteX45" fmla="*/ 115666 w 347990"/>
                <a:gd name="connsiteY45" fmla="*/ 311117 h 1319104"/>
                <a:gd name="connsiteX46" fmla="*/ 116092 w 347990"/>
                <a:gd name="connsiteY46" fmla="*/ 292983 h 1319104"/>
                <a:gd name="connsiteX47" fmla="*/ 106855 w 347990"/>
                <a:gd name="connsiteY47" fmla="*/ 257740 h 1319104"/>
                <a:gd name="connsiteX48" fmla="*/ 112757 w 347990"/>
                <a:gd name="connsiteY48" fmla="*/ 255003 h 1319104"/>
                <a:gd name="connsiteX49" fmla="*/ 111132 w 347990"/>
                <a:gd name="connsiteY49" fmla="*/ 220702 h 1319104"/>
                <a:gd name="connsiteX50" fmla="*/ 155955 w 347990"/>
                <a:gd name="connsiteY50" fmla="*/ 172458 h 1319104"/>
                <a:gd name="connsiteX51" fmla="*/ 215319 w 347990"/>
                <a:gd name="connsiteY51" fmla="*/ 197521 h 1319104"/>
                <a:gd name="connsiteX52" fmla="*/ 223702 w 347990"/>
                <a:gd name="connsiteY52" fmla="*/ 237382 h 1319104"/>
                <a:gd name="connsiteX53" fmla="*/ 222762 w 347990"/>
                <a:gd name="connsiteY53" fmla="*/ 243883 h 1319104"/>
                <a:gd name="connsiteX54" fmla="*/ 232598 w 347990"/>
                <a:gd name="connsiteY54" fmla="*/ 248502 h 1319104"/>
                <a:gd name="connsiteX55" fmla="*/ 229177 w 347990"/>
                <a:gd name="connsiteY55" fmla="*/ 277671 h 1319104"/>
                <a:gd name="connsiteX56" fmla="*/ 218996 w 347990"/>
                <a:gd name="connsiteY56" fmla="*/ 282803 h 1319104"/>
                <a:gd name="connsiteX57" fmla="*/ 215319 w 347990"/>
                <a:gd name="connsiteY57" fmla="*/ 301366 h 1319104"/>
                <a:gd name="connsiteX58" fmla="*/ 211641 w 347990"/>
                <a:gd name="connsiteY58" fmla="*/ 318987 h 1319104"/>
                <a:gd name="connsiteX59" fmla="*/ 205140 w 347990"/>
                <a:gd name="connsiteY59" fmla="*/ 336608 h 1319104"/>
                <a:gd name="connsiteX60" fmla="*/ 206080 w 347990"/>
                <a:gd name="connsiteY60" fmla="*/ 341569 h 1319104"/>
                <a:gd name="connsiteX61" fmla="*/ 222762 w 347990"/>
                <a:gd name="connsiteY61" fmla="*/ 348669 h 1319104"/>
                <a:gd name="connsiteX62" fmla="*/ 251502 w 347990"/>
                <a:gd name="connsiteY62" fmla="*/ 365349 h 1319104"/>
                <a:gd name="connsiteX63" fmla="*/ 288627 w 347990"/>
                <a:gd name="connsiteY63" fmla="*/ 388530 h 1319104"/>
                <a:gd name="connsiteX64" fmla="*/ 313689 w 347990"/>
                <a:gd name="connsiteY64" fmla="*/ 408889 h 1319104"/>
                <a:gd name="connsiteX65" fmla="*/ 321132 w 347990"/>
                <a:gd name="connsiteY65" fmla="*/ 525736 h 1319104"/>
                <a:gd name="connsiteX66" fmla="*/ 319248 w 347990"/>
                <a:gd name="connsiteY66" fmla="*/ 558155 h 1319104"/>
                <a:gd name="connsiteX67" fmla="*/ 326691 w 347990"/>
                <a:gd name="connsiteY67" fmla="*/ 585014 h 1319104"/>
                <a:gd name="connsiteX68" fmla="*/ 341490 w 347990"/>
                <a:gd name="connsiteY68" fmla="*/ 676798 h 1319104"/>
                <a:gd name="connsiteX69" fmla="*/ 347991 w 347990"/>
                <a:gd name="connsiteY69" fmla="*/ 727780 h 1319104"/>
                <a:gd name="connsiteX70" fmla="*/ 347991 w 347990"/>
                <a:gd name="connsiteY70" fmla="*/ 740782 h 1319104"/>
                <a:gd name="connsiteX71" fmla="*/ 343200 w 347990"/>
                <a:gd name="connsiteY71" fmla="*/ 740440 h 1319104"/>
                <a:gd name="connsiteX72" fmla="*/ 344399 w 347990"/>
                <a:gd name="connsiteY72" fmla="*/ 770293 h 1319104"/>
                <a:gd name="connsiteX73" fmla="*/ 333621 w 347990"/>
                <a:gd name="connsiteY73" fmla="*/ 774827 h 1319104"/>
                <a:gd name="connsiteX74" fmla="*/ 322243 w 347990"/>
                <a:gd name="connsiteY74" fmla="*/ 780558 h 1319104"/>
                <a:gd name="connsiteX75" fmla="*/ 310609 w 347990"/>
                <a:gd name="connsiteY75" fmla="*/ 785947 h 1319104"/>
                <a:gd name="connsiteX76" fmla="*/ 298634 w 347990"/>
                <a:gd name="connsiteY76" fmla="*/ 787316 h 1319104"/>
                <a:gd name="connsiteX77" fmla="*/ 297949 w 347990"/>
                <a:gd name="connsiteY77" fmla="*/ 785177 h 1319104"/>
                <a:gd name="connsiteX78" fmla="*/ 296068 w 347990"/>
                <a:gd name="connsiteY78" fmla="*/ 803739 h 1319104"/>
                <a:gd name="connsiteX79" fmla="*/ 286831 w 347990"/>
                <a:gd name="connsiteY79" fmla="*/ 931706 h 1319104"/>
                <a:gd name="connsiteX80" fmla="*/ 275368 w 347990"/>
                <a:gd name="connsiteY80" fmla="*/ 938892 h 1319104"/>
                <a:gd name="connsiteX81" fmla="*/ 274768 w 347990"/>
                <a:gd name="connsiteY81" fmla="*/ 958651 h 1319104"/>
                <a:gd name="connsiteX82" fmla="*/ 278448 w 347990"/>
                <a:gd name="connsiteY82" fmla="*/ 1027254 h 1319104"/>
                <a:gd name="connsiteX83" fmla="*/ 267328 w 347990"/>
                <a:gd name="connsiteY83" fmla="*/ 1103299 h 1319104"/>
                <a:gd name="connsiteX84" fmla="*/ 239527 w 347990"/>
                <a:gd name="connsiteY84" fmla="*/ 1208085 h 1319104"/>
                <a:gd name="connsiteX85" fmla="*/ 235847 w 347990"/>
                <a:gd name="connsiteY85" fmla="*/ 1243327 h 1319104"/>
                <a:gd name="connsiteX86" fmla="*/ 242349 w 347990"/>
                <a:gd name="connsiteY86" fmla="*/ 1269245 h 1319104"/>
                <a:gd name="connsiteX87" fmla="*/ 250731 w 347990"/>
                <a:gd name="connsiteY87" fmla="*/ 1296105 h 1319104"/>
                <a:gd name="connsiteX88" fmla="*/ 255351 w 347990"/>
                <a:gd name="connsiteY88" fmla="*/ 1307225 h 1319104"/>
                <a:gd name="connsiteX89" fmla="*/ 228407 w 347990"/>
                <a:gd name="connsiteY89" fmla="*/ 1317404 h 1319104"/>
                <a:gd name="connsiteX90" fmla="*/ 201546 w 347990"/>
                <a:gd name="connsiteY90" fmla="*/ 1316463 h 1319104"/>
                <a:gd name="connsiteX91" fmla="*/ 196929 w 347990"/>
                <a:gd name="connsiteY91" fmla="*/ 1282162 h 1319104"/>
                <a:gd name="connsiteX92" fmla="*/ 194191 w 347990"/>
                <a:gd name="connsiteY92" fmla="*/ 1263600 h 1319104"/>
                <a:gd name="connsiteX93" fmla="*/ 198810 w 347990"/>
                <a:gd name="connsiteY93" fmla="*/ 1232976 h 1319104"/>
                <a:gd name="connsiteX94" fmla="*/ 198810 w 347990"/>
                <a:gd name="connsiteY94" fmla="*/ 1210736 h 1319104"/>
                <a:gd name="connsiteX95" fmla="*/ 202488 w 347990"/>
                <a:gd name="connsiteY95" fmla="*/ 1164374 h 1319104"/>
                <a:gd name="connsiteX96" fmla="*/ 202488 w 347990"/>
                <a:gd name="connsiteY96" fmla="*/ 1055910 h 1319104"/>
                <a:gd name="connsiteX97" fmla="*/ 208047 w 347990"/>
                <a:gd name="connsiteY97" fmla="*/ 1015107 h 1319104"/>
                <a:gd name="connsiteX98" fmla="*/ 195047 w 347990"/>
                <a:gd name="connsiteY98" fmla="*/ 949328 h 1319104"/>
                <a:gd name="connsiteX99" fmla="*/ 194619 w 347990"/>
                <a:gd name="connsiteY99" fmla="*/ 947702 h 1319104"/>
                <a:gd name="connsiteX100" fmla="*/ 167247 w 347990"/>
                <a:gd name="connsiteY100" fmla="*/ 948386 h 1319104"/>
                <a:gd name="connsiteX101" fmla="*/ 148598 w 347990"/>
                <a:gd name="connsiteY101" fmla="*/ 948643 h 1319104"/>
                <a:gd name="connsiteX102" fmla="*/ 142268 w 347990"/>
                <a:gd name="connsiteY102" fmla="*/ 977128 h 1319104"/>
                <a:gd name="connsiteX103" fmla="*/ 143210 w 347990"/>
                <a:gd name="connsiteY103" fmla="*/ 1014166 h 1319104"/>
                <a:gd name="connsiteX104" fmla="*/ 152446 w 347990"/>
                <a:gd name="connsiteY104" fmla="*/ 1072590 h 1319104"/>
                <a:gd name="connsiteX105" fmla="*/ 150650 w 347990"/>
                <a:gd name="connsiteY105" fmla="*/ 1173612 h 1319104"/>
                <a:gd name="connsiteX106" fmla="*/ 154330 w 347990"/>
                <a:gd name="connsiteY106" fmla="*/ 1219974 h 1319104"/>
                <a:gd name="connsiteX107" fmla="*/ 157066 w 347990"/>
                <a:gd name="connsiteY107" fmla="*/ 1230154 h 1319104"/>
                <a:gd name="connsiteX108" fmla="*/ 158948 w 347990"/>
                <a:gd name="connsiteY108" fmla="*/ 1281135 h 1319104"/>
                <a:gd name="connsiteX109" fmla="*/ 160831 w 347990"/>
                <a:gd name="connsiteY109" fmla="*/ 1311758 h 1319104"/>
                <a:gd name="connsiteX110" fmla="*/ 123792 w 347990"/>
                <a:gd name="connsiteY110" fmla="*/ 1316377 h 1319104"/>
                <a:gd name="connsiteX111" fmla="*/ 108052 w 347990"/>
                <a:gd name="connsiteY111" fmla="*/ 1308935 h 1319104"/>
                <a:gd name="connsiteX112" fmla="*/ 111730 w 347990"/>
                <a:gd name="connsiteY112" fmla="*/ 1261632 h 1319104"/>
                <a:gd name="connsiteX113" fmla="*/ 115409 w 347990"/>
                <a:gd name="connsiteY113" fmla="*/ 1225449 h 1319104"/>
                <a:gd name="connsiteX114" fmla="*/ 114467 w 347990"/>
                <a:gd name="connsiteY114" fmla="*/ 1214329 h 1319104"/>
                <a:gd name="connsiteX115" fmla="*/ 115409 w 347990"/>
                <a:gd name="connsiteY115" fmla="*/ 1197649 h 1319104"/>
                <a:gd name="connsiteX116" fmla="*/ 76488 w 347990"/>
                <a:gd name="connsiteY116" fmla="*/ 1059502 h 1319104"/>
                <a:gd name="connsiteX117" fmla="*/ 75546 w 347990"/>
                <a:gd name="connsiteY117" fmla="*/ 993722 h 1319104"/>
                <a:gd name="connsiteX118" fmla="*/ 71015 w 347990"/>
                <a:gd name="connsiteY118" fmla="*/ 948044 h 1319104"/>
                <a:gd name="connsiteX119" fmla="*/ 67164 w 347990"/>
                <a:gd name="connsiteY119" fmla="*/ 946419 h 1319104"/>
                <a:gd name="connsiteX120" fmla="*/ 37482 w 347990"/>
                <a:gd name="connsiteY120" fmla="*/ 819393 h 1319104"/>
                <a:gd name="connsiteX121" fmla="*/ 46721 w 347990"/>
                <a:gd name="connsiteY121" fmla="*/ 649768 h 1319104"/>
                <a:gd name="connsiteX122" fmla="*/ 6261 w 347990"/>
                <a:gd name="connsiteY122" fmla="*/ 629752 h 1319104"/>
                <a:gd name="connsiteX123" fmla="*/ 2241 w 347990"/>
                <a:gd name="connsiteY123" fmla="*/ 624705 h 1319104"/>
                <a:gd name="connsiteX124" fmla="*/ 16097 w 347990"/>
                <a:gd name="connsiteY124" fmla="*/ 564485 h 1319104"/>
                <a:gd name="connsiteX125" fmla="*/ 33719 w 347990"/>
                <a:gd name="connsiteY125" fmla="*/ 527703 h 1319104"/>
                <a:gd name="connsiteX126" fmla="*/ 28414 w 347990"/>
                <a:gd name="connsiteY126" fmla="*/ 519149 h 1319104"/>
                <a:gd name="connsiteX127" fmla="*/ 28159 w 347990"/>
                <a:gd name="connsiteY127" fmla="*/ 519149 h 1319104"/>
                <a:gd name="connsiteX128" fmla="*/ 28328 w 347990"/>
                <a:gd name="connsiteY128" fmla="*/ 518893 h 1319104"/>
                <a:gd name="connsiteX129" fmla="*/ 28328 w 347990"/>
                <a:gd name="connsiteY129" fmla="*/ 518893 h 1319104"/>
                <a:gd name="connsiteX130" fmla="*/ 28328 w 347990"/>
                <a:gd name="connsiteY130" fmla="*/ 518893 h 1319104"/>
                <a:gd name="connsiteX131" fmla="*/ 49459 w 347990"/>
                <a:gd name="connsiteY131" fmla="*/ 493145 h 1319104"/>
                <a:gd name="connsiteX132" fmla="*/ 57841 w 347990"/>
                <a:gd name="connsiteY132" fmla="*/ 462522 h 1319104"/>
                <a:gd name="connsiteX133" fmla="*/ 43043 w 347990"/>
                <a:gd name="connsiteY133" fmla="*/ 392978 h 1319104"/>
                <a:gd name="connsiteX134" fmla="*/ 43043 w 347990"/>
                <a:gd name="connsiteY134" fmla="*/ 392978 h 1319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</a:cxnLst>
              <a:rect l="l" t="t" r="r" b="b"/>
              <a:pathLst>
                <a:path w="347990" h="1319104">
                  <a:moveTo>
                    <a:pt x="35258" y="106335"/>
                  </a:moveTo>
                  <a:lnTo>
                    <a:pt x="36028" y="106335"/>
                  </a:lnTo>
                  <a:cubicBezTo>
                    <a:pt x="36028" y="106335"/>
                    <a:pt x="36028" y="106250"/>
                    <a:pt x="36028" y="106250"/>
                  </a:cubicBezTo>
                  <a:lnTo>
                    <a:pt x="35172" y="106250"/>
                  </a:lnTo>
                  <a:close/>
                  <a:moveTo>
                    <a:pt x="42786" y="393235"/>
                  </a:moveTo>
                  <a:cubicBezTo>
                    <a:pt x="37225" y="370054"/>
                    <a:pt x="21487" y="355255"/>
                    <a:pt x="21487" y="335752"/>
                  </a:cubicBezTo>
                  <a:cubicBezTo>
                    <a:pt x="21487" y="316249"/>
                    <a:pt x="4805" y="309834"/>
                    <a:pt x="1127" y="291272"/>
                  </a:cubicBezTo>
                  <a:cubicBezTo>
                    <a:pt x="-2550" y="272710"/>
                    <a:pt x="3865" y="247732"/>
                    <a:pt x="4805" y="237468"/>
                  </a:cubicBezTo>
                  <a:cubicBezTo>
                    <a:pt x="5490" y="230111"/>
                    <a:pt x="10452" y="224722"/>
                    <a:pt x="12847" y="219504"/>
                  </a:cubicBezTo>
                  <a:cubicBezTo>
                    <a:pt x="13104" y="217708"/>
                    <a:pt x="13530" y="215655"/>
                    <a:pt x="14044" y="213431"/>
                  </a:cubicBezTo>
                  <a:cubicBezTo>
                    <a:pt x="13104" y="205989"/>
                    <a:pt x="12162" y="199488"/>
                    <a:pt x="12162" y="191191"/>
                  </a:cubicBezTo>
                  <a:cubicBezTo>
                    <a:pt x="12162" y="182893"/>
                    <a:pt x="17722" y="170832"/>
                    <a:pt x="17722" y="161508"/>
                  </a:cubicBezTo>
                  <a:cubicBezTo>
                    <a:pt x="17722" y="152185"/>
                    <a:pt x="14986" y="144828"/>
                    <a:pt x="17722" y="135504"/>
                  </a:cubicBezTo>
                  <a:cubicBezTo>
                    <a:pt x="20545" y="126181"/>
                    <a:pt x="25336" y="110698"/>
                    <a:pt x="27217" y="107961"/>
                  </a:cubicBezTo>
                  <a:lnTo>
                    <a:pt x="27988" y="107447"/>
                  </a:lnTo>
                  <a:lnTo>
                    <a:pt x="32008" y="96926"/>
                  </a:lnTo>
                  <a:cubicBezTo>
                    <a:pt x="32008" y="96926"/>
                    <a:pt x="34660" y="95985"/>
                    <a:pt x="39107" y="95900"/>
                  </a:cubicBezTo>
                  <a:cubicBezTo>
                    <a:pt x="44839" y="76824"/>
                    <a:pt x="56728" y="37904"/>
                    <a:pt x="62118" y="26869"/>
                  </a:cubicBezTo>
                  <a:cubicBezTo>
                    <a:pt x="62118" y="26869"/>
                    <a:pt x="63315" y="18230"/>
                    <a:pt x="79909" y="15065"/>
                  </a:cubicBezTo>
                  <a:cubicBezTo>
                    <a:pt x="79909" y="15065"/>
                    <a:pt x="81536" y="6682"/>
                    <a:pt x="85214" y="3945"/>
                  </a:cubicBezTo>
                  <a:cubicBezTo>
                    <a:pt x="88891" y="1122"/>
                    <a:pt x="90345" y="1378"/>
                    <a:pt x="91971" y="3004"/>
                  </a:cubicBezTo>
                  <a:cubicBezTo>
                    <a:pt x="93596" y="4629"/>
                    <a:pt x="96846" y="-247"/>
                    <a:pt x="99412" y="10"/>
                  </a:cubicBezTo>
                  <a:cubicBezTo>
                    <a:pt x="101979" y="266"/>
                    <a:pt x="103176" y="-247"/>
                    <a:pt x="104546" y="1207"/>
                  </a:cubicBezTo>
                  <a:cubicBezTo>
                    <a:pt x="105913" y="2576"/>
                    <a:pt x="108223" y="2833"/>
                    <a:pt x="109422" y="2833"/>
                  </a:cubicBezTo>
                  <a:cubicBezTo>
                    <a:pt x="110619" y="2833"/>
                    <a:pt x="113613" y="1892"/>
                    <a:pt x="115238" y="3260"/>
                  </a:cubicBezTo>
                  <a:cubicBezTo>
                    <a:pt x="116863" y="4629"/>
                    <a:pt x="117805" y="7195"/>
                    <a:pt x="119172" y="8393"/>
                  </a:cubicBezTo>
                  <a:cubicBezTo>
                    <a:pt x="120540" y="9590"/>
                    <a:pt x="122679" y="9077"/>
                    <a:pt x="124306" y="8649"/>
                  </a:cubicBezTo>
                  <a:cubicBezTo>
                    <a:pt x="125930" y="8222"/>
                    <a:pt x="130807" y="-161"/>
                    <a:pt x="135169" y="1892"/>
                  </a:cubicBezTo>
                  <a:cubicBezTo>
                    <a:pt x="135169" y="1892"/>
                    <a:pt x="136366" y="5399"/>
                    <a:pt x="133799" y="8649"/>
                  </a:cubicBezTo>
                  <a:cubicBezTo>
                    <a:pt x="131233" y="11900"/>
                    <a:pt x="132175" y="12328"/>
                    <a:pt x="131233" y="14466"/>
                  </a:cubicBezTo>
                  <a:cubicBezTo>
                    <a:pt x="130293" y="16519"/>
                    <a:pt x="128497" y="18401"/>
                    <a:pt x="127555" y="20026"/>
                  </a:cubicBezTo>
                  <a:cubicBezTo>
                    <a:pt x="126615" y="21651"/>
                    <a:pt x="122422" y="31146"/>
                    <a:pt x="120797" y="34824"/>
                  </a:cubicBezTo>
                  <a:cubicBezTo>
                    <a:pt x="119172" y="38503"/>
                    <a:pt x="118659" y="40812"/>
                    <a:pt x="115238" y="41325"/>
                  </a:cubicBezTo>
                  <a:cubicBezTo>
                    <a:pt x="111730" y="41753"/>
                    <a:pt x="95563" y="41325"/>
                    <a:pt x="90687" y="45517"/>
                  </a:cubicBezTo>
                  <a:cubicBezTo>
                    <a:pt x="85813" y="49708"/>
                    <a:pt x="84443" y="49195"/>
                    <a:pt x="80765" y="63822"/>
                  </a:cubicBezTo>
                  <a:cubicBezTo>
                    <a:pt x="77771" y="75627"/>
                    <a:pt x="71098" y="98979"/>
                    <a:pt x="68705" y="107447"/>
                  </a:cubicBezTo>
                  <a:cubicBezTo>
                    <a:pt x="71269" y="109500"/>
                    <a:pt x="74007" y="111895"/>
                    <a:pt x="76745" y="114718"/>
                  </a:cubicBezTo>
                  <a:lnTo>
                    <a:pt x="78027" y="115659"/>
                  </a:lnTo>
                  <a:cubicBezTo>
                    <a:pt x="78027" y="115659"/>
                    <a:pt x="74350" y="147651"/>
                    <a:pt x="71526" y="167068"/>
                  </a:cubicBezTo>
                  <a:cubicBezTo>
                    <a:pt x="68705" y="186571"/>
                    <a:pt x="65967" y="232934"/>
                    <a:pt x="65967" y="240290"/>
                  </a:cubicBezTo>
                  <a:cubicBezTo>
                    <a:pt x="65967" y="247647"/>
                    <a:pt x="68791" y="244910"/>
                    <a:pt x="70587" y="250470"/>
                  </a:cubicBezTo>
                  <a:cubicBezTo>
                    <a:pt x="72468" y="256030"/>
                    <a:pt x="76146" y="263471"/>
                    <a:pt x="74350" y="271769"/>
                  </a:cubicBezTo>
                  <a:cubicBezTo>
                    <a:pt x="72468" y="280066"/>
                    <a:pt x="73408" y="283830"/>
                    <a:pt x="75292" y="290331"/>
                  </a:cubicBezTo>
                  <a:cubicBezTo>
                    <a:pt x="77173" y="296832"/>
                    <a:pt x="80851" y="307952"/>
                    <a:pt x="85470" y="310689"/>
                  </a:cubicBezTo>
                  <a:cubicBezTo>
                    <a:pt x="90090" y="313426"/>
                    <a:pt x="104032" y="303247"/>
                    <a:pt x="110533" y="307866"/>
                  </a:cubicBezTo>
                  <a:cubicBezTo>
                    <a:pt x="112843" y="309492"/>
                    <a:pt x="114382" y="310433"/>
                    <a:pt x="115666" y="311117"/>
                  </a:cubicBezTo>
                  <a:cubicBezTo>
                    <a:pt x="115324" y="304958"/>
                    <a:pt x="118145" y="297003"/>
                    <a:pt x="116092" y="292983"/>
                  </a:cubicBezTo>
                  <a:cubicBezTo>
                    <a:pt x="113271" y="287423"/>
                    <a:pt x="103092" y="264241"/>
                    <a:pt x="106855" y="257740"/>
                  </a:cubicBezTo>
                  <a:cubicBezTo>
                    <a:pt x="106855" y="257740"/>
                    <a:pt x="107198" y="254233"/>
                    <a:pt x="112757" y="255003"/>
                  </a:cubicBezTo>
                  <a:cubicBezTo>
                    <a:pt x="118402" y="255773"/>
                    <a:pt x="105231" y="247903"/>
                    <a:pt x="111132" y="220702"/>
                  </a:cubicBezTo>
                  <a:cubicBezTo>
                    <a:pt x="111132" y="220702"/>
                    <a:pt x="118231" y="180242"/>
                    <a:pt x="155955" y="172458"/>
                  </a:cubicBezTo>
                  <a:cubicBezTo>
                    <a:pt x="168186" y="170576"/>
                    <a:pt x="205994" y="178018"/>
                    <a:pt x="215319" y="197521"/>
                  </a:cubicBezTo>
                  <a:cubicBezTo>
                    <a:pt x="224558" y="217024"/>
                    <a:pt x="224558" y="230881"/>
                    <a:pt x="223702" y="237382"/>
                  </a:cubicBezTo>
                  <a:cubicBezTo>
                    <a:pt x="222762" y="243883"/>
                    <a:pt x="218142" y="246620"/>
                    <a:pt x="222762" y="243883"/>
                  </a:cubicBezTo>
                  <a:cubicBezTo>
                    <a:pt x="227379" y="241060"/>
                    <a:pt x="232598" y="242942"/>
                    <a:pt x="232598" y="248502"/>
                  </a:cubicBezTo>
                  <a:cubicBezTo>
                    <a:pt x="232598" y="254062"/>
                    <a:pt x="234736" y="269374"/>
                    <a:pt x="229177" y="277671"/>
                  </a:cubicBezTo>
                  <a:cubicBezTo>
                    <a:pt x="223616" y="286054"/>
                    <a:pt x="221734" y="279981"/>
                    <a:pt x="218996" y="282803"/>
                  </a:cubicBezTo>
                  <a:cubicBezTo>
                    <a:pt x="216175" y="285626"/>
                    <a:pt x="217115" y="290245"/>
                    <a:pt x="215319" y="301366"/>
                  </a:cubicBezTo>
                  <a:cubicBezTo>
                    <a:pt x="213437" y="312486"/>
                    <a:pt x="215319" y="307866"/>
                    <a:pt x="211641" y="318987"/>
                  </a:cubicBezTo>
                  <a:cubicBezTo>
                    <a:pt x="207961" y="330107"/>
                    <a:pt x="205140" y="327369"/>
                    <a:pt x="205140" y="336608"/>
                  </a:cubicBezTo>
                  <a:cubicBezTo>
                    <a:pt x="205140" y="338490"/>
                    <a:pt x="205483" y="340115"/>
                    <a:pt x="206080" y="341569"/>
                  </a:cubicBezTo>
                  <a:cubicBezTo>
                    <a:pt x="209417" y="340799"/>
                    <a:pt x="216601" y="340372"/>
                    <a:pt x="222762" y="348669"/>
                  </a:cubicBezTo>
                  <a:cubicBezTo>
                    <a:pt x="231144" y="359789"/>
                    <a:pt x="245001" y="360730"/>
                    <a:pt x="251502" y="365349"/>
                  </a:cubicBezTo>
                  <a:cubicBezTo>
                    <a:pt x="258003" y="369968"/>
                    <a:pt x="270063" y="375528"/>
                    <a:pt x="288627" y="388530"/>
                  </a:cubicBezTo>
                  <a:cubicBezTo>
                    <a:pt x="307188" y="401532"/>
                    <a:pt x="310866" y="402473"/>
                    <a:pt x="313689" y="408889"/>
                  </a:cubicBezTo>
                  <a:cubicBezTo>
                    <a:pt x="316427" y="415390"/>
                    <a:pt x="326691" y="498791"/>
                    <a:pt x="321132" y="525736"/>
                  </a:cubicBezTo>
                  <a:cubicBezTo>
                    <a:pt x="315571" y="552595"/>
                    <a:pt x="316513" y="547976"/>
                    <a:pt x="319248" y="558155"/>
                  </a:cubicBezTo>
                  <a:cubicBezTo>
                    <a:pt x="321986" y="568334"/>
                    <a:pt x="322928" y="573894"/>
                    <a:pt x="326691" y="585014"/>
                  </a:cubicBezTo>
                  <a:cubicBezTo>
                    <a:pt x="330369" y="596135"/>
                    <a:pt x="341490" y="662855"/>
                    <a:pt x="341490" y="676798"/>
                  </a:cubicBezTo>
                  <a:cubicBezTo>
                    <a:pt x="341490" y="690741"/>
                    <a:pt x="347991" y="714778"/>
                    <a:pt x="347991" y="727780"/>
                  </a:cubicBezTo>
                  <a:lnTo>
                    <a:pt x="347991" y="740782"/>
                  </a:lnTo>
                  <a:cubicBezTo>
                    <a:pt x="347991" y="740782"/>
                    <a:pt x="346109" y="740611"/>
                    <a:pt x="343200" y="740440"/>
                  </a:cubicBezTo>
                  <a:cubicBezTo>
                    <a:pt x="344056" y="745914"/>
                    <a:pt x="347391" y="767556"/>
                    <a:pt x="344399" y="770293"/>
                  </a:cubicBezTo>
                  <a:cubicBezTo>
                    <a:pt x="340976" y="773458"/>
                    <a:pt x="339009" y="774313"/>
                    <a:pt x="333621" y="774827"/>
                  </a:cubicBezTo>
                  <a:cubicBezTo>
                    <a:pt x="328231" y="775426"/>
                    <a:pt x="325921" y="777136"/>
                    <a:pt x="322243" y="780558"/>
                  </a:cubicBezTo>
                  <a:cubicBezTo>
                    <a:pt x="318566" y="783979"/>
                    <a:pt x="315400" y="785092"/>
                    <a:pt x="310609" y="785947"/>
                  </a:cubicBezTo>
                  <a:cubicBezTo>
                    <a:pt x="305820" y="786802"/>
                    <a:pt x="301800" y="788513"/>
                    <a:pt x="298634" y="787316"/>
                  </a:cubicBezTo>
                  <a:lnTo>
                    <a:pt x="297949" y="785177"/>
                  </a:lnTo>
                  <a:cubicBezTo>
                    <a:pt x="297266" y="791336"/>
                    <a:pt x="296667" y="797580"/>
                    <a:pt x="296068" y="803739"/>
                  </a:cubicBezTo>
                  <a:cubicBezTo>
                    <a:pt x="293246" y="834362"/>
                    <a:pt x="288627" y="922382"/>
                    <a:pt x="286831" y="931706"/>
                  </a:cubicBezTo>
                  <a:cubicBezTo>
                    <a:pt x="286831" y="931706"/>
                    <a:pt x="287856" y="935128"/>
                    <a:pt x="275368" y="938892"/>
                  </a:cubicBezTo>
                  <a:cubicBezTo>
                    <a:pt x="275111" y="942826"/>
                    <a:pt x="274768" y="949499"/>
                    <a:pt x="274768" y="958651"/>
                  </a:cubicBezTo>
                  <a:cubicBezTo>
                    <a:pt x="274768" y="974391"/>
                    <a:pt x="279388" y="1013311"/>
                    <a:pt x="278448" y="1027254"/>
                  </a:cubicBezTo>
                  <a:cubicBezTo>
                    <a:pt x="277506" y="1041197"/>
                    <a:pt x="278448" y="1069938"/>
                    <a:pt x="267328" y="1103299"/>
                  </a:cubicBezTo>
                  <a:cubicBezTo>
                    <a:pt x="256207" y="1136659"/>
                    <a:pt x="239527" y="1197820"/>
                    <a:pt x="239527" y="1208085"/>
                  </a:cubicBezTo>
                  <a:cubicBezTo>
                    <a:pt x="239527" y="1218349"/>
                    <a:pt x="242349" y="1232207"/>
                    <a:pt x="235847" y="1243327"/>
                  </a:cubicBezTo>
                  <a:cubicBezTo>
                    <a:pt x="235847" y="1243327"/>
                    <a:pt x="239527" y="1254447"/>
                    <a:pt x="242349" y="1269245"/>
                  </a:cubicBezTo>
                  <a:cubicBezTo>
                    <a:pt x="245172" y="1284129"/>
                    <a:pt x="248850" y="1291486"/>
                    <a:pt x="250731" y="1296105"/>
                  </a:cubicBezTo>
                  <a:cubicBezTo>
                    <a:pt x="252615" y="1300724"/>
                    <a:pt x="255351" y="1304145"/>
                    <a:pt x="255351" y="1307225"/>
                  </a:cubicBezTo>
                  <a:cubicBezTo>
                    <a:pt x="255351" y="1315779"/>
                    <a:pt x="239613" y="1316463"/>
                    <a:pt x="228407" y="1317404"/>
                  </a:cubicBezTo>
                  <a:cubicBezTo>
                    <a:pt x="217286" y="1318345"/>
                    <a:pt x="205226" y="1321168"/>
                    <a:pt x="201546" y="1316463"/>
                  </a:cubicBezTo>
                  <a:cubicBezTo>
                    <a:pt x="197868" y="1311844"/>
                    <a:pt x="196929" y="1291400"/>
                    <a:pt x="196929" y="1282162"/>
                  </a:cubicBezTo>
                  <a:cubicBezTo>
                    <a:pt x="196929" y="1272923"/>
                    <a:pt x="195047" y="1271982"/>
                    <a:pt x="194191" y="1263600"/>
                  </a:cubicBezTo>
                  <a:cubicBezTo>
                    <a:pt x="193249" y="1255217"/>
                    <a:pt x="196929" y="1241359"/>
                    <a:pt x="198810" y="1232976"/>
                  </a:cubicBezTo>
                  <a:cubicBezTo>
                    <a:pt x="200692" y="1224594"/>
                    <a:pt x="195131" y="1219974"/>
                    <a:pt x="198810" y="1210736"/>
                  </a:cubicBezTo>
                  <a:cubicBezTo>
                    <a:pt x="202488" y="1201412"/>
                    <a:pt x="203430" y="1180113"/>
                    <a:pt x="202488" y="1164374"/>
                  </a:cubicBezTo>
                  <a:cubicBezTo>
                    <a:pt x="201546" y="1148635"/>
                    <a:pt x="202488" y="1067030"/>
                    <a:pt x="202488" y="1055910"/>
                  </a:cubicBezTo>
                  <a:cubicBezTo>
                    <a:pt x="202488" y="1044789"/>
                    <a:pt x="208989" y="1023490"/>
                    <a:pt x="208047" y="1015107"/>
                  </a:cubicBezTo>
                  <a:cubicBezTo>
                    <a:pt x="207107" y="1006724"/>
                    <a:pt x="196929" y="955743"/>
                    <a:pt x="195047" y="949328"/>
                  </a:cubicBezTo>
                  <a:lnTo>
                    <a:pt x="194619" y="947702"/>
                  </a:lnTo>
                  <a:cubicBezTo>
                    <a:pt x="186236" y="948044"/>
                    <a:pt x="177169" y="948215"/>
                    <a:pt x="167247" y="948386"/>
                  </a:cubicBezTo>
                  <a:cubicBezTo>
                    <a:pt x="160574" y="948472"/>
                    <a:pt x="154416" y="948557"/>
                    <a:pt x="148598" y="948643"/>
                  </a:cubicBezTo>
                  <a:cubicBezTo>
                    <a:pt x="146716" y="957710"/>
                    <a:pt x="144235" y="969258"/>
                    <a:pt x="142268" y="977128"/>
                  </a:cubicBezTo>
                  <a:cubicBezTo>
                    <a:pt x="138590" y="991926"/>
                    <a:pt x="141328" y="999368"/>
                    <a:pt x="143210" y="1014166"/>
                  </a:cubicBezTo>
                  <a:cubicBezTo>
                    <a:pt x="145091" y="1029050"/>
                    <a:pt x="154330" y="1051291"/>
                    <a:pt x="152446" y="1072590"/>
                  </a:cubicBezTo>
                  <a:cubicBezTo>
                    <a:pt x="150650" y="1093889"/>
                    <a:pt x="147829" y="1144871"/>
                    <a:pt x="150650" y="1173612"/>
                  </a:cubicBezTo>
                  <a:cubicBezTo>
                    <a:pt x="153388" y="1202353"/>
                    <a:pt x="155270" y="1214414"/>
                    <a:pt x="154330" y="1219974"/>
                  </a:cubicBezTo>
                  <a:cubicBezTo>
                    <a:pt x="153388" y="1225534"/>
                    <a:pt x="157066" y="1224594"/>
                    <a:pt x="157066" y="1230154"/>
                  </a:cubicBezTo>
                  <a:cubicBezTo>
                    <a:pt x="157066" y="1235714"/>
                    <a:pt x="157066" y="1263514"/>
                    <a:pt x="158948" y="1281135"/>
                  </a:cubicBezTo>
                  <a:cubicBezTo>
                    <a:pt x="160831" y="1298756"/>
                    <a:pt x="164509" y="1306198"/>
                    <a:pt x="160831" y="1311758"/>
                  </a:cubicBezTo>
                  <a:cubicBezTo>
                    <a:pt x="157152" y="1317318"/>
                    <a:pt x="132089" y="1316377"/>
                    <a:pt x="123792" y="1316377"/>
                  </a:cubicBezTo>
                  <a:cubicBezTo>
                    <a:pt x="115495" y="1316377"/>
                    <a:pt x="108994" y="1313640"/>
                    <a:pt x="108052" y="1308935"/>
                  </a:cubicBezTo>
                  <a:cubicBezTo>
                    <a:pt x="107112" y="1304317"/>
                    <a:pt x="108994" y="1272752"/>
                    <a:pt x="111730" y="1261632"/>
                  </a:cubicBezTo>
                  <a:cubicBezTo>
                    <a:pt x="114467" y="1250512"/>
                    <a:pt x="115409" y="1230154"/>
                    <a:pt x="115409" y="1225449"/>
                  </a:cubicBezTo>
                  <a:cubicBezTo>
                    <a:pt x="115409" y="1220744"/>
                    <a:pt x="115409" y="1220830"/>
                    <a:pt x="114467" y="1214329"/>
                  </a:cubicBezTo>
                  <a:cubicBezTo>
                    <a:pt x="113528" y="1207828"/>
                    <a:pt x="119087" y="1206887"/>
                    <a:pt x="115409" y="1197649"/>
                  </a:cubicBezTo>
                  <a:cubicBezTo>
                    <a:pt x="111730" y="1188410"/>
                    <a:pt x="82989" y="1097567"/>
                    <a:pt x="76488" y="1059502"/>
                  </a:cubicBezTo>
                  <a:cubicBezTo>
                    <a:pt x="69987" y="1021523"/>
                    <a:pt x="78370" y="1010403"/>
                    <a:pt x="75546" y="993722"/>
                  </a:cubicBezTo>
                  <a:cubicBezTo>
                    <a:pt x="73153" y="979352"/>
                    <a:pt x="71441" y="954631"/>
                    <a:pt x="71015" y="948044"/>
                  </a:cubicBezTo>
                  <a:cubicBezTo>
                    <a:pt x="61005" y="947360"/>
                    <a:pt x="67164" y="946419"/>
                    <a:pt x="67164" y="946419"/>
                  </a:cubicBezTo>
                  <a:cubicBezTo>
                    <a:pt x="67164" y="946419"/>
                    <a:pt x="42101" y="866696"/>
                    <a:pt x="37482" y="819393"/>
                  </a:cubicBezTo>
                  <a:cubicBezTo>
                    <a:pt x="32862" y="772090"/>
                    <a:pt x="44925" y="672949"/>
                    <a:pt x="46721" y="649768"/>
                  </a:cubicBezTo>
                  <a:cubicBezTo>
                    <a:pt x="46721" y="649768"/>
                    <a:pt x="17893" y="640102"/>
                    <a:pt x="6261" y="629752"/>
                  </a:cubicBezTo>
                  <a:cubicBezTo>
                    <a:pt x="3780" y="627870"/>
                    <a:pt x="2241" y="626074"/>
                    <a:pt x="2241" y="624705"/>
                  </a:cubicBezTo>
                  <a:cubicBezTo>
                    <a:pt x="2241" y="624705"/>
                    <a:pt x="10623" y="580224"/>
                    <a:pt x="16097" y="564485"/>
                  </a:cubicBezTo>
                  <a:cubicBezTo>
                    <a:pt x="21316" y="549601"/>
                    <a:pt x="33205" y="534717"/>
                    <a:pt x="33719" y="527703"/>
                  </a:cubicBezTo>
                  <a:cubicBezTo>
                    <a:pt x="30724" y="525222"/>
                    <a:pt x="28842" y="520432"/>
                    <a:pt x="28414" y="519149"/>
                  </a:cubicBezTo>
                  <a:lnTo>
                    <a:pt x="28159" y="519149"/>
                  </a:lnTo>
                  <a:cubicBezTo>
                    <a:pt x="28159" y="519149"/>
                    <a:pt x="28328" y="518893"/>
                    <a:pt x="28328" y="518893"/>
                  </a:cubicBezTo>
                  <a:lnTo>
                    <a:pt x="28328" y="518893"/>
                  </a:lnTo>
                  <a:cubicBezTo>
                    <a:pt x="28328" y="518893"/>
                    <a:pt x="28328" y="518893"/>
                    <a:pt x="28328" y="518893"/>
                  </a:cubicBezTo>
                  <a:cubicBezTo>
                    <a:pt x="30212" y="516668"/>
                    <a:pt x="45950" y="497508"/>
                    <a:pt x="49459" y="493145"/>
                  </a:cubicBezTo>
                  <a:cubicBezTo>
                    <a:pt x="53222" y="488526"/>
                    <a:pt x="58695" y="469023"/>
                    <a:pt x="57841" y="462522"/>
                  </a:cubicBezTo>
                  <a:cubicBezTo>
                    <a:pt x="56899" y="456021"/>
                    <a:pt x="48517" y="416160"/>
                    <a:pt x="43043" y="392978"/>
                  </a:cubicBezTo>
                  <a:lnTo>
                    <a:pt x="43043" y="392978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701F82F5-40EB-E2FA-45DE-E5A2888621CC}"/>
                </a:ext>
              </a:extLst>
            </p:cNvPr>
            <p:cNvSpPr/>
            <p:nvPr/>
          </p:nvSpPr>
          <p:spPr>
            <a:xfrm>
              <a:off x="12122401" y="2475780"/>
              <a:ext cx="403753" cy="1380114"/>
            </a:xfrm>
            <a:custGeom>
              <a:avLst/>
              <a:gdLst>
                <a:gd name="connsiteX0" fmla="*/ 86444 w 403753"/>
                <a:gd name="connsiteY0" fmla="*/ 644731 h 1380114"/>
                <a:gd name="connsiteX1" fmla="*/ 89524 w 403753"/>
                <a:gd name="connsiteY1" fmla="*/ 636348 h 1380114"/>
                <a:gd name="connsiteX2" fmla="*/ 90721 w 403753"/>
                <a:gd name="connsiteY2" fmla="*/ 613167 h 1380114"/>
                <a:gd name="connsiteX3" fmla="*/ 95939 w 403753"/>
                <a:gd name="connsiteY3" fmla="*/ 597684 h 1380114"/>
                <a:gd name="connsiteX4" fmla="*/ 98761 w 403753"/>
                <a:gd name="connsiteY4" fmla="*/ 589301 h 1380114"/>
                <a:gd name="connsiteX5" fmla="*/ 82680 w 403753"/>
                <a:gd name="connsiteY5" fmla="*/ 549440 h 1380114"/>
                <a:gd name="connsiteX6" fmla="*/ 72587 w 403753"/>
                <a:gd name="connsiteY6" fmla="*/ 564153 h 1380114"/>
                <a:gd name="connsiteX7" fmla="*/ 70620 w 403753"/>
                <a:gd name="connsiteY7" fmla="*/ 569370 h 1380114"/>
                <a:gd name="connsiteX8" fmla="*/ 69678 w 403753"/>
                <a:gd name="connsiteY8" fmla="*/ 578694 h 1380114"/>
                <a:gd name="connsiteX9" fmla="*/ 71046 w 403753"/>
                <a:gd name="connsiteY9" fmla="*/ 584169 h 1380114"/>
                <a:gd name="connsiteX10" fmla="*/ 72245 w 403753"/>
                <a:gd name="connsiteY10" fmla="*/ 590670 h 1380114"/>
                <a:gd name="connsiteX11" fmla="*/ 70961 w 403753"/>
                <a:gd name="connsiteY11" fmla="*/ 600763 h 1380114"/>
                <a:gd name="connsiteX12" fmla="*/ 70961 w 403753"/>
                <a:gd name="connsiteY12" fmla="*/ 600934 h 1380114"/>
                <a:gd name="connsiteX13" fmla="*/ 68908 w 403753"/>
                <a:gd name="connsiteY13" fmla="*/ 607093 h 1380114"/>
                <a:gd name="connsiteX14" fmla="*/ 59842 w 403753"/>
                <a:gd name="connsiteY14" fmla="*/ 627965 h 1380114"/>
                <a:gd name="connsiteX15" fmla="*/ 60182 w 403753"/>
                <a:gd name="connsiteY15" fmla="*/ 632071 h 1380114"/>
                <a:gd name="connsiteX16" fmla="*/ 61381 w 403753"/>
                <a:gd name="connsiteY16" fmla="*/ 634124 h 1380114"/>
                <a:gd name="connsiteX17" fmla="*/ 66001 w 403753"/>
                <a:gd name="connsiteY17" fmla="*/ 648666 h 1380114"/>
                <a:gd name="connsiteX18" fmla="*/ 65059 w 403753"/>
                <a:gd name="connsiteY18" fmla="*/ 654226 h 1380114"/>
                <a:gd name="connsiteX19" fmla="*/ 65059 w 403753"/>
                <a:gd name="connsiteY19" fmla="*/ 656792 h 1380114"/>
                <a:gd name="connsiteX20" fmla="*/ 65059 w 403753"/>
                <a:gd name="connsiteY20" fmla="*/ 657305 h 1380114"/>
                <a:gd name="connsiteX21" fmla="*/ 74041 w 403753"/>
                <a:gd name="connsiteY21" fmla="*/ 656364 h 1380114"/>
                <a:gd name="connsiteX22" fmla="*/ 86358 w 403753"/>
                <a:gd name="connsiteY22" fmla="*/ 644645 h 1380114"/>
                <a:gd name="connsiteX23" fmla="*/ 86358 w 403753"/>
                <a:gd name="connsiteY23" fmla="*/ 644645 h 1380114"/>
                <a:gd name="connsiteX24" fmla="*/ 297214 w 403753"/>
                <a:gd name="connsiteY24" fmla="*/ 607692 h 1380114"/>
                <a:gd name="connsiteX25" fmla="*/ 315091 w 403753"/>
                <a:gd name="connsiteY25" fmla="*/ 598454 h 1380114"/>
                <a:gd name="connsiteX26" fmla="*/ 308932 w 403753"/>
                <a:gd name="connsiteY26" fmla="*/ 587933 h 1380114"/>
                <a:gd name="connsiteX27" fmla="*/ 310814 w 403753"/>
                <a:gd name="connsiteY27" fmla="*/ 578694 h 1380114"/>
                <a:gd name="connsiteX28" fmla="*/ 295930 w 403753"/>
                <a:gd name="connsiteY28" fmla="*/ 534812 h 1380114"/>
                <a:gd name="connsiteX29" fmla="*/ 296529 w 403753"/>
                <a:gd name="connsiteY29" fmla="*/ 565093 h 1380114"/>
                <a:gd name="connsiteX30" fmla="*/ 292167 w 403753"/>
                <a:gd name="connsiteY30" fmla="*/ 587933 h 1380114"/>
                <a:gd name="connsiteX31" fmla="*/ 297129 w 403753"/>
                <a:gd name="connsiteY31" fmla="*/ 607692 h 1380114"/>
                <a:gd name="connsiteX32" fmla="*/ 297129 w 403753"/>
                <a:gd name="connsiteY32" fmla="*/ 607692 h 1380114"/>
                <a:gd name="connsiteX33" fmla="*/ 331687 w 403753"/>
                <a:gd name="connsiteY33" fmla="*/ 590328 h 1380114"/>
                <a:gd name="connsiteX34" fmla="*/ 346057 w 403753"/>
                <a:gd name="connsiteY34" fmla="*/ 580576 h 1380114"/>
                <a:gd name="connsiteX35" fmla="*/ 327493 w 403753"/>
                <a:gd name="connsiteY35" fmla="*/ 580576 h 1380114"/>
                <a:gd name="connsiteX36" fmla="*/ 313123 w 403753"/>
                <a:gd name="connsiteY36" fmla="*/ 590755 h 1380114"/>
                <a:gd name="connsiteX37" fmla="*/ 331687 w 403753"/>
                <a:gd name="connsiteY37" fmla="*/ 590328 h 1380114"/>
                <a:gd name="connsiteX38" fmla="*/ 331687 w 403753"/>
                <a:gd name="connsiteY38" fmla="*/ 590328 h 1380114"/>
                <a:gd name="connsiteX39" fmla="*/ 65144 w 403753"/>
                <a:gd name="connsiteY39" fmla="*/ 930604 h 1380114"/>
                <a:gd name="connsiteX40" fmla="*/ 56762 w 403753"/>
                <a:gd name="connsiteY40" fmla="*/ 828641 h 1380114"/>
                <a:gd name="connsiteX41" fmla="*/ 48465 w 403753"/>
                <a:gd name="connsiteY41" fmla="*/ 806400 h 1380114"/>
                <a:gd name="connsiteX42" fmla="*/ 31785 w 403753"/>
                <a:gd name="connsiteY42" fmla="*/ 795280 h 1380114"/>
                <a:gd name="connsiteX43" fmla="*/ 22289 w 403753"/>
                <a:gd name="connsiteY43" fmla="*/ 773297 h 1380114"/>
                <a:gd name="connsiteX44" fmla="*/ 17926 w 403753"/>
                <a:gd name="connsiteY44" fmla="*/ 757301 h 1380114"/>
                <a:gd name="connsiteX45" fmla="*/ 305 w 403753"/>
                <a:gd name="connsiteY45" fmla="*/ 639598 h 1380114"/>
                <a:gd name="connsiteX46" fmla="*/ 7748 w 403753"/>
                <a:gd name="connsiteY46" fmla="*/ 604356 h 1380114"/>
                <a:gd name="connsiteX47" fmla="*/ 6806 w 403753"/>
                <a:gd name="connsiteY47" fmla="*/ 586735 h 1380114"/>
                <a:gd name="connsiteX48" fmla="*/ 9629 w 403753"/>
                <a:gd name="connsiteY48" fmla="*/ 555256 h 1380114"/>
                <a:gd name="connsiteX49" fmla="*/ 11511 w 403753"/>
                <a:gd name="connsiteY49" fmla="*/ 534812 h 1380114"/>
                <a:gd name="connsiteX50" fmla="*/ 16130 w 403753"/>
                <a:gd name="connsiteY50" fmla="*/ 504189 h 1380114"/>
                <a:gd name="connsiteX51" fmla="*/ 20750 w 403753"/>
                <a:gd name="connsiteY51" fmla="*/ 483831 h 1380114"/>
                <a:gd name="connsiteX52" fmla="*/ 20750 w 403753"/>
                <a:gd name="connsiteY52" fmla="*/ 458768 h 1380114"/>
                <a:gd name="connsiteX53" fmla="*/ 22632 w 403753"/>
                <a:gd name="connsiteY53" fmla="*/ 438409 h 1380114"/>
                <a:gd name="connsiteX54" fmla="*/ 26309 w 403753"/>
                <a:gd name="connsiteY54" fmla="*/ 406845 h 1380114"/>
                <a:gd name="connsiteX55" fmla="*/ 75409 w 403753"/>
                <a:gd name="connsiteY55" fmla="*/ 379045 h 1380114"/>
                <a:gd name="connsiteX56" fmla="*/ 106033 w 403753"/>
                <a:gd name="connsiteY56" fmla="*/ 364247 h 1380114"/>
                <a:gd name="connsiteX57" fmla="*/ 114415 w 403753"/>
                <a:gd name="connsiteY57" fmla="*/ 351245 h 1380114"/>
                <a:gd name="connsiteX58" fmla="*/ 113902 w 403753"/>
                <a:gd name="connsiteY58" fmla="*/ 337387 h 1380114"/>
                <a:gd name="connsiteX59" fmla="*/ 93544 w 403753"/>
                <a:gd name="connsiteY59" fmla="*/ 316943 h 1380114"/>
                <a:gd name="connsiteX60" fmla="*/ 69935 w 403753"/>
                <a:gd name="connsiteY60" fmla="*/ 282642 h 1380114"/>
                <a:gd name="connsiteX61" fmla="*/ 61124 w 403753"/>
                <a:gd name="connsiteY61" fmla="*/ 226528 h 1380114"/>
                <a:gd name="connsiteX62" fmla="*/ 110224 w 403753"/>
                <a:gd name="connsiteY62" fmla="*/ 165367 h 1380114"/>
                <a:gd name="connsiteX63" fmla="*/ 169076 w 403753"/>
                <a:gd name="connsiteY63" fmla="*/ 183416 h 1380114"/>
                <a:gd name="connsiteX64" fmla="*/ 203378 w 403753"/>
                <a:gd name="connsiteY64" fmla="*/ 247400 h 1380114"/>
                <a:gd name="connsiteX65" fmla="*/ 198330 w 403753"/>
                <a:gd name="connsiteY65" fmla="*/ 281701 h 1380114"/>
                <a:gd name="connsiteX66" fmla="*/ 197816 w 403753"/>
                <a:gd name="connsiteY66" fmla="*/ 307619 h 1380114"/>
                <a:gd name="connsiteX67" fmla="*/ 196791 w 403753"/>
                <a:gd name="connsiteY67" fmla="*/ 316002 h 1380114"/>
                <a:gd name="connsiteX68" fmla="*/ 200897 w 403753"/>
                <a:gd name="connsiteY68" fmla="*/ 321819 h 1380114"/>
                <a:gd name="connsiteX69" fmla="*/ 220057 w 403753"/>
                <a:gd name="connsiteY69" fmla="*/ 343803 h 1380114"/>
                <a:gd name="connsiteX70" fmla="*/ 245120 w 403753"/>
                <a:gd name="connsiteY70" fmla="*/ 330801 h 1380114"/>
                <a:gd name="connsiteX71" fmla="*/ 263681 w 403753"/>
                <a:gd name="connsiteY71" fmla="*/ 324300 h 1380114"/>
                <a:gd name="connsiteX72" fmla="*/ 270782 w 403753"/>
                <a:gd name="connsiteY72" fmla="*/ 326353 h 1380114"/>
                <a:gd name="connsiteX73" fmla="*/ 277711 w 403753"/>
                <a:gd name="connsiteY73" fmla="*/ 328577 h 1380114"/>
                <a:gd name="connsiteX74" fmla="*/ 283185 w 403753"/>
                <a:gd name="connsiteY74" fmla="*/ 327037 h 1380114"/>
                <a:gd name="connsiteX75" fmla="*/ 297043 w 403753"/>
                <a:gd name="connsiteY75" fmla="*/ 303856 h 1380114"/>
                <a:gd name="connsiteX76" fmla="*/ 305340 w 403753"/>
                <a:gd name="connsiteY76" fmla="*/ 279734 h 1380114"/>
                <a:gd name="connsiteX77" fmla="*/ 315519 w 403753"/>
                <a:gd name="connsiteY77" fmla="*/ 243550 h 1380114"/>
                <a:gd name="connsiteX78" fmla="*/ 334080 w 403753"/>
                <a:gd name="connsiteY78" fmla="*/ 168447 h 1380114"/>
                <a:gd name="connsiteX79" fmla="*/ 337760 w 403753"/>
                <a:gd name="connsiteY79" fmla="*/ 120202 h 1380114"/>
                <a:gd name="connsiteX80" fmla="*/ 341266 w 403753"/>
                <a:gd name="connsiteY80" fmla="*/ 116011 h 1380114"/>
                <a:gd name="connsiteX81" fmla="*/ 341523 w 403753"/>
                <a:gd name="connsiteY81" fmla="*/ 93257 h 1380114"/>
                <a:gd name="connsiteX82" fmla="*/ 347425 w 403753"/>
                <a:gd name="connsiteY82" fmla="*/ 87355 h 1380114"/>
                <a:gd name="connsiteX83" fmla="*/ 348024 w 403753"/>
                <a:gd name="connsiteY83" fmla="*/ 63661 h 1380114"/>
                <a:gd name="connsiteX84" fmla="*/ 338785 w 403753"/>
                <a:gd name="connsiteY84" fmla="*/ 53482 h 1380114"/>
                <a:gd name="connsiteX85" fmla="*/ 328607 w 403753"/>
                <a:gd name="connsiteY85" fmla="*/ 48349 h 1380114"/>
                <a:gd name="connsiteX86" fmla="*/ 324244 w 403753"/>
                <a:gd name="connsiteY86" fmla="*/ 29103 h 1380114"/>
                <a:gd name="connsiteX87" fmla="*/ 324244 w 403753"/>
                <a:gd name="connsiteY87" fmla="*/ 11054 h 1380114"/>
                <a:gd name="connsiteX88" fmla="*/ 330488 w 403753"/>
                <a:gd name="connsiteY88" fmla="*/ 2243 h 1380114"/>
                <a:gd name="connsiteX89" fmla="*/ 341181 w 403753"/>
                <a:gd name="connsiteY89" fmla="*/ 1987 h 1380114"/>
                <a:gd name="connsiteX90" fmla="*/ 347168 w 403753"/>
                <a:gd name="connsiteY90" fmla="*/ 618 h 1380114"/>
                <a:gd name="connsiteX91" fmla="*/ 357349 w 403753"/>
                <a:gd name="connsiteY91" fmla="*/ 1559 h 1380114"/>
                <a:gd name="connsiteX92" fmla="*/ 367527 w 403753"/>
                <a:gd name="connsiteY92" fmla="*/ 618 h 1380114"/>
                <a:gd name="connsiteX93" fmla="*/ 379588 w 403753"/>
                <a:gd name="connsiteY93" fmla="*/ 1559 h 1380114"/>
                <a:gd name="connsiteX94" fmla="*/ 387971 w 403753"/>
                <a:gd name="connsiteY94" fmla="*/ 13620 h 1380114"/>
                <a:gd name="connsiteX95" fmla="*/ 386089 w 403753"/>
                <a:gd name="connsiteY95" fmla="*/ 59983 h 1380114"/>
                <a:gd name="connsiteX96" fmla="*/ 382754 w 403753"/>
                <a:gd name="connsiteY96" fmla="*/ 90777 h 1380114"/>
                <a:gd name="connsiteX97" fmla="*/ 383351 w 403753"/>
                <a:gd name="connsiteY97" fmla="*/ 91034 h 1380114"/>
                <a:gd name="connsiteX98" fmla="*/ 387971 w 403753"/>
                <a:gd name="connsiteY98" fmla="*/ 99844 h 1380114"/>
                <a:gd name="connsiteX99" fmla="*/ 389767 w 403753"/>
                <a:gd name="connsiteY99" fmla="*/ 119946 h 1380114"/>
                <a:gd name="connsiteX100" fmla="*/ 403711 w 403753"/>
                <a:gd name="connsiteY100" fmla="*/ 136883 h 1380114"/>
                <a:gd name="connsiteX101" fmla="*/ 392590 w 403753"/>
                <a:gd name="connsiteY101" fmla="*/ 175803 h 1380114"/>
                <a:gd name="connsiteX102" fmla="*/ 385149 w 403753"/>
                <a:gd name="connsiteY102" fmla="*/ 256467 h 1380114"/>
                <a:gd name="connsiteX103" fmla="*/ 369409 w 403753"/>
                <a:gd name="connsiteY103" fmla="*/ 317713 h 1380114"/>
                <a:gd name="connsiteX104" fmla="*/ 336047 w 403753"/>
                <a:gd name="connsiteY104" fmla="*/ 378874 h 1380114"/>
                <a:gd name="connsiteX105" fmla="*/ 310131 w 403753"/>
                <a:gd name="connsiteY105" fmla="*/ 450214 h 1380114"/>
                <a:gd name="connsiteX106" fmla="*/ 309189 w 403753"/>
                <a:gd name="connsiteY106" fmla="*/ 461334 h 1380114"/>
                <a:gd name="connsiteX107" fmla="*/ 343490 w 403753"/>
                <a:gd name="connsiteY107" fmla="*/ 568857 h 1380114"/>
                <a:gd name="connsiteX108" fmla="*/ 349991 w 403753"/>
                <a:gd name="connsiteY108" fmla="*/ 586478 h 1380114"/>
                <a:gd name="connsiteX109" fmla="*/ 357432 w 403753"/>
                <a:gd name="connsiteY109" fmla="*/ 597599 h 1380114"/>
                <a:gd name="connsiteX110" fmla="*/ 374114 w 403753"/>
                <a:gd name="connsiteY110" fmla="*/ 655081 h 1380114"/>
                <a:gd name="connsiteX111" fmla="*/ 395413 w 403753"/>
                <a:gd name="connsiteY111" fmla="*/ 717183 h 1380114"/>
                <a:gd name="connsiteX112" fmla="*/ 393532 w 403753"/>
                <a:gd name="connsiteY112" fmla="*/ 810849 h 1380114"/>
                <a:gd name="connsiteX113" fmla="*/ 330488 w 403753"/>
                <a:gd name="connsiteY113" fmla="*/ 833089 h 1380114"/>
                <a:gd name="connsiteX114" fmla="*/ 307307 w 403753"/>
                <a:gd name="connsiteY114" fmla="*/ 836767 h 1380114"/>
                <a:gd name="connsiteX115" fmla="*/ 309189 w 403753"/>
                <a:gd name="connsiteY115" fmla="*/ 922050 h 1380114"/>
                <a:gd name="connsiteX116" fmla="*/ 294391 w 403753"/>
                <a:gd name="connsiteY116" fmla="*/ 1015716 h 1380114"/>
                <a:gd name="connsiteX117" fmla="*/ 299950 w 403753"/>
                <a:gd name="connsiteY117" fmla="*/ 1121357 h 1380114"/>
                <a:gd name="connsiteX118" fmla="*/ 299010 w 403753"/>
                <a:gd name="connsiteY118" fmla="*/ 1255825 h 1380114"/>
                <a:gd name="connsiteX119" fmla="*/ 286948 w 403753"/>
                <a:gd name="connsiteY119" fmla="*/ 1286448 h 1380114"/>
                <a:gd name="connsiteX120" fmla="*/ 300806 w 403753"/>
                <a:gd name="connsiteY120" fmla="*/ 1316131 h 1380114"/>
                <a:gd name="connsiteX121" fmla="*/ 301748 w 403753"/>
                <a:gd name="connsiteY121" fmla="*/ 1329132 h 1380114"/>
                <a:gd name="connsiteX122" fmla="*/ 310131 w 403753"/>
                <a:gd name="connsiteY122" fmla="*/ 1345813 h 1380114"/>
                <a:gd name="connsiteX123" fmla="*/ 328692 w 403753"/>
                <a:gd name="connsiteY123" fmla="*/ 1353255 h 1380114"/>
                <a:gd name="connsiteX124" fmla="*/ 332455 w 403753"/>
                <a:gd name="connsiteY124" fmla="*/ 1372672 h 1380114"/>
                <a:gd name="connsiteX125" fmla="*/ 292595 w 403753"/>
                <a:gd name="connsiteY125" fmla="*/ 1380114 h 1380114"/>
                <a:gd name="connsiteX126" fmla="*/ 229551 w 403753"/>
                <a:gd name="connsiteY126" fmla="*/ 1379173 h 1380114"/>
                <a:gd name="connsiteX127" fmla="*/ 222110 w 403753"/>
                <a:gd name="connsiteY127" fmla="*/ 1363434 h 1380114"/>
                <a:gd name="connsiteX128" fmla="*/ 216549 w 403753"/>
                <a:gd name="connsiteY128" fmla="*/ 1353255 h 1380114"/>
                <a:gd name="connsiteX129" fmla="*/ 214070 w 403753"/>
                <a:gd name="connsiteY129" fmla="*/ 1342477 h 1380114"/>
                <a:gd name="connsiteX130" fmla="*/ 213813 w 403753"/>
                <a:gd name="connsiteY130" fmla="*/ 1329132 h 1380114"/>
                <a:gd name="connsiteX131" fmla="*/ 215095 w 403753"/>
                <a:gd name="connsiteY131" fmla="*/ 1325540 h 1380114"/>
                <a:gd name="connsiteX132" fmla="*/ 220314 w 403753"/>
                <a:gd name="connsiteY132" fmla="*/ 1313393 h 1380114"/>
                <a:gd name="connsiteX133" fmla="*/ 205600 w 403753"/>
                <a:gd name="connsiteY133" fmla="*/ 1242994 h 1380114"/>
                <a:gd name="connsiteX134" fmla="*/ 205430 w 403753"/>
                <a:gd name="connsiteY134" fmla="*/ 1242053 h 1380114"/>
                <a:gd name="connsiteX135" fmla="*/ 201408 w 403753"/>
                <a:gd name="connsiteY135" fmla="*/ 1175760 h 1380114"/>
                <a:gd name="connsiteX136" fmla="*/ 195250 w 403753"/>
                <a:gd name="connsiteY136" fmla="*/ 1031540 h 1380114"/>
                <a:gd name="connsiteX137" fmla="*/ 182847 w 403753"/>
                <a:gd name="connsiteY137" fmla="*/ 970893 h 1380114"/>
                <a:gd name="connsiteX138" fmla="*/ 183189 w 403753"/>
                <a:gd name="connsiteY138" fmla="*/ 965760 h 1380114"/>
                <a:gd name="connsiteX139" fmla="*/ 180109 w 403753"/>
                <a:gd name="connsiteY139" fmla="*/ 852079 h 1380114"/>
                <a:gd name="connsiteX140" fmla="*/ 179426 w 403753"/>
                <a:gd name="connsiteY140" fmla="*/ 839419 h 1380114"/>
                <a:gd name="connsiteX141" fmla="*/ 177545 w 403753"/>
                <a:gd name="connsiteY141" fmla="*/ 900922 h 1380114"/>
                <a:gd name="connsiteX142" fmla="*/ 171043 w 403753"/>
                <a:gd name="connsiteY142" fmla="*/ 988086 h 1380114"/>
                <a:gd name="connsiteX143" fmla="*/ 160863 w 403753"/>
                <a:gd name="connsiteY143" fmla="*/ 1027007 h 1380114"/>
                <a:gd name="connsiteX144" fmla="*/ 153165 w 403753"/>
                <a:gd name="connsiteY144" fmla="*/ 1069948 h 1380114"/>
                <a:gd name="connsiteX145" fmla="*/ 152566 w 403753"/>
                <a:gd name="connsiteY145" fmla="*/ 1098347 h 1380114"/>
                <a:gd name="connsiteX146" fmla="*/ 151797 w 403753"/>
                <a:gd name="connsiteY146" fmla="*/ 1115113 h 1380114"/>
                <a:gd name="connsiteX147" fmla="*/ 151626 w 403753"/>
                <a:gd name="connsiteY147" fmla="*/ 1129825 h 1380114"/>
                <a:gd name="connsiteX148" fmla="*/ 145125 w 403753"/>
                <a:gd name="connsiteY148" fmla="*/ 1238290 h 1380114"/>
                <a:gd name="connsiteX149" fmla="*/ 142130 w 403753"/>
                <a:gd name="connsiteY149" fmla="*/ 1278322 h 1380114"/>
                <a:gd name="connsiteX150" fmla="*/ 142301 w 403753"/>
                <a:gd name="connsiteY150" fmla="*/ 1282770 h 1380114"/>
                <a:gd name="connsiteX151" fmla="*/ 141616 w 403753"/>
                <a:gd name="connsiteY151" fmla="*/ 1296456 h 1380114"/>
                <a:gd name="connsiteX152" fmla="*/ 144097 w 403753"/>
                <a:gd name="connsiteY152" fmla="*/ 1329047 h 1380114"/>
                <a:gd name="connsiteX153" fmla="*/ 130155 w 403753"/>
                <a:gd name="connsiteY153" fmla="*/ 1342990 h 1380114"/>
                <a:gd name="connsiteX154" fmla="*/ 130753 w 403753"/>
                <a:gd name="connsiteY154" fmla="*/ 1345642 h 1380114"/>
                <a:gd name="connsiteX155" fmla="*/ 134775 w 403753"/>
                <a:gd name="connsiteY155" fmla="*/ 1358814 h 1380114"/>
                <a:gd name="connsiteX156" fmla="*/ 131095 w 403753"/>
                <a:gd name="connsiteY156" fmla="*/ 1378917 h 1380114"/>
                <a:gd name="connsiteX157" fmla="*/ 33752 w 403753"/>
                <a:gd name="connsiteY157" fmla="*/ 1378917 h 1380114"/>
                <a:gd name="connsiteX158" fmla="*/ 19808 w 403753"/>
                <a:gd name="connsiteY158" fmla="*/ 1366257 h 1380114"/>
                <a:gd name="connsiteX159" fmla="*/ 21349 w 403753"/>
                <a:gd name="connsiteY159" fmla="*/ 1350004 h 1380114"/>
                <a:gd name="connsiteX160" fmla="*/ 44102 w 403753"/>
                <a:gd name="connsiteY160" fmla="*/ 1333752 h 1380114"/>
                <a:gd name="connsiteX161" fmla="*/ 58729 w 403753"/>
                <a:gd name="connsiteY161" fmla="*/ 1307833 h 1380114"/>
                <a:gd name="connsiteX162" fmla="*/ 58729 w 403753"/>
                <a:gd name="connsiteY162" fmla="*/ 1276269 h 1380114"/>
                <a:gd name="connsiteX163" fmla="*/ 59671 w 403753"/>
                <a:gd name="connsiteY163" fmla="*/ 1199369 h 1380114"/>
                <a:gd name="connsiteX164" fmla="*/ 76351 w 403753"/>
                <a:gd name="connsiteY164" fmla="*/ 1089964 h 1380114"/>
                <a:gd name="connsiteX165" fmla="*/ 72673 w 403753"/>
                <a:gd name="connsiteY165" fmla="*/ 1028803 h 1380114"/>
                <a:gd name="connsiteX166" fmla="*/ 72673 w 403753"/>
                <a:gd name="connsiteY166" fmla="*/ 976881 h 1380114"/>
                <a:gd name="connsiteX167" fmla="*/ 65230 w 403753"/>
                <a:gd name="connsiteY167" fmla="*/ 930518 h 1380114"/>
                <a:gd name="connsiteX168" fmla="*/ 65230 w 403753"/>
                <a:gd name="connsiteY168" fmla="*/ 930518 h 1380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403753" h="1380114">
                  <a:moveTo>
                    <a:pt x="86444" y="644731"/>
                  </a:moveTo>
                  <a:cubicBezTo>
                    <a:pt x="88325" y="642849"/>
                    <a:pt x="89524" y="641053"/>
                    <a:pt x="89524" y="636348"/>
                  </a:cubicBezTo>
                  <a:cubicBezTo>
                    <a:pt x="89524" y="631643"/>
                    <a:pt x="89867" y="624287"/>
                    <a:pt x="90721" y="613167"/>
                  </a:cubicBezTo>
                  <a:cubicBezTo>
                    <a:pt x="91663" y="602047"/>
                    <a:pt x="92859" y="604185"/>
                    <a:pt x="95939" y="597684"/>
                  </a:cubicBezTo>
                  <a:cubicBezTo>
                    <a:pt x="99018" y="591183"/>
                    <a:pt x="98420" y="593322"/>
                    <a:pt x="98761" y="589301"/>
                  </a:cubicBezTo>
                  <a:cubicBezTo>
                    <a:pt x="99018" y="585281"/>
                    <a:pt x="86615" y="550894"/>
                    <a:pt x="82680" y="549440"/>
                  </a:cubicBezTo>
                  <a:cubicBezTo>
                    <a:pt x="80456" y="548670"/>
                    <a:pt x="75751" y="557053"/>
                    <a:pt x="72587" y="564153"/>
                  </a:cubicBezTo>
                  <a:cubicBezTo>
                    <a:pt x="71902" y="566120"/>
                    <a:pt x="71217" y="568002"/>
                    <a:pt x="70620" y="569370"/>
                  </a:cubicBezTo>
                  <a:cubicBezTo>
                    <a:pt x="68993" y="573391"/>
                    <a:pt x="69507" y="575700"/>
                    <a:pt x="69678" y="578694"/>
                  </a:cubicBezTo>
                  <a:cubicBezTo>
                    <a:pt x="70021" y="580234"/>
                    <a:pt x="70535" y="581945"/>
                    <a:pt x="71046" y="584169"/>
                  </a:cubicBezTo>
                  <a:cubicBezTo>
                    <a:pt x="71731" y="585623"/>
                    <a:pt x="72330" y="587419"/>
                    <a:pt x="72245" y="590670"/>
                  </a:cubicBezTo>
                  <a:cubicBezTo>
                    <a:pt x="72416" y="593322"/>
                    <a:pt x="72074" y="596144"/>
                    <a:pt x="70961" y="600763"/>
                  </a:cubicBezTo>
                  <a:lnTo>
                    <a:pt x="70961" y="600934"/>
                  </a:lnTo>
                  <a:cubicBezTo>
                    <a:pt x="70535" y="603073"/>
                    <a:pt x="69935" y="604955"/>
                    <a:pt x="68908" y="607093"/>
                  </a:cubicBezTo>
                  <a:cubicBezTo>
                    <a:pt x="65829" y="615134"/>
                    <a:pt x="60782" y="625399"/>
                    <a:pt x="59842" y="627965"/>
                  </a:cubicBezTo>
                  <a:cubicBezTo>
                    <a:pt x="59500" y="629077"/>
                    <a:pt x="59671" y="630531"/>
                    <a:pt x="60182" y="632071"/>
                  </a:cubicBezTo>
                  <a:lnTo>
                    <a:pt x="61381" y="634124"/>
                  </a:lnTo>
                  <a:cubicBezTo>
                    <a:pt x="62578" y="636861"/>
                    <a:pt x="65059" y="645244"/>
                    <a:pt x="66001" y="648666"/>
                  </a:cubicBezTo>
                  <a:cubicBezTo>
                    <a:pt x="66598" y="650804"/>
                    <a:pt x="65573" y="652515"/>
                    <a:pt x="65059" y="654226"/>
                  </a:cubicBezTo>
                  <a:lnTo>
                    <a:pt x="65059" y="656792"/>
                  </a:lnTo>
                  <a:cubicBezTo>
                    <a:pt x="65059" y="656792"/>
                    <a:pt x="65059" y="657305"/>
                    <a:pt x="65059" y="657305"/>
                  </a:cubicBezTo>
                  <a:cubicBezTo>
                    <a:pt x="66258" y="660042"/>
                    <a:pt x="72159" y="657904"/>
                    <a:pt x="74041" y="656364"/>
                  </a:cubicBezTo>
                  <a:cubicBezTo>
                    <a:pt x="75922" y="654824"/>
                    <a:pt x="84562" y="646442"/>
                    <a:pt x="86358" y="644645"/>
                  </a:cubicBezTo>
                  <a:lnTo>
                    <a:pt x="86358" y="644645"/>
                  </a:lnTo>
                  <a:close/>
                  <a:moveTo>
                    <a:pt x="297214" y="607692"/>
                  </a:moveTo>
                  <a:cubicBezTo>
                    <a:pt x="300892" y="608291"/>
                    <a:pt x="315091" y="598454"/>
                    <a:pt x="315091" y="598454"/>
                  </a:cubicBezTo>
                  <a:cubicBezTo>
                    <a:pt x="312012" y="598454"/>
                    <a:pt x="310131" y="592894"/>
                    <a:pt x="308932" y="587933"/>
                  </a:cubicBezTo>
                  <a:cubicBezTo>
                    <a:pt x="307650" y="582971"/>
                    <a:pt x="310131" y="582373"/>
                    <a:pt x="310814" y="578694"/>
                  </a:cubicBezTo>
                  <a:cubicBezTo>
                    <a:pt x="311413" y="575016"/>
                    <a:pt x="297214" y="536010"/>
                    <a:pt x="295930" y="534812"/>
                  </a:cubicBezTo>
                  <a:cubicBezTo>
                    <a:pt x="295930" y="534812"/>
                    <a:pt x="296529" y="558935"/>
                    <a:pt x="296529" y="565093"/>
                  </a:cubicBezTo>
                  <a:cubicBezTo>
                    <a:pt x="296529" y="571252"/>
                    <a:pt x="293449" y="580576"/>
                    <a:pt x="292167" y="587933"/>
                  </a:cubicBezTo>
                  <a:cubicBezTo>
                    <a:pt x="290970" y="595374"/>
                    <a:pt x="297129" y="607692"/>
                    <a:pt x="297129" y="607692"/>
                  </a:cubicBezTo>
                  <a:lnTo>
                    <a:pt x="297129" y="607692"/>
                  </a:lnTo>
                  <a:close/>
                  <a:moveTo>
                    <a:pt x="331687" y="590328"/>
                  </a:moveTo>
                  <a:cubicBezTo>
                    <a:pt x="353926" y="584768"/>
                    <a:pt x="346057" y="580576"/>
                    <a:pt x="346057" y="580576"/>
                  </a:cubicBezTo>
                  <a:cubicBezTo>
                    <a:pt x="343747" y="575529"/>
                    <a:pt x="340496" y="577325"/>
                    <a:pt x="327493" y="580576"/>
                  </a:cubicBezTo>
                  <a:cubicBezTo>
                    <a:pt x="314493" y="583827"/>
                    <a:pt x="311756" y="587077"/>
                    <a:pt x="313123" y="590755"/>
                  </a:cubicBezTo>
                  <a:cubicBezTo>
                    <a:pt x="314493" y="594433"/>
                    <a:pt x="319282" y="593407"/>
                    <a:pt x="331687" y="590328"/>
                  </a:cubicBezTo>
                  <a:lnTo>
                    <a:pt x="331687" y="590328"/>
                  </a:lnTo>
                  <a:close/>
                  <a:moveTo>
                    <a:pt x="65144" y="930604"/>
                  </a:moveTo>
                  <a:cubicBezTo>
                    <a:pt x="62321" y="910160"/>
                    <a:pt x="58643" y="842498"/>
                    <a:pt x="56762" y="828641"/>
                  </a:cubicBezTo>
                  <a:cubicBezTo>
                    <a:pt x="54880" y="814698"/>
                    <a:pt x="55822" y="813757"/>
                    <a:pt x="48465" y="806400"/>
                  </a:cubicBezTo>
                  <a:cubicBezTo>
                    <a:pt x="41022" y="798958"/>
                    <a:pt x="38286" y="803663"/>
                    <a:pt x="31785" y="795280"/>
                  </a:cubicBezTo>
                  <a:cubicBezTo>
                    <a:pt x="27936" y="790404"/>
                    <a:pt x="24856" y="781680"/>
                    <a:pt x="22289" y="773297"/>
                  </a:cubicBezTo>
                  <a:cubicBezTo>
                    <a:pt x="20407" y="769961"/>
                    <a:pt x="17584" y="763887"/>
                    <a:pt x="17926" y="757301"/>
                  </a:cubicBezTo>
                  <a:cubicBezTo>
                    <a:pt x="15105" y="747121"/>
                    <a:pt x="-2517" y="670136"/>
                    <a:pt x="305" y="639598"/>
                  </a:cubicBezTo>
                  <a:cubicBezTo>
                    <a:pt x="3128" y="608975"/>
                    <a:pt x="6806" y="612653"/>
                    <a:pt x="7748" y="604356"/>
                  </a:cubicBezTo>
                  <a:cubicBezTo>
                    <a:pt x="8690" y="595973"/>
                    <a:pt x="7748" y="598796"/>
                    <a:pt x="6806" y="586735"/>
                  </a:cubicBezTo>
                  <a:cubicBezTo>
                    <a:pt x="5866" y="574674"/>
                    <a:pt x="9629" y="567232"/>
                    <a:pt x="9629" y="555256"/>
                  </a:cubicBezTo>
                  <a:cubicBezTo>
                    <a:pt x="9629" y="543281"/>
                    <a:pt x="11511" y="547815"/>
                    <a:pt x="11511" y="534812"/>
                  </a:cubicBezTo>
                  <a:cubicBezTo>
                    <a:pt x="11511" y="521810"/>
                    <a:pt x="12453" y="514454"/>
                    <a:pt x="16130" y="504189"/>
                  </a:cubicBezTo>
                  <a:cubicBezTo>
                    <a:pt x="19808" y="494010"/>
                    <a:pt x="21690" y="492128"/>
                    <a:pt x="20750" y="483831"/>
                  </a:cubicBezTo>
                  <a:cubicBezTo>
                    <a:pt x="19808" y="475448"/>
                    <a:pt x="18868" y="466210"/>
                    <a:pt x="20750" y="458768"/>
                  </a:cubicBezTo>
                  <a:cubicBezTo>
                    <a:pt x="22632" y="451326"/>
                    <a:pt x="24513" y="450385"/>
                    <a:pt x="22632" y="438409"/>
                  </a:cubicBezTo>
                  <a:cubicBezTo>
                    <a:pt x="20750" y="426348"/>
                    <a:pt x="18954" y="414287"/>
                    <a:pt x="26309" y="406845"/>
                  </a:cubicBezTo>
                  <a:cubicBezTo>
                    <a:pt x="33752" y="399403"/>
                    <a:pt x="59671" y="388283"/>
                    <a:pt x="75409" y="379045"/>
                  </a:cubicBezTo>
                  <a:cubicBezTo>
                    <a:pt x="91149" y="369807"/>
                    <a:pt x="102269" y="367925"/>
                    <a:pt x="106033" y="364247"/>
                  </a:cubicBezTo>
                  <a:cubicBezTo>
                    <a:pt x="109796" y="360568"/>
                    <a:pt x="114415" y="351245"/>
                    <a:pt x="114415" y="351245"/>
                  </a:cubicBezTo>
                  <a:cubicBezTo>
                    <a:pt x="114415" y="348251"/>
                    <a:pt x="114158" y="341322"/>
                    <a:pt x="113902" y="337387"/>
                  </a:cubicBezTo>
                  <a:cubicBezTo>
                    <a:pt x="106974" y="331913"/>
                    <a:pt x="93544" y="316943"/>
                    <a:pt x="93544" y="316943"/>
                  </a:cubicBezTo>
                  <a:cubicBezTo>
                    <a:pt x="87043" y="310956"/>
                    <a:pt x="75494" y="293762"/>
                    <a:pt x="69935" y="282642"/>
                  </a:cubicBezTo>
                  <a:cubicBezTo>
                    <a:pt x="64376" y="271522"/>
                    <a:pt x="57447" y="245603"/>
                    <a:pt x="61124" y="226528"/>
                  </a:cubicBezTo>
                  <a:cubicBezTo>
                    <a:pt x="64802" y="207538"/>
                    <a:pt x="75922" y="176915"/>
                    <a:pt x="110224" y="165367"/>
                  </a:cubicBezTo>
                  <a:cubicBezTo>
                    <a:pt x="129299" y="158952"/>
                    <a:pt x="148203" y="167677"/>
                    <a:pt x="169076" y="183416"/>
                  </a:cubicBezTo>
                  <a:cubicBezTo>
                    <a:pt x="189947" y="199155"/>
                    <a:pt x="204317" y="225159"/>
                    <a:pt x="203378" y="247400"/>
                  </a:cubicBezTo>
                  <a:cubicBezTo>
                    <a:pt x="202436" y="269640"/>
                    <a:pt x="201494" y="274772"/>
                    <a:pt x="198330" y="281701"/>
                  </a:cubicBezTo>
                  <a:cubicBezTo>
                    <a:pt x="195078" y="288630"/>
                    <a:pt x="198330" y="298809"/>
                    <a:pt x="197816" y="307619"/>
                  </a:cubicBezTo>
                  <a:cubicBezTo>
                    <a:pt x="197559" y="311811"/>
                    <a:pt x="197131" y="314377"/>
                    <a:pt x="196791" y="316002"/>
                  </a:cubicBezTo>
                  <a:cubicBezTo>
                    <a:pt x="198159" y="317114"/>
                    <a:pt x="199612" y="319167"/>
                    <a:pt x="200897" y="321819"/>
                  </a:cubicBezTo>
                  <a:cubicBezTo>
                    <a:pt x="206798" y="329004"/>
                    <a:pt x="216123" y="343803"/>
                    <a:pt x="220057" y="343803"/>
                  </a:cubicBezTo>
                  <a:cubicBezTo>
                    <a:pt x="225617" y="343803"/>
                    <a:pt x="239561" y="336361"/>
                    <a:pt x="245120" y="330801"/>
                  </a:cubicBezTo>
                  <a:cubicBezTo>
                    <a:pt x="250679" y="325240"/>
                    <a:pt x="254359" y="322503"/>
                    <a:pt x="263681" y="324300"/>
                  </a:cubicBezTo>
                  <a:cubicBezTo>
                    <a:pt x="266162" y="324813"/>
                    <a:pt x="268558" y="325583"/>
                    <a:pt x="270782" y="326353"/>
                  </a:cubicBezTo>
                  <a:cubicBezTo>
                    <a:pt x="273777" y="326866"/>
                    <a:pt x="276598" y="327892"/>
                    <a:pt x="277711" y="328577"/>
                  </a:cubicBezTo>
                  <a:cubicBezTo>
                    <a:pt x="280192" y="329090"/>
                    <a:pt x="282074" y="328919"/>
                    <a:pt x="283185" y="327037"/>
                  </a:cubicBezTo>
                  <a:cubicBezTo>
                    <a:pt x="285922" y="322418"/>
                    <a:pt x="295247" y="314976"/>
                    <a:pt x="297043" y="303856"/>
                  </a:cubicBezTo>
                  <a:cubicBezTo>
                    <a:pt x="298925" y="292736"/>
                    <a:pt x="303544" y="292736"/>
                    <a:pt x="305340" y="279734"/>
                  </a:cubicBezTo>
                  <a:cubicBezTo>
                    <a:pt x="307222" y="266731"/>
                    <a:pt x="312781" y="256552"/>
                    <a:pt x="315519" y="243550"/>
                  </a:cubicBezTo>
                  <a:cubicBezTo>
                    <a:pt x="318342" y="230548"/>
                    <a:pt x="330317" y="182390"/>
                    <a:pt x="334080" y="168447"/>
                  </a:cubicBezTo>
                  <a:cubicBezTo>
                    <a:pt x="334080" y="168447"/>
                    <a:pt x="336818" y="130381"/>
                    <a:pt x="337760" y="120202"/>
                  </a:cubicBezTo>
                  <a:cubicBezTo>
                    <a:pt x="337931" y="118406"/>
                    <a:pt x="339213" y="117037"/>
                    <a:pt x="341266" y="116011"/>
                  </a:cubicBezTo>
                  <a:cubicBezTo>
                    <a:pt x="340667" y="110878"/>
                    <a:pt x="341095" y="95738"/>
                    <a:pt x="341523" y="93257"/>
                  </a:cubicBezTo>
                  <a:cubicBezTo>
                    <a:pt x="341951" y="90777"/>
                    <a:pt x="346571" y="87868"/>
                    <a:pt x="347425" y="87355"/>
                  </a:cubicBezTo>
                  <a:cubicBezTo>
                    <a:pt x="348024" y="81196"/>
                    <a:pt x="348024" y="66826"/>
                    <a:pt x="348024" y="63661"/>
                  </a:cubicBezTo>
                  <a:cubicBezTo>
                    <a:pt x="348024" y="59983"/>
                    <a:pt x="343405" y="58101"/>
                    <a:pt x="338785" y="53482"/>
                  </a:cubicBezTo>
                  <a:cubicBezTo>
                    <a:pt x="334166" y="48862"/>
                    <a:pt x="331344" y="52113"/>
                    <a:pt x="328607" y="48349"/>
                  </a:cubicBezTo>
                  <a:cubicBezTo>
                    <a:pt x="325869" y="44671"/>
                    <a:pt x="325100" y="33722"/>
                    <a:pt x="324244" y="29103"/>
                  </a:cubicBezTo>
                  <a:cubicBezTo>
                    <a:pt x="323302" y="24484"/>
                    <a:pt x="319625" y="15673"/>
                    <a:pt x="324244" y="11054"/>
                  </a:cubicBezTo>
                  <a:cubicBezTo>
                    <a:pt x="328863" y="6435"/>
                    <a:pt x="326811" y="6007"/>
                    <a:pt x="330488" y="2243"/>
                  </a:cubicBezTo>
                  <a:cubicBezTo>
                    <a:pt x="334251" y="-1435"/>
                    <a:pt x="338357" y="1131"/>
                    <a:pt x="341181" y="1987"/>
                  </a:cubicBezTo>
                  <a:cubicBezTo>
                    <a:pt x="344004" y="2928"/>
                    <a:pt x="344432" y="618"/>
                    <a:pt x="347168" y="618"/>
                  </a:cubicBezTo>
                  <a:cubicBezTo>
                    <a:pt x="349906" y="618"/>
                    <a:pt x="353669" y="3441"/>
                    <a:pt x="357349" y="1559"/>
                  </a:cubicBezTo>
                  <a:cubicBezTo>
                    <a:pt x="361026" y="-323"/>
                    <a:pt x="364790" y="-323"/>
                    <a:pt x="367527" y="618"/>
                  </a:cubicBezTo>
                  <a:cubicBezTo>
                    <a:pt x="370349" y="1559"/>
                    <a:pt x="374029" y="3441"/>
                    <a:pt x="379588" y="1559"/>
                  </a:cubicBezTo>
                  <a:cubicBezTo>
                    <a:pt x="385149" y="-323"/>
                    <a:pt x="385149" y="7119"/>
                    <a:pt x="387971" y="13620"/>
                  </a:cubicBezTo>
                  <a:cubicBezTo>
                    <a:pt x="390708" y="20121"/>
                    <a:pt x="387971" y="47922"/>
                    <a:pt x="386089" y="59983"/>
                  </a:cubicBezTo>
                  <a:cubicBezTo>
                    <a:pt x="384721" y="68793"/>
                    <a:pt x="383351" y="83420"/>
                    <a:pt x="382754" y="90777"/>
                  </a:cubicBezTo>
                  <a:lnTo>
                    <a:pt x="383351" y="91034"/>
                  </a:lnTo>
                  <a:cubicBezTo>
                    <a:pt x="383351" y="91034"/>
                    <a:pt x="388399" y="94712"/>
                    <a:pt x="387971" y="99844"/>
                  </a:cubicBezTo>
                  <a:cubicBezTo>
                    <a:pt x="387628" y="103522"/>
                    <a:pt x="388998" y="113103"/>
                    <a:pt x="389767" y="119946"/>
                  </a:cubicBezTo>
                  <a:cubicBezTo>
                    <a:pt x="394643" y="123025"/>
                    <a:pt x="404479" y="129954"/>
                    <a:pt x="403711" y="136883"/>
                  </a:cubicBezTo>
                  <a:cubicBezTo>
                    <a:pt x="402769" y="146121"/>
                    <a:pt x="398149" y="142443"/>
                    <a:pt x="392590" y="175803"/>
                  </a:cubicBezTo>
                  <a:cubicBezTo>
                    <a:pt x="387031" y="209164"/>
                    <a:pt x="389767" y="246288"/>
                    <a:pt x="385149" y="256467"/>
                  </a:cubicBezTo>
                  <a:cubicBezTo>
                    <a:pt x="380530" y="266646"/>
                    <a:pt x="376764" y="305567"/>
                    <a:pt x="369409" y="317713"/>
                  </a:cubicBezTo>
                  <a:cubicBezTo>
                    <a:pt x="361966" y="329774"/>
                    <a:pt x="343490" y="356634"/>
                    <a:pt x="336047" y="378874"/>
                  </a:cubicBezTo>
                  <a:cubicBezTo>
                    <a:pt x="328607" y="401114"/>
                    <a:pt x="314748" y="440035"/>
                    <a:pt x="310131" y="450214"/>
                  </a:cubicBezTo>
                  <a:cubicBezTo>
                    <a:pt x="305511" y="460393"/>
                    <a:pt x="309189" y="456715"/>
                    <a:pt x="309189" y="461334"/>
                  </a:cubicBezTo>
                  <a:cubicBezTo>
                    <a:pt x="309189" y="465953"/>
                    <a:pt x="342549" y="562356"/>
                    <a:pt x="343490" y="568857"/>
                  </a:cubicBezTo>
                  <a:cubicBezTo>
                    <a:pt x="344432" y="575358"/>
                    <a:pt x="349991" y="575187"/>
                    <a:pt x="349991" y="586478"/>
                  </a:cubicBezTo>
                  <a:cubicBezTo>
                    <a:pt x="349991" y="591097"/>
                    <a:pt x="353669" y="593920"/>
                    <a:pt x="357432" y="597599"/>
                  </a:cubicBezTo>
                  <a:cubicBezTo>
                    <a:pt x="361112" y="601277"/>
                    <a:pt x="364875" y="634723"/>
                    <a:pt x="374114" y="655081"/>
                  </a:cubicBezTo>
                  <a:cubicBezTo>
                    <a:pt x="383351" y="675439"/>
                    <a:pt x="393617" y="695883"/>
                    <a:pt x="395413" y="717183"/>
                  </a:cubicBezTo>
                  <a:cubicBezTo>
                    <a:pt x="397295" y="738482"/>
                    <a:pt x="404650" y="799728"/>
                    <a:pt x="393532" y="810849"/>
                  </a:cubicBezTo>
                  <a:cubicBezTo>
                    <a:pt x="382411" y="821969"/>
                    <a:pt x="345286" y="830352"/>
                    <a:pt x="330488" y="833089"/>
                  </a:cubicBezTo>
                  <a:cubicBezTo>
                    <a:pt x="315690" y="835826"/>
                    <a:pt x="307307" y="836767"/>
                    <a:pt x="307307" y="836767"/>
                  </a:cubicBezTo>
                  <a:cubicBezTo>
                    <a:pt x="307307" y="836767"/>
                    <a:pt x="312867" y="901691"/>
                    <a:pt x="309189" y="922050"/>
                  </a:cubicBezTo>
                  <a:cubicBezTo>
                    <a:pt x="305426" y="942408"/>
                    <a:pt x="293449" y="992534"/>
                    <a:pt x="294391" y="1015716"/>
                  </a:cubicBezTo>
                  <a:cubicBezTo>
                    <a:pt x="295333" y="1038897"/>
                    <a:pt x="299010" y="1098261"/>
                    <a:pt x="299950" y="1121357"/>
                  </a:cubicBezTo>
                  <a:cubicBezTo>
                    <a:pt x="300892" y="1144538"/>
                    <a:pt x="305511" y="1233585"/>
                    <a:pt x="299010" y="1255825"/>
                  </a:cubicBezTo>
                  <a:cubicBezTo>
                    <a:pt x="292509" y="1278065"/>
                    <a:pt x="284212" y="1278065"/>
                    <a:pt x="286948" y="1286448"/>
                  </a:cubicBezTo>
                  <a:cubicBezTo>
                    <a:pt x="289686" y="1294831"/>
                    <a:pt x="297129" y="1309629"/>
                    <a:pt x="300806" y="1316131"/>
                  </a:cubicBezTo>
                  <a:cubicBezTo>
                    <a:pt x="304484" y="1322631"/>
                    <a:pt x="304484" y="1324513"/>
                    <a:pt x="301748" y="1329132"/>
                  </a:cubicBezTo>
                  <a:cubicBezTo>
                    <a:pt x="299010" y="1333752"/>
                    <a:pt x="304569" y="1341194"/>
                    <a:pt x="310131" y="1345813"/>
                  </a:cubicBezTo>
                  <a:cubicBezTo>
                    <a:pt x="315690" y="1350432"/>
                    <a:pt x="325869" y="1346754"/>
                    <a:pt x="328692" y="1353255"/>
                  </a:cubicBezTo>
                  <a:cubicBezTo>
                    <a:pt x="331430" y="1359756"/>
                    <a:pt x="338871" y="1366257"/>
                    <a:pt x="332455" y="1372672"/>
                  </a:cubicBezTo>
                  <a:cubicBezTo>
                    <a:pt x="325954" y="1379173"/>
                    <a:pt x="299096" y="1380114"/>
                    <a:pt x="292595" y="1380114"/>
                  </a:cubicBezTo>
                  <a:cubicBezTo>
                    <a:pt x="286094" y="1380114"/>
                    <a:pt x="232375" y="1379173"/>
                    <a:pt x="229551" y="1379173"/>
                  </a:cubicBezTo>
                  <a:cubicBezTo>
                    <a:pt x="226730" y="1379173"/>
                    <a:pt x="222110" y="1363434"/>
                    <a:pt x="222110" y="1363434"/>
                  </a:cubicBezTo>
                  <a:cubicBezTo>
                    <a:pt x="222110" y="1363434"/>
                    <a:pt x="218431" y="1356933"/>
                    <a:pt x="216549" y="1353255"/>
                  </a:cubicBezTo>
                  <a:cubicBezTo>
                    <a:pt x="215609" y="1351373"/>
                    <a:pt x="214667" y="1347181"/>
                    <a:pt x="214070" y="1342477"/>
                  </a:cubicBezTo>
                  <a:cubicBezTo>
                    <a:pt x="210219" y="1338884"/>
                    <a:pt x="212015" y="1334436"/>
                    <a:pt x="213813" y="1329132"/>
                  </a:cubicBezTo>
                  <a:cubicBezTo>
                    <a:pt x="213984" y="1327678"/>
                    <a:pt x="214496" y="1326566"/>
                    <a:pt x="215095" y="1325540"/>
                  </a:cubicBezTo>
                  <a:cubicBezTo>
                    <a:pt x="217234" y="1320065"/>
                    <a:pt x="220314" y="1313393"/>
                    <a:pt x="220314" y="1313393"/>
                  </a:cubicBezTo>
                  <a:cubicBezTo>
                    <a:pt x="215095" y="1304754"/>
                    <a:pt x="210733" y="1293634"/>
                    <a:pt x="205600" y="1242994"/>
                  </a:cubicBezTo>
                  <a:lnTo>
                    <a:pt x="205430" y="1242053"/>
                  </a:lnTo>
                  <a:cubicBezTo>
                    <a:pt x="202778" y="1224689"/>
                    <a:pt x="201836" y="1199626"/>
                    <a:pt x="201408" y="1175760"/>
                  </a:cubicBezTo>
                  <a:cubicBezTo>
                    <a:pt x="199355" y="1115968"/>
                    <a:pt x="199355" y="1045997"/>
                    <a:pt x="195250" y="1031540"/>
                  </a:cubicBezTo>
                  <a:cubicBezTo>
                    <a:pt x="189947" y="1013149"/>
                    <a:pt x="181393" y="999720"/>
                    <a:pt x="182847" y="970893"/>
                  </a:cubicBezTo>
                  <a:cubicBezTo>
                    <a:pt x="182933" y="967642"/>
                    <a:pt x="183189" y="965760"/>
                    <a:pt x="183189" y="965760"/>
                  </a:cubicBezTo>
                  <a:cubicBezTo>
                    <a:pt x="184643" y="946172"/>
                    <a:pt x="181565" y="880050"/>
                    <a:pt x="180109" y="852079"/>
                  </a:cubicBezTo>
                  <a:cubicBezTo>
                    <a:pt x="179683" y="845321"/>
                    <a:pt x="179426" y="840702"/>
                    <a:pt x="179426" y="839419"/>
                  </a:cubicBezTo>
                  <a:cubicBezTo>
                    <a:pt x="179426" y="832918"/>
                    <a:pt x="178484" y="892539"/>
                    <a:pt x="177545" y="900922"/>
                  </a:cubicBezTo>
                  <a:cubicBezTo>
                    <a:pt x="176603" y="909304"/>
                    <a:pt x="175661" y="970465"/>
                    <a:pt x="171043" y="988086"/>
                  </a:cubicBezTo>
                  <a:cubicBezTo>
                    <a:pt x="166424" y="1005708"/>
                    <a:pt x="163601" y="1009386"/>
                    <a:pt x="160863" y="1027007"/>
                  </a:cubicBezTo>
                  <a:cubicBezTo>
                    <a:pt x="158639" y="1041121"/>
                    <a:pt x="154618" y="1054636"/>
                    <a:pt x="153165" y="1069948"/>
                  </a:cubicBezTo>
                  <a:cubicBezTo>
                    <a:pt x="152737" y="1081495"/>
                    <a:pt x="152566" y="1092103"/>
                    <a:pt x="152566" y="1098347"/>
                  </a:cubicBezTo>
                  <a:cubicBezTo>
                    <a:pt x="152566" y="1100913"/>
                    <a:pt x="152309" y="1106901"/>
                    <a:pt x="151797" y="1115113"/>
                  </a:cubicBezTo>
                  <a:cubicBezTo>
                    <a:pt x="151711" y="1119218"/>
                    <a:pt x="151626" y="1123923"/>
                    <a:pt x="151626" y="1129825"/>
                  </a:cubicBezTo>
                  <a:cubicBezTo>
                    <a:pt x="151626" y="1152066"/>
                    <a:pt x="146064" y="1207666"/>
                    <a:pt x="145125" y="1238290"/>
                  </a:cubicBezTo>
                  <a:cubicBezTo>
                    <a:pt x="144440" y="1260102"/>
                    <a:pt x="143157" y="1269854"/>
                    <a:pt x="142130" y="1278322"/>
                  </a:cubicBezTo>
                  <a:cubicBezTo>
                    <a:pt x="142130" y="1280546"/>
                    <a:pt x="142130" y="1282086"/>
                    <a:pt x="142301" y="1282770"/>
                  </a:cubicBezTo>
                  <a:cubicBezTo>
                    <a:pt x="143243" y="1287475"/>
                    <a:pt x="142472" y="1292008"/>
                    <a:pt x="141616" y="1296456"/>
                  </a:cubicBezTo>
                  <a:cubicBezTo>
                    <a:pt x="143926" y="1309287"/>
                    <a:pt x="150941" y="1325283"/>
                    <a:pt x="144097" y="1329047"/>
                  </a:cubicBezTo>
                  <a:cubicBezTo>
                    <a:pt x="135715" y="1333666"/>
                    <a:pt x="133919" y="1333666"/>
                    <a:pt x="130155" y="1342990"/>
                  </a:cubicBezTo>
                  <a:lnTo>
                    <a:pt x="130753" y="1345642"/>
                  </a:lnTo>
                  <a:cubicBezTo>
                    <a:pt x="132891" y="1351886"/>
                    <a:pt x="136400" y="1347096"/>
                    <a:pt x="134775" y="1358814"/>
                  </a:cubicBezTo>
                  <a:cubicBezTo>
                    <a:pt x="132891" y="1371817"/>
                    <a:pt x="131095" y="1378917"/>
                    <a:pt x="131095" y="1378917"/>
                  </a:cubicBezTo>
                  <a:lnTo>
                    <a:pt x="33752" y="1378917"/>
                  </a:lnTo>
                  <a:cubicBezTo>
                    <a:pt x="25455" y="1378917"/>
                    <a:pt x="18012" y="1374554"/>
                    <a:pt x="19808" y="1366257"/>
                  </a:cubicBezTo>
                  <a:cubicBezTo>
                    <a:pt x="21690" y="1357874"/>
                    <a:pt x="20407" y="1358301"/>
                    <a:pt x="21349" y="1350004"/>
                  </a:cubicBezTo>
                  <a:cubicBezTo>
                    <a:pt x="22289" y="1341621"/>
                    <a:pt x="38543" y="1345727"/>
                    <a:pt x="44102" y="1333752"/>
                  </a:cubicBezTo>
                  <a:cubicBezTo>
                    <a:pt x="49661" y="1321691"/>
                    <a:pt x="53170" y="1317157"/>
                    <a:pt x="58729" y="1307833"/>
                  </a:cubicBezTo>
                  <a:cubicBezTo>
                    <a:pt x="64290" y="1298595"/>
                    <a:pt x="60611" y="1291153"/>
                    <a:pt x="58729" y="1276269"/>
                  </a:cubicBezTo>
                  <a:cubicBezTo>
                    <a:pt x="56847" y="1261471"/>
                    <a:pt x="50346" y="1229907"/>
                    <a:pt x="59671" y="1199369"/>
                  </a:cubicBezTo>
                  <a:cubicBezTo>
                    <a:pt x="68908" y="1168746"/>
                    <a:pt x="78232" y="1110322"/>
                    <a:pt x="76351" y="1089964"/>
                  </a:cubicBezTo>
                  <a:cubicBezTo>
                    <a:pt x="74469" y="1069606"/>
                    <a:pt x="72673" y="1051043"/>
                    <a:pt x="72673" y="1028803"/>
                  </a:cubicBezTo>
                  <a:cubicBezTo>
                    <a:pt x="72673" y="1006563"/>
                    <a:pt x="80114" y="1007504"/>
                    <a:pt x="72673" y="976881"/>
                  </a:cubicBezTo>
                  <a:cubicBezTo>
                    <a:pt x="65230" y="946257"/>
                    <a:pt x="68054" y="950962"/>
                    <a:pt x="65230" y="930518"/>
                  </a:cubicBezTo>
                  <a:lnTo>
                    <a:pt x="65230" y="930518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33D98FD7-4E32-A0C7-6E17-C7487392904F}"/>
                </a:ext>
              </a:extLst>
            </p:cNvPr>
            <p:cNvSpPr/>
            <p:nvPr/>
          </p:nvSpPr>
          <p:spPr>
            <a:xfrm>
              <a:off x="11595721" y="2611415"/>
              <a:ext cx="521604" cy="1244308"/>
            </a:xfrm>
            <a:custGeom>
              <a:avLst/>
              <a:gdLst>
                <a:gd name="connsiteX0" fmla="*/ 95439 w 521604"/>
                <a:gd name="connsiteY0" fmla="*/ 410298 h 1244308"/>
                <a:gd name="connsiteX1" fmla="*/ 32483 w 521604"/>
                <a:gd name="connsiteY1" fmla="*/ 447935 h 1244308"/>
                <a:gd name="connsiteX2" fmla="*/ 5195 w 521604"/>
                <a:gd name="connsiteY2" fmla="*/ 420648 h 1244308"/>
                <a:gd name="connsiteX3" fmla="*/ 7078 w 521604"/>
                <a:gd name="connsiteY3" fmla="*/ 372661 h 1244308"/>
                <a:gd name="connsiteX4" fmla="*/ 25896 w 521604"/>
                <a:gd name="connsiteY4" fmla="*/ 350078 h 1244308"/>
                <a:gd name="connsiteX5" fmla="*/ 47538 w 521604"/>
                <a:gd name="connsiteY5" fmla="*/ 290885 h 1244308"/>
                <a:gd name="connsiteX6" fmla="*/ 62593 w 521604"/>
                <a:gd name="connsiteY6" fmla="*/ 230665 h 1244308"/>
                <a:gd name="connsiteX7" fmla="*/ 82351 w 521604"/>
                <a:gd name="connsiteY7" fmla="*/ 203378 h 1244308"/>
                <a:gd name="connsiteX8" fmla="*/ 190474 w 521604"/>
                <a:gd name="connsiteY8" fmla="*/ 169504 h 1244308"/>
                <a:gd name="connsiteX9" fmla="*/ 204588 w 521604"/>
                <a:gd name="connsiteY9" fmla="*/ 150685 h 1244308"/>
                <a:gd name="connsiteX10" fmla="*/ 205701 w 521604"/>
                <a:gd name="connsiteY10" fmla="*/ 150087 h 1244308"/>
                <a:gd name="connsiteX11" fmla="*/ 211774 w 521604"/>
                <a:gd name="connsiteY11" fmla="*/ 147435 h 1244308"/>
                <a:gd name="connsiteX12" fmla="*/ 217076 w 521604"/>
                <a:gd name="connsiteY12" fmla="*/ 145724 h 1244308"/>
                <a:gd name="connsiteX13" fmla="*/ 219557 w 521604"/>
                <a:gd name="connsiteY13" fmla="*/ 98079 h 1244308"/>
                <a:gd name="connsiteX14" fmla="*/ 215794 w 521604"/>
                <a:gd name="connsiteY14" fmla="*/ 66771 h 1244308"/>
                <a:gd name="connsiteX15" fmla="*/ 222809 w 521604"/>
                <a:gd name="connsiteY15" fmla="*/ 60013 h 1244308"/>
                <a:gd name="connsiteX16" fmla="*/ 240685 w 521604"/>
                <a:gd name="connsiteY16" fmla="*/ 27594 h 1244308"/>
                <a:gd name="connsiteX17" fmla="*/ 251977 w 521604"/>
                <a:gd name="connsiteY17" fmla="*/ 15362 h 1244308"/>
                <a:gd name="connsiteX18" fmla="*/ 313565 w 521604"/>
                <a:gd name="connsiteY18" fmla="*/ 5012 h 1244308"/>
                <a:gd name="connsiteX19" fmla="*/ 329562 w 521604"/>
                <a:gd name="connsiteY19" fmla="*/ 21435 h 1244308"/>
                <a:gd name="connsiteX20" fmla="*/ 340854 w 521604"/>
                <a:gd name="connsiteY20" fmla="*/ 35977 h 1244308"/>
                <a:gd name="connsiteX21" fmla="*/ 345985 w 521604"/>
                <a:gd name="connsiteY21" fmla="*/ 50091 h 1244308"/>
                <a:gd name="connsiteX22" fmla="*/ 344874 w 521604"/>
                <a:gd name="connsiteY22" fmla="*/ 87985 h 1244308"/>
                <a:gd name="connsiteX23" fmla="*/ 338201 w 521604"/>
                <a:gd name="connsiteY23" fmla="*/ 97822 h 1244308"/>
                <a:gd name="connsiteX24" fmla="*/ 342393 w 521604"/>
                <a:gd name="connsiteY24" fmla="*/ 105520 h 1244308"/>
                <a:gd name="connsiteX25" fmla="*/ 328620 w 521604"/>
                <a:gd name="connsiteY25" fmla="*/ 125622 h 1244308"/>
                <a:gd name="connsiteX26" fmla="*/ 317330 w 521604"/>
                <a:gd name="connsiteY26" fmla="*/ 136914 h 1244308"/>
                <a:gd name="connsiteX27" fmla="*/ 290983 w 521604"/>
                <a:gd name="connsiteY27" fmla="*/ 165740 h 1244308"/>
                <a:gd name="connsiteX28" fmla="*/ 291240 w 521604"/>
                <a:gd name="connsiteY28" fmla="*/ 171215 h 1244308"/>
                <a:gd name="connsiteX29" fmla="*/ 292865 w 521604"/>
                <a:gd name="connsiteY29" fmla="*/ 180795 h 1244308"/>
                <a:gd name="connsiteX30" fmla="*/ 294747 w 521604"/>
                <a:gd name="connsiteY30" fmla="*/ 201496 h 1244308"/>
                <a:gd name="connsiteX31" fmla="*/ 330076 w 521604"/>
                <a:gd name="connsiteY31" fmla="*/ 228869 h 1244308"/>
                <a:gd name="connsiteX32" fmla="*/ 341451 w 521604"/>
                <a:gd name="connsiteY32" fmla="*/ 236139 h 1244308"/>
                <a:gd name="connsiteX33" fmla="*/ 354025 w 521604"/>
                <a:gd name="connsiteY33" fmla="*/ 243752 h 1244308"/>
                <a:gd name="connsiteX34" fmla="*/ 396369 w 521604"/>
                <a:gd name="connsiteY34" fmla="*/ 297386 h 1244308"/>
                <a:gd name="connsiteX35" fmla="*/ 394485 w 521604"/>
                <a:gd name="connsiteY35" fmla="*/ 331259 h 1244308"/>
                <a:gd name="connsiteX36" fmla="*/ 402014 w 521604"/>
                <a:gd name="connsiteY36" fmla="*/ 342550 h 1244308"/>
                <a:gd name="connsiteX37" fmla="*/ 402014 w 521604"/>
                <a:gd name="connsiteY37" fmla="*/ 371719 h 1244308"/>
                <a:gd name="connsiteX38" fmla="*/ 405777 w 521604"/>
                <a:gd name="connsiteY38" fmla="*/ 393361 h 1244308"/>
                <a:gd name="connsiteX39" fmla="*/ 407658 w 521604"/>
                <a:gd name="connsiteY39" fmla="*/ 417825 h 1244308"/>
                <a:gd name="connsiteX40" fmla="*/ 420832 w 521604"/>
                <a:gd name="connsiteY40" fmla="*/ 415943 h 1244308"/>
                <a:gd name="connsiteX41" fmla="*/ 439650 w 521604"/>
                <a:gd name="connsiteY41" fmla="*/ 412180 h 1244308"/>
                <a:gd name="connsiteX42" fmla="*/ 459410 w 521604"/>
                <a:gd name="connsiteY42" fmla="*/ 397724 h 1244308"/>
                <a:gd name="connsiteX43" fmla="*/ 472841 w 521604"/>
                <a:gd name="connsiteY43" fmla="*/ 380787 h 1244308"/>
                <a:gd name="connsiteX44" fmla="*/ 470017 w 521604"/>
                <a:gd name="connsiteY44" fmla="*/ 362310 h 1244308"/>
                <a:gd name="connsiteX45" fmla="*/ 474123 w 521604"/>
                <a:gd name="connsiteY45" fmla="*/ 343833 h 1244308"/>
                <a:gd name="connsiteX46" fmla="*/ 476689 w 521604"/>
                <a:gd name="connsiteY46" fmla="*/ 327496 h 1244308"/>
                <a:gd name="connsiteX47" fmla="*/ 479170 w 521604"/>
                <a:gd name="connsiteY47" fmla="*/ 322021 h 1244308"/>
                <a:gd name="connsiteX48" fmla="*/ 485415 w 521604"/>
                <a:gd name="connsiteY48" fmla="*/ 333483 h 1244308"/>
                <a:gd name="connsiteX49" fmla="*/ 498246 w 521604"/>
                <a:gd name="connsiteY49" fmla="*/ 332884 h 1244308"/>
                <a:gd name="connsiteX50" fmla="*/ 520913 w 521604"/>
                <a:gd name="connsiteY50" fmla="*/ 348367 h 1244308"/>
                <a:gd name="connsiteX51" fmla="*/ 520570 w 521604"/>
                <a:gd name="connsiteY51" fmla="*/ 360257 h 1244308"/>
                <a:gd name="connsiteX52" fmla="*/ 516807 w 521604"/>
                <a:gd name="connsiteY52" fmla="*/ 367186 h 1244308"/>
                <a:gd name="connsiteX53" fmla="*/ 516807 w 521604"/>
                <a:gd name="connsiteY53" fmla="*/ 374371 h 1244308"/>
                <a:gd name="connsiteX54" fmla="*/ 514583 w 521604"/>
                <a:gd name="connsiteY54" fmla="*/ 379418 h 1244308"/>
                <a:gd name="connsiteX55" fmla="*/ 512102 w 521604"/>
                <a:gd name="connsiteY55" fmla="*/ 389170 h 1244308"/>
                <a:gd name="connsiteX56" fmla="*/ 508938 w 521604"/>
                <a:gd name="connsiteY56" fmla="*/ 392933 h 1244308"/>
                <a:gd name="connsiteX57" fmla="*/ 490377 w 521604"/>
                <a:gd name="connsiteY57" fmla="*/ 408758 h 1244308"/>
                <a:gd name="connsiteX58" fmla="*/ 483533 w 521604"/>
                <a:gd name="connsiteY58" fmla="*/ 427235 h 1244308"/>
                <a:gd name="connsiteX59" fmla="*/ 484730 w 521604"/>
                <a:gd name="connsiteY59" fmla="*/ 429116 h 1244308"/>
                <a:gd name="connsiteX60" fmla="*/ 478143 w 521604"/>
                <a:gd name="connsiteY60" fmla="*/ 437585 h 1244308"/>
                <a:gd name="connsiteX61" fmla="*/ 461206 w 521604"/>
                <a:gd name="connsiteY61" fmla="*/ 455463 h 1244308"/>
                <a:gd name="connsiteX62" fmla="*/ 432038 w 521604"/>
                <a:gd name="connsiteY62" fmla="*/ 478045 h 1244308"/>
                <a:gd name="connsiteX63" fmla="*/ 386873 w 521604"/>
                <a:gd name="connsiteY63" fmla="*/ 492159 h 1244308"/>
                <a:gd name="connsiteX64" fmla="*/ 377463 w 521604"/>
                <a:gd name="connsiteY64" fmla="*/ 493100 h 1244308"/>
                <a:gd name="connsiteX65" fmla="*/ 382168 w 521604"/>
                <a:gd name="connsiteY65" fmla="*/ 510978 h 1244308"/>
                <a:gd name="connsiteX66" fmla="*/ 369936 w 521604"/>
                <a:gd name="connsiteY66" fmla="*/ 514742 h 1244308"/>
                <a:gd name="connsiteX67" fmla="*/ 370792 w 521604"/>
                <a:gd name="connsiteY67" fmla="*/ 518933 h 1244308"/>
                <a:gd name="connsiteX68" fmla="*/ 373100 w 521604"/>
                <a:gd name="connsiteY68" fmla="*/ 529711 h 1244308"/>
                <a:gd name="connsiteX69" fmla="*/ 374556 w 521604"/>
                <a:gd name="connsiteY69" fmla="*/ 536383 h 1244308"/>
                <a:gd name="connsiteX70" fmla="*/ 383964 w 521604"/>
                <a:gd name="connsiteY70" fmla="*/ 547674 h 1244308"/>
                <a:gd name="connsiteX71" fmla="*/ 392432 w 521604"/>
                <a:gd name="connsiteY71" fmla="*/ 561788 h 1244308"/>
                <a:gd name="connsiteX72" fmla="*/ 399019 w 521604"/>
                <a:gd name="connsiteY72" fmla="*/ 582489 h 1244308"/>
                <a:gd name="connsiteX73" fmla="*/ 410311 w 521604"/>
                <a:gd name="connsiteY73" fmla="*/ 645532 h 1244308"/>
                <a:gd name="connsiteX74" fmla="*/ 421602 w 521604"/>
                <a:gd name="connsiteY74" fmla="*/ 688815 h 1244308"/>
                <a:gd name="connsiteX75" fmla="*/ 437597 w 521604"/>
                <a:gd name="connsiteY75" fmla="*/ 774354 h 1244308"/>
                <a:gd name="connsiteX76" fmla="*/ 444184 w 521604"/>
                <a:gd name="connsiteY76" fmla="*/ 822256 h 1244308"/>
                <a:gd name="connsiteX77" fmla="*/ 448889 w 521604"/>
                <a:gd name="connsiteY77" fmla="*/ 841075 h 1244308"/>
                <a:gd name="connsiteX78" fmla="*/ 437597 w 521604"/>
                <a:gd name="connsiteY78" fmla="*/ 906855 h 1244308"/>
                <a:gd name="connsiteX79" fmla="*/ 403724 w 521604"/>
                <a:gd name="connsiteY79" fmla="*/ 1073315 h 1244308"/>
                <a:gd name="connsiteX80" fmla="*/ 392432 w 521604"/>
                <a:gd name="connsiteY80" fmla="*/ 1139094 h 1244308"/>
                <a:gd name="connsiteX81" fmla="*/ 389611 w 521604"/>
                <a:gd name="connsiteY81" fmla="*/ 1159795 h 1244308"/>
                <a:gd name="connsiteX82" fmla="*/ 391492 w 521604"/>
                <a:gd name="connsiteY82" fmla="*/ 1182378 h 1244308"/>
                <a:gd name="connsiteX83" fmla="*/ 396197 w 521604"/>
                <a:gd name="connsiteY83" fmla="*/ 1201196 h 1244308"/>
                <a:gd name="connsiteX84" fmla="*/ 413134 w 521604"/>
                <a:gd name="connsiteY84" fmla="*/ 1217192 h 1244308"/>
                <a:gd name="connsiteX85" fmla="*/ 433834 w 521604"/>
                <a:gd name="connsiteY85" fmla="*/ 1220956 h 1244308"/>
                <a:gd name="connsiteX86" fmla="*/ 431952 w 521604"/>
                <a:gd name="connsiteY86" fmla="*/ 1242597 h 1244308"/>
                <a:gd name="connsiteX87" fmla="*/ 386787 w 521604"/>
                <a:gd name="connsiteY87" fmla="*/ 1237893 h 1244308"/>
                <a:gd name="connsiteX88" fmla="*/ 335977 w 521604"/>
                <a:gd name="connsiteY88" fmla="*/ 1209665 h 1244308"/>
                <a:gd name="connsiteX89" fmla="*/ 316217 w 521604"/>
                <a:gd name="connsiteY89" fmla="*/ 1209665 h 1244308"/>
                <a:gd name="connsiteX90" fmla="*/ 267289 w 521604"/>
                <a:gd name="connsiteY90" fmla="*/ 1188964 h 1244308"/>
                <a:gd name="connsiteX91" fmla="*/ 277639 w 521604"/>
                <a:gd name="connsiteY91" fmla="*/ 1172968 h 1244308"/>
                <a:gd name="connsiteX92" fmla="*/ 297399 w 521604"/>
                <a:gd name="connsiteY92" fmla="*/ 1132508 h 1244308"/>
                <a:gd name="connsiteX93" fmla="*/ 304157 w 521604"/>
                <a:gd name="connsiteY93" fmla="*/ 1125665 h 1244308"/>
                <a:gd name="connsiteX94" fmla="*/ 302104 w 521604"/>
                <a:gd name="connsiteY94" fmla="*/ 1113689 h 1244308"/>
                <a:gd name="connsiteX95" fmla="*/ 317159 w 521604"/>
                <a:gd name="connsiteY95" fmla="*/ 1056292 h 1244308"/>
                <a:gd name="connsiteX96" fmla="*/ 325627 w 521604"/>
                <a:gd name="connsiteY96" fmla="*/ 1033710 h 1244308"/>
                <a:gd name="connsiteX97" fmla="*/ 330330 w 521604"/>
                <a:gd name="connsiteY97" fmla="*/ 934997 h 1244308"/>
                <a:gd name="connsiteX98" fmla="*/ 331358 w 521604"/>
                <a:gd name="connsiteY98" fmla="*/ 931747 h 1244308"/>
                <a:gd name="connsiteX99" fmla="*/ 335035 w 521604"/>
                <a:gd name="connsiteY99" fmla="*/ 918060 h 1244308"/>
                <a:gd name="connsiteX100" fmla="*/ 340511 w 521604"/>
                <a:gd name="connsiteY100" fmla="*/ 907881 h 1244308"/>
                <a:gd name="connsiteX101" fmla="*/ 335977 w 521604"/>
                <a:gd name="connsiteY101" fmla="*/ 891714 h 1244308"/>
                <a:gd name="connsiteX102" fmla="*/ 318441 w 521604"/>
                <a:gd name="connsiteY102" fmla="*/ 831580 h 1244308"/>
                <a:gd name="connsiteX103" fmla="*/ 309630 w 521604"/>
                <a:gd name="connsiteY103" fmla="*/ 792745 h 1244308"/>
                <a:gd name="connsiteX104" fmla="*/ 299794 w 521604"/>
                <a:gd name="connsiteY104" fmla="*/ 744501 h 1244308"/>
                <a:gd name="connsiteX105" fmla="*/ 298339 w 521604"/>
                <a:gd name="connsiteY105" fmla="*/ 736289 h 1244308"/>
                <a:gd name="connsiteX106" fmla="*/ 269170 w 521604"/>
                <a:gd name="connsiteY106" fmla="*/ 925588 h 1244308"/>
                <a:gd name="connsiteX107" fmla="*/ 231534 w 521604"/>
                <a:gd name="connsiteY107" fmla="*/ 1110781 h 1244308"/>
                <a:gd name="connsiteX108" fmla="*/ 229652 w 521604"/>
                <a:gd name="connsiteY108" fmla="*/ 1143714 h 1244308"/>
                <a:gd name="connsiteX109" fmla="*/ 248471 w 521604"/>
                <a:gd name="connsiteY109" fmla="*/ 1185970 h 1244308"/>
                <a:gd name="connsiteX110" fmla="*/ 238121 w 521604"/>
                <a:gd name="connsiteY110" fmla="*/ 1201966 h 1244308"/>
                <a:gd name="connsiteX111" fmla="*/ 253176 w 521604"/>
                <a:gd name="connsiteY111" fmla="*/ 1216080 h 1244308"/>
                <a:gd name="connsiteX112" fmla="*/ 262584 w 521604"/>
                <a:gd name="connsiteY112" fmla="*/ 1228312 h 1244308"/>
                <a:gd name="connsiteX113" fmla="*/ 255997 w 521604"/>
                <a:gd name="connsiteY113" fmla="*/ 1240544 h 1244308"/>
                <a:gd name="connsiteX114" fmla="*/ 167636 w 521604"/>
                <a:gd name="connsiteY114" fmla="*/ 1244308 h 1244308"/>
                <a:gd name="connsiteX115" fmla="*/ 141289 w 521604"/>
                <a:gd name="connsiteY115" fmla="*/ 1241485 h 1244308"/>
                <a:gd name="connsiteX116" fmla="*/ 145052 w 521604"/>
                <a:gd name="connsiteY116" fmla="*/ 1215139 h 1244308"/>
                <a:gd name="connsiteX117" fmla="*/ 137526 w 521604"/>
                <a:gd name="connsiteY117" fmla="*/ 1191616 h 1244308"/>
                <a:gd name="connsiteX118" fmla="*/ 144113 w 521604"/>
                <a:gd name="connsiteY118" fmla="*/ 1144569 h 1244308"/>
                <a:gd name="connsiteX119" fmla="*/ 143171 w 521604"/>
                <a:gd name="connsiteY119" fmla="*/ 1059030 h 1244308"/>
                <a:gd name="connsiteX120" fmla="*/ 147876 w 521604"/>
                <a:gd name="connsiteY120" fmla="*/ 898215 h 1244308"/>
                <a:gd name="connsiteX121" fmla="*/ 154463 w 521604"/>
                <a:gd name="connsiteY121" fmla="*/ 873751 h 1244308"/>
                <a:gd name="connsiteX122" fmla="*/ 147876 w 521604"/>
                <a:gd name="connsiteY122" fmla="*/ 852109 h 1244308"/>
                <a:gd name="connsiteX123" fmla="*/ 139408 w 521604"/>
                <a:gd name="connsiteY123" fmla="*/ 708232 h 1244308"/>
                <a:gd name="connsiteX124" fmla="*/ 134703 w 521604"/>
                <a:gd name="connsiteY124" fmla="*/ 616106 h 1244308"/>
                <a:gd name="connsiteX125" fmla="*/ 149758 w 521604"/>
                <a:gd name="connsiteY125" fmla="*/ 554004 h 1244308"/>
                <a:gd name="connsiteX126" fmla="*/ 152067 w 521604"/>
                <a:gd name="connsiteY126" fmla="*/ 529711 h 1244308"/>
                <a:gd name="connsiteX127" fmla="*/ 148816 w 521604"/>
                <a:gd name="connsiteY127" fmla="*/ 529540 h 1244308"/>
                <a:gd name="connsiteX128" fmla="*/ 133761 w 521604"/>
                <a:gd name="connsiteY128" fmla="*/ 513544 h 1244308"/>
                <a:gd name="connsiteX129" fmla="*/ 134703 w 521604"/>
                <a:gd name="connsiteY129" fmla="*/ 486257 h 1244308"/>
                <a:gd name="connsiteX130" fmla="*/ 134703 w 521604"/>
                <a:gd name="connsiteY130" fmla="*/ 448619 h 1244308"/>
                <a:gd name="connsiteX131" fmla="*/ 103651 w 521604"/>
                <a:gd name="connsiteY131" fmla="*/ 382840 h 1244308"/>
                <a:gd name="connsiteX132" fmla="*/ 95182 w 521604"/>
                <a:gd name="connsiteY132" fmla="*/ 410127 h 1244308"/>
                <a:gd name="connsiteX133" fmla="*/ 95182 w 521604"/>
                <a:gd name="connsiteY133" fmla="*/ 410127 h 1244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</a:cxnLst>
              <a:rect l="l" t="t" r="r" b="b"/>
              <a:pathLst>
                <a:path w="521604" h="1244308">
                  <a:moveTo>
                    <a:pt x="95439" y="410298"/>
                  </a:moveTo>
                  <a:cubicBezTo>
                    <a:pt x="86031" y="430998"/>
                    <a:pt x="43687" y="451699"/>
                    <a:pt x="32483" y="447935"/>
                  </a:cubicBezTo>
                  <a:cubicBezTo>
                    <a:pt x="21191" y="444171"/>
                    <a:pt x="15547" y="436644"/>
                    <a:pt x="5195" y="420648"/>
                  </a:cubicBezTo>
                  <a:cubicBezTo>
                    <a:pt x="-5155" y="404652"/>
                    <a:pt x="2373" y="381129"/>
                    <a:pt x="7078" y="372661"/>
                  </a:cubicBezTo>
                  <a:cubicBezTo>
                    <a:pt x="11781" y="364192"/>
                    <a:pt x="21191" y="360428"/>
                    <a:pt x="25896" y="350078"/>
                  </a:cubicBezTo>
                  <a:cubicBezTo>
                    <a:pt x="30602" y="339728"/>
                    <a:pt x="44715" y="298327"/>
                    <a:pt x="47538" y="290885"/>
                  </a:cubicBezTo>
                  <a:cubicBezTo>
                    <a:pt x="50360" y="283357"/>
                    <a:pt x="59770" y="238192"/>
                    <a:pt x="62593" y="230665"/>
                  </a:cubicBezTo>
                  <a:cubicBezTo>
                    <a:pt x="65415" y="223137"/>
                    <a:pt x="66357" y="207141"/>
                    <a:pt x="82351" y="203378"/>
                  </a:cubicBezTo>
                  <a:cubicBezTo>
                    <a:pt x="98348" y="199614"/>
                    <a:pt x="188593" y="177031"/>
                    <a:pt x="190474" y="169504"/>
                  </a:cubicBezTo>
                  <a:cubicBezTo>
                    <a:pt x="192356" y="161977"/>
                    <a:pt x="195180" y="158213"/>
                    <a:pt x="204588" y="150685"/>
                  </a:cubicBezTo>
                  <a:lnTo>
                    <a:pt x="205701" y="150087"/>
                  </a:lnTo>
                  <a:cubicBezTo>
                    <a:pt x="206983" y="149402"/>
                    <a:pt x="209378" y="148205"/>
                    <a:pt x="211774" y="147435"/>
                  </a:cubicBezTo>
                  <a:cubicBezTo>
                    <a:pt x="213912" y="146751"/>
                    <a:pt x="217419" y="148461"/>
                    <a:pt x="217076" y="145724"/>
                  </a:cubicBezTo>
                  <a:cubicBezTo>
                    <a:pt x="216136" y="136914"/>
                    <a:pt x="222124" y="111936"/>
                    <a:pt x="219557" y="98079"/>
                  </a:cubicBezTo>
                  <a:cubicBezTo>
                    <a:pt x="217076" y="84307"/>
                    <a:pt x="213398" y="76779"/>
                    <a:pt x="215794" y="66771"/>
                  </a:cubicBezTo>
                  <a:cubicBezTo>
                    <a:pt x="217675" y="55822"/>
                    <a:pt x="222809" y="60013"/>
                    <a:pt x="222809" y="60013"/>
                  </a:cubicBezTo>
                  <a:cubicBezTo>
                    <a:pt x="222809" y="60013"/>
                    <a:pt x="228368" y="44360"/>
                    <a:pt x="240685" y="27594"/>
                  </a:cubicBezTo>
                  <a:cubicBezTo>
                    <a:pt x="243594" y="23659"/>
                    <a:pt x="248128" y="18783"/>
                    <a:pt x="251977" y="15362"/>
                  </a:cubicBezTo>
                  <a:cubicBezTo>
                    <a:pt x="265835" y="3215"/>
                    <a:pt x="283626" y="-6194"/>
                    <a:pt x="313565" y="5012"/>
                  </a:cubicBezTo>
                  <a:cubicBezTo>
                    <a:pt x="322204" y="8176"/>
                    <a:pt x="323489" y="12282"/>
                    <a:pt x="329562" y="21435"/>
                  </a:cubicBezTo>
                  <a:cubicBezTo>
                    <a:pt x="332214" y="25370"/>
                    <a:pt x="339056" y="31272"/>
                    <a:pt x="340854" y="35977"/>
                  </a:cubicBezTo>
                  <a:cubicBezTo>
                    <a:pt x="342564" y="40425"/>
                    <a:pt x="345214" y="45130"/>
                    <a:pt x="345985" y="50091"/>
                  </a:cubicBezTo>
                  <a:cubicBezTo>
                    <a:pt x="347866" y="61382"/>
                    <a:pt x="349065" y="75325"/>
                    <a:pt x="344874" y="87985"/>
                  </a:cubicBezTo>
                  <a:cubicBezTo>
                    <a:pt x="343589" y="91749"/>
                    <a:pt x="340682" y="92775"/>
                    <a:pt x="338201" y="97822"/>
                  </a:cubicBezTo>
                  <a:cubicBezTo>
                    <a:pt x="335635" y="102869"/>
                    <a:pt x="346156" y="95512"/>
                    <a:pt x="342393" y="105520"/>
                  </a:cubicBezTo>
                  <a:cubicBezTo>
                    <a:pt x="338630" y="115529"/>
                    <a:pt x="337345" y="120576"/>
                    <a:pt x="328620" y="125622"/>
                  </a:cubicBezTo>
                  <a:cubicBezTo>
                    <a:pt x="319809" y="130669"/>
                    <a:pt x="321093" y="131867"/>
                    <a:pt x="317330" y="136914"/>
                  </a:cubicBezTo>
                  <a:cubicBezTo>
                    <a:pt x="313565" y="141960"/>
                    <a:pt x="299794" y="159496"/>
                    <a:pt x="290983" y="165740"/>
                  </a:cubicBezTo>
                  <a:cubicBezTo>
                    <a:pt x="290983" y="165740"/>
                    <a:pt x="291412" y="168306"/>
                    <a:pt x="291240" y="171215"/>
                  </a:cubicBezTo>
                  <a:cubicBezTo>
                    <a:pt x="291583" y="173268"/>
                    <a:pt x="292180" y="177031"/>
                    <a:pt x="292865" y="180795"/>
                  </a:cubicBezTo>
                  <a:cubicBezTo>
                    <a:pt x="293807" y="186441"/>
                    <a:pt x="290983" y="194909"/>
                    <a:pt x="294747" y="201496"/>
                  </a:cubicBezTo>
                  <a:cubicBezTo>
                    <a:pt x="297313" y="206029"/>
                    <a:pt x="312540" y="217321"/>
                    <a:pt x="330076" y="228869"/>
                  </a:cubicBezTo>
                  <a:cubicBezTo>
                    <a:pt x="335378" y="231862"/>
                    <a:pt x="340254" y="234856"/>
                    <a:pt x="341451" y="236139"/>
                  </a:cubicBezTo>
                  <a:cubicBezTo>
                    <a:pt x="345642" y="238791"/>
                    <a:pt x="349919" y="241357"/>
                    <a:pt x="354025" y="243752"/>
                  </a:cubicBezTo>
                  <a:cubicBezTo>
                    <a:pt x="379430" y="258807"/>
                    <a:pt x="396369" y="289858"/>
                    <a:pt x="396369" y="297386"/>
                  </a:cubicBezTo>
                  <a:cubicBezTo>
                    <a:pt x="396369" y="304913"/>
                    <a:pt x="392603" y="322791"/>
                    <a:pt x="394485" y="331259"/>
                  </a:cubicBezTo>
                  <a:cubicBezTo>
                    <a:pt x="396369" y="339728"/>
                    <a:pt x="401072" y="334082"/>
                    <a:pt x="402014" y="342550"/>
                  </a:cubicBezTo>
                  <a:cubicBezTo>
                    <a:pt x="402953" y="351019"/>
                    <a:pt x="397308" y="361369"/>
                    <a:pt x="402014" y="371719"/>
                  </a:cubicBezTo>
                  <a:cubicBezTo>
                    <a:pt x="406719" y="382070"/>
                    <a:pt x="406719" y="387715"/>
                    <a:pt x="405777" y="393361"/>
                  </a:cubicBezTo>
                  <a:cubicBezTo>
                    <a:pt x="404837" y="399007"/>
                    <a:pt x="406719" y="412180"/>
                    <a:pt x="407658" y="417825"/>
                  </a:cubicBezTo>
                  <a:cubicBezTo>
                    <a:pt x="408600" y="423471"/>
                    <a:pt x="414245" y="417825"/>
                    <a:pt x="420832" y="415943"/>
                  </a:cubicBezTo>
                  <a:cubicBezTo>
                    <a:pt x="427419" y="414062"/>
                    <a:pt x="433063" y="412180"/>
                    <a:pt x="439650" y="412180"/>
                  </a:cubicBezTo>
                  <a:cubicBezTo>
                    <a:pt x="446237" y="412180"/>
                    <a:pt x="459410" y="397724"/>
                    <a:pt x="459410" y="397724"/>
                  </a:cubicBezTo>
                  <a:cubicBezTo>
                    <a:pt x="458470" y="395499"/>
                    <a:pt x="472584" y="383011"/>
                    <a:pt x="472841" y="380787"/>
                  </a:cubicBezTo>
                  <a:cubicBezTo>
                    <a:pt x="473183" y="378563"/>
                    <a:pt x="470017" y="369838"/>
                    <a:pt x="470017" y="362310"/>
                  </a:cubicBezTo>
                  <a:cubicBezTo>
                    <a:pt x="470017" y="354783"/>
                    <a:pt x="473440" y="348795"/>
                    <a:pt x="474123" y="343833"/>
                  </a:cubicBezTo>
                  <a:cubicBezTo>
                    <a:pt x="474722" y="338787"/>
                    <a:pt x="476946" y="330062"/>
                    <a:pt x="476689" y="327496"/>
                  </a:cubicBezTo>
                  <a:cubicBezTo>
                    <a:pt x="476347" y="325015"/>
                    <a:pt x="475748" y="321679"/>
                    <a:pt x="479170" y="322021"/>
                  </a:cubicBezTo>
                  <a:cubicBezTo>
                    <a:pt x="484473" y="322534"/>
                    <a:pt x="486697" y="327239"/>
                    <a:pt x="485415" y="333483"/>
                  </a:cubicBezTo>
                  <a:cubicBezTo>
                    <a:pt x="485415" y="333483"/>
                    <a:pt x="495765" y="331345"/>
                    <a:pt x="498246" y="332884"/>
                  </a:cubicBezTo>
                  <a:cubicBezTo>
                    <a:pt x="500726" y="334424"/>
                    <a:pt x="520570" y="341866"/>
                    <a:pt x="520913" y="348367"/>
                  </a:cubicBezTo>
                  <a:cubicBezTo>
                    <a:pt x="521255" y="354954"/>
                    <a:pt x="522454" y="358119"/>
                    <a:pt x="520570" y="360257"/>
                  </a:cubicBezTo>
                  <a:cubicBezTo>
                    <a:pt x="518689" y="362481"/>
                    <a:pt x="517749" y="364363"/>
                    <a:pt x="516807" y="367186"/>
                  </a:cubicBezTo>
                  <a:cubicBezTo>
                    <a:pt x="515867" y="370009"/>
                    <a:pt x="517749" y="371292"/>
                    <a:pt x="516807" y="374371"/>
                  </a:cubicBezTo>
                  <a:cubicBezTo>
                    <a:pt x="515867" y="377536"/>
                    <a:pt x="516210" y="376595"/>
                    <a:pt x="514583" y="379418"/>
                  </a:cubicBezTo>
                  <a:cubicBezTo>
                    <a:pt x="513044" y="382241"/>
                    <a:pt x="512359" y="386945"/>
                    <a:pt x="512102" y="389170"/>
                  </a:cubicBezTo>
                  <a:cubicBezTo>
                    <a:pt x="511761" y="391394"/>
                    <a:pt x="511162" y="391394"/>
                    <a:pt x="508938" y="392933"/>
                  </a:cubicBezTo>
                  <a:cubicBezTo>
                    <a:pt x="506714" y="394473"/>
                    <a:pt x="494140" y="400888"/>
                    <a:pt x="490377" y="408758"/>
                  </a:cubicBezTo>
                  <a:cubicBezTo>
                    <a:pt x="487981" y="413719"/>
                    <a:pt x="485329" y="421846"/>
                    <a:pt x="483533" y="427235"/>
                  </a:cubicBezTo>
                  <a:lnTo>
                    <a:pt x="484730" y="429116"/>
                  </a:lnTo>
                  <a:cubicBezTo>
                    <a:pt x="484730" y="429116"/>
                    <a:pt x="480966" y="435703"/>
                    <a:pt x="478143" y="437585"/>
                  </a:cubicBezTo>
                  <a:cubicBezTo>
                    <a:pt x="475321" y="439467"/>
                    <a:pt x="468735" y="452640"/>
                    <a:pt x="461206" y="455463"/>
                  </a:cubicBezTo>
                  <a:cubicBezTo>
                    <a:pt x="453680" y="458285"/>
                    <a:pt x="449917" y="462990"/>
                    <a:pt x="432038" y="478045"/>
                  </a:cubicBezTo>
                  <a:cubicBezTo>
                    <a:pt x="414159" y="493100"/>
                    <a:pt x="396283" y="495923"/>
                    <a:pt x="386873" y="492159"/>
                  </a:cubicBezTo>
                  <a:cubicBezTo>
                    <a:pt x="377463" y="488395"/>
                    <a:pt x="372760" y="489336"/>
                    <a:pt x="377463" y="493100"/>
                  </a:cubicBezTo>
                  <a:cubicBezTo>
                    <a:pt x="382168" y="496864"/>
                    <a:pt x="380286" y="507214"/>
                    <a:pt x="382168" y="510978"/>
                  </a:cubicBezTo>
                  <a:cubicBezTo>
                    <a:pt x="384049" y="514742"/>
                    <a:pt x="369936" y="514742"/>
                    <a:pt x="369936" y="514742"/>
                  </a:cubicBezTo>
                  <a:cubicBezTo>
                    <a:pt x="369936" y="514742"/>
                    <a:pt x="370279" y="516452"/>
                    <a:pt x="370792" y="518933"/>
                  </a:cubicBezTo>
                  <a:cubicBezTo>
                    <a:pt x="372417" y="522526"/>
                    <a:pt x="373871" y="526888"/>
                    <a:pt x="373100" y="529711"/>
                  </a:cubicBezTo>
                  <a:cubicBezTo>
                    <a:pt x="373785" y="532705"/>
                    <a:pt x="374299" y="535271"/>
                    <a:pt x="374556" y="536383"/>
                  </a:cubicBezTo>
                  <a:cubicBezTo>
                    <a:pt x="375495" y="540147"/>
                    <a:pt x="382082" y="540147"/>
                    <a:pt x="383964" y="547674"/>
                  </a:cubicBezTo>
                  <a:cubicBezTo>
                    <a:pt x="385845" y="555202"/>
                    <a:pt x="383964" y="550497"/>
                    <a:pt x="392432" y="561788"/>
                  </a:cubicBezTo>
                  <a:cubicBezTo>
                    <a:pt x="400900" y="573080"/>
                    <a:pt x="398079" y="568375"/>
                    <a:pt x="399019" y="582489"/>
                  </a:cubicBezTo>
                  <a:cubicBezTo>
                    <a:pt x="399961" y="596603"/>
                    <a:pt x="403724" y="628595"/>
                    <a:pt x="410311" y="645532"/>
                  </a:cubicBezTo>
                  <a:cubicBezTo>
                    <a:pt x="416897" y="662468"/>
                    <a:pt x="420661" y="673759"/>
                    <a:pt x="421602" y="688815"/>
                  </a:cubicBezTo>
                  <a:cubicBezTo>
                    <a:pt x="422542" y="703870"/>
                    <a:pt x="437597" y="758358"/>
                    <a:pt x="437597" y="774354"/>
                  </a:cubicBezTo>
                  <a:cubicBezTo>
                    <a:pt x="437597" y="790350"/>
                    <a:pt x="443244" y="811051"/>
                    <a:pt x="444184" y="822256"/>
                  </a:cubicBezTo>
                  <a:cubicBezTo>
                    <a:pt x="445126" y="833547"/>
                    <a:pt x="446066" y="826961"/>
                    <a:pt x="448889" y="841075"/>
                  </a:cubicBezTo>
                  <a:cubicBezTo>
                    <a:pt x="451713" y="855189"/>
                    <a:pt x="444184" y="878712"/>
                    <a:pt x="437597" y="906855"/>
                  </a:cubicBezTo>
                  <a:cubicBezTo>
                    <a:pt x="431011" y="935083"/>
                    <a:pt x="408429" y="1040382"/>
                    <a:pt x="403724" y="1073315"/>
                  </a:cubicBezTo>
                  <a:cubicBezTo>
                    <a:pt x="399019" y="1106247"/>
                    <a:pt x="394316" y="1129771"/>
                    <a:pt x="392432" y="1139094"/>
                  </a:cubicBezTo>
                  <a:cubicBezTo>
                    <a:pt x="390550" y="1148504"/>
                    <a:pt x="390550" y="1149445"/>
                    <a:pt x="389611" y="1159795"/>
                  </a:cubicBezTo>
                  <a:cubicBezTo>
                    <a:pt x="388669" y="1170145"/>
                    <a:pt x="391492" y="1171086"/>
                    <a:pt x="391492" y="1182378"/>
                  </a:cubicBezTo>
                  <a:cubicBezTo>
                    <a:pt x="391492" y="1193669"/>
                    <a:pt x="390550" y="1190846"/>
                    <a:pt x="396197" y="1201196"/>
                  </a:cubicBezTo>
                  <a:cubicBezTo>
                    <a:pt x="401842" y="1211546"/>
                    <a:pt x="405606" y="1216251"/>
                    <a:pt x="413134" y="1217192"/>
                  </a:cubicBezTo>
                  <a:cubicBezTo>
                    <a:pt x="420661" y="1218133"/>
                    <a:pt x="430071" y="1209665"/>
                    <a:pt x="433834" y="1220956"/>
                  </a:cubicBezTo>
                  <a:cubicBezTo>
                    <a:pt x="437597" y="1232247"/>
                    <a:pt x="441363" y="1243538"/>
                    <a:pt x="431952" y="1242597"/>
                  </a:cubicBezTo>
                  <a:cubicBezTo>
                    <a:pt x="422542" y="1241657"/>
                    <a:pt x="398079" y="1241657"/>
                    <a:pt x="386787" y="1237893"/>
                  </a:cubicBezTo>
                  <a:cubicBezTo>
                    <a:pt x="375495" y="1234129"/>
                    <a:pt x="343504" y="1212487"/>
                    <a:pt x="335977" y="1209665"/>
                  </a:cubicBezTo>
                  <a:cubicBezTo>
                    <a:pt x="328449" y="1206842"/>
                    <a:pt x="329391" y="1213428"/>
                    <a:pt x="316217" y="1209665"/>
                  </a:cubicBezTo>
                  <a:cubicBezTo>
                    <a:pt x="303044" y="1205901"/>
                    <a:pt x="267289" y="1188964"/>
                    <a:pt x="267289" y="1188964"/>
                  </a:cubicBezTo>
                  <a:cubicBezTo>
                    <a:pt x="267289" y="1188964"/>
                    <a:pt x="275757" y="1178614"/>
                    <a:pt x="277639" y="1172968"/>
                  </a:cubicBezTo>
                  <a:cubicBezTo>
                    <a:pt x="279520" y="1167323"/>
                    <a:pt x="293636" y="1136272"/>
                    <a:pt x="297399" y="1132508"/>
                  </a:cubicBezTo>
                  <a:cubicBezTo>
                    <a:pt x="299537" y="1130370"/>
                    <a:pt x="302190" y="1127632"/>
                    <a:pt x="304157" y="1125665"/>
                  </a:cubicBezTo>
                  <a:cubicBezTo>
                    <a:pt x="304583" y="1121559"/>
                    <a:pt x="300563" y="1118223"/>
                    <a:pt x="302104" y="1113689"/>
                  </a:cubicBezTo>
                  <a:cubicBezTo>
                    <a:pt x="302104" y="1107103"/>
                    <a:pt x="307749" y="1067584"/>
                    <a:pt x="317159" y="1056292"/>
                  </a:cubicBezTo>
                  <a:cubicBezTo>
                    <a:pt x="326567" y="1045001"/>
                    <a:pt x="324685" y="1053470"/>
                    <a:pt x="325627" y="1033710"/>
                  </a:cubicBezTo>
                  <a:cubicBezTo>
                    <a:pt x="326567" y="1013950"/>
                    <a:pt x="328449" y="943466"/>
                    <a:pt x="330330" y="934997"/>
                  </a:cubicBezTo>
                  <a:lnTo>
                    <a:pt x="331358" y="931747"/>
                  </a:lnTo>
                  <a:cubicBezTo>
                    <a:pt x="331358" y="927812"/>
                    <a:pt x="331700" y="924732"/>
                    <a:pt x="335035" y="918060"/>
                  </a:cubicBezTo>
                  <a:cubicBezTo>
                    <a:pt x="337003" y="914040"/>
                    <a:pt x="339056" y="910704"/>
                    <a:pt x="340511" y="907881"/>
                  </a:cubicBezTo>
                  <a:cubicBezTo>
                    <a:pt x="340254" y="901209"/>
                    <a:pt x="342906" y="896077"/>
                    <a:pt x="335977" y="891714"/>
                  </a:cubicBezTo>
                  <a:cubicBezTo>
                    <a:pt x="328449" y="887009"/>
                    <a:pt x="321265" y="841845"/>
                    <a:pt x="318441" y="831580"/>
                  </a:cubicBezTo>
                  <a:cubicBezTo>
                    <a:pt x="315618" y="821230"/>
                    <a:pt x="313394" y="804892"/>
                    <a:pt x="309630" y="792745"/>
                  </a:cubicBezTo>
                  <a:cubicBezTo>
                    <a:pt x="306893" y="783849"/>
                    <a:pt x="302190" y="757930"/>
                    <a:pt x="299794" y="744501"/>
                  </a:cubicBezTo>
                  <a:cubicBezTo>
                    <a:pt x="299109" y="741165"/>
                    <a:pt x="298596" y="738342"/>
                    <a:pt x="298339" y="736289"/>
                  </a:cubicBezTo>
                  <a:cubicBezTo>
                    <a:pt x="298339" y="736289"/>
                    <a:pt x="286107" y="815584"/>
                    <a:pt x="269170" y="925588"/>
                  </a:cubicBezTo>
                  <a:cubicBezTo>
                    <a:pt x="252234" y="1035592"/>
                    <a:pt x="249325" y="1084178"/>
                    <a:pt x="231534" y="1110781"/>
                  </a:cubicBezTo>
                  <a:cubicBezTo>
                    <a:pt x="229652" y="1113604"/>
                    <a:pt x="222124" y="1130540"/>
                    <a:pt x="229652" y="1143714"/>
                  </a:cubicBezTo>
                  <a:cubicBezTo>
                    <a:pt x="237179" y="1156887"/>
                    <a:pt x="255057" y="1178528"/>
                    <a:pt x="248471" y="1185970"/>
                  </a:cubicBezTo>
                  <a:cubicBezTo>
                    <a:pt x="241884" y="1193498"/>
                    <a:pt x="238121" y="1197261"/>
                    <a:pt x="238121" y="1201966"/>
                  </a:cubicBezTo>
                  <a:cubicBezTo>
                    <a:pt x="238121" y="1206671"/>
                    <a:pt x="245647" y="1213257"/>
                    <a:pt x="253176" y="1216080"/>
                  </a:cubicBezTo>
                  <a:cubicBezTo>
                    <a:pt x="260702" y="1218903"/>
                    <a:pt x="262584" y="1224549"/>
                    <a:pt x="262584" y="1228312"/>
                  </a:cubicBezTo>
                  <a:cubicBezTo>
                    <a:pt x="262584" y="1232076"/>
                    <a:pt x="263526" y="1239604"/>
                    <a:pt x="255997" y="1240544"/>
                  </a:cubicBezTo>
                  <a:cubicBezTo>
                    <a:pt x="248471" y="1241485"/>
                    <a:pt x="185512" y="1244308"/>
                    <a:pt x="167636" y="1244308"/>
                  </a:cubicBezTo>
                  <a:cubicBezTo>
                    <a:pt x="149758" y="1244308"/>
                    <a:pt x="141289" y="1241485"/>
                    <a:pt x="141289" y="1241485"/>
                  </a:cubicBezTo>
                  <a:cubicBezTo>
                    <a:pt x="141289" y="1241485"/>
                    <a:pt x="145994" y="1221726"/>
                    <a:pt x="145052" y="1215139"/>
                  </a:cubicBezTo>
                  <a:cubicBezTo>
                    <a:pt x="144113" y="1208553"/>
                    <a:pt x="140347" y="1201966"/>
                    <a:pt x="137526" y="1191616"/>
                  </a:cubicBezTo>
                  <a:cubicBezTo>
                    <a:pt x="134703" y="1181266"/>
                    <a:pt x="145052" y="1157742"/>
                    <a:pt x="144113" y="1144569"/>
                  </a:cubicBezTo>
                  <a:cubicBezTo>
                    <a:pt x="143171" y="1131396"/>
                    <a:pt x="139408" y="1115400"/>
                    <a:pt x="143171" y="1059030"/>
                  </a:cubicBezTo>
                  <a:cubicBezTo>
                    <a:pt x="146934" y="1002573"/>
                    <a:pt x="147876" y="906684"/>
                    <a:pt x="147876" y="898215"/>
                  </a:cubicBezTo>
                  <a:cubicBezTo>
                    <a:pt x="147876" y="889747"/>
                    <a:pt x="153521" y="880337"/>
                    <a:pt x="154463" y="873751"/>
                  </a:cubicBezTo>
                  <a:cubicBezTo>
                    <a:pt x="155402" y="867164"/>
                    <a:pt x="148816" y="865283"/>
                    <a:pt x="147876" y="852109"/>
                  </a:cubicBezTo>
                  <a:cubicBezTo>
                    <a:pt x="146934" y="838936"/>
                    <a:pt x="145994" y="751515"/>
                    <a:pt x="139408" y="708232"/>
                  </a:cubicBezTo>
                  <a:cubicBezTo>
                    <a:pt x="132821" y="664949"/>
                    <a:pt x="128116" y="650835"/>
                    <a:pt x="134703" y="616106"/>
                  </a:cubicBezTo>
                  <a:cubicBezTo>
                    <a:pt x="141289" y="581291"/>
                    <a:pt x="147876" y="564440"/>
                    <a:pt x="149758" y="554004"/>
                  </a:cubicBezTo>
                  <a:cubicBezTo>
                    <a:pt x="150869" y="547931"/>
                    <a:pt x="151639" y="537409"/>
                    <a:pt x="152067" y="529711"/>
                  </a:cubicBezTo>
                  <a:cubicBezTo>
                    <a:pt x="150186" y="529711"/>
                    <a:pt x="149073" y="529711"/>
                    <a:pt x="148816" y="529540"/>
                  </a:cubicBezTo>
                  <a:cubicBezTo>
                    <a:pt x="144113" y="527658"/>
                    <a:pt x="135642" y="518249"/>
                    <a:pt x="133761" y="513544"/>
                  </a:cubicBezTo>
                  <a:cubicBezTo>
                    <a:pt x="131879" y="508839"/>
                    <a:pt x="138466" y="501312"/>
                    <a:pt x="134703" y="486257"/>
                  </a:cubicBezTo>
                  <a:cubicBezTo>
                    <a:pt x="130939" y="471202"/>
                    <a:pt x="134703" y="459911"/>
                    <a:pt x="134703" y="448619"/>
                  </a:cubicBezTo>
                  <a:cubicBezTo>
                    <a:pt x="134703" y="437328"/>
                    <a:pt x="114003" y="387544"/>
                    <a:pt x="103651" y="382840"/>
                  </a:cubicBezTo>
                  <a:cubicBezTo>
                    <a:pt x="103651" y="382840"/>
                    <a:pt x="104592" y="389426"/>
                    <a:pt x="95182" y="410127"/>
                  </a:cubicBezTo>
                  <a:lnTo>
                    <a:pt x="95182" y="410127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4862AE7F-2141-06AA-5E58-581253C7F021}"/>
                </a:ext>
              </a:extLst>
            </p:cNvPr>
            <p:cNvSpPr/>
            <p:nvPr/>
          </p:nvSpPr>
          <p:spPr>
            <a:xfrm>
              <a:off x="11246669" y="2578813"/>
              <a:ext cx="306661" cy="1287019"/>
            </a:xfrm>
            <a:custGeom>
              <a:avLst/>
              <a:gdLst>
                <a:gd name="connsiteX0" fmla="*/ 1312 w 306661"/>
                <a:gd name="connsiteY0" fmla="*/ 660 h 1287019"/>
                <a:gd name="connsiteX1" fmla="*/ 9267 w 306661"/>
                <a:gd name="connsiteY1" fmla="*/ 2799 h 1287019"/>
                <a:gd name="connsiteX2" fmla="*/ 17478 w 306661"/>
                <a:gd name="connsiteY2" fmla="*/ 3996 h 1287019"/>
                <a:gd name="connsiteX3" fmla="*/ 24750 w 306661"/>
                <a:gd name="connsiteY3" fmla="*/ 318 h 1287019"/>
                <a:gd name="connsiteX4" fmla="*/ 36039 w 306661"/>
                <a:gd name="connsiteY4" fmla="*/ 8530 h 1287019"/>
                <a:gd name="connsiteX5" fmla="*/ 46646 w 306661"/>
                <a:gd name="connsiteY5" fmla="*/ 17683 h 1287019"/>
                <a:gd name="connsiteX6" fmla="*/ 44165 w 306661"/>
                <a:gd name="connsiteY6" fmla="*/ 30428 h 1287019"/>
                <a:gd name="connsiteX7" fmla="*/ 34757 w 306661"/>
                <a:gd name="connsiteY7" fmla="*/ 68493 h 1287019"/>
                <a:gd name="connsiteX8" fmla="*/ 41686 w 306661"/>
                <a:gd name="connsiteY8" fmla="*/ 86371 h 1287019"/>
                <a:gd name="connsiteX9" fmla="*/ 54689 w 306661"/>
                <a:gd name="connsiteY9" fmla="*/ 107585 h 1287019"/>
                <a:gd name="connsiteX10" fmla="*/ 85310 w 306661"/>
                <a:gd name="connsiteY10" fmla="*/ 160106 h 1287019"/>
                <a:gd name="connsiteX11" fmla="*/ 114224 w 306661"/>
                <a:gd name="connsiteY11" fmla="*/ 206383 h 1287019"/>
                <a:gd name="connsiteX12" fmla="*/ 136720 w 306661"/>
                <a:gd name="connsiteY12" fmla="*/ 233755 h 1287019"/>
                <a:gd name="connsiteX13" fmla="*/ 137747 w 306661"/>
                <a:gd name="connsiteY13" fmla="*/ 234867 h 1287019"/>
                <a:gd name="connsiteX14" fmla="*/ 140568 w 306661"/>
                <a:gd name="connsiteY14" fmla="*/ 225373 h 1287019"/>
                <a:gd name="connsiteX15" fmla="*/ 136891 w 306661"/>
                <a:gd name="connsiteY15" fmla="*/ 218102 h 1287019"/>
                <a:gd name="connsiteX16" fmla="*/ 138259 w 306661"/>
                <a:gd name="connsiteY16" fmla="*/ 210831 h 1287019"/>
                <a:gd name="connsiteX17" fmla="*/ 136463 w 306661"/>
                <a:gd name="connsiteY17" fmla="*/ 203475 h 1287019"/>
                <a:gd name="connsiteX18" fmla="*/ 138259 w 306661"/>
                <a:gd name="connsiteY18" fmla="*/ 193894 h 1287019"/>
                <a:gd name="connsiteX19" fmla="*/ 137833 w 306661"/>
                <a:gd name="connsiteY19" fmla="*/ 182004 h 1287019"/>
                <a:gd name="connsiteX20" fmla="*/ 138259 w 306661"/>
                <a:gd name="connsiteY20" fmla="*/ 174220 h 1287019"/>
                <a:gd name="connsiteX21" fmla="*/ 140997 w 306661"/>
                <a:gd name="connsiteY21" fmla="*/ 166949 h 1287019"/>
                <a:gd name="connsiteX22" fmla="*/ 150578 w 306661"/>
                <a:gd name="connsiteY22" fmla="*/ 145992 h 1287019"/>
                <a:gd name="connsiteX23" fmla="*/ 161527 w 306661"/>
                <a:gd name="connsiteY23" fmla="*/ 135471 h 1287019"/>
                <a:gd name="connsiteX24" fmla="*/ 168369 w 306661"/>
                <a:gd name="connsiteY24" fmla="*/ 129568 h 1287019"/>
                <a:gd name="connsiteX25" fmla="*/ 213534 w 306661"/>
                <a:gd name="connsiteY25" fmla="*/ 116823 h 1287019"/>
                <a:gd name="connsiteX26" fmla="*/ 271444 w 306661"/>
                <a:gd name="connsiteY26" fmla="*/ 150611 h 1287019"/>
                <a:gd name="connsiteX27" fmla="*/ 289751 w 306661"/>
                <a:gd name="connsiteY27" fmla="*/ 235038 h 1287019"/>
                <a:gd name="connsiteX28" fmla="*/ 271444 w 306661"/>
                <a:gd name="connsiteY28" fmla="*/ 264293 h 1287019"/>
                <a:gd name="connsiteX29" fmla="*/ 277091 w 306661"/>
                <a:gd name="connsiteY29" fmla="*/ 279262 h 1287019"/>
                <a:gd name="connsiteX30" fmla="*/ 288124 w 306661"/>
                <a:gd name="connsiteY30" fmla="*/ 292093 h 1287019"/>
                <a:gd name="connsiteX31" fmla="*/ 288124 w 306661"/>
                <a:gd name="connsiteY31" fmla="*/ 292093 h 1287019"/>
                <a:gd name="connsiteX32" fmla="*/ 305746 w 306661"/>
                <a:gd name="connsiteY32" fmla="*/ 326053 h 1287019"/>
                <a:gd name="connsiteX33" fmla="*/ 297791 w 306661"/>
                <a:gd name="connsiteY33" fmla="*/ 396024 h 1287019"/>
                <a:gd name="connsiteX34" fmla="*/ 269820 w 306661"/>
                <a:gd name="connsiteY34" fmla="*/ 468476 h 1287019"/>
                <a:gd name="connsiteX35" fmla="*/ 245440 w 306661"/>
                <a:gd name="connsiteY35" fmla="*/ 520826 h 1287019"/>
                <a:gd name="connsiteX36" fmla="*/ 233294 w 306661"/>
                <a:gd name="connsiteY36" fmla="*/ 544521 h 1287019"/>
                <a:gd name="connsiteX37" fmla="*/ 239367 w 306661"/>
                <a:gd name="connsiteY37" fmla="*/ 599865 h 1287019"/>
                <a:gd name="connsiteX38" fmla="*/ 245440 w 306661"/>
                <a:gd name="connsiteY38" fmla="*/ 640667 h 1287019"/>
                <a:gd name="connsiteX39" fmla="*/ 245014 w 306661"/>
                <a:gd name="connsiteY39" fmla="*/ 645799 h 1287019"/>
                <a:gd name="connsiteX40" fmla="*/ 246724 w 306661"/>
                <a:gd name="connsiteY40" fmla="*/ 646142 h 1287019"/>
                <a:gd name="connsiteX41" fmla="*/ 232097 w 306661"/>
                <a:gd name="connsiteY41" fmla="*/ 705762 h 1287019"/>
                <a:gd name="connsiteX42" fmla="*/ 213876 w 306661"/>
                <a:gd name="connsiteY42" fmla="*/ 783689 h 1287019"/>
                <a:gd name="connsiteX43" fmla="*/ 215075 w 306661"/>
                <a:gd name="connsiteY43" fmla="*/ 794638 h 1287019"/>
                <a:gd name="connsiteX44" fmla="*/ 195914 w 306661"/>
                <a:gd name="connsiteY44" fmla="*/ 796862 h 1287019"/>
                <a:gd name="connsiteX45" fmla="*/ 184623 w 306661"/>
                <a:gd name="connsiteY45" fmla="*/ 851864 h 1287019"/>
                <a:gd name="connsiteX46" fmla="*/ 181628 w 306661"/>
                <a:gd name="connsiteY46" fmla="*/ 900536 h 1287019"/>
                <a:gd name="connsiteX47" fmla="*/ 212680 w 306661"/>
                <a:gd name="connsiteY47" fmla="*/ 952287 h 1287019"/>
                <a:gd name="connsiteX48" fmla="*/ 241848 w 306661"/>
                <a:gd name="connsiteY48" fmla="*/ 1044756 h 1287019"/>
                <a:gd name="connsiteX49" fmla="*/ 263747 w 306661"/>
                <a:gd name="connsiteY49" fmla="*/ 1151252 h 1287019"/>
                <a:gd name="connsiteX50" fmla="*/ 283847 w 306661"/>
                <a:gd name="connsiteY50" fmla="*/ 1190772 h 1287019"/>
                <a:gd name="connsiteX51" fmla="*/ 282051 w 306661"/>
                <a:gd name="connsiteY51" fmla="*/ 1227896 h 1287019"/>
                <a:gd name="connsiteX52" fmla="*/ 275379 w 306661"/>
                <a:gd name="connsiteY52" fmla="*/ 1280845 h 1287019"/>
                <a:gd name="connsiteX53" fmla="*/ 270505 w 306661"/>
                <a:gd name="connsiteY53" fmla="*/ 1282641 h 1287019"/>
                <a:gd name="connsiteX54" fmla="*/ 266228 w 306661"/>
                <a:gd name="connsiteY54" fmla="*/ 1249195 h 1287019"/>
                <a:gd name="connsiteX55" fmla="*/ 258271 w 306661"/>
                <a:gd name="connsiteY55" fmla="*/ 1275370 h 1287019"/>
                <a:gd name="connsiteX56" fmla="*/ 243045 w 306661"/>
                <a:gd name="connsiteY56" fmla="*/ 1284523 h 1287019"/>
                <a:gd name="connsiteX57" fmla="*/ 184623 w 306661"/>
                <a:gd name="connsiteY57" fmla="*/ 1282727 h 1287019"/>
                <a:gd name="connsiteX58" fmla="*/ 177351 w 306661"/>
                <a:gd name="connsiteY58" fmla="*/ 1259631 h 1287019"/>
                <a:gd name="connsiteX59" fmla="*/ 199849 w 306661"/>
                <a:gd name="connsiteY59" fmla="*/ 1241411 h 1287019"/>
                <a:gd name="connsiteX60" fmla="*/ 215075 w 306661"/>
                <a:gd name="connsiteY60" fmla="*/ 1190258 h 1287019"/>
                <a:gd name="connsiteX61" fmla="*/ 201045 w 306661"/>
                <a:gd name="connsiteY61" fmla="*/ 1096507 h 1287019"/>
                <a:gd name="connsiteX62" fmla="*/ 176069 w 306661"/>
                <a:gd name="connsiteY62" fmla="*/ 1044756 h 1287019"/>
                <a:gd name="connsiteX63" fmla="*/ 155367 w 306661"/>
                <a:gd name="connsiteY63" fmla="*/ 1157924 h 1287019"/>
                <a:gd name="connsiteX64" fmla="*/ 172988 w 306661"/>
                <a:gd name="connsiteY64" fmla="*/ 1191969 h 1287019"/>
                <a:gd name="connsiteX65" fmla="*/ 167515 w 306661"/>
                <a:gd name="connsiteY65" fmla="*/ 1241839 h 1287019"/>
                <a:gd name="connsiteX66" fmla="*/ 166316 w 306661"/>
                <a:gd name="connsiteY66" fmla="*/ 1266217 h 1287019"/>
                <a:gd name="connsiteX67" fmla="*/ 162638 w 306661"/>
                <a:gd name="connsiteY67" fmla="*/ 1265619 h 1287019"/>
                <a:gd name="connsiteX68" fmla="*/ 152888 w 306661"/>
                <a:gd name="connsiteY68" fmla="*/ 1230890 h 1287019"/>
                <a:gd name="connsiteX69" fmla="*/ 139543 w 306661"/>
                <a:gd name="connsiteY69" fmla="*/ 1257664 h 1287019"/>
                <a:gd name="connsiteX70" fmla="*/ 134667 w 306661"/>
                <a:gd name="connsiteY70" fmla="*/ 1278364 h 1287019"/>
                <a:gd name="connsiteX71" fmla="*/ 105498 w 306661"/>
                <a:gd name="connsiteY71" fmla="*/ 1283839 h 1287019"/>
                <a:gd name="connsiteX72" fmla="*/ 72051 w 306661"/>
                <a:gd name="connsiteY72" fmla="*/ 1280160 h 1287019"/>
                <a:gd name="connsiteX73" fmla="*/ 68973 w 306661"/>
                <a:gd name="connsiteY73" fmla="*/ 1264934 h 1287019"/>
                <a:gd name="connsiteX74" fmla="*/ 75645 w 306661"/>
                <a:gd name="connsiteY74" fmla="*/ 1253985 h 1287019"/>
                <a:gd name="connsiteX75" fmla="*/ 98741 w 306661"/>
                <a:gd name="connsiteY75" fmla="*/ 1239957 h 1287019"/>
                <a:gd name="connsiteX76" fmla="*/ 107209 w 306661"/>
                <a:gd name="connsiteY76" fmla="*/ 1180336 h 1287019"/>
                <a:gd name="connsiteX77" fmla="*/ 103531 w 306661"/>
                <a:gd name="connsiteY77" fmla="*/ 974699 h 1287019"/>
                <a:gd name="connsiteX78" fmla="*/ 104129 w 306661"/>
                <a:gd name="connsiteY78" fmla="*/ 939970 h 1287019"/>
                <a:gd name="connsiteX79" fmla="*/ 97458 w 306661"/>
                <a:gd name="connsiteY79" fmla="*/ 911998 h 1287019"/>
                <a:gd name="connsiteX80" fmla="*/ 88904 w 306661"/>
                <a:gd name="connsiteY80" fmla="*/ 882145 h 1287019"/>
                <a:gd name="connsiteX81" fmla="*/ 64353 w 306661"/>
                <a:gd name="connsiteY81" fmla="*/ 783518 h 1287019"/>
                <a:gd name="connsiteX82" fmla="*/ 43825 w 306661"/>
                <a:gd name="connsiteY82" fmla="*/ 781123 h 1287019"/>
                <a:gd name="connsiteX83" fmla="*/ 44422 w 306661"/>
                <a:gd name="connsiteY83" fmla="*/ 769575 h 1287019"/>
                <a:gd name="connsiteX84" fmla="*/ 52976 w 306661"/>
                <a:gd name="connsiteY84" fmla="*/ 709355 h 1287019"/>
                <a:gd name="connsiteX85" fmla="*/ 71283 w 306661"/>
                <a:gd name="connsiteY85" fmla="*/ 609530 h 1287019"/>
                <a:gd name="connsiteX86" fmla="*/ 73250 w 306661"/>
                <a:gd name="connsiteY86" fmla="*/ 608675 h 1287019"/>
                <a:gd name="connsiteX87" fmla="*/ 71283 w 306661"/>
                <a:gd name="connsiteY87" fmla="*/ 609530 h 1287019"/>
                <a:gd name="connsiteX88" fmla="*/ 72479 w 306661"/>
                <a:gd name="connsiteY88" fmla="*/ 582158 h 1287019"/>
                <a:gd name="connsiteX89" fmla="*/ 90786 w 306661"/>
                <a:gd name="connsiteY89" fmla="*/ 515180 h 1287019"/>
                <a:gd name="connsiteX90" fmla="*/ 124231 w 306661"/>
                <a:gd name="connsiteY90" fmla="*/ 402611 h 1287019"/>
                <a:gd name="connsiteX91" fmla="*/ 166230 w 306661"/>
                <a:gd name="connsiteY91" fmla="*/ 338114 h 1287019"/>
                <a:gd name="connsiteX92" fmla="*/ 91383 w 306661"/>
                <a:gd name="connsiteY92" fmla="*/ 247784 h 1287019"/>
                <a:gd name="connsiteX93" fmla="*/ 66149 w 306661"/>
                <a:gd name="connsiteY93" fmla="*/ 218273 h 1287019"/>
                <a:gd name="connsiteX94" fmla="*/ 29367 w 306661"/>
                <a:gd name="connsiteY94" fmla="*/ 117251 h 1287019"/>
                <a:gd name="connsiteX95" fmla="*/ 22012 w 306661"/>
                <a:gd name="connsiteY95" fmla="*/ 99886 h 1287019"/>
                <a:gd name="connsiteX96" fmla="*/ 9267 w 306661"/>
                <a:gd name="connsiteY96" fmla="*/ 63361 h 1287019"/>
                <a:gd name="connsiteX97" fmla="*/ 5929 w 306661"/>
                <a:gd name="connsiteY97" fmla="*/ 39581 h 1287019"/>
                <a:gd name="connsiteX98" fmla="*/ 4733 w 306661"/>
                <a:gd name="connsiteY98" fmla="*/ 26835 h 1287019"/>
                <a:gd name="connsiteX99" fmla="*/ 1055 w 306661"/>
                <a:gd name="connsiteY99" fmla="*/ 660 h 1287019"/>
                <a:gd name="connsiteX100" fmla="*/ 1055 w 306661"/>
                <a:gd name="connsiteY100" fmla="*/ 660 h 1287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6661" h="1287019">
                  <a:moveTo>
                    <a:pt x="1312" y="660"/>
                  </a:moveTo>
                  <a:cubicBezTo>
                    <a:pt x="1312" y="660"/>
                    <a:pt x="4048" y="-880"/>
                    <a:pt x="9267" y="2799"/>
                  </a:cubicBezTo>
                  <a:cubicBezTo>
                    <a:pt x="9267" y="2799"/>
                    <a:pt x="14740" y="5194"/>
                    <a:pt x="17478" y="3996"/>
                  </a:cubicBezTo>
                  <a:cubicBezTo>
                    <a:pt x="20216" y="2799"/>
                    <a:pt x="19616" y="-1136"/>
                    <a:pt x="24750" y="318"/>
                  </a:cubicBezTo>
                  <a:cubicBezTo>
                    <a:pt x="29881" y="1858"/>
                    <a:pt x="32961" y="6135"/>
                    <a:pt x="36039" y="8530"/>
                  </a:cubicBezTo>
                  <a:cubicBezTo>
                    <a:pt x="39034" y="11011"/>
                    <a:pt x="44850" y="13748"/>
                    <a:pt x="46646" y="17683"/>
                  </a:cubicBezTo>
                  <a:cubicBezTo>
                    <a:pt x="48442" y="21617"/>
                    <a:pt x="47588" y="25296"/>
                    <a:pt x="44165" y="30428"/>
                  </a:cubicBezTo>
                  <a:cubicBezTo>
                    <a:pt x="40830" y="35646"/>
                    <a:pt x="30480" y="53524"/>
                    <a:pt x="34757" y="68493"/>
                  </a:cubicBezTo>
                  <a:cubicBezTo>
                    <a:pt x="39034" y="83377"/>
                    <a:pt x="41686" y="86371"/>
                    <a:pt x="41686" y="86371"/>
                  </a:cubicBezTo>
                  <a:lnTo>
                    <a:pt x="54689" y="107585"/>
                  </a:lnTo>
                  <a:cubicBezTo>
                    <a:pt x="54689" y="107585"/>
                    <a:pt x="70341" y="136326"/>
                    <a:pt x="85310" y="160106"/>
                  </a:cubicBezTo>
                  <a:cubicBezTo>
                    <a:pt x="100194" y="183800"/>
                    <a:pt x="108748" y="195690"/>
                    <a:pt x="114224" y="206383"/>
                  </a:cubicBezTo>
                  <a:cubicBezTo>
                    <a:pt x="119697" y="217075"/>
                    <a:pt x="132785" y="228880"/>
                    <a:pt x="136720" y="233755"/>
                  </a:cubicBezTo>
                  <a:lnTo>
                    <a:pt x="137747" y="234867"/>
                  </a:lnTo>
                  <a:cubicBezTo>
                    <a:pt x="137148" y="230248"/>
                    <a:pt x="140568" y="228880"/>
                    <a:pt x="140568" y="225373"/>
                  </a:cubicBezTo>
                  <a:cubicBezTo>
                    <a:pt x="140568" y="221865"/>
                    <a:pt x="137405" y="222635"/>
                    <a:pt x="136891" y="218102"/>
                  </a:cubicBezTo>
                  <a:cubicBezTo>
                    <a:pt x="136463" y="213568"/>
                    <a:pt x="138259" y="215364"/>
                    <a:pt x="138259" y="210831"/>
                  </a:cubicBezTo>
                  <a:cubicBezTo>
                    <a:pt x="138259" y="206297"/>
                    <a:pt x="138259" y="210831"/>
                    <a:pt x="136463" y="203475"/>
                  </a:cubicBezTo>
                  <a:cubicBezTo>
                    <a:pt x="134667" y="196204"/>
                    <a:pt x="136463" y="199796"/>
                    <a:pt x="138259" y="193894"/>
                  </a:cubicBezTo>
                  <a:cubicBezTo>
                    <a:pt x="140057" y="187992"/>
                    <a:pt x="138259" y="187478"/>
                    <a:pt x="137833" y="182004"/>
                  </a:cubicBezTo>
                  <a:cubicBezTo>
                    <a:pt x="137405" y="176529"/>
                    <a:pt x="136463" y="177898"/>
                    <a:pt x="138259" y="174220"/>
                  </a:cubicBezTo>
                  <a:cubicBezTo>
                    <a:pt x="140057" y="170542"/>
                    <a:pt x="140997" y="172424"/>
                    <a:pt x="140997" y="166949"/>
                  </a:cubicBezTo>
                  <a:cubicBezTo>
                    <a:pt x="140997" y="161475"/>
                    <a:pt x="147840" y="150953"/>
                    <a:pt x="150578" y="145992"/>
                  </a:cubicBezTo>
                  <a:cubicBezTo>
                    <a:pt x="153314" y="140945"/>
                    <a:pt x="158361" y="135471"/>
                    <a:pt x="161527" y="135471"/>
                  </a:cubicBezTo>
                  <a:cubicBezTo>
                    <a:pt x="164691" y="135471"/>
                    <a:pt x="165633" y="135043"/>
                    <a:pt x="168369" y="129568"/>
                  </a:cubicBezTo>
                  <a:cubicBezTo>
                    <a:pt x="171107" y="124094"/>
                    <a:pt x="201217" y="117251"/>
                    <a:pt x="213534" y="116823"/>
                  </a:cubicBezTo>
                  <a:cubicBezTo>
                    <a:pt x="225853" y="116395"/>
                    <a:pt x="245014" y="114513"/>
                    <a:pt x="271444" y="150611"/>
                  </a:cubicBezTo>
                  <a:cubicBezTo>
                    <a:pt x="297962" y="186709"/>
                    <a:pt x="292915" y="224089"/>
                    <a:pt x="289751" y="235038"/>
                  </a:cubicBezTo>
                  <a:cubicBezTo>
                    <a:pt x="286499" y="245987"/>
                    <a:pt x="274268" y="256937"/>
                    <a:pt x="271444" y="264293"/>
                  </a:cubicBezTo>
                  <a:cubicBezTo>
                    <a:pt x="269905" y="268484"/>
                    <a:pt x="273668" y="274729"/>
                    <a:pt x="277091" y="279262"/>
                  </a:cubicBezTo>
                  <a:cubicBezTo>
                    <a:pt x="281537" y="282855"/>
                    <a:pt x="285303" y="287218"/>
                    <a:pt x="288124" y="292093"/>
                  </a:cubicBezTo>
                  <a:lnTo>
                    <a:pt x="288124" y="292093"/>
                  </a:lnTo>
                  <a:cubicBezTo>
                    <a:pt x="288124" y="292093"/>
                    <a:pt x="302753" y="304154"/>
                    <a:pt x="305746" y="326053"/>
                  </a:cubicBezTo>
                  <a:cubicBezTo>
                    <a:pt x="308740" y="347951"/>
                    <a:pt x="303950" y="380199"/>
                    <a:pt x="297791" y="396024"/>
                  </a:cubicBezTo>
                  <a:cubicBezTo>
                    <a:pt x="291718" y="411849"/>
                    <a:pt x="275893" y="458724"/>
                    <a:pt x="269820" y="468476"/>
                  </a:cubicBezTo>
                  <a:cubicBezTo>
                    <a:pt x="263747" y="478227"/>
                    <a:pt x="252198" y="497046"/>
                    <a:pt x="245440" y="520826"/>
                  </a:cubicBezTo>
                  <a:cubicBezTo>
                    <a:pt x="238768" y="544521"/>
                    <a:pt x="234491" y="542125"/>
                    <a:pt x="233294" y="544521"/>
                  </a:cubicBezTo>
                  <a:cubicBezTo>
                    <a:pt x="232097" y="546916"/>
                    <a:pt x="237571" y="579250"/>
                    <a:pt x="239367" y="599865"/>
                  </a:cubicBezTo>
                  <a:cubicBezTo>
                    <a:pt x="241163" y="620565"/>
                    <a:pt x="246039" y="633995"/>
                    <a:pt x="245440" y="640667"/>
                  </a:cubicBezTo>
                  <a:cubicBezTo>
                    <a:pt x="245183" y="643319"/>
                    <a:pt x="245100" y="644858"/>
                    <a:pt x="245014" y="645799"/>
                  </a:cubicBezTo>
                  <a:lnTo>
                    <a:pt x="246724" y="646142"/>
                  </a:lnTo>
                  <a:cubicBezTo>
                    <a:pt x="246724" y="646142"/>
                    <a:pt x="243644" y="690536"/>
                    <a:pt x="232097" y="705762"/>
                  </a:cubicBezTo>
                  <a:cubicBezTo>
                    <a:pt x="220549" y="720989"/>
                    <a:pt x="211995" y="776332"/>
                    <a:pt x="213876" y="783689"/>
                  </a:cubicBezTo>
                  <a:cubicBezTo>
                    <a:pt x="215672" y="790960"/>
                    <a:pt x="215075" y="794638"/>
                    <a:pt x="215075" y="794638"/>
                  </a:cubicBezTo>
                  <a:cubicBezTo>
                    <a:pt x="212080" y="796178"/>
                    <a:pt x="205151" y="796862"/>
                    <a:pt x="195914" y="796862"/>
                  </a:cubicBezTo>
                  <a:cubicBezTo>
                    <a:pt x="194630" y="804475"/>
                    <a:pt x="188900" y="837921"/>
                    <a:pt x="184623" y="851864"/>
                  </a:cubicBezTo>
                  <a:cubicBezTo>
                    <a:pt x="179746" y="867689"/>
                    <a:pt x="176751" y="892068"/>
                    <a:pt x="181628" y="900536"/>
                  </a:cubicBezTo>
                  <a:cubicBezTo>
                    <a:pt x="186504" y="909090"/>
                    <a:pt x="187701" y="921835"/>
                    <a:pt x="212680" y="952287"/>
                  </a:cubicBezTo>
                  <a:cubicBezTo>
                    <a:pt x="212680" y="952287"/>
                    <a:pt x="235775" y="977265"/>
                    <a:pt x="241848" y="1044756"/>
                  </a:cubicBezTo>
                  <a:cubicBezTo>
                    <a:pt x="247921" y="1112332"/>
                    <a:pt x="254593" y="1140902"/>
                    <a:pt x="263747" y="1151252"/>
                  </a:cubicBezTo>
                  <a:cubicBezTo>
                    <a:pt x="272900" y="1161603"/>
                    <a:pt x="281966" y="1175032"/>
                    <a:pt x="283847" y="1190772"/>
                  </a:cubicBezTo>
                  <a:cubicBezTo>
                    <a:pt x="285645" y="1206596"/>
                    <a:pt x="283250" y="1201122"/>
                    <a:pt x="282051" y="1227896"/>
                  </a:cubicBezTo>
                  <a:cubicBezTo>
                    <a:pt x="277177" y="1238845"/>
                    <a:pt x="273497" y="1243721"/>
                    <a:pt x="275379" y="1280845"/>
                  </a:cubicBezTo>
                  <a:lnTo>
                    <a:pt x="270505" y="1282641"/>
                  </a:lnTo>
                  <a:cubicBezTo>
                    <a:pt x="270505" y="1282641"/>
                    <a:pt x="269905" y="1249794"/>
                    <a:pt x="266228" y="1249195"/>
                  </a:cubicBezTo>
                  <a:cubicBezTo>
                    <a:pt x="262548" y="1248596"/>
                    <a:pt x="260153" y="1268698"/>
                    <a:pt x="258271" y="1275370"/>
                  </a:cubicBezTo>
                  <a:cubicBezTo>
                    <a:pt x="256475" y="1282042"/>
                    <a:pt x="253397" y="1284523"/>
                    <a:pt x="243045" y="1284523"/>
                  </a:cubicBezTo>
                  <a:cubicBezTo>
                    <a:pt x="232695" y="1284523"/>
                    <a:pt x="190096" y="1291195"/>
                    <a:pt x="184623" y="1282727"/>
                  </a:cubicBezTo>
                  <a:cubicBezTo>
                    <a:pt x="179147" y="1274173"/>
                    <a:pt x="174273" y="1266303"/>
                    <a:pt x="177351" y="1259631"/>
                  </a:cubicBezTo>
                  <a:cubicBezTo>
                    <a:pt x="180431" y="1252959"/>
                    <a:pt x="189499" y="1252360"/>
                    <a:pt x="199849" y="1241411"/>
                  </a:cubicBezTo>
                  <a:cubicBezTo>
                    <a:pt x="210199" y="1230462"/>
                    <a:pt x="214476" y="1203688"/>
                    <a:pt x="215075" y="1190258"/>
                  </a:cubicBezTo>
                  <a:cubicBezTo>
                    <a:pt x="215672" y="1176829"/>
                    <a:pt x="213876" y="1129354"/>
                    <a:pt x="201045" y="1096507"/>
                  </a:cubicBezTo>
                  <a:cubicBezTo>
                    <a:pt x="201045" y="1096507"/>
                    <a:pt x="181628" y="1053310"/>
                    <a:pt x="176069" y="1044756"/>
                  </a:cubicBezTo>
                  <a:cubicBezTo>
                    <a:pt x="176069" y="1044756"/>
                    <a:pt x="156565" y="1097106"/>
                    <a:pt x="155367" y="1157924"/>
                  </a:cubicBezTo>
                  <a:cubicBezTo>
                    <a:pt x="155367" y="1157924"/>
                    <a:pt x="172988" y="1173749"/>
                    <a:pt x="172988" y="1191969"/>
                  </a:cubicBezTo>
                  <a:cubicBezTo>
                    <a:pt x="172988" y="1210189"/>
                    <a:pt x="168711" y="1229692"/>
                    <a:pt x="167515" y="1241839"/>
                  </a:cubicBezTo>
                  <a:cubicBezTo>
                    <a:pt x="166316" y="1253985"/>
                    <a:pt x="166316" y="1266217"/>
                    <a:pt x="166316" y="1266217"/>
                  </a:cubicBezTo>
                  <a:lnTo>
                    <a:pt x="162638" y="1265619"/>
                  </a:lnTo>
                  <a:cubicBezTo>
                    <a:pt x="162638" y="1265619"/>
                    <a:pt x="157762" y="1230890"/>
                    <a:pt x="152888" y="1230890"/>
                  </a:cubicBezTo>
                  <a:cubicBezTo>
                    <a:pt x="148011" y="1230890"/>
                    <a:pt x="141339" y="1248511"/>
                    <a:pt x="139543" y="1257664"/>
                  </a:cubicBezTo>
                  <a:cubicBezTo>
                    <a:pt x="137747" y="1266816"/>
                    <a:pt x="140740" y="1275370"/>
                    <a:pt x="134667" y="1278364"/>
                  </a:cubicBezTo>
                  <a:cubicBezTo>
                    <a:pt x="128594" y="1281358"/>
                    <a:pt x="120040" y="1283240"/>
                    <a:pt x="105498" y="1283839"/>
                  </a:cubicBezTo>
                  <a:cubicBezTo>
                    <a:pt x="90872" y="1284437"/>
                    <a:pt x="72051" y="1280160"/>
                    <a:pt x="72051" y="1280160"/>
                  </a:cubicBezTo>
                  <a:cubicBezTo>
                    <a:pt x="72051" y="1280160"/>
                    <a:pt x="70255" y="1269211"/>
                    <a:pt x="68973" y="1264934"/>
                  </a:cubicBezTo>
                  <a:cubicBezTo>
                    <a:pt x="67774" y="1260657"/>
                    <a:pt x="73250" y="1255183"/>
                    <a:pt x="75645" y="1253985"/>
                  </a:cubicBezTo>
                  <a:cubicBezTo>
                    <a:pt x="78041" y="1252788"/>
                    <a:pt x="95746" y="1247912"/>
                    <a:pt x="98741" y="1239957"/>
                  </a:cubicBezTo>
                  <a:cubicBezTo>
                    <a:pt x="101821" y="1232087"/>
                    <a:pt x="104814" y="1188804"/>
                    <a:pt x="107209" y="1180336"/>
                  </a:cubicBezTo>
                  <a:cubicBezTo>
                    <a:pt x="109690" y="1171782"/>
                    <a:pt x="106609" y="1014218"/>
                    <a:pt x="103531" y="974699"/>
                  </a:cubicBezTo>
                  <a:cubicBezTo>
                    <a:pt x="103531" y="974699"/>
                    <a:pt x="105927" y="947925"/>
                    <a:pt x="104129" y="939970"/>
                  </a:cubicBezTo>
                  <a:cubicBezTo>
                    <a:pt x="102333" y="932014"/>
                    <a:pt x="97458" y="916275"/>
                    <a:pt x="97458" y="911998"/>
                  </a:cubicBezTo>
                  <a:cubicBezTo>
                    <a:pt x="97458" y="907721"/>
                    <a:pt x="91383" y="891896"/>
                    <a:pt x="88904" y="882145"/>
                  </a:cubicBezTo>
                  <a:cubicBezTo>
                    <a:pt x="86766" y="873676"/>
                    <a:pt x="68887" y="803962"/>
                    <a:pt x="64353" y="783518"/>
                  </a:cubicBezTo>
                  <a:cubicBezTo>
                    <a:pt x="60933" y="782919"/>
                    <a:pt x="43825" y="781123"/>
                    <a:pt x="43825" y="781123"/>
                  </a:cubicBezTo>
                  <a:cubicBezTo>
                    <a:pt x="43825" y="781123"/>
                    <a:pt x="43225" y="778642"/>
                    <a:pt x="44422" y="769575"/>
                  </a:cubicBezTo>
                  <a:cubicBezTo>
                    <a:pt x="45621" y="760422"/>
                    <a:pt x="49298" y="750671"/>
                    <a:pt x="52976" y="709355"/>
                  </a:cubicBezTo>
                  <a:cubicBezTo>
                    <a:pt x="56656" y="667954"/>
                    <a:pt x="71283" y="609530"/>
                    <a:pt x="71283" y="609530"/>
                  </a:cubicBezTo>
                  <a:lnTo>
                    <a:pt x="73250" y="608675"/>
                  </a:lnTo>
                  <a:lnTo>
                    <a:pt x="71283" y="609530"/>
                  </a:lnTo>
                  <a:cubicBezTo>
                    <a:pt x="71283" y="609530"/>
                    <a:pt x="71283" y="591909"/>
                    <a:pt x="72479" y="582158"/>
                  </a:cubicBezTo>
                  <a:cubicBezTo>
                    <a:pt x="73678" y="572406"/>
                    <a:pt x="81633" y="531005"/>
                    <a:pt x="90786" y="515180"/>
                  </a:cubicBezTo>
                  <a:cubicBezTo>
                    <a:pt x="99937" y="499356"/>
                    <a:pt x="118158" y="476260"/>
                    <a:pt x="124231" y="402611"/>
                  </a:cubicBezTo>
                  <a:cubicBezTo>
                    <a:pt x="124231" y="402611"/>
                    <a:pt x="110204" y="380114"/>
                    <a:pt x="166230" y="338114"/>
                  </a:cubicBezTo>
                  <a:cubicBezTo>
                    <a:pt x="156223" y="327165"/>
                    <a:pt x="105070" y="273275"/>
                    <a:pt x="91383" y="247784"/>
                  </a:cubicBezTo>
                  <a:cubicBezTo>
                    <a:pt x="80436" y="235038"/>
                    <a:pt x="68887" y="223747"/>
                    <a:pt x="66149" y="218273"/>
                  </a:cubicBezTo>
                  <a:cubicBezTo>
                    <a:pt x="66149" y="218273"/>
                    <a:pt x="50326" y="189360"/>
                    <a:pt x="29367" y="117251"/>
                  </a:cubicBezTo>
                  <a:cubicBezTo>
                    <a:pt x="29367" y="117251"/>
                    <a:pt x="22780" y="102110"/>
                    <a:pt x="22012" y="99886"/>
                  </a:cubicBezTo>
                  <a:cubicBezTo>
                    <a:pt x="22012" y="99886"/>
                    <a:pt x="13800" y="75251"/>
                    <a:pt x="9267" y="63361"/>
                  </a:cubicBezTo>
                  <a:cubicBezTo>
                    <a:pt x="9267" y="63361"/>
                    <a:pt x="3194" y="56689"/>
                    <a:pt x="5929" y="39581"/>
                  </a:cubicBezTo>
                  <a:cubicBezTo>
                    <a:pt x="5929" y="39581"/>
                    <a:pt x="8068" y="33507"/>
                    <a:pt x="4733" y="26835"/>
                  </a:cubicBezTo>
                  <a:cubicBezTo>
                    <a:pt x="1395" y="20163"/>
                    <a:pt x="-1683" y="1601"/>
                    <a:pt x="1055" y="660"/>
                  </a:cubicBezTo>
                  <a:lnTo>
                    <a:pt x="1055" y="660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63B7ED1-C320-BD27-B880-A0AB8F4848E0}"/>
                </a:ext>
              </a:extLst>
            </p:cNvPr>
            <p:cNvSpPr/>
            <p:nvPr/>
          </p:nvSpPr>
          <p:spPr>
            <a:xfrm>
              <a:off x="10848167" y="2479052"/>
              <a:ext cx="359789" cy="1377963"/>
            </a:xfrm>
            <a:custGeom>
              <a:avLst/>
              <a:gdLst>
                <a:gd name="connsiteX0" fmla="*/ 252087 w 359789"/>
                <a:gd name="connsiteY0" fmla="*/ 88874 h 1377963"/>
                <a:gd name="connsiteX1" fmla="*/ 252087 w 359789"/>
                <a:gd name="connsiteY1" fmla="*/ 88874 h 1377963"/>
                <a:gd name="connsiteX2" fmla="*/ 251830 w 359789"/>
                <a:gd name="connsiteY2" fmla="*/ 86564 h 1377963"/>
                <a:gd name="connsiteX3" fmla="*/ 252001 w 359789"/>
                <a:gd name="connsiteY3" fmla="*/ 88874 h 1377963"/>
                <a:gd name="connsiteX4" fmla="*/ 252001 w 359789"/>
                <a:gd name="connsiteY4" fmla="*/ 88874 h 1377963"/>
                <a:gd name="connsiteX5" fmla="*/ 199992 w 359789"/>
                <a:gd name="connsiteY5" fmla="*/ 1327486 h 1377963"/>
                <a:gd name="connsiteX6" fmla="*/ 202987 w 359789"/>
                <a:gd name="connsiteY6" fmla="*/ 1364182 h 1377963"/>
                <a:gd name="connsiteX7" fmla="*/ 201104 w 359789"/>
                <a:gd name="connsiteY7" fmla="*/ 1373506 h 1377963"/>
                <a:gd name="connsiteX8" fmla="*/ 134384 w 359789"/>
                <a:gd name="connsiteY8" fmla="*/ 1377184 h 1377963"/>
                <a:gd name="connsiteX9" fmla="*/ 125145 w 359789"/>
                <a:gd name="connsiteY9" fmla="*/ 1367946 h 1377963"/>
                <a:gd name="connsiteX10" fmla="*/ 93667 w 359789"/>
                <a:gd name="connsiteY10" fmla="*/ 1375388 h 1377963"/>
                <a:gd name="connsiteX11" fmla="*/ 0 w 359789"/>
                <a:gd name="connsiteY11" fmla="*/ 1360590 h 1377963"/>
                <a:gd name="connsiteX12" fmla="*/ 4619 w 359789"/>
                <a:gd name="connsiteY12" fmla="*/ 1339718 h 1377963"/>
                <a:gd name="connsiteX13" fmla="*/ 18563 w 359789"/>
                <a:gd name="connsiteY13" fmla="*/ 1334158 h 1377963"/>
                <a:gd name="connsiteX14" fmla="*/ 76986 w 359789"/>
                <a:gd name="connsiteY14" fmla="*/ 1323979 h 1377963"/>
                <a:gd name="connsiteX15" fmla="*/ 78869 w 359789"/>
                <a:gd name="connsiteY15" fmla="*/ 1314741 h 1377963"/>
                <a:gd name="connsiteX16" fmla="*/ 92811 w 359789"/>
                <a:gd name="connsiteY16" fmla="*/ 1285058 h 1377963"/>
                <a:gd name="connsiteX17" fmla="*/ 85370 w 359789"/>
                <a:gd name="connsiteY17" fmla="*/ 1259140 h 1377963"/>
                <a:gd name="connsiteX18" fmla="*/ 109491 w 359789"/>
                <a:gd name="connsiteY18" fmla="*/ 1184977 h 1377963"/>
                <a:gd name="connsiteX19" fmla="*/ 67749 w 359789"/>
                <a:gd name="connsiteY19" fmla="*/ 880884 h 1377963"/>
                <a:gd name="connsiteX20" fmla="*/ 68688 w 359789"/>
                <a:gd name="connsiteY20" fmla="*/ 788159 h 1377963"/>
                <a:gd name="connsiteX21" fmla="*/ 57570 w 359789"/>
                <a:gd name="connsiteY21" fmla="*/ 786277 h 1377963"/>
                <a:gd name="connsiteX22" fmla="*/ 32505 w 359789"/>
                <a:gd name="connsiteY22" fmla="*/ 676872 h 1377963"/>
                <a:gd name="connsiteX23" fmla="*/ 50127 w 359789"/>
                <a:gd name="connsiteY23" fmla="*/ 489626 h 1377963"/>
                <a:gd name="connsiteX24" fmla="*/ 83487 w 359789"/>
                <a:gd name="connsiteY24" fmla="*/ 407166 h 1377963"/>
                <a:gd name="connsiteX25" fmla="*/ 82547 w 359789"/>
                <a:gd name="connsiteY25" fmla="*/ 383985 h 1377963"/>
                <a:gd name="connsiteX26" fmla="*/ 106670 w 359789"/>
                <a:gd name="connsiteY26" fmla="*/ 346091 h 1377963"/>
                <a:gd name="connsiteX27" fmla="*/ 105385 w 359789"/>
                <a:gd name="connsiteY27" fmla="*/ 344808 h 1377963"/>
                <a:gd name="connsiteX28" fmla="*/ 95463 w 359789"/>
                <a:gd name="connsiteY28" fmla="*/ 341985 h 1377963"/>
                <a:gd name="connsiteX29" fmla="*/ 89562 w 359789"/>
                <a:gd name="connsiteY29" fmla="*/ 338307 h 1377963"/>
                <a:gd name="connsiteX30" fmla="*/ 79980 w 359789"/>
                <a:gd name="connsiteY30" fmla="*/ 325048 h 1377963"/>
                <a:gd name="connsiteX31" fmla="*/ 64240 w 359789"/>
                <a:gd name="connsiteY31" fmla="*/ 301611 h 1377963"/>
                <a:gd name="connsiteX32" fmla="*/ 58082 w 359789"/>
                <a:gd name="connsiteY32" fmla="*/ 285187 h 1377963"/>
                <a:gd name="connsiteX33" fmla="*/ 55260 w 359789"/>
                <a:gd name="connsiteY33" fmla="*/ 274067 h 1377963"/>
                <a:gd name="connsiteX34" fmla="*/ 49699 w 359789"/>
                <a:gd name="connsiteY34" fmla="*/ 265684 h 1377963"/>
                <a:gd name="connsiteX35" fmla="*/ 48759 w 359789"/>
                <a:gd name="connsiteY35" fmla="*/ 259183 h 1377963"/>
                <a:gd name="connsiteX36" fmla="*/ 48417 w 359789"/>
                <a:gd name="connsiteY36" fmla="*/ 257985 h 1377963"/>
                <a:gd name="connsiteX37" fmla="*/ 44397 w 359789"/>
                <a:gd name="connsiteY37" fmla="*/ 240364 h 1377963"/>
                <a:gd name="connsiteX38" fmla="*/ 40376 w 359789"/>
                <a:gd name="connsiteY38" fmla="*/ 233607 h 1377963"/>
                <a:gd name="connsiteX39" fmla="*/ 34216 w 359789"/>
                <a:gd name="connsiteY39" fmla="*/ 228645 h 1377963"/>
                <a:gd name="connsiteX40" fmla="*/ 31138 w 359789"/>
                <a:gd name="connsiteY40" fmla="*/ 221888 h 1377963"/>
                <a:gd name="connsiteX41" fmla="*/ 33276 w 359789"/>
                <a:gd name="connsiteY41" fmla="*/ 212649 h 1377963"/>
                <a:gd name="connsiteX42" fmla="*/ 35415 w 359789"/>
                <a:gd name="connsiteY42" fmla="*/ 204609 h 1377963"/>
                <a:gd name="connsiteX43" fmla="*/ 40376 w 359789"/>
                <a:gd name="connsiteY43" fmla="*/ 196568 h 1377963"/>
                <a:gd name="connsiteX44" fmla="*/ 45336 w 359789"/>
                <a:gd name="connsiteY44" fmla="*/ 189126 h 1377963"/>
                <a:gd name="connsiteX45" fmla="*/ 50898 w 359789"/>
                <a:gd name="connsiteY45" fmla="*/ 183908 h 1377963"/>
                <a:gd name="connsiteX46" fmla="*/ 56457 w 359789"/>
                <a:gd name="connsiteY46" fmla="*/ 175525 h 1377963"/>
                <a:gd name="connsiteX47" fmla="*/ 72197 w 359789"/>
                <a:gd name="connsiteY47" fmla="*/ 166287 h 1377963"/>
                <a:gd name="connsiteX48" fmla="*/ 84514 w 359789"/>
                <a:gd name="connsiteY48" fmla="*/ 161924 h 1377963"/>
                <a:gd name="connsiteX49" fmla="*/ 87594 w 359789"/>
                <a:gd name="connsiteY49" fmla="*/ 158246 h 1377963"/>
                <a:gd name="connsiteX50" fmla="*/ 95292 w 359789"/>
                <a:gd name="connsiteY50" fmla="*/ 156707 h 1377963"/>
                <a:gd name="connsiteX51" fmla="*/ 104872 w 359789"/>
                <a:gd name="connsiteY51" fmla="*/ 153627 h 1377963"/>
                <a:gd name="connsiteX52" fmla="*/ 129936 w 359789"/>
                <a:gd name="connsiteY52" fmla="*/ 155766 h 1377963"/>
                <a:gd name="connsiteX53" fmla="*/ 134213 w 359789"/>
                <a:gd name="connsiteY53" fmla="*/ 160128 h 1377963"/>
                <a:gd name="connsiteX54" fmla="*/ 145334 w 359789"/>
                <a:gd name="connsiteY54" fmla="*/ 161411 h 1377963"/>
                <a:gd name="connsiteX55" fmla="*/ 150893 w 359789"/>
                <a:gd name="connsiteY55" fmla="*/ 170650 h 1377963"/>
                <a:gd name="connsiteX56" fmla="*/ 157394 w 359789"/>
                <a:gd name="connsiteY56" fmla="*/ 177493 h 1377963"/>
                <a:gd name="connsiteX57" fmla="*/ 168172 w 359789"/>
                <a:gd name="connsiteY57" fmla="*/ 197851 h 1377963"/>
                <a:gd name="connsiteX58" fmla="*/ 175870 w 359789"/>
                <a:gd name="connsiteY58" fmla="*/ 214873 h 1377963"/>
                <a:gd name="connsiteX59" fmla="*/ 177411 w 359789"/>
                <a:gd name="connsiteY59" fmla="*/ 228132 h 1377963"/>
                <a:gd name="connsiteX60" fmla="*/ 178950 w 359789"/>
                <a:gd name="connsiteY60" fmla="*/ 244556 h 1377963"/>
                <a:gd name="connsiteX61" fmla="*/ 181602 w 359789"/>
                <a:gd name="connsiteY61" fmla="*/ 263716 h 1377963"/>
                <a:gd name="connsiteX62" fmla="*/ 184595 w 359789"/>
                <a:gd name="connsiteY62" fmla="*/ 261493 h 1377963"/>
                <a:gd name="connsiteX63" fmla="*/ 192038 w 359789"/>
                <a:gd name="connsiteY63" fmla="*/ 256446 h 1377963"/>
                <a:gd name="connsiteX64" fmla="*/ 195287 w 359789"/>
                <a:gd name="connsiteY64" fmla="*/ 254478 h 1377963"/>
                <a:gd name="connsiteX65" fmla="*/ 199051 w 359789"/>
                <a:gd name="connsiteY65" fmla="*/ 201615 h 1377963"/>
                <a:gd name="connsiteX66" fmla="*/ 197169 w 359789"/>
                <a:gd name="connsiteY66" fmla="*/ 142250 h 1377963"/>
                <a:gd name="connsiteX67" fmla="*/ 202131 w 359789"/>
                <a:gd name="connsiteY67" fmla="*/ 96487 h 1377963"/>
                <a:gd name="connsiteX68" fmla="*/ 202131 w 359789"/>
                <a:gd name="connsiteY68" fmla="*/ 95204 h 1377963"/>
                <a:gd name="connsiteX69" fmla="*/ 208290 w 359789"/>
                <a:gd name="connsiteY69" fmla="*/ 88703 h 1377963"/>
                <a:gd name="connsiteX70" fmla="*/ 209060 w 359789"/>
                <a:gd name="connsiteY70" fmla="*/ 90413 h 1377963"/>
                <a:gd name="connsiteX71" fmla="*/ 205552 w 359789"/>
                <a:gd name="connsiteY71" fmla="*/ 72022 h 1377963"/>
                <a:gd name="connsiteX72" fmla="*/ 181431 w 359789"/>
                <a:gd name="connsiteY72" fmla="*/ 55342 h 1377963"/>
                <a:gd name="connsiteX73" fmla="*/ 172792 w 359789"/>
                <a:gd name="connsiteY73" fmla="*/ 33701 h 1377963"/>
                <a:gd name="connsiteX74" fmla="*/ 175870 w 359789"/>
                <a:gd name="connsiteY74" fmla="*/ 20100 h 1377963"/>
                <a:gd name="connsiteX75" fmla="*/ 181431 w 359789"/>
                <a:gd name="connsiteY75" fmla="*/ 13941 h 1377963"/>
                <a:gd name="connsiteX76" fmla="*/ 186990 w 359789"/>
                <a:gd name="connsiteY76" fmla="*/ 939 h 1377963"/>
                <a:gd name="connsiteX77" fmla="*/ 196912 w 359789"/>
                <a:gd name="connsiteY77" fmla="*/ 4617 h 1377963"/>
                <a:gd name="connsiteX78" fmla="*/ 211113 w 359789"/>
                <a:gd name="connsiteY78" fmla="*/ 939 h 1377963"/>
                <a:gd name="connsiteX79" fmla="*/ 221634 w 359789"/>
                <a:gd name="connsiteY79" fmla="*/ 340 h 1377963"/>
                <a:gd name="connsiteX80" fmla="*/ 227793 w 359789"/>
                <a:gd name="connsiteY80" fmla="*/ 3420 h 1377963"/>
                <a:gd name="connsiteX81" fmla="*/ 245757 w 359789"/>
                <a:gd name="connsiteY81" fmla="*/ 17020 h 1377963"/>
                <a:gd name="connsiteX82" fmla="*/ 249435 w 359789"/>
                <a:gd name="connsiteY82" fmla="*/ 38063 h 1377963"/>
                <a:gd name="connsiteX83" fmla="*/ 247553 w 359789"/>
                <a:gd name="connsiteY83" fmla="*/ 54743 h 1377963"/>
                <a:gd name="connsiteX84" fmla="*/ 250034 w 359789"/>
                <a:gd name="connsiteY84" fmla="*/ 72621 h 1377963"/>
                <a:gd name="connsiteX85" fmla="*/ 251402 w 359789"/>
                <a:gd name="connsiteY85" fmla="*/ 84169 h 1377963"/>
                <a:gd name="connsiteX86" fmla="*/ 251059 w 359789"/>
                <a:gd name="connsiteY86" fmla="*/ 80491 h 1377963"/>
                <a:gd name="connsiteX87" fmla="*/ 262865 w 359789"/>
                <a:gd name="connsiteY87" fmla="*/ 85880 h 1377963"/>
                <a:gd name="connsiteX88" fmla="*/ 263548 w 359789"/>
                <a:gd name="connsiteY88" fmla="*/ 96144 h 1377963"/>
                <a:gd name="connsiteX89" fmla="*/ 272273 w 359789"/>
                <a:gd name="connsiteY89" fmla="*/ 112568 h 1377963"/>
                <a:gd name="connsiteX90" fmla="*/ 273215 w 359789"/>
                <a:gd name="connsiteY90" fmla="*/ 140369 h 1377963"/>
                <a:gd name="connsiteX91" fmla="*/ 274155 w 359789"/>
                <a:gd name="connsiteY91" fmla="*/ 172873 h 1377963"/>
                <a:gd name="connsiteX92" fmla="*/ 276978 w 359789"/>
                <a:gd name="connsiteY92" fmla="*/ 187672 h 1377963"/>
                <a:gd name="connsiteX93" fmla="*/ 278860 w 359789"/>
                <a:gd name="connsiteY93" fmla="*/ 203411 h 1377963"/>
                <a:gd name="connsiteX94" fmla="*/ 284419 w 359789"/>
                <a:gd name="connsiteY94" fmla="*/ 234034 h 1377963"/>
                <a:gd name="connsiteX95" fmla="*/ 279373 w 359789"/>
                <a:gd name="connsiteY95" fmla="*/ 249260 h 1377963"/>
                <a:gd name="connsiteX96" fmla="*/ 276122 w 359789"/>
                <a:gd name="connsiteY96" fmla="*/ 260894 h 1377963"/>
                <a:gd name="connsiteX97" fmla="*/ 272359 w 359789"/>
                <a:gd name="connsiteY97" fmla="*/ 267993 h 1377963"/>
                <a:gd name="connsiteX98" fmla="*/ 272359 w 359789"/>
                <a:gd name="connsiteY98" fmla="*/ 269191 h 1377963"/>
                <a:gd name="connsiteX99" fmla="*/ 276978 w 359789"/>
                <a:gd name="connsiteY99" fmla="*/ 281252 h 1377963"/>
                <a:gd name="connsiteX100" fmla="*/ 286217 w 359789"/>
                <a:gd name="connsiteY100" fmla="*/ 309993 h 1377963"/>
                <a:gd name="connsiteX101" fmla="*/ 279716 w 359789"/>
                <a:gd name="connsiteY101" fmla="*/ 362857 h 1377963"/>
                <a:gd name="connsiteX102" fmla="*/ 276978 w 359789"/>
                <a:gd name="connsiteY102" fmla="*/ 486205 h 1377963"/>
                <a:gd name="connsiteX103" fmla="*/ 275096 w 359789"/>
                <a:gd name="connsiteY103" fmla="*/ 535304 h 1377963"/>
                <a:gd name="connsiteX104" fmla="*/ 303837 w 359789"/>
                <a:gd name="connsiteY104" fmla="*/ 602966 h 1377963"/>
                <a:gd name="connsiteX105" fmla="*/ 313076 w 359789"/>
                <a:gd name="connsiteY105" fmla="*/ 629826 h 1377963"/>
                <a:gd name="connsiteX106" fmla="*/ 286217 w 359789"/>
                <a:gd name="connsiteY106" fmla="*/ 638208 h 1377963"/>
                <a:gd name="connsiteX107" fmla="*/ 285275 w 359789"/>
                <a:gd name="connsiteY107" fmla="*/ 684571 h 1377963"/>
                <a:gd name="connsiteX108" fmla="*/ 288099 w 359789"/>
                <a:gd name="connsiteY108" fmla="*/ 716135 h 1377963"/>
                <a:gd name="connsiteX109" fmla="*/ 283479 w 359789"/>
                <a:gd name="connsiteY109" fmla="*/ 742053 h 1377963"/>
                <a:gd name="connsiteX110" fmla="*/ 280656 w 359789"/>
                <a:gd name="connsiteY110" fmla="*/ 772677 h 1377963"/>
                <a:gd name="connsiteX111" fmla="*/ 271419 w 359789"/>
                <a:gd name="connsiteY111" fmla="*/ 802359 h 1377963"/>
                <a:gd name="connsiteX112" fmla="*/ 271419 w 359789"/>
                <a:gd name="connsiteY112" fmla="*/ 851459 h 1377963"/>
                <a:gd name="connsiteX113" fmla="*/ 269535 w 359789"/>
                <a:gd name="connsiteY113" fmla="*/ 933919 h 1377963"/>
                <a:gd name="connsiteX114" fmla="*/ 279716 w 359789"/>
                <a:gd name="connsiteY114" fmla="*/ 1004403 h 1377963"/>
                <a:gd name="connsiteX115" fmla="*/ 319577 w 359789"/>
                <a:gd name="connsiteY115" fmla="*/ 1137930 h 1377963"/>
                <a:gd name="connsiteX116" fmla="*/ 334375 w 359789"/>
                <a:gd name="connsiteY116" fmla="*/ 1260337 h 1377963"/>
                <a:gd name="connsiteX117" fmla="*/ 346435 w 359789"/>
                <a:gd name="connsiteY117" fmla="*/ 1290960 h 1377963"/>
                <a:gd name="connsiteX118" fmla="*/ 356616 w 359789"/>
                <a:gd name="connsiteY118" fmla="*/ 1304903 h 1377963"/>
                <a:gd name="connsiteX119" fmla="*/ 357556 w 359789"/>
                <a:gd name="connsiteY119" fmla="*/ 1318846 h 1377963"/>
                <a:gd name="connsiteX120" fmla="*/ 357556 w 359789"/>
                <a:gd name="connsiteY120" fmla="*/ 1346647 h 1377963"/>
                <a:gd name="connsiteX121" fmla="*/ 357556 w 359789"/>
                <a:gd name="connsiteY121" fmla="*/ 1367005 h 1377963"/>
                <a:gd name="connsiteX122" fmla="*/ 322314 w 359789"/>
                <a:gd name="connsiteY122" fmla="*/ 1377184 h 1377963"/>
                <a:gd name="connsiteX123" fmla="*/ 227793 w 359789"/>
                <a:gd name="connsiteY123" fmla="*/ 1375302 h 1377963"/>
                <a:gd name="connsiteX124" fmla="*/ 224115 w 359789"/>
                <a:gd name="connsiteY124" fmla="*/ 1362386 h 1377963"/>
                <a:gd name="connsiteX125" fmla="*/ 232498 w 359789"/>
                <a:gd name="connsiteY125" fmla="*/ 1350325 h 1377963"/>
                <a:gd name="connsiteX126" fmla="*/ 255679 w 359789"/>
                <a:gd name="connsiteY126" fmla="*/ 1337323 h 1377963"/>
                <a:gd name="connsiteX127" fmla="*/ 264918 w 359789"/>
                <a:gd name="connsiteY127" fmla="*/ 1325262 h 1377963"/>
                <a:gd name="connsiteX128" fmla="*/ 239853 w 359789"/>
                <a:gd name="connsiteY128" fmla="*/ 1307641 h 1377963"/>
                <a:gd name="connsiteX129" fmla="*/ 231470 w 359789"/>
                <a:gd name="connsiteY129" fmla="*/ 1224154 h 1377963"/>
                <a:gd name="connsiteX130" fmla="*/ 205552 w 359789"/>
                <a:gd name="connsiteY130" fmla="*/ 1159230 h 1377963"/>
                <a:gd name="connsiteX131" fmla="*/ 204612 w 359789"/>
                <a:gd name="connsiteY131" fmla="*/ 1185576 h 1377963"/>
                <a:gd name="connsiteX132" fmla="*/ 203756 w 359789"/>
                <a:gd name="connsiteY132" fmla="*/ 1195670 h 1377963"/>
                <a:gd name="connsiteX133" fmla="*/ 200078 w 359789"/>
                <a:gd name="connsiteY133" fmla="*/ 1225951 h 1377963"/>
                <a:gd name="connsiteX134" fmla="*/ 188958 w 359789"/>
                <a:gd name="connsiteY134" fmla="*/ 1269490 h 1377963"/>
                <a:gd name="connsiteX135" fmla="*/ 195116 w 359789"/>
                <a:gd name="connsiteY135" fmla="*/ 1281551 h 1377963"/>
                <a:gd name="connsiteX136" fmla="*/ 199821 w 359789"/>
                <a:gd name="connsiteY136" fmla="*/ 1289506 h 1377963"/>
                <a:gd name="connsiteX137" fmla="*/ 200164 w 359789"/>
                <a:gd name="connsiteY137" fmla="*/ 1293612 h 1377963"/>
                <a:gd name="connsiteX138" fmla="*/ 197083 w 359789"/>
                <a:gd name="connsiteY138" fmla="*/ 1317307 h 1377963"/>
                <a:gd name="connsiteX139" fmla="*/ 199992 w 359789"/>
                <a:gd name="connsiteY139" fmla="*/ 1327828 h 1377963"/>
                <a:gd name="connsiteX140" fmla="*/ 199992 w 359789"/>
                <a:gd name="connsiteY140" fmla="*/ 1327828 h 1377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</a:cxnLst>
              <a:rect l="l" t="t" r="r" b="b"/>
              <a:pathLst>
                <a:path w="359789" h="1377963">
                  <a:moveTo>
                    <a:pt x="252087" y="88874"/>
                  </a:moveTo>
                  <a:lnTo>
                    <a:pt x="252087" y="88874"/>
                  </a:lnTo>
                  <a:cubicBezTo>
                    <a:pt x="252087" y="88874"/>
                    <a:pt x="251830" y="86564"/>
                    <a:pt x="251830" y="86564"/>
                  </a:cubicBezTo>
                  <a:lnTo>
                    <a:pt x="252001" y="88874"/>
                  </a:lnTo>
                  <a:lnTo>
                    <a:pt x="252001" y="88874"/>
                  </a:lnTo>
                  <a:close/>
                  <a:moveTo>
                    <a:pt x="199992" y="1327486"/>
                  </a:moveTo>
                  <a:cubicBezTo>
                    <a:pt x="202559" y="1337237"/>
                    <a:pt x="204355" y="1357083"/>
                    <a:pt x="202987" y="1364182"/>
                  </a:cubicBezTo>
                  <a:lnTo>
                    <a:pt x="201104" y="1373506"/>
                  </a:lnTo>
                  <a:cubicBezTo>
                    <a:pt x="201104" y="1373506"/>
                    <a:pt x="135923" y="1378468"/>
                    <a:pt x="134384" y="1377184"/>
                  </a:cubicBezTo>
                  <a:cubicBezTo>
                    <a:pt x="130705" y="1377184"/>
                    <a:pt x="133442" y="1366064"/>
                    <a:pt x="125145" y="1367946"/>
                  </a:cubicBezTo>
                  <a:cubicBezTo>
                    <a:pt x="116848" y="1369828"/>
                    <a:pt x="102904" y="1375388"/>
                    <a:pt x="93667" y="1375388"/>
                  </a:cubicBezTo>
                  <a:cubicBezTo>
                    <a:pt x="84429" y="1375388"/>
                    <a:pt x="14886" y="1372565"/>
                    <a:pt x="0" y="1360590"/>
                  </a:cubicBezTo>
                  <a:cubicBezTo>
                    <a:pt x="0" y="1360590"/>
                    <a:pt x="942" y="1343482"/>
                    <a:pt x="4619" y="1339718"/>
                  </a:cubicBezTo>
                  <a:cubicBezTo>
                    <a:pt x="8299" y="1336040"/>
                    <a:pt x="12062" y="1333217"/>
                    <a:pt x="18563" y="1334158"/>
                  </a:cubicBezTo>
                  <a:cubicBezTo>
                    <a:pt x="25065" y="1335099"/>
                    <a:pt x="59366" y="1338777"/>
                    <a:pt x="76986" y="1323979"/>
                  </a:cubicBezTo>
                  <a:cubicBezTo>
                    <a:pt x="76986" y="1323979"/>
                    <a:pt x="76046" y="1319360"/>
                    <a:pt x="78869" y="1314741"/>
                  </a:cubicBezTo>
                  <a:cubicBezTo>
                    <a:pt x="81691" y="1310121"/>
                    <a:pt x="99227" y="1297119"/>
                    <a:pt x="92811" y="1285058"/>
                  </a:cubicBezTo>
                  <a:cubicBezTo>
                    <a:pt x="86310" y="1272997"/>
                    <a:pt x="83572" y="1266496"/>
                    <a:pt x="85370" y="1259140"/>
                  </a:cubicBezTo>
                  <a:cubicBezTo>
                    <a:pt x="87166" y="1251698"/>
                    <a:pt x="116848" y="1204480"/>
                    <a:pt x="109491" y="1184977"/>
                  </a:cubicBezTo>
                  <a:cubicBezTo>
                    <a:pt x="102050" y="1165474"/>
                    <a:pt x="67749" y="1017320"/>
                    <a:pt x="67749" y="880884"/>
                  </a:cubicBezTo>
                  <a:cubicBezTo>
                    <a:pt x="67749" y="878061"/>
                    <a:pt x="61248" y="857703"/>
                    <a:pt x="68688" y="788159"/>
                  </a:cubicBezTo>
                  <a:cubicBezTo>
                    <a:pt x="68688" y="788159"/>
                    <a:pt x="62187" y="790896"/>
                    <a:pt x="57570" y="786277"/>
                  </a:cubicBezTo>
                  <a:cubicBezTo>
                    <a:pt x="52951" y="781658"/>
                    <a:pt x="31651" y="752917"/>
                    <a:pt x="32505" y="676872"/>
                  </a:cubicBezTo>
                  <a:cubicBezTo>
                    <a:pt x="33447" y="600828"/>
                    <a:pt x="29684" y="560025"/>
                    <a:pt x="50127" y="489626"/>
                  </a:cubicBezTo>
                  <a:cubicBezTo>
                    <a:pt x="70487" y="419142"/>
                    <a:pt x="76986" y="418286"/>
                    <a:pt x="83487" y="407166"/>
                  </a:cubicBezTo>
                  <a:cubicBezTo>
                    <a:pt x="83487" y="407166"/>
                    <a:pt x="83487" y="392368"/>
                    <a:pt x="82547" y="383985"/>
                  </a:cubicBezTo>
                  <a:cubicBezTo>
                    <a:pt x="82547" y="383985"/>
                    <a:pt x="91700" y="367647"/>
                    <a:pt x="106670" y="346091"/>
                  </a:cubicBezTo>
                  <a:lnTo>
                    <a:pt x="105385" y="344808"/>
                  </a:lnTo>
                  <a:cubicBezTo>
                    <a:pt x="103247" y="342669"/>
                    <a:pt x="99227" y="342327"/>
                    <a:pt x="95463" y="341985"/>
                  </a:cubicBezTo>
                  <a:cubicBezTo>
                    <a:pt x="92982" y="341754"/>
                    <a:pt x="91015" y="340531"/>
                    <a:pt x="89562" y="338307"/>
                  </a:cubicBezTo>
                  <a:cubicBezTo>
                    <a:pt x="87423" y="334885"/>
                    <a:pt x="85540" y="330865"/>
                    <a:pt x="79980" y="325048"/>
                  </a:cubicBezTo>
                  <a:cubicBezTo>
                    <a:pt x="74421" y="319146"/>
                    <a:pt x="68860" y="308625"/>
                    <a:pt x="64240" y="301611"/>
                  </a:cubicBezTo>
                  <a:cubicBezTo>
                    <a:pt x="59623" y="294511"/>
                    <a:pt x="58339" y="288608"/>
                    <a:pt x="58082" y="285187"/>
                  </a:cubicBezTo>
                  <a:cubicBezTo>
                    <a:pt x="57739" y="281765"/>
                    <a:pt x="57142" y="277488"/>
                    <a:pt x="55260" y="274067"/>
                  </a:cubicBezTo>
                  <a:cubicBezTo>
                    <a:pt x="53379" y="270645"/>
                    <a:pt x="50898" y="269105"/>
                    <a:pt x="49699" y="265684"/>
                  </a:cubicBezTo>
                  <a:cubicBezTo>
                    <a:pt x="48417" y="262262"/>
                    <a:pt x="48759" y="259183"/>
                    <a:pt x="48759" y="259183"/>
                  </a:cubicBezTo>
                  <a:cubicBezTo>
                    <a:pt x="48759" y="259183"/>
                    <a:pt x="49699" y="262262"/>
                    <a:pt x="48417" y="257985"/>
                  </a:cubicBezTo>
                  <a:cubicBezTo>
                    <a:pt x="47218" y="253623"/>
                    <a:pt x="45593" y="245325"/>
                    <a:pt x="44397" y="240364"/>
                  </a:cubicBezTo>
                  <a:cubicBezTo>
                    <a:pt x="43198" y="235403"/>
                    <a:pt x="41916" y="237541"/>
                    <a:pt x="40376" y="233607"/>
                  </a:cubicBezTo>
                  <a:cubicBezTo>
                    <a:pt x="38835" y="229586"/>
                    <a:pt x="38238" y="230784"/>
                    <a:pt x="34216" y="228645"/>
                  </a:cubicBezTo>
                  <a:cubicBezTo>
                    <a:pt x="30196" y="226507"/>
                    <a:pt x="31480" y="224283"/>
                    <a:pt x="31138" y="221888"/>
                  </a:cubicBezTo>
                  <a:cubicBezTo>
                    <a:pt x="30795" y="219407"/>
                    <a:pt x="30795" y="215729"/>
                    <a:pt x="33276" y="212649"/>
                  </a:cubicBezTo>
                  <a:cubicBezTo>
                    <a:pt x="35757" y="209570"/>
                    <a:pt x="33875" y="208287"/>
                    <a:pt x="35415" y="204609"/>
                  </a:cubicBezTo>
                  <a:cubicBezTo>
                    <a:pt x="36954" y="200930"/>
                    <a:pt x="37296" y="199990"/>
                    <a:pt x="40376" y="196568"/>
                  </a:cubicBezTo>
                  <a:cubicBezTo>
                    <a:pt x="43455" y="193146"/>
                    <a:pt x="42855" y="192291"/>
                    <a:pt x="45336" y="189126"/>
                  </a:cubicBezTo>
                  <a:cubicBezTo>
                    <a:pt x="47817" y="186047"/>
                    <a:pt x="46535" y="185448"/>
                    <a:pt x="50898" y="183908"/>
                  </a:cubicBezTo>
                  <a:cubicBezTo>
                    <a:pt x="55260" y="182368"/>
                    <a:pt x="55517" y="177749"/>
                    <a:pt x="56457" y="175525"/>
                  </a:cubicBezTo>
                  <a:cubicBezTo>
                    <a:pt x="57399" y="173387"/>
                    <a:pt x="67577" y="168083"/>
                    <a:pt x="72197" y="166287"/>
                  </a:cubicBezTo>
                  <a:cubicBezTo>
                    <a:pt x="76816" y="164405"/>
                    <a:pt x="80837" y="162865"/>
                    <a:pt x="84514" y="161924"/>
                  </a:cubicBezTo>
                  <a:cubicBezTo>
                    <a:pt x="88192" y="160984"/>
                    <a:pt x="87594" y="158246"/>
                    <a:pt x="87594" y="158246"/>
                  </a:cubicBezTo>
                  <a:cubicBezTo>
                    <a:pt x="87594" y="158246"/>
                    <a:pt x="91615" y="155423"/>
                    <a:pt x="95292" y="156707"/>
                  </a:cubicBezTo>
                  <a:cubicBezTo>
                    <a:pt x="99055" y="157904"/>
                    <a:pt x="101194" y="154825"/>
                    <a:pt x="104872" y="153627"/>
                  </a:cubicBezTo>
                  <a:cubicBezTo>
                    <a:pt x="108637" y="152344"/>
                    <a:pt x="124974" y="155766"/>
                    <a:pt x="129936" y="155766"/>
                  </a:cubicBezTo>
                  <a:cubicBezTo>
                    <a:pt x="134896" y="155766"/>
                    <a:pt x="132417" y="157904"/>
                    <a:pt x="134213" y="160128"/>
                  </a:cubicBezTo>
                  <a:cubicBezTo>
                    <a:pt x="136095" y="162267"/>
                    <a:pt x="141311" y="160470"/>
                    <a:pt x="145334" y="161411"/>
                  </a:cubicBezTo>
                  <a:cubicBezTo>
                    <a:pt x="149354" y="162352"/>
                    <a:pt x="151492" y="167313"/>
                    <a:pt x="150893" y="170650"/>
                  </a:cubicBezTo>
                  <a:cubicBezTo>
                    <a:pt x="150294" y="174071"/>
                    <a:pt x="152175" y="175269"/>
                    <a:pt x="157394" y="177493"/>
                  </a:cubicBezTo>
                  <a:cubicBezTo>
                    <a:pt x="162611" y="179631"/>
                    <a:pt x="166973" y="190409"/>
                    <a:pt x="168172" y="197851"/>
                  </a:cubicBezTo>
                  <a:cubicBezTo>
                    <a:pt x="169454" y="205293"/>
                    <a:pt x="173389" y="205550"/>
                    <a:pt x="175870" y="214873"/>
                  </a:cubicBezTo>
                  <a:cubicBezTo>
                    <a:pt x="178351" y="224112"/>
                    <a:pt x="178008" y="222315"/>
                    <a:pt x="177411" y="228132"/>
                  </a:cubicBezTo>
                  <a:cubicBezTo>
                    <a:pt x="176812" y="234034"/>
                    <a:pt x="177068" y="235232"/>
                    <a:pt x="178950" y="244556"/>
                  </a:cubicBezTo>
                  <a:cubicBezTo>
                    <a:pt x="180318" y="251484"/>
                    <a:pt x="182371" y="259354"/>
                    <a:pt x="181602" y="263716"/>
                  </a:cubicBezTo>
                  <a:lnTo>
                    <a:pt x="184595" y="261493"/>
                  </a:lnTo>
                  <a:cubicBezTo>
                    <a:pt x="186562" y="259439"/>
                    <a:pt x="189043" y="257814"/>
                    <a:pt x="192038" y="256446"/>
                  </a:cubicBezTo>
                  <a:lnTo>
                    <a:pt x="195287" y="254478"/>
                  </a:lnTo>
                  <a:cubicBezTo>
                    <a:pt x="195287" y="254478"/>
                    <a:pt x="195287" y="225737"/>
                    <a:pt x="199051" y="201615"/>
                  </a:cubicBezTo>
                  <a:cubicBezTo>
                    <a:pt x="202730" y="177493"/>
                    <a:pt x="199051" y="157134"/>
                    <a:pt x="197169" y="142250"/>
                  </a:cubicBezTo>
                  <a:cubicBezTo>
                    <a:pt x="195459" y="128650"/>
                    <a:pt x="184081" y="105981"/>
                    <a:pt x="202131" y="96487"/>
                  </a:cubicBezTo>
                  <a:lnTo>
                    <a:pt x="202131" y="95204"/>
                  </a:lnTo>
                  <a:cubicBezTo>
                    <a:pt x="202131" y="95204"/>
                    <a:pt x="204526" y="90242"/>
                    <a:pt x="208290" y="88703"/>
                  </a:cubicBezTo>
                  <a:lnTo>
                    <a:pt x="209060" y="90413"/>
                  </a:lnTo>
                  <a:cubicBezTo>
                    <a:pt x="209060" y="82373"/>
                    <a:pt x="208118" y="75273"/>
                    <a:pt x="205552" y="72022"/>
                  </a:cubicBezTo>
                  <a:cubicBezTo>
                    <a:pt x="198111" y="62784"/>
                    <a:pt x="190071" y="66462"/>
                    <a:pt x="181431" y="55342"/>
                  </a:cubicBezTo>
                  <a:cubicBezTo>
                    <a:pt x="172792" y="44222"/>
                    <a:pt x="172107" y="38662"/>
                    <a:pt x="172792" y="33701"/>
                  </a:cubicBezTo>
                  <a:cubicBezTo>
                    <a:pt x="173389" y="28739"/>
                    <a:pt x="173988" y="21896"/>
                    <a:pt x="175870" y="20100"/>
                  </a:cubicBezTo>
                  <a:cubicBezTo>
                    <a:pt x="177751" y="18218"/>
                    <a:pt x="182628" y="18218"/>
                    <a:pt x="181431" y="13941"/>
                  </a:cubicBezTo>
                  <a:cubicBezTo>
                    <a:pt x="180147" y="9664"/>
                    <a:pt x="181431" y="2222"/>
                    <a:pt x="186990" y="939"/>
                  </a:cubicBezTo>
                  <a:cubicBezTo>
                    <a:pt x="192550" y="-258"/>
                    <a:pt x="193834" y="5900"/>
                    <a:pt x="196912" y="4617"/>
                  </a:cubicBezTo>
                  <a:cubicBezTo>
                    <a:pt x="199992" y="3420"/>
                    <a:pt x="206750" y="340"/>
                    <a:pt x="211113" y="939"/>
                  </a:cubicBezTo>
                  <a:cubicBezTo>
                    <a:pt x="215476" y="1538"/>
                    <a:pt x="218554" y="-857"/>
                    <a:pt x="221634" y="340"/>
                  </a:cubicBezTo>
                  <a:cubicBezTo>
                    <a:pt x="224712" y="1538"/>
                    <a:pt x="227793" y="3420"/>
                    <a:pt x="227793" y="3420"/>
                  </a:cubicBezTo>
                  <a:cubicBezTo>
                    <a:pt x="233352" y="7098"/>
                    <a:pt x="242591" y="9579"/>
                    <a:pt x="245757" y="17020"/>
                  </a:cubicBezTo>
                  <a:cubicBezTo>
                    <a:pt x="248835" y="24462"/>
                    <a:pt x="248835" y="31220"/>
                    <a:pt x="249435" y="38063"/>
                  </a:cubicBezTo>
                  <a:cubicBezTo>
                    <a:pt x="250034" y="44906"/>
                    <a:pt x="249606" y="46617"/>
                    <a:pt x="247553" y="54743"/>
                  </a:cubicBezTo>
                  <a:cubicBezTo>
                    <a:pt x="246954" y="57224"/>
                    <a:pt x="248835" y="65265"/>
                    <a:pt x="250034" y="72621"/>
                  </a:cubicBezTo>
                  <a:cubicBezTo>
                    <a:pt x="250460" y="74931"/>
                    <a:pt x="250888" y="79208"/>
                    <a:pt x="251402" y="84169"/>
                  </a:cubicBezTo>
                  <a:lnTo>
                    <a:pt x="251059" y="80491"/>
                  </a:lnTo>
                  <a:cubicBezTo>
                    <a:pt x="251059" y="80491"/>
                    <a:pt x="258417" y="79892"/>
                    <a:pt x="262865" y="85880"/>
                  </a:cubicBezTo>
                  <a:cubicBezTo>
                    <a:pt x="262865" y="85880"/>
                    <a:pt x="263120" y="90927"/>
                    <a:pt x="263548" y="96144"/>
                  </a:cubicBezTo>
                  <a:cubicBezTo>
                    <a:pt x="269450" y="101106"/>
                    <a:pt x="273983" y="107521"/>
                    <a:pt x="272273" y="112568"/>
                  </a:cubicBezTo>
                  <a:cubicBezTo>
                    <a:pt x="269450" y="120951"/>
                    <a:pt x="274155" y="132927"/>
                    <a:pt x="273215" y="140369"/>
                  </a:cubicBezTo>
                  <a:cubicBezTo>
                    <a:pt x="272273" y="147810"/>
                    <a:pt x="272273" y="162609"/>
                    <a:pt x="274155" y="172873"/>
                  </a:cubicBezTo>
                  <a:cubicBezTo>
                    <a:pt x="276036" y="183053"/>
                    <a:pt x="280656" y="179375"/>
                    <a:pt x="276978" y="187672"/>
                  </a:cubicBezTo>
                  <a:cubicBezTo>
                    <a:pt x="273300" y="196055"/>
                    <a:pt x="273300" y="189554"/>
                    <a:pt x="278860" y="203411"/>
                  </a:cubicBezTo>
                  <a:cubicBezTo>
                    <a:pt x="284419" y="217354"/>
                    <a:pt x="288099" y="223770"/>
                    <a:pt x="284419" y="234034"/>
                  </a:cubicBezTo>
                  <a:cubicBezTo>
                    <a:pt x="283479" y="238482"/>
                    <a:pt x="281512" y="243957"/>
                    <a:pt x="279373" y="249260"/>
                  </a:cubicBezTo>
                  <a:cubicBezTo>
                    <a:pt x="278260" y="252853"/>
                    <a:pt x="277235" y="256531"/>
                    <a:pt x="276122" y="260894"/>
                  </a:cubicBezTo>
                  <a:cubicBezTo>
                    <a:pt x="274754" y="266026"/>
                    <a:pt x="272872" y="266454"/>
                    <a:pt x="272359" y="267993"/>
                  </a:cubicBezTo>
                  <a:lnTo>
                    <a:pt x="272359" y="269191"/>
                  </a:lnTo>
                  <a:cubicBezTo>
                    <a:pt x="272444" y="270987"/>
                    <a:pt x="273726" y="274067"/>
                    <a:pt x="276978" y="281252"/>
                  </a:cubicBezTo>
                  <a:cubicBezTo>
                    <a:pt x="285275" y="299814"/>
                    <a:pt x="287157" y="298873"/>
                    <a:pt x="286217" y="309993"/>
                  </a:cubicBezTo>
                  <a:cubicBezTo>
                    <a:pt x="285275" y="321114"/>
                    <a:pt x="282537" y="332234"/>
                    <a:pt x="279716" y="362857"/>
                  </a:cubicBezTo>
                  <a:cubicBezTo>
                    <a:pt x="276978" y="393480"/>
                    <a:pt x="273215" y="448140"/>
                    <a:pt x="276978" y="486205"/>
                  </a:cubicBezTo>
                  <a:cubicBezTo>
                    <a:pt x="280656" y="524184"/>
                    <a:pt x="276036" y="532567"/>
                    <a:pt x="275096" y="535304"/>
                  </a:cubicBezTo>
                  <a:cubicBezTo>
                    <a:pt x="274155" y="538127"/>
                    <a:pt x="300159" y="588168"/>
                    <a:pt x="303837" y="602966"/>
                  </a:cubicBezTo>
                  <a:cubicBezTo>
                    <a:pt x="307516" y="617765"/>
                    <a:pt x="321458" y="625206"/>
                    <a:pt x="313076" y="629826"/>
                  </a:cubicBezTo>
                  <a:cubicBezTo>
                    <a:pt x="304778" y="634445"/>
                    <a:pt x="286217" y="638208"/>
                    <a:pt x="286217" y="638208"/>
                  </a:cubicBezTo>
                  <a:cubicBezTo>
                    <a:pt x="286217" y="638208"/>
                    <a:pt x="284335" y="672510"/>
                    <a:pt x="285275" y="684571"/>
                  </a:cubicBezTo>
                  <a:cubicBezTo>
                    <a:pt x="286217" y="696632"/>
                    <a:pt x="289895" y="705870"/>
                    <a:pt x="288099" y="716135"/>
                  </a:cubicBezTo>
                  <a:cubicBezTo>
                    <a:pt x="286217" y="726314"/>
                    <a:pt x="286217" y="729137"/>
                    <a:pt x="283479" y="742053"/>
                  </a:cubicBezTo>
                  <a:cubicBezTo>
                    <a:pt x="280656" y="755055"/>
                    <a:pt x="286303" y="742994"/>
                    <a:pt x="280656" y="772677"/>
                  </a:cubicBezTo>
                  <a:cubicBezTo>
                    <a:pt x="275096" y="802359"/>
                    <a:pt x="270477" y="790298"/>
                    <a:pt x="271419" y="802359"/>
                  </a:cubicBezTo>
                  <a:cubicBezTo>
                    <a:pt x="272359" y="814420"/>
                    <a:pt x="277920" y="835719"/>
                    <a:pt x="271419" y="851459"/>
                  </a:cubicBezTo>
                  <a:cubicBezTo>
                    <a:pt x="264918" y="867198"/>
                    <a:pt x="270477" y="916383"/>
                    <a:pt x="269535" y="933919"/>
                  </a:cubicBezTo>
                  <a:cubicBezTo>
                    <a:pt x="268595" y="951540"/>
                    <a:pt x="263976" y="982163"/>
                    <a:pt x="279716" y="1004403"/>
                  </a:cubicBezTo>
                  <a:cubicBezTo>
                    <a:pt x="295454" y="1026643"/>
                    <a:pt x="315899" y="1095246"/>
                    <a:pt x="319577" y="1137930"/>
                  </a:cubicBezTo>
                  <a:cubicBezTo>
                    <a:pt x="323254" y="1180615"/>
                    <a:pt x="328816" y="1246394"/>
                    <a:pt x="334375" y="1260337"/>
                  </a:cubicBezTo>
                  <a:cubicBezTo>
                    <a:pt x="339936" y="1274280"/>
                    <a:pt x="347377" y="1282578"/>
                    <a:pt x="346435" y="1290960"/>
                  </a:cubicBezTo>
                  <a:cubicBezTo>
                    <a:pt x="345495" y="1299258"/>
                    <a:pt x="354734" y="1298403"/>
                    <a:pt x="356616" y="1304903"/>
                  </a:cubicBezTo>
                  <a:cubicBezTo>
                    <a:pt x="358497" y="1311405"/>
                    <a:pt x="362175" y="1305845"/>
                    <a:pt x="357556" y="1318846"/>
                  </a:cubicBezTo>
                  <a:cubicBezTo>
                    <a:pt x="352936" y="1331849"/>
                    <a:pt x="358497" y="1338349"/>
                    <a:pt x="357556" y="1346647"/>
                  </a:cubicBezTo>
                  <a:cubicBezTo>
                    <a:pt x="356616" y="1354944"/>
                    <a:pt x="357556" y="1367005"/>
                    <a:pt x="357556" y="1367005"/>
                  </a:cubicBezTo>
                  <a:cubicBezTo>
                    <a:pt x="357556" y="1367005"/>
                    <a:pt x="331551" y="1375302"/>
                    <a:pt x="322314" y="1377184"/>
                  </a:cubicBezTo>
                  <a:cubicBezTo>
                    <a:pt x="313076" y="1379066"/>
                    <a:pt x="234294" y="1377184"/>
                    <a:pt x="227793" y="1375302"/>
                  </a:cubicBezTo>
                  <a:cubicBezTo>
                    <a:pt x="221292" y="1373421"/>
                    <a:pt x="220350" y="1365124"/>
                    <a:pt x="224115" y="1362386"/>
                  </a:cubicBezTo>
                  <a:cubicBezTo>
                    <a:pt x="227793" y="1359563"/>
                    <a:pt x="230616" y="1353062"/>
                    <a:pt x="232498" y="1350325"/>
                  </a:cubicBezTo>
                  <a:cubicBezTo>
                    <a:pt x="234380" y="1347588"/>
                    <a:pt x="250120" y="1344765"/>
                    <a:pt x="255679" y="1337323"/>
                  </a:cubicBezTo>
                  <a:cubicBezTo>
                    <a:pt x="261238" y="1329881"/>
                    <a:pt x="269621" y="1328085"/>
                    <a:pt x="264918" y="1325262"/>
                  </a:cubicBezTo>
                  <a:cubicBezTo>
                    <a:pt x="260298" y="1322439"/>
                    <a:pt x="246354" y="1322439"/>
                    <a:pt x="239853" y="1307641"/>
                  </a:cubicBezTo>
                  <a:cubicBezTo>
                    <a:pt x="233352" y="1292842"/>
                    <a:pt x="235234" y="1252040"/>
                    <a:pt x="231470" y="1224154"/>
                  </a:cubicBezTo>
                  <a:cubicBezTo>
                    <a:pt x="227793" y="1196354"/>
                    <a:pt x="220350" y="1213975"/>
                    <a:pt x="205552" y="1159230"/>
                  </a:cubicBezTo>
                  <a:cubicBezTo>
                    <a:pt x="205552" y="1159230"/>
                    <a:pt x="205894" y="1168040"/>
                    <a:pt x="204612" y="1185576"/>
                  </a:cubicBezTo>
                  <a:cubicBezTo>
                    <a:pt x="204612" y="1189254"/>
                    <a:pt x="204269" y="1192676"/>
                    <a:pt x="203756" y="1195670"/>
                  </a:cubicBezTo>
                  <a:cubicBezTo>
                    <a:pt x="202902" y="1204224"/>
                    <a:pt x="201703" y="1214317"/>
                    <a:pt x="200078" y="1225951"/>
                  </a:cubicBezTo>
                  <a:cubicBezTo>
                    <a:pt x="193577" y="1270431"/>
                    <a:pt x="188018" y="1261193"/>
                    <a:pt x="188958" y="1269490"/>
                  </a:cubicBezTo>
                  <a:cubicBezTo>
                    <a:pt x="189386" y="1273425"/>
                    <a:pt x="192295" y="1277531"/>
                    <a:pt x="195116" y="1281551"/>
                  </a:cubicBezTo>
                  <a:cubicBezTo>
                    <a:pt x="197854" y="1283604"/>
                    <a:pt x="200078" y="1285400"/>
                    <a:pt x="199821" y="1289506"/>
                  </a:cubicBezTo>
                  <a:cubicBezTo>
                    <a:pt x="200335" y="1290960"/>
                    <a:pt x="200506" y="1292329"/>
                    <a:pt x="200164" y="1293612"/>
                  </a:cubicBezTo>
                  <a:cubicBezTo>
                    <a:pt x="198368" y="1299857"/>
                    <a:pt x="194005" y="1305331"/>
                    <a:pt x="197083" y="1317307"/>
                  </a:cubicBezTo>
                  <a:cubicBezTo>
                    <a:pt x="198111" y="1320557"/>
                    <a:pt x="199308" y="1324064"/>
                    <a:pt x="199992" y="1327828"/>
                  </a:cubicBezTo>
                  <a:lnTo>
                    <a:pt x="199992" y="1327828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CBB0FEF-3361-6928-8F6A-BB77FB30185F}"/>
                </a:ext>
              </a:extLst>
            </p:cNvPr>
            <p:cNvSpPr/>
            <p:nvPr/>
          </p:nvSpPr>
          <p:spPr>
            <a:xfrm>
              <a:off x="10387326" y="2579108"/>
              <a:ext cx="507279" cy="1282517"/>
            </a:xfrm>
            <a:custGeom>
              <a:avLst/>
              <a:gdLst>
                <a:gd name="connsiteX0" fmla="*/ 89772 w 507279"/>
                <a:gd name="connsiteY0" fmla="*/ 467411 h 1282517"/>
                <a:gd name="connsiteX1" fmla="*/ 84810 w 507279"/>
                <a:gd name="connsiteY1" fmla="*/ 454495 h 1282517"/>
                <a:gd name="connsiteX2" fmla="*/ 84810 w 507279"/>
                <a:gd name="connsiteY2" fmla="*/ 454153 h 1282517"/>
                <a:gd name="connsiteX3" fmla="*/ 83356 w 507279"/>
                <a:gd name="connsiteY3" fmla="*/ 444743 h 1282517"/>
                <a:gd name="connsiteX4" fmla="*/ 75659 w 507279"/>
                <a:gd name="connsiteY4" fmla="*/ 413949 h 1282517"/>
                <a:gd name="connsiteX5" fmla="*/ 68815 w 507279"/>
                <a:gd name="connsiteY5" fmla="*/ 499574 h 1282517"/>
                <a:gd name="connsiteX6" fmla="*/ 66249 w 507279"/>
                <a:gd name="connsiteY6" fmla="*/ 519248 h 1282517"/>
                <a:gd name="connsiteX7" fmla="*/ 61115 w 507279"/>
                <a:gd name="connsiteY7" fmla="*/ 539778 h 1282517"/>
                <a:gd name="connsiteX8" fmla="*/ 57695 w 507279"/>
                <a:gd name="connsiteY8" fmla="*/ 593753 h 1282517"/>
                <a:gd name="connsiteX9" fmla="*/ 60689 w 507279"/>
                <a:gd name="connsiteY9" fmla="*/ 625488 h 1282517"/>
                <a:gd name="connsiteX10" fmla="*/ 62228 w 507279"/>
                <a:gd name="connsiteY10" fmla="*/ 664665 h 1282517"/>
                <a:gd name="connsiteX11" fmla="*/ 57438 w 507279"/>
                <a:gd name="connsiteY11" fmla="*/ 667146 h 1282517"/>
                <a:gd name="connsiteX12" fmla="*/ 58465 w 507279"/>
                <a:gd name="connsiteY12" fmla="*/ 676812 h 1282517"/>
                <a:gd name="connsiteX13" fmla="*/ 60432 w 507279"/>
                <a:gd name="connsiteY13" fmla="*/ 686136 h 1282517"/>
                <a:gd name="connsiteX14" fmla="*/ 59662 w 507279"/>
                <a:gd name="connsiteY14" fmla="*/ 685965 h 1282517"/>
                <a:gd name="connsiteX15" fmla="*/ 55042 w 507279"/>
                <a:gd name="connsiteY15" fmla="*/ 685280 h 1282517"/>
                <a:gd name="connsiteX16" fmla="*/ 55299 w 507279"/>
                <a:gd name="connsiteY16" fmla="*/ 685280 h 1282517"/>
                <a:gd name="connsiteX17" fmla="*/ 67276 w 507279"/>
                <a:gd name="connsiteY17" fmla="*/ 708120 h 1282517"/>
                <a:gd name="connsiteX18" fmla="*/ 67702 w 507279"/>
                <a:gd name="connsiteY18" fmla="*/ 709317 h 1282517"/>
                <a:gd name="connsiteX19" fmla="*/ 70354 w 507279"/>
                <a:gd name="connsiteY19" fmla="*/ 622238 h 1282517"/>
                <a:gd name="connsiteX20" fmla="*/ 65307 w 507279"/>
                <a:gd name="connsiteY20" fmla="*/ 620527 h 1282517"/>
                <a:gd name="connsiteX21" fmla="*/ 70440 w 507279"/>
                <a:gd name="connsiteY21" fmla="*/ 571684 h 1282517"/>
                <a:gd name="connsiteX22" fmla="*/ 102003 w 507279"/>
                <a:gd name="connsiteY22" fmla="*/ 505647 h 1282517"/>
                <a:gd name="connsiteX23" fmla="*/ 102346 w 507279"/>
                <a:gd name="connsiteY23" fmla="*/ 503423 h 1282517"/>
                <a:gd name="connsiteX24" fmla="*/ 89686 w 507279"/>
                <a:gd name="connsiteY24" fmla="*/ 467668 h 1282517"/>
                <a:gd name="connsiteX25" fmla="*/ 89686 w 507279"/>
                <a:gd name="connsiteY25" fmla="*/ 467668 h 1282517"/>
                <a:gd name="connsiteX26" fmla="*/ 104913 w 507279"/>
                <a:gd name="connsiteY26" fmla="*/ 266736 h 1282517"/>
                <a:gd name="connsiteX27" fmla="*/ 101064 w 507279"/>
                <a:gd name="connsiteY27" fmla="*/ 273065 h 1282517"/>
                <a:gd name="connsiteX28" fmla="*/ 104913 w 507279"/>
                <a:gd name="connsiteY28" fmla="*/ 266736 h 1282517"/>
                <a:gd name="connsiteX29" fmla="*/ 104913 w 507279"/>
                <a:gd name="connsiteY29" fmla="*/ 266736 h 1282517"/>
                <a:gd name="connsiteX30" fmla="*/ 96359 w 507279"/>
                <a:gd name="connsiteY30" fmla="*/ 254076 h 1282517"/>
                <a:gd name="connsiteX31" fmla="*/ 118428 w 507279"/>
                <a:gd name="connsiteY31" fmla="*/ 238251 h 1282517"/>
                <a:gd name="connsiteX32" fmla="*/ 115605 w 507279"/>
                <a:gd name="connsiteY32" fmla="*/ 220544 h 1282517"/>
                <a:gd name="connsiteX33" fmla="*/ 119111 w 507279"/>
                <a:gd name="connsiteY33" fmla="*/ 198389 h 1282517"/>
                <a:gd name="connsiteX34" fmla="*/ 121678 w 507279"/>
                <a:gd name="connsiteY34" fmla="*/ 164259 h 1282517"/>
                <a:gd name="connsiteX35" fmla="*/ 147597 w 507279"/>
                <a:gd name="connsiteY35" fmla="*/ 123200 h 1282517"/>
                <a:gd name="connsiteX36" fmla="*/ 189596 w 507279"/>
                <a:gd name="connsiteY36" fmla="*/ 116870 h 1282517"/>
                <a:gd name="connsiteX37" fmla="*/ 223386 w 507279"/>
                <a:gd name="connsiteY37" fmla="*/ 128846 h 1282517"/>
                <a:gd name="connsiteX38" fmla="*/ 242632 w 507279"/>
                <a:gd name="connsiteY38" fmla="*/ 164858 h 1282517"/>
                <a:gd name="connsiteX39" fmla="*/ 250587 w 507279"/>
                <a:gd name="connsiteY39" fmla="*/ 183163 h 1282517"/>
                <a:gd name="connsiteX40" fmla="*/ 248962 w 507279"/>
                <a:gd name="connsiteY40" fmla="*/ 200528 h 1282517"/>
                <a:gd name="connsiteX41" fmla="*/ 242632 w 507279"/>
                <a:gd name="connsiteY41" fmla="*/ 181880 h 1282517"/>
                <a:gd name="connsiteX42" fmla="*/ 245453 w 507279"/>
                <a:gd name="connsiteY42" fmla="*/ 198304 h 1282517"/>
                <a:gd name="connsiteX43" fmla="*/ 250501 w 507279"/>
                <a:gd name="connsiteY43" fmla="*/ 208740 h 1282517"/>
                <a:gd name="connsiteX44" fmla="*/ 250844 w 507279"/>
                <a:gd name="connsiteY44" fmla="*/ 217294 h 1282517"/>
                <a:gd name="connsiteX45" fmla="*/ 262561 w 507279"/>
                <a:gd name="connsiteY45" fmla="*/ 231237 h 1282517"/>
                <a:gd name="connsiteX46" fmla="*/ 252468 w 507279"/>
                <a:gd name="connsiteY46" fmla="*/ 264426 h 1282517"/>
                <a:gd name="connsiteX47" fmla="*/ 238524 w 507279"/>
                <a:gd name="connsiteY47" fmla="*/ 276145 h 1282517"/>
                <a:gd name="connsiteX48" fmla="*/ 242033 w 507279"/>
                <a:gd name="connsiteY48" fmla="*/ 282817 h 1282517"/>
                <a:gd name="connsiteX49" fmla="*/ 246224 w 507279"/>
                <a:gd name="connsiteY49" fmla="*/ 281876 h 1282517"/>
                <a:gd name="connsiteX50" fmla="*/ 256916 w 507279"/>
                <a:gd name="connsiteY50" fmla="*/ 271098 h 1282517"/>
                <a:gd name="connsiteX51" fmla="*/ 273939 w 507279"/>
                <a:gd name="connsiteY51" fmla="*/ 276829 h 1282517"/>
                <a:gd name="connsiteX52" fmla="*/ 296606 w 507279"/>
                <a:gd name="connsiteY52" fmla="*/ 273408 h 1282517"/>
                <a:gd name="connsiteX53" fmla="*/ 322353 w 507279"/>
                <a:gd name="connsiteY53" fmla="*/ 251167 h 1282517"/>
                <a:gd name="connsiteX54" fmla="*/ 337751 w 507279"/>
                <a:gd name="connsiteY54" fmla="*/ 234059 h 1282517"/>
                <a:gd name="connsiteX55" fmla="*/ 349726 w 507279"/>
                <a:gd name="connsiteY55" fmla="*/ 209253 h 1282517"/>
                <a:gd name="connsiteX56" fmla="*/ 377186 w 507279"/>
                <a:gd name="connsiteY56" fmla="*/ 181025 h 1282517"/>
                <a:gd name="connsiteX57" fmla="*/ 396858 w 507279"/>
                <a:gd name="connsiteY57" fmla="*/ 156218 h 1282517"/>
                <a:gd name="connsiteX58" fmla="*/ 404558 w 507279"/>
                <a:gd name="connsiteY58" fmla="*/ 129701 h 1282517"/>
                <a:gd name="connsiteX59" fmla="*/ 413112 w 507279"/>
                <a:gd name="connsiteY59" fmla="*/ 108316 h 1282517"/>
                <a:gd name="connsiteX60" fmla="*/ 425943 w 507279"/>
                <a:gd name="connsiteY60" fmla="*/ 99762 h 1282517"/>
                <a:gd name="connsiteX61" fmla="*/ 422520 w 507279"/>
                <a:gd name="connsiteY61" fmla="*/ 110027 h 1282517"/>
                <a:gd name="connsiteX62" fmla="*/ 423462 w 507279"/>
                <a:gd name="connsiteY62" fmla="*/ 113534 h 1282517"/>
                <a:gd name="connsiteX63" fmla="*/ 440398 w 507279"/>
                <a:gd name="connsiteY63" fmla="*/ 84023 h 1282517"/>
                <a:gd name="connsiteX64" fmla="*/ 440998 w 507279"/>
                <a:gd name="connsiteY64" fmla="*/ 84194 h 1282517"/>
                <a:gd name="connsiteX65" fmla="*/ 445872 w 507279"/>
                <a:gd name="connsiteY65" fmla="*/ 68540 h 1282517"/>
                <a:gd name="connsiteX66" fmla="*/ 444590 w 507279"/>
                <a:gd name="connsiteY66" fmla="*/ 34239 h 1282517"/>
                <a:gd name="connsiteX67" fmla="*/ 455967 w 507279"/>
                <a:gd name="connsiteY67" fmla="*/ 15763 h 1282517"/>
                <a:gd name="connsiteX68" fmla="*/ 468627 w 507279"/>
                <a:gd name="connsiteY68" fmla="*/ 2162 h 1282517"/>
                <a:gd name="connsiteX69" fmla="*/ 475556 w 507279"/>
                <a:gd name="connsiteY69" fmla="*/ 280 h 1282517"/>
                <a:gd name="connsiteX70" fmla="*/ 485649 w 507279"/>
                <a:gd name="connsiteY70" fmla="*/ 4044 h 1282517"/>
                <a:gd name="connsiteX71" fmla="*/ 491294 w 507279"/>
                <a:gd name="connsiteY71" fmla="*/ 11657 h 1282517"/>
                <a:gd name="connsiteX72" fmla="*/ 500790 w 507279"/>
                <a:gd name="connsiteY72" fmla="*/ 23033 h 1282517"/>
                <a:gd name="connsiteX73" fmla="*/ 507120 w 507279"/>
                <a:gd name="connsiteY73" fmla="*/ 35009 h 1282517"/>
                <a:gd name="connsiteX74" fmla="*/ 502072 w 507279"/>
                <a:gd name="connsiteY74" fmla="*/ 55196 h 1282517"/>
                <a:gd name="connsiteX75" fmla="*/ 480602 w 507279"/>
                <a:gd name="connsiteY75" fmla="*/ 82997 h 1282517"/>
                <a:gd name="connsiteX76" fmla="*/ 471876 w 507279"/>
                <a:gd name="connsiteY76" fmla="*/ 100703 h 1282517"/>
                <a:gd name="connsiteX77" fmla="*/ 472048 w 507279"/>
                <a:gd name="connsiteY77" fmla="*/ 100960 h 1282517"/>
                <a:gd name="connsiteX78" fmla="*/ 470166 w 507279"/>
                <a:gd name="connsiteY78" fmla="*/ 122345 h 1282517"/>
                <a:gd name="connsiteX79" fmla="*/ 464778 w 507279"/>
                <a:gd name="connsiteY79" fmla="*/ 131155 h 1282517"/>
                <a:gd name="connsiteX80" fmla="*/ 470166 w 507279"/>
                <a:gd name="connsiteY80" fmla="*/ 122345 h 1282517"/>
                <a:gd name="connsiteX81" fmla="*/ 446471 w 507279"/>
                <a:gd name="connsiteY81" fmla="*/ 172556 h 1282517"/>
                <a:gd name="connsiteX82" fmla="*/ 417303 w 507279"/>
                <a:gd name="connsiteY82" fmla="*/ 222255 h 1282517"/>
                <a:gd name="connsiteX83" fmla="*/ 394208 w 507279"/>
                <a:gd name="connsiteY83" fmla="*/ 259037 h 1282517"/>
                <a:gd name="connsiteX84" fmla="*/ 377100 w 507279"/>
                <a:gd name="connsiteY84" fmla="*/ 280422 h 1282517"/>
                <a:gd name="connsiteX85" fmla="*/ 359992 w 507279"/>
                <a:gd name="connsiteY85" fmla="*/ 308650 h 1282517"/>
                <a:gd name="connsiteX86" fmla="*/ 331764 w 507279"/>
                <a:gd name="connsiteY86" fmla="*/ 329179 h 1282517"/>
                <a:gd name="connsiteX87" fmla="*/ 319787 w 507279"/>
                <a:gd name="connsiteY87" fmla="*/ 346287 h 1282517"/>
                <a:gd name="connsiteX88" fmla="*/ 289934 w 507279"/>
                <a:gd name="connsiteY88" fmla="*/ 368870 h 1282517"/>
                <a:gd name="connsiteX89" fmla="*/ 288823 w 507279"/>
                <a:gd name="connsiteY89" fmla="*/ 389827 h 1282517"/>
                <a:gd name="connsiteX90" fmla="*/ 292072 w 507279"/>
                <a:gd name="connsiteY90" fmla="*/ 412409 h 1282517"/>
                <a:gd name="connsiteX91" fmla="*/ 291047 w 507279"/>
                <a:gd name="connsiteY91" fmla="*/ 422332 h 1282517"/>
                <a:gd name="connsiteX92" fmla="*/ 290019 w 507279"/>
                <a:gd name="connsiteY92" fmla="*/ 428405 h 1282517"/>
                <a:gd name="connsiteX93" fmla="*/ 275906 w 507279"/>
                <a:gd name="connsiteY93" fmla="*/ 512747 h 1282517"/>
                <a:gd name="connsiteX94" fmla="*/ 276249 w 507279"/>
                <a:gd name="connsiteY94" fmla="*/ 513517 h 1282517"/>
                <a:gd name="connsiteX95" fmla="*/ 280782 w 507279"/>
                <a:gd name="connsiteY95" fmla="*/ 516254 h 1282517"/>
                <a:gd name="connsiteX96" fmla="*/ 284289 w 507279"/>
                <a:gd name="connsiteY96" fmla="*/ 532421 h 1282517"/>
                <a:gd name="connsiteX97" fmla="*/ 313031 w 507279"/>
                <a:gd name="connsiteY97" fmla="*/ 617020 h 1282517"/>
                <a:gd name="connsiteX98" fmla="*/ 306615 w 507279"/>
                <a:gd name="connsiteY98" fmla="*/ 620099 h 1282517"/>
                <a:gd name="connsiteX99" fmla="*/ 304391 w 507279"/>
                <a:gd name="connsiteY99" fmla="*/ 729504 h 1282517"/>
                <a:gd name="connsiteX100" fmla="*/ 300626 w 507279"/>
                <a:gd name="connsiteY100" fmla="*/ 875520 h 1282517"/>
                <a:gd name="connsiteX101" fmla="*/ 257002 w 507279"/>
                <a:gd name="connsiteY101" fmla="*/ 888779 h 1282517"/>
                <a:gd name="connsiteX102" fmla="*/ 251186 w 507279"/>
                <a:gd name="connsiteY102" fmla="*/ 889121 h 1282517"/>
                <a:gd name="connsiteX103" fmla="*/ 248534 w 507279"/>
                <a:gd name="connsiteY103" fmla="*/ 905887 h 1282517"/>
                <a:gd name="connsiteX104" fmla="*/ 248534 w 507279"/>
                <a:gd name="connsiteY104" fmla="*/ 948571 h 1282517"/>
                <a:gd name="connsiteX105" fmla="*/ 222958 w 507279"/>
                <a:gd name="connsiteY105" fmla="*/ 1127776 h 1282517"/>
                <a:gd name="connsiteX106" fmla="*/ 217311 w 507279"/>
                <a:gd name="connsiteY106" fmla="*/ 1154293 h 1282517"/>
                <a:gd name="connsiteX107" fmla="*/ 227746 w 507279"/>
                <a:gd name="connsiteY107" fmla="*/ 1230167 h 1282517"/>
                <a:gd name="connsiteX108" fmla="*/ 230570 w 507279"/>
                <a:gd name="connsiteY108" fmla="*/ 1258566 h 1282517"/>
                <a:gd name="connsiteX109" fmla="*/ 219192 w 507279"/>
                <a:gd name="connsiteY109" fmla="*/ 1282517 h 1282517"/>
                <a:gd name="connsiteX110" fmla="*/ 173687 w 507279"/>
                <a:gd name="connsiteY110" fmla="*/ 1282517 h 1282517"/>
                <a:gd name="connsiteX111" fmla="*/ 169923 w 507279"/>
                <a:gd name="connsiteY111" fmla="*/ 1269943 h 1282517"/>
                <a:gd name="connsiteX112" fmla="*/ 168982 w 507279"/>
                <a:gd name="connsiteY112" fmla="*/ 1237695 h 1282517"/>
                <a:gd name="connsiteX113" fmla="*/ 167100 w 507279"/>
                <a:gd name="connsiteY113" fmla="*/ 1202624 h 1282517"/>
                <a:gd name="connsiteX114" fmla="*/ 168040 w 507279"/>
                <a:gd name="connsiteY114" fmla="*/ 1174139 h 1282517"/>
                <a:gd name="connsiteX115" fmla="*/ 177536 w 507279"/>
                <a:gd name="connsiteY115" fmla="*/ 1144713 h 1282517"/>
                <a:gd name="connsiteX116" fmla="*/ 171805 w 507279"/>
                <a:gd name="connsiteY116" fmla="*/ 1015805 h 1282517"/>
                <a:gd name="connsiteX117" fmla="*/ 159486 w 507279"/>
                <a:gd name="connsiteY117" fmla="*/ 1039500 h 1282517"/>
                <a:gd name="connsiteX118" fmla="*/ 139557 w 507279"/>
                <a:gd name="connsiteY118" fmla="*/ 1120078 h 1282517"/>
                <a:gd name="connsiteX119" fmla="*/ 135791 w 507279"/>
                <a:gd name="connsiteY119" fmla="*/ 1155149 h 1282517"/>
                <a:gd name="connsiteX120" fmla="*/ 141353 w 507279"/>
                <a:gd name="connsiteY120" fmla="*/ 1219560 h 1282517"/>
                <a:gd name="connsiteX121" fmla="*/ 159828 w 507279"/>
                <a:gd name="connsiteY121" fmla="*/ 1244794 h 1282517"/>
                <a:gd name="connsiteX122" fmla="*/ 157007 w 507279"/>
                <a:gd name="connsiteY122" fmla="*/ 1271141 h 1282517"/>
                <a:gd name="connsiteX123" fmla="*/ 148110 w 507279"/>
                <a:gd name="connsiteY123" fmla="*/ 1282261 h 1282517"/>
                <a:gd name="connsiteX124" fmla="*/ 98668 w 507279"/>
                <a:gd name="connsiteY124" fmla="*/ 1282261 h 1282517"/>
                <a:gd name="connsiteX125" fmla="*/ 94991 w 507279"/>
                <a:gd name="connsiteY125" fmla="*/ 1264041 h 1282517"/>
                <a:gd name="connsiteX126" fmla="*/ 87548 w 507279"/>
                <a:gd name="connsiteY126" fmla="*/ 1282175 h 1282517"/>
                <a:gd name="connsiteX127" fmla="*/ 84041 w 507279"/>
                <a:gd name="connsiteY127" fmla="*/ 1282175 h 1282517"/>
                <a:gd name="connsiteX128" fmla="*/ 86437 w 507279"/>
                <a:gd name="connsiteY128" fmla="*/ 1206473 h 1282517"/>
                <a:gd name="connsiteX129" fmla="*/ 89258 w 507279"/>
                <a:gd name="connsiteY129" fmla="*/ 1157202 h 1282517"/>
                <a:gd name="connsiteX130" fmla="*/ 92082 w 507279"/>
                <a:gd name="connsiteY130" fmla="*/ 1088000 h 1282517"/>
                <a:gd name="connsiteX131" fmla="*/ 96872 w 507279"/>
                <a:gd name="connsiteY131" fmla="*/ 924021 h 1282517"/>
                <a:gd name="connsiteX132" fmla="*/ 103714 w 507279"/>
                <a:gd name="connsiteY132" fmla="*/ 881337 h 1282517"/>
                <a:gd name="connsiteX133" fmla="*/ 88318 w 507279"/>
                <a:gd name="connsiteY133" fmla="*/ 875691 h 1282517"/>
                <a:gd name="connsiteX134" fmla="*/ 75059 w 507279"/>
                <a:gd name="connsiteY134" fmla="*/ 792290 h 1282517"/>
                <a:gd name="connsiteX135" fmla="*/ 68730 w 507279"/>
                <a:gd name="connsiteY135" fmla="*/ 728050 h 1282517"/>
                <a:gd name="connsiteX136" fmla="*/ 67531 w 507279"/>
                <a:gd name="connsiteY136" fmla="*/ 733525 h 1282517"/>
                <a:gd name="connsiteX137" fmla="*/ 64966 w 507279"/>
                <a:gd name="connsiteY137" fmla="*/ 768254 h 1282517"/>
                <a:gd name="connsiteX138" fmla="*/ 64367 w 507279"/>
                <a:gd name="connsiteY138" fmla="*/ 780315 h 1282517"/>
                <a:gd name="connsiteX139" fmla="*/ 51108 w 507279"/>
                <a:gd name="connsiteY139" fmla="*/ 753798 h 1282517"/>
                <a:gd name="connsiteX140" fmla="*/ 46660 w 507279"/>
                <a:gd name="connsiteY140" fmla="*/ 740539 h 1282517"/>
                <a:gd name="connsiteX141" fmla="*/ 45377 w 507279"/>
                <a:gd name="connsiteY141" fmla="*/ 756364 h 1282517"/>
                <a:gd name="connsiteX142" fmla="*/ 51108 w 507279"/>
                <a:gd name="connsiteY142" fmla="*/ 770307 h 1282517"/>
                <a:gd name="connsiteX143" fmla="*/ 48541 w 507279"/>
                <a:gd name="connsiteY143" fmla="*/ 773472 h 1282517"/>
                <a:gd name="connsiteX144" fmla="*/ 36567 w 507279"/>
                <a:gd name="connsiteY144" fmla="*/ 769708 h 1282517"/>
                <a:gd name="connsiteX145" fmla="*/ 27071 w 507279"/>
                <a:gd name="connsiteY145" fmla="*/ 763378 h 1282517"/>
                <a:gd name="connsiteX146" fmla="*/ 19459 w 507279"/>
                <a:gd name="connsiteY146" fmla="*/ 759614 h 1282517"/>
                <a:gd name="connsiteX147" fmla="*/ 10648 w 507279"/>
                <a:gd name="connsiteY147" fmla="*/ 748836 h 1282517"/>
                <a:gd name="connsiteX148" fmla="*/ 8081 w 507279"/>
                <a:gd name="connsiteY148" fmla="*/ 737460 h 1282517"/>
                <a:gd name="connsiteX149" fmla="*/ 14069 w 507279"/>
                <a:gd name="connsiteY149" fmla="*/ 689557 h 1282517"/>
                <a:gd name="connsiteX150" fmla="*/ 10905 w 507279"/>
                <a:gd name="connsiteY150" fmla="*/ 691354 h 1282517"/>
                <a:gd name="connsiteX151" fmla="*/ 11247 w 507279"/>
                <a:gd name="connsiteY151" fmla="*/ 690071 h 1282517"/>
                <a:gd name="connsiteX152" fmla="*/ 6799 w 507279"/>
                <a:gd name="connsiteY152" fmla="*/ 673134 h 1282517"/>
                <a:gd name="connsiteX153" fmla="*/ 127 w 507279"/>
                <a:gd name="connsiteY153" fmla="*/ 670482 h 1282517"/>
                <a:gd name="connsiteX154" fmla="*/ 3036 w 507279"/>
                <a:gd name="connsiteY154" fmla="*/ 577928 h 1282517"/>
                <a:gd name="connsiteX155" fmla="*/ 3890 w 507279"/>
                <a:gd name="connsiteY155" fmla="*/ 482038 h 1282517"/>
                <a:gd name="connsiteX156" fmla="*/ 25360 w 507279"/>
                <a:gd name="connsiteY156" fmla="*/ 329607 h 1282517"/>
                <a:gd name="connsiteX157" fmla="*/ 38191 w 507279"/>
                <a:gd name="connsiteY157" fmla="*/ 304801 h 1282517"/>
                <a:gd name="connsiteX158" fmla="*/ 76770 w 507279"/>
                <a:gd name="connsiteY158" fmla="*/ 285127 h 1282517"/>
                <a:gd name="connsiteX159" fmla="*/ 97727 w 507279"/>
                <a:gd name="connsiteY159" fmla="*/ 275974 h 1282517"/>
                <a:gd name="connsiteX160" fmla="*/ 94135 w 507279"/>
                <a:gd name="connsiteY160" fmla="*/ 273322 h 1282517"/>
                <a:gd name="connsiteX161" fmla="*/ 101064 w 507279"/>
                <a:gd name="connsiteY161" fmla="*/ 261945 h 1282517"/>
                <a:gd name="connsiteX162" fmla="*/ 96615 w 507279"/>
                <a:gd name="connsiteY162" fmla="*/ 254674 h 1282517"/>
                <a:gd name="connsiteX163" fmla="*/ 96615 w 507279"/>
                <a:gd name="connsiteY163" fmla="*/ 254674 h 1282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507279" h="1282517">
                  <a:moveTo>
                    <a:pt x="89772" y="467411"/>
                  </a:moveTo>
                  <a:cubicBezTo>
                    <a:pt x="87462" y="462792"/>
                    <a:pt x="85324" y="458002"/>
                    <a:pt x="84810" y="454495"/>
                  </a:cubicBezTo>
                  <a:lnTo>
                    <a:pt x="84810" y="454153"/>
                  </a:lnTo>
                  <a:cubicBezTo>
                    <a:pt x="83785" y="450560"/>
                    <a:pt x="83185" y="447395"/>
                    <a:pt x="83356" y="444743"/>
                  </a:cubicBezTo>
                  <a:cubicBezTo>
                    <a:pt x="84213" y="430201"/>
                    <a:pt x="74802" y="406165"/>
                    <a:pt x="75659" y="413949"/>
                  </a:cubicBezTo>
                  <a:cubicBezTo>
                    <a:pt x="76513" y="421648"/>
                    <a:pt x="67959" y="485032"/>
                    <a:pt x="68815" y="499574"/>
                  </a:cubicBezTo>
                  <a:cubicBezTo>
                    <a:pt x="69669" y="514116"/>
                    <a:pt x="67105" y="516682"/>
                    <a:pt x="66249" y="519248"/>
                  </a:cubicBezTo>
                  <a:cubicBezTo>
                    <a:pt x="65392" y="521814"/>
                    <a:pt x="59405" y="526947"/>
                    <a:pt x="61115" y="539778"/>
                  </a:cubicBezTo>
                  <a:cubicBezTo>
                    <a:pt x="62828" y="552609"/>
                    <a:pt x="60261" y="580922"/>
                    <a:pt x="57695" y="593753"/>
                  </a:cubicBezTo>
                  <a:cubicBezTo>
                    <a:pt x="55128" y="606584"/>
                    <a:pt x="58977" y="613427"/>
                    <a:pt x="60689" y="625488"/>
                  </a:cubicBezTo>
                  <a:cubicBezTo>
                    <a:pt x="62400" y="637464"/>
                    <a:pt x="62228" y="664665"/>
                    <a:pt x="62228" y="664665"/>
                  </a:cubicBezTo>
                  <a:cubicBezTo>
                    <a:pt x="61372" y="665606"/>
                    <a:pt x="59662" y="666376"/>
                    <a:pt x="57438" y="667146"/>
                  </a:cubicBezTo>
                  <a:lnTo>
                    <a:pt x="58465" y="676812"/>
                  </a:lnTo>
                  <a:lnTo>
                    <a:pt x="60432" y="686136"/>
                  </a:lnTo>
                  <a:lnTo>
                    <a:pt x="59662" y="685965"/>
                  </a:lnTo>
                  <a:cubicBezTo>
                    <a:pt x="59662" y="685965"/>
                    <a:pt x="57951" y="685623"/>
                    <a:pt x="55042" y="685280"/>
                  </a:cubicBezTo>
                  <a:lnTo>
                    <a:pt x="55299" y="685280"/>
                  </a:lnTo>
                  <a:cubicBezTo>
                    <a:pt x="55299" y="685280"/>
                    <a:pt x="64795" y="701191"/>
                    <a:pt x="67276" y="708120"/>
                  </a:cubicBezTo>
                  <a:lnTo>
                    <a:pt x="67702" y="709317"/>
                  </a:lnTo>
                  <a:cubicBezTo>
                    <a:pt x="66762" y="681431"/>
                    <a:pt x="67190" y="650551"/>
                    <a:pt x="70354" y="622238"/>
                  </a:cubicBezTo>
                  <a:cubicBezTo>
                    <a:pt x="66934" y="621211"/>
                    <a:pt x="65307" y="620527"/>
                    <a:pt x="65307" y="620527"/>
                  </a:cubicBezTo>
                  <a:cubicBezTo>
                    <a:pt x="65307" y="620527"/>
                    <a:pt x="64453" y="589733"/>
                    <a:pt x="70440" y="571684"/>
                  </a:cubicBezTo>
                  <a:cubicBezTo>
                    <a:pt x="76085" y="554662"/>
                    <a:pt x="98925" y="520104"/>
                    <a:pt x="102003" y="505647"/>
                  </a:cubicBezTo>
                  <a:lnTo>
                    <a:pt x="102346" y="503423"/>
                  </a:lnTo>
                  <a:cubicBezTo>
                    <a:pt x="102860" y="495639"/>
                    <a:pt x="95417" y="481183"/>
                    <a:pt x="89686" y="467668"/>
                  </a:cubicBezTo>
                  <a:lnTo>
                    <a:pt x="89686" y="467668"/>
                  </a:lnTo>
                  <a:close/>
                  <a:moveTo>
                    <a:pt x="104913" y="266736"/>
                  </a:moveTo>
                  <a:cubicBezTo>
                    <a:pt x="103288" y="268532"/>
                    <a:pt x="101406" y="271098"/>
                    <a:pt x="101064" y="273065"/>
                  </a:cubicBezTo>
                  <a:cubicBezTo>
                    <a:pt x="103799" y="270841"/>
                    <a:pt x="104570" y="268617"/>
                    <a:pt x="104913" y="266736"/>
                  </a:cubicBezTo>
                  <a:lnTo>
                    <a:pt x="104913" y="266736"/>
                  </a:lnTo>
                  <a:close/>
                  <a:moveTo>
                    <a:pt x="96359" y="254076"/>
                  </a:moveTo>
                  <a:cubicBezTo>
                    <a:pt x="96701" y="248345"/>
                    <a:pt x="97983" y="233546"/>
                    <a:pt x="118428" y="238251"/>
                  </a:cubicBezTo>
                  <a:cubicBezTo>
                    <a:pt x="118428" y="238251"/>
                    <a:pt x="117144" y="224650"/>
                    <a:pt x="115605" y="220544"/>
                  </a:cubicBezTo>
                  <a:cubicBezTo>
                    <a:pt x="114066" y="216438"/>
                    <a:pt x="115605" y="205746"/>
                    <a:pt x="119111" y="198389"/>
                  </a:cubicBezTo>
                  <a:cubicBezTo>
                    <a:pt x="122620" y="191119"/>
                    <a:pt x="120653" y="171872"/>
                    <a:pt x="121678" y="164259"/>
                  </a:cubicBezTo>
                  <a:cubicBezTo>
                    <a:pt x="122620" y="156646"/>
                    <a:pt x="137161" y="133636"/>
                    <a:pt x="147597" y="123200"/>
                  </a:cubicBezTo>
                  <a:cubicBezTo>
                    <a:pt x="158032" y="112764"/>
                    <a:pt x="171891" y="108316"/>
                    <a:pt x="189596" y="116870"/>
                  </a:cubicBezTo>
                  <a:cubicBezTo>
                    <a:pt x="199605" y="114817"/>
                    <a:pt x="214232" y="118410"/>
                    <a:pt x="223386" y="128846"/>
                  </a:cubicBezTo>
                  <a:cubicBezTo>
                    <a:pt x="232537" y="139282"/>
                    <a:pt x="239466" y="151599"/>
                    <a:pt x="242632" y="164858"/>
                  </a:cubicBezTo>
                  <a:cubicBezTo>
                    <a:pt x="245796" y="178116"/>
                    <a:pt x="246138" y="175294"/>
                    <a:pt x="250587" y="183163"/>
                  </a:cubicBezTo>
                  <a:cubicBezTo>
                    <a:pt x="255035" y="191033"/>
                    <a:pt x="251526" y="199245"/>
                    <a:pt x="248962" y="200528"/>
                  </a:cubicBezTo>
                  <a:cubicBezTo>
                    <a:pt x="248962" y="200528"/>
                    <a:pt x="250587" y="184104"/>
                    <a:pt x="242632" y="181880"/>
                  </a:cubicBezTo>
                  <a:cubicBezTo>
                    <a:pt x="242632" y="181880"/>
                    <a:pt x="247678" y="191632"/>
                    <a:pt x="245453" y="198304"/>
                  </a:cubicBezTo>
                  <a:cubicBezTo>
                    <a:pt x="245453" y="198304"/>
                    <a:pt x="250159" y="201469"/>
                    <a:pt x="250501" y="208740"/>
                  </a:cubicBezTo>
                  <a:cubicBezTo>
                    <a:pt x="250501" y="208740"/>
                    <a:pt x="251783" y="215070"/>
                    <a:pt x="250844" y="217294"/>
                  </a:cubicBezTo>
                  <a:cubicBezTo>
                    <a:pt x="250844" y="217294"/>
                    <a:pt x="260937" y="223624"/>
                    <a:pt x="262561" y="231237"/>
                  </a:cubicBezTo>
                  <a:cubicBezTo>
                    <a:pt x="262561" y="231237"/>
                    <a:pt x="268891" y="254931"/>
                    <a:pt x="252468" y="264426"/>
                  </a:cubicBezTo>
                  <a:cubicBezTo>
                    <a:pt x="252468" y="264426"/>
                    <a:pt x="239809" y="269473"/>
                    <a:pt x="238524" y="276145"/>
                  </a:cubicBezTo>
                  <a:cubicBezTo>
                    <a:pt x="237242" y="282817"/>
                    <a:pt x="233821" y="284100"/>
                    <a:pt x="242033" y="282817"/>
                  </a:cubicBezTo>
                  <a:cubicBezTo>
                    <a:pt x="243572" y="282560"/>
                    <a:pt x="244940" y="282218"/>
                    <a:pt x="246224" y="281876"/>
                  </a:cubicBezTo>
                  <a:cubicBezTo>
                    <a:pt x="249131" y="278369"/>
                    <a:pt x="252982" y="273065"/>
                    <a:pt x="256916" y="271098"/>
                  </a:cubicBezTo>
                  <a:cubicBezTo>
                    <a:pt x="261962" y="268617"/>
                    <a:pt x="268891" y="274263"/>
                    <a:pt x="273939" y="276829"/>
                  </a:cubicBezTo>
                  <a:cubicBezTo>
                    <a:pt x="279070" y="279395"/>
                    <a:pt x="282921" y="280251"/>
                    <a:pt x="296606" y="273408"/>
                  </a:cubicBezTo>
                  <a:cubicBezTo>
                    <a:pt x="310293" y="266564"/>
                    <a:pt x="318847" y="260577"/>
                    <a:pt x="322353" y="251167"/>
                  </a:cubicBezTo>
                  <a:cubicBezTo>
                    <a:pt x="325776" y="241758"/>
                    <a:pt x="329197" y="240047"/>
                    <a:pt x="337751" y="234059"/>
                  </a:cubicBezTo>
                  <a:cubicBezTo>
                    <a:pt x="346305" y="228072"/>
                    <a:pt x="345449" y="218662"/>
                    <a:pt x="349726" y="209253"/>
                  </a:cubicBezTo>
                  <a:cubicBezTo>
                    <a:pt x="354003" y="199844"/>
                    <a:pt x="359136" y="198988"/>
                    <a:pt x="377186" y="181025"/>
                  </a:cubicBezTo>
                  <a:cubicBezTo>
                    <a:pt x="395148" y="163062"/>
                    <a:pt x="387450" y="165628"/>
                    <a:pt x="396858" y="156218"/>
                  </a:cubicBezTo>
                  <a:cubicBezTo>
                    <a:pt x="406268" y="146809"/>
                    <a:pt x="399425" y="139110"/>
                    <a:pt x="404558" y="129701"/>
                  </a:cubicBezTo>
                  <a:cubicBezTo>
                    <a:pt x="409689" y="120292"/>
                    <a:pt x="410545" y="112593"/>
                    <a:pt x="413112" y="108316"/>
                  </a:cubicBezTo>
                  <a:cubicBezTo>
                    <a:pt x="415678" y="104039"/>
                    <a:pt x="425943" y="99762"/>
                    <a:pt x="425943" y="99762"/>
                  </a:cubicBezTo>
                  <a:lnTo>
                    <a:pt x="422520" y="110027"/>
                  </a:lnTo>
                  <a:lnTo>
                    <a:pt x="423462" y="113534"/>
                  </a:lnTo>
                  <a:cubicBezTo>
                    <a:pt x="424061" y="107803"/>
                    <a:pt x="427482" y="84365"/>
                    <a:pt x="440398" y="84023"/>
                  </a:cubicBezTo>
                  <a:lnTo>
                    <a:pt x="440998" y="84194"/>
                  </a:lnTo>
                  <a:cubicBezTo>
                    <a:pt x="443990" y="78634"/>
                    <a:pt x="446899" y="72048"/>
                    <a:pt x="445872" y="68540"/>
                  </a:cubicBezTo>
                  <a:cubicBezTo>
                    <a:pt x="445872" y="68540"/>
                    <a:pt x="440227" y="51347"/>
                    <a:pt x="444590" y="34239"/>
                  </a:cubicBezTo>
                  <a:cubicBezTo>
                    <a:pt x="449038" y="17131"/>
                    <a:pt x="449295" y="19099"/>
                    <a:pt x="455967" y="15763"/>
                  </a:cubicBezTo>
                  <a:cubicBezTo>
                    <a:pt x="460758" y="13368"/>
                    <a:pt x="463579" y="9091"/>
                    <a:pt x="468627" y="2162"/>
                  </a:cubicBezTo>
                  <a:cubicBezTo>
                    <a:pt x="470508" y="-404"/>
                    <a:pt x="471193" y="879"/>
                    <a:pt x="475556" y="280"/>
                  </a:cubicBezTo>
                  <a:cubicBezTo>
                    <a:pt x="480004" y="-319"/>
                    <a:pt x="484365" y="-319"/>
                    <a:pt x="485649" y="4044"/>
                  </a:cubicBezTo>
                  <a:cubicBezTo>
                    <a:pt x="486931" y="8492"/>
                    <a:pt x="489412" y="9091"/>
                    <a:pt x="491294" y="11657"/>
                  </a:cubicBezTo>
                  <a:cubicBezTo>
                    <a:pt x="493176" y="14223"/>
                    <a:pt x="498908" y="17987"/>
                    <a:pt x="500790" y="23033"/>
                  </a:cubicBezTo>
                  <a:cubicBezTo>
                    <a:pt x="502671" y="28080"/>
                    <a:pt x="507719" y="29962"/>
                    <a:pt x="507120" y="35009"/>
                  </a:cubicBezTo>
                  <a:cubicBezTo>
                    <a:pt x="506520" y="40056"/>
                    <a:pt x="509686" y="47669"/>
                    <a:pt x="502072" y="55196"/>
                  </a:cubicBezTo>
                  <a:cubicBezTo>
                    <a:pt x="494460" y="62809"/>
                    <a:pt x="484365" y="72903"/>
                    <a:pt x="480602" y="82997"/>
                  </a:cubicBezTo>
                  <a:cubicBezTo>
                    <a:pt x="478634" y="88300"/>
                    <a:pt x="475299" y="94459"/>
                    <a:pt x="471876" y="100703"/>
                  </a:cubicBezTo>
                  <a:lnTo>
                    <a:pt x="472048" y="100960"/>
                  </a:lnTo>
                  <a:cubicBezTo>
                    <a:pt x="472048" y="100960"/>
                    <a:pt x="478206" y="110027"/>
                    <a:pt x="470166" y="122345"/>
                  </a:cubicBezTo>
                  <a:cubicBezTo>
                    <a:pt x="467942" y="125766"/>
                    <a:pt x="466231" y="128675"/>
                    <a:pt x="464778" y="131155"/>
                  </a:cubicBezTo>
                  <a:lnTo>
                    <a:pt x="470166" y="122345"/>
                  </a:lnTo>
                  <a:cubicBezTo>
                    <a:pt x="475042" y="144072"/>
                    <a:pt x="453315" y="161351"/>
                    <a:pt x="446471" y="172556"/>
                  </a:cubicBezTo>
                  <a:cubicBezTo>
                    <a:pt x="439628" y="183677"/>
                    <a:pt x="423376" y="212846"/>
                    <a:pt x="417303" y="222255"/>
                  </a:cubicBezTo>
                  <a:cubicBezTo>
                    <a:pt x="411316" y="231664"/>
                    <a:pt x="397629" y="253905"/>
                    <a:pt x="394208" y="259037"/>
                  </a:cubicBezTo>
                  <a:cubicBezTo>
                    <a:pt x="390785" y="264169"/>
                    <a:pt x="383087" y="266736"/>
                    <a:pt x="377100" y="280422"/>
                  </a:cubicBezTo>
                  <a:cubicBezTo>
                    <a:pt x="371110" y="294108"/>
                    <a:pt x="371110" y="296674"/>
                    <a:pt x="359992" y="308650"/>
                  </a:cubicBezTo>
                  <a:cubicBezTo>
                    <a:pt x="348871" y="320625"/>
                    <a:pt x="336895" y="321481"/>
                    <a:pt x="331764" y="329179"/>
                  </a:cubicBezTo>
                  <a:cubicBezTo>
                    <a:pt x="326630" y="336878"/>
                    <a:pt x="325776" y="342866"/>
                    <a:pt x="319787" y="346287"/>
                  </a:cubicBezTo>
                  <a:cubicBezTo>
                    <a:pt x="313799" y="349709"/>
                    <a:pt x="298488" y="356809"/>
                    <a:pt x="289934" y="368870"/>
                  </a:cubicBezTo>
                  <a:cubicBezTo>
                    <a:pt x="285999" y="374430"/>
                    <a:pt x="287112" y="381188"/>
                    <a:pt x="288823" y="389827"/>
                  </a:cubicBezTo>
                  <a:cubicBezTo>
                    <a:pt x="290704" y="396242"/>
                    <a:pt x="292243" y="403855"/>
                    <a:pt x="292072" y="412409"/>
                  </a:cubicBezTo>
                  <a:cubicBezTo>
                    <a:pt x="292072" y="415917"/>
                    <a:pt x="291646" y="419167"/>
                    <a:pt x="291047" y="422332"/>
                  </a:cubicBezTo>
                  <a:cubicBezTo>
                    <a:pt x="290790" y="424299"/>
                    <a:pt x="290447" y="426352"/>
                    <a:pt x="290019" y="428405"/>
                  </a:cubicBezTo>
                  <a:cubicBezTo>
                    <a:pt x="287027" y="442434"/>
                    <a:pt x="264785" y="484434"/>
                    <a:pt x="275906" y="512747"/>
                  </a:cubicBezTo>
                  <a:lnTo>
                    <a:pt x="276249" y="513517"/>
                  </a:lnTo>
                  <a:cubicBezTo>
                    <a:pt x="277788" y="514372"/>
                    <a:pt x="279327" y="515313"/>
                    <a:pt x="280782" y="516254"/>
                  </a:cubicBezTo>
                  <a:cubicBezTo>
                    <a:pt x="280782" y="516254"/>
                    <a:pt x="282065" y="522413"/>
                    <a:pt x="284289" y="532421"/>
                  </a:cubicBezTo>
                  <a:cubicBezTo>
                    <a:pt x="298233" y="563900"/>
                    <a:pt x="318590" y="608038"/>
                    <a:pt x="313031" y="617020"/>
                  </a:cubicBezTo>
                  <a:cubicBezTo>
                    <a:pt x="312260" y="618217"/>
                    <a:pt x="310036" y="619244"/>
                    <a:pt x="306615" y="620099"/>
                  </a:cubicBezTo>
                  <a:cubicBezTo>
                    <a:pt x="316709" y="659961"/>
                    <a:pt x="309779" y="679720"/>
                    <a:pt x="304391" y="729504"/>
                  </a:cubicBezTo>
                  <a:cubicBezTo>
                    <a:pt x="298744" y="782624"/>
                    <a:pt x="300626" y="862176"/>
                    <a:pt x="300626" y="875520"/>
                  </a:cubicBezTo>
                  <a:cubicBezTo>
                    <a:pt x="300626" y="875520"/>
                    <a:pt x="285402" y="886897"/>
                    <a:pt x="257002" y="888779"/>
                  </a:cubicBezTo>
                  <a:cubicBezTo>
                    <a:pt x="255292" y="888864"/>
                    <a:pt x="253324" y="889036"/>
                    <a:pt x="251186" y="889121"/>
                  </a:cubicBezTo>
                  <a:cubicBezTo>
                    <a:pt x="250415" y="894425"/>
                    <a:pt x="249559" y="900327"/>
                    <a:pt x="248534" y="905887"/>
                  </a:cubicBezTo>
                  <a:cubicBezTo>
                    <a:pt x="245710" y="921027"/>
                    <a:pt x="251355" y="936253"/>
                    <a:pt x="248534" y="948571"/>
                  </a:cubicBezTo>
                  <a:cubicBezTo>
                    <a:pt x="245710" y="960889"/>
                    <a:pt x="239038" y="1075597"/>
                    <a:pt x="222958" y="1127776"/>
                  </a:cubicBezTo>
                  <a:cubicBezTo>
                    <a:pt x="222958" y="1127776"/>
                    <a:pt x="221076" y="1139153"/>
                    <a:pt x="217311" y="1154293"/>
                  </a:cubicBezTo>
                  <a:cubicBezTo>
                    <a:pt x="213547" y="1169434"/>
                    <a:pt x="220134" y="1204505"/>
                    <a:pt x="227746" y="1230167"/>
                  </a:cubicBezTo>
                  <a:cubicBezTo>
                    <a:pt x="235360" y="1255744"/>
                    <a:pt x="239124" y="1254803"/>
                    <a:pt x="230570" y="1258566"/>
                  </a:cubicBezTo>
                  <a:cubicBezTo>
                    <a:pt x="222016" y="1262330"/>
                    <a:pt x="221076" y="1275845"/>
                    <a:pt x="219192" y="1282517"/>
                  </a:cubicBezTo>
                  <a:lnTo>
                    <a:pt x="173687" y="1282517"/>
                  </a:lnTo>
                  <a:cubicBezTo>
                    <a:pt x="173687" y="1282517"/>
                    <a:pt x="172745" y="1274733"/>
                    <a:pt x="169923" y="1269943"/>
                  </a:cubicBezTo>
                  <a:cubicBezTo>
                    <a:pt x="167100" y="1265238"/>
                    <a:pt x="167100" y="1250953"/>
                    <a:pt x="168982" y="1237695"/>
                  </a:cubicBezTo>
                  <a:cubicBezTo>
                    <a:pt x="170863" y="1224436"/>
                    <a:pt x="172745" y="1216823"/>
                    <a:pt x="167100" y="1202624"/>
                  </a:cubicBezTo>
                  <a:cubicBezTo>
                    <a:pt x="161453" y="1188338"/>
                    <a:pt x="163337" y="1181752"/>
                    <a:pt x="168040" y="1174139"/>
                  </a:cubicBezTo>
                  <a:cubicBezTo>
                    <a:pt x="172745" y="1166526"/>
                    <a:pt x="174712" y="1157031"/>
                    <a:pt x="177536" y="1144713"/>
                  </a:cubicBezTo>
                  <a:cubicBezTo>
                    <a:pt x="180359" y="1132395"/>
                    <a:pt x="174712" y="1041381"/>
                    <a:pt x="171805" y="1015805"/>
                  </a:cubicBezTo>
                  <a:cubicBezTo>
                    <a:pt x="171805" y="1015805"/>
                    <a:pt x="167014" y="1009133"/>
                    <a:pt x="159486" y="1039500"/>
                  </a:cubicBezTo>
                  <a:cubicBezTo>
                    <a:pt x="151959" y="1069781"/>
                    <a:pt x="143405" y="1102970"/>
                    <a:pt x="139557" y="1120078"/>
                  </a:cubicBezTo>
                  <a:cubicBezTo>
                    <a:pt x="135791" y="1137100"/>
                    <a:pt x="135791" y="1141890"/>
                    <a:pt x="135791" y="1155149"/>
                  </a:cubicBezTo>
                  <a:cubicBezTo>
                    <a:pt x="135791" y="1168408"/>
                    <a:pt x="134680" y="1207242"/>
                    <a:pt x="141353" y="1219560"/>
                  </a:cubicBezTo>
                  <a:cubicBezTo>
                    <a:pt x="148025" y="1231878"/>
                    <a:pt x="153242" y="1241031"/>
                    <a:pt x="159828" y="1244794"/>
                  </a:cubicBezTo>
                  <a:cubicBezTo>
                    <a:pt x="166501" y="1248558"/>
                    <a:pt x="167442" y="1257882"/>
                    <a:pt x="157007" y="1271141"/>
                  </a:cubicBezTo>
                  <a:lnTo>
                    <a:pt x="148110" y="1282261"/>
                  </a:lnTo>
                  <a:lnTo>
                    <a:pt x="98668" y="1282261"/>
                  </a:lnTo>
                  <a:cubicBezTo>
                    <a:pt x="96958" y="1275503"/>
                    <a:pt x="94734" y="1266350"/>
                    <a:pt x="94991" y="1264041"/>
                  </a:cubicBezTo>
                  <a:cubicBezTo>
                    <a:pt x="95331" y="1261389"/>
                    <a:pt x="89601" y="1272338"/>
                    <a:pt x="87548" y="1282175"/>
                  </a:cubicBezTo>
                  <a:lnTo>
                    <a:pt x="84041" y="1282175"/>
                  </a:lnTo>
                  <a:cubicBezTo>
                    <a:pt x="84041" y="1275246"/>
                    <a:pt x="87377" y="1227344"/>
                    <a:pt x="86437" y="1206473"/>
                  </a:cubicBezTo>
                  <a:cubicBezTo>
                    <a:pt x="85495" y="1185601"/>
                    <a:pt x="87377" y="1176106"/>
                    <a:pt x="89258" y="1157202"/>
                  </a:cubicBezTo>
                  <a:cubicBezTo>
                    <a:pt x="91140" y="1138212"/>
                    <a:pt x="96872" y="1116400"/>
                    <a:pt x="92082" y="1088000"/>
                  </a:cubicBezTo>
                  <a:cubicBezTo>
                    <a:pt x="87377" y="1059516"/>
                    <a:pt x="78823" y="966620"/>
                    <a:pt x="96872" y="924021"/>
                  </a:cubicBezTo>
                  <a:cubicBezTo>
                    <a:pt x="96872" y="924021"/>
                    <a:pt x="104656" y="902294"/>
                    <a:pt x="103714" y="881337"/>
                  </a:cubicBezTo>
                  <a:cubicBezTo>
                    <a:pt x="97470" y="879712"/>
                    <a:pt x="92253" y="877830"/>
                    <a:pt x="88318" y="875691"/>
                  </a:cubicBezTo>
                  <a:cubicBezTo>
                    <a:pt x="88318" y="875691"/>
                    <a:pt x="80704" y="824539"/>
                    <a:pt x="75059" y="792290"/>
                  </a:cubicBezTo>
                  <a:cubicBezTo>
                    <a:pt x="73178" y="781769"/>
                    <a:pt x="70354" y="757647"/>
                    <a:pt x="68730" y="728050"/>
                  </a:cubicBezTo>
                  <a:cubicBezTo>
                    <a:pt x="68387" y="729761"/>
                    <a:pt x="68045" y="731557"/>
                    <a:pt x="67531" y="733525"/>
                  </a:cubicBezTo>
                  <a:cubicBezTo>
                    <a:pt x="64367" y="745500"/>
                    <a:pt x="64367" y="760042"/>
                    <a:pt x="64966" y="768254"/>
                  </a:cubicBezTo>
                  <a:cubicBezTo>
                    <a:pt x="65649" y="776466"/>
                    <a:pt x="68730" y="779630"/>
                    <a:pt x="64367" y="780315"/>
                  </a:cubicBezTo>
                  <a:cubicBezTo>
                    <a:pt x="59919" y="780914"/>
                    <a:pt x="56753" y="780315"/>
                    <a:pt x="51108" y="753798"/>
                  </a:cubicBezTo>
                  <a:cubicBezTo>
                    <a:pt x="51108" y="753798"/>
                    <a:pt x="50509" y="741138"/>
                    <a:pt x="46660" y="740539"/>
                  </a:cubicBezTo>
                  <a:cubicBezTo>
                    <a:pt x="42896" y="739940"/>
                    <a:pt x="44179" y="751317"/>
                    <a:pt x="45377" y="756364"/>
                  </a:cubicBezTo>
                  <a:cubicBezTo>
                    <a:pt x="46660" y="761411"/>
                    <a:pt x="51108" y="767741"/>
                    <a:pt x="51108" y="770307"/>
                  </a:cubicBezTo>
                  <a:cubicBezTo>
                    <a:pt x="51108" y="772873"/>
                    <a:pt x="53589" y="774070"/>
                    <a:pt x="48541" y="773472"/>
                  </a:cubicBezTo>
                  <a:cubicBezTo>
                    <a:pt x="43496" y="772873"/>
                    <a:pt x="40330" y="769708"/>
                    <a:pt x="36567" y="769708"/>
                  </a:cubicBezTo>
                  <a:cubicBezTo>
                    <a:pt x="32803" y="769708"/>
                    <a:pt x="29637" y="765944"/>
                    <a:pt x="27071" y="763378"/>
                  </a:cubicBezTo>
                  <a:cubicBezTo>
                    <a:pt x="24590" y="760812"/>
                    <a:pt x="22623" y="761496"/>
                    <a:pt x="19459" y="759614"/>
                  </a:cubicBezTo>
                  <a:cubicBezTo>
                    <a:pt x="16293" y="757732"/>
                    <a:pt x="13129" y="750119"/>
                    <a:pt x="10648" y="748836"/>
                  </a:cubicBezTo>
                  <a:cubicBezTo>
                    <a:pt x="8081" y="747553"/>
                    <a:pt x="8766" y="744388"/>
                    <a:pt x="8081" y="737460"/>
                  </a:cubicBezTo>
                  <a:cubicBezTo>
                    <a:pt x="7482" y="730702"/>
                    <a:pt x="9280" y="699908"/>
                    <a:pt x="14069" y="689557"/>
                  </a:cubicBezTo>
                  <a:lnTo>
                    <a:pt x="10905" y="691354"/>
                  </a:lnTo>
                  <a:lnTo>
                    <a:pt x="11247" y="690071"/>
                  </a:lnTo>
                  <a:lnTo>
                    <a:pt x="6799" y="673134"/>
                  </a:lnTo>
                  <a:cubicBezTo>
                    <a:pt x="2865" y="672535"/>
                    <a:pt x="384" y="671594"/>
                    <a:pt x="127" y="670482"/>
                  </a:cubicBezTo>
                  <a:cubicBezTo>
                    <a:pt x="-730" y="666205"/>
                    <a:pt x="3036" y="608808"/>
                    <a:pt x="3036" y="577928"/>
                  </a:cubicBezTo>
                  <a:cubicBezTo>
                    <a:pt x="3036" y="547049"/>
                    <a:pt x="3890" y="482038"/>
                    <a:pt x="3890" y="482038"/>
                  </a:cubicBezTo>
                  <a:cubicBezTo>
                    <a:pt x="15010" y="349281"/>
                    <a:pt x="20998" y="345860"/>
                    <a:pt x="25360" y="329607"/>
                  </a:cubicBezTo>
                  <a:cubicBezTo>
                    <a:pt x="29637" y="313354"/>
                    <a:pt x="29637" y="310788"/>
                    <a:pt x="38191" y="304801"/>
                  </a:cubicBezTo>
                  <a:cubicBezTo>
                    <a:pt x="46745" y="298813"/>
                    <a:pt x="70697" y="290259"/>
                    <a:pt x="76770" y="285127"/>
                  </a:cubicBezTo>
                  <a:cubicBezTo>
                    <a:pt x="81732" y="280850"/>
                    <a:pt x="90969" y="279567"/>
                    <a:pt x="97727" y="275974"/>
                  </a:cubicBezTo>
                  <a:cubicBezTo>
                    <a:pt x="96359" y="275717"/>
                    <a:pt x="94991" y="274862"/>
                    <a:pt x="94135" y="273322"/>
                  </a:cubicBezTo>
                  <a:cubicBezTo>
                    <a:pt x="92253" y="269815"/>
                    <a:pt x="102003" y="263571"/>
                    <a:pt x="101064" y="261945"/>
                  </a:cubicBezTo>
                  <a:cubicBezTo>
                    <a:pt x="100122" y="260405"/>
                    <a:pt x="96273" y="260405"/>
                    <a:pt x="96615" y="254674"/>
                  </a:cubicBezTo>
                  <a:lnTo>
                    <a:pt x="96615" y="254674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0C27A188-643C-B5B1-1C75-6FB6A1594110}"/>
                </a:ext>
              </a:extLst>
            </p:cNvPr>
            <p:cNvSpPr/>
            <p:nvPr/>
          </p:nvSpPr>
          <p:spPr>
            <a:xfrm>
              <a:off x="9858105" y="2467489"/>
              <a:ext cx="512235" cy="1388233"/>
            </a:xfrm>
            <a:custGeom>
              <a:avLst/>
              <a:gdLst>
                <a:gd name="connsiteX0" fmla="*/ 432260 w 512235"/>
                <a:gd name="connsiteY0" fmla="*/ 563462 h 1388233"/>
                <a:gd name="connsiteX1" fmla="*/ 431063 w 512235"/>
                <a:gd name="connsiteY1" fmla="*/ 557303 h 1388233"/>
                <a:gd name="connsiteX2" fmla="*/ 429950 w 512235"/>
                <a:gd name="connsiteY2" fmla="*/ 552684 h 1388233"/>
                <a:gd name="connsiteX3" fmla="*/ 426444 w 512235"/>
                <a:gd name="connsiteY3" fmla="*/ 545755 h 1388233"/>
                <a:gd name="connsiteX4" fmla="*/ 420371 w 512235"/>
                <a:gd name="connsiteY4" fmla="*/ 551059 h 1388233"/>
                <a:gd name="connsiteX5" fmla="*/ 420970 w 512235"/>
                <a:gd name="connsiteY5" fmla="*/ 554395 h 1388233"/>
                <a:gd name="connsiteX6" fmla="*/ 432688 w 512235"/>
                <a:gd name="connsiteY6" fmla="*/ 565515 h 1388233"/>
                <a:gd name="connsiteX7" fmla="*/ 432345 w 512235"/>
                <a:gd name="connsiteY7" fmla="*/ 563462 h 1388233"/>
                <a:gd name="connsiteX8" fmla="*/ 432345 w 512235"/>
                <a:gd name="connsiteY8" fmla="*/ 563462 h 1388233"/>
                <a:gd name="connsiteX9" fmla="*/ 511041 w 512235"/>
                <a:gd name="connsiteY9" fmla="*/ 594598 h 1388233"/>
                <a:gd name="connsiteX10" fmla="*/ 509160 w 512235"/>
                <a:gd name="connsiteY10" fmla="*/ 629242 h 1388233"/>
                <a:gd name="connsiteX11" fmla="*/ 499923 w 512235"/>
                <a:gd name="connsiteY11" fmla="*/ 647119 h 1388233"/>
                <a:gd name="connsiteX12" fmla="*/ 484440 w 512235"/>
                <a:gd name="connsiteY12" fmla="*/ 659437 h 1388233"/>
                <a:gd name="connsiteX13" fmla="*/ 462199 w 512235"/>
                <a:gd name="connsiteY13" fmla="*/ 654476 h 1388233"/>
                <a:gd name="connsiteX14" fmla="*/ 452962 w 512235"/>
                <a:gd name="connsiteY14" fmla="*/ 649173 h 1388233"/>
                <a:gd name="connsiteX15" fmla="*/ 444322 w 512235"/>
                <a:gd name="connsiteY15" fmla="*/ 645922 h 1388233"/>
                <a:gd name="connsiteX16" fmla="*/ 434398 w 512235"/>
                <a:gd name="connsiteY16" fmla="*/ 643356 h 1388233"/>
                <a:gd name="connsiteX17" fmla="*/ 410278 w 512235"/>
                <a:gd name="connsiteY17" fmla="*/ 632236 h 1388233"/>
                <a:gd name="connsiteX18" fmla="*/ 399157 w 512235"/>
                <a:gd name="connsiteY18" fmla="*/ 607515 h 1388233"/>
                <a:gd name="connsiteX19" fmla="*/ 400354 w 512235"/>
                <a:gd name="connsiteY19" fmla="*/ 603409 h 1388233"/>
                <a:gd name="connsiteX20" fmla="*/ 393170 w 512235"/>
                <a:gd name="connsiteY20" fmla="*/ 600329 h 1388233"/>
                <a:gd name="connsiteX21" fmla="*/ 390432 w 512235"/>
                <a:gd name="connsiteY21" fmla="*/ 604350 h 1388233"/>
                <a:gd name="connsiteX22" fmla="*/ 388550 w 512235"/>
                <a:gd name="connsiteY22" fmla="*/ 608028 h 1388233"/>
                <a:gd name="connsiteX23" fmla="*/ 385727 w 512235"/>
                <a:gd name="connsiteY23" fmla="*/ 618977 h 1388233"/>
                <a:gd name="connsiteX24" fmla="*/ 379140 w 512235"/>
                <a:gd name="connsiteY24" fmla="*/ 636598 h 1388233"/>
                <a:gd name="connsiteX25" fmla="*/ 377601 w 512235"/>
                <a:gd name="connsiteY25" fmla="*/ 650370 h 1388233"/>
                <a:gd name="connsiteX26" fmla="*/ 378712 w 512235"/>
                <a:gd name="connsiteY26" fmla="*/ 660635 h 1388233"/>
                <a:gd name="connsiteX27" fmla="*/ 388636 w 512235"/>
                <a:gd name="connsiteY27" fmla="*/ 678513 h 1388233"/>
                <a:gd name="connsiteX28" fmla="*/ 381878 w 512235"/>
                <a:gd name="connsiteY28" fmla="*/ 689633 h 1388233"/>
                <a:gd name="connsiteX29" fmla="*/ 373153 w 512235"/>
                <a:gd name="connsiteY29" fmla="*/ 693054 h 1388233"/>
                <a:gd name="connsiteX30" fmla="*/ 372125 w 512235"/>
                <a:gd name="connsiteY30" fmla="*/ 717946 h 1388233"/>
                <a:gd name="connsiteX31" fmla="*/ 397190 w 512235"/>
                <a:gd name="connsiteY31" fmla="*/ 803229 h 1388233"/>
                <a:gd name="connsiteX32" fmla="*/ 391971 w 512235"/>
                <a:gd name="connsiteY32" fmla="*/ 917168 h 1388233"/>
                <a:gd name="connsiteX33" fmla="*/ 385470 w 512235"/>
                <a:gd name="connsiteY33" fmla="*/ 958141 h 1388233"/>
                <a:gd name="connsiteX34" fmla="*/ 380850 w 512235"/>
                <a:gd name="connsiteY34" fmla="*/ 969518 h 1388233"/>
                <a:gd name="connsiteX35" fmla="*/ 375462 w 512235"/>
                <a:gd name="connsiteY35" fmla="*/ 982862 h 1388233"/>
                <a:gd name="connsiteX36" fmla="*/ 379568 w 512235"/>
                <a:gd name="connsiteY36" fmla="*/ 1009465 h 1388233"/>
                <a:gd name="connsiteX37" fmla="*/ 391117 w 512235"/>
                <a:gd name="connsiteY37" fmla="*/ 1114251 h 1388233"/>
                <a:gd name="connsiteX38" fmla="*/ 391117 w 512235"/>
                <a:gd name="connsiteY38" fmla="*/ 1279770 h 1388233"/>
                <a:gd name="connsiteX39" fmla="*/ 387865 w 512235"/>
                <a:gd name="connsiteY39" fmla="*/ 1301582 h 1388233"/>
                <a:gd name="connsiteX40" fmla="*/ 395734 w 512235"/>
                <a:gd name="connsiteY40" fmla="*/ 1333061 h 1388233"/>
                <a:gd name="connsiteX41" fmla="*/ 387865 w 512235"/>
                <a:gd name="connsiteY41" fmla="*/ 1357183 h 1388233"/>
                <a:gd name="connsiteX42" fmla="*/ 390603 w 512235"/>
                <a:gd name="connsiteY42" fmla="*/ 1375232 h 1388233"/>
                <a:gd name="connsiteX43" fmla="*/ 387351 w 512235"/>
                <a:gd name="connsiteY43" fmla="*/ 1388234 h 1388233"/>
                <a:gd name="connsiteX44" fmla="*/ 289580 w 512235"/>
                <a:gd name="connsiteY44" fmla="*/ 1387293 h 1388233"/>
                <a:gd name="connsiteX45" fmla="*/ 272901 w 512235"/>
                <a:gd name="connsiteY45" fmla="*/ 1375659 h 1388233"/>
                <a:gd name="connsiteX46" fmla="*/ 275724 w 512235"/>
                <a:gd name="connsiteY46" fmla="*/ 1364539 h 1388233"/>
                <a:gd name="connsiteX47" fmla="*/ 279402 w 512235"/>
                <a:gd name="connsiteY47" fmla="*/ 1359920 h 1388233"/>
                <a:gd name="connsiteX48" fmla="*/ 295653 w 512235"/>
                <a:gd name="connsiteY48" fmla="*/ 1351110 h 1388233"/>
                <a:gd name="connsiteX49" fmla="*/ 287271 w 512235"/>
                <a:gd name="connsiteY49" fmla="*/ 1326560 h 1388233"/>
                <a:gd name="connsiteX50" fmla="*/ 299331 w 512235"/>
                <a:gd name="connsiteY50" fmla="*/ 1302010 h 1388233"/>
                <a:gd name="connsiteX51" fmla="*/ 276150 w 512235"/>
                <a:gd name="connsiteY51" fmla="*/ 1183367 h 1388233"/>
                <a:gd name="connsiteX52" fmla="*/ 253911 w 512235"/>
                <a:gd name="connsiteY52" fmla="*/ 991929 h 1388233"/>
                <a:gd name="connsiteX53" fmla="*/ 235861 w 512235"/>
                <a:gd name="connsiteY53" fmla="*/ 921017 h 1388233"/>
                <a:gd name="connsiteX54" fmla="*/ 220378 w 512235"/>
                <a:gd name="connsiteY54" fmla="*/ 977901 h 1388233"/>
                <a:gd name="connsiteX55" fmla="*/ 214990 w 512235"/>
                <a:gd name="connsiteY55" fmla="*/ 995608 h 1388233"/>
                <a:gd name="connsiteX56" fmla="*/ 177437 w 512235"/>
                <a:gd name="connsiteY56" fmla="*/ 1041970 h 1388233"/>
                <a:gd name="connsiteX57" fmla="*/ 183170 w 512235"/>
                <a:gd name="connsiteY57" fmla="*/ 1067803 h 1388233"/>
                <a:gd name="connsiteX58" fmla="*/ 186248 w 512235"/>
                <a:gd name="connsiteY58" fmla="*/ 1075330 h 1388233"/>
                <a:gd name="connsiteX59" fmla="*/ 188130 w 512235"/>
                <a:gd name="connsiteY59" fmla="*/ 1119811 h 1388233"/>
                <a:gd name="connsiteX60" fmla="*/ 190013 w 512235"/>
                <a:gd name="connsiteY60" fmla="*/ 1169937 h 1388233"/>
                <a:gd name="connsiteX61" fmla="*/ 188643 w 512235"/>
                <a:gd name="connsiteY61" fmla="*/ 1177379 h 1388233"/>
                <a:gd name="connsiteX62" fmla="*/ 189842 w 512235"/>
                <a:gd name="connsiteY62" fmla="*/ 1188585 h 1388233"/>
                <a:gd name="connsiteX63" fmla="*/ 190013 w 512235"/>
                <a:gd name="connsiteY63" fmla="*/ 1188927 h 1388233"/>
                <a:gd name="connsiteX64" fmla="*/ 192323 w 512235"/>
                <a:gd name="connsiteY64" fmla="*/ 1193033 h 1388233"/>
                <a:gd name="connsiteX65" fmla="*/ 209514 w 512235"/>
                <a:gd name="connsiteY65" fmla="*/ 1225110 h 1388233"/>
                <a:gd name="connsiteX66" fmla="*/ 216529 w 512235"/>
                <a:gd name="connsiteY66" fmla="*/ 1245469 h 1388233"/>
                <a:gd name="connsiteX67" fmla="*/ 215675 w 512235"/>
                <a:gd name="connsiteY67" fmla="*/ 1251114 h 1388233"/>
                <a:gd name="connsiteX68" fmla="*/ 214305 w 512235"/>
                <a:gd name="connsiteY68" fmla="*/ 1256674 h 1388233"/>
                <a:gd name="connsiteX69" fmla="*/ 215589 w 512235"/>
                <a:gd name="connsiteY69" fmla="*/ 1259839 h 1388233"/>
                <a:gd name="connsiteX70" fmla="*/ 238770 w 512235"/>
                <a:gd name="connsiteY70" fmla="*/ 1291831 h 1388233"/>
                <a:gd name="connsiteX71" fmla="*/ 253140 w 512235"/>
                <a:gd name="connsiteY71" fmla="*/ 1319204 h 1388233"/>
                <a:gd name="connsiteX72" fmla="*/ 216016 w 512235"/>
                <a:gd name="connsiteY72" fmla="*/ 1341016 h 1388233"/>
                <a:gd name="connsiteX73" fmla="*/ 192835 w 512235"/>
                <a:gd name="connsiteY73" fmla="*/ 1344780 h 1388233"/>
                <a:gd name="connsiteX74" fmla="*/ 160843 w 512235"/>
                <a:gd name="connsiteY74" fmla="*/ 1372153 h 1388233"/>
                <a:gd name="connsiteX75" fmla="*/ 118673 w 512235"/>
                <a:gd name="connsiteY75" fmla="*/ 1386523 h 1388233"/>
                <a:gd name="connsiteX76" fmla="*/ 88049 w 512235"/>
                <a:gd name="connsiteY76" fmla="*/ 1382332 h 1388233"/>
                <a:gd name="connsiteX77" fmla="*/ 128423 w 512235"/>
                <a:gd name="connsiteY77" fmla="*/ 1350853 h 1388233"/>
                <a:gd name="connsiteX78" fmla="*/ 129793 w 512235"/>
                <a:gd name="connsiteY78" fmla="*/ 1342470 h 1388233"/>
                <a:gd name="connsiteX79" fmla="*/ 139030 w 512235"/>
                <a:gd name="connsiteY79" fmla="*/ 1320230 h 1388233"/>
                <a:gd name="connsiteX80" fmla="*/ 114481 w 512235"/>
                <a:gd name="connsiteY80" fmla="*/ 1186275 h 1388233"/>
                <a:gd name="connsiteX81" fmla="*/ 76928 w 512235"/>
                <a:gd name="connsiteY81" fmla="*/ 1033331 h 1388233"/>
                <a:gd name="connsiteX82" fmla="*/ 72311 w 512235"/>
                <a:gd name="connsiteY82" fmla="*/ 970716 h 1388233"/>
                <a:gd name="connsiteX83" fmla="*/ 90358 w 512235"/>
                <a:gd name="connsiteY83" fmla="*/ 889624 h 1388233"/>
                <a:gd name="connsiteX84" fmla="*/ 111230 w 512235"/>
                <a:gd name="connsiteY84" fmla="*/ 804341 h 1388233"/>
                <a:gd name="connsiteX85" fmla="*/ 119614 w 512235"/>
                <a:gd name="connsiteY85" fmla="*/ 739930 h 1388233"/>
                <a:gd name="connsiteX86" fmla="*/ 150664 w 512235"/>
                <a:gd name="connsiteY86" fmla="*/ 693995 h 1388233"/>
                <a:gd name="connsiteX87" fmla="*/ 152375 w 512235"/>
                <a:gd name="connsiteY87" fmla="*/ 683132 h 1388233"/>
                <a:gd name="connsiteX88" fmla="*/ 152375 w 512235"/>
                <a:gd name="connsiteY88" fmla="*/ 682790 h 1388233"/>
                <a:gd name="connsiteX89" fmla="*/ 146987 w 512235"/>
                <a:gd name="connsiteY89" fmla="*/ 679625 h 1388233"/>
                <a:gd name="connsiteX90" fmla="*/ 149894 w 512235"/>
                <a:gd name="connsiteY90" fmla="*/ 656871 h 1388233"/>
                <a:gd name="connsiteX91" fmla="*/ 153745 w 512235"/>
                <a:gd name="connsiteY91" fmla="*/ 631893 h 1388233"/>
                <a:gd name="connsiteX92" fmla="*/ 164437 w 512235"/>
                <a:gd name="connsiteY92" fmla="*/ 585959 h 1388233"/>
                <a:gd name="connsiteX93" fmla="*/ 166916 w 512235"/>
                <a:gd name="connsiteY93" fmla="*/ 568680 h 1388233"/>
                <a:gd name="connsiteX94" fmla="*/ 170596 w 512235"/>
                <a:gd name="connsiteY94" fmla="*/ 486476 h 1388233"/>
                <a:gd name="connsiteX95" fmla="*/ 174958 w 512235"/>
                <a:gd name="connsiteY95" fmla="*/ 453116 h 1388233"/>
                <a:gd name="connsiteX96" fmla="*/ 165719 w 512235"/>
                <a:gd name="connsiteY96" fmla="*/ 433356 h 1388233"/>
                <a:gd name="connsiteX97" fmla="*/ 157679 w 512235"/>
                <a:gd name="connsiteY97" fmla="*/ 407438 h 1388233"/>
                <a:gd name="connsiteX98" fmla="*/ 119955 w 512235"/>
                <a:gd name="connsiteY98" fmla="*/ 352436 h 1388233"/>
                <a:gd name="connsiteX99" fmla="*/ 86595 w 512235"/>
                <a:gd name="connsiteY99" fmla="*/ 310436 h 1388233"/>
                <a:gd name="connsiteX100" fmla="*/ 58795 w 512235"/>
                <a:gd name="connsiteY100" fmla="*/ 256033 h 1388233"/>
                <a:gd name="connsiteX101" fmla="*/ 26632 w 512235"/>
                <a:gd name="connsiteY101" fmla="*/ 177508 h 1388233"/>
                <a:gd name="connsiteX102" fmla="*/ 24151 w 512235"/>
                <a:gd name="connsiteY102" fmla="*/ 137988 h 1388233"/>
                <a:gd name="connsiteX103" fmla="*/ 13030 w 512235"/>
                <a:gd name="connsiteY103" fmla="*/ 117630 h 1388233"/>
                <a:gd name="connsiteX104" fmla="*/ 15511 w 512235"/>
                <a:gd name="connsiteY104" fmla="*/ 102233 h 1388233"/>
                <a:gd name="connsiteX105" fmla="*/ 24408 w 512235"/>
                <a:gd name="connsiteY105" fmla="*/ 97785 h 1388233"/>
                <a:gd name="connsiteX106" fmla="*/ 22269 w 512235"/>
                <a:gd name="connsiteY106" fmla="*/ 98554 h 1388233"/>
                <a:gd name="connsiteX107" fmla="*/ 18592 w 512235"/>
                <a:gd name="connsiteY107" fmla="*/ 88632 h 1388233"/>
                <a:gd name="connsiteX108" fmla="*/ 9952 w 512235"/>
                <a:gd name="connsiteY108" fmla="*/ 69471 h 1388233"/>
                <a:gd name="connsiteX109" fmla="*/ 2509 w 512235"/>
                <a:gd name="connsiteY109" fmla="*/ 58950 h 1388233"/>
                <a:gd name="connsiteX110" fmla="*/ 1912 w 512235"/>
                <a:gd name="connsiteY110" fmla="*/ 39190 h 1388233"/>
                <a:gd name="connsiteX111" fmla="*/ 28 w 512235"/>
                <a:gd name="connsiteY111" fmla="*/ 31150 h 1388233"/>
                <a:gd name="connsiteX112" fmla="*/ 12347 w 512235"/>
                <a:gd name="connsiteY112" fmla="*/ 21312 h 1388233"/>
                <a:gd name="connsiteX113" fmla="*/ 16025 w 512235"/>
                <a:gd name="connsiteY113" fmla="*/ 14555 h 1388233"/>
                <a:gd name="connsiteX114" fmla="*/ 24665 w 512235"/>
                <a:gd name="connsiteY114" fmla="*/ 13357 h 1388233"/>
                <a:gd name="connsiteX115" fmla="*/ 27743 w 512235"/>
                <a:gd name="connsiteY115" fmla="*/ 7198 h 1388233"/>
                <a:gd name="connsiteX116" fmla="*/ 39720 w 512235"/>
                <a:gd name="connsiteY116" fmla="*/ 5830 h 1388233"/>
                <a:gd name="connsiteX117" fmla="*/ 46478 w 512235"/>
                <a:gd name="connsiteY117" fmla="*/ 13 h 1388233"/>
                <a:gd name="connsiteX118" fmla="*/ 56485 w 512235"/>
                <a:gd name="connsiteY118" fmla="*/ 11475 h 1388233"/>
                <a:gd name="connsiteX119" fmla="*/ 65467 w 512235"/>
                <a:gd name="connsiteY119" fmla="*/ 13357 h 1388233"/>
                <a:gd name="connsiteX120" fmla="*/ 68545 w 512235"/>
                <a:gd name="connsiteY120" fmla="*/ 27557 h 1388233"/>
                <a:gd name="connsiteX121" fmla="*/ 64183 w 512235"/>
                <a:gd name="connsiteY121" fmla="*/ 42355 h 1388233"/>
                <a:gd name="connsiteX122" fmla="*/ 53662 w 512235"/>
                <a:gd name="connsiteY122" fmla="*/ 60233 h 1388233"/>
                <a:gd name="connsiteX123" fmla="*/ 52465 w 512235"/>
                <a:gd name="connsiteY123" fmla="*/ 73834 h 1388233"/>
                <a:gd name="connsiteX124" fmla="*/ 56828 w 512235"/>
                <a:gd name="connsiteY124" fmla="*/ 86151 h 1388233"/>
                <a:gd name="connsiteX125" fmla="*/ 74706 w 512235"/>
                <a:gd name="connsiteY125" fmla="*/ 134396 h 1388233"/>
                <a:gd name="connsiteX126" fmla="*/ 101308 w 512235"/>
                <a:gd name="connsiteY126" fmla="*/ 181357 h 1388233"/>
                <a:gd name="connsiteX127" fmla="*/ 128509 w 512235"/>
                <a:gd name="connsiteY127" fmla="*/ 232082 h 1388233"/>
                <a:gd name="connsiteX128" fmla="*/ 142710 w 512235"/>
                <a:gd name="connsiteY128" fmla="*/ 254921 h 1388233"/>
                <a:gd name="connsiteX129" fmla="*/ 152631 w 512235"/>
                <a:gd name="connsiteY129" fmla="*/ 271002 h 1388233"/>
                <a:gd name="connsiteX130" fmla="*/ 161271 w 512235"/>
                <a:gd name="connsiteY130" fmla="*/ 281524 h 1388233"/>
                <a:gd name="connsiteX131" fmla="*/ 169911 w 512235"/>
                <a:gd name="connsiteY131" fmla="*/ 292045 h 1388233"/>
                <a:gd name="connsiteX132" fmla="*/ 180432 w 512235"/>
                <a:gd name="connsiteY132" fmla="*/ 304448 h 1388233"/>
                <a:gd name="connsiteX133" fmla="*/ 194631 w 512235"/>
                <a:gd name="connsiteY133" fmla="*/ 323609 h 1388233"/>
                <a:gd name="connsiteX134" fmla="*/ 195230 w 512235"/>
                <a:gd name="connsiteY134" fmla="*/ 333532 h 1388233"/>
                <a:gd name="connsiteX135" fmla="*/ 213109 w 512235"/>
                <a:gd name="connsiteY135" fmla="*/ 341572 h 1388233"/>
                <a:gd name="connsiteX136" fmla="*/ 220635 w 512235"/>
                <a:gd name="connsiteY136" fmla="*/ 348929 h 1388233"/>
                <a:gd name="connsiteX137" fmla="*/ 227479 w 512235"/>
                <a:gd name="connsiteY137" fmla="*/ 347988 h 1388233"/>
                <a:gd name="connsiteX138" fmla="*/ 231927 w 512235"/>
                <a:gd name="connsiteY138" fmla="*/ 348244 h 1388233"/>
                <a:gd name="connsiteX139" fmla="*/ 234151 w 512235"/>
                <a:gd name="connsiteY139" fmla="*/ 349613 h 1388233"/>
                <a:gd name="connsiteX140" fmla="*/ 246468 w 512235"/>
                <a:gd name="connsiteY140" fmla="*/ 350811 h 1388233"/>
                <a:gd name="connsiteX141" fmla="*/ 263747 w 512235"/>
                <a:gd name="connsiteY141" fmla="*/ 352693 h 1388233"/>
                <a:gd name="connsiteX142" fmla="*/ 278460 w 512235"/>
                <a:gd name="connsiteY142" fmla="*/ 361332 h 1388233"/>
                <a:gd name="connsiteX143" fmla="*/ 283850 w 512235"/>
                <a:gd name="connsiteY143" fmla="*/ 365010 h 1388233"/>
                <a:gd name="connsiteX144" fmla="*/ 289323 w 512235"/>
                <a:gd name="connsiteY144" fmla="*/ 370399 h 1388233"/>
                <a:gd name="connsiteX145" fmla="*/ 290351 w 512235"/>
                <a:gd name="connsiteY145" fmla="*/ 369373 h 1388233"/>
                <a:gd name="connsiteX146" fmla="*/ 297109 w 512235"/>
                <a:gd name="connsiteY146" fmla="*/ 355772 h 1388233"/>
                <a:gd name="connsiteX147" fmla="*/ 306517 w 512235"/>
                <a:gd name="connsiteY147" fmla="*/ 341401 h 1388233"/>
                <a:gd name="connsiteX148" fmla="*/ 307031 w 512235"/>
                <a:gd name="connsiteY148" fmla="*/ 315568 h 1388233"/>
                <a:gd name="connsiteX149" fmla="*/ 287870 w 512235"/>
                <a:gd name="connsiteY149" fmla="*/ 292130 h 1388233"/>
                <a:gd name="connsiteX150" fmla="*/ 292832 w 512235"/>
                <a:gd name="connsiteY150" fmla="*/ 286570 h 1388233"/>
                <a:gd name="connsiteX151" fmla="*/ 297792 w 512235"/>
                <a:gd name="connsiteY151" fmla="*/ 268607 h 1388233"/>
                <a:gd name="connsiteX152" fmla="*/ 305832 w 512235"/>
                <a:gd name="connsiteY152" fmla="*/ 248847 h 1388233"/>
                <a:gd name="connsiteX153" fmla="*/ 315071 w 512235"/>
                <a:gd name="connsiteY153" fmla="*/ 233365 h 1388233"/>
                <a:gd name="connsiteX154" fmla="*/ 309512 w 512235"/>
                <a:gd name="connsiteY154" fmla="*/ 225324 h 1388233"/>
                <a:gd name="connsiteX155" fmla="*/ 320033 w 512235"/>
                <a:gd name="connsiteY155" fmla="*/ 216086 h 1388233"/>
                <a:gd name="connsiteX156" fmla="*/ 329869 w 512235"/>
                <a:gd name="connsiteY156" fmla="*/ 219165 h 1388233"/>
                <a:gd name="connsiteX157" fmla="*/ 339108 w 512235"/>
                <a:gd name="connsiteY157" fmla="*/ 217283 h 1388233"/>
                <a:gd name="connsiteX158" fmla="*/ 357669 w 512235"/>
                <a:gd name="connsiteY158" fmla="*/ 203683 h 1388233"/>
                <a:gd name="connsiteX159" fmla="*/ 364513 w 512235"/>
                <a:gd name="connsiteY159" fmla="*/ 196241 h 1388233"/>
                <a:gd name="connsiteX160" fmla="*/ 378115 w 512235"/>
                <a:gd name="connsiteY160" fmla="*/ 189398 h 1388233"/>
                <a:gd name="connsiteX161" fmla="*/ 397873 w 512235"/>
                <a:gd name="connsiteY161" fmla="*/ 186318 h 1388233"/>
                <a:gd name="connsiteX162" fmla="*/ 417633 w 512235"/>
                <a:gd name="connsiteY162" fmla="*/ 196840 h 1388233"/>
                <a:gd name="connsiteX163" fmla="*/ 431234 w 512235"/>
                <a:gd name="connsiteY163" fmla="*/ 209756 h 1388233"/>
                <a:gd name="connsiteX164" fmla="*/ 447315 w 512235"/>
                <a:gd name="connsiteY164" fmla="*/ 220277 h 1388233"/>
                <a:gd name="connsiteX165" fmla="*/ 450395 w 512235"/>
                <a:gd name="connsiteY165" fmla="*/ 238155 h 1388233"/>
                <a:gd name="connsiteX166" fmla="*/ 456554 w 512235"/>
                <a:gd name="connsiteY166" fmla="*/ 261678 h 1388233"/>
                <a:gd name="connsiteX167" fmla="*/ 456554 w 512235"/>
                <a:gd name="connsiteY167" fmla="*/ 273397 h 1388233"/>
                <a:gd name="connsiteX168" fmla="*/ 447315 w 512235"/>
                <a:gd name="connsiteY168" fmla="*/ 300599 h 1388233"/>
                <a:gd name="connsiteX169" fmla="*/ 433715 w 512235"/>
                <a:gd name="connsiteY169" fmla="*/ 312403 h 1388233"/>
                <a:gd name="connsiteX170" fmla="*/ 415152 w 512235"/>
                <a:gd name="connsiteY170" fmla="*/ 322925 h 1388233"/>
                <a:gd name="connsiteX171" fmla="*/ 385470 w 512235"/>
                <a:gd name="connsiteY171" fmla="*/ 336525 h 1388233"/>
                <a:gd name="connsiteX172" fmla="*/ 382732 w 512235"/>
                <a:gd name="connsiteY172" fmla="*/ 339605 h 1388233"/>
                <a:gd name="connsiteX173" fmla="*/ 382989 w 512235"/>
                <a:gd name="connsiteY173" fmla="*/ 339605 h 1388233"/>
                <a:gd name="connsiteX174" fmla="*/ 389147 w 512235"/>
                <a:gd name="connsiteY174" fmla="*/ 348843 h 1388233"/>
                <a:gd name="connsiteX175" fmla="*/ 388550 w 512235"/>
                <a:gd name="connsiteY175" fmla="*/ 363642 h 1388233"/>
                <a:gd name="connsiteX176" fmla="*/ 404459 w 512235"/>
                <a:gd name="connsiteY176" fmla="*/ 379381 h 1388233"/>
                <a:gd name="connsiteX177" fmla="*/ 423023 w 512235"/>
                <a:gd name="connsiteY177" fmla="*/ 389474 h 1388233"/>
                <a:gd name="connsiteX178" fmla="*/ 476997 w 512235"/>
                <a:gd name="connsiteY178" fmla="*/ 418558 h 1388233"/>
                <a:gd name="connsiteX179" fmla="*/ 494875 w 512235"/>
                <a:gd name="connsiteY179" fmla="*/ 453800 h 1388233"/>
                <a:gd name="connsiteX180" fmla="*/ 497956 w 512235"/>
                <a:gd name="connsiteY180" fmla="*/ 495886 h 1388233"/>
                <a:gd name="connsiteX181" fmla="*/ 499837 w 512235"/>
                <a:gd name="connsiteY181" fmla="*/ 554566 h 1388233"/>
                <a:gd name="connsiteX182" fmla="*/ 510958 w 512235"/>
                <a:gd name="connsiteY182" fmla="*/ 594769 h 1388233"/>
                <a:gd name="connsiteX183" fmla="*/ 510958 w 512235"/>
                <a:gd name="connsiteY183" fmla="*/ 594769 h 1388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</a:cxnLst>
              <a:rect l="l" t="t" r="r" b="b"/>
              <a:pathLst>
                <a:path w="512235" h="1388233">
                  <a:moveTo>
                    <a:pt x="432260" y="563462"/>
                  </a:moveTo>
                  <a:cubicBezTo>
                    <a:pt x="431577" y="561837"/>
                    <a:pt x="431234" y="559784"/>
                    <a:pt x="431063" y="557303"/>
                  </a:cubicBezTo>
                  <a:cubicBezTo>
                    <a:pt x="430721" y="555763"/>
                    <a:pt x="430378" y="554138"/>
                    <a:pt x="429950" y="552684"/>
                  </a:cubicBezTo>
                  <a:cubicBezTo>
                    <a:pt x="428411" y="549519"/>
                    <a:pt x="426957" y="546696"/>
                    <a:pt x="426444" y="545755"/>
                  </a:cubicBezTo>
                  <a:cubicBezTo>
                    <a:pt x="423877" y="545755"/>
                    <a:pt x="423449" y="545755"/>
                    <a:pt x="420371" y="551059"/>
                  </a:cubicBezTo>
                  <a:lnTo>
                    <a:pt x="420970" y="554395"/>
                  </a:lnTo>
                  <a:cubicBezTo>
                    <a:pt x="421567" y="559356"/>
                    <a:pt x="432688" y="565515"/>
                    <a:pt x="432688" y="565515"/>
                  </a:cubicBezTo>
                  <a:lnTo>
                    <a:pt x="432345" y="563462"/>
                  </a:lnTo>
                  <a:lnTo>
                    <a:pt x="432345" y="563462"/>
                  </a:lnTo>
                  <a:close/>
                  <a:moveTo>
                    <a:pt x="511041" y="594598"/>
                  </a:moveTo>
                  <a:cubicBezTo>
                    <a:pt x="511041" y="610081"/>
                    <a:pt x="514721" y="622399"/>
                    <a:pt x="509160" y="629242"/>
                  </a:cubicBezTo>
                  <a:cubicBezTo>
                    <a:pt x="503600" y="635999"/>
                    <a:pt x="506681" y="640362"/>
                    <a:pt x="499923" y="647119"/>
                  </a:cubicBezTo>
                  <a:cubicBezTo>
                    <a:pt x="493079" y="653963"/>
                    <a:pt x="494361" y="659437"/>
                    <a:pt x="484440" y="659437"/>
                  </a:cubicBezTo>
                  <a:cubicBezTo>
                    <a:pt x="474518" y="659437"/>
                    <a:pt x="474518" y="661918"/>
                    <a:pt x="462199" y="654476"/>
                  </a:cubicBezTo>
                  <a:cubicBezTo>
                    <a:pt x="458178" y="652081"/>
                    <a:pt x="455441" y="650456"/>
                    <a:pt x="452962" y="649173"/>
                  </a:cubicBezTo>
                  <a:cubicBezTo>
                    <a:pt x="450309" y="648146"/>
                    <a:pt x="447315" y="647034"/>
                    <a:pt x="444322" y="645922"/>
                  </a:cubicBezTo>
                  <a:cubicBezTo>
                    <a:pt x="441755" y="645152"/>
                    <a:pt x="438675" y="644382"/>
                    <a:pt x="434398" y="643356"/>
                  </a:cubicBezTo>
                  <a:cubicBezTo>
                    <a:pt x="419600" y="639678"/>
                    <a:pt x="415237" y="638395"/>
                    <a:pt x="410278" y="632236"/>
                  </a:cubicBezTo>
                  <a:cubicBezTo>
                    <a:pt x="405316" y="626077"/>
                    <a:pt x="399756" y="609995"/>
                    <a:pt x="399157" y="607515"/>
                  </a:cubicBezTo>
                  <a:cubicBezTo>
                    <a:pt x="399071" y="607087"/>
                    <a:pt x="399499" y="605633"/>
                    <a:pt x="400354" y="603409"/>
                  </a:cubicBezTo>
                  <a:cubicBezTo>
                    <a:pt x="397958" y="603238"/>
                    <a:pt x="395991" y="602211"/>
                    <a:pt x="393170" y="600329"/>
                  </a:cubicBezTo>
                  <a:cubicBezTo>
                    <a:pt x="392399" y="601784"/>
                    <a:pt x="391457" y="603152"/>
                    <a:pt x="390432" y="604350"/>
                  </a:cubicBezTo>
                  <a:cubicBezTo>
                    <a:pt x="389147" y="605890"/>
                    <a:pt x="388636" y="607001"/>
                    <a:pt x="388550" y="608028"/>
                  </a:cubicBezTo>
                  <a:cubicBezTo>
                    <a:pt x="391117" y="611535"/>
                    <a:pt x="389233" y="615898"/>
                    <a:pt x="385727" y="618977"/>
                  </a:cubicBezTo>
                  <a:cubicBezTo>
                    <a:pt x="378286" y="627616"/>
                    <a:pt x="379140" y="626676"/>
                    <a:pt x="379140" y="636598"/>
                  </a:cubicBezTo>
                  <a:cubicBezTo>
                    <a:pt x="379140" y="646521"/>
                    <a:pt x="380082" y="647291"/>
                    <a:pt x="377601" y="650370"/>
                  </a:cubicBezTo>
                  <a:cubicBezTo>
                    <a:pt x="375120" y="653450"/>
                    <a:pt x="378029" y="653193"/>
                    <a:pt x="378712" y="660635"/>
                  </a:cubicBezTo>
                  <a:cubicBezTo>
                    <a:pt x="379311" y="668077"/>
                    <a:pt x="389832" y="673637"/>
                    <a:pt x="388636" y="678513"/>
                  </a:cubicBezTo>
                  <a:cubicBezTo>
                    <a:pt x="387437" y="683474"/>
                    <a:pt x="389918" y="686553"/>
                    <a:pt x="381878" y="689633"/>
                  </a:cubicBezTo>
                  <a:cubicBezTo>
                    <a:pt x="378115" y="691087"/>
                    <a:pt x="375205" y="692284"/>
                    <a:pt x="373153" y="693054"/>
                  </a:cubicBezTo>
                  <a:cubicBezTo>
                    <a:pt x="371442" y="699213"/>
                    <a:pt x="368019" y="708537"/>
                    <a:pt x="372125" y="717946"/>
                  </a:cubicBezTo>
                  <a:cubicBezTo>
                    <a:pt x="377258" y="729494"/>
                    <a:pt x="395308" y="784239"/>
                    <a:pt x="397190" y="803229"/>
                  </a:cubicBezTo>
                  <a:cubicBezTo>
                    <a:pt x="398986" y="821535"/>
                    <a:pt x="395222" y="888512"/>
                    <a:pt x="391971" y="917168"/>
                  </a:cubicBezTo>
                  <a:cubicBezTo>
                    <a:pt x="391372" y="929229"/>
                    <a:pt x="389661" y="945310"/>
                    <a:pt x="385470" y="958141"/>
                  </a:cubicBezTo>
                  <a:cubicBezTo>
                    <a:pt x="384273" y="962504"/>
                    <a:pt x="382732" y="966267"/>
                    <a:pt x="380850" y="969518"/>
                  </a:cubicBezTo>
                  <a:cubicBezTo>
                    <a:pt x="378371" y="974736"/>
                    <a:pt x="376402" y="978158"/>
                    <a:pt x="375462" y="982862"/>
                  </a:cubicBezTo>
                  <a:cubicBezTo>
                    <a:pt x="374606" y="989449"/>
                    <a:pt x="376147" y="997318"/>
                    <a:pt x="379568" y="1009465"/>
                  </a:cubicBezTo>
                  <a:cubicBezTo>
                    <a:pt x="385127" y="1029396"/>
                    <a:pt x="392057" y="1086878"/>
                    <a:pt x="391117" y="1114251"/>
                  </a:cubicBezTo>
                  <a:cubicBezTo>
                    <a:pt x="390175" y="1141623"/>
                    <a:pt x="395734" y="1263945"/>
                    <a:pt x="391117" y="1279770"/>
                  </a:cubicBezTo>
                  <a:cubicBezTo>
                    <a:pt x="386497" y="1295509"/>
                    <a:pt x="384616" y="1293713"/>
                    <a:pt x="387865" y="1301582"/>
                  </a:cubicBezTo>
                  <a:cubicBezTo>
                    <a:pt x="391117" y="1309452"/>
                    <a:pt x="399499" y="1325191"/>
                    <a:pt x="395734" y="1333061"/>
                  </a:cubicBezTo>
                  <a:cubicBezTo>
                    <a:pt x="392057" y="1340931"/>
                    <a:pt x="386497" y="1346063"/>
                    <a:pt x="387865" y="1357183"/>
                  </a:cubicBezTo>
                  <a:cubicBezTo>
                    <a:pt x="389233" y="1368303"/>
                    <a:pt x="392913" y="1368303"/>
                    <a:pt x="390603" y="1375232"/>
                  </a:cubicBezTo>
                  <a:cubicBezTo>
                    <a:pt x="388293" y="1382161"/>
                    <a:pt x="387351" y="1388234"/>
                    <a:pt x="387351" y="1388234"/>
                  </a:cubicBezTo>
                  <a:lnTo>
                    <a:pt x="289580" y="1387293"/>
                  </a:lnTo>
                  <a:cubicBezTo>
                    <a:pt x="289580" y="1387293"/>
                    <a:pt x="274782" y="1381220"/>
                    <a:pt x="272901" y="1375659"/>
                  </a:cubicBezTo>
                  <a:cubicBezTo>
                    <a:pt x="271019" y="1370100"/>
                    <a:pt x="274268" y="1366422"/>
                    <a:pt x="275724" y="1364539"/>
                  </a:cubicBezTo>
                  <a:cubicBezTo>
                    <a:pt x="277092" y="1362658"/>
                    <a:pt x="276664" y="1363599"/>
                    <a:pt x="279402" y="1359920"/>
                  </a:cubicBezTo>
                  <a:cubicBezTo>
                    <a:pt x="282223" y="1356242"/>
                    <a:pt x="292404" y="1356670"/>
                    <a:pt x="295653" y="1351110"/>
                  </a:cubicBezTo>
                  <a:cubicBezTo>
                    <a:pt x="298905" y="1345550"/>
                    <a:pt x="287527" y="1334601"/>
                    <a:pt x="287271" y="1326560"/>
                  </a:cubicBezTo>
                  <a:cubicBezTo>
                    <a:pt x="286757" y="1309880"/>
                    <a:pt x="298391" y="1314499"/>
                    <a:pt x="299331" y="1302010"/>
                  </a:cubicBezTo>
                  <a:cubicBezTo>
                    <a:pt x="299331" y="1302010"/>
                    <a:pt x="277092" y="1206035"/>
                    <a:pt x="276150" y="1183367"/>
                  </a:cubicBezTo>
                  <a:cubicBezTo>
                    <a:pt x="275210" y="1160699"/>
                    <a:pt x="258957" y="1032219"/>
                    <a:pt x="253911" y="991929"/>
                  </a:cubicBezTo>
                  <a:cubicBezTo>
                    <a:pt x="248778" y="951555"/>
                    <a:pt x="235861" y="927005"/>
                    <a:pt x="235861" y="921017"/>
                  </a:cubicBezTo>
                  <a:cubicBezTo>
                    <a:pt x="236204" y="923583"/>
                    <a:pt x="227650" y="953522"/>
                    <a:pt x="220378" y="977901"/>
                  </a:cubicBezTo>
                  <a:cubicBezTo>
                    <a:pt x="218753" y="984744"/>
                    <a:pt x="217129" y="991074"/>
                    <a:pt x="214990" y="995608"/>
                  </a:cubicBezTo>
                  <a:cubicBezTo>
                    <a:pt x="207547" y="1019730"/>
                    <a:pt x="183512" y="1032646"/>
                    <a:pt x="177437" y="1041970"/>
                  </a:cubicBezTo>
                  <a:cubicBezTo>
                    <a:pt x="173845" y="1048300"/>
                    <a:pt x="179406" y="1055057"/>
                    <a:pt x="183170" y="1067803"/>
                  </a:cubicBezTo>
                  <a:cubicBezTo>
                    <a:pt x="184366" y="1070284"/>
                    <a:pt x="185479" y="1072850"/>
                    <a:pt x="186248" y="1075330"/>
                  </a:cubicBezTo>
                  <a:cubicBezTo>
                    <a:pt x="187789" y="1080206"/>
                    <a:pt x="188046" y="1098939"/>
                    <a:pt x="188130" y="1119811"/>
                  </a:cubicBezTo>
                  <a:cubicBezTo>
                    <a:pt x="190268" y="1141538"/>
                    <a:pt x="192152" y="1157791"/>
                    <a:pt x="190013" y="1169937"/>
                  </a:cubicBezTo>
                  <a:cubicBezTo>
                    <a:pt x="189414" y="1173102"/>
                    <a:pt x="188986" y="1175497"/>
                    <a:pt x="188643" y="1177379"/>
                  </a:cubicBezTo>
                  <a:cubicBezTo>
                    <a:pt x="188900" y="1183110"/>
                    <a:pt x="189243" y="1187131"/>
                    <a:pt x="189842" y="1188585"/>
                  </a:cubicBezTo>
                  <a:lnTo>
                    <a:pt x="190013" y="1188927"/>
                  </a:lnTo>
                  <a:cubicBezTo>
                    <a:pt x="190525" y="1189611"/>
                    <a:pt x="191296" y="1191065"/>
                    <a:pt x="192323" y="1193033"/>
                  </a:cubicBezTo>
                  <a:cubicBezTo>
                    <a:pt x="196429" y="1200304"/>
                    <a:pt x="203441" y="1212194"/>
                    <a:pt x="209514" y="1225110"/>
                  </a:cubicBezTo>
                  <a:cubicBezTo>
                    <a:pt x="215675" y="1238283"/>
                    <a:pt x="217043" y="1240165"/>
                    <a:pt x="216529" y="1245469"/>
                  </a:cubicBezTo>
                  <a:cubicBezTo>
                    <a:pt x="216872" y="1247179"/>
                    <a:pt x="216358" y="1249147"/>
                    <a:pt x="215675" y="1251114"/>
                  </a:cubicBezTo>
                  <a:cubicBezTo>
                    <a:pt x="215161" y="1253680"/>
                    <a:pt x="214648" y="1255477"/>
                    <a:pt x="214305" y="1256674"/>
                  </a:cubicBezTo>
                  <a:lnTo>
                    <a:pt x="215589" y="1259839"/>
                  </a:lnTo>
                  <a:cubicBezTo>
                    <a:pt x="218839" y="1260780"/>
                    <a:pt x="230899" y="1278829"/>
                    <a:pt x="238770" y="1291831"/>
                  </a:cubicBezTo>
                  <a:cubicBezTo>
                    <a:pt x="246639" y="1304833"/>
                    <a:pt x="253140" y="1317750"/>
                    <a:pt x="253140" y="1319204"/>
                  </a:cubicBezTo>
                  <a:cubicBezTo>
                    <a:pt x="253140" y="1320658"/>
                    <a:pt x="222602" y="1338193"/>
                    <a:pt x="216016" y="1341016"/>
                  </a:cubicBezTo>
                  <a:cubicBezTo>
                    <a:pt x="209514" y="1343839"/>
                    <a:pt x="199336" y="1341016"/>
                    <a:pt x="192835" y="1344780"/>
                  </a:cubicBezTo>
                  <a:cubicBezTo>
                    <a:pt x="186334" y="1348458"/>
                    <a:pt x="169226" y="1367448"/>
                    <a:pt x="160843" y="1372153"/>
                  </a:cubicBezTo>
                  <a:cubicBezTo>
                    <a:pt x="152460" y="1376771"/>
                    <a:pt x="124232" y="1386523"/>
                    <a:pt x="118673" y="1386523"/>
                  </a:cubicBezTo>
                  <a:cubicBezTo>
                    <a:pt x="113113" y="1386523"/>
                    <a:pt x="91300" y="1391142"/>
                    <a:pt x="88049" y="1382332"/>
                  </a:cubicBezTo>
                  <a:cubicBezTo>
                    <a:pt x="84799" y="1373521"/>
                    <a:pt x="114909" y="1361973"/>
                    <a:pt x="128423" y="1350853"/>
                  </a:cubicBezTo>
                  <a:cubicBezTo>
                    <a:pt x="128423" y="1350853"/>
                    <a:pt x="127483" y="1345721"/>
                    <a:pt x="129793" y="1342470"/>
                  </a:cubicBezTo>
                  <a:cubicBezTo>
                    <a:pt x="132103" y="1339220"/>
                    <a:pt x="141340" y="1327159"/>
                    <a:pt x="139030" y="1320230"/>
                  </a:cubicBezTo>
                  <a:cubicBezTo>
                    <a:pt x="136722" y="1313301"/>
                    <a:pt x="121836" y="1217326"/>
                    <a:pt x="114481" y="1186275"/>
                  </a:cubicBezTo>
                  <a:cubicBezTo>
                    <a:pt x="107038" y="1155224"/>
                    <a:pt x="85739" y="1054630"/>
                    <a:pt x="76928" y="1033331"/>
                  </a:cubicBezTo>
                  <a:cubicBezTo>
                    <a:pt x="68119" y="1012031"/>
                    <a:pt x="67178" y="990646"/>
                    <a:pt x="72311" y="970716"/>
                  </a:cubicBezTo>
                  <a:cubicBezTo>
                    <a:pt x="77442" y="950785"/>
                    <a:pt x="88049" y="908614"/>
                    <a:pt x="90358" y="889624"/>
                  </a:cubicBezTo>
                  <a:cubicBezTo>
                    <a:pt x="92668" y="870634"/>
                    <a:pt x="104729" y="825640"/>
                    <a:pt x="111230" y="804341"/>
                  </a:cubicBezTo>
                  <a:cubicBezTo>
                    <a:pt x="117731" y="783042"/>
                    <a:pt x="114481" y="754728"/>
                    <a:pt x="119614" y="739930"/>
                  </a:cubicBezTo>
                  <a:cubicBezTo>
                    <a:pt x="124746" y="725131"/>
                    <a:pt x="148354" y="703319"/>
                    <a:pt x="150664" y="693995"/>
                  </a:cubicBezTo>
                  <a:cubicBezTo>
                    <a:pt x="151606" y="690402"/>
                    <a:pt x="152032" y="686553"/>
                    <a:pt x="152375" y="683132"/>
                  </a:cubicBezTo>
                  <a:lnTo>
                    <a:pt x="152375" y="682790"/>
                  </a:lnTo>
                  <a:cubicBezTo>
                    <a:pt x="149979" y="682020"/>
                    <a:pt x="147841" y="681079"/>
                    <a:pt x="146987" y="679625"/>
                  </a:cubicBezTo>
                  <a:cubicBezTo>
                    <a:pt x="145105" y="676545"/>
                    <a:pt x="148012" y="664826"/>
                    <a:pt x="149894" y="656871"/>
                  </a:cubicBezTo>
                  <a:cubicBezTo>
                    <a:pt x="151775" y="648830"/>
                    <a:pt x="152546" y="639934"/>
                    <a:pt x="153745" y="631893"/>
                  </a:cubicBezTo>
                  <a:cubicBezTo>
                    <a:pt x="155027" y="623853"/>
                    <a:pt x="164437" y="594598"/>
                    <a:pt x="164437" y="585959"/>
                  </a:cubicBezTo>
                  <a:cubicBezTo>
                    <a:pt x="164437" y="577319"/>
                    <a:pt x="162553" y="588439"/>
                    <a:pt x="166916" y="568680"/>
                  </a:cubicBezTo>
                  <a:cubicBezTo>
                    <a:pt x="171279" y="548920"/>
                    <a:pt x="168800" y="503755"/>
                    <a:pt x="170596" y="486476"/>
                  </a:cubicBezTo>
                  <a:cubicBezTo>
                    <a:pt x="172477" y="469197"/>
                    <a:pt x="178636" y="465434"/>
                    <a:pt x="174958" y="453116"/>
                  </a:cubicBezTo>
                  <a:cubicBezTo>
                    <a:pt x="171279" y="440798"/>
                    <a:pt x="171878" y="446358"/>
                    <a:pt x="165719" y="433356"/>
                  </a:cubicBezTo>
                  <a:cubicBezTo>
                    <a:pt x="159561" y="420354"/>
                    <a:pt x="167002" y="415393"/>
                    <a:pt x="157679" y="407438"/>
                  </a:cubicBezTo>
                  <a:cubicBezTo>
                    <a:pt x="148440" y="399397"/>
                    <a:pt x="128680" y="364155"/>
                    <a:pt x="119955" y="352436"/>
                  </a:cubicBezTo>
                  <a:cubicBezTo>
                    <a:pt x="111315" y="340717"/>
                    <a:pt x="96431" y="323353"/>
                    <a:pt x="86595" y="310436"/>
                  </a:cubicBezTo>
                  <a:cubicBezTo>
                    <a:pt x="76673" y="297434"/>
                    <a:pt x="66236" y="273996"/>
                    <a:pt x="58795" y="256033"/>
                  </a:cubicBezTo>
                  <a:cubicBezTo>
                    <a:pt x="51352" y="238070"/>
                    <a:pt x="28514" y="192990"/>
                    <a:pt x="26632" y="177508"/>
                  </a:cubicBezTo>
                  <a:cubicBezTo>
                    <a:pt x="24750" y="162025"/>
                    <a:pt x="27231" y="145943"/>
                    <a:pt x="24151" y="137988"/>
                  </a:cubicBezTo>
                  <a:cubicBezTo>
                    <a:pt x="21073" y="129948"/>
                    <a:pt x="18592" y="126868"/>
                    <a:pt x="13030" y="117630"/>
                  </a:cubicBezTo>
                  <a:cubicBezTo>
                    <a:pt x="7471" y="108392"/>
                    <a:pt x="10551" y="104628"/>
                    <a:pt x="15511" y="102233"/>
                  </a:cubicBezTo>
                  <a:cubicBezTo>
                    <a:pt x="16881" y="101548"/>
                    <a:pt x="20216" y="99838"/>
                    <a:pt x="24408" y="97785"/>
                  </a:cubicBezTo>
                  <a:lnTo>
                    <a:pt x="22269" y="98554"/>
                  </a:lnTo>
                  <a:cubicBezTo>
                    <a:pt x="22269" y="98554"/>
                    <a:pt x="19189" y="91113"/>
                    <a:pt x="18592" y="88632"/>
                  </a:cubicBezTo>
                  <a:cubicBezTo>
                    <a:pt x="17992" y="86151"/>
                    <a:pt x="13030" y="78111"/>
                    <a:pt x="9952" y="69471"/>
                  </a:cubicBezTo>
                  <a:cubicBezTo>
                    <a:pt x="9952" y="69471"/>
                    <a:pt x="4391" y="63911"/>
                    <a:pt x="2509" y="58950"/>
                  </a:cubicBezTo>
                  <a:cubicBezTo>
                    <a:pt x="628" y="53988"/>
                    <a:pt x="2509" y="43467"/>
                    <a:pt x="1912" y="39190"/>
                  </a:cubicBezTo>
                  <a:cubicBezTo>
                    <a:pt x="1313" y="34913"/>
                    <a:pt x="-227" y="35768"/>
                    <a:pt x="28" y="31150"/>
                  </a:cubicBezTo>
                  <a:cubicBezTo>
                    <a:pt x="285" y="26359"/>
                    <a:pt x="1569" y="23023"/>
                    <a:pt x="12347" y="21312"/>
                  </a:cubicBezTo>
                  <a:cubicBezTo>
                    <a:pt x="15426" y="20799"/>
                    <a:pt x="12176" y="17720"/>
                    <a:pt x="16025" y="14555"/>
                  </a:cubicBezTo>
                  <a:cubicBezTo>
                    <a:pt x="18164" y="12758"/>
                    <a:pt x="22184" y="13956"/>
                    <a:pt x="24665" y="13357"/>
                  </a:cubicBezTo>
                  <a:cubicBezTo>
                    <a:pt x="27146" y="12758"/>
                    <a:pt x="25604" y="8481"/>
                    <a:pt x="27743" y="7198"/>
                  </a:cubicBezTo>
                  <a:cubicBezTo>
                    <a:pt x="32020" y="4632"/>
                    <a:pt x="36639" y="8310"/>
                    <a:pt x="39720" y="5830"/>
                  </a:cubicBezTo>
                  <a:cubicBezTo>
                    <a:pt x="42798" y="3349"/>
                    <a:pt x="40148" y="-244"/>
                    <a:pt x="46478" y="13"/>
                  </a:cubicBezTo>
                  <a:cubicBezTo>
                    <a:pt x="50926" y="184"/>
                    <a:pt x="53919" y="8738"/>
                    <a:pt x="56485" y="11475"/>
                  </a:cubicBezTo>
                  <a:cubicBezTo>
                    <a:pt x="58110" y="13186"/>
                    <a:pt x="59906" y="10876"/>
                    <a:pt x="65467" y="13357"/>
                  </a:cubicBezTo>
                  <a:cubicBezTo>
                    <a:pt x="71026" y="15838"/>
                    <a:pt x="69830" y="21398"/>
                    <a:pt x="68545" y="27557"/>
                  </a:cubicBezTo>
                  <a:cubicBezTo>
                    <a:pt x="67263" y="33716"/>
                    <a:pt x="68545" y="36795"/>
                    <a:pt x="64183" y="42355"/>
                  </a:cubicBezTo>
                  <a:cubicBezTo>
                    <a:pt x="59820" y="47915"/>
                    <a:pt x="57427" y="54074"/>
                    <a:pt x="53662" y="60233"/>
                  </a:cubicBezTo>
                  <a:cubicBezTo>
                    <a:pt x="49984" y="66392"/>
                    <a:pt x="51183" y="68872"/>
                    <a:pt x="52465" y="73834"/>
                  </a:cubicBezTo>
                  <a:cubicBezTo>
                    <a:pt x="53662" y="78795"/>
                    <a:pt x="56828" y="86151"/>
                    <a:pt x="56828" y="86151"/>
                  </a:cubicBezTo>
                  <a:cubicBezTo>
                    <a:pt x="56828" y="86151"/>
                    <a:pt x="71026" y="116432"/>
                    <a:pt x="74706" y="134396"/>
                  </a:cubicBezTo>
                  <a:cubicBezTo>
                    <a:pt x="74706" y="134396"/>
                    <a:pt x="93867" y="171520"/>
                    <a:pt x="101308" y="181357"/>
                  </a:cubicBezTo>
                  <a:cubicBezTo>
                    <a:pt x="108751" y="191280"/>
                    <a:pt x="123549" y="222159"/>
                    <a:pt x="128509" y="232082"/>
                  </a:cubicBezTo>
                  <a:cubicBezTo>
                    <a:pt x="133471" y="242004"/>
                    <a:pt x="139030" y="242603"/>
                    <a:pt x="142710" y="254921"/>
                  </a:cubicBezTo>
                  <a:cubicBezTo>
                    <a:pt x="146387" y="267238"/>
                    <a:pt x="147670" y="264843"/>
                    <a:pt x="152631" y="271002"/>
                  </a:cubicBezTo>
                  <a:cubicBezTo>
                    <a:pt x="157593" y="277161"/>
                    <a:pt x="159389" y="276562"/>
                    <a:pt x="161271" y="281524"/>
                  </a:cubicBezTo>
                  <a:cubicBezTo>
                    <a:pt x="163153" y="286485"/>
                    <a:pt x="164949" y="282721"/>
                    <a:pt x="169911" y="292045"/>
                  </a:cubicBezTo>
                  <a:cubicBezTo>
                    <a:pt x="174873" y="301369"/>
                    <a:pt x="175470" y="300684"/>
                    <a:pt x="180432" y="304448"/>
                  </a:cubicBezTo>
                  <a:cubicBezTo>
                    <a:pt x="185394" y="308126"/>
                    <a:pt x="195230" y="317450"/>
                    <a:pt x="194631" y="323609"/>
                  </a:cubicBezTo>
                  <a:cubicBezTo>
                    <a:pt x="194033" y="329768"/>
                    <a:pt x="190268" y="331051"/>
                    <a:pt x="195230" y="333532"/>
                  </a:cubicBezTo>
                  <a:cubicBezTo>
                    <a:pt x="200192" y="336012"/>
                    <a:pt x="208832" y="335413"/>
                    <a:pt x="213109" y="341572"/>
                  </a:cubicBezTo>
                  <a:cubicBezTo>
                    <a:pt x="217300" y="347560"/>
                    <a:pt x="214562" y="348330"/>
                    <a:pt x="220635" y="348929"/>
                  </a:cubicBezTo>
                  <a:cubicBezTo>
                    <a:pt x="223458" y="348416"/>
                    <a:pt x="225683" y="348073"/>
                    <a:pt x="227479" y="347988"/>
                  </a:cubicBezTo>
                  <a:cubicBezTo>
                    <a:pt x="228761" y="347560"/>
                    <a:pt x="229960" y="347389"/>
                    <a:pt x="231927" y="348244"/>
                  </a:cubicBezTo>
                  <a:lnTo>
                    <a:pt x="234151" y="349613"/>
                  </a:lnTo>
                  <a:cubicBezTo>
                    <a:pt x="240309" y="353890"/>
                    <a:pt x="238428" y="349613"/>
                    <a:pt x="246468" y="350811"/>
                  </a:cubicBezTo>
                  <a:cubicBezTo>
                    <a:pt x="254508" y="352008"/>
                    <a:pt x="260070" y="348929"/>
                    <a:pt x="263747" y="352693"/>
                  </a:cubicBezTo>
                  <a:cubicBezTo>
                    <a:pt x="267254" y="356200"/>
                    <a:pt x="271787" y="355857"/>
                    <a:pt x="278460" y="361332"/>
                  </a:cubicBezTo>
                  <a:cubicBezTo>
                    <a:pt x="281283" y="363128"/>
                    <a:pt x="283850" y="365010"/>
                    <a:pt x="283850" y="365010"/>
                  </a:cubicBezTo>
                  <a:cubicBezTo>
                    <a:pt x="287613" y="368774"/>
                    <a:pt x="288724" y="369629"/>
                    <a:pt x="289323" y="370399"/>
                  </a:cubicBezTo>
                  <a:lnTo>
                    <a:pt x="290351" y="369373"/>
                  </a:lnTo>
                  <a:cubicBezTo>
                    <a:pt x="293429" y="365694"/>
                    <a:pt x="295311" y="361332"/>
                    <a:pt x="297109" y="355772"/>
                  </a:cubicBezTo>
                  <a:cubicBezTo>
                    <a:pt x="298477" y="351666"/>
                    <a:pt x="302839" y="344994"/>
                    <a:pt x="306517" y="341401"/>
                  </a:cubicBezTo>
                  <a:cubicBezTo>
                    <a:pt x="308827" y="328656"/>
                    <a:pt x="307031" y="315568"/>
                    <a:pt x="307031" y="315568"/>
                  </a:cubicBezTo>
                  <a:cubicBezTo>
                    <a:pt x="301469" y="311890"/>
                    <a:pt x="286416" y="299401"/>
                    <a:pt x="287870" y="292130"/>
                  </a:cubicBezTo>
                  <a:cubicBezTo>
                    <a:pt x="288469" y="289051"/>
                    <a:pt x="292832" y="286570"/>
                    <a:pt x="292832" y="286570"/>
                  </a:cubicBezTo>
                  <a:cubicBezTo>
                    <a:pt x="300273" y="281609"/>
                    <a:pt x="296510" y="275450"/>
                    <a:pt x="297792" y="268607"/>
                  </a:cubicBezTo>
                  <a:cubicBezTo>
                    <a:pt x="299076" y="261850"/>
                    <a:pt x="303950" y="256888"/>
                    <a:pt x="305832" y="248847"/>
                  </a:cubicBezTo>
                  <a:cubicBezTo>
                    <a:pt x="307716" y="240807"/>
                    <a:pt x="315071" y="233365"/>
                    <a:pt x="315071" y="233365"/>
                  </a:cubicBezTo>
                  <a:cubicBezTo>
                    <a:pt x="310708" y="230286"/>
                    <a:pt x="309512" y="225324"/>
                    <a:pt x="309512" y="225324"/>
                  </a:cubicBezTo>
                  <a:cubicBezTo>
                    <a:pt x="309512" y="225324"/>
                    <a:pt x="316270" y="217283"/>
                    <a:pt x="320033" y="216086"/>
                  </a:cubicBezTo>
                  <a:cubicBezTo>
                    <a:pt x="323711" y="214888"/>
                    <a:pt x="326192" y="218567"/>
                    <a:pt x="329869" y="219165"/>
                  </a:cubicBezTo>
                  <a:cubicBezTo>
                    <a:pt x="333547" y="219764"/>
                    <a:pt x="339108" y="217283"/>
                    <a:pt x="339108" y="217283"/>
                  </a:cubicBezTo>
                  <a:cubicBezTo>
                    <a:pt x="346549" y="213605"/>
                    <a:pt x="355788" y="207446"/>
                    <a:pt x="357669" y="203683"/>
                  </a:cubicBezTo>
                  <a:cubicBezTo>
                    <a:pt x="359551" y="200004"/>
                    <a:pt x="360150" y="198123"/>
                    <a:pt x="364513" y="196241"/>
                  </a:cubicBezTo>
                  <a:cubicBezTo>
                    <a:pt x="368790" y="194359"/>
                    <a:pt x="371956" y="194958"/>
                    <a:pt x="378115" y="189398"/>
                  </a:cubicBezTo>
                  <a:cubicBezTo>
                    <a:pt x="384273" y="183837"/>
                    <a:pt x="389832" y="185035"/>
                    <a:pt x="397873" y="186318"/>
                  </a:cubicBezTo>
                  <a:cubicBezTo>
                    <a:pt x="405915" y="187601"/>
                    <a:pt x="412074" y="190681"/>
                    <a:pt x="417633" y="196840"/>
                  </a:cubicBezTo>
                  <a:cubicBezTo>
                    <a:pt x="423194" y="202998"/>
                    <a:pt x="425076" y="207960"/>
                    <a:pt x="431234" y="209756"/>
                  </a:cubicBezTo>
                  <a:cubicBezTo>
                    <a:pt x="437393" y="211638"/>
                    <a:pt x="443551" y="217198"/>
                    <a:pt x="447315" y="220277"/>
                  </a:cubicBezTo>
                  <a:cubicBezTo>
                    <a:pt x="450994" y="223357"/>
                    <a:pt x="446717" y="231996"/>
                    <a:pt x="450395" y="238155"/>
                  </a:cubicBezTo>
                  <a:cubicBezTo>
                    <a:pt x="454073" y="244314"/>
                    <a:pt x="459634" y="258513"/>
                    <a:pt x="456554" y="261678"/>
                  </a:cubicBezTo>
                  <a:cubicBezTo>
                    <a:pt x="453473" y="264758"/>
                    <a:pt x="456554" y="273397"/>
                    <a:pt x="456554" y="273397"/>
                  </a:cubicBezTo>
                  <a:cubicBezTo>
                    <a:pt x="456554" y="273397"/>
                    <a:pt x="453473" y="295638"/>
                    <a:pt x="447315" y="300599"/>
                  </a:cubicBezTo>
                  <a:cubicBezTo>
                    <a:pt x="441156" y="305560"/>
                    <a:pt x="437393" y="304277"/>
                    <a:pt x="433715" y="312403"/>
                  </a:cubicBezTo>
                  <a:cubicBezTo>
                    <a:pt x="430036" y="320444"/>
                    <a:pt x="427557" y="321043"/>
                    <a:pt x="415152" y="322925"/>
                  </a:cubicBezTo>
                  <a:cubicBezTo>
                    <a:pt x="402749" y="324807"/>
                    <a:pt x="385470" y="336525"/>
                    <a:pt x="385470" y="336525"/>
                  </a:cubicBezTo>
                  <a:cubicBezTo>
                    <a:pt x="383931" y="337039"/>
                    <a:pt x="383160" y="338322"/>
                    <a:pt x="382732" y="339605"/>
                  </a:cubicBezTo>
                  <a:lnTo>
                    <a:pt x="382989" y="339605"/>
                  </a:lnTo>
                  <a:cubicBezTo>
                    <a:pt x="382989" y="339605"/>
                    <a:pt x="387266" y="341487"/>
                    <a:pt x="389147" y="348843"/>
                  </a:cubicBezTo>
                  <a:cubicBezTo>
                    <a:pt x="389147" y="348843"/>
                    <a:pt x="386669" y="359365"/>
                    <a:pt x="388550" y="363642"/>
                  </a:cubicBezTo>
                  <a:cubicBezTo>
                    <a:pt x="389661" y="366293"/>
                    <a:pt x="396762" y="373479"/>
                    <a:pt x="404459" y="379381"/>
                  </a:cubicBezTo>
                  <a:cubicBezTo>
                    <a:pt x="410532" y="382973"/>
                    <a:pt x="417547" y="386737"/>
                    <a:pt x="423023" y="389474"/>
                  </a:cubicBezTo>
                  <a:cubicBezTo>
                    <a:pt x="436879" y="394778"/>
                    <a:pt x="465536" y="407181"/>
                    <a:pt x="476997" y="418558"/>
                  </a:cubicBezTo>
                  <a:cubicBezTo>
                    <a:pt x="489999" y="431560"/>
                    <a:pt x="492480" y="432757"/>
                    <a:pt x="494875" y="453800"/>
                  </a:cubicBezTo>
                  <a:cubicBezTo>
                    <a:pt x="497356" y="474843"/>
                    <a:pt x="500434" y="481002"/>
                    <a:pt x="497956" y="495886"/>
                  </a:cubicBezTo>
                  <a:cubicBezTo>
                    <a:pt x="495475" y="510684"/>
                    <a:pt x="496757" y="539767"/>
                    <a:pt x="499837" y="554566"/>
                  </a:cubicBezTo>
                  <a:cubicBezTo>
                    <a:pt x="502915" y="569364"/>
                    <a:pt x="510958" y="579287"/>
                    <a:pt x="510958" y="594769"/>
                  </a:cubicBezTo>
                  <a:lnTo>
                    <a:pt x="510958" y="594769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322DC7FD-0FB5-AF40-F377-E96BA0A2C1B3}"/>
                </a:ext>
              </a:extLst>
            </p:cNvPr>
            <p:cNvSpPr/>
            <p:nvPr/>
          </p:nvSpPr>
          <p:spPr>
            <a:xfrm>
              <a:off x="9559930" y="2429865"/>
              <a:ext cx="284273" cy="1426581"/>
            </a:xfrm>
            <a:custGeom>
              <a:avLst/>
              <a:gdLst>
                <a:gd name="connsiteX0" fmla="*/ 51508 w 284273"/>
                <a:gd name="connsiteY0" fmla="*/ 722382 h 1426581"/>
                <a:gd name="connsiteX1" fmla="*/ 51508 w 284273"/>
                <a:gd name="connsiteY1" fmla="*/ 723151 h 1426581"/>
                <a:gd name="connsiteX2" fmla="*/ 51679 w 284273"/>
                <a:gd name="connsiteY2" fmla="*/ 723066 h 1426581"/>
                <a:gd name="connsiteX3" fmla="*/ 51508 w 284273"/>
                <a:gd name="connsiteY3" fmla="*/ 722382 h 1426581"/>
                <a:gd name="connsiteX4" fmla="*/ 51508 w 284273"/>
                <a:gd name="connsiteY4" fmla="*/ 722382 h 1426581"/>
                <a:gd name="connsiteX5" fmla="*/ 204965 w 284273"/>
                <a:gd name="connsiteY5" fmla="*/ 641974 h 1426581"/>
                <a:gd name="connsiteX6" fmla="*/ 204280 w 284273"/>
                <a:gd name="connsiteY6" fmla="*/ 643428 h 1426581"/>
                <a:gd name="connsiteX7" fmla="*/ 214716 w 284273"/>
                <a:gd name="connsiteY7" fmla="*/ 697660 h 1426581"/>
                <a:gd name="connsiteX8" fmla="*/ 215658 w 284273"/>
                <a:gd name="connsiteY8" fmla="*/ 706214 h 1426581"/>
                <a:gd name="connsiteX9" fmla="*/ 218139 w 284273"/>
                <a:gd name="connsiteY9" fmla="*/ 709208 h 1426581"/>
                <a:gd name="connsiteX10" fmla="*/ 219678 w 284273"/>
                <a:gd name="connsiteY10" fmla="*/ 717249 h 1426581"/>
                <a:gd name="connsiteX11" fmla="*/ 225580 w 284273"/>
                <a:gd name="connsiteY11" fmla="*/ 721868 h 1426581"/>
                <a:gd name="connsiteX12" fmla="*/ 225751 w 284273"/>
                <a:gd name="connsiteY12" fmla="*/ 722125 h 1426581"/>
                <a:gd name="connsiteX13" fmla="*/ 227292 w 284273"/>
                <a:gd name="connsiteY13" fmla="*/ 707840 h 1426581"/>
                <a:gd name="connsiteX14" fmla="*/ 232166 w 284273"/>
                <a:gd name="connsiteY14" fmla="*/ 660964 h 1426581"/>
                <a:gd name="connsiteX15" fmla="*/ 231910 w 284273"/>
                <a:gd name="connsiteY15" fmla="*/ 648475 h 1426581"/>
                <a:gd name="connsiteX16" fmla="*/ 236529 w 284273"/>
                <a:gd name="connsiteY16" fmla="*/ 640605 h 1426581"/>
                <a:gd name="connsiteX17" fmla="*/ 236529 w 284273"/>
                <a:gd name="connsiteY17" fmla="*/ 636500 h 1426581"/>
                <a:gd name="connsiteX18" fmla="*/ 234305 w 284273"/>
                <a:gd name="connsiteY18" fmla="*/ 627433 h 1426581"/>
                <a:gd name="connsiteX19" fmla="*/ 233793 w 284273"/>
                <a:gd name="connsiteY19" fmla="*/ 625807 h 1426581"/>
                <a:gd name="connsiteX20" fmla="*/ 233365 w 284273"/>
                <a:gd name="connsiteY20" fmla="*/ 618879 h 1426581"/>
                <a:gd name="connsiteX21" fmla="*/ 225494 w 284273"/>
                <a:gd name="connsiteY21" fmla="*/ 612891 h 1426581"/>
                <a:gd name="connsiteX22" fmla="*/ 208643 w 284273"/>
                <a:gd name="connsiteY22" fmla="*/ 589025 h 1426581"/>
                <a:gd name="connsiteX23" fmla="*/ 206505 w 284273"/>
                <a:gd name="connsiteY23" fmla="*/ 604593 h 1426581"/>
                <a:gd name="connsiteX24" fmla="*/ 205822 w 284273"/>
                <a:gd name="connsiteY24" fmla="*/ 607331 h 1426581"/>
                <a:gd name="connsiteX25" fmla="*/ 203940 w 284273"/>
                <a:gd name="connsiteY25" fmla="*/ 633420 h 1426581"/>
                <a:gd name="connsiteX26" fmla="*/ 205137 w 284273"/>
                <a:gd name="connsiteY26" fmla="*/ 642060 h 1426581"/>
                <a:gd name="connsiteX27" fmla="*/ 205137 w 284273"/>
                <a:gd name="connsiteY27" fmla="*/ 642060 h 1426581"/>
                <a:gd name="connsiteX28" fmla="*/ 164163 w 284273"/>
                <a:gd name="connsiteY28" fmla="*/ 438903 h 1426581"/>
                <a:gd name="connsiteX29" fmla="*/ 173916 w 284273"/>
                <a:gd name="connsiteY29" fmla="*/ 442667 h 1426581"/>
                <a:gd name="connsiteX30" fmla="*/ 219421 w 284273"/>
                <a:gd name="connsiteY30" fmla="*/ 500321 h 1426581"/>
                <a:gd name="connsiteX31" fmla="*/ 235161 w 284273"/>
                <a:gd name="connsiteY31" fmla="*/ 525641 h 1426581"/>
                <a:gd name="connsiteX32" fmla="*/ 284261 w 284273"/>
                <a:gd name="connsiteY32" fmla="*/ 618793 h 1426581"/>
                <a:gd name="connsiteX33" fmla="*/ 260138 w 284273"/>
                <a:gd name="connsiteY33" fmla="*/ 771310 h 1426581"/>
                <a:gd name="connsiteX34" fmla="*/ 235589 w 284273"/>
                <a:gd name="connsiteY34" fmla="*/ 756512 h 1426581"/>
                <a:gd name="connsiteX35" fmla="*/ 234562 w 284273"/>
                <a:gd name="connsiteY35" fmla="*/ 754202 h 1426581"/>
                <a:gd name="connsiteX36" fmla="*/ 233194 w 284273"/>
                <a:gd name="connsiteY36" fmla="*/ 753432 h 1426581"/>
                <a:gd name="connsiteX37" fmla="*/ 225494 w 284273"/>
                <a:gd name="connsiteY37" fmla="*/ 749754 h 1426581"/>
                <a:gd name="connsiteX38" fmla="*/ 224811 w 284273"/>
                <a:gd name="connsiteY38" fmla="*/ 749241 h 1426581"/>
                <a:gd name="connsiteX39" fmla="*/ 230884 w 284273"/>
                <a:gd name="connsiteY39" fmla="*/ 758907 h 1426581"/>
                <a:gd name="connsiteX40" fmla="*/ 231910 w 284273"/>
                <a:gd name="connsiteY40" fmla="*/ 768829 h 1426581"/>
                <a:gd name="connsiteX41" fmla="*/ 233194 w 284273"/>
                <a:gd name="connsiteY41" fmla="*/ 780548 h 1426581"/>
                <a:gd name="connsiteX42" fmla="*/ 231740 w 284273"/>
                <a:gd name="connsiteY42" fmla="*/ 780121 h 1426581"/>
                <a:gd name="connsiteX43" fmla="*/ 234391 w 284273"/>
                <a:gd name="connsiteY43" fmla="*/ 789872 h 1426581"/>
                <a:gd name="connsiteX44" fmla="*/ 235675 w 284273"/>
                <a:gd name="connsiteY44" fmla="*/ 866515 h 1426581"/>
                <a:gd name="connsiteX45" fmla="*/ 235675 w 284273"/>
                <a:gd name="connsiteY45" fmla="*/ 941876 h 1426581"/>
                <a:gd name="connsiteX46" fmla="*/ 224554 w 284273"/>
                <a:gd name="connsiteY46" fmla="*/ 962919 h 1426581"/>
                <a:gd name="connsiteX47" fmla="*/ 217625 w 284273"/>
                <a:gd name="connsiteY47" fmla="*/ 964544 h 1426581"/>
                <a:gd name="connsiteX48" fmla="*/ 181870 w 284273"/>
                <a:gd name="connsiteY48" fmla="*/ 1064283 h 1426581"/>
                <a:gd name="connsiteX49" fmla="*/ 175712 w 284273"/>
                <a:gd name="connsiteY49" fmla="*/ 1126128 h 1426581"/>
                <a:gd name="connsiteX50" fmla="*/ 157747 w 284273"/>
                <a:gd name="connsiteY50" fmla="*/ 1213293 h 1426581"/>
                <a:gd name="connsiteX51" fmla="*/ 151589 w 284273"/>
                <a:gd name="connsiteY51" fmla="*/ 1316453 h 1426581"/>
                <a:gd name="connsiteX52" fmla="*/ 155267 w 284273"/>
                <a:gd name="connsiteY52" fmla="*/ 1327574 h 1426581"/>
                <a:gd name="connsiteX53" fmla="*/ 156465 w 284273"/>
                <a:gd name="connsiteY53" fmla="*/ 1350413 h 1426581"/>
                <a:gd name="connsiteX54" fmla="*/ 163309 w 284273"/>
                <a:gd name="connsiteY54" fmla="*/ 1367691 h 1426581"/>
                <a:gd name="connsiteX55" fmla="*/ 162709 w 284273"/>
                <a:gd name="connsiteY55" fmla="*/ 1389932 h 1426581"/>
                <a:gd name="connsiteX56" fmla="*/ 192391 w 284273"/>
                <a:gd name="connsiteY56" fmla="*/ 1407211 h 1426581"/>
                <a:gd name="connsiteX57" fmla="*/ 222073 w 284273"/>
                <a:gd name="connsiteY57" fmla="*/ 1417048 h 1426581"/>
                <a:gd name="connsiteX58" fmla="*/ 201031 w 284273"/>
                <a:gd name="connsiteY58" fmla="*/ 1425088 h 1426581"/>
                <a:gd name="connsiteX59" fmla="*/ 102147 w 284273"/>
                <a:gd name="connsiteY59" fmla="*/ 1424490 h 1426581"/>
                <a:gd name="connsiteX60" fmla="*/ 96074 w 284273"/>
                <a:gd name="connsiteY60" fmla="*/ 1406698 h 1426581"/>
                <a:gd name="connsiteX61" fmla="*/ 78024 w 284273"/>
                <a:gd name="connsiteY61" fmla="*/ 1396604 h 1426581"/>
                <a:gd name="connsiteX62" fmla="*/ 76742 w 284273"/>
                <a:gd name="connsiteY62" fmla="*/ 1425003 h 1426581"/>
                <a:gd name="connsiteX63" fmla="*/ 60661 w 284273"/>
                <a:gd name="connsiteY63" fmla="*/ 1425003 h 1426581"/>
                <a:gd name="connsiteX64" fmla="*/ 62543 w 284273"/>
                <a:gd name="connsiteY64" fmla="*/ 1397802 h 1426581"/>
                <a:gd name="connsiteX65" fmla="*/ 58180 w 284273"/>
                <a:gd name="connsiteY65" fmla="*/ 1383003 h 1426581"/>
                <a:gd name="connsiteX66" fmla="*/ 71780 w 284273"/>
                <a:gd name="connsiteY66" fmla="*/ 1345280 h 1426581"/>
                <a:gd name="connsiteX67" fmla="*/ 83500 w 284273"/>
                <a:gd name="connsiteY67" fmla="*/ 1280356 h 1426581"/>
                <a:gd name="connsiteX68" fmla="*/ 84099 w 284273"/>
                <a:gd name="connsiteY68" fmla="*/ 1224755 h 1426581"/>
                <a:gd name="connsiteX69" fmla="*/ 77256 w 284273"/>
                <a:gd name="connsiteY69" fmla="*/ 1158034 h 1426581"/>
                <a:gd name="connsiteX70" fmla="*/ 81618 w 284273"/>
                <a:gd name="connsiteY70" fmla="*/ 1079509 h 1426581"/>
                <a:gd name="connsiteX71" fmla="*/ 74175 w 284273"/>
                <a:gd name="connsiteY71" fmla="*/ 1006544 h 1426581"/>
                <a:gd name="connsiteX72" fmla="*/ 61944 w 284273"/>
                <a:gd name="connsiteY72" fmla="*/ 960524 h 1426581"/>
                <a:gd name="connsiteX73" fmla="*/ 56299 w 284273"/>
                <a:gd name="connsiteY73" fmla="*/ 956418 h 1426581"/>
                <a:gd name="connsiteX74" fmla="*/ 36539 w 284273"/>
                <a:gd name="connsiteY74" fmla="*/ 897139 h 1426581"/>
                <a:gd name="connsiteX75" fmla="*/ 14298 w 284273"/>
                <a:gd name="connsiteY75" fmla="*/ 810573 h 1426581"/>
                <a:gd name="connsiteX76" fmla="*/ 15753 w 284273"/>
                <a:gd name="connsiteY76" fmla="*/ 774475 h 1426581"/>
                <a:gd name="connsiteX77" fmla="*/ 14298 w 284273"/>
                <a:gd name="connsiteY77" fmla="*/ 775929 h 1426581"/>
                <a:gd name="connsiteX78" fmla="*/ 16779 w 284273"/>
                <a:gd name="connsiteY78" fmla="*/ 715367 h 1426581"/>
                <a:gd name="connsiteX79" fmla="*/ 15582 w 284273"/>
                <a:gd name="connsiteY79" fmla="*/ 696805 h 1426581"/>
                <a:gd name="connsiteX80" fmla="*/ 24221 w 284273"/>
                <a:gd name="connsiteY80" fmla="*/ 671143 h 1426581"/>
                <a:gd name="connsiteX81" fmla="*/ 29181 w 284273"/>
                <a:gd name="connsiteY81" fmla="*/ 663102 h 1426581"/>
                <a:gd name="connsiteX82" fmla="*/ 36539 w 284273"/>
                <a:gd name="connsiteY82" fmla="*/ 647363 h 1426581"/>
                <a:gd name="connsiteX83" fmla="*/ 34058 w 284273"/>
                <a:gd name="connsiteY83" fmla="*/ 617082 h 1426581"/>
                <a:gd name="connsiteX84" fmla="*/ 29695 w 284273"/>
                <a:gd name="connsiteY84" fmla="*/ 607160 h 1426581"/>
                <a:gd name="connsiteX85" fmla="*/ 29096 w 284273"/>
                <a:gd name="connsiteY85" fmla="*/ 594158 h 1426581"/>
                <a:gd name="connsiteX86" fmla="*/ 13698 w 284273"/>
                <a:gd name="connsiteY86" fmla="*/ 561396 h 1426581"/>
                <a:gd name="connsiteX87" fmla="*/ 3177 w 284273"/>
                <a:gd name="connsiteY87" fmla="*/ 474915 h 1426581"/>
                <a:gd name="connsiteX88" fmla="*/ 13 w 284273"/>
                <a:gd name="connsiteY88" fmla="*/ 438903 h 1426581"/>
                <a:gd name="connsiteX89" fmla="*/ 3691 w 284273"/>
                <a:gd name="connsiteY89" fmla="*/ 407339 h 1426581"/>
                <a:gd name="connsiteX90" fmla="*/ 3091 w 284273"/>
                <a:gd name="connsiteY90" fmla="*/ 380138 h 1426581"/>
                <a:gd name="connsiteX91" fmla="*/ 9935 w 284273"/>
                <a:gd name="connsiteY91" fmla="*/ 347547 h 1426581"/>
                <a:gd name="connsiteX92" fmla="*/ 22252 w 284273"/>
                <a:gd name="connsiteY92" fmla="*/ 286387 h 1426581"/>
                <a:gd name="connsiteX93" fmla="*/ 27813 w 284273"/>
                <a:gd name="connsiteY93" fmla="*/ 268423 h 1426581"/>
                <a:gd name="connsiteX94" fmla="*/ 35854 w 284273"/>
                <a:gd name="connsiteY94" fmla="*/ 258501 h 1426581"/>
                <a:gd name="connsiteX95" fmla="*/ 67332 w 284273"/>
                <a:gd name="connsiteY95" fmla="*/ 134554 h 1426581"/>
                <a:gd name="connsiteX96" fmla="*/ 87691 w 284273"/>
                <a:gd name="connsiteY96" fmla="*/ 115393 h 1426581"/>
                <a:gd name="connsiteX97" fmla="*/ 90855 w 284273"/>
                <a:gd name="connsiteY97" fmla="*/ 115478 h 1426581"/>
                <a:gd name="connsiteX98" fmla="*/ 98555 w 284273"/>
                <a:gd name="connsiteY98" fmla="*/ 96660 h 1426581"/>
                <a:gd name="connsiteX99" fmla="*/ 97613 w 284273"/>
                <a:gd name="connsiteY99" fmla="*/ 36183 h 1426581"/>
                <a:gd name="connsiteX100" fmla="*/ 101293 w 284273"/>
                <a:gd name="connsiteY100" fmla="*/ 26945 h 1426581"/>
                <a:gd name="connsiteX101" fmla="*/ 105142 w 284273"/>
                <a:gd name="connsiteY101" fmla="*/ 43369 h 1426581"/>
                <a:gd name="connsiteX102" fmla="*/ 112582 w 284273"/>
                <a:gd name="connsiteY102" fmla="*/ 10179 h 1426581"/>
                <a:gd name="connsiteX103" fmla="*/ 116346 w 284273"/>
                <a:gd name="connsiteY103" fmla="*/ 39947 h 1426581"/>
                <a:gd name="connsiteX104" fmla="*/ 123617 w 284273"/>
                <a:gd name="connsiteY104" fmla="*/ 0 h 1426581"/>
                <a:gd name="connsiteX105" fmla="*/ 127466 w 284273"/>
                <a:gd name="connsiteY105" fmla="*/ 39519 h 1426581"/>
                <a:gd name="connsiteX106" fmla="*/ 136448 w 284273"/>
                <a:gd name="connsiteY106" fmla="*/ 4021 h 1426581"/>
                <a:gd name="connsiteX107" fmla="*/ 138844 w 284273"/>
                <a:gd name="connsiteY107" fmla="*/ 75788 h 1426581"/>
                <a:gd name="connsiteX108" fmla="*/ 143549 w 284273"/>
                <a:gd name="connsiteY108" fmla="*/ 77499 h 1426581"/>
                <a:gd name="connsiteX109" fmla="*/ 168611 w 284273"/>
                <a:gd name="connsiteY109" fmla="*/ 57825 h 1426581"/>
                <a:gd name="connsiteX110" fmla="*/ 168012 w 284273"/>
                <a:gd name="connsiteY110" fmla="*/ 65866 h 1426581"/>
                <a:gd name="connsiteX111" fmla="*/ 164505 w 284273"/>
                <a:gd name="connsiteY111" fmla="*/ 72281 h 1426581"/>
                <a:gd name="connsiteX112" fmla="*/ 156123 w 284273"/>
                <a:gd name="connsiteY112" fmla="*/ 82033 h 1426581"/>
                <a:gd name="connsiteX113" fmla="*/ 150478 w 284273"/>
                <a:gd name="connsiteY113" fmla="*/ 92554 h 1426581"/>
                <a:gd name="connsiteX114" fmla="*/ 139272 w 284273"/>
                <a:gd name="connsiteY114" fmla="*/ 108293 h 1426581"/>
                <a:gd name="connsiteX115" fmla="*/ 129605 w 284273"/>
                <a:gd name="connsiteY115" fmla="*/ 116077 h 1426581"/>
                <a:gd name="connsiteX116" fmla="*/ 119597 w 284273"/>
                <a:gd name="connsiteY116" fmla="*/ 127625 h 1426581"/>
                <a:gd name="connsiteX117" fmla="*/ 124645 w 284273"/>
                <a:gd name="connsiteY117" fmla="*/ 141311 h 1426581"/>
                <a:gd name="connsiteX118" fmla="*/ 87606 w 284273"/>
                <a:gd name="connsiteY118" fmla="*/ 241820 h 1426581"/>
                <a:gd name="connsiteX119" fmla="*/ 80762 w 284273"/>
                <a:gd name="connsiteY119" fmla="*/ 277063 h 1426581"/>
                <a:gd name="connsiteX120" fmla="*/ 79137 w 284273"/>
                <a:gd name="connsiteY120" fmla="*/ 286215 h 1426581"/>
                <a:gd name="connsiteX121" fmla="*/ 79737 w 284273"/>
                <a:gd name="connsiteY121" fmla="*/ 284676 h 1426581"/>
                <a:gd name="connsiteX122" fmla="*/ 142007 w 284273"/>
                <a:gd name="connsiteY122" fmla="*/ 250460 h 1426581"/>
                <a:gd name="connsiteX123" fmla="*/ 187858 w 284273"/>
                <a:gd name="connsiteY123" fmla="*/ 293144 h 1426581"/>
                <a:gd name="connsiteX124" fmla="*/ 187858 w 284273"/>
                <a:gd name="connsiteY124" fmla="*/ 341388 h 1426581"/>
                <a:gd name="connsiteX125" fmla="*/ 180417 w 284273"/>
                <a:gd name="connsiteY125" fmla="*/ 367820 h 1426581"/>
                <a:gd name="connsiteX126" fmla="*/ 176737 w 284273"/>
                <a:gd name="connsiteY126" fmla="*/ 379453 h 1426581"/>
                <a:gd name="connsiteX127" fmla="*/ 174001 w 284273"/>
                <a:gd name="connsiteY127" fmla="*/ 383132 h 1426581"/>
                <a:gd name="connsiteX128" fmla="*/ 177251 w 284273"/>
                <a:gd name="connsiteY128" fmla="*/ 400753 h 1426581"/>
                <a:gd name="connsiteX129" fmla="*/ 175883 w 284273"/>
                <a:gd name="connsiteY129" fmla="*/ 419743 h 1426581"/>
                <a:gd name="connsiteX130" fmla="*/ 167072 w 284273"/>
                <a:gd name="connsiteY130" fmla="*/ 431376 h 1426581"/>
                <a:gd name="connsiteX131" fmla="*/ 156893 w 284273"/>
                <a:gd name="connsiteY131" fmla="*/ 428125 h 1426581"/>
                <a:gd name="connsiteX132" fmla="*/ 163820 w 284273"/>
                <a:gd name="connsiteY132" fmla="*/ 438732 h 1426581"/>
                <a:gd name="connsiteX133" fmla="*/ 163820 w 284273"/>
                <a:gd name="connsiteY133" fmla="*/ 438732 h 142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</a:cxnLst>
              <a:rect l="l" t="t" r="r" b="b"/>
              <a:pathLst>
                <a:path w="284273" h="1426581">
                  <a:moveTo>
                    <a:pt x="51508" y="722382"/>
                  </a:moveTo>
                  <a:lnTo>
                    <a:pt x="51508" y="723151"/>
                  </a:lnTo>
                  <a:cubicBezTo>
                    <a:pt x="51508" y="723151"/>
                    <a:pt x="51679" y="723066"/>
                    <a:pt x="51679" y="723066"/>
                  </a:cubicBezTo>
                  <a:lnTo>
                    <a:pt x="51508" y="722382"/>
                  </a:lnTo>
                  <a:lnTo>
                    <a:pt x="51508" y="722382"/>
                  </a:lnTo>
                  <a:close/>
                  <a:moveTo>
                    <a:pt x="204965" y="641974"/>
                  </a:moveTo>
                  <a:lnTo>
                    <a:pt x="204280" y="643428"/>
                  </a:lnTo>
                  <a:cubicBezTo>
                    <a:pt x="206847" y="658569"/>
                    <a:pt x="214887" y="686455"/>
                    <a:pt x="214716" y="697660"/>
                  </a:cubicBezTo>
                  <a:cubicBezTo>
                    <a:pt x="214887" y="700569"/>
                    <a:pt x="215230" y="703392"/>
                    <a:pt x="215658" y="706214"/>
                  </a:cubicBezTo>
                  <a:cubicBezTo>
                    <a:pt x="216600" y="706899"/>
                    <a:pt x="217454" y="707840"/>
                    <a:pt x="218139" y="709208"/>
                  </a:cubicBezTo>
                  <a:cubicBezTo>
                    <a:pt x="220021" y="713229"/>
                    <a:pt x="218738" y="715367"/>
                    <a:pt x="219678" y="717249"/>
                  </a:cubicBezTo>
                  <a:cubicBezTo>
                    <a:pt x="220620" y="719131"/>
                    <a:pt x="224297" y="719730"/>
                    <a:pt x="225580" y="721868"/>
                  </a:cubicBezTo>
                  <a:lnTo>
                    <a:pt x="225751" y="722125"/>
                  </a:lnTo>
                  <a:cubicBezTo>
                    <a:pt x="226093" y="717078"/>
                    <a:pt x="226864" y="711603"/>
                    <a:pt x="227292" y="707840"/>
                  </a:cubicBezTo>
                  <a:cubicBezTo>
                    <a:pt x="227804" y="703220"/>
                    <a:pt x="226265" y="680382"/>
                    <a:pt x="232166" y="660964"/>
                  </a:cubicBezTo>
                  <a:cubicBezTo>
                    <a:pt x="234219" y="654035"/>
                    <a:pt x="231824" y="651213"/>
                    <a:pt x="231910" y="648475"/>
                  </a:cubicBezTo>
                  <a:cubicBezTo>
                    <a:pt x="232338" y="639750"/>
                    <a:pt x="236358" y="643771"/>
                    <a:pt x="236529" y="640605"/>
                  </a:cubicBezTo>
                  <a:cubicBezTo>
                    <a:pt x="236615" y="639066"/>
                    <a:pt x="236529" y="637697"/>
                    <a:pt x="236529" y="636500"/>
                  </a:cubicBezTo>
                  <a:cubicBezTo>
                    <a:pt x="235675" y="633848"/>
                    <a:pt x="234819" y="630598"/>
                    <a:pt x="234305" y="627433"/>
                  </a:cubicBezTo>
                  <a:lnTo>
                    <a:pt x="233793" y="625807"/>
                  </a:lnTo>
                  <a:cubicBezTo>
                    <a:pt x="233536" y="624353"/>
                    <a:pt x="234562" y="621102"/>
                    <a:pt x="233365" y="618879"/>
                  </a:cubicBezTo>
                  <a:cubicBezTo>
                    <a:pt x="232680" y="617596"/>
                    <a:pt x="226436" y="614345"/>
                    <a:pt x="225494" y="612891"/>
                  </a:cubicBezTo>
                  <a:cubicBezTo>
                    <a:pt x="219421" y="603225"/>
                    <a:pt x="211638" y="592875"/>
                    <a:pt x="208643" y="589025"/>
                  </a:cubicBezTo>
                  <a:cubicBezTo>
                    <a:pt x="208301" y="594329"/>
                    <a:pt x="207703" y="599974"/>
                    <a:pt x="206505" y="604593"/>
                  </a:cubicBezTo>
                  <a:lnTo>
                    <a:pt x="205822" y="607331"/>
                  </a:lnTo>
                  <a:cubicBezTo>
                    <a:pt x="205308" y="613746"/>
                    <a:pt x="204709" y="622300"/>
                    <a:pt x="203940" y="633420"/>
                  </a:cubicBezTo>
                  <a:cubicBezTo>
                    <a:pt x="205137" y="636243"/>
                    <a:pt x="207018" y="638296"/>
                    <a:pt x="205137" y="642060"/>
                  </a:cubicBezTo>
                  <a:lnTo>
                    <a:pt x="205137" y="642060"/>
                  </a:lnTo>
                  <a:close/>
                  <a:moveTo>
                    <a:pt x="164163" y="438903"/>
                  </a:moveTo>
                  <a:cubicBezTo>
                    <a:pt x="166473" y="439588"/>
                    <a:pt x="169553" y="440700"/>
                    <a:pt x="173916" y="442667"/>
                  </a:cubicBezTo>
                  <a:cubicBezTo>
                    <a:pt x="187001" y="448740"/>
                    <a:pt x="204965" y="475771"/>
                    <a:pt x="219421" y="500321"/>
                  </a:cubicBezTo>
                  <a:cubicBezTo>
                    <a:pt x="224383" y="507335"/>
                    <a:pt x="230285" y="517343"/>
                    <a:pt x="235161" y="525641"/>
                  </a:cubicBezTo>
                  <a:cubicBezTo>
                    <a:pt x="249959" y="547196"/>
                    <a:pt x="285031" y="600060"/>
                    <a:pt x="284261" y="618793"/>
                  </a:cubicBezTo>
                  <a:cubicBezTo>
                    <a:pt x="283148" y="647534"/>
                    <a:pt x="268521" y="771310"/>
                    <a:pt x="260138" y="771310"/>
                  </a:cubicBezTo>
                  <a:cubicBezTo>
                    <a:pt x="243886" y="771310"/>
                    <a:pt x="238325" y="761131"/>
                    <a:pt x="235589" y="756512"/>
                  </a:cubicBezTo>
                  <a:lnTo>
                    <a:pt x="234562" y="754202"/>
                  </a:lnTo>
                  <a:lnTo>
                    <a:pt x="233194" y="753432"/>
                  </a:lnTo>
                  <a:cubicBezTo>
                    <a:pt x="229516" y="751892"/>
                    <a:pt x="227292" y="751294"/>
                    <a:pt x="225494" y="749754"/>
                  </a:cubicBezTo>
                  <a:lnTo>
                    <a:pt x="224811" y="749241"/>
                  </a:lnTo>
                  <a:cubicBezTo>
                    <a:pt x="225922" y="752577"/>
                    <a:pt x="229431" y="753005"/>
                    <a:pt x="230884" y="758907"/>
                  </a:cubicBezTo>
                  <a:cubicBezTo>
                    <a:pt x="232766" y="766349"/>
                    <a:pt x="230713" y="757025"/>
                    <a:pt x="231910" y="768829"/>
                  </a:cubicBezTo>
                  <a:lnTo>
                    <a:pt x="233194" y="780548"/>
                  </a:lnTo>
                  <a:lnTo>
                    <a:pt x="231740" y="780121"/>
                  </a:lnTo>
                  <a:cubicBezTo>
                    <a:pt x="232680" y="783286"/>
                    <a:pt x="233536" y="786536"/>
                    <a:pt x="234391" y="789872"/>
                  </a:cubicBezTo>
                  <a:cubicBezTo>
                    <a:pt x="241834" y="818271"/>
                    <a:pt x="239353" y="849237"/>
                    <a:pt x="235675" y="866515"/>
                  </a:cubicBezTo>
                  <a:cubicBezTo>
                    <a:pt x="231910" y="883795"/>
                    <a:pt x="229771" y="919122"/>
                    <a:pt x="235675" y="941876"/>
                  </a:cubicBezTo>
                  <a:cubicBezTo>
                    <a:pt x="240123" y="959155"/>
                    <a:pt x="229516" y="960438"/>
                    <a:pt x="224554" y="962919"/>
                  </a:cubicBezTo>
                  <a:cubicBezTo>
                    <a:pt x="223955" y="963175"/>
                    <a:pt x="221474" y="963774"/>
                    <a:pt x="217625" y="964544"/>
                  </a:cubicBezTo>
                  <a:cubicBezTo>
                    <a:pt x="205051" y="1012874"/>
                    <a:pt x="184180" y="1057525"/>
                    <a:pt x="181870" y="1064283"/>
                  </a:cubicBezTo>
                  <a:cubicBezTo>
                    <a:pt x="179389" y="1071725"/>
                    <a:pt x="178193" y="1089004"/>
                    <a:pt x="175712" y="1126128"/>
                  </a:cubicBezTo>
                  <a:cubicBezTo>
                    <a:pt x="173231" y="1163167"/>
                    <a:pt x="162709" y="1195928"/>
                    <a:pt x="157747" y="1213293"/>
                  </a:cubicBezTo>
                  <a:cubicBezTo>
                    <a:pt x="152786" y="1230572"/>
                    <a:pt x="150307" y="1310294"/>
                    <a:pt x="151589" y="1316453"/>
                  </a:cubicBezTo>
                  <a:cubicBezTo>
                    <a:pt x="152786" y="1322612"/>
                    <a:pt x="155952" y="1322612"/>
                    <a:pt x="155267" y="1327574"/>
                  </a:cubicBezTo>
                  <a:cubicBezTo>
                    <a:pt x="154669" y="1332535"/>
                    <a:pt x="152188" y="1346136"/>
                    <a:pt x="156465" y="1350413"/>
                  </a:cubicBezTo>
                  <a:cubicBezTo>
                    <a:pt x="160828" y="1354775"/>
                    <a:pt x="158946" y="1362816"/>
                    <a:pt x="163309" y="1367691"/>
                  </a:cubicBezTo>
                  <a:cubicBezTo>
                    <a:pt x="167669" y="1372653"/>
                    <a:pt x="162709" y="1389932"/>
                    <a:pt x="162709" y="1389932"/>
                  </a:cubicBezTo>
                  <a:cubicBezTo>
                    <a:pt x="167669" y="1398571"/>
                    <a:pt x="192391" y="1407211"/>
                    <a:pt x="192391" y="1407211"/>
                  </a:cubicBezTo>
                  <a:cubicBezTo>
                    <a:pt x="218396" y="1404132"/>
                    <a:pt x="220192" y="1412172"/>
                    <a:pt x="222073" y="1417048"/>
                  </a:cubicBezTo>
                  <a:cubicBezTo>
                    <a:pt x="223955" y="1422009"/>
                    <a:pt x="201031" y="1425088"/>
                    <a:pt x="201031" y="1425088"/>
                  </a:cubicBezTo>
                  <a:cubicBezTo>
                    <a:pt x="180672" y="1428767"/>
                    <a:pt x="106509" y="1424490"/>
                    <a:pt x="102147" y="1424490"/>
                  </a:cubicBezTo>
                  <a:cubicBezTo>
                    <a:pt x="97784" y="1424490"/>
                    <a:pt x="96074" y="1406698"/>
                    <a:pt x="96074" y="1406698"/>
                  </a:cubicBezTo>
                  <a:cubicBezTo>
                    <a:pt x="91797" y="1400025"/>
                    <a:pt x="81704" y="1394209"/>
                    <a:pt x="78024" y="1396604"/>
                  </a:cubicBezTo>
                  <a:cubicBezTo>
                    <a:pt x="74346" y="1399085"/>
                    <a:pt x="76742" y="1425003"/>
                    <a:pt x="76742" y="1425003"/>
                  </a:cubicBezTo>
                  <a:lnTo>
                    <a:pt x="60661" y="1425003"/>
                  </a:lnTo>
                  <a:cubicBezTo>
                    <a:pt x="60661" y="1425003"/>
                    <a:pt x="61858" y="1403362"/>
                    <a:pt x="62543" y="1397802"/>
                  </a:cubicBezTo>
                  <a:cubicBezTo>
                    <a:pt x="63140" y="1392241"/>
                    <a:pt x="61944" y="1390958"/>
                    <a:pt x="58180" y="1383003"/>
                  </a:cubicBezTo>
                  <a:cubicBezTo>
                    <a:pt x="54501" y="1374962"/>
                    <a:pt x="63140" y="1358881"/>
                    <a:pt x="71780" y="1345280"/>
                  </a:cubicBezTo>
                  <a:cubicBezTo>
                    <a:pt x="80419" y="1331679"/>
                    <a:pt x="83500" y="1298319"/>
                    <a:pt x="83500" y="1280356"/>
                  </a:cubicBezTo>
                  <a:cubicBezTo>
                    <a:pt x="83500" y="1262392"/>
                    <a:pt x="85981" y="1240836"/>
                    <a:pt x="84099" y="1224755"/>
                  </a:cubicBezTo>
                  <a:cubicBezTo>
                    <a:pt x="82215" y="1208673"/>
                    <a:pt x="78538" y="1195757"/>
                    <a:pt x="77256" y="1158034"/>
                  </a:cubicBezTo>
                  <a:cubicBezTo>
                    <a:pt x="76057" y="1120311"/>
                    <a:pt x="80334" y="1103631"/>
                    <a:pt x="81618" y="1079509"/>
                  </a:cubicBezTo>
                  <a:cubicBezTo>
                    <a:pt x="82900" y="1055387"/>
                    <a:pt x="83500" y="1035627"/>
                    <a:pt x="74175" y="1006544"/>
                  </a:cubicBezTo>
                  <a:cubicBezTo>
                    <a:pt x="68958" y="990034"/>
                    <a:pt x="64681" y="972585"/>
                    <a:pt x="61944" y="960524"/>
                  </a:cubicBezTo>
                  <a:cubicBezTo>
                    <a:pt x="59805" y="959326"/>
                    <a:pt x="57924" y="957957"/>
                    <a:pt x="56299" y="956418"/>
                  </a:cubicBezTo>
                  <a:cubicBezTo>
                    <a:pt x="56299" y="956418"/>
                    <a:pt x="41415" y="913135"/>
                    <a:pt x="36539" y="897139"/>
                  </a:cubicBezTo>
                  <a:cubicBezTo>
                    <a:pt x="31577" y="881057"/>
                    <a:pt x="14298" y="836577"/>
                    <a:pt x="14298" y="810573"/>
                  </a:cubicBezTo>
                  <a:cubicBezTo>
                    <a:pt x="14298" y="791412"/>
                    <a:pt x="13615" y="784996"/>
                    <a:pt x="15753" y="774475"/>
                  </a:cubicBezTo>
                  <a:lnTo>
                    <a:pt x="14298" y="775929"/>
                  </a:lnTo>
                  <a:cubicBezTo>
                    <a:pt x="14298" y="775929"/>
                    <a:pt x="20456" y="720927"/>
                    <a:pt x="16779" y="715367"/>
                  </a:cubicBezTo>
                  <a:cubicBezTo>
                    <a:pt x="13101" y="709807"/>
                    <a:pt x="13101" y="703648"/>
                    <a:pt x="15582" y="696805"/>
                  </a:cubicBezTo>
                  <a:cubicBezTo>
                    <a:pt x="18061" y="689962"/>
                    <a:pt x="19260" y="679184"/>
                    <a:pt x="24221" y="671143"/>
                  </a:cubicBezTo>
                  <a:cubicBezTo>
                    <a:pt x="29181" y="663102"/>
                    <a:pt x="29781" y="667465"/>
                    <a:pt x="29181" y="663102"/>
                  </a:cubicBezTo>
                  <a:cubicBezTo>
                    <a:pt x="28584" y="658740"/>
                    <a:pt x="37821" y="654121"/>
                    <a:pt x="36539" y="647363"/>
                  </a:cubicBezTo>
                  <a:cubicBezTo>
                    <a:pt x="35340" y="640520"/>
                    <a:pt x="34058" y="622642"/>
                    <a:pt x="34058" y="617082"/>
                  </a:cubicBezTo>
                  <a:cubicBezTo>
                    <a:pt x="34058" y="611522"/>
                    <a:pt x="31577" y="614602"/>
                    <a:pt x="29695" y="607160"/>
                  </a:cubicBezTo>
                  <a:cubicBezTo>
                    <a:pt x="27813" y="599718"/>
                    <a:pt x="31577" y="600402"/>
                    <a:pt x="29096" y="594158"/>
                  </a:cubicBezTo>
                  <a:cubicBezTo>
                    <a:pt x="26615" y="587999"/>
                    <a:pt x="16779" y="570035"/>
                    <a:pt x="13698" y="561396"/>
                  </a:cubicBezTo>
                  <a:cubicBezTo>
                    <a:pt x="10620" y="552757"/>
                    <a:pt x="-501" y="498353"/>
                    <a:pt x="3177" y="474915"/>
                  </a:cubicBezTo>
                  <a:cubicBezTo>
                    <a:pt x="6857" y="451392"/>
                    <a:pt x="784" y="454129"/>
                    <a:pt x="13" y="438903"/>
                  </a:cubicBezTo>
                  <a:cubicBezTo>
                    <a:pt x="-329" y="432488"/>
                    <a:pt x="6172" y="418459"/>
                    <a:pt x="3691" y="407339"/>
                  </a:cubicBezTo>
                  <a:cubicBezTo>
                    <a:pt x="1210" y="396219"/>
                    <a:pt x="5572" y="393140"/>
                    <a:pt x="3091" y="380138"/>
                  </a:cubicBezTo>
                  <a:cubicBezTo>
                    <a:pt x="612" y="367136"/>
                    <a:pt x="11219" y="364227"/>
                    <a:pt x="9935" y="347547"/>
                  </a:cubicBezTo>
                  <a:cubicBezTo>
                    <a:pt x="8738" y="330867"/>
                    <a:pt x="17378" y="305547"/>
                    <a:pt x="22252" y="286387"/>
                  </a:cubicBezTo>
                  <a:cubicBezTo>
                    <a:pt x="22252" y="286387"/>
                    <a:pt x="24733" y="274069"/>
                    <a:pt x="27813" y="268423"/>
                  </a:cubicBezTo>
                  <a:cubicBezTo>
                    <a:pt x="30892" y="262863"/>
                    <a:pt x="34571" y="266541"/>
                    <a:pt x="35854" y="258501"/>
                  </a:cubicBezTo>
                  <a:cubicBezTo>
                    <a:pt x="37138" y="250460"/>
                    <a:pt x="65450" y="140713"/>
                    <a:pt x="67332" y="134554"/>
                  </a:cubicBezTo>
                  <a:cubicBezTo>
                    <a:pt x="69215" y="128395"/>
                    <a:pt x="80334" y="115992"/>
                    <a:pt x="87691" y="115393"/>
                  </a:cubicBezTo>
                  <a:cubicBezTo>
                    <a:pt x="88462" y="115393"/>
                    <a:pt x="89573" y="115393"/>
                    <a:pt x="90855" y="115478"/>
                  </a:cubicBezTo>
                  <a:cubicBezTo>
                    <a:pt x="94877" y="109320"/>
                    <a:pt x="98983" y="101706"/>
                    <a:pt x="98555" y="96660"/>
                  </a:cubicBezTo>
                  <a:cubicBezTo>
                    <a:pt x="97870" y="86908"/>
                    <a:pt x="98041" y="44139"/>
                    <a:pt x="97613" y="36183"/>
                  </a:cubicBezTo>
                  <a:cubicBezTo>
                    <a:pt x="97185" y="28314"/>
                    <a:pt x="99666" y="27031"/>
                    <a:pt x="101293" y="26945"/>
                  </a:cubicBezTo>
                  <a:cubicBezTo>
                    <a:pt x="105313" y="26859"/>
                    <a:pt x="101633" y="44994"/>
                    <a:pt x="105142" y="43369"/>
                  </a:cubicBezTo>
                  <a:cubicBezTo>
                    <a:pt x="108648" y="41829"/>
                    <a:pt x="106081" y="10094"/>
                    <a:pt x="112582" y="10179"/>
                  </a:cubicBezTo>
                  <a:cubicBezTo>
                    <a:pt x="119083" y="10179"/>
                    <a:pt x="113010" y="40717"/>
                    <a:pt x="116346" y="39947"/>
                  </a:cubicBezTo>
                  <a:cubicBezTo>
                    <a:pt x="119683" y="39177"/>
                    <a:pt x="117373" y="-85"/>
                    <a:pt x="123617" y="0"/>
                  </a:cubicBezTo>
                  <a:cubicBezTo>
                    <a:pt x="132257" y="856"/>
                    <a:pt x="122761" y="39947"/>
                    <a:pt x="127466" y="39519"/>
                  </a:cubicBezTo>
                  <a:cubicBezTo>
                    <a:pt x="132171" y="39006"/>
                    <a:pt x="130803" y="4021"/>
                    <a:pt x="136448" y="4021"/>
                  </a:cubicBezTo>
                  <a:cubicBezTo>
                    <a:pt x="147141" y="4363"/>
                    <a:pt x="133625" y="72623"/>
                    <a:pt x="138844" y="75788"/>
                  </a:cubicBezTo>
                  <a:cubicBezTo>
                    <a:pt x="138844" y="75788"/>
                    <a:pt x="141410" y="79808"/>
                    <a:pt x="143549" y="77499"/>
                  </a:cubicBezTo>
                  <a:cubicBezTo>
                    <a:pt x="145773" y="75275"/>
                    <a:pt x="161939" y="53377"/>
                    <a:pt x="168611" y="57825"/>
                  </a:cubicBezTo>
                  <a:cubicBezTo>
                    <a:pt x="171435" y="60220"/>
                    <a:pt x="170407" y="63043"/>
                    <a:pt x="168012" y="65866"/>
                  </a:cubicBezTo>
                  <a:cubicBezTo>
                    <a:pt x="165616" y="68688"/>
                    <a:pt x="164934" y="69715"/>
                    <a:pt x="164505" y="72281"/>
                  </a:cubicBezTo>
                  <a:cubicBezTo>
                    <a:pt x="164505" y="72281"/>
                    <a:pt x="158861" y="77927"/>
                    <a:pt x="156123" y="82033"/>
                  </a:cubicBezTo>
                  <a:cubicBezTo>
                    <a:pt x="153385" y="86053"/>
                    <a:pt x="153471" y="88534"/>
                    <a:pt x="150478" y="92554"/>
                  </a:cubicBezTo>
                  <a:cubicBezTo>
                    <a:pt x="147569" y="96574"/>
                    <a:pt x="145173" y="104102"/>
                    <a:pt x="139272" y="108293"/>
                  </a:cubicBezTo>
                  <a:cubicBezTo>
                    <a:pt x="133284" y="112570"/>
                    <a:pt x="131743" y="112399"/>
                    <a:pt x="129605" y="116077"/>
                  </a:cubicBezTo>
                  <a:cubicBezTo>
                    <a:pt x="129605" y="116077"/>
                    <a:pt x="123789" y="121381"/>
                    <a:pt x="119597" y="127625"/>
                  </a:cubicBezTo>
                  <a:cubicBezTo>
                    <a:pt x="123360" y="131303"/>
                    <a:pt x="125585" y="135837"/>
                    <a:pt x="124645" y="141311"/>
                  </a:cubicBezTo>
                  <a:cubicBezTo>
                    <a:pt x="124645" y="141311"/>
                    <a:pt x="92567" y="229417"/>
                    <a:pt x="87606" y="241820"/>
                  </a:cubicBezTo>
                  <a:cubicBezTo>
                    <a:pt x="82644" y="254224"/>
                    <a:pt x="83243" y="265942"/>
                    <a:pt x="80762" y="277063"/>
                  </a:cubicBezTo>
                  <a:cubicBezTo>
                    <a:pt x="79480" y="282708"/>
                    <a:pt x="79223" y="284590"/>
                    <a:pt x="79137" y="286215"/>
                  </a:cubicBezTo>
                  <a:lnTo>
                    <a:pt x="79737" y="284676"/>
                  </a:lnTo>
                  <a:cubicBezTo>
                    <a:pt x="80591" y="282452"/>
                    <a:pt x="102575" y="242163"/>
                    <a:pt x="142007" y="250460"/>
                  </a:cubicBezTo>
                  <a:cubicBezTo>
                    <a:pt x="162795" y="254908"/>
                    <a:pt x="184608" y="273128"/>
                    <a:pt x="187858" y="293144"/>
                  </a:cubicBezTo>
                  <a:cubicBezTo>
                    <a:pt x="191109" y="313075"/>
                    <a:pt x="192477" y="324195"/>
                    <a:pt x="187858" y="341388"/>
                  </a:cubicBezTo>
                  <a:cubicBezTo>
                    <a:pt x="183238" y="358496"/>
                    <a:pt x="184180" y="362688"/>
                    <a:pt x="180417" y="367820"/>
                  </a:cubicBezTo>
                  <a:cubicBezTo>
                    <a:pt x="176737" y="372953"/>
                    <a:pt x="179475" y="375690"/>
                    <a:pt x="176737" y="379453"/>
                  </a:cubicBezTo>
                  <a:cubicBezTo>
                    <a:pt x="174001" y="383132"/>
                    <a:pt x="174001" y="379881"/>
                    <a:pt x="174001" y="383132"/>
                  </a:cubicBezTo>
                  <a:cubicBezTo>
                    <a:pt x="174001" y="386382"/>
                    <a:pt x="180500" y="391514"/>
                    <a:pt x="177251" y="400753"/>
                  </a:cubicBezTo>
                  <a:cubicBezTo>
                    <a:pt x="174001" y="409991"/>
                    <a:pt x="182810" y="413242"/>
                    <a:pt x="175883" y="419743"/>
                  </a:cubicBezTo>
                  <a:cubicBezTo>
                    <a:pt x="168954" y="426243"/>
                    <a:pt x="171692" y="425730"/>
                    <a:pt x="167072" y="431376"/>
                  </a:cubicBezTo>
                  <a:cubicBezTo>
                    <a:pt x="162453" y="436936"/>
                    <a:pt x="160571" y="426757"/>
                    <a:pt x="156893" y="428125"/>
                  </a:cubicBezTo>
                  <a:cubicBezTo>
                    <a:pt x="153471" y="429409"/>
                    <a:pt x="159886" y="431462"/>
                    <a:pt x="163820" y="438732"/>
                  </a:cubicBezTo>
                  <a:lnTo>
                    <a:pt x="163820" y="438732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BA59D31-7377-E013-694B-0F021A26B723}"/>
                </a:ext>
              </a:extLst>
            </p:cNvPr>
            <p:cNvSpPr/>
            <p:nvPr/>
          </p:nvSpPr>
          <p:spPr>
            <a:xfrm>
              <a:off x="8966451" y="2384365"/>
              <a:ext cx="605849" cy="1470141"/>
            </a:xfrm>
            <a:custGeom>
              <a:avLst/>
              <a:gdLst>
                <a:gd name="connsiteX0" fmla="*/ 603586 w 605849"/>
                <a:gd name="connsiteY0" fmla="*/ 240616 h 1470141"/>
                <a:gd name="connsiteX1" fmla="*/ 605553 w 605849"/>
                <a:gd name="connsiteY1" fmla="*/ 251394 h 1470141"/>
                <a:gd name="connsiteX2" fmla="*/ 589301 w 605849"/>
                <a:gd name="connsiteY2" fmla="*/ 278938 h 1470141"/>
                <a:gd name="connsiteX3" fmla="*/ 562869 w 605849"/>
                <a:gd name="connsiteY3" fmla="*/ 315121 h 1470141"/>
                <a:gd name="connsiteX4" fmla="*/ 557224 w 605849"/>
                <a:gd name="connsiteY4" fmla="*/ 326155 h 1470141"/>
                <a:gd name="connsiteX5" fmla="*/ 559191 w 605849"/>
                <a:gd name="connsiteY5" fmla="*/ 328037 h 1470141"/>
                <a:gd name="connsiteX6" fmla="*/ 572878 w 605849"/>
                <a:gd name="connsiteY6" fmla="*/ 357121 h 1470141"/>
                <a:gd name="connsiteX7" fmla="*/ 555000 w 605849"/>
                <a:gd name="connsiteY7" fmla="*/ 374400 h 1470141"/>
                <a:gd name="connsiteX8" fmla="*/ 555342 w 605849"/>
                <a:gd name="connsiteY8" fmla="*/ 385776 h 1470141"/>
                <a:gd name="connsiteX9" fmla="*/ 540116 w 605849"/>
                <a:gd name="connsiteY9" fmla="*/ 402970 h 1470141"/>
                <a:gd name="connsiteX10" fmla="*/ 525575 w 605849"/>
                <a:gd name="connsiteY10" fmla="*/ 416485 h 1470141"/>
                <a:gd name="connsiteX11" fmla="*/ 497860 w 605849"/>
                <a:gd name="connsiteY11" fmla="*/ 437870 h 1470141"/>
                <a:gd name="connsiteX12" fmla="*/ 497346 w 605849"/>
                <a:gd name="connsiteY12" fmla="*/ 438469 h 1470141"/>
                <a:gd name="connsiteX13" fmla="*/ 494523 w 605849"/>
                <a:gd name="connsiteY13" fmla="*/ 443601 h 1470141"/>
                <a:gd name="connsiteX14" fmla="*/ 488707 w 605849"/>
                <a:gd name="connsiteY14" fmla="*/ 454807 h 1470141"/>
                <a:gd name="connsiteX15" fmla="*/ 459965 w 605849"/>
                <a:gd name="connsiteY15" fmla="*/ 485002 h 1470141"/>
                <a:gd name="connsiteX16" fmla="*/ 408898 w 605849"/>
                <a:gd name="connsiteY16" fmla="*/ 509039 h 1470141"/>
                <a:gd name="connsiteX17" fmla="*/ 340380 w 605849"/>
                <a:gd name="connsiteY17" fmla="*/ 532648 h 1470141"/>
                <a:gd name="connsiteX18" fmla="*/ 291538 w 605849"/>
                <a:gd name="connsiteY18" fmla="*/ 549071 h 1470141"/>
                <a:gd name="connsiteX19" fmla="*/ 281958 w 605849"/>
                <a:gd name="connsiteY19" fmla="*/ 552493 h 1470141"/>
                <a:gd name="connsiteX20" fmla="*/ 282128 w 605849"/>
                <a:gd name="connsiteY20" fmla="*/ 563955 h 1470141"/>
                <a:gd name="connsiteX21" fmla="*/ 284352 w 605849"/>
                <a:gd name="connsiteY21" fmla="*/ 583030 h 1470141"/>
                <a:gd name="connsiteX22" fmla="*/ 285037 w 605849"/>
                <a:gd name="connsiteY22" fmla="*/ 670110 h 1470141"/>
                <a:gd name="connsiteX23" fmla="*/ 305311 w 605849"/>
                <a:gd name="connsiteY23" fmla="*/ 837767 h 1470141"/>
                <a:gd name="connsiteX24" fmla="*/ 281702 w 605849"/>
                <a:gd name="connsiteY24" fmla="*/ 842386 h 1470141"/>
                <a:gd name="connsiteX25" fmla="*/ 263395 w 605849"/>
                <a:gd name="connsiteY25" fmla="*/ 964195 h 1470141"/>
                <a:gd name="connsiteX26" fmla="*/ 233285 w 605849"/>
                <a:gd name="connsiteY26" fmla="*/ 1126035 h 1470141"/>
                <a:gd name="connsiteX27" fmla="*/ 208394 w 605849"/>
                <a:gd name="connsiteY27" fmla="*/ 1230821 h 1470141"/>
                <a:gd name="connsiteX28" fmla="*/ 176916 w 605849"/>
                <a:gd name="connsiteY28" fmla="*/ 1353998 h 1470141"/>
                <a:gd name="connsiteX29" fmla="*/ 187351 w 605849"/>
                <a:gd name="connsiteY29" fmla="*/ 1392662 h 1470141"/>
                <a:gd name="connsiteX30" fmla="*/ 210275 w 605849"/>
                <a:gd name="connsiteY30" fmla="*/ 1427391 h 1470141"/>
                <a:gd name="connsiteX31" fmla="*/ 251506 w 605849"/>
                <a:gd name="connsiteY31" fmla="*/ 1438511 h 1470141"/>
                <a:gd name="connsiteX32" fmla="*/ 279649 w 605849"/>
                <a:gd name="connsiteY32" fmla="*/ 1452283 h 1470141"/>
                <a:gd name="connsiteX33" fmla="*/ 276996 w 605849"/>
                <a:gd name="connsiteY33" fmla="*/ 1460752 h 1470141"/>
                <a:gd name="connsiteX34" fmla="*/ 206255 w 605849"/>
                <a:gd name="connsiteY34" fmla="*/ 1467338 h 1470141"/>
                <a:gd name="connsiteX35" fmla="*/ 155788 w 605849"/>
                <a:gd name="connsiteY35" fmla="*/ 1458186 h 1470141"/>
                <a:gd name="connsiteX36" fmla="*/ 138080 w 605849"/>
                <a:gd name="connsiteY36" fmla="*/ 1455534 h 1470141"/>
                <a:gd name="connsiteX37" fmla="*/ 137395 w 605849"/>
                <a:gd name="connsiteY37" fmla="*/ 1468022 h 1470141"/>
                <a:gd name="connsiteX38" fmla="*/ 33894 w 605849"/>
                <a:gd name="connsiteY38" fmla="*/ 1469989 h 1470141"/>
                <a:gd name="connsiteX39" fmla="*/ 5751 w 605849"/>
                <a:gd name="connsiteY39" fmla="*/ 1463403 h 1470141"/>
                <a:gd name="connsiteX40" fmla="*/ 5751 w 605849"/>
                <a:gd name="connsiteY40" fmla="*/ 1438511 h 1470141"/>
                <a:gd name="connsiteX41" fmla="*/ 8401 w 605849"/>
                <a:gd name="connsiteY41" fmla="*/ 1414902 h 1470141"/>
                <a:gd name="connsiteX42" fmla="*/ 12338 w 605849"/>
                <a:gd name="connsiteY42" fmla="*/ 1403098 h 1470141"/>
                <a:gd name="connsiteX43" fmla="*/ 19522 w 605849"/>
                <a:gd name="connsiteY43" fmla="*/ 1397196 h 1470141"/>
                <a:gd name="connsiteX44" fmla="*/ 26708 w 605849"/>
                <a:gd name="connsiteY44" fmla="*/ 1373587 h 1470141"/>
                <a:gd name="connsiteX45" fmla="*/ 18839 w 605849"/>
                <a:gd name="connsiteY45" fmla="*/ 1344076 h 1470141"/>
                <a:gd name="connsiteX46" fmla="*/ 34577 w 605849"/>
                <a:gd name="connsiteY46" fmla="*/ 1285139 h 1470141"/>
                <a:gd name="connsiteX47" fmla="*/ 44415 w 605849"/>
                <a:gd name="connsiteY47" fmla="*/ 1157428 h 1470141"/>
                <a:gd name="connsiteX48" fmla="*/ 69306 w 605849"/>
                <a:gd name="connsiteY48" fmla="*/ 1082068 h 1470141"/>
                <a:gd name="connsiteX49" fmla="*/ 75807 w 605849"/>
                <a:gd name="connsiteY49" fmla="*/ 1049991 h 1470141"/>
                <a:gd name="connsiteX50" fmla="*/ 73155 w 605849"/>
                <a:gd name="connsiteY50" fmla="*/ 1021164 h 1470141"/>
                <a:gd name="connsiteX51" fmla="*/ 75122 w 605849"/>
                <a:gd name="connsiteY51" fmla="*/ 970696 h 1470141"/>
                <a:gd name="connsiteX52" fmla="*/ 69221 w 605849"/>
                <a:gd name="connsiteY52" fmla="*/ 924162 h 1470141"/>
                <a:gd name="connsiteX53" fmla="*/ 66568 w 605849"/>
                <a:gd name="connsiteY53" fmla="*/ 864541 h 1470141"/>
                <a:gd name="connsiteX54" fmla="*/ 61352 w 605849"/>
                <a:gd name="connsiteY54" fmla="*/ 847519 h 1470141"/>
                <a:gd name="connsiteX55" fmla="*/ 25340 w 605849"/>
                <a:gd name="connsiteY55" fmla="*/ 844952 h 1470141"/>
                <a:gd name="connsiteX56" fmla="*/ 24055 w 605849"/>
                <a:gd name="connsiteY56" fmla="*/ 708004 h 1470141"/>
                <a:gd name="connsiteX57" fmla="*/ 33723 w 605849"/>
                <a:gd name="connsiteY57" fmla="*/ 586024 h 1470141"/>
                <a:gd name="connsiteX58" fmla="*/ 33894 w 605849"/>
                <a:gd name="connsiteY58" fmla="*/ 573707 h 1470141"/>
                <a:gd name="connsiteX59" fmla="*/ 26023 w 605849"/>
                <a:gd name="connsiteY59" fmla="*/ 521613 h 1470141"/>
                <a:gd name="connsiteX60" fmla="*/ 24055 w 605849"/>
                <a:gd name="connsiteY60" fmla="*/ 443002 h 1470141"/>
                <a:gd name="connsiteX61" fmla="*/ 7889 w 605849"/>
                <a:gd name="connsiteY61" fmla="*/ 385520 h 1470141"/>
                <a:gd name="connsiteX62" fmla="*/ 18 w 605849"/>
                <a:gd name="connsiteY62" fmla="*/ 302461 h 1470141"/>
                <a:gd name="connsiteX63" fmla="*/ 16272 w 605849"/>
                <a:gd name="connsiteY63" fmla="*/ 183903 h 1470141"/>
                <a:gd name="connsiteX64" fmla="*/ 43730 w 605849"/>
                <a:gd name="connsiteY64" fmla="*/ 113162 h 1470141"/>
                <a:gd name="connsiteX65" fmla="*/ 53055 w 605849"/>
                <a:gd name="connsiteY65" fmla="*/ 113761 h 1470141"/>
                <a:gd name="connsiteX66" fmla="*/ 56732 w 605849"/>
                <a:gd name="connsiteY66" fmla="*/ 104608 h 1470141"/>
                <a:gd name="connsiteX67" fmla="*/ 61609 w 605849"/>
                <a:gd name="connsiteY67" fmla="*/ 104693 h 1470141"/>
                <a:gd name="connsiteX68" fmla="*/ 83591 w 605849"/>
                <a:gd name="connsiteY68" fmla="*/ 48408 h 1470141"/>
                <a:gd name="connsiteX69" fmla="*/ 89494 w 605849"/>
                <a:gd name="connsiteY69" fmla="*/ 22319 h 1470141"/>
                <a:gd name="connsiteX70" fmla="*/ 98817 w 605849"/>
                <a:gd name="connsiteY70" fmla="*/ 5211 h 1470141"/>
                <a:gd name="connsiteX71" fmla="*/ 112590 w 605849"/>
                <a:gd name="connsiteY71" fmla="*/ 335 h 1470141"/>
                <a:gd name="connsiteX72" fmla="*/ 124051 w 605849"/>
                <a:gd name="connsiteY72" fmla="*/ 5211 h 1470141"/>
                <a:gd name="connsiteX73" fmla="*/ 135171 w 605849"/>
                <a:gd name="connsiteY73" fmla="*/ 79 h 1470141"/>
                <a:gd name="connsiteX74" fmla="*/ 143042 w 605849"/>
                <a:gd name="connsiteY74" fmla="*/ 5211 h 1470141"/>
                <a:gd name="connsiteX75" fmla="*/ 153818 w 605849"/>
                <a:gd name="connsiteY75" fmla="*/ 2132 h 1470141"/>
                <a:gd name="connsiteX76" fmla="*/ 158780 w 605849"/>
                <a:gd name="connsiteY76" fmla="*/ 17443 h 1470141"/>
                <a:gd name="connsiteX77" fmla="*/ 164170 w 605849"/>
                <a:gd name="connsiteY77" fmla="*/ 25227 h 1470141"/>
                <a:gd name="connsiteX78" fmla="*/ 159294 w 605849"/>
                <a:gd name="connsiteY78" fmla="*/ 40539 h 1470141"/>
                <a:gd name="connsiteX79" fmla="*/ 151937 w 605849"/>
                <a:gd name="connsiteY79" fmla="*/ 52258 h 1470141"/>
                <a:gd name="connsiteX80" fmla="*/ 128328 w 605849"/>
                <a:gd name="connsiteY80" fmla="*/ 66457 h 1470141"/>
                <a:gd name="connsiteX81" fmla="*/ 105746 w 605849"/>
                <a:gd name="connsiteY81" fmla="*/ 91520 h 1470141"/>
                <a:gd name="connsiteX82" fmla="*/ 95225 w 605849"/>
                <a:gd name="connsiteY82" fmla="*/ 116241 h 1470141"/>
                <a:gd name="connsiteX83" fmla="*/ 98134 w 605849"/>
                <a:gd name="connsiteY83" fmla="*/ 118808 h 1470141"/>
                <a:gd name="connsiteX84" fmla="*/ 102580 w 605849"/>
                <a:gd name="connsiteY84" fmla="*/ 122486 h 1470141"/>
                <a:gd name="connsiteX85" fmla="*/ 98218 w 605849"/>
                <a:gd name="connsiteY85" fmla="*/ 131809 h 1470141"/>
                <a:gd name="connsiteX86" fmla="*/ 103436 w 605849"/>
                <a:gd name="connsiteY86" fmla="*/ 136514 h 1470141"/>
                <a:gd name="connsiteX87" fmla="*/ 87696 w 605849"/>
                <a:gd name="connsiteY87" fmla="*/ 180396 h 1470141"/>
                <a:gd name="connsiteX88" fmla="*/ 69049 w 605849"/>
                <a:gd name="connsiteY88" fmla="*/ 250795 h 1470141"/>
                <a:gd name="connsiteX89" fmla="*/ 73326 w 605849"/>
                <a:gd name="connsiteY89" fmla="*/ 310758 h 1470141"/>
                <a:gd name="connsiteX90" fmla="*/ 86072 w 605849"/>
                <a:gd name="connsiteY90" fmla="*/ 360200 h 1470141"/>
                <a:gd name="connsiteX91" fmla="*/ 88210 w 605849"/>
                <a:gd name="connsiteY91" fmla="*/ 365161 h 1470141"/>
                <a:gd name="connsiteX92" fmla="*/ 92401 w 605849"/>
                <a:gd name="connsiteY92" fmla="*/ 362424 h 1470141"/>
                <a:gd name="connsiteX93" fmla="*/ 103779 w 605849"/>
                <a:gd name="connsiteY93" fmla="*/ 360200 h 1470141"/>
                <a:gd name="connsiteX94" fmla="*/ 129098 w 605849"/>
                <a:gd name="connsiteY94" fmla="*/ 372689 h 1470141"/>
                <a:gd name="connsiteX95" fmla="*/ 135599 w 605849"/>
                <a:gd name="connsiteY95" fmla="*/ 363878 h 1470141"/>
                <a:gd name="connsiteX96" fmla="*/ 133204 w 605849"/>
                <a:gd name="connsiteY96" fmla="*/ 338045 h 1470141"/>
                <a:gd name="connsiteX97" fmla="*/ 130211 w 605849"/>
                <a:gd name="connsiteY97" fmla="*/ 299980 h 1470141"/>
                <a:gd name="connsiteX98" fmla="*/ 152536 w 605849"/>
                <a:gd name="connsiteY98" fmla="*/ 249341 h 1470141"/>
                <a:gd name="connsiteX99" fmla="*/ 181619 w 605849"/>
                <a:gd name="connsiteY99" fmla="*/ 234029 h 1470141"/>
                <a:gd name="connsiteX100" fmla="*/ 194706 w 605849"/>
                <a:gd name="connsiteY100" fmla="*/ 233687 h 1470141"/>
                <a:gd name="connsiteX101" fmla="*/ 217033 w 605849"/>
                <a:gd name="connsiteY101" fmla="*/ 231378 h 1470141"/>
                <a:gd name="connsiteX102" fmla="*/ 230720 w 605849"/>
                <a:gd name="connsiteY102" fmla="*/ 235569 h 1470141"/>
                <a:gd name="connsiteX103" fmla="*/ 252788 w 605849"/>
                <a:gd name="connsiteY103" fmla="*/ 246347 h 1470141"/>
                <a:gd name="connsiteX104" fmla="*/ 263566 w 605849"/>
                <a:gd name="connsiteY104" fmla="*/ 263284 h 1470141"/>
                <a:gd name="connsiteX105" fmla="*/ 259375 w 605849"/>
                <a:gd name="connsiteY105" fmla="*/ 262514 h 1470141"/>
                <a:gd name="connsiteX106" fmla="*/ 262284 w 605849"/>
                <a:gd name="connsiteY106" fmla="*/ 273549 h 1470141"/>
                <a:gd name="connsiteX107" fmla="*/ 255783 w 605849"/>
                <a:gd name="connsiteY107" fmla="*/ 269272 h 1470141"/>
                <a:gd name="connsiteX108" fmla="*/ 259546 w 605849"/>
                <a:gd name="connsiteY108" fmla="*/ 280392 h 1470141"/>
                <a:gd name="connsiteX109" fmla="*/ 260317 w 605849"/>
                <a:gd name="connsiteY109" fmla="*/ 298355 h 1470141"/>
                <a:gd name="connsiteX110" fmla="*/ 270667 w 605849"/>
                <a:gd name="connsiteY110" fmla="*/ 314351 h 1470141"/>
                <a:gd name="connsiteX111" fmla="*/ 256894 w 605849"/>
                <a:gd name="connsiteY111" fmla="*/ 325642 h 1470141"/>
                <a:gd name="connsiteX112" fmla="*/ 256894 w 605849"/>
                <a:gd name="connsiteY112" fmla="*/ 339157 h 1470141"/>
                <a:gd name="connsiteX113" fmla="*/ 248768 w 605849"/>
                <a:gd name="connsiteY113" fmla="*/ 357805 h 1470141"/>
                <a:gd name="connsiteX114" fmla="*/ 238675 w 605849"/>
                <a:gd name="connsiteY114" fmla="*/ 371833 h 1470141"/>
                <a:gd name="connsiteX115" fmla="*/ 231831 w 605849"/>
                <a:gd name="connsiteY115" fmla="*/ 380900 h 1470141"/>
                <a:gd name="connsiteX116" fmla="*/ 213696 w 605849"/>
                <a:gd name="connsiteY116" fmla="*/ 386033 h 1470141"/>
                <a:gd name="connsiteX117" fmla="*/ 202834 w 605849"/>
                <a:gd name="connsiteY117" fmla="*/ 396896 h 1470141"/>
                <a:gd name="connsiteX118" fmla="*/ 209250 w 605849"/>
                <a:gd name="connsiteY118" fmla="*/ 409642 h 1470141"/>
                <a:gd name="connsiteX119" fmla="*/ 208907 w 605849"/>
                <a:gd name="connsiteY119" fmla="*/ 410668 h 1470141"/>
                <a:gd name="connsiteX120" fmla="*/ 208736 w 605849"/>
                <a:gd name="connsiteY120" fmla="*/ 410668 h 1470141"/>
                <a:gd name="connsiteX121" fmla="*/ 207026 w 605849"/>
                <a:gd name="connsiteY121" fmla="*/ 417084 h 1470141"/>
                <a:gd name="connsiteX122" fmla="*/ 207965 w 605849"/>
                <a:gd name="connsiteY122" fmla="*/ 420762 h 1470141"/>
                <a:gd name="connsiteX123" fmla="*/ 208907 w 605849"/>
                <a:gd name="connsiteY123" fmla="*/ 410668 h 1470141"/>
                <a:gd name="connsiteX124" fmla="*/ 230889 w 605849"/>
                <a:gd name="connsiteY124" fmla="*/ 415031 h 1470141"/>
                <a:gd name="connsiteX125" fmla="*/ 258435 w 605849"/>
                <a:gd name="connsiteY125" fmla="*/ 427263 h 1470141"/>
                <a:gd name="connsiteX126" fmla="*/ 278621 w 605849"/>
                <a:gd name="connsiteY126" fmla="*/ 429230 h 1470141"/>
                <a:gd name="connsiteX127" fmla="*/ 283155 w 605849"/>
                <a:gd name="connsiteY127" fmla="*/ 436672 h 1470141"/>
                <a:gd name="connsiteX128" fmla="*/ 284951 w 605849"/>
                <a:gd name="connsiteY128" fmla="*/ 437528 h 1470141"/>
                <a:gd name="connsiteX129" fmla="*/ 301119 w 605849"/>
                <a:gd name="connsiteY129" fmla="*/ 434619 h 1470141"/>
                <a:gd name="connsiteX130" fmla="*/ 307535 w 605849"/>
                <a:gd name="connsiteY130" fmla="*/ 437100 h 1470141"/>
                <a:gd name="connsiteX131" fmla="*/ 319509 w 605849"/>
                <a:gd name="connsiteY131" fmla="*/ 436245 h 1470141"/>
                <a:gd name="connsiteX132" fmla="*/ 337559 w 605849"/>
                <a:gd name="connsiteY132" fmla="*/ 436074 h 1470141"/>
                <a:gd name="connsiteX133" fmla="*/ 408298 w 605849"/>
                <a:gd name="connsiteY133" fmla="*/ 413491 h 1470141"/>
                <a:gd name="connsiteX134" fmla="*/ 414971 w 605849"/>
                <a:gd name="connsiteY134" fmla="*/ 417340 h 1470141"/>
                <a:gd name="connsiteX135" fmla="*/ 417709 w 605849"/>
                <a:gd name="connsiteY135" fmla="*/ 420591 h 1470141"/>
                <a:gd name="connsiteX136" fmla="*/ 425066 w 605849"/>
                <a:gd name="connsiteY136" fmla="*/ 420334 h 1470141"/>
                <a:gd name="connsiteX137" fmla="*/ 440804 w 605849"/>
                <a:gd name="connsiteY137" fmla="*/ 390823 h 1470141"/>
                <a:gd name="connsiteX138" fmla="*/ 444055 w 605849"/>
                <a:gd name="connsiteY138" fmla="*/ 386119 h 1470141"/>
                <a:gd name="connsiteX139" fmla="*/ 446365 w 605849"/>
                <a:gd name="connsiteY139" fmla="*/ 381328 h 1470141"/>
                <a:gd name="connsiteX140" fmla="*/ 444995 w 605849"/>
                <a:gd name="connsiteY140" fmla="*/ 385006 h 1470141"/>
                <a:gd name="connsiteX141" fmla="*/ 505215 w 605849"/>
                <a:gd name="connsiteY141" fmla="*/ 330347 h 1470141"/>
                <a:gd name="connsiteX142" fmla="*/ 509749 w 605849"/>
                <a:gd name="connsiteY142" fmla="*/ 331544 h 1470141"/>
                <a:gd name="connsiteX143" fmla="*/ 524376 w 605849"/>
                <a:gd name="connsiteY143" fmla="*/ 309988 h 1470141"/>
                <a:gd name="connsiteX144" fmla="*/ 527456 w 605849"/>
                <a:gd name="connsiteY144" fmla="*/ 310502 h 1470141"/>
                <a:gd name="connsiteX145" fmla="*/ 544564 w 605849"/>
                <a:gd name="connsiteY145" fmla="*/ 283300 h 1470141"/>
                <a:gd name="connsiteX146" fmla="*/ 553887 w 605849"/>
                <a:gd name="connsiteY146" fmla="*/ 256269 h 1470141"/>
                <a:gd name="connsiteX147" fmla="*/ 562698 w 605849"/>
                <a:gd name="connsiteY147" fmla="*/ 217948 h 1470141"/>
                <a:gd name="connsiteX148" fmla="*/ 579463 w 605849"/>
                <a:gd name="connsiteY148" fmla="*/ 203748 h 1470141"/>
                <a:gd name="connsiteX149" fmla="*/ 583911 w 605849"/>
                <a:gd name="connsiteY149" fmla="*/ 211618 h 1470141"/>
                <a:gd name="connsiteX150" fmla="*/ 597684 w 605849"/>
                <a:gd name="connsiteY150" fmla="*/ 214098 h 1470141"/>
                <a:gd name="connsiteX151" fmla="*/ 594263 w 605849"/>
                <a:gd name="connsiteY151" fmla="*/ 225390 h 1470141"/>
                <a:gd name="connsiteX152" fmla="*/ 598709 w 605849"/>
                <a:gd name="connsiteY152" fmla="*/ 230266 h 1470141"/>
                <a:gd name="connsiteX153" fmla="*/ 603586 w 605849"/>
                <a:gd name="connsiteY153" fmla="*/ 239589 h 1470141"/>
                <a:gd name="connsiteX154" fmla="*/ 603586 w 605849"/>
                <a:gd name="connsiteY154" fmla="*/ 239589 h 1470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</a:cxnLst>
              <a:rect l="l" t="t" r="r" b="b"/>
              <a:pathLst>
                <a:path w="605849" h="1470141">
                  <a:moveTo>
                    <a:pt x="603586" y="240616"/>
                  </a:moveTo>
                  <a:cubicBezTo>
                    <a:pt x="605553" y="243096"/>
                    <a:pt x="603586" y="246775"/>
                    <a:pt x="605553" y="251394"/>
                  </a:cubicBezTo>
                  <a:cubicBezTo>
                    <a:pt x="608034" y="257296"/>
                    <a:pt x="594263" y="272009"/>
                    <a:pt x="589301" y="278938"/>
                  </a:cubicBezTo>
                  <a:cubicBezTo>
                    <a:pt x="584425" y="285781"/>
                    <a:pt x="563640" y="313838"/>
                    <a:pt x="562869" y="315121"/>
                  </a:cubicBezTo>
                  <a:cubicBezTo>
                    <a:pt x="560474" y="319227"/>
                    <a:pt x="558678" y="322905"/>
                    <a:pt x="557224" y="326155"/>
                  </a:cubicBezTo>
                  <a:lnTo>
                    <a:pt x="559191" y="328037"/>
                  </a:lnTo>
                  <a:cubicBezTo>
                    <a:pt x="566975" y="334966"/>
                    <a:pt x="573048" y="344375"/>
                    <a:pt x="572878" y="357121"/>
                  </a:cubicBezTo>
                  <a:cubicBezTo>
                    <a:pt x="570312" y="359430"/>
                    <a:pt x="561330" y="368241"/>
                    <a:pt x="555000" y="374400"/>
                  </a:cubicBezTo>
                  <a:cubicBezTo>
                    <a:pt x="555599" y="377992"/>
                    <a:pt x="555685" y="381756"/>
                    <a:pt x="555342" y="385776"/>
                  </a:cubicBezTo>
                  <a:cubicBezTo>
                    <a:pt x="555342" y="385776"/>
                    <a:pt x="552348" y="391165"/>
                    <a:pt x="540116" y="402970"/>
                  </a:cubicBezTo>
                  <a:cubicBezTo>
                    <a:pt x="540116" y="402970"/>
                    <a:pt x="533701" y="409385"/>
                    <a:pt x="525575" y="416485"/>
                  </a:cubicBezTo>
                  <a:cubicBezTo>
                    <a:pt x="517447" y="423585"/>
                    <a:pt x="502223" y="432909"/>
                    <a:pt x="497860" y="437870"/>
                  </a:cubicBezTo>
                  <a:lnTo>
                    <a:pt x="497346" y="438469"/>
                  </a:lnTo>
                  <a:cubicBezTo>
                    <a:pt x="496233" y="440436"/>
                    <a:pt x="495293" y="442147"/>
                    <a:pt x="494523" y="443601"/>
                  </a:cubicBezTo>
                  <a:cubicBezTo>
                    <a:pt x="493069" y="447365"/>
                    <a:pt x="492042" y="451471"/>
                    <a:pt x="488707" y="454807"/>
                  </a:cubicBezTo>
                  <a:cubicBezTo>
                    <a:pt x="483574" y="459939"/>
                    <a:pt x="470486" y="477218"/>
                    <a:pt x="459965" y="485002"/>
                  </a:cubicBezTo>
                  <a:cubicBezTo>
                    <a:pt x="449443" y="492872"/>
                    <a:pt x="419676" y="504163"/>
                    <a:pt x="408898" y="509039"/>
                  </a:cubicBezTo>
                  <a:cubicBezTo>
                    <a:pt x="398120" y="513915"/>
                    <a:pt x="354836" y="528713"/>
                    <a:pt x="340380" y="532648"/>
                  </a:cubicBezTo>
                  <a:cubicBezTo>
                    <a:pt x="325925" y="536583"/>
                    <a:pt x="299578" y="547104"/>
                    <a:pt x="291538" y="549071"/>
                  </a:cubicBezTo>
                  <a:cubicBezTo>
                    <a:pt x="283412" y="551039"/>
                    <a:pt x="281958" y="552493"/>
                    <a:pt x="281958" y="552493"/>
                  </a:cubicBezTo>
                  <a:cubicBezTo>
                    <a:pt x="282727" y="554546"/>
                    <a:pt x="282556" y="558566"/>
                    <a:pt x="282128" y="563955"/>
                  </a:cubicBezTo>
                  <a:cubicBezTo>
                    <a:pt x="282470" y="568403"/>
                    <a:pt x="283155" y="574562"/>
                    <a:pt x="284352" y="583030"/>
                  </a:cubicBezTo>
                  <a:cubicBezTo>
                    <a:pt x="281787" y="626912"/>
                    <a:pt x="286321" y="640684"/>
                    <a:pt x="285037" y="670110"/>
                  </a:cubicBezTo>
                  <a:cubicBezTo>
                    <a:pt x="285037" y="670110"/>
                    <a:pt x="296842" y="782166"/>
                    <a:pt x="305311" y="837767"/>
                  </a:cubicBezTo>
                  <a:cubicBezTo>
                    <a:pt x="305311" y="837767"/>
                    <a:pt x="298124" y="843669"/>
                    <a:pt x="281702" y="842386"/>
                  </a:cubicBezTo>
                  <a:cubicBezTo>
                    <a:pt x="281702" y="842386"/>
                    <a:pt x="273148" y="920398"/>
                    <a:pt x="263395" y="964195"/>
                  </a:cubicBezTo>
                  <a:cubicBezTo>
                    <a:pt x="253559" y="1008076"/>
                    <a:pt x="246972" y="1078219"/>
                    <a:pt x="233285" y="1126035"/>
                  </a:cubicBezTo>
                  <a:cubicBezTo>
                    <a:pt x="219514" y="1173852"/>
                    <a:pt x="216948" y="1184373"/>
                    <a:pt x="208394" y="1230821"/>
                  </a:cubicBezTo>
                  <a:cubicBezTo>
                    <a:pt x="199840" y="1277355"/>
                    <a:pt x="186152" y="1339542"/>
                    <a:pt x="176916" y="1353998"/>
                  </a:cubicBezTo>
                  <a:cubicBezTo>
                    <a:pt x="176916" y="1353998"/>
                    <a:pt x="184785" y="1375640"/>
                    <a:pt x="187351" y="1392662"/>
                  </a:cubicBezTo>
                  <a:cubicBezTo>
                    <a:pt x="190003" y="1409685"/>
                    <a:pt x="204373" y="1420206"/>
                    <a:pt x="210275" y="1427391"/>
                  </a:cubicBezTo>
                  <a:cubicBezTo>
                    <a:pt x="216177" y="1434576"/>
                    <a:pt x="235851" y="1435945"/>
                    <a:pt x="251506" y="1438511"/>
                  </a:cubicBezTo>
                  <a:cubicBezTo>
                    <a:pt x="267244" y="1441163"/>
                    <a:pt x="280332" y="1439195"/>
                    <a:pt x="279649" y="1452283"/>
                  </a:cubicBezTo>
                  <a:cubicBezTo>
                    <a:pt x="279649" y="1452283"/>
                    <a:pt x="284865" y="1459468"/>
                    <a:pt x="276996" y="1460752"/>
                  </a:cubicBezTo>
                  <a:cubicBezTo>
                    <a:pt x="269127" y="1462034"/>
                    <a:pt x="235081" y="1469904"/>
                    <a:pt x="206255" y="1467338"/>
                  </a:cubicBezTo>
                  <a:cubicBezTo>
                    <a:pt x="177427" y="1464686"/>
                    <a:pt x="166309" y="1458784"/>
                    <a:pt x="155788" y="1458186"/>
                  </a:cubicBezTo>
                  <a:cubicBezTo>
                    <a:pt x="145350" y="1457501"/>
                    <a:pt x="138080" y="1455534"/>
                    <a:pt x="138080" y="1455534"/>
                  </a:cubicBezTo>
                  <a:cubicBezTo>
                    <a:pt x="138080" y="1455534"/>
                    <a:pt x="141330" y="1466654"/>
                    <a:pt x="137395" y="1468022"/>
                  </a:cubicBezTo>
                  <a:cubicBezTo>
                    <a:pt x="133461" y="1469306"/>
                    <a:pt x="45012" y="1470588"/>
                    <a:pt x="33894" y="1469989"/>
                  </a:cubicBezTo>
                  <a:cubicBezTo>
                    <a:pt x="22773" y="1469306"/>
                    <a:pt x="7718" y="1464088"/>
                    <a:pt x="5751" y="1463403"/>
                  </a:cubicBezTo>
                  <a:cubicBezTo>
                    <a:pt x="3784" y="1462804"/>
                    <a:pt x="5751" y="1445697"/>
                    <a:pt x="5751" y="1438511"/>
                  </a:cubicBezTo>
                  <a:cubicBezTo>
                    <a:pt x="5751" y="1431326"/>
                    <a:pt x="6434" y="1420206"/>
                    <a:pt x="8401" y="1414902"/>
                  </a:cubicBezTo>
                  <a:cubicBezTo>
                    <a:pt x="10370" y="1409685"/>
                    <a:pt x="11653" y="1405065"/>
                    <a:pt x="12338" y="1403098"/>
                  </a:cubicBezTo>
                  <a:cubicBezTo>
                    <a:pt x="13021" y="1401131"/>
                    <a:pt x="17554" y="1399847"/>
                    <a:pt x="19522" y="1397196"/>
                  </a:cubicBezTo>
                  <a:cubicBezTo>
                    <a:pt x="21489" y="1394544"/>
                    <a:pt x="18839" y="1381456"/>
                    <a:pt x="26708" y="1373587"/>
                  </a:cubicBezTo>
                  <a:cubicBezTo>
                    <a:pt x="26708" y="1373587"/>
                    <a:pt x="20806" y="1363151"/>
                    <a:pt x="18839" y="1344076"/>
                  </a:cubicBezTo>
                  <a:cubicBezTo>
                    <a:pt x="16872" y="1325086"/>
                    <a:pt x="27307" y="1302845"/>
                    <a:pt x="34577" y="1285139"/>
                  </a:cubicBezTo>
                  <a:cubicBezTo>
                    <a:pt x="34577" y="1285139"/>
                    <a:pt x="39196" y="1181037"/>
                    <a:pt x="44415" y="1157428"/>
                  </a:cubicBezTo>
                  <a:cubicBezTo>
                    <a:pt x="49632" y="1133820"/>
                    <a:pt x="65372" y="1087371"/>
                    <a:pt x="69306" y="1082068"/>
                  </a:cubicBezTo>
                  <a:cubicBezTo>
                    <a:pt x="73241" y="1076850"/>
                    <a:pt x="83079" y="1057860"/>
                    <a:pt x="75807" y="1049991"/>
                  </a:cubicBezTo>
                  <a:cubicBezTo>
                    <a:pt x="68621" y="1042121"/>
                    <a:pt x="72556" y="1042121"/>
                    <a:pt x="73155" y="1021164"/>
                  </a:cubicBezTo>
                  <a:cubicBezTo>
                    <a:pt x="73840" y="1000207"/>
                    <a:pt x="73155" y="994989"/>
                    <a:pt x="75122" y="970696"/>
                  </a:cubicBezTo>
                  <a:cubicBezTo>
                    <a:pt x="77090" y="946488"/>
                    <a:pt x="72472" y="943836"/>
                    <a:pt x="69221" y="924162"/>
                  </a:cubicBezTo>
                  <a:cubicBezTo>
                    <a:pt x="65971" y="904488"/>
                    <a:pt x="69221" y="879596"/>
                    <a:pt x="66568" y="864541"/>
                  </a:cubicBezTo>
                  <a:cubicBezTo>
                    <a:pt x="63918" y="849486"/>
                    <a:pt x="61949" y="855388"/>
                    <a:pt x="61352" y="847519"/>
                  </a:cubicBezTo>
                  <a:cubicBezTo>
                    <a:pt x="61352" y="847519"/>
                    <a:pt x="35176" y="846834"/>
                    <a:pt x="25340" y="844952"/>
                  </a:cubicBezTo>
                  <a:cubicBezTo>
                    <a:pt x="15502" y="842985"/>
                    <a:pt x="21403" y="776777"/>
                    <a:pt x="24055" y="708004"/>
                  </a:cubicBezTo>
                  <a:cubicBezTo>
                    <a:pt x="26451" y="646244"/>
                    <a:pt x="32438" y="620924"/>
                    <a:pt x="33723" y="586024"/>
                  </a:cubicBezTo>
                  <a:cubicBezTo>
                    <a:pt x="33551" y="579609"/>
                    <a:pt x="33637" y="574904"/>
                    <a:pt x="33894" y="573707"/>
                  </a:cubicBezTo>
                  <a:cubicBezTo>
                    <a:pt x="33894" y="573707"/>
                    <a:pt x="26023" y="544281"/>
                    <a:pt x="26023" y="521613"/>
                  </a:cubicBezTo>
                  <a:cubicBezTo>
                    <a:pt x="26023" y="498945"/>
                    <a:pt x="27050" y="461650"/>
                    <a:pt x="24055" y="443002"/>
                  </a:cubicBezTo>
                  <a:cubicBezTo>
                    <a:pt x="21148" y="424355"/>
                    <a:pt x="6093" y="420249"/>
                    <a:pt x="7889" y="385520"/>
                  </a:cubicBezTo>
                  <a:cubicBezTo>
                    <a:pt x="9857" y="346257"/>
                    <a:pt x="-493" y="322734"/>
                    <a:pt x="18" y="302461"/>
                  </a:cubicBezTo>
                  <a:cubicBezTo>
                    <a:pt x="960" y="267047"/>
                    <a:pt x="7376" y="217263"/>
                    <a:pt x="16272" y="183903"/>
                  </a:cubicBezTo>
                  <a:cubicBezTo>
                    <a:pt x="25083" y="150457"/>
                    <a:pt x="43730" y="113162"/>
                    <a:pt x="43730" y="113162"/>
                  </a:cubicBezTo>
                  <a:cubicBezTo>
                    <a:pt x="43730" y="113162"/>
                    <a:pt x="47322" y="113162"/>
                    <a:pt x="53055" y="113761"/>
                  </a:cubicBezTo>
                  <a:lnTo>
                    <a:pt x="56732" y="104608"/>
                  </a:lnTo>
                  <a:cubicBezTo>
                    <a:pt x="58357" y="104608"/>
                    <a:pt x="59982" y="104608"/>
                    <a:pt x="61609" y="104693"/>
                  </a:cubicBezTo>
                  <a:cubicBezTo>
                    <a:pt x="64002" y="99476"/>
                    <a:pt x="82651" y="51317"/>
                    <a:pt x="83591" y="48408"/>
                  </a:cubicBezTo>
                  <a:cubicBezTo>
                    <a:pt x="84533" y="45500"/>
                    <a:pt x="87014" y="27793"/>
                    <a:pt x="89494" y="22319"/>
                  </a:cubicBezTo>
                  <a:cubicBezTo>
                    <a:pt x="91973" y="16844"/>
                    <a:pt x="93429" y="8119"/>
                    <a:pt x="98817" y="5211"/>
                  </a:cubicBezTo>
                  <a:cubicBezTo>
                    <a:pt x="104207" y="2132"/>
                    <a:pt x="108741" y="-93"/>
                    <a:pt x="112590" y="335"/>
                  </a:cubicBezTo>
                  <a:cubicBezTo>
                    <a:pt x="116695" y="934"/>
                    <a:pt x="120630" y="4698"/>
                    <a:pt x="124051" y="5211"/>
                  </a:cubicBezTo>
                  <a:cubicBezTo>
                    <a:pt x="127474" y="5639"/>
                    <a:pt x="129955" y="-777"/>
                    <a:pt x="135171" y="79"/>
                  </a:cubicBezTo>
                  <a:cubicBezTo>
                    <a:pt x="137823" y="506"/>
                    <a:pt x="141587" y="5211"/>
                    <a:pt x="143042" y="5211"/>
                  </a:cubicBezTo>
                  <a:cubicBezTo>
                    <a:pt x="144496" y="5211"/>
                    <a:pt x="147917" y="164"/>
                    <a:pt x="153818" y="2132"/>
                  </a:cubicBezTo>
                  <a:cubicBezTo>
                    <a:pt x="159722" y="4184"/>
                    <a:pt x="162203" y="12995"/>
                    <a:pt x="158780" y="17443"/>
                  </a:cubicBezTo>
                  <a:cubicBezTo>
                    <a:pt x="158780" y="17443"/>
                    <a:pt x="164170" y="19411"/>
                    <a:pt x="164170" y="25227"/>
                  </a:cubicBezTo>
                  <a:cubicBezTo>
                    <a:pt x="164170" y="31044"/>
                    <a:pt x="162203" y="36519"/>
                    <a:pt x="159294" y="40539"/>
                  </a:cubicBezTo>
                  <a:cubicBezTo>
                    <a:pt x="156385" y="44474"/>
                    <a:pt x="154846" y="49349"/>
                    <a:pt x="151937" y="52258"/>
                  </a:cubicBezTo>
                  <a:cubicBezTo>
                    <a:pt x="149030" y="55166"/>
                    <a:pt x="134231" y="63549"/>
                    <a:pt x="128328" y="66457"/>
                  </a:cubicBezTo>
                  <a:cubicBezTo>
                    <a:pt x="122426" y="69451"/>
                    <a:pt x="108142" y="86645"/>
                    <a:pt x="105746" y="91520"/>
                  </a:cubicBezTo>
                  <a:cubicBezTo>
                    <a:pt x="103950" y="95113"/>
                    <a:pt x="98134" y="109142"/>
                    <a:pt x="95225" y="116241"/>
                  </a:cubicBezTo>
                  <a:lnTo>
                    <a:pt x="98134" y="118808"/>
                  </a:lnTo>
                  <a:cubicBezTo>
                    <a:pt x="101041" y="120946"/>
                    <a:pt x="102580" y="122486"/>
                    <a:pt x="102580" y="122486"/>
                  </a:cubicBezTo>
                  <a:lnTo>
                    <a:pt x="98218" y="131809"/>
                  </a:lnTo>
                  <a:cubicBezTo>
                    <a:pt x="100016" y="133264"/>
                    <a:pt x="101726" y="134803"/>
                    <a:pt x="103436" y="136514"/>
                  </a:cubicBezTo>
                  <a:cubicBezTo>
                    <a:pt x="103436" y="136514"/>
                    <a:pt x="90691" y="171585"/>
                    <a:pt x="87696" y="180396"/>
                  </a:cubicBezTo>
                  <a:cubicBezTo>
                    <a:pt x="84789" y="189206"/>
                    <a:pt x="70248" y="224278"/>
                    <a:pt x="69049" y="250795"/>
                  </a:cubicBezTo>
                  <a:cubicBezTo>
                    <a:pt x="67596" y="283215"/>
                    <a:pt x="70077" y="307764"/>
                    <a:pt x="73326" y="310758"/>
                  </a:cubicBezTo>
                  <a:cubicBezTo>
                    <a:pt x="81195" y="317858"/>
                    <a:pt x="84104" y="346428"/>
                    <a:pt x="86072" y="360200"/>
                  </a:cubicBezTo>
                  <a:cubicBezTo>
                    <a:pt x="86585" y="363707"/>
                    <a:pt x="87270" y="365076"/>
                    <a:pt x="88210" y="365161"/>
                  </a:cubicBezTo>
                  <a:cubicBezTo>
                    <a:pt x="89066" y="364306"/>
                    <a:pt x="90691" y="363279"/>
                    <a:pt x="92401" y="362424"/>
                  </a:cubicBezTo>
                  <a:cubicBezTo>
                    <a:pt x="95139" y="360114"/>
                    <a:pt x="98817" y="357463"/>
                    <a:pt x="103779" y="360200"/>
                  </a:cubicBezTo>
                  <a:cubicBezTo>
                    <a:pt x="114300" y="365931"/>
                    <a:pt x="126617" y="369780"/>
                    <a:pt x="129098" y="372689"/>
                  </a:cubicBezTo>
                  <a:cubicBezTo>
                    <a:pt x="130723" y="369011"/>
                    <a:pt x="132862" y="365332"/>
                    <a:pt x="135599" y="363878"/>
                  </a:cubicBezTo>
                  <a:cubicBezTo>
                    <a:pt x="135343" y="359687"/>
                    <a:pt x="134060" y="343178"/>
                    <a:pt x="133204" y="338045"/>
                  </a:cubicBezTo>
                  <a:cubicBezTo>
                    <a:pt x="132264" y="332143"/>
                    <a:pt x="129526" y="310245"/>
                    <a:pt x="130211" y="299980"/>
                  </a:cubicBezTo>
                  <a:cubicBezTo>
                    <a:pt x="130980" y="289630"/>
                    <a:pt x="135599" y="262172"/>
                    <a:pt x="152536" y="249341"/>
                  </a:cubicBezTo>
                  <a:cubicBezTo>
                    <a:pt x="169473" y="236595"/>
                    <a:pt x="170158" y="233345"/>
                    <a:pt x="181619" y="234029"/>
                  </a:cubicBezTo>
                  <a:cubicBezTo>
                    <a:pt x="187779" y="234457"/>
                    <a:pt x="191029" y="235227"/>
                    <a:pt x="194706" y="233687"/>
                  </a:cubicBezTo>
                  <a:cubicBezTo>
                    <a:pt x="198386" y="232233"/>
                    <a:pt x="204973" y="226502"/>
                    <a:pt x="217033" y="231378"/>
                  </a:cubicBezTo>
                  <a:cubicBezTo>
                    <a:pt x="223021" y="233858"/>
                    <a:pt x="223620" y="236510"/>
                    <a:pt x="230720" y="235569"/>
                  </a:cubicBezTo>
                  <a:cubicBezTo>
                    <a:pt x="237819" y="234542"/>
                    <a:pt x="247143" y="237280"/>
                    <a:pt x="252788" y="246347"/>
                  </a:cubicBezTo>
                  <a:cubicBezTo>
                    <a:pt x="258435" y="255414"/>
                    <a:pt x="259460" y="262599"/>
                    <a:pt x="263566" y="263284"/>
                  </a:cubicBezTo>
                  <a:cubicBezTo>
                    <a:pt x="263566" y="263284"/>
                    <a:pt x="261856" y="264995"/>
                    <a:pt x="259375" y="262514"/>
                  </a:cubicBezTo>
                  <a:cubicBezTo>
                    <a:pt x="256894" y="260033"/>
                    <a:pt x="258178" y="273292"/>
                    <a:pt x="262284" y="273549"/>
                  </a:cubicBezTo>
                  <a:cubicBezTo>
                    <a:pt x="262284" y="273549"/>
                    <a:pt x="258264" y="273549"/>
                    <a:pt x="255783" y="269272"/>
                  </a:cubicBezTo>
                  <a:cubicBezTo>
                    <a:pt x="256979" y="271581"/>
                    <a:pt x="259118" y="276457"/>
                    <a:pt x="259546" y="280392"/>
                  </a:cubicBezTo>
                  <a:cubicBezTo>
                    <a:pt x="260317" y="287064"/>
                    <a:pt x="260574" y="295874"/>
                    <a:pt x="260317" y="298355"/>
                  </a:cubicBezTo>
                  <a:cubicBezTo>
                    <a:pt x="260317" y="298355"/>
                    <a:pt x="271606" y="304257"/>
                    <a:pt x="270667" y="314351"/>
                  </a:cubicBezTo>
                  <a:cubicBezTo>
                    <a:pt x="269639" y="324444"/>
                    <a:pt x="262798" y="326668"/>
                    <a:pt x="256894" y="325642"/>
                  </a:cubicBezTo>
                  <a:cubicBezTo>
                    <a:pt x="256894" y="325642"/>
                    <a:pt x="257664" y="332314"/>
                    <a:pt x="256894" y="339157"/>
                  </a:cubicBezTo>
                  <a:cubicBezTo>
                    <a:pt x="256125" y="346000"/>
                    <a:pt x="254670" y="353613"/>
                    <a:pt x="248768" y="357805"/>
                  </a:cubicBezTo>
                  <a:cubicBezTo>
                    <a:pt x="242866" y="361996"/>
                    <a:pt x="241924" y="366359"/>
                    <a:pt x="238675" y="371833"/>
                  </a:cubicBezTo>
                  <a:cubicBezTo>
                    <a:pt x="235509" y="377222"/>
                    <a:pt x="237733" y="378933"/>
                    <a:pt x="231831" y="380900"/>
                  </a:cubicBezTo>
                  <a:cubicBezTo>
                    <a:pt x="225930" y="382868"/>
                    <a:pt x="219514" y="381157"/>
                    <a:pt x="213696" y="386033"/>
                  </a:cubicBezTo>
                  <a:cubicBezTo>
                    <a:pt x="207794" y="390909"/>
                    <a:pt x="203860" y="392876"/>
                    <a:pt x="202834" y="396896"/>
                  </a:cubicBezTo>
                  <a:cubicBezTo>
                    <a:pt x="202834" y="396896"/>
                    <a:pt x="211643" y="403312"/>
                    <a:pt x="209250" y="409642"/>
                  </a:cubicBezTo>
                  <a:lnTo>
                    <a:pt x="208907" y="410668"/>
                  </a:lnTo>
                  <a:lnTo>
                    <a:pt x="208736" y="410668"/>
                  </a:lnTo>
                  <a:cubicBezTo>
                    <a:pt x="207111" y="412465"/>
                    <a:pt x="207026" y="417084"/>
                    <a:pt x="207026" y="417084"/>
                  </a:cubicBezTo>
                  <a:lnTo>
                    <a:pt x="207965" y="420762"/>
                  </a:lnTo>
                  <a:cubicBezTo>
                    <a:pt x="207965" y="416913"/>
                    <a:pt x="208222" y="413149"/>
                    <a:pt x="208907" y="410668"/>
                  </a:cubicBezTo>
                  <a:cubicBezTo>
                    <a:pt x="210018" y="410668"/>
                    <a:pt x="217290" y="410925"/>
                    <a:pt x="230889" y="415031"/>
                  </a:cubicBezTo>
                  <a:cubicBezTo>
                    <a:pt x="245604" y="419479"/>
                    <a:pt x="236280" y="432737"/>
                    <a:pt x="258435" y="427263"/>
                  </a:cubicBezTo>
                  <a:cubicBezTo>
                    <a:pt x="270495" y="424355"/>
                    <a:pt x="277596" y="425296"/>
                    <a:pt x="278621" y="429230"/>
                  </a:cubicBezTo>
                  <a:cubicBezTo>
                    <a:pt x="280417" y="430599"/>
                    <a:pt x="281873" y="433422"/>
                    <a:pt x="283155" y="436672"/>
                  </a:cubicBezTo>
                  <a:lnTo>
                    <a:pt x="284951" y="437528"/>
                  </a:lnTo>
                  <a:cubicBezTo>
                    <a:pt x="286918" y="437528"/>
                    <a:pt x="297696" y="433593"/>
                    <a:pt x="301119" y="434619"/>
                  </a:cubicBezTo>
                  <a:cubicBezTo>
                    <a:pt x="304540" y="435560"/>
                    <a:pt x="304540" y="437528"/>
                    <a:pt x="307535" y="437100"/>
                  </a:cubicBezTo>
                  <a:cubicBezTo>
                    <a:pt x="310442" y="436587"/>
                    <a:pt x="315061" y="432823"/>
                    <a:pt x="319509" y="436245"/>
                  </a:cubicBezTo>
                  <a:cubicBezTo>
                    <a:pt x="323958" y="439666"/>
                    <a:pt x="330202" y="438554"/>
                    <a:pt x="337559" y="436074"/>
                  </a:cubicBezTo>
                  <a:cubicBezTo>
                    <a:pt x="344914" y="433593"/>
                    <a:pt x="399490" y="412465"/>
                    <a:pt x="408298" y="413491"/>
                  </a:cubicBezTo>
                  <a:cubicBezTo>
                    <a:pt x="411379" y="413833"/>
                    <a:pt x="413346" y="415544"/>
                    <a:pt x="414971" y="417340"/>
                  </a:cubicBezTo>
                  <a:cubicBezTo>
                    <a:pt x="417195" y="418709"/>
                    <a:pt x="417709" y="419821"/>
                    <a:pt x="417709" y="420591"/>
                  </a:cubicBezTo>
                  <a:cubicBezTo>
                    <a:pt x="419505" y="422387"/>
                    <a:pt x="421472" y="423071"/>
                    <a:pt x="425066" y="420334"/>
                  </a:cubicBezTo>
                  <a:cubicBezTo>
                    <a:pt x="433449" y="413919"/>
                    <a:pt x="439350" y="396298"/>
                    <a:pt x="440804" y="390823"/>
                  </a:cubicBezTo>
                  <a:cubicBezTo>
                    <a:pt x="441061" y="389968"/>
                    <a:pt x="442174" y="388342"/>
                    <a:pt x="444055" y="386119"/>
                  </a:cubicBezTo>
                  <a:cubicBezTo>
                    <a:pt x="444824" y="384579"/>
                    <a:pt x="445595" y="382954"/>
                    <a:pt x="446365" y="381328"/>
                  </a:cubicBezTo>
                  <a:cubicBezTo>
                    <a:pt x="445851" y="382611"/>
                    <a:pt x="445423" y="383809"/>
                    <a:pt x="444995" y="385006"/>
                  </a:cubicBezTo>
                  <a:cubicBezTo>
                    <a:pt x="455859" y="372432"/>
                    <a:pt x="485455" y="344461"/>
                    <a:pt x="505215" y="330347"/>
                  </a:cubicBezTo>
                  <a:cubicBezTo>
                    <a:pt x="505215" y="330347"/>
                    <a:pt x="506926" y="330689"/>
                    <a:pt x="509749" y="331544"/>
                  </a:cubicBezTo>
                  <a:lnTo>
                    <a:pt x="524376" y="309988"/>
                  </a:lnTo>
                  <a:lnTo>
                    <a:pt x="527456" y="310502"/>
                  </a:lnTo>
                  <a:cubicBezTo>
                    <a:pt x="533101" y="300750"/>
                    <a:pt x="541398" y="286722"/>
                    <a:pt x="544564" y="283300"/>
                  </a:cubicBezTo>
                  <a:cubicBezTo>
                    <a:pt x="549439" y="277911"/>
                    <a:pt x="551920" y="268074"/>
                    <a:pt x="553887" y="256269"/>
                  </a:cubicBezTo>
                  <a:cubicBezTo>
                    <a:pt x="555854" y="244465"/>
                    <a:pt x="557823" y="224791"/>
                    <a:pt x="562698" y="217948"/>
                  </a:cubicBezTo>
                  <a:cubicBezTo>
                    <a:pt x="567660" y="211104"/>
                    <a:pt x="573476" y="203235"/>
                    <a:pt x="579463" y="203748"/>
                  </a:cubicBezTo>
                  <a:cubicBezTo>
                    <a:pt x="585367" y="204261"/>
                    <a:pt x="579463" y="215039"/>
                    <a:pt x="583911" y="211618"/>
                  </a:cubicBezTo>
                  <a:cubicBezTo>
                    <a:pt x="588360" y="208196"/>
                    <a:pt x="595717" y="211618"/>
                    <a:pt x="597684" y="214098"/>
                  </a:cubicBezTo>
                  <a:cubicBezTo>
                    <a:pt x="599651" y="216579"/>
                    <a:pt x="594263" y="225390"/>
                    <a:pt x="594263" y="225390"/>
                  </a:cubicBezTo>
                  <a:cubicBezTo>
                    <a:pt x="594263" y="225390"/>
                    <a:pt x="596742" y="227785"/>
                    <a:pt x="598709" y="230266"/>
                  </a:cubicBezTo>
                  <a:cubicBezTo>
                    <a:pt x="600679" y="232746"/>
                    <a:pt x="601619" y="237109"/>
                    <a:pt x="603586" y="239589"/>
                  </a:cubicBezTo>
                  <a:lnTo>
                    <a:pt x="603586" y="239589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D60960C-8DAF-BFF6-C26F-5B398875EB35}"/>
                </a:ext>
              </a:extLst>
            </p:cNvPr>
            <p:cNvSpPr/>
            <p:nvPr/>
          </p:nvSpPr>
          <p:spPr>
            <a:xfrm>
              <a:off x="8468199" y="2584331"/>
              <a:ext cx="416335" cy="1284223"/>
            </a:xfrm>
            <a:custGeom>
              <a:avLst/>
              <a:gdLst>
                <a:gd name="connsiteX0" fmla="*/ 413930 w 416335"/>
                <a:gd name="connsiteY0" fmla="*/ 214552 h 1284223"/>
                <a:gd name="connsiteX1" fmla="*/ 402467 w 416335"/>
                <a:gd name="connsiteY1" fmla="*/ 232430 h 1284223"/>
                <a:gd name="connsiteX2" fmla="*/ 402467 w 416335"/>
                <a:gd name="connsiteY2" fmla="*/ 232943 h 1284223"/>
                <a:gd name="connsiteX3" fmla="*/ 400328 w 416335"/>
                <a:gd name="connsiteY3" fmla="*/ 248511 h 1284223"/>
                <a:gd name="connsiteX4" fmla="*/ 392716 w 416335"/>
                <a:gd name="connsiteY4" fmla="*/ 261941 h 1284223"/>
                <a:gd name="connsiteX5" fmla="*/ 396651 w 416335"/>
                <a:gd name="connsiteY5" fmla="*/ 270837 h 1284223"/>
                <a:gd name="connsiteX6" fmla="*/ 385958 w 416335"/>
                <a:gd name="connsiteY6" fmla="*/ 272633 h 1284223"/>
                <a:gd name="connsiteX7" fmla="*/ 361236 w 416335"/>
                <a:gd name="connsiteY7" fmla="*/ 307790 h 1284223"/>
                <a:gd name="connsiteX8" fmla="*/ 347465 w 416335"/>
                <a:gd name="connsiteY8" fmla="*/ 323700 h 1284223"/>
                <a:gd name="connsiteX9" fmla="*/ 320264 w 416335"/>
                <a:gd name="connsiteY9" fmla="*/ 346368 h 1284223"/>
                <a:gd name="connsiteX10" fmla="*/ 304353 w 416335"/>
                <a:gd name="connsiteY10" fmla="*/ 376050 h 1284223"/>
                <a:gd name="connsiteX11" fmla="*/ 296655 w 416335"/>
                <a:gd name="connsiteY11" fmla="*/ 388881 h 1284223"/>
                <a:gd name="connsiteX12" fmla="*/ 294943 w 416335"/>
                <a:gd name="connsiteY12" fmla="*/ 404877 h 1284223"/>
                <a:gd name="connsiteX13" fmla="*/ 294260 w 416335"/>
                <a:gd name="connsiteY13" fmla="*/ 412747 h 1284223"/>
                <a:gd name="connsiteX14" fmla="*/ 292464 w 416335"/>
                <a:gd name="connsiteY14" fmla="*/ 450042 h 1284223"/>
                <a:gd name="connsiteX15" fmla="*/ 299819 w 416335"/>
                <a:gd name="connsiteY15" fmla="*/ 470572 h 1284223"/>
                <a:gd name="connsiteX16" fmla="*/ 298451 w 416335"/>
                <a:gd name="connsiteY16" fmla="*/ 478954 h 1284223"/>
                <a:gd name="connsiteX17" fmla="*/ 298623 w 416335"/>
                <a:gd name="connsiteY17" fmla="*/ 478954 h 1284223"/>
                <a:gd name="connsiteX18" fmla="*/ 296570 w 416335"/>
                <a:gd name="connsiteY18" fmla="*/ 488963 h 1284223"/>
                <a:gd name="connsiteX19" fmla="*/ 289812 w 416335"/>
                <a:gd name="connsiteY19" fmla="*/ 503932 h 1284223"/>
                <a:gd name="connsiteX20" fmla="*/ 299477 w 416335"/>
                <a:gd name="connsiteY20" fmla="*/ 527455 h 1284223"/>
                <a:gd name="connsiteX21" fmla="*/ 304524 w 416335"/>
                <a:gd name="connsiteY21" fmla="*/ 533443 h 1284223"/>
                <a:gd name="connsiteX22" fmla="*/ 306834 w 416335"/>
                <a:gd name="connsiteY22" fmla="*/ 544478 h 1284223"/>
                <a:gd name="connsiteX23" fmla="*/ 333949 w 416335"/>
                <a:gd name="connsiteY23" fmla="*/ 667398 h 1284223"/>
                <a:gd name="connsiteX24" fmla="*/ 339425 w 416335"/>
                <a:gd name="connsiteY24" fmla="*/ 785699 h 1284223"/>
                <a:gd name="connsiteX25" fmla="*/ 336687 w 416335"/>
                <a:gd name="connsiteY25" fmla="*/ 793055 h 1284223"/>
                <a:gd name="connsiteX26" fmla="*/ 304524 w 416335"/>
                <a:gd name="connsiteY26" fmla="*/ 798958 h 1284223"/>
                <a:gd name="connsiteX27" fmla="*/ 291437 w 416335"/>
                <a:gd name="connsiteY27" fmla="*/ 846090 h 1284223"/>
                <a:gd name="connsiteX28" fmla="*/ 286560 w 416335"/>
                <a:gd name="connsiteY28" fmla="*/ 896815 h 1284223"/>
                <a:gd name="connsiteX29" fmla="*/ 286817 w 416335"/>
                <a:gd name="connsiteY29" fmla="*/ 942664 h 1284223"/>
                <a:gd name="connsiteX30" fmla="*/ 295970 w 416335"/>
                <a:gd name="connsiteY30" fmla="*/ 1005022 h 1284223"/>
                <a:gd name="connsiteX31" fmla="*/ 285278 w 416335"/>
                <a:gd name="connsiteY31" fmla="*/ 1100142 h 1284223"/>
                <a:gd name="connsiteX32" fmla="*/ 277666 w 416335"/>
                <a:gd name="connsiteY32" fmla="*/ 1138037 h 1284223"/>
                <a:gd name="connsiteX33" fmla="*/ 277323 w 416335"/>
                <a:gd name="connsiteY33" fmla="*/ 1176871 h 1284223"/>
                <a:gd name="connsiteX34" fmla="*/ 278520 w 416335"/>
                <a:gd name="connsiteY34" fmla="*/ 1191584 h 1284223"/>
                <a:gd name="connsiteX35" fmla="*/ 277921 w 416335"/>
                <a:gd name="connsiteY35" fmla="*/ 1206896 h 1284223"/>
                <a:gd name="connsiteX36" fmla="*/ 287673 w 416335"/>
                <a:gd name="connsiteY36" fmla="*/ 1235038 h 1284223"/>
                <a:gd name="connsiteX37" fmla="*/ 289812 w 416335"/>
                <a:gd name="connsiteY37" fmla="*/ 1261299 h 1284223"/>
                <a:gd name="connsiteX38" fmla="*/ 285192 w 416335"/>
                <a:gd name="connsiteY38" fmla="*/ 1278749 h 1284223"/>
                <a:gd name="connsiteX39" fmla="*/ 256110 w 416335"/>
                <a:gd name="connsiteY39" fmla="*/ 1284224 h 1284223"/>
                <a:gd name="connsiteX40" fmla="*/ 228907 w 416335"/>
                <a:gd name="connsiteY40" fmla="*/ 1277466 h 1284223"/>
                <a:gd name="connsiteX41" fmla="*/ 234382 w 416335"/>
                <a:gd name="connsiteY41" fmla="*/ 1253344 h 1284223"/>
                <a:gd name="connsiteX42" fmla="*/ 237461 w 416335"/>
                <a:gd name="connsiteY42" fmla="*/ 1221523 h 1284223"/>
                <a:gd name="connsiteX43" fmla="*/ 237803 w 416335"/>
                <a:gd name="connsiteY43" fmla="*/ 1207152 h 1284223"/>
                <a:gd name="connsiteX44" fmla="*/ 238060 w 416335"/>
                <a:gd name="connsiteY44" fmla="*/ 1189104 h 1284223"/>
                <a:gd name="connsiteX45" fmla="*/ 240798 w 416335"/>
                <a:gd name="connsiteY45" fmla="*/ 1174134 h 1284223"/>
                <a:gd name="connsiteX46" fmla="*/ 244732 w 416335"/>
                <a:gd name="connsiteY46" fmla="*/ 1140517 h 1284223"/>
                <a:gd name="connsiteX47" fmla="*/ 232244 w 416335"/>
                <a:gd name="connsiteY47" fmla="*/ 1029572 h 1284223"/>
                <a:gd name="connsiteX48" fmla="*/ 230105 w 416335"/>
                <a:gd name="connsiteY48" fmla="*/ 964733 h 1284223"/>
                <a:gd name="connsiteX49" fmla="*/ 219413 w 416335"/>
                <a:gd name="connsiteY49" fmla="*/ 924701 h 1284223"/>
                <a:gd name="connsiteX50" fmla="*/ 220353 w 416335"/>
                <a:gd name="connsiteY50" fmla="*/ 827443 h 1284223"/>
                <a:gd name="connsiteX51" fmla="*/ 221637 w 416335"/>
                <a:gd name="connsiteY51" fmla="*/ 804946 h 1284223"/>
                <a:gd name="connsiteX52" fmla="*/ 203074 w 416335"/>
                <a:gd name="connsiteY52" fmla="*/ 805459 h 1284223"/>
                <a:gd name="connsiteX53" fmla="*/ 183316 w 416335"/>
                <a:gd name="connsiteY53" fmla="*/ 806314 h 1284223"/>
                <a:gd name="connsiteX54" fmla="*/ 183998 w 416335"/>
                <a:gd name="connsiteY54" fmla="*/ 866620 h 1284223"/>
                <a:gd name="connsiteX55" fmla="*/ 178782 w 416335"/>
                <a:gd name="connsiteY55" fmla="*/ 931459 h 1284223"/>
                <a:gd name="connsiteX56" fmla="*/ 171767 w 416335"/>
                <a:gd name="connsiteY56" fmla="*/ 961141 h 1284223"/>
                <a:gd name="connsiteX57" fmla="*/ 172024 w 416335"/>
                <a:gd name="connsiteY57" fmla="*/ 1001515 h 1284223"/>
                <a:gd name="connsiteX58" fmla="*/ 172623 w 416335"/>
                <a:gd name="connsiteY58" fmla="*/ 1043686 h 1284223"/>
                <a:gd name="connsiteX59" fmla="*/ 165608 w 416335"/>
                <a:gd name="connsiteY59" fmla="*/ 1165324 h 1284223"/>
                <a:gd name="connsiteX60" fmla="*/ 168689 w 416335"/>
                <a:gd name="connsiteY60" fmla="*/ 1179694 h 1284223"/>
                <a:gd name="connsiteX61" fmla="*/ 172366 w 416335"/>
                <a:gd name="connsiteY61" fmla="*/ 1202961 h 1284223"/>
                <a:gd name="connsiteX62" fmla="*/ 178182 w 416335"/>
                <a:gd name="connsiteY62" fmla="*/ 1226827 h 1284223"/>
                <a:gd name="connsiteX63" fmla="*/ 174847 w 416335"/>
                <a:gd name="connsiteY63" fmla="*/ 1253173 h 1284223"/>
                <a:gd name="connsiteX64" fmla="*/ 172366 w 416335"/>
                <a:gd name="connsiteY64" fmla="*/ 1274558 h 1284223"/>
                <a:gd name="connsiteX65" fmla="*/ 161674 w 416335"/>
                <a:gd name="connsiteY65" fmla="*/ 1281315 h 1284223"/>
                <a:gd name="connsiteX66" fmla="*/ 113685 w 416335"/>
                <a:gd name="connsiteY66" fmla="*/ 1281315 h 1284223"/>
                <a:gd name="connsiteX67" fmla="*/ 113088 w 416335"/>
                <a:gd name="connsiteY67" fmla="*/ 1272761 h 1284223"/>
                <a:gd name="connsiteX68" fmla="*/ 121299 w 416335"/>
                <a:gd name="connsiteY68" fmla="*/ 1250093 h 1284223"/>
                <a:gd name="connsiteX69" fmla="*/ 134728 w 416335"/>
                <a:gd name="connsiteY69" fmla="*/ 1217417 h 1284223"/>
                <a:gd name="connsiteX70" fmla="*/ 131992 w 416335"/>
                <a:gd name="connsiteY70" fmla="*/ 1191755 h 1284223"/>
                <a:gd name="connsiteX71" fmla="*/ 133873 w 416335"/>
                <a:gd name="connsiteY71" fmla="*/ 1156941 h 1284223"/>
                <a:gd name="connsiteX72" fmla="*/ 110949 w 416335"/>
                <a:gd name="connsiteY72" fmla="*/ 1033079 h 1284223"/>
                <a:gd name="connsiteX73" fmla="*/ 110949 w 416335"/>
                <a:gd name="connsiteY73" fmla="*/ 942322 h 1284223"/>
                <a:gd name="connsiteX74" fmla="*/ 109408 w 416335"/>
                <a:gd name="connsiteY74" fmla="*/ 854558 h 1284223"/>
                <a:gd name="connsiteX75" fmla="*/ 104106 w 416335"/>
                <a:gd name="connsiteY75" fmla="*/ 813157 h 1284223"/>
                <a:gd name="connsiteX76" fmla="*/ 90333 w 416335"/>
                <a:gd name="connsiteY76" fmla="*/ 814355 h 1284223"/>
                <a:gd name="connsiteX77" fmla="*/ 85288 w 416335"/>
                <a:gd name="connsiteY77" fmla="*/ 811190 h 1284223"/>
                <a:gd name="connsiteX78" fmla="*/ 81180 w 416335"/>
                <a:gd name="connsiteY78" fmla="*/ 765341 h 1284223"/>
                <a:gd name="connsiteX79" fmla="*/ 81180 w 416335"/>
                <a:gd name="connsiteY79" fmla="*/ 690151 h 1284223"/>
                <a:gd name="connsiteX80" fmla="*/ 89479 w 416335"/>
                <a:gd name="connsiteY80" fmla="*/ 627280 h 1284223"/>
                <a:gd name="connsiteX81" fmla="*/ 93157 w 416335"/>
                <a:gd name="connsiteY81" fmla="*/ 601105 h 1284223"/>
                <a:gd name="connsiteX82" fmla="*/ 97262 w 416335"/>
                <a:gd name="connsiteY82" fmla="*/ 581858 h 1284223"/>
                <a:gd name="connsiteX83" fmla="*/ 100512 w 416335"/>
                <a:gd name="connsiteY83" fmla="*/ 545675 h 1284223"/>
                <a:gd name="connsiteX84" fmla="*/ 105559 w 416335"/>
                <a:gd name="connsiteY84" fmla="*/ 523178 h 1284223"/>
                <a:gd name="connsiteX85" fmla="*/ 107527 w 416335"/>
                <a:gd name="connsiteY85" fmla="*/ 515138 h 1284223"/>
                <a:gd name="connsiteX86" fmla="*/ 105816 w 416335"/>
                <a:gd name="connsiteY86" fmla="*/ 508209 h 1284223"/>
                <a:gd name="connsiteX87" fmla="*/ 107698 w 416335"/>
                <a:gd name="connsiteY87" fmla="*/ 499056 h 1284223"/>
                <a:gd name="connsiteX88" fmla="*/ 103421 w 416335"/>
                <a:gd name="connsiteY88" fmla="*/ 494437 h 1284223"/>
                <a:gd name="connsiteX89" fmla="*/ 100086 w 416335"/>
                <a:gd name="connsiteY89" fmla="*/ 495378 h 1284223"/>
                <a:gd name="connsiteX90" fmla="*/ 99058 w 416335"/>
                <a:gd name="connsiteY90" fmla="*/ 495549 h 1284223"/>
                <a:gd name="connsiteX91" fmla="*/ 81694 w 416335"/>
                <a:gd name="connsiteY91" fmla="*/ 521639 h 1284223"/>
                <a:gd name="connsiteX92" fmla="*/ 69804 w 416335"/>
                <a:gd name="connsiteY92" fmla="*/ 518559 h 1284223"/>
                <a:gd name="connsiteX93" fmla="*/ 52183 w 416335"/>
                <a:gd name="connsiteY93" fmla="*/ 496575 h 1284223"/>
                <a:gd name="connsiteX94" fmla="*/ 48676 w 416335"/>
                <a:gd name="connsiteY94" fmla="*/ 484001 h 1284223"/>
                <a:gd name="connsiteX95" fmla="*/ 47135 w 416335"/>
                <a:gd name="connsiteY95" fmla="*/ 466295 h 1284223"/>
                <a:gd name="connsiteX96" fmla="*/ 51498 w 416335"/>
                <a:gd name="connsiteY96" fmla="*/ 452437 h 1284223"/>
                <a:gd name="connsiteX97" fmla="*/ 48077 w 416335"/>
                <a:gd name="connsiteY97" fmla="*/ 444910 h 1284223"/>
                <a:gd name="connsiteX98" fmla="*/ 48077 w 416335"/>
                <a:gd name="connsiteY98" fmla="*/ 431138 h 1284223"/>
                <a:gd name="connsiteX99" fmla="*/ 45425 w 416335"/>
                <a:gd name="connsiteY99" fmla="*/ 422327 h 1284223"/>
                <a:gd name="connsiteX100" fmla="*/ 38752 w 416335"/>
                <a:gd name="connsiteY100" fmla="*/ 411635 h 1284223"/>
                <a:gd name="connsiteX101" fmla="*/ 37470 w 416335"/>
                <a:gd name="connsiteY101" fmla="*/ 407187 h 1284223"/>
                <a:gd name="connsiteX102" fmla="*/ 1287 w 416335"/>
                <a:gd name="connsiteY102" fmla="*/ 373056 h 1284223"/>
                <a:gd name="connsiteX103" fmla="*/ 1030 w 416335"/>
                <a:gd name="connsiteY103" fmla="*/ 366898 h 1284223"/>
                <a:gd name="connsiteX104" fmla="*/ 56032 w 416335"/>
                <a:gd name="connsiteY104" fmla="*/ 336788 h 1284223"/>
                <a:gd name="connsiteX105" fmla="*/ 55689 w 416335"/>
                <a:gd name="connsiteY105" fmla="*/ 333708 h 1284223"/>
                <a:gd name="connsiteX106" fmla="*/ 59026 w 416335"/>
                <a:gd name="connsiteY106" fmla="*/ 307448 h 1284223"/>
                <a:gd name="connsiteX107" fmla="*/ 67580 w 416335"/>
                <a:gd name="connsiteY107" fmla="*/ 298894 h 1284223"/>
                <a:gd name="connsiteX108" fmla="*/ 75192 w 416335"/>
                <a:gd name="connsiteY108" fmla="*/ 292478 h 1284223"/>
                <a:gd name="connsiteX109" fmla="*/ 112489 w 416335"/>
                <a:gd name="connsiteY109" fmla="*/ 269554 h 1284223"/>
                <a:gd name="connsiteX110" fmla="*/ 123352 w 416335"/>
                <a:gd name="connsiteY110" fmla="*/ 264678 h 1284223"/>
                <a:gd name="connsiteX111" fmla="*/ 142599 w 416335"/>
                <a:gd name="connsiteY111" fmla="*/ 245859 h 1284223"/>
                <a:gd name="connsiteX112" fmla="*/ 137551 w 416335"/>
                <a:gd name="connsiteY112" fmla="*/ 208222 h 1284223"/>
                <a:gd name="connsiteX113" fmla="*/ 149442 w 416335"/>
                <a:gd name="connsiteY113" fmla="*/ 140817 h 1284223"/>
                <a:gd name="connsiteX114" fmla="*/ 202648 w 416335"/>
                <a:gd name="connsiteY114" fmla="*/ 83077 h 1284223"/>
                <a:gd name="connsiteX115" fmla="*/ 254483 w 416335"/>
                <a:gd name="connsiteY115" fmla="*/ 97790 h 1284223"/>
                <a:gd name="connsiteX116" fmla="*/ 281515 w 416335"/>
                <a:gd name="connsiteY116" fmla="*/ 196417 h 1284223"/>
                <a:gd name="connsiteX117" fmla="*/ 272790 w 416335"/>
                <a:gd name="connsiteY117" fmla="*/ 267928 h 1284223"/>
                <a:gd name="connsiteX118" fmla="*/ 280145 w 416335"/>
                <a:gd name="connsiteY118" fmla="*/ 275713 h 1284223"/>
                <a:gd name="connsiteX119" fmla="*/ 280402 w 416335"/>
                <a:gd name="connsiteY119" fmla="*/ 276311 h 1284223"/>
                <a:gd name="connsiteX120" fmla="*/ 283653 w 416335"/>
                <a:gd name="connsiteY120" fmla="*/ 277851 h 1284223"/>
                <a:gd name="connsiteX121" fmla="*/ 290411 w 416335"/>
                <a:gd name="connsiteY121" fmla="*/ 279049 h 1284223"/>
                <a:gd name="connsiteX122" fmla="*/ 302300 w 416335"/>
                <a:gd name="connsiteY122" fmla="*/ 279990 h 1284223"/>
                <a:gd name="connsiteX123" fmla="*/ 324627 w 416335"/>
                <a:gd name="connsiteY123" fmla="*/ 265619 h 1284223"/>
                <a:gd name="connsiteX124" fmla="*/ 335660 w 416335"/>
                <a:gd name="connsiteY124" fmla="*/ 251505 h 1284223"/>
                <a:gd name="connsiteX125" fmla="*/ 337798 w 416335"/>
                <a:gd name="connsiteY125" fmla="*/ 251847 h 1284223"/>
                <a:gd name="connsiteX126" fmla="*/ 340793 w 416335"/>
                <a:gd name="connsiteY126" fmla="*/ 251847 h 1284223"/>
                <a:gd name="connsiteX127" fmla="*/ 343531 w 416335"/>
                <a:gd name="connsiteY127" fmla="*/ 248511 h 1284223"/>
                <a:gd name="connsiteX128" fmla="*/ 367568 w 416335"/>
                <a:gd name="connsiteY128" fmla="*/ 216947 h 1284223"/>
                <a:gd name="connsiteX129" fmla="*/ 376890 w 416335"/>
                <a:gd name="connsiteY129" fmla="*/ 205143 h 1284223"/>
                <a:gd name="connsiteX130" fmla="*/ 371074 w 416335"/>
                <a:gd name="connsiteY130" fmla="*/ 163570 h 1284223"/>
                <a:gd name="connsiteX131" fmla="*/ 355334 w 416335"/>
                <a:gd name="connsiteY131" fmla="*/ 89835 h 1284223"/>
                <a:gd name="connsiteX132" fmla="*/ 341564 w 416335"/>
                <a:gd name="connsiteY132" fmla="*/ 63489 h 1284223"/>
                <a:gd name="connsiteX133" fmla="*/ 338826 w 416335"/>
                <a:gd name="connsiteY133" fmla="*/ 55705 h 1284223"/>
                <a:gd name="connsiteX134" fmla="*/ 322317 w 416335"/>
                <a:gd name="connsiteY134" fmla="*/ 35517 h 1284223"/>
                <a:gd name="connsiteX135" fmla="*/ 312650 w 416335"/>
                <a:gd name="connsiteY135" fmla="*/ 20377 h 1284223"/>
                <a:gd name="connsiteX136" fmla="*/ 315816 w 416335"/>
                <a:gd name="connsiteY136" fmla="*/ 12593 h 1284223"/>
                <a:gd name="connsiteX137" fmla="*/ 317184 w 416335"/>
                <a:gd name="connsiteY137" fmla="*/ 7118 h 1284223"/>
                <a:gd name="connsiteX138" fmla="*/ 322660 w 416335"/>
                <a:gd name="connsiteY138" fmla="*/ 6691 h 1284223"/>
                <a:gd name="connsiteX139" fmla="*/ 328133 w 416335"/>
                <a:gd name="connsiteY139" fmla="*/ 2072 h 1284223"/>
                <a:gd name="connsiteX140" fmla="*/ 332753 w 416335"/>
                <a:gd name="connsiteY140" fmla="*/ 190 h 1284223"/>
                <a:gd name="connsiteX141" fmla="*/ 341906 w 416335"/>
                <a:gd name="connsiteY141" fmla="*/ 1558 h 1284223"/>
                <a:gd name="connsiteX142" fmla="*/ 353795 w 416335"/>
                <a:gd name="connsiteY142" fmla="*/ 3868 h 1284223"/>
                <a:gd name="connsiteX143" fmla="*/ 360639 w 416335"/>
                <a:gd name="connsiteY143" fmla="*/ 9856 h 1284223"/>
                <a:gd name="connsiteX144" fmla="*/ 368850 w 416335"/>
                <a:gd name="connsiteY144" fmla="*/ 19949 h 1284223"/>
                <a:gd name="connsiteX145" fmla="*/ 367054 w 416335"/>
                <a:gd name="connsiteY145" fmla="*/ 49289 h 1284223"/>
                <a:gd name="connsiteX146" fmla="*/ 414784 w 416335"/>
                <a:gd name="connsiteY146" fmla="*/ 191456 h 1284223"/>
                <a:gd name="connsiteX147" fmla="*/ 413844 w 416335"/>
                <a:gd name="connsiteY147" fmla="*/ 215322 h 1284223"/>
                <a:gd name="connsiteX148" fmla="*/ 413844 w 416335"/>
                <a:gd name="connsiteY148" fmla="*/ 215322 h 1284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</a:cxnLst>
              <a:rect l="l" t="t" r="r" b="b"/>
              <a:pathLst>
                <a:path w="416335" h="1284223">
                  <a:moveTo>
                    <a:pt x="413930" y="214552"/>
                  </a:moveTo>
                  <a:cubicBezTo>
                    <a:pt x="412219" y="217375"/>
                    <a:pt x="407514" y="224731"/>
                    <a:pt x="402467" y="232430"/>
                  </a:cubicBezTo>
                  <a:lnTo>
                    <a:pt x="402467" y="232943"/>
                  </a:lnTo>
                  <a:cubicBezTo>
                    <a:pt x="402467" y="232943"/>
                    <a:pt x="403152" y="242095"/>
                    <a:pt x="400328" y="248511"/>
                  </a:cubicBezTo>
                  <a:cubicBezTo>
                    <a:pt x="397590" y="254926"/>
                    <a:pt x="392716" y="258947"/>
                    <a:pt x="392716" y="261941"/>
                  </a:cubicBezTo>
                  <a:cubicBezTo>
                    <a:pt x="392716" y="264935"/>
                    <a:pt x="394255" y="270495"/>
                    <a:pt x="396651" y="270837"/>
                  </a:cubicBezTo>
                  <a:cubicBezTo>
                    <a:pt x="399132" y="271179"/>
                    <a:pt x="385958" y="272633"/>
                    <a:pt x="385958" y="272633"/>
                  </a:cubicBezTo>
                  <a:cubicBezTo>
                    <a:pt x="385958" y="272633"/>
                    <a:pt x="373470" y="296499"/>
                    <a:pt x="361236" y="307790"/>
                  </a:cubicBezTo>
                  <a:cubicBezTo>
                    <a:pt x="349005" y="319081"/>
                    <a:pt x="350203" y="318226"/>
                    <a:pt x="347465" y="323700"/>
                  </a:cubicBezTo>
                  <a:cubicBezTo>
                    <a:pt x="344728" y="329175"/>
                    <a:pt x="327620" y="341150"/>
                    <a:pt x="320264" y="346368"/>
                  </a:cubicBezTo>
                  <a:cubicBezTo>
                    <a:pt x="312907" y="351586"/>
                    <a:pt x="312308" y="361936"/>
                    <a:pt x="304353" y="376050"/>
                  </a:cubicBezTo>
                  <a:cubicBezTo>
                    <a:pt x="298451" y="386486"/>
                    <a:pt x="297253" y="386828"/>
                    <a:pt x="296655" y="388881"/>
                  </a:cubicBezTo>
                  <a:cubicBezTo>
                    <a:pt x="296484" y="393500"/>
                    <a:pt x="295885" y="399060"/>
                    <a:pt x="294943" y="404877"/>
                  </a:cubicBezTo>
                  <a:cubicBezTo>
                    <a:pt x="294774" y="407358"/>
                    <a:pt x="294517" y="409924"/>
                    <a:pt x="294260" y="412747"/>
                  </a:cubicBezTo>
                  <a:cubicBezTo>
                    <a:pt x="293318" y="420360"/>
                    <a:pt x="291522" y="429855"/>
                    <a:pt x="292464" y="450042"/>
                  </a:cubicBezTo>
                  <a:cubicBezTo>
                    <a:pt x="292464" y="450042"/>
                    <a:pt x="301358" y="465610"/>
                    <a:pt x="299819" y="470572"/>
                  </a:cubicBezTo>
                  <a:cubicBezTo>
                    <a:pt x="299306" y="472111"/>
                    <a:pt x="298965" y="475191"/>
                    <a:pt x="298451" y="478954"/>
                  </a:cubicBezTo>
                  <a:lnTo>
                    <a:pt x="298623" y="478954"/>
                  </a:lnTo>
                  <a:cubicBezTo>
                    <a:pt x="298794" y="481521"/>
                    <a:pt x="297938" y="485199"/>
                    <a:pt x="296570" y="488963"/>
                  </a:cubicBezTo>
                  <a:cubicBezTo>
                    <a:pt x="295200" y="494437"/>
                    <a:pt x="293147" y="499997"/>
                    <a:pt x="289812" y="503932"/>
                  </a:cubicBezTo>
                  <a:cubicBezTo>
                    <a:pt x="291180" y="510690"/>
                    <a:pt x="297595" y="524290"/>
                    <a:pt x="299477" y="527455"/>
                  </a:cubicBezTo>
                  <a:cubicBezTo>
                    <a:pt x="301275" y="530620"/>
                    <a:pt x="301787" y="531134"/>
                    <a:pt x="304524" y="533443"/>
                  </a:cubicBezTo>
                  <a:cubicBezTo>
                    <a:pt x="307262" y="535753"/>
                    <a:pt x="306834" y="544478"/>
                    <a:pt x="306834" y="544478"/>
                  </a:cubicBezTo>
                  <a:cubicBezTo>
                    <a:pt x="316499" y="570653"/>
                    <a:pt x="333949" y="639854"/>
                    <a:pt x="333949" y="667398"/>
                  </a:cubicBezTo>
                  <a:cubicBezTo>
                    <a:pt x="333949" y="694942"/>
                    <a:pt x="338569" y="781593"/>
                    <a:pt x="339425" y="785699"/>
                  </a:cubicBezTo>
                  <a:cubicBezTo>
                    <a:pt x="340365" y="789805"/>
                    <a:pt x="336687" y="793055"/>
                    <a:pt x="336687" y="793055"/>
                  </a:cubicBezTo>
                  <a:cubicBezTo>
                    <a:pt x="329844" y="795365"/>
                    <a:pt x="318212" y="797332"/>
                    <a:pt x="304524" y="798958"/>
                  </a:cubicBezTo>
                  <a:cubicBezTo>
                    <a:pt x="300761" y="811874"/>
                    <a:pt x="294089" y="835740"/>
                    <a:pt x="291437" y="846090"/>
                  </a:cubicBezTo>
                  <a:cubicBezTo>
                    <a:pt x="291437" y="846090"/>
                    <a:pt x="287759" y="870212"/>
                    <a:pt x="286560" y="896815"/>
                  </a:cubicBezTo>
                  <a:cubicBezTo>
                    <a:pt x="285364" y="923418"/>
                    <a:pt x="284422" y="929833"/>
                    <a:pt x="286817" y="942664"/>
                  </a:cubicBezTo>
                  <a:cubicBezTo>
                    <a:pt x="289298" y="955495"/>
                    <a:pt x="298451" y="968668"/>
                    <a:pt x="295970" y="1005022"/>
                  </a:cubicBezTo>
                  <a:cubicBezTo>
                    <a:pt x="293489" y="1041377"/>
                    <a:pt x="290154" y="1068664"/>
                    <a:pt x="285278" y="1100142"/>
                  </a:cubicBezTo>
                  <a:cubicBezTo>
                    <a:pt x="285278" y="1100142"/>
                    <a:pt x="281600" y="1123067"/>
                    <a:pt x="277666" y="1138037"/>
                  </a:cubicBezTo>
                  <a:cubicBezTo>
                    <a:pt x="273729" y="1153006"/>
                    <a:pt x="275527" y="1164981"/>
                    <a:pt x="277323" y="1176871"/>
                  </a:cubicBezTo>
                  <a:cubicBezTo>
                    <a:pt x="277323" y="1176871"/>
                    <a:pt x="280402" y="1186965"/>
                    <a:pt x="278520" y="1191584"/>
                  </a:cubicBezTo>
                  <a:cubicBezTo>
                    <a:pt x="276724" y="1196203"/>
                    <a:pt x="276382" y="1200737"/>
                    <a:pt x="277921" y="1206896"/>
                  </a:cubicBezTo>
                  <a:cubicBezTo>
                    <a:pt x="279462" y="1213055"/>
                    <a:pt x="286475" y="1219727"/>
                    <a:pt x="287673" y="1235038"/>
                  </a:cubicBezTo>
                  <a:cubicBezTo>
                    <a:pt x="288870" y="1250350"/>
                    <a:pt x="288273" y="1255824"/>
                    <a:pt x="289812" y="1261299"/>
                  </a:cubicBezTo>
                  <a:cubicBezTo>
                    <a:pt x="291351" y="1266774"/>
                    <a:pt x="289212" y="1274729"/>
                    <a:pt x="285192" y="1278749"/>
                  </a:cubicBezTo>
                  <a:cubicBezTo>
                    <a:pt x="285192" y="1278749"/>
                    <a:pt x="282455" y="1284224"/>
                    <a:pt x="256110" y="1284224"/>
                  </a:cubicBezTo>
                  <a:cubicBezTo>
                    <a:pt x="229763" y="1284224"/>
                    <a:pt x="228907" y="1277466"/>
                    <a:pt x="228907" y="1277466"/>
                  </a:cubicBezTo>
                  <a:cubicBezTo>
                    <a:pt x="228907" y="1277466"/>
                    <a:pt x="232244" y="1261898"/>
                    <a:pt x="234382" y="1253344"/>
                  </a:cubicBezTo>
                  <a:cubicBezTo>
                    <a:pt x="236521" y="1244790"/>
                    <a:pt x="238060" y="1227938"/>
                    <a:pt x="237461" y="1221523"/>
                  </a:cubicBezTo>
                  <a:cubicBezTo>
                    <a:pt x="236863" y="1215107"/>
                    <a:pt x="236863" y="1212370"/>
                    <a:pt x="237803" y="1207152"/>
                  </a:cubicBezTo>
                  <a:cubicBezTo>
                    <a:pt x="238745" y="1201935"/>
                    <a:pt x="239342" y="1193979"/>
                    <a:pt x="238060" y="1189104"/>
                  </a:cubicBezTo>
                  <a:cubicBezTo>
                    <a:pt x="236863" y="1184228"/>
                    <a:pt x="239942" y="1176273"/>
                    <a:pt x="240798" y="1174134"/>
                  </a:cubicBezTo>
                  <a:cubicBezTo>
                    <a:pt x="241738" y="1171996"/>
                    <a:pt x="247213" y="1151466"/>
                    <a:pt x="244732" y="1140517"/>
                  </a:cubicBezTo>
                  <a:cubicBezTo>
                    <a:pt x="242251" y="1129483"/>
                    <a:pt x="234982" y="1059768"/>
                    <a:pt x="232244" y="1029572"/>
                  </a:cubicBezTo>
                  <a:cubicBezTo>
                    <a:pt x="229506" y="999291"/>
                    <a:pt x="231645" y="971491"/>
                    <a:pt x="230105" y="964733"/>
                  </a:cubicBezTo>
                  <a:cubicBezTo>
                    <a:pt x="228566" y="957976"/>
                    <a:pt x="220952" y="939927"/>
                    <a:pt x="219413" y="924701"/>
                  </a:cubicBezTo>
                  <a:cubicBezTo>
                    <a:pt x="217874" y="909389"/>
                    <a:pt x="220012" y="842155"/>
                    <a:pt x="220353" y="827443"/>
                  </a:cubicBezTo>
                  <a:cubicBezTo>
                    <a:pt x="220524" y="817862"/>
                    <a:pt x="221123" y="810420"/>
                    <a:pt x="221637" y="804946"/>
                  </a:cubicBezTo>
                  <a:cubicBezTo>
                    <a:pt x="214537" y="805202"/>
                    <a:pt x="208207" y="805373"/>
                    <a:pt x="203074" y="805459"/>
                  </a:cubicBezTo>
                  <a:cubicBezTo>
                    <a:pt x="197600" y="805459"/>
                    <a:pt x="190842" y="805886"/>
                    <a:pt x="183316" y="806314"/>
                  </a:cubicBezTo>
                  <a:cubicBezTo>
                    <a:pt x="183658" y="820343"/>
                    <a:pt x="184255" y="848058"/>
                    <a:pt x="183998" y="866620"/>
                  </a:cubicBezTo>
                  <a:cubicBezTo>
                    <a:pt x="183658" y="892281"/>
                    <a:pt x="181860" y="920082"/>
                    <a:pt x="178782" y="931459"/>
                  </a:cubicBezTo>
                  <a:cubicBezTo>
                    <a:pt x="175701" y="942750"/>
                    <a:pt x="172966" y="953442"/>
                    <a:pt x="171767" y="961141"/>
                  </a:cubicBezTo>
                  <a:cubicBezTo>
                    <a:pt x="170570" y="968754"/>
                    <a:pt x="171767" y="982868"/>
                    <a:pt x="172024" y="1001515"/>
                  </a:cubicBezTo>
                  <a:cubicBezTo>
                    <a:pt x="172366" y="1020163"/>
                    <a:pt x="172366" y="1029316"/>
                    <a:pt x="172623" y="1043686"/>
                  </a:cubicBezTo>
                  <a:cubicBezTo>
                    <a:pt x="172966" y="1058057"/>
                    <a:pt x="165608" y="1144281"/>
                    <a:pt x="165608" y="1165324"/>
                  </a:cubicBezTo>
                  <a:cubicBezTo>
                    <a:pt x="165608" y="1166264"/>
                    <a:pt x="164752" y="1171739"/>
                    <a:pt x="168689" y="1179694"/>
                  </a:cubicBezTo>
                  <a:cubicBezTo>
                    <a:pt x="172709" y="1187649"/>
                    <a:pt x="172366" y="1193723"/>
                    <a:pt x="172366" y="1202961"/>
                  </a:cubicBezTo>
                  <a:cubicBezTo>
                    <a:pt x="172366" y="1203560"/>
                    <a:pt x="179721" y="1216134"/>
                    <a:pt x="178182" y="1226827"/>
                  </a:cubicBezTo>
                  <a:cubicBezTo>
                    <a:pt x="176643" y="1237519"/>
                    <a:pt x="175444" y="1243935"/>
                    <a:pt x="174847" y="1253173"/>
                  </a:cubicBezTo>
                  <a:cubicBezTo>
                    <a:pt x="174248" y="1262325"/>
                    <a:pt x="176044" y="1270024"/>
                    <a:pt x="172366" y="1274558"/>
                  </a:cubicBezTo>
                  <a:cubicBezTo>
                    <a:pt x="168689" y="1279176"/>
                    <a:pt x="167147" y="1281315"/>
                    <a:pt x="161674" y="1281315"/>
                  </a:cubicBezTo>
                  <a:lnTo>
                    <a:pt x="113685" y="1281315"/>
                  </a:lnTo>
                  <a:cubicBezTo>
                    <a:pt x="113685" y="1281315"/>
                    <a:pt x="112745" y="1276439"/>
                    <a:pt x="113088" y="1272761"/>
                  </a:cubicBezTo>
                  <a:cubicBezTo>
                    <a:pt x="113428" y="1269083"/>
                    <a:pt x="119247" y="1256594"/>
                    <a:pt x="121299" y="1250093"/>
                  </a:cubicBezTo>
                  <a:cubicBezTo>
                    <a:pt x="123438" y="1243678"/>
                    <a:pt x="132334" y="1222550"/>
                    <a:pt x="134728" y="1217417"/>
                  </a:cubicBezTo>
                  <a:cubicBezTo>
                    <a:pt x="137209" y="1212199"/>
                    <a:pt x="131392" y="1199710"/>
                    <a:pt x="131992" y="1191755"/>
                  </a:cubicBezTo>
                  <a:cubicBezTo>
                    <a:pt x="132589" y="1183800"/>
                    <a:pt x="136611" y="1168232"/>
                    <a:pt x="133873" y="1156941"/>
                  </a:cubicBezTo>
                  <a:cubicBezTo>
                    <a:pt x="131136" y="1145649"/>
                    <a:pt x="115481" y="1080468"/>
                    <a:pt x="110949" y="1033079"/>
                  </a:cubicBezTo>
                  <a:cubicBezTo>
                    <a:pt x="106330" y="985691"/>
                    <a:pt x="108212" y="969181"/>
                    <a:pt x="110949" y="942322"/>
                  </a:cubicBezTo>
                  <a:cubicBezTo>
                    <a:pt x="113685" y="915377"/>
                    <a:pt x="111889" y="885438"/>
                    <a:pt x="109408" y="854558"/>
                  </a:cubicBezTo>
                  <a:cubicBezTo>
                    <a:pt x="107698" y="833088"/>
                    <a:pt x="105559" y="820086"/>
                    <a:pt x="104106" y="813157"/>
                  </a:cubicBezTo>
                  <a:cubicBezTo>
                    <a:pt x="96492" y="813927"/>
                    <a:pt x="91361" y="814355"/>
                    <a:pt x="90333" y="814355"/>
                  </a:cubicBezTo>
                  <a:cubicBezTo>
                    <a:pt x="85714" y="814355"/>
                    <a:pt x="85288" y="811190"/>
                    <a:pt x="85288" y="811190"/>
                  </a:cubicBezTo>
                  <a:cubicBezTo>
                    <a:pt x="83489" y="805630"/>
                    <a:pt x="81180" y="765341"/>
                    <a:pt x="81180" y="765341"/>
                  </a:cubicBezTo>
                  <a:cubicBezTo>
                    <a:pt x="76562" y="709826"/>
                    <a:pt x="81180" y="707516"/>
                    <a:pt x="81180" y="690151"/>
                  </a:cubicBezTo>
                  <a:cubicBezTo>
                    <a:pt x="81180" y="672787"/>
                    <a:pt x="87169" y="637374"/>
                    <a:pt x="89479" y="627280"/>
                  </a:cubicBezTo>
                  <a:cubicBezTo>
                    <a:pt x="91787" y="617186"/>
                    <a:pt x="91787" y="607093"/>
                    <a:pt x="93157" y="601105"/>
                  </a:cubicBezTo>
                  <a:cubicBezTo>
                    <a:pt x="94524" y="595117"/>
                    <a:pt x="95894" y="591952"/>
                    <a:pt x="97262" y="581858"/>
                  </a:cubicBezTo>
                  <a:cubicBezTo>
                    <a:pt x="98630" y="571765"/>
                    <a:pt x="100512" y="555256"/>
                    <a:pt x="100512" y="545675"/>
                  </a:cubicBezTo>
                  <a:cubicBezTo>
                    <a:pt x="100512" y="536095"/>
                    <a:pt x="104618" y="527370"/>
                    <a:pt x="105559" y="523178"/>
                  </a:cubicBezTo>
                  <a:cubicBezTo>
                    <a:pt x="106244" y="520270"/>
                    <a:pt x="107098" y="516849"/>
                    <a:pt x="107527" y="515138"/>
                  </a:cubicBezTo>
                  <a:cubicBezTo>
                    <a:pt x="106842" y="514453"/>
                    <a:pt x="105987" y="512743"/>
                    <a:pt x="105816" y="508209"/>
                  </a:cubicBezTo>
                  <a:cubicBezTo>
                    <a:pt x="105474" y="499997"/>
                    <a:pt x="109751" y="501794"/>
                    <a:pt x="107698" y="499056"/>
                  </a:cubicBezTo>
                  <a:cubicBezTo>
                    <a:pt x="105559" y="496319"/>
                    <a:pt x="104618" y="495720"/>
                    <a:pt x="103421" y="494437"/>
                  </a:cubicBezTo>
                  <a:cubicBezTo>
                    <a:pt x="102224" y="493154"/>
                    <a:pt x="104363" y="495036"/>
                    <a:pt x="100086" y="495378"/>
                  </a:cubicBezTo>
                  <a:lnTo>
                    <a:pt x="99058" y="495549"/>
                  </a:lnTo>
                  <a:cubicBezTo>
                    <a:pt x="97091" y="508466"/>
                    <a:pt x="90419" y="519842"/>
                    <a:pt x="81694" y="521639"/>
                  </a:cubicBezTo>
                  <a:cubicBezTo>
                    <a:pt x="81694" y="521639"/>
                    <a:pt x="77074" y="523521"/>
                    <a:pt x="69804" y="518559"/>
                  </a:cubicBezTo>
                  <a:cubicBezTo>
                    <a:pt x="63646" y="514453"/>
                    <a:pt x="55518" y="507011"/>
                    <a:pt x="52183" y="496575"/>
                  </a:cubicBezTo>
                  <a:cubicBezTo>
                    <a:pt x="50044" y="493667"/>
                    <a:pt x="48676" y="489647"/>
                    <a:pt x="48676" y="484001"/>
                  </a:cubicBezTo>
                  <a:cubicBezTo>
                    <a:pt x="48676" y="482461"/>
                    <a:pt x="45596" y="474849"/>
                    <a:pt x="47135" y="466295"/>
                  </a:cubicBezTo>
                  <a:cubicBezTo>
                    <a:pt x="48077" y="461248"/>
                    <a:pt x="49787" y="456971"/>
                    <a:pt x="51498" y="452437"/>
                  </a:cubicBezTo>
                  <a:cubicBezTo>
                    <a:pt x="50472" y="450128"/>
                    <a:pt x="49102" y="447134"/>
                    <a:pt x="48077" y="444910"/>
                  </a:cubicBezTo>
                  <a:cubicBezTo>
                    <a:pt x="46281" y="440975"/>
                    <a:pt x="48420" y="434987"/>
                    <a:pt x="48077" y="431138"/>
                  </a:cubicBezTo>
                  <a:cubicBezTo>
                    <a:pt x="47735" y="426775"/>
                    <a:pt x="47050" y="424808"/>
                    <a:pt x="45425" y="422327"/>
                  </a:cubicBezTo>
                  <a:cubicBezTo>
                    <a:pt x="44228" y="420445"/>
                    <a:pt x="39352" y="414116"/>
                    <a:pt x="38752" y="411635"/>
                  </a:cubicBezTo>
                  <a:cubicBezTo>
                    <a:pt x="38155" y="409240"/>
                    <a:pt x="37470" y="409240"/>
                    <a:pt x="37470" y="407187"/>
                  </a:cubicBezTo>
                  <a:cubicBezTo>
                    <a:pt x="22843" y="393500"/>
                    <a:pt x="2998" y="374938"/>
                    <a:pt x="1287" y="373056"/>
                  </a:cubicBezTo>
                  <a:cubicBezTo>
                    <a:pt x="-1451" y="369977"/>
                    <a:pt x="1030" y="366898"/>
                    <a:pt x="1030" y="366898"/>
                  </a:cubicBezTo>
                  <a:cubicBezTo>
                    <a:pt x="9242" y="361936"/>
                    <a:pt x="32166" y="349533"/>
                    <a:pt x="56032" y="336788"/>
                  </a:cubicBezTo>
                  <a:cubicBezTo>
                    <a:pt x="55946" y="335505"/>
                    <a:pt x="55775" y="334478"/>
                    <a:pt x="55689" y="333708"/>
                  </a:cubicBezTo>
                  <a:cubicBezTo>
                    <a:pt x="54493" y="324556"/>
                    <a:pt x="54749" y="313521"/>
                    <a:pt x="59026" y="307448"/>
                  </a:cubicBezTo>
                  <a:cubicBezTo>
                    <a:pt x="63303" y="301374"/>
                    <a:pt x="66638" y="301374"/>
                    <a:pt x="67580" y="298894"/>
                  </a:cubicBezTo>
                  <a:cubicBezTo>
                    <a:pt x="68520" y="296413"/>
                    <a:pt x="70061" y="295814"/>
                    <a:pt x="75192" y="292478"/>
                  </a:cubicBezTo>
                  <a:cubicBezTo>
                    <a:pt x="80411" y="289142"/>
                    <a:pt x="104191" y="275028"/>
                    <a:pt x="112489" y="269554"/>
                  </a:cubicBezTo>
                  <a:cubicBezTo>
                    <a:pt x="115995" y="267159"/>
                    <a:pt x="119758" y="265790"/>
                    <a:pt x="123352" y="264678"/>
                  </a:cubicBezTo>
                  <a:cubicBezTo>
                    <a:pt x="128740" y="261171"/>
                    <a:pt x="143624" y="252104"/>
                    <a:pt x="142599" y="245859"/>
                  </a:cubicBezTo>
                  <a:cubicBezTo>
                    <a:pt x="141229" y="237562"/>
                    <a:pt x="135755" y="219684"/>
                    <a:pt x="137551" y="208222"/>
                  </a:cubicBezTo>
                  <a:cubicBezTo>
                    <a:pt x="139347" y="196760"/>
                    <a:pt x="145334" y="155444"/>
                    <a:pt x="149442" y="140817"/>
                  </a:cubicBezTo>
                  <a:cubicBezTo>
                    <a:pt x="153548" y="126189"/>
                    <a:pt x="170996" y="76149"/>
                    <a:pt x="202648" y="83077"/>
                  </a:cubicBezTo>
                  <a:cubicBezTo>
                    <a:pt x="215990" y="79399"/>
                    <a:pt x="239770" y="83591"/>
                    <a:pt x="254483" y="97790"/>
                  </a:cubicBezTo>
                  <a:cubicBezTo>
                    <a:pt x="269198" y="111990"/>
                    <a:pt x="285706" y="154674"/>
                    <a:pt x="281515" y="196417"/>
                  </a:cubicBezTo>
                  <a:cubicBezTo>
                    <a:pt x="277409" y="238161"/>
                    <a:pt x="261840" y="248682"/>
                    <a:pt x="272790" y="267928"/>
                  </a:cubicBezTo>
                  <a:cubicBezTo>
                    <a:pt x="272790" y="267928"/>
                    <a:pt x="276467" y="273403"/>
                    <a:pt x="280145" y="275713"/>
                  </a:cubicBezTo>
                  <a:lnTo>
                    <a:pt x="280402" y="276311"/>
                  </a:lnTo>
                  <a:lnTo>
                    <a:pt x="283653" y="277851"/>
                  </a:lnTo>
                  <a:cubicBezTo>
                    <a:pt x="287673" y="279049"/>
                    <a:pt x="284251" y="274772"/>
                    <a:pt x="290411" y="279049"/>
                  </a:cubicBezTo>
                  <a:cubicBezTo>
                    <a:pt x="296570" y="283326"/>
                    <a:pt x="294346" y="280588"/>
                    <a:pt x="302300" y="279990"/>
                  </a:cubicBezTo>
                  <a:cubicBezTo>
                    <a:pt x="310255" y="279391"/>
                    <a:pt x="316927" y="278108"/>
                    <a:pt x="324627" y="265619"/>
                  </a:cubicBezTo>
                  <a:cubicBezTo>
                    <a:pt x="332239" y="253044"/>
                    <a:pt x="331383" y="250906"/>
                    <a:pt x="335660" y="251505"/>
                  </a:cubicBezTo>
                  <a:lnTo>
                    <a:pt x="337798" y="251847"/>
                  </a:lnTo>
                  <a:cubicBezTo>
                    <a:pt x="338483" y="251761"/>
                    <a:pt x="339511" y="251847"/>
                    <a:pt x="340793" y="251847"/>
                  </a:cubicBezTo>
                  <a:cubicBezTo>
                    <a:pt x="341649" y="251419"/>
                    <a:pt x="342418" y="250478"/>
                    <a:pt x="343531" y="248511"/>
                  </a:cubicBezTo>
                  <a:cubicBezTo>
                    <a:pt x="346267" y="243721"/>
                    <a:pt x="360382" y="220711"/>
                    <a:pt x="367568" y="216947"/>
                  </a:cubicBezTo>
                  <a:cubicBezTo>
                    <a:pt x="370732" y="212584"/>
                    <a:pt x="375608" y="208992"/>
                    <a:pt x="376890" y="205143"/>
                  </a:cubicBezTo>
                  <a:cubicBezTo>
                    <a:pt x="378686" y="199668"/>
                    <a:pt x="372442" y="174519"/>
                    <a:pt x="371074" y="163570"/>
                  </a:cubicBezTo>
                  <a:cubicBezTo>
                    <a:pt x="368593" y="144153"/>
                    <a:pt x="366112" y="114385"/>
                    <a:pt x="355334" y="89835"/>
                  </a:cubicBezTo>
                  <a:cubicBezTo>
                    <a:pt x="349090" y="75550"/>
                    <a:pt x="345241" y="68023"/>
                    <a:pt x="341564" y="63489"/>
                  </a:cubicBezTo>
                  <a:cubicBezTo>
                    <a:pt x="341564" y="63489"/>
                    <a:pt x="340194" y="58870"/>
                    <a:pt x="338826" y="55705"/>
                  </a:cubicBezTo>
                  <a:cubicBezTo>
                    <a:pt x="337458" y="52454"/>
                    <a:pt x="325567" y="41505"/>
                    <a:pt x="322317" y="35517"/>
                  </a:cubicBezTo>
                  <a:cubicBezTo>
                    <a:pt x="319066" y="29530"/>
                    <a:pt x="313592" y="22687"/>
                    <a:pt x="312650" y="20377"/>
                  </a:cubicBezTo>
                  <a:cubicBezTo>
                    <a:pt x="311710" y="18067"/>
                    <a:pt x="315816" y="15758"/>
                    <a:pt x="315816" y="12593"/>
                  </a:cubicBezTo>
                  <a:cubicBezTo>
                    <a:pt x="315816" y="9428"/>
                    <a:pt x="316244" y="8487"/>
                    <a:pt x="317184" y="7118"/>
                  </a:cubicBezTo>
                  <a:cubicBezTo>
                    <a:pt x="318126" y="5750"/>
                    <a:pt x="322232" y="8059"/>
                    <a:pt x="322660" y="6691"/>
                  </a:cubicBezTo>
                  <a:cubicBezTo>
                    <a:pt x="323171" y="5322"/>
                    <a:pt x="324541" y="2072"/>
                    <a:pt x="328133" y="2072"/>
                  </a:cubicBezTo>
                  <a:cubicBezTo>
                    <a:pt x="331725" y="2072"/>
                    <a:pt x="330443" y="190"/>
                    <a:pt x="332753" y="190"/>
                  </a:cubicBezTo>
                  <a:cubicBezTo>
                    <a:pt x="335063" y="190"/>
                    <a:pt x="338740" y="-751"/>
                    <a:pt x="341906" y="1558"/>
                  </a:cubicBezTo>
                  <a:cubicBezTo>
                    <a:pt x="345070" y="3868"/>
                    <a:pt x="351999" y="2927"/>
                    <a:pt x="353795" y="3868"/>
                  </a:cubicBezTo>
                  <a:cubicBezTo>
                    <a:pt x="355591" y="4809"/>
                    <a:pt x="358843" y="6605"/>
                    <a:pt x="360639" y="9856"/>
                  </a:cubicBezTo>
                  <a:cubicBezTo>
                    <a:pt x="362435" y="13021"/>
                    <a:pt x="369790" y="17212"/>
                    <a:pt x="368850" y="19949"/>
                  </a:cubicBezTo>
                  <a:cubicBezTo>
                    <a:pt x="367908" y="22687"/>
                    <a:pt x="367482" y="45184"/>
                    <a:pt x="367054" y="49289"/>
                  </a:cubicBezTo>
                  <a:cubicBezTo>
                    <a:pt x="366626" y="53395"/>
                    <a:pt x="402381" y="134145"/>
                    <a:pt x="414784" y="191456"/>
                  </a:cubicBezTo>
                  <a:cubicBezTo>
                    <a:pt x="416496" y="199155"/>
                    <a:pt x="417522" y="209334"/>
                    <a:pt x="413844" y="215322"/>
                  </a:cubicBezTo>
                  <a:lnTo>
                    <a:pt x="413844" y="215322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AB43C1C-DB82-6E99-4B23-75C2ABEE3B68}"/>
                </a:ext>
              </a:extLst>
            </p:cNvPr>
            <p:cNvSpPr/>
            <p:nvPr/>
          </p:nvSpPr>
          <p:spPr>
            <a:xfrm>
              <a:off x="8314487" y="2311889"/>
              <a:ext cx="379056" cy="1361555"/>
            </a:xfrm>
            <a:custGeom>
              <a:avLst/>
              <a:gdLst>
                <a:gd name="connsiteX0" fmla="*/ 306746 w 379056"/>
                <a:gd name="connsiteY0" fmla="*/ 188461 h 1361555"/>
                <a:gd name="connsiteX1" fmla="*/ 312305 w 379056"/>
                <a:gd name="connsiteY1" fmla="*/ 203773 h 1361555"/>
                <a:gd name="connsiteX2" fmla="*/ 306746 w 379056"/>
                <a:gd name="connsiteY2" fmla="*/ 188461 h 1361555"/>
                <a:gd name="connsiteX3" fmla="*/ 306746 w 379056"/>
                <a:gd name="connsiteY3" fmla="*/ 188461 h 1361555"/>
                <a:gd name="connsiteX4" fmla="*/ 374835 w 379056"/>
                <a:gd name="connsiteY4" fmla="*/ 816834 h 1361555"/>
                <a:gd name="connsiteX5" fmla="*/ 363714 w 379056"/>
                <a:gd name="connsiteY5" fmla="*/ 819743 h 1361555"/>
                <a:gd name="connsiteX6" fmla="*/ 353536 w 379056"/>
                <a:gd name="connsiteY6" fmla="*/ 824105 h 1361555"/>
                <a:gd name="connsiteX7" fmla="*/ 345324 w 379056"/>
                <a:gd name="connsiteY7" fmla="*/ 827013 h 1361555"/>
                <a:gd name="connsiteX8" fmla="*/ 336513 w 379056"/>
                <a:gd name="connsiteY8" fmla="*/ 828468 h 1361555"/>
                <a:gd name="connsiteX9" fmla="*/ 329242 w 379056"/>
                <a:gd name="connsiteY9" fmla="*/ 827527 h 1361555"/>
                <a:gd name="connsiteX10" fmla="*/ 328985 w 379056"/>
                <a:gd name="connsiteY10" fmla="*/ 826586 h 1361555"/>
                <a:gd name="connsiteX11" fmla="*/ 328730 w 379056"/>
                <a:gd name="connsiteY11" fmla="*/ 827099 h 1361555"/>
                <a:gd name="connsiteX12" fmla="*/ 323254 w 379056"/>
                <a:gd name="connsiteY12" fmla="*/ 841299 h 1361555"/>
                <a:gd name="connsiteX13" fmla="*/ 329242 w 379056"/>
                <a:gd name="connsiteY13" fmla="*/ 888944 h 1361555"/>
                <a:gd name="connsiteX14" fmla="*/ 318635 w 379056"/>
                <a:gd name="connsiteY14" fmla="*/ 951730 h 1361555"/>
                <a:gd name="connsiteX15" fmla="*/ 307345 w 379056"/>
                <a:gd name="connsiteY15" fmla="*/ 1019649 h 1361555"/>
                <a:gd name="connsiteX16" fmla="*/ 311280 w 379056"/>
                <a:gd name="connsiteY16" fmla="*/ 1081494 h 1361555"/>
                <a:gd name="connsiteX17" fmla="*/ 314443 w 379056"/>
                <a:gd name="connsiteY17" fmla="*/ 1149498 h 1361555"/>
                <a:gd name="connsiteX18" fmla="*/ 314443 w 379056"/>
                <a:gd name="connsiteY18" fmla="*/ 1187135 h 1361555"/>
                <a:gd name="connsiteX19" fmla="*/ 317096 w 379056"/>
                <a:gd name="connsiteY19" fmla="*/ 1199025 h 1361555"/>
                <a:gd name="connsiteX20" fmla="*/ 332579 w 379056"/>
                <a:gd name="connsiteY20" fmla="*/ 1238972 h 1361555"/>
                <a:gd name="connsiteX21" fmla="*/ 327959 w 379056"/>
                <a:gd name="connsiteY21" fmla="*/ 1255994 h 1361555"/>
                <a:gd name="connsiteX22" fmla="*/ 319320 w 379056"/>
                <a:gd name="connsiteY22" fmla="*/ 1266345 h 1361555"/>
                <a:gd name="connsiteX23" fmla="*/ 309738 w 379056"/>
                <a:gd name="connsiteY23" fmla="*/ 1279261 h 1361555"/>
                <a:gd name="connsiteX24" fmla="*/ 306831 w 379056"/>
                <a:gd name="connsiteY24" fmla="*/ 1293460 h 1361555"/>
                <a:gd name="connsiteX25" fmla="*/ 303665 w 379056"/>
                <a:gd name="connsiteY25" fmla="*/ 1298593 h 1361555"/>
                <a:gd name="connsiteX26" fmla="*/ 290323 w 379056"/>
                <a:gd name="connsiteY26" fmla="*/ 1299619 h 1361555"/>
                <a:gd name="connsiteX27" fmla="*/ 307857 w 379056"/>
                <a:gd name="connsiteY27" fmla="*/ 1330157 h 1361555"/>
                <a:gd name="connsiteX28" fmla="*/ 323854 w 379056"/>
                <a:gd name="connsiteY28" fmla="*/ 1357872 h 1361555"/>
                <a:gd name="connsiteX29" fmla="*/ 232412 w 379056"/>
                <a:gd name="connsiteY29" fmla="*/ 1360438 h 1361555"/>
                <a:gd name="connsiteX30" fmla="*/ 221377 w 379056"/>
                <a:gd name="connsiteY30" fmla="*/ 1355904 h 1361555"/>
                <a:gd name="connsiteX31" fmla="*/ 222660 w 379056"/>
                <a:gd name="connsiteY31" fmla="*/ 1342988 h 1361555"/>
                <a:gd name="connsiteX32" fmla="*/ 224627 w 379056"/>
                <a:gd name="connsiteY32" fmla="*/ 1337171 h 1361555"/>
                <a:gd name="connsiteX33" fmla="*/ 221463 w 379056"/>
                <a:gd name="connsiteY33" fmla="*/ 1316556 h 1361555"/>
                <a:gd name="connsiteX34" fmla="*/ 208632 w 379056"/>
                <a:gd name="connsiteY34" fmla="*/ 1279175 h 1361555"/>
                <a:gd name="connsiteX35" fmla="*/ 196912 w 379056"/>
                <a:gd name="connsiteY35" fmla="*/ 1263351 h 1361555"/>
                <a:gd name="connsiteX36" fmla="*/ 213337 w 379056"/>
                <a:gd name="connsiteY36" fmla="*/ 1254369 h 1361555"/>
                <a:gd name="connsiteX37" fmla="*/ 216244 w 379056"/>
                <a:gd name="connsiteY37" fmla="*/ 1233754 h 1361555"/>
                <a:gd name="connsiteX38" fmla="*/ 199564 w 379056"/>
                <a:gd name="connsiteY38" fmla="*/ 1194833 h 1361555"/>
                <a:gd name="connsiteX39" fmla="*/ 173132 w 379056"/>
                <a:gd name="connsiteY39" fmla="*/ 1185510 h 1361555"/>
                <a:gd name="connsiteX40" fmla="*/ 168941 w 379056"/>
                <a:gd name="connsiteY40" fmla="*/ 1215448 h 1361555"/>
                <a:gd name="connsiteX41" fmla="*/ 159019 w 379056"/>
                <a:gd name="connsiteY41" fmla="*/ 1276695 h 1361555"/>
                <a:gd name="connsiteX42" fmla="*/ 140629 w 379056"/>
                <a:gd name="connsiteY42" fmla="*/ 1285078 h 1361555"/>
                <a:gd name="connsiteX43" fmla="*/ 127113 w 379056"/>
                <a:gd name="connsiteY43" fmla="*/ 1277978 h 1361555"/>
                <a:gd name="connsiteX44" fmla="*/ 117788 w 379056"/>
                <a:gd name="connsiteY44" fmla="*/ 1291237 h 1361555"/>
                <a:gd name="connsiteX45" fmla="*/ 107781 w 379056"/>
                <a:gd name="connsiteY45" fmla="*/ 1299619 h 1361555"/>
                <a:gd name="connsiteX46" fmla="*/ 105813 w 379056"/>
                <a:gd name="connsiteY46" fmla="*/ 1308601 h 1361555"/>
                <a:gd name="connsiteX47" fmla="*/ 108038 w 379056"/>
                <a:gd name="connsiteY47" fmla="*/ 1330243 h 1361555"/>
                <a:gd name="connsiteX48" fmla="*/ 106753 w 379056"/>
                <a:gd name="connsiteY48" fmla="*/ 1343074 h 1361555"/>
                <a:gd name="connsiteX49" fmla="*/ 108038 w 379056"/>
                <a:gd name="connsiteY49" fmla="*/ 1357273 h 1361555"/>
                <a:gd name="connsiteX50" fmla="*/ 77071 w 379056"/>
                <a:gd name="connsiteY50" fmla="*/ 1361122 h 1361555"/>
                <a:gd name="connsiteX51" fmla="*/ 17879 w 379056"/>
                <a:gd name="connsiteY51" fmla="*/ 1357872 h 1361555"/>
                <a:gd name="connsiteX52" fmla="*/ 17194 w 379056"/>
                <a:gd name="connsiteY52" fmla="*/ 1335289 h 1361555"/>
                <a:gd name="connsiteX53" fmla="*/ 33362 w 379056"/>
                <a:gd name="connsiteY53" fmla="*/ 1323057 h 1361555"/>
                <a:gd name="connsiteX54" fmla="*/ 39178 w 379056"/>
                <a:gd name="connsiteY54" fmla="*/ 1308259 h 1361555"/>
                <a:gd name="connsiteX55" fmla="*/ 41231 w 379056"/>
                <a:gd name="connsiteY55" fmla="*/ 1297053 h 1361555"/>
                <a:gd name="connsiteX56" fmla="*/ 21299 w 379056"/>
                <a:gd name="connsiteY56" fmla="*/ 1285078 h 1361555"/>
                <a:gd name="connsiteX57" fmla="*/ 20702 w 379056"/>
                <a:gd name="connsiteY57" fmla="*/ 1255738 h 1361555"/>
                <a:gd name="connsiteX58" fmla="*/ 30709 w 379056"/>
                <a:gd name="connsiteY58" fmla="*/ 1238972 h 1361555"/>
                <a:gd name="connsiteX59" fmla="*/ 33873 w 379056"/>
                <a:gd name="connsiteY59" fmla="*/ 1227424 h 1361555"/>
                <a:gd name="connsiteX60" fmla="*/ 44737 w 379056"/>
                <a:gd name="connsiteY60" fmla="*/ 1208092 h 1361555"/>
                <a:gd name="connsiteX61" fmla="*/ 33190 w 379056"/>
                <a:gd name="connsiteY61" fmla="*/ 1184227 h 1361555"/>
                <a:gd name="connsiteX62" fmla="*/ 36097 w 379056"/>
                <a:gd name="connsiteY62" fmla="*/ 1152320 h 1361555"/>
                <a:gd name="connsiteX63" fmla="*/ 32591 w 379056"/>
                <a:gd name="connsiteY63" fmla="*/ 1150866 h 1361555"/>
                <a:gd name="connsiteX64" fmla="*/ 31906 w 379056"/>
                <a:gd name="connsiteY64" fmla="*/ 1152919 h 1361555"/>
                <a:gd name="connsiteX65" fmla="*/ 16425 w 379056"/>
                <a:gd name="connsiteY65" fmla="*/ 1144280 h 1361555"/>
                <a:gd name="connsiteX66" fmla="*/ 0 w 379056"/>
                <a:gd name="connsiteY66" fmla="*/ 1128455 h 1361555"/>
                <a:gd name="connsiteX67" fmla="*/ 4448 w 379056"/>
                <a:gd name="connsiteY67" fmla="*/ 1056602 h 1361555"/>
                <a:gd name="connsiteX68" fmla="*/ 25065 w 379056"/>
                <a:gd name="connsiteY68" fmla="*/ 932227 h 1361555"/>
                <a:gd name="connsiteX69" fmla="*/ 30624 w 379056"/>
                <a:gd name="connsiteY69" fmla="*/ 845918 h 1361555"/>
                <a:gd name="connsiteX70" fmla="*/ 42172 w 379056"/>
                <a:gd name="connsiteY70" fmla="*/ 773466 h 1361555"/>
                <a:gd name="connsiteX71" fmla="*/ 46364 w 379056"/>
                <a:gd name="connsiteY71" fmla="*/ 686215 h 1361555"/>
                <a:gd name="connsiteX72" fmla="*/ 50812 w 379056"/>
                <a:gd name="connsiteY72" fmla="*/ 613763 h 1361555"/>
                <a:gd name="connsiteX73" fmla="*/ 52094 w 379056"/>
                <a:gd name="connsiteY73" fmla="*/ 529678 h 1361555"/>
                <a:gd name="connsiteX74" fmla="*/ 51152 w 379056"/>
                <a:gd name="connsiteY74" fmla="*/ 473906 h 1361555"/>
                <a:gd name="connsiteX75" fmla="*/ 49613 w 379056"/>
                <a:gd name="connsiteY75" fmla="*/ 381780 h 1361555"/>
                <a:gd name="connsiteX76" fmla="*/ 45679 w 379056"/>
                <a:gd name="connsiteY76" fmla="*/ 352440 h 1361555"/>
                <a:gd name="connsiteX77" fmla="*/ 35671 w 379056"/>
                <a:gd name="connsiteY77" fmla="*/ 317027 h 1361555"/>
                <a:gd name="connsiteX78" fmla="*/ 25065 w 379056"/>
                <a:gd name="connsiteY78" fmla="*/ 280929 h 1361555"/>
                <a:gd name="connsiteX79" fmla="*/ 24551 w 379056"/>
                <a:gd name="connsiteY79" fmla="*/ 243548 h 1361555"/>
                <a:gd name="connsiteX80" fmla="*/ 34473 w 379056"/>
                <a:gd name="connsiteY80" fmla="*/ 221993 h 1361555"/>
                <a:gd name="connsiteX81" fmla="*/ 38407 w 379056"/>
                <a:gd name="connsiteY81" fmla="*/ 178196 h 1361555"/>
                <a:gd name="connsiteX82" fmla="*/ 48757 w 379056"/>
                <a:gd name="connsiteY82" fmla="*/ 135341 h 1361555"/>
                <a:gd name="connsiteX83" fmla="*/ 73565 w 379056"/>
                <a:gd name="connsiteY83" fmla="*/ 84188 h 1361555"/>
                <a:gd name="connsiteX84" fmla="*/ 75104 w 379056"/>
                <a:gd name="connsiteY84" fmla="*/ 83418 h 1361555"/>
                <a:gd name="connsiteX85" fmla="*/ 80665 w 379056"/>
                <a:gd name="connsiteY85" fmla="*/ 69561 h 1361555"/>
                <a:gd name="connsiteX86" fmla="*/ 91101 w 379056"/>
                <a:gd name="connsiteY86" fmla="*/ 41077 h 1361555"/>
                <a:gd name="connsiteX87" fmla="*/ 98370 w 379056"/>
                <a:gd name="connsiteY87" fmla="*/ 26107 h 1361555"/>
                <a:gd name="connsiteX88" fmla="*/ 107010 w 379056"/>
                <a:gd name="connsiteY88" fmla="*/ 7716 h 1361555"/>
                <a:gd name="connsiteX89" fmla="*/ 126941 w 379056"/>
                <a:gd name="connsiteY89" fmla="*/ 4380 h 1361555"/>
                <a:gd name="connsiteX90" fmla="*/ 138490 w 379056"/>
                <a:gd name="connsiteY90" fmla="*/ 17 h 1361555"/>
                <a:gd name="connsiteX91" fmla="*/ 144734 w 379056"/>
                <a:gd name="connsiteY91" fmla="*/ 3439 h 1361555"/>
                <a:gd name="connsiteX92" fmla="*/ 154999 w 379056"/>
                <a:gd name="connsiteY92" fmla="*/ 4209 h 1361555"/>
                <a:gd name="connsiteX93" fmla="*/ 171764 w 379056"/>
                <a:gd name="connsiteY93" fmla="*/ 15586 h 1361555"/>
                <a:gd name="connsiteX94" fmla="*/ 167830 w 379056"/>
                <a:gd name="connsiteY94" fmla="*/ 29871 h 1361555"/>
                <a:gd name="connsiteX95" fmla="*/ 175099 w 379056"/>
                <a:gd name="connsiteY95" fmla="*/ 34746 h 1361555"/>
                <a:gd name="connsiteX96" fmla="*/ 173046 w 379056"/>
                <a:gd name="connsiteY96" fmla="*/ 48775 h 1361555"/>
                <a:gd name="connsiteX97" fmla="*/ 153971 w 379056"/>
                <a:gd name="connsiteY97" fmla="*/ 62803 h 1361555"/>
                <a:gd name="connsiteX98" fmla="*/ 142168 w 379056"/>
                <a:gd name="connsiteY98" fmla="*/ 69048 h 1361555"/>
                <a:gd name="connsiteX99" fmla="*/ 126428 w 379056"/>
                <a:gd name="connsiteY99" fmla="*/ 69732 h 1361555"/>
                <a:gd name="connsiteX100" fmla="*/ 116249 w 379056"/>
                <a:gd name="connsiteY100" fmla="*/ 80168 h 1361555"/>
                <a:gd name="connsiteX101" fmla="*/ 113169 w 379056"/>
                <a:gd name="connsiteY101" fmla="*/ 87781 h 1361555"/>
                <a:gd name="connsiteX102" fmla="*/ 113425 w 379056"/>
                <a:gd name="connsiteY102" fmla="*/ 87952 h 1361555"/>
                <a:gd name="connsiteX103" fmla="*/ 114367 w 379056"/>
                <a:gd name="connsiteY103" fmla="*/ 88978 h 1361555"/>
                <a:gd name="connsiteX104" fmla="*/ 119244 w 379056"/>
                <a:gd name="connsiteY104" fmla="*/ 95651 h 1361555"/>
                <a:gd name="connsiteX105" fmla="*/ 120183 w 379056"/>
                <a:gd name="connsiteY105" fmla="*/ 98559 h 1361555"/>
                <a:gd name="connsiteX106" fmla="*/ 120697 w 379056"/>
                <a:gd name="connsiteY106" fmla="*/ 105659 h 1361555"/>
                <a:gd name="connsiteX107" fmla="*/ 114967 w 379056"/>
                <a:gd name="connsiteY107" fmla="*/ 141756 h 1361555"/>
                <a:gd name="connsiteX108" fmla="*/ 108806 w 379056"/>
                <a:gd name="connsiteY108" fmla="*/ 208135 h 1361555"/>
                <a:gd name="connsiteX109" fmla="*/ 108551 w 379056"/>
                <a:gd name="connsiteY109" fmla="*/ 248424 h 1361555"/>
                <a:gd name="connsiteX110" fmla="*/ 113682 w 379056"/>
                <a:gd name="connsiteY110" fmla="*/ 268440 h 1361555"/>
                <a:gd name="connsiteX111" fmla="*/ 122322 w 379056"/>
                <a:gd name="connsiteY111" fmla="*/ 276909 h 1361555"/>
                <a:gd name="connsiteX112" fmla="*/ 133014 w 379056"/>
                <a:gd name="connsiteY112" fmla="*/ 280929 h 1361555"/>
                <a:gd name="connsiteX113" fmla="*/ 144820 w 379056"/>
                <a:gd name="connsiteY113" fmla="*/ 257406 h 1361555"/>
                <a:gd name="connsiteX114" fmla="*/ 167401 w 379056"/>
                <a:gd name="connsiteY114" fmla="*/ 195219 h 1361555"/>
                <a:gd name="connsiteX115" fmla="*/ 168941 w 379056"/>
                <a:gd name="connsiteY115" fmla="*/ 191284 h 1361555"/>
                <a:gd name="connsiteX116" fmla="*/ 166545 w 379056"/>
                <a:gd name="connsiteY116" fmla="*/ 194962 h 1361555"/>
                <a:gd name="connsiteX117" fmla="*/ 198708 w 379056"/>
                <a:gd name="connsiteY117" fmla="*/ 158266 h 1361555"/>
                <a:gd name="connsiteX118" fmla="*/ 250374 w 379056"/>
                <a:gd name="connsiteY118" fmla="*/ 142697 h 1361555"/>
                <a:gd name="connsiteX119" fmla="*/ 293315 w 379056"/>
                <a:gd name="connsiteY119" fmla="*/ 167504 h 1361555"/>
                <a:gd name="connsiteX120" fmla="*/ 296224 w 379056"/>
                <a:gd name="connsiteY120" fmla="*/ 170241 h 1361555"/>
                <a:gd name="connsiteX121" fmla="*/ 310423 w 379056"/>
                <a:gd name="connsiteY121" fmla="*/ 181190 h 1361555"/>
                <a:gd name="connsiteX122" fmla="*/ 312904 w 379056"/>
                <a:gd name="connsiteY122" fmla="*/ 206767 h 1361555"/>
                <a:gd name="connsiteX123" fmla="*/ 318292 w 379056"/>
                <a:gd name="connsiteY123" fmla="*/ 226098 h 1361555"/>
                <a:gd name="connsiteX124" fmla="*/ 320262 w 379056"/>
                <a:gd name="connsiteY124" fmla="*/ 251846 h 1361555"/>
                <a:gd name="connsiteX125" fmla="*/ 336941 w 379056"/>
                <a:gd name="connsiteY125" fmla="*/ 330457 h 1361555"/>
                <a:gd name="connsiteX126" fmla="*/ 348574 w 379056"/>
                <a:gd name="connsiteY126" fmla="*/ 407784 h 1361555"/>
                <a:gd name="connsiteX127" fmla="*/ 360208 w 379056"/>
                <a:gd name="connsiteY127" fmla="*/ 474078 h 1361555"/>
                <a:gd name="connsiteX128" fmla="*/ 364057 w 379056"/>
                <a:gd name="connsiteY128" fmla="*/ 508892 h 1361555"/>
                <a:gd name="connsiteX129" fmla="*/ 369190 w 379056"/>
                <a:gd name="connsiteY129" fmla="*/ 555939 h 1361555"/>
                <a:gd name="connsiteX130" fmla="*/ 373039 w 379056"/>
                <a:gd name="connsiteY130" fmla="*/ 589470 h 1361555"/>
                <a:gd name="connsiteX131" fmla="*/ 377573 w 379056"/>
                <a:gd name="connsiteY131" fmla="*/ 604269 h 1361555"/>
                <a:gd name="connsiteX132" fmla="*/ 356956 w 379056"/>
                <a:gd name="connsiteY132" fmla="*/ 619751 h 1361555"/>
                <a:gd name="connsiteX133" fmla="*/ 358241 w 379056"/>
                <a:gd name="connsiteY133" fmla="*/ 660981 h 1361555"/>
                <a:gd name="connsiteX134" fmla="*/ 372439 w 379056"/>
                <a:gd name="connsiteY134" fmla="*/ 708627 h 1361555"/>
                <a:gd name="connsiteX135" fmla="*/ 373724 w 379056"/>
                <a:gd name="connsiteY135" fmla="*/ 730525 h 1361555"/>
                <a:gd name="connsiteX136" fmla="*/ 376973 w 379056"/>
                <a:gd name="connsiteY136" fmla="*/ 747889 h 1361555"/>
                <a:gd name="connsiteX137" fmla="*/ 373124 w 379056"/>
                <a:gd name="connsiteY137" fmla="*/ 768504 h 1361555"/>
                <a:gd name="connsiteX138" fmla="*/ 372953 w 379056"/>
                <a:gd name="connsiteY138" fmla="*/ 768504 h 1361555"/>
                <a:gd name="connsiteX139" fmla="*/ 378769 w 379056"/>
                <a:gd name="connsiteY139" fmla="*/ 798101 h 1361555"/>
                <a:gd name="connsiteX140" fmla="*/ 374407 w 379056"/>
                <a:gd name="connsiteY140" fmla="*/ 816920 h 1361555"/>
                <a:gd name="connsiteX141" fmla="*/ 374407 w 379056"/>
                <a:gd name="connsiteY141" fmla="*/ 816920 h 136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</a:cxnLst>
              <a:rect l="l" t="t" r="r" b="b"/>
              <a:pathLst>
                <a:path w="379056" h="1361555">
                  <a:moveTo>
                    <a:pt x="306746" y="188461"/>
                  </a:moveTo>
                  <a:cubicBezTo>
                    <a:pt x="308542" y="192738"/>
                    <a:pt x="310338" y="197785"/>
                    <a:pt x="312305" y="203773"/>
                  </a:cubicBezTo>
                  <a:cubicBezTo>
                    <a:pt x="311622" y="200094"/>
                    <a:pt x="309824" y="193679"/>
                    <a:pt x="306746" y="188461"/>
                  </a:cubicBezTo>
                  <a:lnTo>
                    <a:pt x="306746" y="188461"/>
                  </a:lnTo>
                  <a:close/>
                  <a:moveTo>
                    <a:pt x="374835" y="816834"/>
                  </a:moveTo>
                  <a:cubicBezTo>
                    <a:pt x="369530" y="819743"/>
                    <a:pt x="367137" y="819230"/>
                    <a:pt x="363714" y="819743"/>
                  </a:cubicBezTo>
                  <a:cubicBezTo>
                    <a:pt x="360293" y="820256"/>
                    <a:pt x="358838" y="823079"/>
                    <a:pt x="353536" y="824105"/>
                  </a:cubicBezTo>
                  <a:cubicBezTo>
                    <a:pt x="348231" y="825046"/>
                    <a:pt x="349687" y="824618"/>
                    <a:pt x="345324" y="827013"/>
                  </a:cubicBezTo>
                  <a:cubicBezTo>
                    <a:pt x="341047" y="829409"/>
                    <a:pt x="341987" y="828981"/>
                    <a:pt x="336513" y="828468"/>
                  </a:cubicBezTo>
                  <a:cubicBezTo>
                    <a:pt x="331209" y="827954"/>
                    <a:pt x="331808" y="827527"/>
                    <a:pt x="329242" y="827527"/>
                  </a:cubicBezTo>
                  <a:lnTo>
                    <a:pt x="328985" y="826586"/>
                  </a:lnTo>
                  <a:lnTo>
                    <a:pt x="328730" y="827099"/>
                  </a:lnTo>
                  <a:cubicBezTo>
                    <a:pt x="323425" y="834028"/>
                    <a:pt x="324793" y="838647"/>
                    <a:pt x="323254" y="841299"/>
                  </a:cubicBezTo>
                  <a:cubicBezTo>
                    <a:pt x="321544" y="843865"/>
                    <a:pt x="331894" y="869013"/>
                    <a:pt x="329242" y="888944"/>
                  </a:cubicBezTo>
                  <a:cubicBezTo>
                    <a:pt x="326761" y="908875"/>
                    <a:pt x="322314" y="937274"/>
                    <a:pt x="318635" y="951730"/>
                  </a:cubicBezTo>
                  <a:cubicBezTo>
                    <a:pt x="315128" y="966272"/>
                    <a:pt x="308285" y="1000317"/>
                    <a:pt x="307345" y="1019649"/>
                  </a:cubicBezTo>
                  <a:cubicBezTo>
                    <a:pt x="306403" y="1038980"/>
                    <a:pt x="309738" y="1069604"/>
                    <a:pt x="311280" y="1081494"/>
                  </a:cubicBezTo>
                  <a:cubicBezTo>
                    <a:pt x="312990" y="1093384"/>
                    <a:pt x="314187" y="1132390"/>
                    <a:pt x="314443" y="1149498"/>
                  </a:cubicBezTo>
                  <a:cubicBezTo>
                    <a:pt x="314700" y="1166520"/>
                    <a:pt x="317352" y="1179436"/>
                    <a:pt x="314443" y="1187135"/>
                  </a:cubicBezTo>
                  <a:cubicBezTo>
                    <a:pt x="311536" y="1194833"/>
                    <a:pt x="314700" y="1194833"/>
                    <a:pt x="317096" y="1199025"/>
                  </a:cubicBezTo>
                  <a:cubicBezTo>
                    <a:pt x="319320" y="1203216"/>
                    <a:pt x="334546" y="1230931"/>
                    <a:pt x="332579" y="1238972"/>
                  </a:cubicBezTo>
                  <a:cubicBezTo>
                    <a:pt x="330612" y="1247013"/>
                    <a:pt x="330868" y="1253428"/>
                    <a:pt x="327959" y="1255994"/>
                  </a:cubicBezTo>
                  <a:cubicBezTo>
                    <a:pt x="325050" y="1258560"/>
                    <a:pt x="322484" y="1259843"/>
                    <a:pt x="319320" y="1266345"/>
                  </a:cubicBezTo>
                  <a:cubicBezTo>
                    <a:pt x="316068" y="1272760"/>
                    <a:pt x="315728" y="1275412"/>
                    <a:pt x="309738" y="1279261"/>
                  </a:cubicBezTo>
                  <a:cubicBezTo>
                    <a:pt x="303580" y="1283110"/>
                    <a:pt x="306403" y="1288328"/>
                    <a:pt x="306831" y="1293460"/>
                  </a:cubicBezTo>
                  <a:cubicBezTo>
                    <a:pt x="307088" y="1298593"/>
                    <a:pt x="307771" y="1298593"/>
                    <a:pt x="303665" y="1298593"/>
                  </a:cubicBezTo>
                  <a:cubicBezTo>
                    <a:pt x="299560" y="1298593"/>
                    <a:pt x="297507" y="1303298"/>
                    <a:pt x="290323" y="1299619"/>
                  </a:cubicBezTo>
                  <a:cubicBezTo>
                    <a:pt x="294940" y="1309200"/>
                    <a:pt x="302041" y="1322715"/>
                    <a:pt x="307857" y="1330157"/>
                  </a:cubicBezTo>
                  <a:cubicBezTo>
                    <a:pt x="317438" y="1342389"/>
                    <a:pt x="329755" y="1355904"/>
                    <a:pt x="323854" y="1357872"/>
                  </a:cubicBezTo>
                  <a:cubicBezTo>
                    <a:pt x="318123" y="1359839"/>
                    <a:pt x="232412" y="1360438"/>
                    <a:pt x="232412" y="1360438"/>
                  </a:cubicBezTo>
                  <a:cubicBezTo>
                    <a:pt x="232412" y="1360438"/>
                    <a:pt x="222146" y="1358471"/>
                    <a:pt x="221377" y="1355904"/>
                  </a:cubicBezTo>
                  <a:cubicBezTo>
                    <a:pt x="220692" y="1353338"/>
                    <a:pt x="221377" y="1346238"/>
                    <a:pt x="222660" y="1342988"/>
                  </a:cubicBezTo>
                  <a:cubicBezTo>
                    <a:pt x="224030" y="1339737"/>
                    <a:pt x="224627" y="1337171"/>
                    <a:pt x="224627" y="1337171"/>
                  </a:cubicBezTo>
                  <a:lnTo>
                    <a:pt x="221463" y="1316556"/>
                  </a:lnTo>
                  <a:cubicBezTo>
                    <a:pt x="202814" y="1303640"/>
                    <a:pt x="208204" y="1290809"/>
                    <a:pt x="208632" y="1279175"/>
                  </a:cubicBezTo>
                  <a:cubicBezTo>
                    <a:pt x="208889" y="1267542"/>
                    <a:pt x="196655" y="1270194"/>
                    <a:pt x="196912" y="1263351"/>
                  </a:cubicBezTo>
                  <a:cubicBezTo>
                    <a:pt x="197340" y="1256593"/>
                    <a:pt x="204698" y="1258218"/>
                    <a:pt x="213337" y="1254369"/>
                  </a:cubicBezTo>
                  <a:cubicBezTo>
                    <a:pt x="213337" y="1254369"/>
                    <a:pt x="231470" y="1254027"/>
                    <a:pt x="216244" y="1233754"/>
                  </a:cubicBezTo>
                  <a:cubicBezTo>
                    <a:pt x="201018" y="1213481"/>
                    <a:pt x="204013" y="1203131"/>
                    <a:pt x="199564" y="1194833"/>
                  </a:cubicBezTo>
                  <a:lnTo>
                    <a:pt x="173132" y="1185510"/>
                  </a:lnTo>
                  <a:cubicBezTo>
                    <a:pt x="173132" y="1185510"/>
                    <a:pt x="169626" y="1204842"/>
                    <a:pt x="168941" y="1215448"/>
                  </a:cubicBezTo>
                  <a:cubicBezTo>
                    <a:pt x="168343" y="1226056"/>
                    <a:pt x="164492" y="1270878"/>
                    <a:pt x="159019" y="1276695"/>
                  </a:cubicBezTo>
                  <a:cubicBezTo>
                    <a:pt x="153459" y="1282511"/>
                    <a:pt x="147984" y="1286960"/>
                    <a:pt x="140629" y="1285078"/>
                  </a:cubicBezTo>
                  <a:cubicBezTo>
                    <a:pt x="133271" y="1283196"/>
                    <a:pt x="128395" y="1276096"/>
                    <a:pt x="127113" y="1277978"/>
                  </a:cubicBezTo>
                  <a:cubicBezTo>
                    <a:pt x="125743" y="1279945"/>
                    <a:pt x="123521" y="1288328"/>
                    <a:pt x="117788" y="1291237"/>
                  </a:cubicBezTo>
                  <a:cubicBezTo>
                    <a:pt x="111972" y="1294145"/>
                    <a:pt x="110690" y="1293803"/>
                    <a:pt x="107781" y="1299619"/>
                  </a:cubicBezTo>
                  <a:cubicBezTo>
                    <a:pt x="105985" y="1303212"/>
                    <a:pt x="106070" y="1306634"/>
                    <a:pt x="105813" y="1308601"/>
                  </a:cubicBezTo>
                  <a:cubicBezTo>
                    <a:pt x="110518" y="1312707"/>
                    <a:pt x="108038" y="1324511"/>
                    <a:pt x="108038" y="1330243"/>
                  </a:cubicBezTo>
                  <a:cubicBezTo>
                    <a:pt x="108038" y="1335974"/>
                    <a:pt x="105557" y="1338626"/>
                    <a:pt x="106753" y="1343074"/>
                  </a:cubicBezTo>
                  <a:cubicBezTo>
                    <a:pt x="108038" y="1347607"/>
                    <a:pt x="108038" y="1355306"/>
                    <a:pt x="108038" y="1357273"/>
                  </a:cubicBezTo>
                  <a:cubicBezTo>
                    <a:pt x="108038" y="1359240"/>
                    <a:pt x="99655" y="1360438"/>
                    <a:pt x="77071" y="1361122"/>
                  </a:cubicBezTo>
                  <a:cubicBezTo>
                    <a:pt x="55173" y="1361721"/>
                    <a:pt x="23695" y="1362406"/>
                    <a:pt x="17879" y="1357872"/>
                  </a:cubicBezTo>
                  <a:cubicBezTo>
                    <a:pt x="12062" y="1353338"/>
                    <a:pt x="13944" y="1342389"/>
                    <a:pt x="17194" y="1335289"/>
                  </a:cubicBezTo>
                  <a:cubicBezTo>
                    <a:pt x="20359" y="1328190"/>
                    <a:pt x="33362" y="1323057"/>
                    <a:pt x="33362" y="1323057"/>
                  </a:cubicBezTo>
                  <a:cubicBezTo>
                    <a:pt x="35329" y="1316642"/>
                    <a:pt x="37810" y="1310825"/>
                    <a:pt x="39178" y="1308259"/>
                  </a:cubicBezTo>
                  <a:cubicBezTo>
                    <a:pt x="40034" y="1306377"/>
                    <a:pt x="40460" y="1301672"/>
                    <a:pt x="41231" y="1297053"/>
                  </a:cubicBezTo>
                  <a:cubicBezTo>
                    <a:pt x="39263" y="1297224"/>
                    <a:pt x="31649" y="1297053"/>
                    <a:pt x="21299" y="1285078"/>
                  </a:cubicBezTo>
                  <a:cubicBezTo>
                    <a:pt x="9496" y="1271220"/>
                    <a:pt x="16851" y="1258988"/>
                    <a:pt x="20702" y="1255738"/>
                  </a:cubicBezTo>
                  <a:cubicBezTo>
                    <a:pt x="24636" y="1252487"/>
                    <a:pt x="34216" y="1242565"/>
                    <a:pt x="30709" y="1238972"/>
                  </a:cubicBezTo>
                  <a:cubicBezTo>
                    <a:pt x="27117" y="1235465"/>
                    <a:pt x="27800" y="1232556"/>
                    <a:pt x="33873" y="1227424"/>
                  </a:cubicBezTo>
                  <a:cubicBezTo>
                    <a:pt x="39863" y="1222292"/>
                    <a:pt x="48674" y="1212626"/>
                    <a:pt x="44737" y="1208092"/>
                  </a:cubicBezTo>
                  <a:cubicBezTo>
                    <a:pt x="40803" y="1203559"/>
                    <a:pt x="33447" y="1202618"/>
                    <a:pt x="33190" y="1184227"/>
                  </a:cubicBezTo>
                  <a:cubicBezTo>
                    <a:pt x="32934" y="1165836"/>
                    <a:pt x="37382" y="1153946"/>
                    <a:pt x="36097" y="1152320"/>
                  </a:cubicBezTo>
                  <a:cubicBezTo>
                    <a:pt x="35843" y="1151978"/>
                    <a:pt x="34558" y="1151550"/>
                    <a:pt x="32591" y="1150866"/>
                  </a:cubicBezTo>
                  <a:cubicBezTo>
                    <a:pt x="32163" y="1152149"/>
                    <a:pt x="31906" y="1152919"/>
                    <a:pt x="31906" y="1152919"/>
                  </a:cubicBezTo>
                  <a:cubicBezTo>
                    <a:pt x="25662" y="1150695"/>
                    <a:pt x="20445" y="1147530"/>
                    <a:pt x="16425" y="1144280"/>
                  </a:cubicBezTo>
                  <a:cubicBezTo>
                    <a:pt x="9753" y="1140687"/>
                    <a:pt x="3080" y="1135640"/>
                    <a:pt x="0" y="1128455"/>
                  </a:cubicBezTo>
                  <a:cubicBezTo>
                    <a:pt x="0" y="1128455"/>
                    <a:pt x="1967" y="1085942"/>
                    <a:pt x="4448" y="1056602"/>
                  </a:cubicBezTo>
                  <a:cubicBezTo>
                    <a:pt x="7100" y="1027261"/>
                    <a:pt x="19931" y="964475"/>
                    <a:pt x="25065" y="932227"/>
                  </a:cubicBezTo>
                  <a:cubicBezTo>
                    <a:pt x="30196" y="899979"/>
                    <a:pt x="23780" y="900663"/>
                    <a:pt x="30624" y="845918"/>
                  </a:cubicBezTo>
                  <a:cubicBezTo>
                    <a:pt x="37296" y="791173"/>
                    <a:pt x="44397" y="790146"/>
                    <a:pt x="42172" y="773466"/>
                  </a:cubicBezTo>
                  <a:cubicBezTo>
                    <a:pt x="39777" y="756700"/>
                    <a:pt x="42770" y="704521"/>
                    <a:pt x="46364" y="686215"/>
                  </a:cubicBezTo>
                  <a:cubicBezTo>
                    <a:pt x="49870" y="667825"/>
                    <a:pt x="49271" y="633352"/>
                    <a:pt x="50812" y="613763"/>
                  </a:cubicBezTo>
                  <a:cubicBezTo>
                    <a:pt x="52522" y="594089"/>
                    <a:pt x="53462" y="547043"/>
                    <a:pt x="52094" y="529678"/>
                  </a:cubicBezTo>
                  <a:cubicBezTo>
                    <a:pt x="50812" y="512314"/>
                    <a:pt x="53805" y="489731"/>
                    <a:pt x="51152" y="473906"/>
                  </a:cubicBezTo>
                  <a:cubicBezTo>
                    <a:pt x="48674" y="458082"/>
                    <a:pt x="45422" y="404021"/>
                    <a:pt x="49613" y="381780"/>
                  </a:cubicBezTo>
                  <a:cubicBezTo>
                    <a:pt x="49613" y="381780"/>
                    <a:pt x="48928" y="368265"/>
                    <a:pt x="45679" y="352440"/>
                  </a:cubicBezTo>
                  <a:cubicBezTo>
                    <a:pt x="42427" y="336701"/>
                    <a:pt x="40203" y="327292"/>
                    <a:pt x="35671" y="317027"/>
                  </a:cubicBezTo>
                  <a:cubicBezTo>
                    <a:pt x="31223" y="306677"/>
                    <a:pt x="26775" y="300603"/>
                    <a:pt x="25065" y="280929"/>
                  </a:cubicBezTo>
                  <a:cubicBezTo>
                    <a:pt x="23523" y="261255"/>
                    <a:pt x="20616" y="251931"/>
                    <a:pt x="24551" y="243548"/>
                  </a:cubicBezTo>
                  <a:cubicBezTo>
                    <a:pt x="28314" y="235166"/>
                    <a:pt x="34130" y="234823"/>
                    <a:pt x="34473" y="221993"/>
                  </a:cubicBezTo>
                  <a:cubicBezTo>
                    <a:pt x="34901" y="209076"/>
                    <a:pt x="34901" y="197870"/>
                    <a:pt x="38407" y="178196"/>
                  </a:cubicBezTo>
                  <a:cubicBezTo>
                    <a:pt x="41916" y="158522"/>
                    <a:pt x="46107" y="147915"/>
                    <a:pt x="48757" y="135341"/>
                  </a:cubicBezTo>
                  <a:cubicBezTo>
                    <a:pt x="51238" y="122767"/>
                    <a:pt x="59109" y="91203"/>
                    <a:pt x="73565" y="84188"/>
                  </a:cubicBezTo>
                  <a:lnTo>
                    <a:pt x="75104" y="83418"/>
                  </a:lnTo>
                  <a:cubicBezTo>
                    <a:pt x="77585" y="77345"/>
                    <a:pt x="79723" y="72213"/>
                    <a:pt x="80665" y="69561"/>
                  </a:cubicBezTo>
                  <a:cubicBezTo>
                    <a:pt x="84172" y="60836"/>
                    <a:pt x="90159" y="44926"/>
                    <a:pt x="91101" y="41077"/>
                  </a:cubicBezTo>
                  <a:cubicBezTo>
                    <a:pt x="92041" y="37227"/>
                    <a:pt x="95720" y="30726"/>
                    <a:pt x="98370" y="26107"/>
                  </a:cubicBezTo>
                  <a:cubicBezTo>
                    <a:pt x="101023" y="21488"/>
                    <a:pt x="103247" y="12848"/>
                    <a:pt x="107010" y="7716"/>
                  </a:cubicBezTo>
                  <a:cubicBezTo>
                    <a:pt x="110945" y="2669"/>
                    <a:pt x="123007" y="4380"/>
                    <a:pt x="126941" y="4380"/>
                  </a:cubicBezTo>
                  <a:cubicBezTo>
                    <a:pt x="130876" y="4380"/>
                    <a:pt x="134896" y="274"/>
                    <a:pt x="138490" y="17"/>
                  </a:cubicBezTo>
                  <a:cubicBezTo>
                    <a:pt x="142082" y="-239"/>
                    <a:pt x="142851" y="2412"/>
                    <a:pt x="144734" y="3439"/>
                  </a:cubicBezTo>
                  <a:cubicBezTo>
                    <a:pt x="146702" y="4380"/>
                    <a:pt x="149352" y="3182"/>
                    <a:pt x="154999" y="4209"/>
                  </a:cubicBezTo>
                  <a:cubicBezTo>
                    <a:pt x="160815" y="5150"/>
                    <a:pt x="170225" y="13105"/>
                    <a:pt x="171764" y="15586"/>
                  </a:cubicBezTo>
                  <a:cubicBezTo>
                    <a:pt x="174416" y="19692"/>
                    <a:pt x="167145" y="27476"/>
                    <a:pt x="167830" y="29871"/>
                  </a:cubicBezTo>
                  <a:cubicBezTo>
                    <a:pt x="168512" y="32266"/>
                    <a:pt x="172961" y="33292"/>
                    <a:pt x="175099" y="34746"/>
                  </a:cubicBezTo>
                  <a:cubicBezTo>
                    <a:pt x="177323" y="36201"/>
                    <a:pt x="176640" y="42958"/>
                    <a:pt x="173046" y="48775"/>
                  </a:cubicBezTo>
                  <a:cubicBezTo>
                    <a:pt x="169454" y="54592"/>
                    <a:pt x="157051" y="61093"/>
                    <a:pt x="153971" y="62803"/>
                  </a:cubicBezTo>
                  <a:cubicBezTo>
                    <a:pt x="150807" y="64514"/>
                    <a:pt x="146873" y="67679"/>
                    <a:pt x="142168" y="69048"/>
                  </a:cubicBezTo>
                  <a:cubicBezTo>
                    <a:pt x="137291" y="70502"/>
                    <a:pt x="129337" y="69732"/>
                    <a:pt x="126428" y="69732"/>
                  </a:cubicBezTo>
                  <a:cubicBezTo>
                    <a:pt x="123521" y="69732"/>
                    <a:pt x="116249" y="80168"/>
                    <a:pt x="116249" y="80168"/>
                  </a:cubicBezTo>
                  <a:cubicBezTo>
                    <a:pt x="115136" y="82392"/>
                    <a:pt x="114025" y="84958"/>
                    <a:pt x="113169" y="87781"/>
                  </a:cubicBezTo>
                  <a:lnTo>
                    <a:pt x="113425" y="87952"/>
                  </a:lnTo>
                  <a:lnTo>
                    <a:pt x="114367" y="88978"/>
                  </a:lnTo>
                  <a:cubicBezTo>
                    <a:pt x="116591" y="90860"/>
                    <a:pt x="118302" y="93084"/>
                    <a:pt x="119244" y="95651"/>
                  </a:cubicBezTo>
                  <a:lnTo>
                    <a:pt x="120183" y="98559"/>
                  </a:lnTo>
                  <a:cubicBezTo>
                    <a:pt x="120868" y="100783"/>
                    <a:pt x="121125" y="103178"/>
                    <a:pt x="120697" y="105659"/>
                  </a:cubicBezTo>
                  <a:cubicBezTo>
                    <a:pt x="120012" y="115838"/>
                    <a:pt x="114025" y="126445"/>
                    <a:pt x="114967" y="141756"/>
                  </a:cubicBezTo>
                  <a:cubicBezTo>
                    <a:pt x="116249" y="162029"/>
                    <a:pt x="110518" y="194278"/>
                    <a:pt x="108806" y="208135"/>
                  </a:cubicBezTo>
                  <a:cubicBezTo>
                    <a:pt x="107267" y="221993"/>
                    <a:pt x="104872" y="236449"/>
                    <a:pt x="108551" y="248424"/>
                  </a:cubicBezTo>
                  <a:cubicBezTo>
                    <a:pt x="112058" y="260314"/>
                    <a:pt x="113425" y="264506"/>
                    <a:pt x="113682" y="268440"/>
                  </a:cubicBezTo>
                  <a:cubicBezTo>
                    <a:pt x="113854" y="270322"/>
                    <a:pt x="118045" y="274000"/>
                    <a:pt x="122322" y="276909"/>
                  </a:cubicBezTo>
                  <a:cubicBezTo>
                    <a:pt x="125402" y="277593"/>
                    <a:pt x="128138" y="278277"/>
                    <a:pt x="133014" y="280929"/>
                  </a:cubicBezTo>
                  <a:cubicBezTo>
                    <a:pt x="133871" y="279988"/>
                    <a:pt x="137463" y="275797"/>
                    <a:pt x="144820" y="257406"/>
                  </a:cubicBezTo>
                  <a:cubicBezTo>
                    <a:pt x="152175" y="239015"/>
                    <a:pt x="163210" y="210359"/>
                    <a:pt x="167401" y="195219"/>
                  </a:cubicBezTo>
                  <a:cubicBezTo>
                    <a:pt x="167658" y="194021"/>
                    <a:pt x="168258" y="192653"/>
                    <a:pt x="168941" y="191284"/>
                  </a:cubicBezTo>
                  <a:lnTo>
                    <a:pt x="166545" y="194962"/>
                  </a:lnTo>
                  <a:cubicBezTo>
                    <a:pt x="166545" y="194962"/>
                    <a:pt x="164835" y="168359"/>
                    <a:pt x="198708" y="158266"/>
                  </a:cubicBezTo>
                  <a:cubicBezTo>
                    <a:pt x="212053" y="149369"/>
                    <a:pt x="229503" y="142697"/>
                    <a:pt x="250374" y="142697"/>
                  </a:cubicBezTo>
                  <a:cubicBezTo>
                    <a:pt x="266114" y="142697"/>
                    <a:pt x="282965" y="154587"/>
                    <a:pt x="293315" y="167504"/>
                  </a:cubicBezTo>
                  <a:cubicBezTo>
                    <a:pt x="293315" y="167504"/>
                    <a:pt x="294257" y="168017"/>
                    <a:pt x="296224" y="170241"/>
                  </a:cubicBezTo>
                  <a:cubicBezTo>
                    <a:pt x="301356" y="173235"/>
                    <a:pt x="306232" y="176828"/>
                    <a:pt x="310423" y="181190"/>
                  </a:cubicBezTo>
                  <a:cubicBezTo>
                    <a:pt x="310423" y="181190"/>
                    <a:pt x="320773" y="200436"/>
                    <a:pt x="312904" y="206767"/>
                  </a:cubicBezTo>
                  <a:cubicBezTo>
                    <a:pt x="314700" y="212412"/>
                    <a:pt x="316496" y="218742"/>
                    <a:pt x="318292" y="226098"/>
                  </a:cubicBezTo>
                  <a:cubicBezTo>
                    <a:pt x="318292" y="226098"/>
                    <a:pt x="320262" y="242864"/>
                    <a:pt x="320262" y="251846"/>
                  </a:cubicBezTo>
                  <a:cubicBezTo>
                    <a:pt x="320262" y="260828"/>
                    <a:pt x="334460" y="317540"/>
                    <a:pt x="336941" y="330457"/>
                  </a:cubicBezTo>
                  <a:cubicBezTo>
                    <a:pt x="339592" y="343373"/>
                    <a:pt x="343357" y="385886"/>
                    <a:pt x="348574" y="407784"/>
                  </a:cubicBezTo>
                  <a:cubicBezTo>
                    <a:pt x="353707" y="429683"/>
                    <a:pt x="360208" y="461845"/>
                    <a:pt x="360208" y="474078"/>
                  </a:cubicBezTo>
                  <a:cubicBezTo>
                    <a:pt x="360208" y="474078"/>
                    <a:pt x="360208" y="499226"/>
                    <a:pt x="364057" y="508892"/>
                  </a:cubicBezTo>
                  <a:cubicBezTo>
                    <a:pt x="367906" y="518558"/>
                    <a:pt x="369190" y="537206"/>
                    <a:pt x="369190" y="555939"/>
                  </a:cubicBezTo>
                  <a:cubicBezTo>
                    <a:pt x="369190" y="574672"/>
                    <a:pt x="367906" y="578521"/>
                    <a:pt x="373039" y="589470"/>
                  </a:cubicBezTo>
                  <a:cubicBezTo>
                    <a:pt x="378170" y="600419"/>
                    <a:pt x="377573" y="604269"/>
                    <a:pt x="377573" y="604269"/>
                  </a:cubicBezTo>
                  <a:cubicBezTo>
                    <a:pt x="377573" y="604269"/>
                    <a:pt x="360208" y="612651"/>
                    <a:pt x="356956" y="619751"/>
                  </a:cubicBezTo>
                  <a:cubicBezTo>
                    <a:pt x="353707" y="626851"/>
                    <a:pt x="353707" y="645499"/>
                    <a:pt x="358241" y="660981"/>
                  </a:cubicBezTo>
                  <a:cubicBezTo>
                    <a:pt x="362774" y="676464"/>
                    <a:pt x="369190" y="700244"/>
                    <a:pt x="372439" y="708627"/>
                  </a:cubicBezTo>
                  <a:cubicBezTo>
                    <a:pt x="375691" y="717010"/>
                    <a:pt x="374321" y="724708"/>
                    <a:pt x="373724" y="730525"/>
                  </a:cubicBezTo>
                  <a:cubicBezTo>
                    <a:pt x="373124" y="736342"/>
                    <a:pt x="377573" y="742073"/>
                    <a:pt x="376973" y="747889"/>
                  </a:cubicBezTo>
                  <a:cubicBezTo>
                    <a:pt x="376288" y="753706"/>
                    <a:pt x="373124" y="768504"/>
                    <a:pt x="373124" y="768504"/>
                  </a:cubicBezTo>
                  <a:lnTo>
                    <a:pt x="372953" y="768504"/>
                  </a:lnTo>
                  <a:cubicBezTo>
                    <a:pt x="375006" y="778170"/>
                    <a:pt x="378427" y="795107"/>
                    <a:pt x="378769" y="798101"/>
                  </a:cubicBezTo>
                  <a:cubicBezTo>
                    <a:pt x="379283" y="802464"/>
                    <a:pt x="379711" y="814097"/>
                    <a:pt x="374407" y="816920"/>
                  </a:cubicBezTo>
                  <a:lnTo>
                    <a:pt x="374407" y="816920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9F312A9-5B05-BE50-71E4-7A9EC0C582C7}"/>
                </a:ext>
              </a:extLst>
            </p:cNvPr>
            <p:cNvSpPr/>
            <p:nvPr/>
          </p:nvSpPr>
          <p:spPr>
            <a:xfrm>
              <a:off x="7798172" y="2307259"/>
              <a:ext cx="360120" cy="1345735"/>
            </a:xfrm>
            <a:custGeom>
              <a:avLst/>
              <a:gdLst>
                <a:gd name="connsiteX0" fmla="*/ 308625 w 360120"/>
                <a:gd name="connsiteY0" fmla="*/ 787249 h 1345735"/>
                <a:gd name="connsiteX1" fmla="*/ 307771 w 360120"/>
                <a:gd name="connsiteY1" fmla="*/ 805126 h 1345735"/>
                <a:gd name="connsiteX2" fmla="*/ 310423 w 360120"/>
                <a:gd name="connsiteY2" fmla="*/ 800764 h 1345735"/>
                <a:gd name="connsiteX3" fmla="*/ 309824 w 360120"/>
                <a:gd name="connsiteY3" fmla="*/ 788532 h 1345735"/>
                <a:gd name="connsiteX4" fmla="*/ 310678 w 360120"/>
                <a:gd name="connsiteY4" fmla="*/ 788532 h 1345735"/>
                <a:gd name="connsiteX5" fmla="*/ 308625 w 360120"/>
                <a:gd name="connsiteY5" fmla="*/ 787249 h 1345735"/>
                <a:gd name="connsiteX6" fmla="*/ 308625 w 360120"/>
                <a:gd name="connsiteY6" fmla="*/ 787249 h 1345735"/>
                <a:gd name="connsiteX7" fmla="*/ 308625 w 360120"/>
                <a:gd name="connsiteY7" fmla="*/ 777497 h 1345735"/>
                <a:gd name="connsiteX8" fmla="*/ 308796 w 360120"/>
                <a:gd name="connsiteY8" fmla="*/ 778352 h 1345735"/>
                <a:gd name="connsiteX9" fmla="*/ 308968 w 360120"/>
                <a:gd name="connsiteY9" fmla="*/ 777583 h 1345735"/>
                <a:gd name="connsiteX10" fmla="*/ 308711 w 360120"/>
                <a:gd name="connsiteY10" fmla="*/ 777583 h 1345735"/>
                <a:gd name="connsiteX11" fmla="*/ 303751 w 360120"/>
                <a:gd name="connsiteY11" fmla="*/ 705729 h 1345735"/>
                <a:gd name="connsiteX12" fmla="*/ 294255 w 360120"/>
                <a:gd name="connsiteY12" fmla="*/ 668691 h 1345735"/>
                <a:gd name="connsiteX13" fmla="*/ 289208 w 360120"/>
                <a:gd name="connsiteY13" fmla="*/ 646707 h 1345735"/>
                <a:gd name="connsiteX14" fmla="*/ 283477 w 360120"/>
                <a:gd name="connsiteY14" fmla="*/ 617196 h 1345735"/>
                <a:gd name="connsiteX15" fmla="*/ 279114 w 360120"/>
                <a:gd name="connsiteY15" fmla="*/ 579558 h 1345735"/>
                <a:gd name="connsiteX16" fmla="*/ 275351 w 360120"/>
                <a:gd name="connsiteY16" fmla="*/ 567669 h 1345735"/>
                <a:gd name="connsiteX17" fmla="*/ 265344 w 360120"/>
                <a:gd name="connsiteY17" fmla="*/ 542520 h 1345735"/>
                <a:gd name="connsiteX18" fmla="*/ 259185 w 360120"/>
                <a:gd name="connsiteY18" fmla="*/ 554068 h 1345735"/>
                <a:gd name="connsiteX19" fmla="*/ 258928 w 360120"/>
                <a:gd name="connsiteY19" fmla="*/ 564846 h 1345735"/>
                <a:gd name="connsiteX20" fmla="*/ 259611 w 360120"/>
                <a:gd name="connsiteY20" fmla="*/ 567070 h 1345735"/>
                <a:gd name="connsiteX21" fmla="*/ 269107 w 360120"/>
                <a:gd name="connsiteY21" fmla="*/ 582125 h 1345735"/>
                <a:gd name="connsiteX22" fmla="*/ 270389 w 360120"/>
                <a:gd name="connsiteY22" fmla="*/ 600943 h 1345735"/>
                <a:gd name="connsiteX23" fmla="*/ 275437 w 360120"/>
                <a:gd name="connsiteY23" fmla="*/ 633021 h 1345735"/>
                <a:gd name="connsiteX24" fmla="*/ 277233 w 360120"/>
                <a:gd name="connsiteY24" fmla="*/ 644996 h 1345735"/>
                <a:gd name="connsiteX25" fmla="*/ 284761 w 360120"/>
                <a:gd name="connsiteY25" fmla="*/ 658854 h 1345735"/>
                <a:gd name="connsiteX26" fmla="*/ 294255 w 360120"/>
                <a:gd name="connsiteY26" fmla="*/ 681436 h 1345735"/>
                <a:gd name="connsiteX27" fmla="*/ 297421 w 360120"/>
                <a:gd name="connsiteY27" fmla="*/ 712829 h 1345735"/>
                <a:gd name="connsiteX28" fmla="*/ 302980 w 360120"/>
                <a:gd name="connsiteY28" fmla="*/ 734556 h 1345735"/>
                <a:gd name="connsiteX29" fmla="*/ 303665 w 360120"/>
                <a:gd name="connsiteY29" fmla="*/ 705900 h 1345735"/>
                <a:gd name="connsiteX30" fmla="*/ 303665 w 360120"/>
                <a:gd name="connsiteY30" fmla="*/ 705900 h 1345735"/>
                <a:gd name="connsiteX31" fmla="*/ 354647 w 360120"/>
                <a:gd name="connsiteY31" fmla="*/ 699485 h 1345735"/>
                <a:gd name="connsiteX32" fmla="*/ 360120 w 360120"/>
                <a:gd name="connsiteY32" fmla="*/ 779122 h 1345735"/>
                <a:gd name="connsiteX33" fmla="*/ 356528 w 360120"/>
                <a:gd name="connsiteY33" fmla="*/ 779635 h 1345735"/>
                <a:gd name="connsiteX34" fmla="*/ 356785 w 360120"/>
                <a:gd name="connsiteY34" fmla="*/ 792809 h 1345735"/>
                <a:gd name="connsiteX35" fmla="*/ 354818 w 360120"/>
                <a:gd name="connsiteY35" fmla="*/ 792980 h 1345735"/>
                <a:gd name="connsiteX36" fmla="*/ 355672 w 360120"/>
                <a:gd name="connsiteY36" fmla="*/ 793236 h 1345735"/>
                <a:gd name="connsiteX37" fmla="*/ 347889 w 360120"/>
                <a:gd name="connsiteY37" fmla="*/ 805297 h 1345735"/>
                <a:gd name="connsiteX38" fmla="*/ 321542 w 360120"/>
                <a:gd name="connsiteY38" fmla="*/ 816075 h 1345735"/>
                <a:gd name="connsiteX39" fmla="*/ 309310 w 360120"/>
                <a:gd name="connsiteY39" fmla="*/ 813851 h 1345735"/>
                <a:gd name="connsiteX40" fmla="*/ 307514 w 360120"/>
                <a:gd name="connsiteY40" fmla="*/ 812312 h 1345735"/>
                <a:gd name="connsiteX41" fmla="*/ 294426 w 360120"/>
                <a:gd name="connsiteY41" fmla="*/ 963289 h 1345735"/>
                <a:gd name="connsiteX42" fmla="*/ 275094 w 360120"/>
                <a:gd name="connsiteY42" fmla="*/ 972270 h 1345735"/>
                <a:gd name="connsiteX43" fmla="*/ 275522 w 360120"/>
                <a:gd name="connsiteY43" fmla="*/ 980739 h 1345735"/>
                <a:gd name="connsiteX44" fmla="*/ 275951 w 360120"/>
                <a:gd name="connsiteY44" fmla="*/ 1045749 h 1345735"/>
                <a:gd name="connsiteX45" fmla="*/ 267054 w 360120"/>
                <a:gd name="connsiteY45" fmla="*/ 1115464 h 1345735"/>
                <a:gd name="connsiteX46" fmla="*/ 237800 w 360120"/>
                <a:gd name="connsiteY46" fmla="*/ 1212038 h 1345735"/>
                <a:gd name="connsiteX47" fmla="*/ 229330 w 360120"/>
                <a:gd name="connsiteY47" fmla="*/ 1244543 h 1345735"/>
                <a:gd name="connsiteX48" fmla="*/ 228904 w 360120"/>
                <a:gd name="connsiteY48" fmla="*/ 1261479 h 1345735"/>
                <a:gd name="connsiteX49" fmla="*/ 224199 w 360120"/>
                <a:gd name="connsiteY49" fmla="*/ 1273199 h 1345735"/>
                <a:gd name="connsiteX50" fmla="*/ 227962 w 360120"/>
                <a:gd name="connsiteY50" fmla="*/ 1308099 h 1345735"/>
                <a:gd name="connsiteX51" fmla="*/ 228904 w 360120"/>
                <a:gd name="connsiteY51" fmla="*/ 1328371 h 1345735"/>
                <a:gd name="connsiteX52" fmla="*/ 228904 w 360120"/>
                <a:gd name="connsiteY52" fmla="*/ 1339663 h 1345735"/>
                <a:gd name="connsiteX53" fmla="*/ 219408 w 360120"/>
                <a:gd name="connsiteY53" fmla="*/ 1345736 h 1345735"/>
                <a:gd name="connsiteX54" fmla="*/ 179462 w 360120"/>
                <a:gd name="connsiteY54" fmla="*/ 1345736 h 1345735"/>
                <a:gd name="connsiteX55" fmla="*/ 172875 w 360120"/>
                <a:gd name="connsiteY55" fmla="*/ 1341545 h 1345735"/>
                <a:gd name="connsiteX56" fmla="*/ 172875 w 360120"/>
                <a:gd name="connsiteY56" fmla="*/ 1313744 h 1345735"/>
                <a:gd name="connsiteX57" fmla="*/ 172276 w 360120"/>
                <a:gd name="connsiteY57" fmla="*/ 1274653 h 1345735"/>
                <a:gd name="connsiteX58" fmla="*/ 185107 w 360120"/>
                <a:gd name="connsiteY58" fmla="*/ 1252498 h 1345735"/>
                <a:gd name="connsiteX59" fmla="*/ 190668 w 360120"/>
                <a:gd name="connsiteY59" fmla="*/ 1231284 h 1345735"/>
                <a:gd name="connsiteX60" fmla="*/ 193061 w 360120"/>
                <a:gd name="connsiteY60" fmla="*/ 1177565 h 1345735"/>
                <a:gd name="connsiteX61" fmla="*/ 200590 w 360120"/>
                <a:gd name="connsiteY61" fmla="*/ 1068759 h 1345735"/>
                <a:gd name="connsiteX62" fmla="*/ 201958 w 360120"/>
                <a:gd name="connsiteY62" fmla="*/ 1007085 h 1345735"/>
                <a:gd name="connsiteX63" fmla="*/ 196827 w 360120"/>
                <a:gd name="connsiteY63" fmla="*/ 980568 h 1345735"/>
                <a:gd name="connsiteX64" fmla="*/ 180230 w 360120"/>
                <a:gd name="connsiteY64" fmla="*/ 981509 h 1345735"/>
                <a:gd name="connsiteX65" fmla="*/ 176039 w 360120"/>
                <a:gd name="connsiteY65" fmla="*/ 981680 h 1345735"/>
                <a:gd name="connsiteX66" fmla="*/ 156367 w 360120"/>
                <a:gd name="connsiteY66" fmla="*/ 982193 h 1345735"/>
                <a:gd name="connsiteX67" fmla="*/ 156367 w 360120"/>
                <a:gd name="connsiteY67" fmla="*/ 982193 h 1345735"/>
                <a:gd name="connsiteX68" fmla="*/ 155853 w 360120"/>
                <a:gd name="connsiteY68" fmla="*/ 983562 h 1345735"/>
                <a:gd name="connsiteX69" fmla="*/ 151490 w 360120"/>
                <a:gd name="connsiteY69" fmla="*/ 1008026 h 1345735"/>
                <a:gd name="connsiteX70" fmla="*/ 161926 w 360120"/>
                <a:gd name="connsiteY70" fmla="*/ 1058922 h 1345735"/>
                <a:gd name="connsiteX71" fmla="*/ 157649 w 360120"/>
                <a:gd name="connsiteY71" fmla="*/ 1161569 h 1345735"/>
                <a:gd name="connsiteX72" fmla="*/ 157649 w 360120"/>
                <a:gd name="connsiteY72" fmla="*/ 1206307 h 1345735"/>
                <a:gd name="connsiteX73" fmla="*/ 171848 w 360120"/>
                <a:gd name="connsiteY73" fmla="*/ 1229402 h 1345735"/>
                <a:gd name="connsiteX74" fmla="*/ 167485 w 360120"/>
                <a:gd name="connsiteY74" fmla="*/ 1249675 h 1345735"/>
                <a:gd name="connsiteX75" fmla="*/ 162354 w 360120"/>
                <a:gd name="connsiteY75" fmla="*/ 1273199 h 1345735"/>
                <a:gd name="connsiteX76" fmla="*/ 161412 w 360120"/>
                <a:gd name="connsiteY76" fmla="*/ 1291076 h 1345735"/>
                <a:gd name="connsiteX77" fmla="*/ 157221 w 360120"/>
                <a:gd name="connsiteY77" fmla="*/ 1294327 h 1345735"/>
                <a:gd name="connsiteX78" fmla="*/ 155425 w 360120"/>
                <a:gd name="connsiteY78" fmla="*/ 1319732 h 1345735"/>
                <a:gd name="connsiteX79" fmla="*/ 131302 w 360120"/>
                <a:gd name="connsiteY79" fmla="*/ 1343256 h 1345735"/>
                <a:gd name="connsiteX80" fmla="*/ 100680 w 360120"/>
                <a:gd name="connsiteY80" fmla="*/ 1331023 h 1345735"/>
                <a:gd name="connsiteX81" fmla="*/ 107779 w 360120"/>
                <a:gd name="connsiteY81" fmla="*/ 1294241 h 1345735"/>
                <a:gd name="connsiteX82" fmla="*/ 122405 w 360120"/>
                <a:gd name="connsiteY82" fmla="*/ 1238641 h 1345735"/>
                <a:gd name="connsiteX83" fmla="*/ 115307 w 360120"/>
                <a:gd name="connsiteY83" fmla="*/ 1197667 h 1345735"/>
                <a:gd name="connsiteX84" fmla="*/ 84683 w 360120"/>
                <a:gd name="connsiteY84" fmla="*/ 1063456 h 1345735"/>
                <a:gd name="connsiteX85" fmla="*/ 79124 w 360120"/>
                <a:gd name="connsiteY85" fmla="*/ 966710 h 1345735"/>
                <a:gd name="connsiteX86" fmla="*/ 76643 w 360120"/>
                <a:gd name="connsiteY86" fmla="*/ 964401 h 1345735"/>
                <a:gd name="connsiteX87" fmla="*/ 40118 w 360120"/>
                <a:gd name="connsiteY87" fmla="*/ 857049 h 1345735"/>
                <a:gd name="connsiteX88" fmla="*/ 46362 w 360120"/>
                <a:gd name="connsiteY88" fmla="*/ 705045 h 1345735"/>
                <a:gd name="connsiteX89" fmla="*/ 52606 w 360120"/>
                <a:gd name="connsiteY89" fmla="*/ 669888 h 1345735"/>
                <a:gd name="connsiteX90" fmla="*/ 25747 w 360120"/>
                <a:gd name="connsiteY90" fmla="*/ 656031 h 1345735"/>
                <a:gd name="connsiteX91" fmla="*/ 0 w 360120"/>
                <a:gd name="connsiteY91" fmla="*/ 645338 h 1345735"/>
                <a:gd name="connsiteX92" fmla="*/ 37637 w 360120"/>
                <a:gd name="connsiteY92" fmla="*/ 559286 h 1345735"/>
                <a:gd name="connsiteX93" fmla="*/ 35841 w 360120"/>
                <a:gd name="connsiteY93" fmla="*/ 559884 h 1345735"/>
                <a:gd name="connsiteX94" fmla="*/ 31392 w 360120"/>
                <a:gd name="connsiteY94" fmla="*/ 556121 h 1345735"/>
                <a:gd name="connsiteX95" fmla="*/ 60903 w 360120"/>
                <a:gd name="connsiteY95" fmla="*/ 515917 h 1345735"/>
                <a:gd name="connsiteX96" fmla="*/ 78439 w 360120"/>
                <a:gd name="connsiteY96" fmla="*/ 465021 h 1345735"/>
                <a:gd name="connsiteX97" fmla="*/ 65351 w 360120"/>
                <a:gd name="connsiteY97" fmla="*/ 413526 h 1345735"/>
                <a:gd name="connsiteX98" fmla="*/ 27030 w 360120"/>
                <a:gd name="connsiteY98" fmla="*/ 335001 h 1345735"/>
                <a:gd name="connsiteX99" fmla="*/ 23010 w 360120"/>
                <a:gd name="connsiteY99" fmla="*/ 324907 h 1345735"/>
                <a:gd name="connsiteX100" fmla="*/ 22410 w 360120"/>
                <a:gd name="connsiteY100" fmla="*/ 322341 h 1345735"/>
                <a:gd name="connsiteX101" fmla="*/ 23780 w 360120"/>
                <a:gd name="connsiteY101" fmla="*/ 307372 h 1345735"/>
                <a:gd name="connsiteX102" fmla="*/ 19161 w 360120"/>
                <a:gd name="connsiteY102" fmla="*/ 297193 h 1345735"/>
                <a:gd name="connsiteX103" fmla="*/ 16509 w 360120"/>
                <a:gd name="connsiteY103" fmla="*/ 294541 h 1345735"/>
                <a:gd name="connsiteX104" fmla="*/ 12488 w 360120"/>
                <a:gd name="connsiteY104" fmla="*/ 279058 h 1345735"/>
                <a:gd name="connsiteX105" fmla="*/ 9237 w 360120"/>
                <a:gd name="connsiteY105" fmla="*/ 210627 h 1345735"/>
                <a:gd name="connsiteX106" fmla="*/ 428 w 360120"/>
                <a:gd name="connsiteY106" fmla="*/ 141511 h 1345735"/>
                <a:gd name="connsiteX107" fmla="*/ 3506 w 360120"/>
                <a:gd name="connsiteY107" fmla="*/ 136635 h 1345735"/>
                <a:gd name="connsiteX108" fmla="*/ 2224 w 360120"/>
                <a:gd name="connsiteY108" fmla="*/ 126883 h 1345735"/>
                <a:gd name="connsiteX109" fmla="*/ 14199 w 360120"/>
                <a:gd name="connsiteY109" fmla="*/ 123120 h 1345735"/>
                <a:gd name="connsiteX110" fmla="*/ 17022 w 360120"/>
                <a:gd name="connsiteY110" fmla="*/ 63841 h 1345735"/>
                <a:gd name="connsiteX111" fmla="*/ 31478 w 360120"/>
                <a:gd name="connsiteY111" fmla="*/ 41943 h 1345735"/>
                <a:gd name="connsiteX112" fmla="*/ 30196 w 360120"/>
                <a:gd name="connsiteY112" fmla="*/ 36554 h 1345735"/>
                <a:gd name="connsiteX113" fmla="*/ 27115 w 360120"/>
                <a:gd name="connsiteY113" fmla="*/ 31849 h 1345735"/>
                <a:gd name="connsiteX114" fmla="*/ 33702 w 360120"/>
                <a:gd name="connsiteY114" fmla="*/ 22782 h 1345735"/>
                <a:gd name="connsiteX115" fmla="*/ 37893 w 360120"/>
                <a:gd name="connsiteY115" fmla="*/ 18419 h 1345735"/>
                <a:gd name="connsiteX116" fmla="*/ 44737 w 360120"/>
                <a:gd name="connsiteY116" fmla="*/ 13373 h 1345735"/>
                <a:gd name="connsiteX117" fmla="*/ 48757 w 360120"/>
                <a:gd name="connsiteY117" fmla="*/ 9609 h 1345735"/>
                <a:gd name="connsiteX118" fmla="*/ 54488 w 360120"/>
                <a:gd name="connsiteY118" fmla="*/ 11148 h 1345735"/>
                <a:gd name="connsiteX119" fmla="*/ 63555 w 360120"/>
                <a:gd name="connsiteY119" fmla="*/ 199 h 1345735"/>
                <a:gd name="connsiteX120" fmla="*/ 68260 w 360120"/>
                <a:gd name="connsiteY120" fmla="*/ 542 h 1345735"/>
                <a:gd name="connsiteX121" fmla="*/ 68260 w 360120"/>
                <a:gd name="connsiteY121" fmla="*/ 13458 h 1345735"/>
                <a:gd name="connsiteX122" fmla="*/ 70741 w 360120"/>
                <a:gd name="connsiteY122" fmla="*/ 15682 h 1345735"/>
                <a:gd name="connsiteX123" fmla="*/ 75787 w 360120"/>
                <a:gd name="connsiteY123" fmla="*/ 28855 h 1345735"/>
                <a:gd name="connsiteX124" fmla="*/ 76729 w 360120"/>
                <a:gd name="connsiteY124" fmla="*/ 39548 h 1345735"/>
                <a:gd name="connsiteX125" fmla="*/ 44395 w 360120"/>
                <a:gd name="connsiteY125" fmla="*/ 66835 h 1345735"/>
                <a:gd name="connsiteX126" fmla="*/ 42170 w 360120"/>
                <a:gd name="connsiteY126" fmla="*/ 84712 h 1345735"/>
                <a:gd name="connsiteX127" fmla="*/ 46533 w 360120"/>
                <a:gd name="connsiteY127" fmla="*/ 121409 h 1345735"/>
                <a:gd name="connsiteX128" fmla="*/ 54488 w 360120"/>
                <a:gd name="connsiteY128" fmla="*/ 122692 h 1345735"/>
                <a:gd name="connsiteX129" fmla="*/ 54659 w 360120"/>
                <a:gd name="connsiteY129" fmla="*/ 129535 h 1345735"/>
                <a:gd name="connsiteX130" fmla="*/ 57054 w 360120"/>
                <a:gd name="connsiteY130" fmla="*/ 131503 h 1345735"/>
                <a:gd name="connsiteX131" fmla="*/ 59021 w 360120"/>
                <a:gd name="connsiteY131" fmla="*/ 154085 h 1345735"/>
                <a:gd name="connsiteX132" fmla="*/ 74076 w 360120"/>
                <a:gd name="connsiteY132" fmla="*/ 246382 h 1345735"/>
                <a:gd name="connsiteX133" fmla="*/ 82887 w 360120"/>
                <a:gd name="connsiteY133" fmla="*/ 272728 h 1345735"/>
                <a:gd name="connsiteX134" fmla="*/ 84683 w 360120"/>
                <a:gd name="connsiteY134" fmla="*/ 292830 h 1345735"/>
                <a:gd name="connsiteX135" fmla="*/ 97942 w 360120"/>
                <a:gd name="connsiteY135" fmla="*/ 321742 h 1345735"/>
                <a:gd name="connsiteX136" fmla="*/ 104187 w 360120"/>
                <a:gd name="connsiteY136" fmla="*/ 328671 h 1345735"/>
                <a:gd name="connsiteX137" fmla="*/ 134382 w 360120"/>
                <a:gd name="connsiteY137" fmla="*/ 319861 h 1345735"/>
                <a:gd name="connsiteX138" fmla="*/ 153714 w 360120"/>
                <a:gd name="connsiteY138" fmla="*/ 351254 h 1345735"/>
                <a:gd name="connsiteX139" fmla="*/ 162183 w 360120"/>
                <a:gd name="connsiteY139" fmla="*/ 345608 h 1345735"/>
                <a:gd name="connsiteX140" fmla="*/ 161926 w 360120"/>
                <a:gd name="connsiteY140" fmla="*/ 343042 h 1345735"/>
                <a:gd name="connsiteX141" fmla="*/ 156878 w 360120"/>
                <a:gd name="connsiteY141" fmla="*/ 299673 h 1345735"/>
                <a:gd name="connsiteX142" fmla="*/ 149951 w 360120"/>
                <a:gd name="connsiteY142" fmla="*/ 299074 h 1345735"/>
                <a:gd name="connsiteX143" fmla="*/ 140626 w 360120"/>
                <a:gd name="connsiteY143" fmla="*/ 264516 h 1345735"/>
                <a:gd name="connsiteX144" fmla="*/ 146871 w 360120"/>
                <a:gd name="connsiteY144" fmla="*/ 263233 h 1345735"/>
                <a:gd name="connsiteX145" fmla="*/ 146871 w 360120"/>
                <a:gd name="connsiteY145" fmla="*/ 229360 h 1345735"/>
                <a:gd name="connsiteX146" fmla="*/ 207776 w 360120"/>
                <a:gd name="connsiteY146" fmla="*/ 182912 h 1345735"/>
                <a:gd name="connsiteX147" fmla="*/ 259354 w 360120"/>
                <a:gd name="connsiteY147" fmla="*/ 226879 h 1345735"/>
                <a:gd name="connsiteX148" fmla="*/ 258671 w 360120"/>
                <a:gd name="connsiteY148" fmla="*/ 255792 h 1345735"/>
                <a:gd name="connsiteX149" fmla="*/ 264402 w 360120"/>
                <a:gd name="connsiteY149" fmla="*/ 257075 h 1345735"/>
                <a:gd name="connsiteX150" fmla="*/ 255591 w 360120"/>
                <a:gd name="connsiteY150" fmla="*/ 294712 h 1345735"/>
                <a:gd name="connsiteX151" fmla="*/ 250460 w 360120"/>
                <a:gd name="connsiteY151" fmla="*/ 294712 h 1345735"/>
                <a:gd name="connsiteX152" fmla="*/ 245412 w 360120"/>
                <a:gd name="connsiteY152" fmla="*/ 312932 h 1345735"/>
                <a:gd name="connsiteX153" fmla="*/ 245412 w 360120"/>
                <a:gd name="connsiteY153" fmla="*/ 335514 h 1345735"/>
                <a:gd name="connsiteX154" fmla="*/ 244045 w 360120"/>
                <a:gd name="connsiteY154" fmla="*/ 348003 h 1345735"/>
                <a:gd name="connsiteX155" fmla="*/ 244216 w 360120"/>
                <a:gd name="connsiteY155" fmla="*/ 348003 h 1345735"/>
                <a:gd name="connsiteX156" fmla="*/ 269961 w 360120"/>
                <a:gd name="connsiteY156" fmla="*/ 374435 h 1345735"/>
                <a:gd name="connsiteX157" fmla="*/ 305204 w 360120"/>
                <a:gd name="connsiteY157" fmla="*/ 385726 h 1345735"/>
                <a:gd name="connsiteX158" fmla="*/ 330267 w 360120"/>
                <a:gd name="connsiteY158" fmla="*/ 404545 h 1345735"/>
                <a:gd name="connsiteX159" fmla="*/ 342841 w 360120"/>
                <a:gd name="connsiteY159" fmla="*/ 420883 h 1345735"/>
                <a:gd name="connsiteX160" fmla="*/ 348574 w 360120"/>
                <a:gd name="connsiteY160" fmla="*/ 527636 h 1345735"/>
                <a:gd name="connsiteX161" fmla="*/ 340362 w 360120"/>
                <a:gd name="connsiteY161" fmla="*/ 589139 h 1345735"/>
                <a:gd name="connsiteX162" fmla="*/ 354818 w 360120"/>
                <a:gd name="connsiteY162" fmla="*/ 699057 h 1345735"/>
                <a:gd name="connsiteX163" fmla="*/ 354818 w 360120"/>
                <a:gd name="connsiteY163" fmla="*/ 699057 h 1345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360120" h="1345735">
                  <a:moveTo>
                    <a:pt x="308625" y="787249"/>
                  </a:moveTo>
                  <a:cubicBezTo>
                    <a:pt x="308454" y="792381"/>
                    <a:pt x="308199" y="798369"/>
                    <a:pt x="307771" y="805126"/>
                  </a:cubicBezTo>
                  <a:cubicBezTo>
                    <a:pt x="309139" y="803586"/>
                    <a:pt x="310423" y="801876"/>
                    <a:pt x="310423" y="800764"/>
                  </a:cubicBezTo>
                  <a:cubicBezTo>
                    <a:pt x="310423" y="798796"/>
                    <a:pt x="309824" y="788532"/>
                    <a:pt x="309824" y="788532"/>
                  </a:cubicBezTo>
                  <a:lnTo>
                    <a:pt x="310678" y="788532"/>
                  </a:lnTo>
                  <a:cubicBezTo>
                    <a:pt x="310678" y="788532"/>
                    <a:pt x="308625" y="787249"/>
                    <a:pt x="308625" y="787249"/>
                  </a:cubicBezTo>
                  <a:lnTo>
                    <a:pt x="308625" y="787249"/>
                  </a:lnTo>
                  <a:close/>
                  <a:moveTo>
                    <a:pt x="308625" y="777497"/>
                  </a:moveTo>
                  <a:lnTo>
                    <a:pt x="308796" y="778352"/>
                  </a:lnTo>
                  <a:lnTo>
                    <a:pt x="308968" y="777583"/>
                  </a:lnTo>
                  <a:lnTo>
                    <a:pt x="308711" y="777583"/>
                  </a:lnTo>
                  <a:close/>
                  <a:moveTo>
                    <a:pt x="303751" y="705729"/>
                  </a:moveTo>
                  <a:cubicBezTo>
                    <a:pt x="302467" y="693155"/>
                    <a:pt x="295539" y="673652"/>
                    <a:pt x="294255" y="668691"/>
                  </a:cubicBezTo>
                  <a:cubicBezTo>
                    <a:pt x="292973" y="663644"/>
                    <a:pt x="291774" y="656715"/>
                    <a:pt x="289208" y="646707"/>
                  </a:cubicBezTo>
                  <a:cubicBezTo>
                    <a:pt x="286729" y="636699"/>
                    <a:pt x="286044" y="629086"/>
                    <a:pt x="283477" y="617196"/>
                  </a:cubicBezTo>
                  <a:cubicBezTo>
                    <a:pt x="280996" y="605306"/>
                    <a:pt x="279714" y="586402"/>
                    <a:pt x="279114" y="579558"/>
                  </a:cubicBezTo>
                  <a:cubicBezTo>
                    <a:pt x="278432" y="572630"/>
                    <a:pt x="275951" y="577078"/>
                    <a:pt x="275351" y="567669"/>
                  </a:cubicBezTo>
                  <a:cubicBezTo>
                    <a:pt x="274666" y="558259"/>
                    <a:pt x="269107" y="541237"/>
                    <a:pt x="265344" y="542520"/>
                  </a:cubicBezTo>
                  <a:cubicBezTo>
                    <a:pt x="263120" y="543204"/>
                    <a:pt x="260467" y="548251"/>
                    <a:pt x="259185" y="554068"/>
                  </a:cubicBezTo>
                  <a:cubicBezTo>
                    <a:pt x="258928" y="556805"/>
                    <a:pt x="258928" y="560740"/>
                    <a:pt x="258928" y="564846"/>
                  </a:cubicBezTo>
                  <a:lnTo>
                    <a:pt x="259611" y="567070"/>
                  </a:lnTo>
                  <a:cubicBezTo>
                    <a:pt x="263377" y="575196"/>
                    <a:pt x="265344" y="577762"/>
                    <a:pt x="269107" y="582125"/>
                  </a:cubicBezTo>
                  <a:cubicBezTo>
                    <a:pt x="272870" y="586487"/>
                    <a:pt x="269621" y="590935"/>
                    <a:pt x="270389" y="600943"/>
                  </a:cubicBezTo>
                  <a:cubicBezTo>
                    <a:pt x="270903" y="610952"/>
                    <a:pt x="272870" y="624210"/>
                    <a:pt x="275437" y="633021"/>
                  </a:cubicBezTo>
                  <a:cubicBezTo>
                    <a:pt x="277918" y="641831"/>
                    <a:pt x="275437" y="640548"/>
                    <a:pt x="277233" y="644996"/>
                  </a:cubicBezTo>
                  <a:cubicBezTo>
                    <a:pt x="279200" y="649359"/>
                    <a:pt x="281681" y="653807"/>
                    <a:pt x="284761" y="658854"/>
                  </a:cubicBezTo>
                  <a:cubicBezTo>
                    <a:pt x="288011" y="663900"/>
                    <a:pt x="291006" y="672625"/>
                    <a:pt x="294255" y="681436"/>
                  </a:cubicBezTo>
                  <a:cubicBezTo>
                    <a:pt x="297421" y="690247"/>
                    <a:pt x="296736" y="702137"/>
                    <a:pt x="297421" y="712829"/>
                  </a:cubicBezTo>
                  <a:cubicBezTo>
                    <a:pt x="297678" y="717962"/>
                    <a:pt x="300328" y="724634"/>
                    <a:pt x="302980" y="734556"/>
                  </a:cubicBezTo>
                  <a:cubicBezTo>
                    <a:pt x="303494" y="723949"/>
                    <a:pt x="304263" y="712402"/>
                    <a:pt x="303665" y="705900"/>
                  </a:cubicBezTo>
                  <a:lnTo>
                    <a:pt x="303665" y="705900"/>
                  </a:lnTo>
                  <a:close/>
                  <a:moveTo>
                    <a:pt x="354647" y="699485"/>
                  </a:moveTo>
                  <a:cubicBezTo>
                    <a:pt x="359009" y="761672"/>
                    <a:pt x="360120" y="779122"/>
                    <a:pt x="360120" y="779122"/>
                  </a:cubicBezTo>
                  <a:lnTo>
                    <a:pt x="356528" y="779635"/>
                  </a:lnTo>
                  <a:lnTo>
                    <a:pt x="356785" y="792809"/>
                  </a:lnTo>
                  <a:cubicBezTo>
                    <a:pt x="356785" y="792809"/>
                    <a:pt x="356100" y="792809"/>
                    <a:pt x="354818" y="792980"/>
                  </a:cubicBezTo>
                  <a:lnTo>
                    <a:pt x="355672" y="793236"/>
                  </a:lnTo>
                  <a:cubicBezTo>
                    <a:pt x="355672" y="793236"/>
                    <a:pt x="351737" y="802646"/>
                    <a:pt x="347889" y="805297"/>
                  </a:cubicBezTo>
                  <a:cubicBezTo>
                    <a:pt x="343954" y="807949"/>
                    <a:pt x="327700" y="816075"/>
                    <a:pt x="321542" y="816075"/>
                  </a:cubicBezTo>
                  <a:cubicBezTo>
                    <a:pt x="315383" y="816075"/>
                    <a:pt x="311534" y="815391"/>
                    <a:pt x="309310" y="813851"/>
                  </a:cubicBezTo>
                  <a:lnTo>
                    <a:pt x="307514" y="812312"/>
                  </a:lnTo>
                  <a:cubicBezTo>
                    <a:pt x="303922" y="869195"/>
                    <a:pt x="294426" y="963289"/>
                    <a:pt x="294426" y="963289"/>
                  </a:cubicBezTo>
                  <a:cubicBezTo>
                    <a:pt x="292374" y="966539"/>
                    <a:pt x="287155" y="969533"/>
                    <a:pt x="275094" y="972270"/>
                  </a:cubicBezTo>
                  <a:cubicBezTo>
                    <a:pt x="275266" y="975008"/>
                    <a:pt x="275266" y="978002"/>
                    <a:pt x="275522" y="980739"/>
                  </a:cubicBezTo>
                  <a:cubicBezTo>
                    <a:pt x="275951" y="988266"/>
                    <a:pt x="275522" y="1025476"/>
                    <a:pt x="275951" y="1045749"/>
                  </a:cubicBezTo>
                  <a:cubicBezTo>
                    <a:pt x="276377" y="1066022"/>
                    <a:pt x="272613" y="1090486"/>
                    <a:pt x="267054" y="1115464"/>
                  </a:cubicBezTo>
                  <a:cubicBezTo>
                    <a:pt x="261324" y="1140441"/>
                    <a:pt x="245327" y="1189455"/>
                    <a:pt x="237800" y="1212038"/>
                  </a:cubicBezTo>
                  <a:cubicBezTo>
                    <a:pt x="230272" y="1234620"/>
                    <a:pt x="229330" y="1238384"/>
                    <a:pt x="229330" y="1244543"/>
                  </a:cubicBezTo>
                  <a:cubicBezTo>
                    <a:pt x="229330" y="1250702"/>
                    <a:pt x="231299" y="1256347"/>
                    <a:pt x="228904" y="1261479"/>
                  </a:cubicBezTo>
                  <a:cubicBezTo>
                    <a:pt x="226508" y="1266698"/>
                    <a:pt x="224627" y="1267553"/>
                    <a:pt x="224199" y="1273199"/>
                  </a:cubicBezTo>
                  <a:cubicBezTo>
                    <a:pt x="223771" y="1278844"/>
                    <a:pt x="227962" y="1299117"/>
                    <a:pt x="227962" y="1308099"/>
                  </a:cubicBezTo>
                  <a:cubicBezTo>
                    <a:pt x="227962" y="1317080"/>
                    <a:pt x="229330" y="1325549"/>
                    <a:pt x="228904" y="1328371"/>
                  </a:cubicBezTo>
                  <a:cubicBezTo>
                    <a:pt x="228476" y="1331194"/>
                    <a:pt x="231725" y="1335899"/>
                    <a:pt x="228904" y="1339663"/>
                  </a:cubicBezTo>
                  <a:cubicBezTo>
                    <a:pt x="226080" y="1343426"/>
                    <a:pt x="219408" y="1345736"/>
                    <a:pt x="219408" y="1345736"/>
                  </a:cubicBezTo>
                  <a:lnTo>
                    <a:pt x="179462" y="1345736"/>
                  </a:lnTo>
                  <a:cubicBezTo>
                    <a:pt x="179462" y="1345736"/>
                    <a:pt x="173303" y="1344795"/>
                    <a:pt x="172875" y="1341545"/>
                  </a:cubicBezTo>
                  <a:cubicBezTo>
                    <a:pt x="172276" y="1338208"/>
                    <a:pt x="171933" y="1324094"/>
                    <a:pt x="172875" y="1313744"/>
                  </a:cubicBezTo>
                  <a:cubicBezTo>
                    <a:pt x="173729" y="1303394"/>
                    <a:pt x="170908" y="1280298"/>
                    <a:pt x="172276" y="1274653"/>
                  </a:cubicBezTo>
                  <a:cubicBezTo>
                    <a:pt x="173646" y="1269007"/>
                    <a:pt x="182711" y="1261479"/>
                    <a:pt x="185107" y="1252498"/>
                  </a:cubicBezTo>
                  <a:cubicBezTo>
                    <a:pt x="187331" y="1243516"/>
                    <a:pt x="188273" y="1239325"/>
                    <a:pt x="190668" y="1231284"/>
                  </a:cubicBezTo>
                  <a:cubicBezTo>
                    <a:pt x="193061" y="1223243"/>
                    <a:pt x="193489" y="1204852"/>
                    <a:pt x="193061" y="1177565"/>
                  </a:cubicBezTo>
                  <a:cubicBezTo>
                    <a:pt x="192635" y="1150278"/>
                    <a:pt x="197253" y="1094164"/>
                    <a:pt x="200590" y="1068759"/>
                  </a:cubicBezTo>
                  <a:cubicBezTo>
                    <a:pt x="203925" y="1043354"/>
                    <a:pt x="204353" y="1017863"/>
                    <a:pt x="201958" y="1007085"/>
                  </a:cubicBezTo>
                  <a:cubicBezTo>
                    <a:pt x="199905" y="997505"/>
                    <a:pt x="198194" y="987924"/>
                    <a:pt x="196827" y="980568"/>
                  </a:cubicBezTo>
                  <a:cubicBezTo>
                    <a:pt x="191522" y="980910"/>
                    <a:pt x="186134" y="981167"/>
                    <a:pt x="180230" y="981509"/>
                  </a:cubicBezTo>
                  <a:cubicBezTo>
                    <a:pt x="178691" y="981509"/>
                    <a:pt x="177409" y="981594"/>
                    <a:pt x="176039" y="981680"/>
                  </a:cubicBezTo>
                  <a:cubicBezTo>
                    <a:pt x="166716" y="982279"/>
                    <a:pt x="157392" y="982621"/>
                    <a:pt x="156367" y="982193"/>
                  </a:cubicBezTo>
                  <a:lnTo>
                    <a:pt x="156367" y="982193"/>
                  </a:lnTo>
                  <a:cubicBezTo>
                    <a:pt x="156367" y="982193"/>
                    <a:pt x="155853" y="983562"/>
                    <a:pt x="155853" y="983562"/>
                  </a:cubicBezTo>
                  <a:cubicBezTo>
                    <a:pt x="152090" y="992971"/>
                    <a:pt x="150720" y="1000071"/>
                    <a:pt x="151490" y="1008026"/>
                  </a:cubicBezTo>
                  <a:cubicBezTo>
                    <a:pt x="152430" y="1015981"/>
                    <a:pt x="160984" y="1035313"/>
                    <a:pt x="161926" y="1058922"/>
                  </a:cubicBezTo>
                  <a:cubicBezTo>
                    <a:pt x="162868" y="1082445"/>
                    <a:pt x="158163" y="1122991"/>
                    <a:pt x="157649" y="1161569"/>
                  </a:cubicBezTo>
                  <a:cubicBezTo>
                    <a:pt x="157221" y="1200233"/>
                    <a:pt x="155425" y="1202543"/>
                    <a:pt x="157649" y="1206307"/>
                  </a:cubicBezTo>
                  <a:cubicBezTo>
                    <a:pt x="160044" y="1210070"/>
                    <a:pt x="170908" y="1222816"/>
                    <a:pt x="171848" y="1229402"/>
                  </a:cubicBezTo>
                  <a:cubicBezTo>
                    <a:pt x="171848" y="1229402"/>
                    <a:pt x="172276" y="1240266"/>
                    <a:pt x="167485" y="1249675"/>
                  </a:cubicBezTo>
                  <a:cubicBezTo>
                    <a:pt x="162868" y="1259084"/>
                    <a:pt x="162354" y="1266184"/>
                    <a:pt x="162354" y="1273199"/>
                  </a:cubicBezTo>
                  <a:cubicBezTo>
                    <a:pt x="162354" y="1280213"/>
                    <a:pt x="161412" y="1289280"/>
                    <a:pt x="161412" y="1291076"/>
                  </a:cubicBezTo>
                  <a:cubicBezTo>
                    <a:pt x="161412" y="1292873"/>
                    <a:pt x="157221" y="1294327"/>
                    <a:pt x="157221" y="1294327"/>
                  </a:cubicBezTo>
                  <a:cubicBezTo>
                    <a:pt x="157221" y="1294327"/>
                    <a:pt x="157221" y="1310323"/>
                    <a:pt x="155425" y="1319732"/>
                  </a:cubicBezTo>
                  <a:cubicBezTo>
                    <a:pt x="153457" y="1329141"/>
                    <a:pt x="152090" y="1343256"/>
                    <a:pt x="131302" y="1343256"/>
                  </a:cubicBezTo>
                  <a:cubicBezTo>
                    <a:pt x="110516" y="1343256"/>
                    <a:pt x="104443" y="1338037"/>
                    <a:pt x="100680" y="1331023"/>
                  </a:cubicBezTo>
                  <a:cubicBezTo>
                    <a:pt x="96915" y="1323923"/>
                    <a:pt x="102647" y="1311691"/>
                    <a:pt x="107779" y="1294241"/>
                  </a:cubicBezTo>
                  <a:cubicBezTo>
                    <a:pt x="112912" y="1276791"/>
                    <a:pt x="120438" y="1247622"/>
                    <a:pt x="122405" y="1238641"/>
                  </a:cubicBezTo>
                  <a:cubicBezTo>
                    <a:pt x="124204" y="1229659"/>
                    <a:pt x="119070" y="1210412"/>
                    <a:pt x="115307" y="1197667"/>
                  </a:cubicBezTo>
                  <a:cubicBezTo>
                    <a:pt x="111544" y="1184922"/>
                    <a:pt x="89988" y="1117174"/>
                    <a:pt x="84683" y="1063456"/>
                  </a:cubicBezTo>
                  <a:cubicBezTo>
                    <a:pt x="80064" y="1015725"/>
                    <a:pt x="79210" y="977317"/>
                    <a:pt x="79124" y="966710"/>
                  </a:cubicBezTo>
                  <a:cubicBezTo>
                    <a:pt x="77328" y="965256"/>
                    <a:pt x="76643" y="964401"/>
                    <a:pt x="76643" y="964401"/>
                  </a:cubicBezTo>
                  <a:cubicBezTo>
                    <a:pt x="63384" y="900930"/>
                    <a:pt x="42684" y="877749"/>
                    <a:pt x="40118" y="857049"/>
                  </a:cubicBezTo>
                  <a:cubicBezTo>
                    <a:pt x="37637" y="836348"/>
                    <a:pt x="39518" y="740202"/>
                    <a:pt x="46362" y="705045"/>
                  </a:cubicBezTo>
                  <a:cubicBezTo>
                    <a:pt x="53291" y="669888"/>
                    <a:pt x="52606" y="669888"/>
                    <a:pt x="52606" y="669888"/>
                  </a:cubicBezTo>
                  <a:cubicBezTo>
                    <a:pt x="52606" y="669888"/>
                    <a:pt x="43795" y="662959"/>
                    <a:pt x="25747" y="656031"/>
                  </a:cubicBezTo>
                  <a:cubicBezTo>
                    <a:pt x="7526" y="649102"/>
                    <a:pt x="0" y="645338"/>
                    <a:pt x="0" y="645338"/>
                  </a:cubicBezTo>
                  <a:cubicBezTo>
                    <a:pt x="5045" y="626520"/>
                    <a:pt x="37637" y="559286"/>
                    <a:pt x="37637" y="559286"/>
                  </a:cubicBezTo>
                  <a:lnTo>
                    <a:pt x="35841" y="559884"/>
                  </a:lnTo>
                  <a:cubicBezTo>
                    <a:pt x="33873" y="560483"/>
                    <a:pt x="31392" y="556121"/>
                    <a:pt x="31392" y="556121"/>
                  </a:cubicBezTo>
                  <a:cubicBezTo>
                    <a:pt x="34644" y="546113"/>
                    <a:pt x="55344" y="526610"/>
                    <a:pt x="60903" y="515917"/>
                  </a:cubicBezTo>
                  <a:cubicBezTo>
                    <a:pt x="66636" y="505225"/>
                    <a:pt x="78439" y="465021"/>
                    <a:pt x="78439" y="465021"/>
                  </a:cubicBezTo>
                  <a:cubicBezTo>
                    <a:pt x="75958" y="452447"/>
                    <a:pt x="71595" y="432345"/>
                    <a:pt x="65351" y="413526"/>
                  </a:cubicBezTo>
                  <a:cubicBezTo>
                    <a:pt x="59107" y="394708"/>
                    <a:pt x="36354" y="353221"/>
                    <a:pt x="27030" y="335001"/>
                  </a:cubicBezTo>
                  <a:cubicBezTo>
                    <a:pt x="24977" y="330981"/>
                    <a:pt x="23695" y="327730"/>
                    <a:pt x="23010" y="324907"/>
                  </a:cubicBezTo>
                  <a:lnTo>
                    <a:pt x="22410" y="322341"/>
                  </a:lnTo>
                  <a:cubicBezTo>
                    <a:pt x="21128" y="314215"/>
                    <a:pt x="24634" y="310964"/>
                    <a:pt x="23780" y="307372"/>
                  </a:cubicBezTo>
                  <a:cubicBezTo>
                    <a:pt x="22838" y="303522"/>
                    <a:pt x="21556" y="300015"/>
                    <a:pt x="19161" y="297193"/>
                  </a:cubicBezTo>
                  <a:lnTo>
                    <a:pt x="16509" y="294541"/>
                  </a:lnTo>
                  <a:cubicBezTo>
                    <a:pt x="13173" y="291633"/>
                    <a:pt x="13685" y="291290"/>
                    <a:pt x="12488" y="279058"/>
                  </a:cubicBezTo>
                  <a:cubicBezTo>
                    <a:pt x="11204" y="266484"/>
                    <a:pt x="11204" y="241421"/>
                    <a:pt x="9237" y="210627"/>
                  </a:cubicBezTo>
                  <a:cubicBezTo>
                    <a:pt x="7441" y="179832"/>
                    <a:pt x="428" y="148439"/>
                    <a:pt x="428" y="141511"/>
                  </a:cubicBezTo>
                  <a:cubicBezTo>
                    <a:pt x="428" y="139543"/>
                    <a:pt x="1539" y="137918"/>
                    <a:pt x="3506" y="136635"/>
                  </a:cubicBezTo>
                  <a:lnTo>
                    <a:pt x="2224" y="126883"/>
                  </a:lnTo>
                  <a:cubicBezTo>
                    <a:pt x="2224" y="126883"/>
                    <a:pt x="6672" y="124831"/>
                    <a:pt x="14199" y="123120"/>
                  </a:cubicBezTo>
                  <a:cubicBezTo>
                    <a:pt x="14028" y="110973"/>
                    <a:pt x="15055" y="84541"/>
                    <a:pt x="17022" y="63841"/>
                  </a:cubicBezTo>
                  <a:cubicBezTo>
                    <a:pt x="18305" y="50668"/>
                    <a:pt x="28826" y="43653"/>
                    <a:pt x="31478" y="41943"/>
                  </a:cubicBezTo>
                  <a:cubicBezTo>
                    <a:pt x="31478" y="41943"/>
                    <a:pt x="32163" y="38436"/>
                    <a:pt x="30196" y="36554"/>
                  </a:cubicBezTo>
                  <a:cubicBezTo>
                    <a:pt x="28398" y="34672"/>
                    <a:pt x="26858" y="34672"/>
                    <a:pt x="27115" y="31849"/>
                  </a:cubicBezTo>
                  <a:cubicBezTo>
                    <a:pt x="27372" y="29026"/>
                    <a:pt x="31135" y="23979"/>
                    <a:pt x="33702" y="22782"/>
                  </a:cubicBezTo>
                  <a:cubicBezTo>
                    <a:pt x="36183" y="21499"/>
                    <a:pt x="36183" y="21242"/>
                    <a:pt x="37893" y="18419"/>
                  </a:cubicBezTo>
                  <a:cubicBezTo>
                    <a:pt x="39433" y="15596"/>
                    <a:pt x="43198" y="14313"/>
                    <a:pt x="44737" y="13373"/>
                  </a:cubicBezTo>
                  <a:cubicBezTo>
                    <a:pt x="46276" y="12431"/>
                    <a:pt x="47558" y="9609"/>
                    <a:pt x="48757" y="9609"/>
                  </a:cubicBezTo>
                  <a:cubicBezTo>
                    <a:pt x="49954" y="9609"/>
                    <a:pt x="52520" y="11148"/>
                    <a:pt x="54488" y="11148"/>
                  </a:cubicBezTo>
                  <a:cubicBezTo>
                    <a:pt x="56455" y="11148"/>
                    <a:pt x="61074" y="798"/>
                    <a:pt x="63555" y="199"/>
                  </a:cubicBezTo>
                  <a:cubicBezTo>
                    <a:pt x="66036" y="-399"/>
                    <a:pt x="68260" y="542"/>
                    <a:pt x="68260" y="542"/>
                  </a:cubicBezTo>
                  <a:cubicBezTo>
                    <a:pt x="71510" y="2423"/>
                    <a:pt x="70228" y="8668"/>
                    <a:pt x="68260" y="13458"/>
                  </a:cubicBezTo>
                  <a:cubicBezTo>
                    <a:pt x="68260" y="13458"/>
                    <a:pt x="69543" y="14057"/>
                    <a:pt x="70741" y="15682"/>
                  </a:cubicBezTo>
                  <a:cubicBezTo>
                    <a:pt x="72024" y="17222"/>
                    <a:pt x="74505" y="22611"/>
                    <a:pt x="75787" y="28855"/>
                  </a:cubicBezTo>
                  <a:cubicBezTo>
                    <a:pt x="77071" y="35099"/>
                    <a:pt x="78696" y="37323"/>
                    <a:pt x="76729" y="39548"/>
                  </a:cubicBezTo>
                  <a:cubicBezTo>
                    <a:pt x="74933" y="41771"/>
                    <a:pt x="46875" y="61531"/>
                    <a:pt x="44395" y="66835"/>
                  </a:cubicBezTo>
                  <a:cubicBezTo>
                    <a:pt x="41914" y="72138"/>
                    <a:pt x="41914" y="77185"/>
                    <a:pt x="42170" y="84712"/>
                  </a:cubicBezTo>
                  <a:cubicBezTo>
                    <a:pt x="42427" y="90957"/>
                    <a:pt x="45336" y="113881"/>
                    <a:pt x="46533" y="121409"/>
                  </a:cubicBezTo>
                  <a:cubicBezTo>
                    <a:pt x="49014" y="121665"/>
                    <a:pt x="51666" y="122179"/>
                    <a:pt x="54488" y="122692"/>
                  </a:cubicBezTo>
                  <a:lnTo>
                    <a:pt x="54659" y="129535"/>
                  </a:lnTo>
                  <a:cubicBezTo>
                    <a:pt x="56029" y="130048"/>
                    <a:pt x="56883" y="130733"/>
                    <a:pt x="57054" y="131503"/>
                  </a:cubicBezTo>
                  <a:cubicBezTo>
                    <a:pt x="57739" y="135266"/>
                    <a:pt x="59021" y="154085"/>
                    <a:pt x="59021" y="154085"/>
                  </a:cubicBezTo>
                  <a:cubicBezTo>
                    <a:pt x="62785" y="187958"/>
                    <a:pt x="74076" y="206264"/>
                    <a:pt x="74076" y="246382"/>
                  </a:cubicBezTo>
                  <a:cubicBezTo>
                    <a:pt x="74076" y="256904"/>
                    <a:pt x="80749" y="264174"/>
                    <a:pt x="82887" y="272728"/>
                  </a:cubicBezTo>
                  <a:cubicBezTo>
                    <a:pt x="84683" y="280684"/>
                    <a:pt x="81774" y="290093"/>
                    <a:pt x="84683" y="292830"/>
                  </a:cubicBezTo>
                  <a:cubicBezTo>
                    <a:pt x="91099" y="298476"/>
                    <a:pt x="92895" y="316097"/>
                    <a:pt x="97942" y="321742"/>
                  </a:cubicBezTo>
                  <a:cubicBezTo>
                    <a:pt x="102990" y="327388"/>
                    <a:pt x="104187" y="328671"/>
                    <a:pt x="104187" y="328671"/>
                  </a:cubicBezTo>
                  <a:cubicBezTo>
                    <a:pt x="110431" y="323025"/>
                    <a:pt x="124972" y="318663"/>
                    <a:pt x="134382" y="319861"/>
                  </a:cubicBezTo>
                  <a:cubicBezTo>
                    <a:pt x="143707" y="321144"/>
                    <a:pt x="151233" y="347490"/>
                    <a:pt x="153714" y="351254"/>
                  </a:cubicBezTo>
                  <a:cubicBezTo>
                    <a:pt x="155938" y="354419"/>
                    <a:pt x="160643" y="347746"/>
                    <a:pt x="162183" y="345608"/>
                  </a:cubicBezTo>
                  <a:lnTo>
                    <a:pt x="161926" y="343042"/>
                  </a:lnTo>
                  <a:cubicBezTo>
                    <a:pt x="159958" y="337396"/>
                    <a:pt x="159958" y="314814"/>
                    <a:pt x="156878" y="299673"/>
                  </a:cubicBezTo>
                  <a:cubicBezTo>
                    <a:pt x="156878" y="299673"/>
                    <a:pt x="153629" y="303437"/>
                    <a:pt x="149951" y="299074"/>
                  </a:cubicBezTo>
                  <a:cubicBezTo>
                    <a:pt x="146186" y="294626"/>
                    <a:pt x="136178" y="271445"/>
                    <a:pt x="140626" y="264516"/>
                  </a:cubicBezTo>
                  <a:cubicBezTo>
                    <a:pt x="140626" y="264516"/>
                    <a:pt x="143707" y="260753"/>
                    <a:pt x="146871" y="263233"/>
                  </a:cubicBezTo>
                  <a:cubicBezTo>
                    <a:pt x="146871" y="263233"/>
                    <a:pt x="143107" y="241250"/>
                    <a:pt x="146871" y="229360"/>
                  </a:cubicBezTo>
                  <a:cubicBezTo>
                    <a:pt x="150634" y="217384"/>
                    <a:pt x="156195" y="187274"/>
                    <a:pt x="207776" y="182912"/>
                  </a:cubicBezTo>
                  <a:cubicBezTo>
                    <a:pt x="224199" y="181543"/>
                    <a:pt x="253624" y="201132"/>
                    <a:pt x="259354" y="226879"/>
                  </a:cubicBezTo>
                  <a:cubicBezTo>
                    <a:pt x="259354" y="226879"/>
                    <a:pt x="261152" y="248264"/>
                    <a:pt x="258671" y="255792"/>
                  </a:cubicBezTo>
                  <a:cubicBezTo>
                    <a:pt x="258671" y="255792"/>
                    <a:pt x="263717" y="253311"/>
                    <a:pt x="264402" y="257075"/>
                  </a:cubicBezTo>
                  <a:cubicBezTo>
                    <a:pt x="265001" y="260838"/>
                    <a:pt x="263120" y="289066"/>
                    <a:pt x="255591" y="294712"/>
                  </a:cubicBezTo>
                  <a:cubicBezTo>
                    <a:pt x="255591" y="294712"/>
                    <a:pt x="252939" y="296594"/>
                    <a:pt x="250460" y="294712"/>
                  </a:cubicBezTo>
                  <a:cubicBezTo>
                    <a:pt x="247979" y="292830"/>
                    <a:pt x="251143" y="304805"/>
                    <a:pt x="245412" y="312932"/>
                  </a:cubicBezTo>
                  <a:cubicBezTo>
                    <a:pt x="239853" y="321058"/>
                    <a:pt x="246097" y="325506"/>
                    <a:pt x="245412" y="335514"/>
                  </a:cubicBezTo>
                  <a:lnTo>
                    <a:pt x="244045" y="348003"/>
                  </a:lnTo>
                  <a:lnTo>
                    <a:pt x="244216" y="348003"/>
                  </a:lnTo>
                  <a:cubicBezTo>
                    <a:pt x="249261" y="349885"/>
                    <a:pt x="258671" y="370671"/>
                    <a:pt x="269961" y="374435"/>
                  </a:cubicBezTo>
                  <a:cubicBezTo>
                    <a:pt x="281253" y="378199"/>
                    <a:pt x="296993" y="383844"/>
                    <a:pt x="305204" y="385726"/>
                  </a:cubicBezTo>
                  <a:cubicBezTo>
                    <a:pt x="313330" y="387608"/>
                    <a:pt x="325307" y="401465"/>
                    <a:pt x="330267" y="404545"/>
                  </a:cubicBezTo>
                  <a:cubicBezTo>
                    <a:pt x="335315" y="407710"/>
                    <a:pt x="340959" y="410190"/>
                    <a:pt x="342841" y="420883"/>
                  </a:cubicBezTo>
                  <a:cubicBezTo>
                    <a:pt x="342841" y="420883"/>
                    <a:pt x="345322" y="498125"/>
                    <a:pt x="348574" y="527636"/>
                  </a:cubicBezTo>
                  <a:cubicBezTo>
                    <a:pt x="351652" y="557147"/>
                    <a:pt x="338393" y="575966"/>
                    <a:pt x="340362" y="589139"/>
                  </a:cubicBezTo>
                  <a:cubicBezTo>
                    <a:pt x="342329" y="602312"/>
                    <a:pt x="350370" y="636870"/>
                    <a:pt x="354818" y="699057"/>
                  </a:cubicBezTo>
                  <a:lnTo>
                    <a:pt x="354818" y="699057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A8060B3-19A4-B015-B325-4CF447A5BF71}"/>
                </a:ext>
              </a:extLst>
            </p:cNvPr>
            <p:cNvSpPr/>
            <p:nvPr/>
          </p:nvSpPr>
          <p:spPr>
            <a:xfrm>
              <a:off x="19482405" y="3870158"/>
              <a:ext cx="522592" cy="1481137"/>
            </a:xfrm>
            <a:custGeom>
              <a:avLst/>
              <a:gdLst>
                <a:gd name="connsiteX0" fmla="*/ 135842 w 522592"/>
                <a:gd name="connsiteY0" fmla="*/ 681173 h 1481137"/>
                <a:gd name="connsiteX1" fmla="*/ 136525 w 522592"/>
                <a:gd name="connsiteY1" fmla="*/ 709229 h 1481137"/>
                <a:gd name="connsiteX2" fmla="*/ 126946 w 522592"/>
                <a:gd name="connsiteY2" fmla="*/ 766028 h 1481137"/>
                <a:gd name="connsiteX3" fmla="*/ 130367 w 522592"/>
                <a:gd name="connsiteY3" fmla="*/ 837881 h 1481137"/>
                <a:gd name="connsiteX4" fmla="*/ 128485 w 522592"/>
                <a:gd name="connsiteY4" fmla="*/ 843954 h 1481137"/>
                <a:gd name="connsiteX5" fmla="*/ 128999 w 522592"/>
                <a:gd name="connsiteY5" fmla="*/ 846948 h 1481137"/>
                <a:gd name="connsiteX6" fmla="*/ 128314 w 522592"/>
                <a:gd name="connsiteY6" fmla="*/ 847632 h 1481137"/>
                <a:gd name="connsiteX7" fmla="*/ 129341 w 522592"/>
                <a:gd name="connsiteY7" fmla="*/ 854133 h 1481137"/>
                <a:gd name="connsiteX8" fmla="*/ 129684 w 522592"/>
                <a:gd name="connsiteY8" fmla="*/ 855673 h 1481137"/>
                <a:gd name="connsiteX9" fmla="*/ 135157 w 522592"/>
                <a:gd name="connsiteY9" fmla="*/ 803751 h 1481137"/>
                <a:gd name="connsiteX10" fmla="*/ 141316 w 522592"/>
                <a:gd name="connsiteY10" fmla="*/ 759270 h 1481137"/>
                <a:gd name="connsiteX11" fmla="*/ 144739 w 522592"/>
                <a:gd name="connsiteY11" fmla="*/ 720863 h 1481137"/>
                <a:gd name="connsiteX12" fmla="*/ 135842 w 522592"/>
                <a:gd name="connsiteY12" fmla="*/ 681258 h 1481137"/>
                <a:gd name="connsiteX13" fmla="*/ 135842 w 522592"/>
                <a:gd name="connsiteY13" fmla="*/ 681258 h 1481137"/>
                <a:gd name="connsiteX14" fmla="*/ 118049 w 522592"/>
                <a:gd name="connsiteY14" fmla="*/ 902378 h 1481137"/>
                <a:gd name="connsiteX15" fmla="*/ 115654 w 522592"/>
                <a:gd name="connsiteY15" fmla="*/ 881164 h 1481137"/>
                <a:gd name="connsiteX16" fmla="*/ 114286 w 522592"/>
                <a:gd name="connsiteY16" fmla="*/ 875005 h 1481137"/>
                <a:gd name="connsiteX17" fmla="*/ 110863 w 522592"/>
                <a:gd name="connsiteY17" fmla="*/ 907510 h 1481137"/>
                <a:gd name="connsiteX18" fmla="*/ 122840 w 522592"/>
                <a:gd name="connsiteY18" fmla="*/ 920512 h 1481137"/>
                <a:gd name="connsiteX19" fmla="*/ 126603 w 522592"/>
                <a:gd name="connsiteY19" fmla="*/ 924019 h 1481137"/>
                <a:gd name="connsiteX20" fmla="*/ 127631 w 522592"/>
                <a:gd name="connsiteY20" fmla="*/ 908366 h 1481137"/>
                <a:gd name="connsiteX21" fmla="*/ 127117 w 522592"/>
                <a:gd name="connsiteY21" fmla="*/ 908023 h 1481137"/>
                <a:gd name="connsiteX22" fmla="*/ 126175 w 522592"/>
                <a:gd name="connsiteY22" fmla="*/ 910247 h 1481137"/>
                <a:gd name="connsiteX23" fmla="*/ 117964 w 522592"/>
                <a:gd name="connsiteY23" fmla="*/ 902378 h 1481137"/>
                <a:gd name="connsiteX24" fmla="*/ 117964 w 522592"/>
                <a:gd name="connsiteY24" fmla="*/ 902378 h 1481137"/>
                <a:gd name="connsiteX25" fmla="*/ 473723 w 522592"/>
                <a:gd name="connsiteY25" fmla="*/ 1436315 h 1481137"/>
                <a:gd name="connsiteX26" fmla="*/ 512728 w 522592"/>
                <a:gd name="connsiteY26" fmla="*/ 1441790 h 1481137"/>
                <a:gd name="connsiteX27" fmla="*/ 521796 w 522592"/>
                <a:gd name="connsiteY27" fmla="*/ 1473183 h 1481137"/>
                <a:gd name="connsiteX28" fmla="*/ 491174 w 522592"/>
                <a:gd name="connsiteY28" fmla="*/ 1480283 h 1481137"/>
                <a:gd name="connsiteX29" fmla="*/ 352001 w 522592"/>
                <a:gd name="connsiteY29" fmla="*/ 1480283 h 1481137"/>
                <a:gd name="connsiteX30" fmla="*/ 351316 w 522592"/>
                <a:gd name="connsiteY30" fmla="*/ 1450601 h 1481137"/>
                <a:gd name="connsiteX31" fmla="*/ 356107 w 522592"/>
                <a:gd name="connsiteY31" fmla="*/ 1422544 h 1481137"/>
                <a:gd name="connsiteX32" fmla="*/ 340367 w 522592"/>
                <a:gd name="connsiteY32" fmla="*/ 1396540 h 1481137"/>
                <a:gd name="connsiteX33" fmla="*/ 339682 w 522592"/>
                <a:gd name="connsiteY33" fmla="*/ 1328108 h 1481137"/>
                <a:gd name="connsiteX34" fmla="*/ 341734 w 522592"/>
                <a:gd name="connsiteY34" fmla="*/ 1299366 h 1481137"/>
                <a:gd name="connsiteX35" fmla="*/ 345157 w 522592"/>
                <a:gd name="connsiteY35" fmla="*/ 1269257 h 1481137"/>
                <a:gd name="connsiteX36" fmla="*/ 349948 w 522592"/>
                <a:gd name="connsiteY36" fmla="*/ 1224776 h 1481137"/>
                <a:gd name="connsiteX37" fmla="*/ 349948 w 522592"/>
                <a:gd name="connsiteY37" fmla="*/ 1187823 h 1481137"/>
                <a:gd name="connsiteX38" fmla="*/ 341734 w 522592"/>
                <a:gd name="connsiteY38" fmla="*/ 1135815 h 1481137"/>
                <a:gd name="connsiteX39" fmla="*/ 330102 w 522592"/>
                <a:gd name="connsiteY39" fmla="*/ 1112548 h 1481137"/>
                <a:gd name="connsiteX40" fmla="*/ 300677 w 522592"/>
                <a:gd name="connsiteY40" fmla="*/ 1027693 h 1481137"/>
                <a:gd name="connsiteX41" fmla="*/ 300677 w 522592"/>
                <a:gd name="connsiteY41" fmla="*/ 1004426 h 1481137"/>
                <a:gd name="connsiteX42" fmla="*/ 280831 w 522592"/>
                <a:gd name="connsiteY42" fmla="*/ 933942 h 1481137"/>
                <a:gd name="connsiteX43" fmla="*/ 259618 w 522592"/>
                <a:gd name="connsiteY43" fmla="*/ 994846 h 1481137"/>
                <a:gd name="connsiteX44" fmla="*/ 225402 w 522592"/>
                <a:gd name="connsiteY44" fmla="*/ 1182947 h 1481137"/>
                <a:gd name="connsiteX45" fmla="*/ 205556 w 522592"/>
                <a:gd name="connsiteY45" fmla="*/ 1326568 h 1481137"/>
                <a:gd name="connsiteX46" fmla="*/ 180922 w 522592"/>
                <a:gd name="connsiteY46" fmla="*/ 1431183 h 1481137"/>
                <a:gd name="connsiteX47" fmla="*/ 171340 w 522592"/>
                <a:gd name="connsiteY47" fmla="*/ 1454450 h 1481137"/>
                <a:gd name="connsiteX48" fmla="*/ 174078 w 522592"/>
                <a:gd name="connsiteY48" fmla="*/ 1477032 h 1481137"/>
                <a:gd name="connsiteX49" fmla="*/ 83834 w 522592"/>
                <a:gd name="connsiteY49" fmla="*/ 1481138 h 1481137"/>
                <a:gd name="connsiteX50" fmla="*/ 4453 w 522592"/>
                <a:gd name="connsiteY50" fmla="*/ 1477717 h 1481137"/>
                <a:gd name="connsiteX51" fmla="*/ 4453 w 522592"/>
                <a:gd name="connsiteY51" fmla="*/ 1459240 h 1481137"/>
                <a:gd name="connsiteX52" fmla="*/ 39353 w 522592"/>
                <a:gd name="connsiteY52" fmla="*/ 1450344 h 1481137"/>
                <a:gd name="connsiteX53" fmla="*/ 77675 w 522592"/>
                <a:gd name="connsiteY53" fmla="*/ 1420234 h 1481137"/>
                <a:gd name="connsiteX54" fmla="*/ 87939 w 522592"/>
                <a:gd name="connsiteY54" fmla="*/ 1402442 h 1481137"/>
                <a:gd name="connsiteX55" fmla="*/ 85201 w 522592"/>
                <a:gd name="connsiteY55" fmla="*/ 1380544 h 1481137"/>
                <a:gd name="connsiteX56" fmla="*/ 89307 w 522592"/>
                <a:gd name="connsiteY56" fmla="*/ 1353171 h 1481137"/>
                <a:gd name="connsiteX57" fmla="*/ 96151 w 522592"/>
                <a:gd name="connsiteY57" fmla="*/ 1277212 h 1481137"/>
                <a:gd name="connsiteX58" fmla="*/ 104362 w 522592"/>
                <a:gd name="connsiteY58" fmla="*/ 1184829 h 1481137"/>
                <a:gd name="connsiteX59" fmla="*/ 115312 w 522592"/>
                <a:gd name="connsiteY59" fmla="*/ 1121872 h 1481137"/>
                <a:gd name="connsiteX60" fmla="*/ 118049 w 522592"/>
                <a:gd name="connsiteY60" fmla="*/ 1052072 h 1481137"/>
                <a:gd name="connsiteX61" fmla="*/ 124208 w 522592"/>
                <a:gd name="connsiteY61" fmla="*/ 963881 h 1481137"/>
                <a:gd name="connsiteX62" fmla="*/ 126004 w 522592"/>
                <a:gd name="connsiteY62" fmla="*/ 932488 h 1481137"/>
                <a:gd name="connsiteX63" fmla="*/ 122498 w 522592"/>
                <a:gd name="connsiteY63" fmla="*/ 933343 h 1481137"/>
                <a:gd name="connsiteX64" fmla="*/ 105047 w 522592"/>
                <a:gd name="connsiteY64" fmla="*/ 927868 h 1481137"/>
                <a:gd name="connsiteX65" fmla="*/ 78017 w 522592"/>
                <a:gd name="connsiteY65" fmla="*/ 905286 h 1481137"/>
                <a:gd name="connsiteX66" fmla="*/ 72884 w 522592"/>
                <a:gd name="connsiteY66" fmla="*/ 878256 h 1481137"/>
                <a:gd name="connsiteX67" fmla="*/ 72199 w 522592"/>
                <a:gd name="connsiteY67" fmla="*/ 865596 h 1481137"/>
                <a:gd name="connsiteX68" fmla="*/ 73741 w 522592"/>
                <a:gd name="connsiteY68" fmla="*/ 856101 h 1481137"/>
                <a:gd name="connsiteX69" fmla="*/ 72199 w 522592"/>
                <a:gd name="connsiteY69" fmla="*/ 855331 h 1481137"/>
                <a:gd name="connsiteX70" fmla="*/ 72199 w 522592"/>
                <a:gd name="connsiteY70" fmla="*/ 854732 h 1481137"/>
                <a:gd name="connsiteX71" fmla="*/ 68950 w 522592"/>
                <a:gd name="connsiteY71" fmla="*/ 852422 h 1481137"/>
                <a:gd name="connsiteX72" fmla="*/ 64844 w 522592"/>
                <a:gd name="connsiteY72" fmla="*/ 743018 h 1481137"/>
                <a:gd name="connsiteX73" fmla="*/ 74423 w 522592"/>
                <a:gd name="connsiteY73" fmla="*/ 648668 h 1481137"/>
                <a:gd name="connsiteX74" fmla="*/ 91531 w 522592"/>
                <a:gd name="connsiteY74" fmla="*/ 504363 h 1481137"/>
                <a:gd name="connsiteX75" fmla="*/ 100428 w 522592"/>
                <a:gd name="connsiteY75" fmla="*/ 455776 h 1481137"/>
                <a:gd name="connsiteX76" fmla="*/ 105903 w 522592"/>
                <a:gd name="connsiteY76" fmla="*/ 433878 h 1481137"/>
                <a:gd name="connsiteX77" fmla="*/ 127800 w 522592"/>
                <a:gd name="connsiteY77" fmla="*/ 420191 h 1481137"/>
                <a:gd name="connsiteX78" fmla="*/ 172965 w 522592"/>
                <a:gd name="connsiteY78" fmla="*/ 392819 h 1481137"/>
                <a:gd name="connsiteX79" fmla="*/ 196917 w 522592"/>
                <a:gd name="connsiteY79" fmla="*/ 385291 h 1481137"/>
                <a:gd name="connsiteX80" fmla="*/ 213340 w 522592"/>
                <a:gd name="connsiteY80" fmla="*/ 367499 h 1481137"/>
                <a:gd name="connsiteX81" fmla="*/ 218815 w 522592"/>
                <a:gd name="connsiteY81" fmla="*/ 364249 h 1481137"/>
                <a:gd name="connsiteX82" fmla="*/ 223946 w 522592"/>
                <a:gd name="connsiteY82" fmla="*/ 354497 h 1481137"/>
                <a:gd name="connsiteX83" fmla="*/ 221211 w 522592"/>
                <a:gd name="connsiteY83" fmla="*/ 332257 h 1481137"/>
                <a:gd name="connsiteX84" fmla="*/ 212657 w 522592"/>
                <a:gd name="connsiteY84" fmla="*/ 323019 h 1481137"/>
                <a:gd name="connsiteX85" fmla="*/ 206838 w 522592"/>
                <a:gd name="connsiteY85" fmla="*/ 328151 h 1481137"/>
                <a:gd name="connsiteX86" fmla="*/ 196917 w 522592"/>
                <a:gd name="connsiteY86" fmla="*/ 314465 h 1481137"/>
                <a:gd name="connsiteX87" fmla="*/ 195549 w 522592"/>
                <a:gd name="connsiteY87" fmla="*/ 303858 h 1481137"/>
                <a:gd name="connsiteX88" fmla="*/ 199312 w 522592"/>
                <a:gd name="connsiteY88" fmla="*/ 300778 h 1481137"/>
                <a:gd name="connsiteX89" fmla="*/ 198284 w 522592"/>
                <a:gd name="connsiteY89" fmla="*/ 293593 h 1481137"/>
                <a:gd name="connsiteX90" fmla="*/ 191443 w 522592"/>
                <a:gd name="connsiteY90" fmla="*/ 247402 h 1481137"/>
                <a:gd name="connsiteX91" fmla="*/ 234896 w 522592"/>
                <a:gd name="connsiteY91" fmla="*/ 206001 h 1481137"/>
                <a:gd name="connsiteX92" fmla="*/ 300249 w 522592"/>
                <a:gd name="connsiteY92" fmla="*/ 245007 h 1481137"/>
                <a:gd name="connsiteX93" fmla="*/ 305380 w 522592"/>
                <a:gd name="connsiteY93" fmla="*/ 269984 h 1481137"/>
                <a:gd name="connsiteX94" fmla="*/ 311881 w 522592"/>
                <a:gd name="connsiteY94" fmla="*/ 270669 h 1481137"/>
                <a:gd name="connsiteX95" fmla="*/ 317014 w 522592"/>
                <a:gd name="connsiteY95" fmla="*/ 285381 h 1481137"/>
                <a:gd name="connsiteX96" fmla="*/ 305040 w 522592"/>
                <a:gd name="connsiteY96" fmla="*/ 299752 h 1481137"/>
                <a:gd name="connsiteX97" fmla="*/ 304697 w 522592"/>
                <a:gd name="connsiteY97" fmla="*/ 325756 h 1481137"/>
                <a:gd name="connsiteX98" fmla="*/ 304440 w 522592"/>
                <a:gd name="connsiteY98" fmla="*/ 338244 h 1481137"/>
                <a:gd name="connsiteX99" fmla="*/ 307347 w 522592"/>
                <a:gd name="connsiteY99" fmla="*/ 338843 h 1481137"/>
                <a:gd name="connsiteX100" fmla="*/ 309828 w 522592"/>
                <a:gd name="connsiteY100" fmla="*/ 339357 h 1481137"/>
                <a:gd name="connsiteX101" fmla="*/ 310599 w 522592"/>
                <a:gd name="connsiteY101" fmla="*/ 339528 h 1481137"/>
                <a:gd name="connsiteX102" fmla="*/ 312138 w 522592"/>
                <a:gd name="connsiteY102" fmla="*/ 340383 h 1481137"/>
                <a:gd name="connsiteX103" fmla="*/ 320692 w 522592"/>
                <a:gd name="connsiteY103" fmla="*/ 348937 h 1481137"/>
                <a:gd name="connsiteX104" fmla="*/ 348064 w 522592"/>
                <a:gd name="connsiteY104" fmla="*/ 333882 h 1481137"/>
                <a:gd name="connsiteX105" fmla="*/ 376806 w 522592"/>
                <a:gd name="connsiteY105" fmla="*/ 315406 h 1481137"/>
                <a:gd name="connsiteX106" fmla="*/ 374754 w 522592"/>
                <a:gd name="connsiteY106" fmla="*/ 294192 h 1481137"/>
                <a:gd name="connsiteX107" fmla="*/ 371333 w 522592"/>
                <a:gd name="connsiteY107" fmla="*/ 266819 h 1481137"/>
                <a:gd name="connsiteX108" fmla="*/ 350802 w 522592"/>
                <a:gd name="connsiteY108" fmla="*/ 204546 h 1481137"/>
                <a:gd name="connsiteX109" fmla="*/ 334208 w 522592"/>
                <a:gd name="connsiteY109" fmla="*/ 165198 h 1481137"/>
                <a:gd name="connsiteX110" fmla="*/ 324372 w 522592"/>
                <a:gd name="connsiteY110" fmla="*/ 151341 h 1481137"/>
                <a:gd name="connsiteX111" fmla="*/ 331470 w 522592"/>
                <a:gd name="connsiteY111" fmla="*/ 134062 h 1481137"/>
                <a:gd name="connsiteX112" fmla="*/ 330273 w 522592"/>
                <a:gd name="connsiteY112" fmla="*/ 132779 h 1481137"/>
                <a:gd name="connsiteX113" fmla="*/ 302901 w 522592"/>
                <a:gd name="connsiteY113" fmla="*/ 119092 h 1481137"/>
                <a:gd name="connsiteX114" fmla="*/ 283740 w 522592"/>
                <a:gd name="connsiteY114" fmla="*/ 99931 h 1481137"/>
                <a:gd name="connsiteX115" fmla="*/ 274844 w 522592"/>
                <a:gd name="connsiteY115" fmla="*/ 74612 h 1481137"/>
                <a:gd name="connsiteX116" fmla="*/ 275527 w 522592"/>
                <a:gd name="connsiteY116" fmla="*/ 60925 h 1481137"/>
                <a:gd name="connsiteX117" fmla="*/ 291267 w 522592"/>
                <a:gd name="connsiteY117" fmla="*/ 69137 h 1481137"/>
                <a:gd name="connsiteX118" fmla="*/ 287161 w 522592"/>
                <a:gd name="connsiteY118" fmla="*/ 17814 h 1481137"/>
                <a:gd name="connsiteX119" fmla="*/ 293320 w 522592"/>
                <a:gd name="connsiteY119" fmla="*/ 21 h 1481137"/>
                <a:gd name="connsiteX120" fmla="*/ 302216 w 522592"/>
                <a:gd name="connsiteY120" fmla="*/ 36975 h 1481137"/>
                <a:gd name="connsiteX121" fmla="*/ 307690 w 522592"/>
                <a:gd name="connsiteY121" fmla="*/ 40396 h 1481137"/>
                <a:gd name="connsiteX122" fmla="*/ 321206 w 522592"/>
                <a:gd name="connsiteY122" fmla="*/ 49549 h 1481137"/>
                <a:gd name="connsiteX123" fmla="*/ 330273 w 522592"/>
                <a:gd name="connsiteY123" fmla="*/ 48608 h 1481137"/>
                <a:gd name="connsiteX124" fmla="*/ 339170 w 522592"/>
                <a:gd name="connsiteY124" fmla="*/ 52714 h 1481137"/>
                <a:gd name="connsiteX125" fmla="*/ 356278 w 522592"/>
                <a:gd name="connsiteY125" fmla="*/ 61610 h 1481137"/>
                <a:gd name="connsiteX126" fmla="*/ 363804 w 522592"/>
                <a:gd name="connsiteY126" fmla="*/ 104037 h 1481137"/>
                <a:gd name="connsiteX127" fmla="*/ 369620 w 522592"/>
                <a:gd name="connsiteY127" fmla="*/ 114559 h 1481137"/>
                <a:gd name="connsiteX128" fmla="*/ 376635 w 522592"/>
                <a:gd name="connsiteY128" fmla="*/ 116526 h 1481137"/>
                <a:gd name="connsiteX129" fmla="*/ 387071 w 522592"/>
                <a:gd name="connsiteY129" fmla="*/ 130726 h 1481137"/>
                <a:gd name="connsiteX130" fmla="*/ 402896 w 522592"/>
                <a:gd name="connsiteY130" fmla="*/ 147833 h 1481137"/>
                <a:gd name="connsiteX131" fmla="*/ 447377 w 522592"/>
                <a:gd name="connsiteY131" fmla="*/ 231919 h 1481137"/>
                <a:gd name="connsiteX132" fmla="*/ 459011 w 522592"/>
                <a:gd name="connsiteY132" fmla="*/ 265450 h 1481137"/>
                <a:gd name="connsiteX133" fmla="*/ 470643 w 522592"/>
                <a:gd name="connsiteY133" fmla="*/ 303772 h 1481137"/>
                <a:gd name="connsiteX134" fmla="*/ 463799 w 522592"/>
                <a:gd name="connsiteY134" fmla="*/ 331829 h 1481137"/>
                <a:gd name="connsiteX135" fmla="*/ 455588 w 522592"/>
                <a:gd name="connsiteY135" fmla="*/ 376994 h 1481137"/>
                <a:gd name="connsiteX136" fmla="*/ 419319 w 522592"/>
                <a:gd name="connsiteY136" fmla="*/ 463902 h 1481137"/>
                <a:gd name="connsiteX137" fmla="*/ 407002 w 522592"/>
                <a:gd name="connsiteY137" fmla="*/ 506330 h 1481137"/>
                <a:gd name="connsiteX138" fmla="*/ 503405 w 522592"/>
                <a:gd name="connsiteY138" fmla="*/ 768337 h 1481137"/>
                <a:gd name="connsiteX139" fmla="*/ 493824 w 522592"/>
                <a:gd name="connsiteY139" fmla="*/ 770390 h 1481137"/>
                <a:gd name="connsiteX140" fmla="*/ 439764 w 522592"/>
                <a:gd name="connsiteY140" fmla="*/ 804606 h 1481137"/>
                <a:gd name="connsiteX141" fmla="*/ 435657 w 522592"/>
                <a:gd name="connsiteY141" fmla="*/ 819661 h 1481137"/>
                <a:gd name="connsiteX142" fmla="*/ 430868 w 522592"/>
                <a:gd name="connsiteY142" fmla="*/ 1011184 h 1481137"/>
                <a:gd name="connsiteX143" fmla="*/ 447976 w 522592"/>
                <a:gd name="connsiteY143" fmla="*/ 1234870 h 1481137"/>
                <a:gd name="connsiteX144" fmla="*/ 437712 w 522592"/>
                <a:gd name="connsiteY144" fmla="*/ 1380544 h 1481137"/>
                <a:gd name="connsiteX145" fmla="*/ 443185 w 522592"/>
                <a:gd name="connsiteY145" fmla="*/ 1382597 h 1481137"/>
                <a:gd name="connsiteX146" fmla="*/ 456187 w 522592"/>
                <a:gd name="connsiteY146" fmla="*/ 1394230 h 1481137"/>
                <a:gd name="connsiteX147" fmla="*/ 458925 w 522592"/>
                <a:gd name="connsiteY147" fmla="*/ 1422971 h 1481137"/>
                <a:gd name="connsiteX148" fmla="*/ 473980 w 522592"/>
                <a:gd name="connsiteY148" fmla="*/ 1435973 h 1481137"/>
                <a:gd name="connsiteX149" fmla="*/ 473980 w 522592"/>
                <a:gd name="connsiteY149" fmla="*/ 1435973 h 1481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522592" h="1481137">
                  <a:moveTo>
                    <a:pt x="135842" y="681173"/>
                  </a:moveTo>
                  <a:cubicBezTo>
                    <a:pt x="136525" y="685278"/>
                    <a:pt x="136525" y="701702"/>
                    <a:pt x="136525" y="709229"/>
                  </a:cubicBezTo>
                  <a:cubicBezTo>
                    <a:pt x="136525" y="716757"/>
                    <a:pt x="130367" y="745498"/>
                    <a:pt x="126946" y="766028"/>
                  </a:cubicBezTo>
                  <a:cubicBezTo>
                    <a:pt x="123523" y="786557"/>
                    <a:pt x="129684" y="831038"/>
                    <a:pt x="130367" y="837881"/>
                  </a:cubicBezTo>
                  <a:cubicBezTo>
                    <a:pt x="130623" y="840276"/>
                    <a:pt x="130110" y="842244"/>
                    <a:pt x="128485" y="843954"/>
                  </a:cubicBezTo>
                  <a:lnTo>
                    <a:pt x="128999" y="846948"/>
                  </a:lnTo>
                  <a:lnTo>
                    <a:pt x="128314" y="847632"/>
                  </a:lnTo>
                  <a:cubicBezTo>
                    <a:pt x="128571" y="850028"/>
                    <a:pt x="128827" y="852337"/>
                    <a:pt x="129341" y="854133"/>
                  </a:cubicBezTo>
                  <a:lnTo>
                    <a:pt x="129684" y="855673"/>
                  </a:lnTo>
                  <a:cubicBezTo>
                    <a:pt x="132505" y="833690"/>
                    <a:pt x="135157" y="810850"/>
                    <a:pt x="135157" y="803751"/>
                  </a:cubicBezTo>
                  <a:cubicBezTo>
                    <a:pt x="135157" y="790749"/>
                    <a:pt x="137895" y="775009"/>
                    <a:pt x="141316" y="759270"/>
                  </a:cubicBezTo>
                  <a:cubicBezTo>
                    <a:pt x="143711" y="748235"/>
                    <a:pt x="144739" y="733608"/>
                    <a:pt x="144739" y="720863"/>
                  </a:cubicBezTo>
                  <a:cubicBezTo>
                    <a:pt x="144139" y="707690"/>
                    <a:pt x="141915" y="692464"/>
                    <a:pt x="135842" y="681258"/>
                  </a:cubicBezTo>
                  <a:lnTo>
                    <a:pt x="135842" y="681258"/>
                  </a:lnTo>
                  <a:close/>
                  <a:moveTo>
                    <a:pt x="118049" y="902378"/>
                  </a:moveTo>
                  <a:cubicBezTo>
                    <a:pt x="115654" y="897588"/>
                    <a:pt x="115654" y="890402"/>
                    <a:pt x="115654" y="881164"/>
                  </a:cubicBezTo>
                  <a:cubicBezTo>
                    <a:pt x="115654" y="871926"/>
                    <a:pt x="114286" y="875005"/>
                    <a:pt x="114286" y="875005"/>
                  </a:cubicBezTo>
                  <a:cubicBezTo>
                    <a:pt x="109495" y="881506"/>
                    <a:pt x="108468" y="903404"/>
                    <a:pt x="110863" y="907510"/>
                  </a:cubicBezTo>
                  <a:cubicBezTo>
                    <a:pt x="113259" y="911616"/>
                    <a:pt x="117707" y="917775"/>
                    <a:pt x="122840" y="920512"/>
                  </a:cubicBezTo>
                  <a:cubicBezTo>
                    <a:pt x="124636" y="921453"/>
                    <a:pt x="125833" y="922651"/>
                    <a:pt x="126603" y="924019"/>
                  </a:cubicBezTo>
                  <a:cubicBezTo>
                    <a:pt x="127203" y="915037"/>
                    <a:pt x="127631" y="908366"/>
                    <a:pt x="127631" y="908366"/>
                  </a:cubicBezTo>
                  <a:lnTo>
                    <a:pt x="127117" y="908023"/>
                  </a:lnTo>
                  <a:lnTo>
                    <a:pt x="126175" y="910247"/>
                  </a:lnTo>
                  <a:cubicBezTo>
                    <a:pt x="124807" y="912215"/>
                    <a:pt x="120359" y="907168"/>
                    <a:pt x="117964" y="902378"/>
                  </a:cubicBezTo>
                  <a:lnTo>
                    <a:pt x="117964" y="902378"/>
                  </a:lnTo>
                  <a:close/>
                  <a:moveTo>
                    <a:pt x="473723" y="1436315"/>
                  </a:moveTo>
                  <a:cubicBezTo>
                    <a:pt x="480565" y="1441105"/>
                    <a:pt x="503149" y="1441105"/>
                    <a:pt x="512728" y="1441790"/>
                  </a:cubicBezTo>
                  <a:cubicBezTo>
                    <a:pt x="522309" y="1442474"/>
                    <a:pt x="523848" y="1467024"/>
                    <a:pt x="521796" y="1473183"/>
                  </a:cubicBezTo>
                  <a:cubicBezTo>
                    <a:pt x="519743" y="1479342"/>
                    <a:pt x="505116" y="1480283"/>
                    <a:pt x="491174" y="1480283"/>
                  </a:cubicBezTo>
                  <a:lnTo>
                    <a:pt x="352001" y="1480283"/>
                  </a:lnTo>
                  <a:cubicBezTo>
                    <a:pt x="352001" y="1480283"/>
                    <a:pt x="350631" y="1459497"/>
                    <a:pt x="351316" y="1450601"/>
                  </a:cubicBezTo>
                  <a:cubicBezTo>
                    <a:pt x="352001" y="1441704"/>
                    <a:pt x="356107" y="1422544"/>
                    <a:pt x="356107" y="1422544"/>
                  </a:cubicBezTo>
                  <a:cubicBezTo>
                    <a:pt x="356107" y="1422544"/>
                    <a:pt x="346525" y="1409541"/>
                    <a:pt x="340367" y="1396540"/>
                  </a:cubicBezTo>
                  <a:cubicBezTo>
                    <a:pt x="334208" y="1383538"/>
                    <a:pt x="338314" y="1339741"/>
                    <a:pt x="339682" y="1328108"/>
                  </a:cubicBezTo>
                  <a:cubicBezTo>
                    <a:pt x="341052" y="1316474"/>
                    <a:pt x="343104" y="1307578"/>
                    <a:pt x="341734" y="1299366"/>
                  </a:cubicBezTo>
                  <a:cubicBezTo>
                    <a:pt x="340367" y="1291155"/>
                    <a:pt x="342419" y="1276784"/>
                    <a:pt x="345157" y="1269257"/>
                  </a:cubicBezTo>
                  <a:cubicBezTo>
                    <a:pt x="347895" y="1261729"/>
                    <a:pt x="348578" y="1247359"/>
                    <a:pt x="349948" y="1224776"/>
                  </a:cubicBezTo>
                  <a:cubicBezTo>
                    <a:pt x="351316" y="1202194"/>
                    <a:pt x="349948" y="1187823"/>
                    <a:pt x="349948" y="1187823"/>
                  </a:cubicBezTo>
                  <a:cubicBezTo>
                    <a:pt x="345157" y="1163872"/>
                    <a:pt x="343104" y="1138552"/>
                    <a:pt x="341734" y="1135815"/>
                  </a:cubicBezTo>
                  <a:cubicBezTo>
                    <a:pt x="340367" y="1133078"/>
                    <a:pt x="338999" y="1126919"/>
                    <a:pt x="330102" y="1112548"/>
                  </a:cubicBezTo>
                  <a:cubicBezTo>
                    <a:pt x="321206" y="1098178"/>
                    <a:pt x="302045" y="1037274"/>
                    <a:pt x="300677" y="1027693"/>
                  </a:cubicBezTo>
                  <a:cubicBezTo>
                    <a:pt x="299307" y="1018113"/>
                    <a:pt x="300677" y="1004426"/>
                    <a:pt x="300677" y="1004426"/>
                  </a:cubicBezTo>
                  <a:cubicBezTo>
                    <a:pt x="298624" y="992109"/>
                    <a:pt x="282884" y="933257"/>
                    <a:pt x="280831" y="933942"/>
                  </a:cubicBezTo>
                  <a:cubicBezTo>
                    <a:pt x="278779" y="934626"/>
                    <a:pt x="278094" y="938732"/>
                    <a:pt x="259618" y="994846"/>
                  </a:cubicBezTo>
                  <a:cubicBezTo>
                    <a:pt x="241140" y="1050960"/>
                    <a:pt x="228823" y="1162418"/>
                    <a:pt x="225402" y="1182947"/>
                  </a:cubicBezTo>
                  <a:cubicBezTo>
                    <a:pt x="221979" y="1203477"/>
                    <a:pt x="207609" y="1319041"/>
                    <a:pt x="205556" y="1326568"/>
                  </a:cubicBezTo>
                  <a:cubicBezTo>
                    <a:pt x="203503" y="1334096"/>
                    <a:pt x="185710" y="1420918"/>
                    <a:pt x="180922" y="1431183"/>
                  </a:cubicBezTo>
                  <a:cubicBezTo>
                    <a:pt x="176131" y="1441448"/>
                    <a:pt x="171340" y="1454450"/>
                    <a:pt x="171340" y="1454450"/>
                  </a:cubicBezTo>
                  <a:cubicBezTo>
                    <a:pt x="183658" y="1468136"/>
                    <a:pt x="174078" y="1477032"/>
                    <a:pt x="174078" y="1477032"/>
                  </a:cubicBezTo>
                  <a:cubicBezTo>
                    <a:pt x="167920" y="1480454"/>
                    <a:pt x="105647" y="1481138"/>
                    <a:pt x="83834" y="1481138"/>
                  </a:cubicBezTo>
                  <a:cubicBezTo>
                    <a:pt x="62021" y="1481138"/>
                    <a:pt x="8558" y="1479770"/>
                    <a:pt x="4453" y="1477717"/>
                  </a:cubicBezTo>
                  <a:cubicBezTo>
                    <a:pt x="347" y="1475664"/>
                    <a:pt x="-3074" y="1467452"/>
                    <a:pt x="4453" y="1459240"/>
                  </a:cubicBezTo>
                  <a:cubicBezTo>
                    <a:pt x="11981" y="1451028"/>
                    <a:pt x="28404" y="1451028"/>
                    <a:pt x="39353" y="1450344"/>
                  </a:cubicBezTo>
                  <a:cubicBezTo>
                    <a:pt x="50303" y="1449659"/>
                    <a:pt x="74937" y="1425708"/>
                    <a:pt x="77675" y="1420234"/>
                  </a:cubicBezTo>
                  <a:cubicBezTo>
                    <a:pt x="80413" y="1414760"/>
                    <a:pt x="86571" y="1407232"/>
                    <a:pt x="87939" y="1402442"/>
                  </a:cubicBezTo>
                  <a:cubicBezTo>
                    <a:pt x="89307" y="1397652"/>
                    <a:pt x="83149" y="1388755"/>
                    <a:pt x="85201" y="1380544"/>
                  </a:cubicBezTo>
                  <a:cubicBezTo>
                    <a:pt x="87254" y="1372332"/>
                    <a:pt x="89307" y="1370279"/>
                    <a:pt x="89307" y="1353171"/>
                  </a:cubicBezTo>
                  <a:cubicBezTo>
                    <a:pt x="89307" y="1336063"/>
                    <a:pt x="96836" y="1290898"/>
                    <a:pt x="96151" y="1277212"/>
                  </a:cubicBezTo>
                  <a:cubicBezTo>
                    <a:pt x="95468" y="1263526"/>
                    <a:pt x="102309" y="1201253"/>
                    <a:pt x="104362" y="1184829"/>
                  </a:cubicBezTo>
                  <a:cubicBezTo>
                    <a:pt x="106415" y="1168405"/>
                    <a:pt x="116682" y="1130768"/>
                    <a:pt x="115312" y="1121872"/>
                  </a:cubicBezTo>
                  <a:cubicBezTo>
                    <a:pt x="113944" y="1112976"/>
                    <a:pt x="116682" y="1065758"/>
                    <a:pt x="118049" y="1052072"/>
                  </a:cubicBezTo>
                  <a:cubicBezTo>
                    <a:pt x="119417" y="1038386"/>
                    <a:pt x="123523" y="980218"/>
                    <a:pt x="124208" y="963881"/>
                  </a:cubicBezTo>
                  <a:cubicBezTo>
                    <a:pt x="124550" y="956268"/>
                    <a:pt x="125235" y="943779"/>
                    <a:pt x="126004" y="932488"/>
                  </a:cubicBezTo>
                  <a:lnTo>
                    <a:pt x="122498" y="933343"/>
                  </a:lnTo>
                  <a:cubicBezTo>
                    <a:pt x="121130" y="933343"/>
                    <a:pt x="115997" y="933001"/>
                    <a:pt x="105047" y="927868"/>
                  </a:cubicBezTo>
                  <a:cubicBezTo>
                    <a:pt x="94098" y="922736"/>
                    <a:pt x="80070" y="909392"/>
                    <a:pt x="78017" y="905286"/>
                  </a:cubicBezTo>
                  <a:cubicBezTo>
                    <a:pt x="75965" y="901180"/>
                    <a:pt x="72542" y="883388"/>
                    <a:pt x="72884" y="878256"/>
                  </a:cubicBezTo>
                  <a:cubicBezTo>
                    <a:pt x="73227" y="873123"/>
                    <a:pt x="72542" y="870386"/>
                    <a:pt x="72199" y="865596"/>
                  </a:cubicBezTo>
                  <a:cubicBezTo>
                    <a:pt x="72030" y="863115"/>
                    <a:pt x="72884" y="859266"/>
                    <a:pt x="73741" y="856101"/>
                  </a:cubicBezTo>
                  <a:lnTo>
                    <a:pt x="72199" y="855331"/>
                  </a:lnTo>
                  <a:lnTo>
                    <a:pt x="72199" y="854732"/>
                  </a:lnTo>
                  <a:cubicBezTo>
                    <a:pt x="70232" y="854048"/>
                    <a:pt x="69121" y="853193"/>
                    <a:pt x="68950" y="852422"/>
                  </a:cubicBezTo>
                  <a:cubicBezTo>
                    <a:pt x="66554" y="843013"/>
                    <a:pt x="64159" y="781339"/>
                    <a:pt x="64844" y="743018"/>
                  </a:cubicBezTo>
                  <a:cubicBezTo>
                    <a:pt x="65529" y="704696"/>
                    <a:pt x="71003" y="673218"/>
                    <a:pt x="74423" y="648668"/>
                  </a:cubicBezTo>
                  <a:cubicBezTo>
                    <a:pt x="77846" y="624032"/>
                    <a:pt x="87426" y="520786"/>
                    <a:pt x="91531" y="504363"/>
                  </a:cubicBezTo>
                  <a:cubicBezTo>
                    <a:pt x="95637" y="487939"/>
                    <a:pt x="101113" y="468778"/>
                    <a:pt x="100428" y="455776"/>
                  </a:cubicBezTo>
                  <a:cubicBezTo>
                    <a:pt x="99745" y="442774"/>
                    <a:pt x="105903" y="433878"/>
                    <a:pt x="105903" y="433878"/>
                  </a:cubicBezTo>
                  <a:cubicBezTo>
                    <a:pt x="111377" y="430456"/>
                    <a:pt x="120274" y="423613"/>
                    <a:pt x="127800" y="420191"/>
                  </a:cubicBezTo>
                  <a:cubicBezTo>
                    <a:pt x="135329" y="416770"/>
                    <a:pt x="170912" y="392819"/>
                    <a:pt x="172965" y="392819"/>
                  </a:cubicBezTo>
                  <a:cubicBezTo>
                    <a:pt x="175018" y="392819"/>
                    <a:pt x="189390" y="387344"/>
                    <a:pt x="196917" y="385291"/>
                  </a:cubicBezTo>
                  <a:cubicBezTo>
                    <a:pt x="204445" y="383238"/>
                    <a:pt x="213340" y="367499"/>
                    <a:pt x="213340" y="367499"/>
                  </a:cubicBezTo>
                  <a:cubicBezTo>
                    <a:pt x="213340" y="367499"/>
                    <a:pt x="216249" y="364762"/>
                    <a:pt x="218815" y="364249"/>
                  </a:cubicBezTo>
                  <a:cubicBezTo>
                    <a:pt x="221382" y="363736"/>
                    <a:pt x="223946" y="354497"/>
                    <a:pt x="223946" y="354497"/>
                  </a:cubicBezTo>
                  <a:cubicBezTo>
                    <a:pt x="223946" y="354497"/>
                    <a:pt x="228395" y="339442"/>
                    <a:pt x="221211" y="332257"/>
                  </a:cubicBezTo>
                  <a:cubicBezTo>
                    <a:pt x="214024" y="325072"/>
                    <a:pt x="214024" y="323019"/>
                    <a:pt x="212657" y="323019"/>
                  </a:cubicBezTo>
                  <a:cubicBezTo>
                    <a:pt x="211287" y="323019"/>
                    <a:pt x="210261" y="327466"/>
                    <a:pt x="206838" y="328151"/>
                  </a:cubicBezTo>
                  <a:cubicBezTo>
                    <a:pt x="203418" y="328835"/>
                    <a:pt x="197602" y="319939"/>
                    <a:pt x="196917" y="314465"/>
                  </a:cubicBezTo>
                  <a:cubicBezTo>
                    <a:pt x="196232" y="308990"/>
                    <a:pt x="195549" y="305226"/>
                    <a:pt x="195549" y="303858"/>
                  </a:cubicBezTo>
                  <a:cubicBezTo>
                    <a:pt x="195549" y="302489"/>
                    <a:pt x="197944" y="301463"/>
                    <a:pt x="199312" y="300778"/>
                  </a:cubicBezTo>
                  <a:cubicBezTo>
                    <a:pt x="200680" y="300094"/>
                    <a:pt x="199997" y="295988"/>
                    <a:pt x="198284" y="293593"/>
                  </a:cubicBezTo>
                  <a:cubicBezTo>
                    <a:pt x="196574" y="291198"/>
                    <a:pt x="189390" y="269300"/>
                    <a:pt x="191443" y="247402"/>
                  </a:cubicBezTo>
                  <a:cubicBezTo>
                    <a:pt x="193496" y="225503"/>
                    <a:pt x="213340" y="211817"/>
                    <a:pt x="234896" y="206001"/>
                  </a:cubicBezTo>
                  <a:cubicBezTo>
                    <a:pt x="256452" y="200184"/>
                    <a:pt x="295116" y="220029"/>
                    <a:pt x="300249" y="245007"/>
                  </a:cubicBezTo>
                  <a:lnTo>
                    <a:pt x="305380" y="269984"/>
                  </a:lnTo>
                  <a:cubicBezTo>
                    <a:pt x="305380" y="269984"/>
                    <a:pt x="307775" y="267931"/>
                    <a:pt x="311881" y="270669"/>
                  </a:cubicBezTo>
                  <a:cubicBezTo>
                    <a:pt x="315987" y="273406"/>
                    <a:pt x="317357" y="280933"/>
                    <a:pt x="317014" y="285381"/>
                  </a:cubicBezTo>
                  <a:cubicBezTo>
                    <a:pt x="316672" y="289829"/>
                    <a:pt x="319752" y="302147"/>
                    <a:pt x="305040" y="299752"/>
                  </a:cubicBezTo>
                  <a:cubicBezTo>
                    <a:pt x="305040" y="299752"/>
                    <a:pt x="305040" y="314122"/>
                    <a:pt x="304697" y="325756"/>
                  </a:cubicBezTo>
                  <a:cubicBezTo>
                    <a:pt x="304526" y="331743"/>
                    <a:pt x="305209" y="335422"/>
                    <a:pt x="304440" y="338244"/>
                  </a:cubicBezTo>
                  <a:lnTo>
                    <a:pt x="307347" y="338843"/>
                  </a:lnTo>
                  <a:lnTo>
                    <a:pt x="309828" y="339357"/>
                  </a:lnTo>
                  <a:lnTo>
                    <a:pt x="310599" y="339528"/>
                  </a:lnTo>
                  <a:lnTo>
                    <a:pt x="312138" y="340383"/>
                  </a:lnTo>
                  <a:cubicBezTo>
                    <a:pt x="317614" y="343548"/>
                    <a:pt x="319153" y="350049"/>
                    <a:pt x="320692" y="348937"/>
                  </a:cubicBezTo>
                  <a:cubicBezTo>
                    <a:pt x="322745" y="347569"/>
                    <a:pt x="336432" y="338672"/>
                    <a:pt x="348064" y="333882"/>
                  </a:cubicBezTo>
                  <a:cubicBezTo>
                    <a:pt x="359699" y="329092"/>
                    <a:pt x="376806" y="322249"/>
                    <a:pt x="376806" y="315406"/>
                  </a:cubicBezTo>
                  <a:cubicBezTo>
                    <a:pt x="376806" y="308563"/>
                    <a:pt x="376121" y="300351"/>
                    <a:pt x="374754" y="294192"/>
                  </a:cubicBezTo>
                  <a:cubicBezTo>
                    <a:pt x="373386" y="288033"/>
                    <a:pt x="372016" y="276400"/>
                    <a:pt x="371333" y="266819"/>
                  </a:cubicBezTo>
                  <a:cubicBezTo>
                    <a:pt x="370648" y="257239"/>
                    <a:pt x="357646" y="218233"/>
                    <a:pt x="350802" y="204546"/>
                  </a:cubicBezTo>
                  <a:cubicBezTo>
                    <a:pt x="343959" y="190860"/>
                    <a:pt x="334208" y="165198"/>
                    <a:pt x="334208" y="165198"/>
                  </a:cubicBezTo>
                  <a:cubicBezTo>
                    <a:pt x="331898" y="163487"/>
                    <a:pt x="324372" y="151341"/>
                    <a:pt x="324372" y="151341"/>
                  </a:cubicBezTo>
                  <a:cubicBezTo>
                    <a:pt x="324372" y="151341"/>
                    <a:pt x="323259" y="141931"/>
                    <a:pt x="331470" y="134062"/>
                  </a:cubicBezTo>
                  <a:lnTo>
                    <a:pt x="330273" y="132779"/>
                  </a:lnTo>
                  <a:cubicBezTo>
                    <a:pt x="324798" y="127304"/>
                    <a:pt x="307690" y="121830"/>
                    <a:pt x="302901" y="119092"/>
                  </a:cubicBezTo>
                  <a:cubicBezTo>
                    <a:pt x="298111" y="116355"/>
                    <a:pt x="283740" y="99931"/>
                    <a:pt x="283740" y="99931"/>
                  </a:cubicBezTo>
                  <a:cubicBezTo>
                    <a:pt x="281686" y="84876"/>
                    <a:pt x="278265" y="80086"/>
                    <a:pt x="274844" y="74612"/>
                  </a:cubicBezTo>
                  <a:cubicBezTo>
                    <a:pt x="271421" y="69137"/>
                    <a:pt x="268685" y="64347"/>
                    <a:pt x="275527" y="60925"/>
                  </a:cubicBezTo>
                  <a:cubicBezTo>
                    <a:pt x="282370" y="57504"/>
                    <a:pt x="291267" y="69137"/>
                    <a:pt x="291267" y="69137"/>
                  </a:cubicBezTo>
                  <a:cubicBezTo>
                    <a:pt x="291952" y="58873"/>
                    <a:pt x="290582" y="36975"/>
                    <a:pt x="287161" y="17814"/>
                  </a:cubicBezTo>
                  <a:cubicBezTo>
                    <a:pt x="283740" y="-1348"/>
                    <a:pt x="293320" y="21"/>
                    <a:pt x="293320" y="21"/>
                  </a:cubicBezTo>
                  <a:cubicBezTo>
                    <a:pt x="300163" y="-919"/>
                    <a:pt x="302216" y="36975"/>
                    <a:pt x="302216" y="36975"/>
                  </a:cubicBezTo>
                  <a:cubicBezTo>
                    <a:pt x="302216" y="36975"/>
                    <a:pt x="301531" y="40396"/>
                    <a:pt x="307690" y="40396"/>
                  </a:cubicBezTo>
                  <a:cubicBezTo>
                    <a:pt x="313848" y="40396"/>
                    <a:pt x="318468" y="49549"/>
                    <a:pt x="321206" y="49549"/>
                  </a:cubicBezTo>
                  <a:cubicBezTo>
                    <a:pt x="323944" y="49549"/>
                    <a:pt x="326851" y="48608"/>
                    <a:pt x="330273" y="48608"/>
                  </a:cubicBezTo>
                  <a:cubicBezTo>
                    <a:pt x="333694" y="48608"/>
                    <a:pt x="339170" y="52714"/>
                    <a:pt x="339170" y="52714"/>
                  </a:cubicBezTo>
                  <a:cubicBezTo>
                    <a:pt x="348064" y="53398"/>
                    <a:pt x="352855" y="56135"/>
                    <a:pt x="356278" y="61610"/>
                  </a:cubicBezTo>
                  <a:cubicBezTo>
                    <a:pt x="359699" y="67084"/>
                    <a:pt x="360384" y="96510"/>
                    <a:pt x="363804" y="104037"/>
                  </a:cubicBezTo>
                  <a:cubicBezTo>
                    <a:pt x="365087" y="106946"/>
                    <a:pt x="367311" y="110881"/>
                    <a:pt x="369620" y="114559"/>
                  </a:cubicBezTo>
                  <a:cubicBezTo>
                    <a:pt x="372101" y="114559"/>
                    <a:pt x="374411" y="115243"/>
                    <a:pt x="376635" y="116526"/>
                  </a:cubicBezTo>
                  <a:cubicBezTo>
                    <a:pt x="380142" y="118579"/>
                    <a:pt x="384164" y="125251"/>
                    <a:pt x="387071" y="130726"/>
                  </a:cubicBezTo>
                  <a:cubicBezTo>
                    <a:pt x="389209" y="133121"/>
                    <a:pt x="397080" y="142017"/>
                    <a:pt x="402896" y="147833"/>
                  </a:cubicBezTo>
                  <a:cubicBezTo>
                    <a:pt x="409740" y="154677"/>
                    <a:pt x="444639" y="222424"/>
                    <a:pt x="447377" y="231919"/>
                  </a:cubicBezTo>
                  <a:cubicBezTo>
                    <a:pt x="450114" y="241499"/>
                    <a:pt x="459011" y="255870"/>
                    <a:pt x="459011" y="265450"/>
                  </a:cubicBezTo>
                  <a:cubicBezTo>
                    <a:pt x="459011" y="275031"/>
                    <a:pt x="471328" y="296245"/>
                    <a:pt x="470643" y="303772"/>
                  </a:cubicBezTo>
                  <a:cubicBezTo>
                    <a:pt x="469958" y="311300"/>
                    <a:pt x="465169" y="325670"/>
                    <a:pt x="463799" y="331829"/>
                  </a:cubicBezTo>
                  <a:cubicBezTo>
                    <a:pt x="462432" y="337988"/>
                    <a:pt x="459694" y="348937"/>
                    <a:pt x="455588" y="376994"/>
                  </a:cubicBezTo>
                  <a:cubicBezTo>
                    <a:pt x="451482" y="405051"/>
                    <a:pt x="422742" y="449446"/>
                    <a:pt x="419319" y="463902"/>
                  </a:cubicBezTo>
                  <a:cubicBezTo>
                    <a:pt x="415899" y="478273"/>
                    <a:pt x="402896" y="485800"/>
                    <a:pt x="407002" y="506330"/>
                  </a:cubicBezTo>
                  <a:cubicBezTo>
                    <a:pt x="417266" y="552863"/>
                    <a:pt x="503405" y="768337"/>
                    <a:pt x="503405" y="768337"/>
                  </a:cubicBezTo>
                  <a:lnTo>
                    <a:pt x="493824" y="770390"/>
                  </a:lnTo>
                  <a:cubicBezTo>
                    <a:pt x="481507" y="785445"/>
                    <a:pt x="439764" y="800500"/>
                    <a:pt x="439764" y="804606"/>
                  </a:cubicBezTo>
                  <a:cubicBezTo>
                    <a:pt x="439764" y="808712"/>
                    <a:pt x="435657" y="819661"/>
                    <a:pt x="435657" y="819661"/>
                  </a:cubicBezTo>
                  <a:cubicBezTo>
                    <a:pt x="439764" y="860720"/>
                    <a:pt x="432921" y="970125"/>
                    <a:pt x="430868" y="1011184"/>
                  </a:cubicBezTo>
                  <a:cubicBezTo>
                    <a:pt x="428815" y="1052243"/>
                    <a:pt x="445923" y="1159595"/>
                    <a:pt x="447976" y="1234870"/>
                  </a:cubicBezTo>
                  <a:cubicBezTo>
                    <a:pt x="450029" y="1310145"/>
                    <a:pt x="437027" y="1378490"/>
                    <a:pt x="437712" y="1380544"/>
                  </a:cubicBezTo>
                  <a:cubicBezTo>
                    <a:pt x="438395" y="1382597"/>
                    <a:pt x="437712" y="1383281"/>
                    <a:pt x="443185" y="1382597"/>
                  </a:cubicBezTo>
                  <a:cubicBezTo>
                    <a:pt x="448659" y="1381912"/>
                    <a:pt x="450029" y="1388071"/>
                    <a:pt x="456187" y="1394230"/>
                  </a:cubicBezTo>
                  <a:cubicBezTo>
                    <a:pt x="462346" y="1400389"/>
                    <a:pt x="458925" y="1416128"/>
                    <a:pt x="458925" y="1422971"/>
                  </a:cubicBezTo>
                  <a:cubicBezTo>
                    <a:pt x="458925" y="1429814"/>
                    <a:pt x="467137" y="1431183"/>
                    <a:pt x="473980" y="1435973"/>
                  </a:cubicBezTo>
                  <a:lnTo>
                    <a:pt x="473980" y="1435973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884D903-4777-6BC2-727E-B976BB1129FF}"/>
                </a:ext>
              </a:extLst>
            </p:cNvPr>
            <p:cNvSpPr/>
            <p:nvPr/>
          </p:nvSpPr>
          <p:spPr>
            <a:xfrm>
              <a:off x="19122130" y="4009739"/>
              <a:ext cx="372868" cy="1343206"/>
            </a:xfrm>
            <a:custGeom>
              <a:avLst/>
              <a:gdLst>
                <a:gd name="connsiteX0" fmla="*/ 81848 w 372868"/>
                <a:gd name="connsiteY0" fmla="*/ 579486 h 1343206"/>
                <a:gd name="connsiteX1" fmla="*/ 75689 w 372868"/>
                <a:gd name="connsiteY1" fmla="*/ 568536 h 1343206"/>
                <a:gd name="connsiteX2" fmla="*/ 70216 w 372868"/>
                <a:gd name="connsiteY2" fmla="*/ 550745 h 1343206"/>
                <a:gd name="connsiteX3" fmla="*/ 75006 w 372868"/>
                <a:gd name="connsiteY3" fmla="*/ 527478 h 1343206"/>
                <a:gd name="connsiteX4" fmla="*/ 70216 w 372868"/>
                <a:gd name="connsiteY4" fmla="*/ 499421 h 1343206"/>
                <a:gd name="connsiteX5" fmla="*/ 67135 w 372868"/>
                <a:gd name="connsiteY5" fmla="*/ 496427 h 1343206"/>
                <a:gd name="connsiteX6" fmla="*/ 55332 w 372868"/>
                <a:gd name="connsiteY6" fmla="*/ 515673 h 1343206"/>
                <a:gd name="connsiteX7" fmla="*/ 42672 w 372868"/>
                <a:gd name="connsiteY7" fmla="*/ 550231 h 1343206"/>
                <a:gd name="connsiteX8" fmla="*/ 45750 w 372868"/>
                <a:gd name="connsiteY8" fmla="*/ 577946 h 1343206"/>
                <a:gd name="connsiteX9" fmla="*/ 59438 w 372868"/>
                <a:gd name="connsiteY9" fmla="*/ 623795 h 1343206"/>
                <a:gd name="connsiteX10" fmla="*/ 63543 w 372868"/>
                <a:gd name="connsiteY10" fmla="*/ 627559 h 1343206"/>
                <a:gd name="connsiteX11" fmla="*/ 70729 w 372868"/>
                <a:gd name="connsiteY11" fmla="*/ 619347 h 1343206"/>
                <a:gd name="connsiteX12" fmla="*/ 73465 w 372868"/>
                <a:gd name="connsiteY12" fmla="*/ 613360 h 1343206"/>
                <a:gd name="connsiteX13" fmla="*/ 80994 w 372868"/>
                <a:gd name="connsiteY13" fmla="*/ 605832 h 1343206"/>
                <a:gd name="connsiteX14" fmla="*/ 82019 w 372868"/>
                <a:gd name="connsiteY14" fmla="*/ 605832 h 1343206"/>
                <a:gd name="connsiteX15" fmla="*/ 82704 w 372868"/>
                <a:gd name="connsiteY15" fmla="*/ 593172 h 1343206"/>
                <a:gd name="connsiteX16" fmla="*/ 86125 w 372868"/>
                <a:gd name="connsiteY16" fmla="*/ 581539 h 1343206"/>
                <a:gd name="connsiteX17" fmla="*/ 86125 w 372868"/>
                <a:gd name="connsiteY17" fmla="*/ 581539 h 1343206"/>
                <a:gd name="connsiteX18" fmla="*/ 81762 w 372868"/>
                <a:gd name="connsiteY18" fmla="*/ 579486 h 1343206"/>
                <a:gd name="connsiteX19" fmla="*/ 81762 w 372868"/>
                <a:gd name="connsiteY19" fmla="*/ 579486 h 1343206"/>
                <a:gd name="connsiteX20" fmla="*/ 51397 w 372868"/>
                <a:gd name="connsiteY20" fmla="*/ 489412 h 1343206"/>
                <a:gd name="connsiteX21" fmla="*/ 50969 w 372868"/>
                <a:gd name="connsiteY21" fmla="*/ 489412 h 1343206"/>
                <a:gd name="connsiteX22" fmla="*/ 51483 w 372868"/>
                <a:gd name="connsiteY22" fmla="*/ 489669 h 1343206"/>
                <a:gd name="connsiteX23" fmla="*/ 51483 w 372868"/>
                <a:gd name="connsiteY23" fmla="*/ 489412 h 1343206"/>
                <a:gd name="connsiteX24" fmla="*/ 51483 w 372868"/>
                <a:gd name="connsiteY24" fmla="*/ 489412 h 1343206"/>
                <a:gd name="connsiteX25" fmla="*/ 372682 w 372868"/>
                <a:gd name="connsiteY25" fmla="*/ 81560 h 1343206"/>
                <a:gd name="connsiteX26" fmla="*/ 370629 w 372868"/>
                <a:gd name="connsiteY26" fmla="*/ 100037 h 1343206"/>
                <a:gd name="connsiteX27" fmla="*/ 371314 w 372868"/>
                <a:gd name="connsiteY27" fmla="*/ 115092 h 1343206"/>
                <a:gd name="connsiteX28" fmla="*/ 365156 w 372868"/>
                <a:gd name="connsiteY28" fmla="*/ 130831 h 1343206"/>
                <a:gd name="connsiteX29" fmla="*/ 358997 w 372868"/>
                <a:gd name="connsiteY29" fmla="*/ 154782 h 1343206"/>
                <a:gd name="connsiteX30" fmla="*/ 330940 w 372868"/>
                <a:gd name="connsiteY30" fmla="*/ 246395 h 1343206"/>
                <a:gd name="connsiteX31" fmla="*/ 324096 w 372868"/>
                <a:gd name="connsiteY31" fmla="*/ 266924 h 1343206"/>
                <a:gd name="connsiteX32" fmla="*/ 314517 w 372868"/>
                <a:gd name="connsiteY32" fmla="*/ 314142 h 1343206"/>
                <a:gd name="connsiteX33" fmla="*/ 311180 w 372868"/>
                <a:gd name="connsiteY33" fmla="*/ 322012 h 1343206"/>
                <a:gd name="connsiteX34" fmla="*/ 312379 w 372868"/>
                <a:gd name="connsiteY34" fmla="*/ 325091 h 1343206"/>
                <a:gd name="connsiteX35" fmla="*/ 313061 w 372868"/>
                <a:gd name="connsiteY35" fmla="*/ 364097 h 1343206"/>
                <a:gd name="connsiteX36" fmla="*/ 280899 w 372868"/>
                <a:gd name="connsiteY36" fmla="*/ 381890 h 1343206"/>
                <a:gd name="connsiteX37" fmla="*/ 274057 w 372868"/>
                <a:gd name="connsiteY37" fmla="*/ 436635 h 1343206"/>
                <a:gd name="connsiteX38" fmla="*/ 268581 w 372868"/>
                <a:gd name="connsiteY38" fmla="*/ 466060 h 1343206"/>
                <a:gd name="connsiteX39" fmla="*/ 267299 w 372868"/>
                <a:gd name="connsiteY39" fmla="*/ 545184 h 1343206"/>
                <a:gd name="connsiteX40" fmla="*/ 267299 w 372868"/>
                <a:gd name="connsiteY40" fmla="*/ 548862 h 1343206"/>
                <a:gd name="connsiteX41" fmla="*/ 259685 w 372868"/>
                <a:gd name="connsiteY41" fmla="*/ 560924 h 1343206"/>
                <a:gd name="connsiteX42" fmla="*/ 254126 w 372868"/>
                <a:gd name="connsiteY42" fmla="*/ 570077 h 1343206"/>
                <a:gd name="connsiteX43" fmla="*/ 251302 w 372868"/>
                <a:gd name="connsiteY43" fmla="*/ 571017 h 1343206"/>
                <a:gd name="connsiteX44" fmla="*/ 253612 w 372868"/>
                <a:gd name="connsiteY44" fmla="*/ 572129 h 1343206"/>
                <a:gd name="connsiteX45" fmla="*/ 252672 w 372868"/>
                <a:gd name="connsiteY45" fmla="*/ 576834 h 1343206"/>
                <a:gd name="connsiteX46" fmla="*/ 250874 w 372868"/>
                <a:gd name="connsiteY46" fmla="*/ 590606 h 1343206"/>
                <a:gd name="connsiteX47" fmla="*/ 263876 w 372868"/>
                <a:gd name="connsiteY47" fmla="*/ 612504 h 1343206"/>
                <a:gd name="connsiteX48" fmla="*/ 275511 w 372868"/>
                <a:gd name="connsiteY48" fmla="*/ 769811 h 1343206"/>
                <a:gd name="connsiteX49" fmla="*/ 242663 w 372868"/>
                <a:gd name="connsiteY49" fmla="*/ 1021554 h 1343206"/>
                <a:gd name="connsiteX50" fmla="*/ 217343 w 372868"/>
                <a:gd name="connsiteY50" fmla="*/ 1152173 h 1343206"/>
                <a:gd name="connsiteX51" fmla="*/ 215890 w 372868"/>
                <a:gd name="connsiteY51" fmla="*/ 1168339 h 1343206"/>
                <a:gd name="connsiteX52" fmla="*/ 215718 w 372868"/>
                <a:gd name="connsiteY52" fmla="*/ 1178262 h 1343206"/>
                <a:gd name="connsiteX53" fmla="*/ 216658 w 372868"/>
                <a:gd name="connsiteY53" fmla="*/ 1216498 h 1343206"/>
                <a:gd name="connsiteX54" fmla="*/ 235136 w 372868"/>
                <a:gd name="connsiteY54" fmla="*/ 1280824 h 1343206"/>
                <a:gd name="connsiteX55" fmla="*/ 233083 w 372868"/>
                <a:gd name="connsiteY55" fmla="*/ 1304775 h 1343206"/>
                <a:gd name="connsiteX56" fmla="*/ 236504 w 372868"/>
                <a:gd name="connsiteY56" fmla="*/ 1341728 h 1343206"/>
                <a:gd name="connsiteX57" fmla="*/ 207764 w 372868"/>
                <a:gd name="connsiteY57" fmla="*/ 1341044 h 1343206"/>
                <a:gd name="connsiteX58" fmla="*/ 208447 w 372868"/>
                <a:gd name="connsiteY58" fmla="*/ 1328042 h 1343206"/>
                <a:gd name="connsiteX59" fmla="*/ 203656 w 372868"/>
                <a:gd name="connsiteY59" fmla="*/ 1311618 h 1343206"/>
                <a:gd name="connsiteX60" fmla="*/ 187233 w 372868"/>
                <a:gd name="connsiteY60" fmla="*/ 1326673 h 1343206"/>
                <a:gd name="connsiteX61" fmla="*/ 185865 w 372868"/>
                <a:gd name="connsiteY61" fmla="*/ 1342413 h 1343206"/>
                <a:gd name="connsiteX62" fmla="*/ 124960 w 372868"/>
                <a:gd name="connsiteY62" fmla="*/ 1343097 h 1343206"/>
                <a:gd name="connsiteX63" fmla="*/ 96903 w 372868"/>
                <a:gd name="connsiteY63" fmla="*/ 1341728 h 1343206"/>
                <a:gd name="connsiteX64" fmla="*/ 95535 w 372868"/>
                <a:gd name="connsiteY64" fmla="*/ 1329411 h 1343206"/>
                <a:gd name="connsiteX65" fmla="*/ 127013 w 372868"/>
                <a:gd name="connsiteY65" fmla="*/ 1315040 h 1343206"/>
                <a:gd name="connsiteX66" fmla="*/ 133172 w 372868"/>
                <a:gd name="connsiteY66" fmla="*/ 1271928 h 1343206"/>
                <a:gd name="connsiteX67" fmla="*/ 133172 w 372868"/>
                <a:gd name="connsiteY67" fmla="*/ 1233606 h 1343206"/>
                <a:gd name="connsiteX68" fmla="*/ 138647 w 372868"/>
                <a:gd name="connsiteY68" fmla="*/ 1185704 h 1343206"/>
                <a:gd name="connsiteX69" fmla="*/ 130436 w 372868"/>
                <a:gd name="connsiteY69" fmla="*/ 1127537 h 1343206"/>
                <a:gd name="connsiteX70" fmla="*/ 110590 w 372868"/>
                <a:gd name="connsiteY70" fmla="*/ 1026344 h 1343206"/>
                <a:gd name="connsiteX71" fmla="*/ 93482 w 372868"/>
                <a:gd name="connsiteY71" fmla="*/ 968862 h 1343206"/>
                <a:gd name="connsiteX72" fmla="*/ 70216 w 372868"/>
                <a:gd name="connsiteY72" fmla="*/ 819082 h 1343206"/>
                <a:gd name="connsiteX73" fmla="*/ 60634 w 372868"/>
                <a:gd name="connsiteY73" fmla="*/ 682988 h 1343206"/>
                <a:gd name="connsiteX74" fmla="*/ 61576 w 372868"/>
                <a:gd name="connsiteY74" fmla="*/ 674520 h 1343206"/>
                <a:gd name="connsiteX75" fmla="*/ 55503 w 372868"/>
                <a:gd name="connsiteY75" fmla="*/ 673237 h 1343206"/>
                <a:gd name="connsiteX76" fmla="*/ 48660 w 372868"/>
                <a:gd name="connsiteY76" fmla="*/ 662288 h 1343206"/>
                <a:gd name="connsiteX77" fmla="*/ 42501 w 372868"/>
                <a:gd name="connsiteY77" fmla="*/ 655102 h 1343206"/>
                <a:gd name="connsiteX78" fmla="*/ 38395 w 372868"/>
                <a:gd name="connsiteY78" fmla="*/ 644838 h 1343206"/>
                <a:gd name="connsiteX79" fmla="*/ 21287 w 372868"/>
                <a:gd name="connsiteY79" fmla="*/ 618492 h 1343206"/>
                <a:gd name="connsiteX80" fmla="*/ 74 w 372868"/>
                <a:gd name="connsiteY80" fmla="*/ 556903 h 1343206"/>
                <a:gd name="connsiteX81" fmla="*/ 23255 w 372868"/>
                <a:gd name="connsiteY81" fmla="*/ 487274 h 1343206"/>
                <a:gd name="connsiteX82" fmla="*/ 13930 w 372868"/>
                <a:gd name="connsiteY82" fmla="*/ 479062 h 1343206"/>
                <a:gd name="connsiteX83" fmla="*/ 34461 w 372868"/>
                <a:gd name="connsiteY83" fmla="*/ 437319 h 1343206"/>
                <a:gd name="connsiteX84" fmla="*/ 49516 w 372868"/>
                <a:gd name="connsiteY84" fmla="*/ 382574 h 1343206"/>
                <a:gd name="connsiteX85" fmla="*/ 74835 w 372868"/>
                <a:gd name="connsiteY85" fmla="*/ 360675 h 1343206"/>
                <a:gd name="connsiteX86" fmla="*/ 111787 w 372868"/>
                <a:gd name="connsiteY86" fmla="*/ 339462 h 1343206"/>
                <a:gd name="connsiteX87" fmla="*/ 127527 w 372868"/>
                <a:gd name="connsiteY87" fmla="*/ 323722 h 1343206"/>
                <a:gd name="connsiteX88" fmla="*/ 136766 w 372868"/>
                <a:gd name="connsiteY88" fmla="*/ 314142 h 1343206"/>
                <a:gd name="connsiteX89" fmla="*/ 126330 w 372868"/>
                <a:gd name="connsiteY89" fmla="*/ 271715 h 1343206"/>
                <a:gd name="connsiteX90" fmla="*/ 118802 w 372868"/>
                <a:gd name="connsiteY90" fmla="*/ 253922 h 1343206"/>
                <a:gd name="connsiteX91" fmla="*/ 103746 w 372868"/>
                <a:gd name="connsiteY91" fmla="*/ 242973 h 1343206"/>
                <a:gd name="connsiteX92" fmla="*/ 92797 w 372868"/>
                <a:gd name="connsiteY92" fmla="*/ 217654 h 1343206"/>
                <a:gd name="connsiteX93" fmla="*/ 101694 w 372868"/>
                <a:gd name="connsiteY93" fmla="*/ 207389 h 1343206"/>
                <a:gd name="connsiteX94" fmla="*/ 103062 w 372868"/>
                <a:gd name="connsiteY94" fmla="*/ 166330 h 1343206"/>
                <a:gd name="connsiteX95" fmla="*/ 172863 w 372868"/>
                <a:gd name="connsiteY95" fmla="*/ 136904 h 1343206"/>
                <a:gd name="connsiteX96" fmla="*/ 207079 w 372868"/>
                <a:gd name="connsiteY96" fmla="*/ 197808 h 1343206"/>
                <a:gd name="connsiteX97" fmla="*/ 209817 w 372868"/>
                <a:gd name="connsiteY97" fmla="*/ 208757 h 1343206"/>
                <a:gd name="connsiteX98" fmla="*/ 211185 w 372868"/>
                <a:gd name="connsiteY98" fmla="*/ 224497 h 1343206"/>
                <a:gd name="connsiteX99" fmla="*/ 207764 w 372868"/>
                <a:gd name="connsiteY99" fmla="*/ 240920 h 1343206"/>
                <a:gd name="connsiteX100" fmla="*/ 205026 w 372868"/>
                <a:gd name="connsiteY100" fmla="*/ 245710 h 1343206"/>
                <a:gd name="connsiteX101" fmla="*/ 194077 w 372868"/>
                <a:gd name="connsiteY101" fmla="*/ 262818 h 1343206"/>
                <a:gd name="connsiteX102" fmla="*/ 194077 w 372868"/>
                <a:gd name="connsiteY102" fmla="*/ 294297 h 1343206"/>
                <a:gd name="connsiteX103" fmla="*/ 195273 w 372868"/>
                <a:gd name="connsiteY103" fmla="*/ 294297 h 1343206"/>
                <a:gd name="connsiteX104" fmla="*/ 211698 w 372868"/>
                <a:gd name="connsiteY104" fmla="*/ 294981 h 1343206"/>
                <a:gd name="connsiteX105" fmla="*/ 224016 w 372868"/>
                <a:gd name="connsiteY105" fmla="*/ 310721 h 1343206"/>
                <a:gd name="connsiteX106" fmla="*/ 234280 w 372868"/>
                <a:gd name="connsiteY106" fmla="*/ 309352 h 1343206"/>
                <a:gd name="connsiteX107" fmla="*/ 242491 w 372868"/>
                <a:gd name="connsiteY107" fmla="*/ 302509 h 1343206"/>
                <a:gd name="connsiteX108" fmla="*/ 257546 w 372868"/>
                <a:gd name="connsiteY108" fmla="*/ 305246 h 1343206"/>
                <a:gd name="connsiteX109" fmla="*/ 263705 w 372868"/>
                <a:gd name="connsiteY109" fmla="*/ 295666 h 1343206"/>
                <a:gd name="connsiteX110" fmla="*/ 267642 w 372868"/>
                <a:gd name="connsiteY110" fmla="*/ 294810 h 1343206"/>
                <a:gd name="connsiteX111" fmla="*/ 285775 w 372868"/>
                <a:gd name="connsiteY111" fmla="*/ 252553 h 1343206"/>
                <a:gd name="connsiteX112" fmla="*/ 304251 w 372868"/>
                <a:gd name="connsiteY112" fmla="*/ 217654 h 1343206"/>
                <a:gd name="connsiteX113" fmla="*/ 334361 w 372868"/>
                <a:gd name="connsiteY113" fmla="*/ 117743 h 1343206"/>
                <a:gd name="connsiteX114" fmla="*/ 323411 w 372868"/>
                <a:gd name="connsiteY114" fmla="*/ 97214 h 1343206"/>
                <a:gd name="connsiteX115" fmla="*/ 323411 w 372868"/>
                <a:gd name="connsiteY115" fmla="*/ 68473 h 1343206"/>
                <a:gd name="connsiteX116" fmla="*/ 320676 w 372868"/>
                <a:gd name="connsiteY116" fmla="*/ 58208 h 1343206"/>
                <a:gd name="connsiteX117" fmla="*/ 329572 w 372868"/>
                <a:gd name="connsiteY117" fmla="*/ 56839 h 1343206"/>
                <a:gd name="connsiteX118" fmla="*/ 342317 w 372868"/>
                <a:gd name="connsiteY118" fmla="*/ 18175 h 1343206"/>
                <a:gd name="connsiteX119" fmla="*/ 350786 w 372868"/>
                <a:gd name="connsiteY119" fmla="*/ 41 h 1343206"/>
                <a:gd name="connsiteX120" fmla="*/ 345396 w 372868"/>
                <a:gd name="connsiteY120" fmla="*/ 47857 h 1343206"/>
                <a:gd name="connsiteX121" fmla="*/ 349929 w 372868"/>
                <a:gd name="connsiteY121" fmla="*/ 51707 h 1343206"/>
                <a:gd name="connsiteX122" fmla="*/ 358912 w 372868"/>
                <a:gd name="connsiteY122" fmla="*/ 62228 h 1343206"/>
                <a:gd name="connsiteX123" fmla="*/ 365755 w 372868"/>
                <a:gd name="connsiteY123" fmla="*/ 65650 h 1343206"/>
                <a:gd name="connsiteX124" fmla="*/ 367123 w 372868"/>
                <a:gd name="connsiteY124" fmla="*/ 73862 h 1343206"/>
                <a:gd name="connsiteX125" fmla="*/ 372597 w 372868"/>
                <a:gd name="connsiteY125" fmla="*/ 81389 h 1343206"/>
                <a:gd name="connsiteX126" fmla="*/ 372597 w 372868"/>
                <a:gd name="connsiteY126" fmla="*/ 81389 h 1343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</a:cxnLst>
              <a:rect l="l" t="t" r="r" b="b"/>
              <a:pathLst>
                <a:path w="372868" h="1343206">
                  <a:moveTo>
                    <a:pt x="81848" y="579486"/>
                  </a:moveTo>
                  <a:cubicBezTo>
                    <a:pt x="79795" y="577433"/>
                    <a:pt x="78427" y="571274"/>
                    <a:pt x="75689" y="568536"/>
                  </a:cubicBezTo>
                  <a:cubicBezTo>
                    <a:pt x="72954" y="565800"/>
                    <a:pt x="70216" y="554166"/>
                    <a:pt x="70216" y="550745"/>
                  </a:cubicBezTo>
                  <a:cubicBezTo>
                    <a:pt x="70216" y="547323"/>
                    <a:pt x="75689" y="537058"/>
                    <a:pt x="75006" y="527478"/>
                  </a:cubicBezTo>
                  <a:cubicBezTo>
                    <a:pt x="74321" y="517897"/>
                    <a:pt x="72954" y="504211"/>
                    <a:pt x="70216" y="499421"/>
                  </a:cubicBezTo>
                  <a:cubicBezTo>
                    <a:pt x="68762" y="496940"/>
                    <a:pt x="68077" y="496512"/>
                    <a:pt x="67135" y="496427"/>
                  </a:cubicBezTo>
                  <a:cubicBezTo>
                    <a:pt x="65168" y="499934"/>
                    <a:pt x="57984" y="512422"/>
                    <a:pt x="55332" y="515673"/>
                  </a:cubicBezTo>
                  <a:cubicBezTo>
                    <a:pt x="52252" y="519437"/>
                    <a:pt x="42330" y="539624"/>
                    <a:pt x="42672" y="550231"/>
                  </a:cubicBezTo>
                  <a:cubicBezTo>
                    <a:pt x="43015" y="560838"/>
                    <a:pt x="41645" y="565628"/>
                    <a:pt x="45750" y="577946"/>
                  </a:cubicBezTo>
                  <a:cubicBezTo>
                    <a:pt x="49856" y="590264"/>
                    <a:pt x="56357" y="615241"/>
                    <a:pt x="59438" y="623795"/>
                  </a:cubicBezTo>
                  <a:cubicBezTo>
                    <a:pt x="59438" y="623795"/>
                    <a:pt x="61833" y="628927"/>
                    <a:pt x="63543" y="627559"/>
                  </a:cubicBezTo>
                  <a:cubicBezTo>
                    <a:pt x="65254" y="626190"/>
                    <a:pt x="69788" y="620373"/>
                    <a:pt x="70729" y="619347"/>
                  </a:cubicBezTo>
                  <a:cubicBezTo>
                    <a:pt x="72782" y="617123"/>
                    <a:pt x="73465" y="613360"/>
                    <a:pt x="73465" y="613360"/>
                  </a:cubicBezTo>
                  <a:cubicBezTo>
                    <a:pt x="73465" y="613360"/>
                    <a:pt x="77913" y="605490"/>
                    <a:pt x="80994" y="605832"/>
                  </a:cubicBezTo>
                  <a:lnTo>
                    <a:pt x="82019" y="605832"/>
                  </a:lnTo>
                  <a:cubicBezTo>
                    <a:pt x="82019" y="601469"/>
                    <a:pt x="82190" y="594883"/>
                    <a:pt x="82704" y="593172"/>
                  </a:cubicBezTo>
                  <a:cubicBezTo>
                    <a:pt x="83389" y="590434"/>
                    <a:pt x="81336" y="584960"/>
                    <a:pt x="86125" y="581539"/>
                  </a:cubicBezTo>
                  <a:lnTo>
                    <a:pt x="86125" y="581539"/>
                  </a:lnTo>
                  <a:cubicBezTo>
                    <a:pt x="84243" y="581282"/>
                    <a:pt x="82875" y="580598"/>
                    <a:pt x="81762" y="579486"/>
                  </a:cubicBezTo>
                  <a:lnTo>
                    <a:pt x="81762" y="579486"/>
                  </a:lnTo>
                  <a:close/>
                  <a:moveTo>
                    <a:pt x="51397" y="489412"/>
                  </a:moveTo>
                  <a:lnTo>
                    <a:pt x="50969" y="489412"/>
                  </a:lnTo>
                  <a:cubicBezTo>
                    <a:pt x="50969" y="489412"/>
                    <a:pt x="51483" y="489669"/>
                    <a:pt x="51483" y="489669"/>
                  </a:cubicBezTo>
                  <a:lnTo>
                    <a:pt x="51483" y="489412"/>
                  </a:lnTo>
                  <a:lnTo>
                    <a:pt x="51483" y="489412"/>
                  </a:lnTo>
                  <a:close/>
                  <a:moveTo>
                    <a:pt x="372682" y="81560"/>
                  </a:moveTo>
                  <a:cubicBezTo>
                    <a:pt x="371314" y="85666"/>
                    <a:pt x="370629" y="95931"/>
                    <a:pt x="370629" y="100037"/>
                  </a:cubicBezTo>
                  <a:cubicBezTo>
                    <a:pt x="370629" y="104142"/>
                    <a:pt x="371314" y="112354"/>
                    <a:pt x="371314" y="115092"/>
                  </a:cubicBezTo>
                  <a:cubicBezTo>
                    <a:pt x="371314" y="117829"/>
                    <a:pt x="367894" y="126725"/>
                    <a:pt x="365156" y="130831"/>
                  </a:cubicBezTo>
                  <a:cubicBezTo>
                    <a:pt x="362418" y="134937"/>
                    <a:pt x="360365" y="147939"/>
                    <a:pt x="358997" y="154782"/>
                  </a:cubicBezTo>
                  <a:cubicBezTo>
                    <a:pt x="357627" y="161625"/>
                    <a:pt x="348733" y="209527"/>
                    <a:pt x="330940" y="246395"/>
                  </a:cubicBezTo>
                  <a:cubicBezTo>
                    <a:pt x="330940" y="246395"/>
                    <a:pt x="327519" y="259397"/>
                    <a:pt x="324096" y="266924"/>
                  </a:cubicBezTo>
                  <a:cubicBezTo>
                    <a:pt x="324096" y="266924"/>
                    <a:pt x="317253" y="305930"/>
                    <a:pt x="314517" y="314142"/>
                  </a:cubicBezTo>
                  <a:cubicBezTo>
                    <a:pt x="313918" y="315938"/>
                    <a:pt x="312719" y="318676"/>
                    <a:pt x="311180" y="322012"/>
                  </a:cubicBezTo>
                  <a:lnTo>
                    <a:pt x="312379" y="325091"/>
                  </a:lnTo>
                  <a:cubicBezTo>
                    <a:pt x="324011" y="358623"/>
                    <a:pt x="317167" y="362728"/>
                    <a:pt x="313061" y="364097"/>
                  </a:cubicBezTo>
                  <a:cubicBezTo>
                    <a:pt x="308956" y="365466"/>
                    <a:pt x="280899" y="381890"/>
                    <a:pt x="280899" y="381890"/>
                  </a:cubicBezTo>
                  <a:cubicBezTo>
                    <a:pt x="280899" y="381890"/>
                    <a:pt x="273372" y="418158"/>
                    <a:pt x="274057" y="436635"/>
                  </a:cubicBezTo>
                  <a:cubicBezTo>
                    <a:pt x="274740" y="455111"/>
                    <a:pt x="267896" y="458533"/>
                    <a:pt x="268581" y="466060"/>
                  </a:cubicBezTo>
                  <a:cubicBezTo>
                    <a:pt x="269181" y="472818"/>
                    <a:pt x="269266" y="528333"/>
                    <a:pt x="267299" y="545184"/>
                  </a:cubicBezTo>
                  <a:cubicBezTo>
                    <a:pt x="267299" y="546724"/>
                    <a:pt x="267299" y="547922"/>
                    <a:pt x="267299" y="548862"/>
                  </a:cubicBezTo>
                  <a:cubicBezTo>
                    <a:pt x="267642" y="552626"/>
                    <a:pt x="263534" y="557331"/>
                    <a:pt x="259685" y="560924"/>
                  </a:cubicBezTo>
                  <a:cubicBezTo>
                    <a:pt x="257118" y="564688"/>
                    <a:pt x="254811" y="568023"/>
                    <a:pt x="254126" y="570077"/>
                  </a:cubicBezTo>
                  <a:cubicBezTo>
                    <a:pt x="253954" y="570590"/>
                    <a:pt x="252927" y="570846"/>
                    <a:pt x="251302" y="571017"/>
                  </a:cubicBezTo>
                  <a:cubicBezTo>
                    <a:pt x="252841" y="571701"/>
                    <a:pt x="253612" y="572129"/>
                    <a:pt x="253612" y="572129"/>
                  </a:cubicBezTo>
                  <a:lnTo>
                    <a:pt x="252672" y="576834"/>
                  </a:lnTo>
                  <a:cubicBezTo>
                    <a:pt x="251902" y="581111"/>
                    <a:pt x="250874" y="587270"/>
                    <a:pt x="250874" y="590606"/>
                  </a:cubicBezTo>
                  <a:cubicBezTo>
                    <a:pt x="250874" y="596080"/>
                    <a:pt x="260455" y="600186"/>
                    <a:pt x="263876" y="612504"/>
                  </a:cubicBezTo>
                  <a:cubicBezTo>
                    <a:pt x="267299" y="624822"/>
                    <a:pt x="284407" y="659722"/>
                    <a:pt x="275511" y="769811"/>
                  </a:cubicBezTo>
                  <a:cubicBezTo>
                    <a:pt x="266614" y="879986"/>
                    <a:pt x="252927" y="956544"/>
                    <a:pt x="242663" y="1021554"/>
                  </a:cubicBezTo>
                  <a:cubicBezTo>
                    <a:pt x="232398" y="1086564"/>
                    <a:pt x="220081" y="1143961"/>
                    <a:pt x="217343" y="1152173"/>
                  </a:cubicBezTo>
                  <a:cubicBezTo>
                    <a:pt x="216487" y="1154653"/>
                    <a:pt x="216061" y="1160812"/>
                    <a:pt x="215890" y="1168339"/>
                  </a:cubicBezTo>
                  <a:cubicBezTo>
                    <a:pt x="215975" y="1171248"/>
                    <a:pt x="215890" y="1174584"/>
                    <a:pt x="215718" y="1178262"/>
                  </a:cubicBezTo>
                  <a:cubicBezTo>
                    <a:pt x="215718" y="1193745"/>
                    <a:pt x="216232" y="1211024"/>
                    <a:pt x="216658" y="1216498"/>
                  </a:cubicBezTo>
                  <a:cubicBezTo>
                    <a:pt x="217343" y="1226079"/>
                    <a:pt x="233083" y="1273981"/>
                    <a:pt x="235136" y="1280824"/>
                  </a:cubicBezTo>
                  <a:cubicBezTo>
                    <a:pt x="237189" y="1287667"/>
                    <a:pt x="231713" y="1299985"/>
                    <a:pt x="233083" y="1304775"/>
                  </a:cubicBezTo>
                  <a:cubicBezTo>
                    <a:pt x="234451" y="1309565"/>
                    <a:pt x="236504" y="1341728"/>
                    <a:pt x="236504" y="1341728"/>
                  </a:cubicBezTo>
                  <a:lnTo>
                    <a:pt x="207764" y="1341044"/>
                  </a:lnTo>
                  <a:cubicBezTo>
                    <a:pt x="207764" y="1341044"/>
                    <a:pt x="209132" y="1337623"/>
                    <a:pt x="208447" y="1328042"/>
                  </a:cubicBezTo>
                  <a:cubicBezTo>
                    <a:pt x="207764" y="1318462"/>
                    <a:pt x="208447" y="1311618"/>
                    <a:pt x="203656" y="1311618"/>
                  </a:cubicBezTo>
                  <a:cubicBezTo>
                    <a:pt x="198867" y="1311618"/>
                    <a:pt x="186548" y="1323252"/>
                    <a:pt x="187233" y="1326673"/>
                  </a:cubicBezTo>
                  <a:cubicBezTo>
                    <a:pt x="187918" y="1330095"/>
                    <a:pt x="185865" y="1342413"/>
                    <a:pt x="185865" y="1342413"/>
                  </a:cubicBezTo>
                  <a:lnTo>
                    <a:pt x="124960" y="1343097"/>
                  </a:lnTo>
                  <a:cubicBezTo>
                    <a:pt x="124960" y="1343097"/>
                    <a:pt x="105799" y="1343781"/>
                    <a:pt x="96903" y="1341728"/>
                  </a:cubicBezTo>
                  <a:cubicBezTo>
                    <a:pt x="88009" y="1339675"/>
                    <a:pt x="95535" y="1329411"/>
                    <a:pt x="95535" y="1329411"/>
                  </a:cubicBezTo>
                  <a:cubicBezTo>
                    <a:pt x="101009" y="1326673"/>
                    <a:pt x="124277" y="1319830"/>
                    <a:pt x="127013" y="1315040"/>
                  </a:cubicBezTo>
                  <a:cubicBezTo>
                    <a:pt x="129751" y="1310250"/>
                    <a:pt x="132489" y="1278087"/>
                    <a:pt x="133172" y="1271928"/>
                  </a:cubicBezTo>
                  <a:cubicBezTo>
                    <a:pt x="133857" y="1265769"/>
                    <a:pt x="132489" y="1249346"/>
                    <a:pt x="133172" y="1233606"/>
                  </a:cubicBezTo>
                  <a:cubicBezTo>
                    <a:pt x="133857" y="1217867"/>
                    <a:pt x="138647" y="1185704"/>
                    <a:pt x="138647" y="1185704"/>
                  </a:cubicBezTo>
                  <a:cubicBezTo>
                    <a:pt x="131804" y="1167228"/>
                    <a:pt x="131119" y="1139171"/>
                    <a:pt x="130436" y="1127537"/>
                  </a:cubicBezTo>
                  <a:cubicBezTo>
                    <a:pt x="129751" y="1115904"/>
                    <a:pt x="112643" y="1039945"/>
                    <a:pt x="110590" y="1026344"/>
                  </a:cubicBezTo>
                  <a:cubicBezTo>
                    <a:pt x="108537" y="1012658"/>
                    <a:pt x="101694" y="996918"/>
                    <a:pt x="93482" y="968862"/>
                  </a:cubicBezTo>
                  <a:cubicBezTo>
                    <a:pt x="85271" y="940805"/>
                    <a:pt x="84586" y="866984"/>
                    <a:pt x="70216" y="819082"/>
                  </a:cubicBezTo>
                  <a:cubicBezTo>
                    <a:pt x="55846" y="771180"/>
                    <a:pt x="58581" y="713697"/>
                    <a:pt x="60634" y="682988"/>
                  </a:cubicBezTo>
                  <a:cubicBezTo>
                    <a:pt x="60805" y="680251"/>
                    <a:pt x="61148" y="677429"/>
                    <a:pt x="61576" y="674520"/>
                  </a:cubicBezTo>
                  <a:cubicBezTo>
                    <a:pt x="58239" y="674520"/>
                    <a:pt x="57042" y="675290"/>
                    <a:pt x="55503" y="673237"/>
                  </a:cubicBezTo>
                  <a:cubicBezTo>
                    <a:pt x="53793" y="670842"/>
                    <a:pt x="51397" y="665025"/>
                    <a:pt x="48660" y="662288"/>
                  </a:cubicBezTo>
                  <a:cubicBezTo>
                    <a:pt x="45922" y="659551"/>
                    <a:pt x="44211" y="657498"/>
                    <a:pt x="42501" y="655102"/>
                  </a:cubicBezTo>
                  <a:cubicBezTo>
                    <a:pt x="40791" y="652707"/>
                    <a:pt x="40448" y="647233"/>
                    <a:pt x="38395" y="644838"/>
                  </a:cubicBezTo>
                  <a:cubicBezTo>
                    <a:pt x="36342" y="642443"/>
                    <a:pt x="25736" y="625677"/>
                    <a:pt x="21287" y="618492"/>
                  </a:cubicBezTo>
                  <a:cubicBezTo>
                    <a:pt x="16839" y="611306"/>
                    <a:pt x="-1296" y="582223"/>
                    <a:pt x="74" y="556903"/>
                  </a:cubicBezTo>
                  <a:cubicBezTo>
                    <a:pt x="1442" y="531754"/>
                    <a:pt x="18635" y="496170"/>
                    <a:pt x="23255" y="487274"/>
                  </a:cubicBezTo>
                  <a:cubicBezTo>
                    <a:pt x="18978" y="484366"/>
                    <a:pt x="15640" y="480260"/>
                    <a:pt x="13930" y="479062"/>
                  </a:cubicBezTo>
                  <a:cubicBezTo>
                    <a:pt x="11877" y="477693"/>
                    <a:pt x="33776" y="444847"/>
                    <a:pt x="34461" y="437319"/>
                  </a:cubicBezTo>
                  <a:cubicBezTo>
                    <a:pt x="35144" y="429792"/>
                    <a:pt x="41302" y="395576"/>
                    <a:pt x="49516" y="382574"/>
                  </a:cubicBezTo>
                  <a:cubicBezTo>
                    <a:pt x="57727" y="369572"/>
                    <a:pt x="66624" y="366150"/>
                    <a:pt x="74835" y="360675"/>
                  </a:cubicBezTo>
                  <a:cubicBezTo>
                    <a:pt x="83047" y="355201"/>
                    <a:pt x="105628" y="346305"/>
                    <a:pt x="111787" y="339462"/>
                  </a:cubicBezTo>
                  <a:cubicBezTo>
                    <a:pt x="117947" y="332619"/>
                    <a:pt x="125474" y="328512"/>
                    <a:pt x="127527" y="323722"/>
                  </a:cubicBezTo>
                  <a:cubicBezTo>
                    <a:pt x="129323" y="319617"/>
                    <a:pt x="134113" y="315938"/>
                    <a:pt x="136766" y="314142"/>
                  </a:cubicBezTo>
                  <a:cubicBezTo>
                    <a:pt x="133942" y="306187"/>
                    <a:pt x="129580" y="278728"/>
                    <a:pt x="126330" y="271715"/>
                  </a:cubicBezTo>
                  <a:cubicBezTo>
                    <a:pt x="122907" y="264187"/>
                    <a:pt x="121539" y="258712"/>
                    <a:pt x="118802" y="253922"/>
                  </a:cubicBezTo>
                  <a:cubicBezTo>
                    <a:pt x="116064" y="249132"/>
                    <a:pt x="107852" y="246395"/>
                    <a:pt x="103746" y="242973"/>
                  </a:cubicBezTo>
                  <a:cubicBezTo>
                    <a:pt x="99641" y="239552"/>
                    <a:pt x="92797" y="223128"/>
                    <a:pt x="92797" y="217654"/>
                  </a:cubicBezTo>
                  <a:cubicBezTo>
                    <a:pt x="92797" y="212179"/>
                    <a:pt x="101694" y="207389"/>
                    <a:pt x="101694" y="207389"/>
                  </a:cubicBezTo>
                  <a:cubicBezTo>
                    <a:pt x="98956" y="198493"/>
                    <a:pt x="89376" y="192334"/>
                    <a:pt x="103062" y="166330"/>
                  </a:cubicBezTo>
                  <a:cubicBezTo>
                    <a:pt x="116749" y="140326"/>
                    <a:pt x="141385" y="134167"/>
                    <a:pt x="172863" y="136904"/>
                  </a:cubicBezTo>
                  <a:cubicBezTo>
                    <a:pt x="204341" y="139642"/>
                    <a:pt x="207079" y="195071"/>
                    <a:pt x="207079" y="197808"/>
                  </a:cubicBezTo>
                  <a:cubicBezTo>
                    <a:pt x="207079" y="200546"/>
                    <a:pt x="209817" y="208757"/>
                    <a:pt x="209817" y="208757"/>
                  </a:cubicBezTo>
                  <a:cubicBezTo>
                    <a:pt x="213922" y="211494"/>
                    <a:pt x="211870" y="221075"/>
                    <a:pt x="211185" y="224497"/>
                  </a:cubicBezTo>
                  <a:cubicBezTo>
                    <a:pt x="210500" y="227918"/>
                    <a:pt x="207764" y="236814"/>
                    <a:pt x="207764" y="240920"/>
                  </a:cubicBezTo>
                  <a:cubicBezTo>
                    <a:pt x="207764" y="245026"/>
                    <a:pt x="205026" y="243657"/>
                    <a:pt x="205026" y="245710"/>
                  </a:cubicBezTo>
                  <a:cubicBezTo>
                    <a:pt x="205026" y="247763"/>
                    <a:pt x="196130" y="258028"/>
                    <a:pt x="194077" y="262818"/>
                  </a:cubicBezTo>
                  <a:cubicBezTo>
                    <a:pt x="192709" y="265897"/>
                    <a:pt x="193392" y="282749"/>
                    <a:pt x="194077" y="294297"/>
                  </a:cubicBezTo>
                  <a:lnTo>
                    <a:pt x="195273" y="294297"/>
                  </a:lnTo>
                  <a:cubicBezTo>
                    <a:pt x="195273" y="294297"/>
                    <a:pt x="206223" y="292928"/>
                    <a:pt x="211698" y="294981"/>
                  </a:cubicBezTo>
                  <a:cubicBezTo>
                    <a:pt x="217172" y="297034"/>
                    <a:pt x="224016" y="310721"/>
                    <a:pt x="224016" y="310721"/>
                  </a:cubicBezTo>
                  <a:cubicBezTo>
                    <a:pt x="224016" y="310721"/>
                    <a:pt x="234280" y="312089"/>
                    <a:pt x="234280" y="309352"/>
                  </a:cubicBezTo>
                  <a:cubicBezTo>
                    <a:pt x="234280" y="306614"/>
                    <a:pt x="242491" y="302509"/>
                    <a:pt x="242491" y="302509"/>
                  </a:cubicBezTo>
                  <a:lnTo>
                    <a:pt x="257546" y="305246"/>
                  </a:lnTo>
                  <a:cubicBezTo>
                    <a:pt x="257546" y="305246"/>
                    <a:pt x="260284" y="297718"/>
                    <a:pt x="263705" y="295666"/>
                  </a:cubicBezTo>
                  <a:cubicBezTo>
                    <a:pt x="264304" y="295323"/>
                    <a:pt x="265672" y="294981"/>
                    <a:pt x="267642" y="294810"/>
                  </a:cubicBezTo>
                  <a:cubicBezTo>
                    <a:pt x="271747" y="286256"/>
                    <a:pt x="281926" y="264529"/>
                    <a:pt x="285775" y="252553"/>
                  </a:cubicBezTo>
                  <a:cubicBezTo>
                    <a:pt x="290566" y="237499"/>
                    <a:pt x="300830" y="228602"/>
                    <a:pt x="304251" y="217654"/>
                  </a:cubicBezTo>
                  <a:cubicBezTo>
                    <a:pt x="307673" y="206704"/>
                    <a:pt x="332308" y="132114"/>
                    <a:pt x="334361" y="117743"/>
                  </a:cubicBezTo>
                  <a:cubicBezTo>
                    <a:pt x="334361" y="117743"/>
                    <a:pt x="328887" y="107479"/>
                    <a:pt x="323411" y="97214"/>
                  </a:cubicBezTo>
                  <a:cubicBezTo>
                    <a:pt x="317938" y="86949"/>
                    <a:pt x="321359" y="76000"/>
                    <a:pt x="323411" y="68473"/>
                  </a:cubicBezTo>
                  <a:lnTo>
                    <a:pt x="320676" y="58208"/>
                  </a:lnTo>
                  <a:cubicBezTo>
                    <a:pt x="320676" y="58208"/>
                    <a:pt x="322300" y="53845"/>
                    <a:pt x="329572" y="56839"/>
                  </a:cubicBezTo>
                  <a:cubicBezTo>
                    <a:pt x="329572" y="56839"/>
                    <a:pt x="337355" y="41613"/>
                    <a:pt x="342317" y="18175"/>
                  </a:cubicBezTo>
                  <a:cubicBezTo>
                    <a:pt x="344542" y="7312"/>
                    <a:pt x="342572" y="-643"/>
                    <a:pt x="350786" y="41"/>
                  </a:cubicBezTo>
                  <a:cubicBezTo>
                    <a:pt x="353521" y="297"/>
                    <a:pt x="350186" y="32802"/>
                    <a:pt x="345396" y="47857"/>
                  </a:cubicBezTo>
                  <a:cubicBezTo>
                    <a:pt x="345396" y="47857"/>
                    <a:pt x="343771" y="49654"/>
                    <a:pt x="349929" y="51707"/>
                  </a:cubicBezTo>
                  <a:cubicBezTo>
                    <a:pt x="356088" y="53760"/>
                    <a:pt x="359597" y="56754"/>
                    <a:pt x="358912" y="62228"/>
                  </a:cubicBezTo>
                  <a:cubicBezTo>
                    <a:pt x="358912" y="62228"/>
                    <a:pt x="366438" y="62912"/>
                    <a:pt x="365755" y="65650"/>
                  </a:cubicBezTo>
                  <a:cubicBezTo>
                    <a:pt x="365070" y="68387"/>
                    <a:pt x="364385" y="72493"/>
                    <a:pt x="367123" y="73862"/>
                  </a:cubicBezTo>
                  <a:cubicBezTo>
                    <a:pt x="369861" y="75230"/>
                    <a:pt x="373967" y="77283"/>
                    <a:pt x="372597" y="81389"/>
                  </a:cubicBezTo>
                  <a:lnTo>
                    <a:pt x="372597" y="81389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28ABB50-2F26-2497-137E-5EA4CBA5910E}"/>
                </a:ext>
              </a:extLst>
            </p:cNvPr>
            <p:cNvSpPr/>
            <p:nvPr/>
          </p:nvSpPr>
          <p:spPr>
            <a:xfrm>
              <a:off x="18623320" y="4070130"/>
              <a:ext cx="438482" cy="1281717"/>
            </a:xfrm>
            <a:custGeom>
              <a:avLst/>
              <a:gdLst>
                <a:gd name="connsiteX0" fmla="*/ 194961 w 438482"/>
                <a:gd name="connsiteY0" fmla="*/ 140325 h 1281717"/>
                <a:gd name="connsiteX1" fmla="*/ 195730 w 438482"/>
                <a:gd name="connsiteY1" fmla="*/ 139727 h 1281717"/>
                <a:gd name="connsiteX2" fmla="*/ 197528 w 438482"/>
                <a:gd name="connsiteY2" fmla="*/ 137844 h 1281717"/>
                <a:gd name="connsiteX3" fmla="*/ 194961 w 438482"/>
                <a:gd name="connsiteY3" fmla="*/ 140411 h 1281717"/>
                <a:gd name="connsiteX4" fmla="*/ 194961 w 438482"/>
                <a:gd name="connsiteY4" fmla="*/ 140411 h 1281717"/>
                <a:gd name="connsiteX5" fmla="*/ 87009 w 438482"/>
                <a:gd name="connsiteY5" fmla="*/ 626788 h 1281717"/>
                <a:gd name="connsiteX6" fmla="*/ 80851 w 438482"/>
                <a:gd name="connsiteY6" fmla="*/ 651424 h 1281717"/>
                <a:gd name="connsiteX7" fmla="*/ 77430 w 438482"/>
                <a:gd name="connsiteY7" fmla="*/ 668531 h 1281717"/>
                <a:gd name="connsiteX8" fmla="*/ 77344 w 438482"/>
                <a:gd name="connsiteY8" fmla="*/ 668531 h 1281717"/>
                <a:gd name="connsiteX9" fmla="*/ 78113 w 438482"/>
                <a:gd name="connsiteY9" fmla="*/ 679481 h 1281717"/>
                <a:gd name="connsiteX10" fmla="*/ 77087 w 438482"/>
                <a:gd name="connsiteY10" fmla="*/ 700352 h 1281717"/>
                <a:gd name="connsiteX11" fmla="*/ 79825 w 438482"/>
                <a:gd name="connsiteY11" fmla="*/ 725330 h 1281717"/>
                <a:gd name="connsiteX12" fmla="*/ 81193 w 438482"/>
                <a:gd name="connsiteY12" fmla="*/ 740385 h 1281717"/>
                <a:gd name="connsiteX13" fmla="*/ 70929 w 438482"/>
                <a:gd name="connsiteY13" fmla="*/ 738332 h 1281717"/>
                <a:gd name="connsiteX14" fmla="*/ 69816 w 438482"/>
                <a:gd name="connsiteY14" fmla="*/ 736792 h 1281717"/>
                <a:gd name="connsiteX15" fmla="*/ 69559 w 438482"/>
                <a:gd name="connsiteY15" fmla="*/ 740043 h 1281717"/>
                <a:gd name="connsiteX16" fmla="*/ 64770 w 438482"/>
                <a:gd name="connsiteY16" fmla="*/ 745860 h 1281717"/>
                <a:gd name="connsiteX17" fmla="*/ 68876 w 438482"/>
                <a:gd name="connsiteY17" fmla="*/ 747912 h 1281717"/>
                <a:gd name="connsiteX18" fmla="*/ 85042 w 438482"/>
                <a:gd name="connsiteY18" fmla="*/ 768185 h 1281717"/>
                <a:gd name="connsiteX19" fmla="*/ 88379 w 438482"/>
                <a:gd name="connsiteY19" fmla="*/ 746543 h 1281717"/>
                <a:gd name="connsiteX20" fmla="*/ 89062 w 438482"/>
                <a:gd name="connsiteY20" fmla="*/ 706169 h 1281717"/>
                <a:gd name="connsiteX21" fmla="*/ 90432 w 438482"/>
                <a:gd name="connsiteY21" fmla="*/ 674691 h 1281717"/>
                <a:gd name="connsiteX22" fmla="*/ 92485 w 438482"/>
                <a:gd name="connsiteY22" fmla="*/ 617208 h 1281717"/>
                <a:gd name="connsiteX23" fmla="*/ 87009 w 438482"/>
                <a:gd name="connsiteY23" fmla="*/ 626788 h 1281717"/>
                <a:gd name="connsiteX24" fmla="*/ 87009 w 438482"/>
                <a:gd name="connsiteY24" fmla="*/ 626788 h 1281717"/>
                <a:gd name="connsiteX25" fmla="*/ 62032 w 438482"/>
                <a:gd name="connsiteY25" fmla="*/ 704458 h 1281717"/>
                <a:gd name="connsiteX26" fmla="*/ 60322 w 438482"/>
                <a:gd name="connsiteY26" fmla="*/ 706854 h 1281717"/>
                <a:gd name="connsiteX27" fmla="*/ 60322 w 438482"/>
                <a:gd name="connsiteY27" fmla="*/ 706854 h 1281717"/>
                <a:gd name="connsiteX28" fmla="*/ 62204 w 438482"/>
                <a:gd name="connsiteY28" fmla="*/ 707452 h 1281717"/>
                <a:gd name="connsiteX29" fmla="*/ 62032 w 438482"/>
                <a:gd name="connsiteY29" fmla="*/ 704544 h 1281717"/>
                <a:gd name="connsiteX30" fmla="*/ 62032 w 438482"/>
                <a:gd name="connsiteY30" fmla="*/ 704544 h 1281717"/>
                <a:gd name="connsiteX31" fmla="*/ 392471 w 438482"/>
                <a:gd name="connsiteY31" fmla="*/ 97299 h 1281717"/>
                <a:gd name="connsiteX32" fmla="*/ 408639 w 438482"/>
                <a:gd name="connsiteY32" fmla="*/ 112439 h 1281717"/>
                <a:gd name="connsiteX33" fmla="*/ 413344 w 438482"/>
                <a:gd name="connsiteY33" fmla="*/ 125441 h 1281717"/>
                <a:gd name="connsiteX34" fmla="*/ 426346 w 438482"/>
                <a:gd name="connsiteY34" fmla="*/ 142549 h 1281717"/>
                <a:gd name="connsiteX35" fmla="*/ 437293 w 438482"/>
                <a:gd name="connsiteY35" fmla="*/ 180871 h 1281717"/>
                <a:gd name="connsiteX36" fmla="*/ 429767 w 438482"/>
                <a:gd name="connsiteY36" fmla="*/ 218508 h 1281717"/>
                <a:gd name="connsiteX37" fmla="*/ 415397 w 438482"/>
                <a:gd name="connsiteY37" fmla="*/ 245881 h 1281717"/>
                <a:gd name="connsiteX38" fmla="*/ 388022 w 438482"/>
                <a:gd name="connsiteY38" fmla="*/ 262304 h 1281717"/>
                <a:gd name="connsiteX39" fmla="*/ 372969 w 438482"/>
                <a:gd name="connsiteY39" fmla="*/ 283519 h 1281717"/>
                <a:gd name="connsiteX40" fmla="*/ 358597 w 438482"/>
                <a:gd name="connsiteY40" fmla="*/ 329368 h 1281717"/>
                <a:gd name="connsiteX41" fmla="*/ 385287 w 438482"/>
                <a:gd name="connsiteY41" fmla="*/ 429278 h 1281717"/>
                <a:gd name="connsiteX42" fmla="*/ 405815 w 438482"/>
                <a:gd name="connsiteY42" fmla="*/ 503184 h 1281717"/>
                <a:gd name="connsiteX43" fmla="*/ 427714 w 438482"/>
                <a:gd name="connsiteY43" fmla="*/ 588638 h 1281717"/>
                <a:gd name="connsiteX44" fmla="*/ 387340 w 438482"/>
                <a:gd name="connsiteY44" fmla="*/ 628328 h 1281717"/>
                <a:gd name="connsiteX45" fmla="*/ 379128 w 438482"/>
                <a:gd name="connsiteY45" fmla="*/ 646120 h 1281717"/>
                <a:gd name="connsiteX46" fmla="*/ 372713 w 438482"/>
                <a:gd name="connsiteY46" fmla="*/ 634145 h 1281717"/>
                <a:gd name="connsiteX47" fmla="*/ 370317 w 438482"/>
                <a:gd name="connsiteY47" fmla="*/ 633888 h 1281717"/>
                <a:gd name="connsiteX48" fmla="*/ 366809 w 438482"/>
                <a:gd name="connsiteY48" fmla="*/ 639962 h 1281717"/>
                <a:gd name="connsiteX49" fmla="*/ 371599 w 438482"/>
                <a:gd name="connsiteY49" fmla="*/ 685811 h 1281717"/>
                <a:gd name="connsiteX50" fmla="*/ 376390 w 438482"/>
                <a:gd name="connsiteY50" fmla="*/ 822588 h 1281717"/>
                <a:gd name="connsiteX51" fmla="*/ 377758 w 438482"/>
                <a:gd name="connsiteY51" fmla="*/ 918991 h 1281717"/>
                <a:gd name="connsiteX52" fmla="*/ 387340 w 438482"/>
                <a:gd name="connsiteY52" fmla="*/ 1038661 h 1281717"/>
                <a:gd name="connsiteX53" fmla="*/ 394866 w 438482"/>
                <a:gd name="connsiteY53" fmla="*/ 1180913 h 1281717"/>
                <a:gd name="connsiteX54" fmla="*/ 388707 w 438482"/>
                <a:gd name="connsiteY54" fmla="*/ 1210339 h 1281717"/>
                <a:gd name="connsiteX55" fmla="*/ 383234 w 438482"/>
                <a:gd name="connsiteY55" fmla="*/ 1244555 h 1281717"/>
                <a:gd name="connsiteX56" fmla="*/ 385970 w 438482"/>
                <a:gd name="connsiteY56" fmla="*/ 1266453 h 1281717"/>
                <a:gd name="connsiteX57" fmla="*/ 381864 w 438482"/>
                <a:gd name="connsiteY57" fmla="*/ 1280824 h 1281717"/>
                <a:gd name="connsiteX58" fmla="*/ 319591 w 438482"/>
                <a:gd name="connsiteY58" fmla="*/ 1281508 h 1281717"/>
                <a:gd name="connsiteX59" fmla="*/ 301800 w 438482"/>
                <a:gd name="connsiteY59" fmla="*/ 1274665 h 1281717"/>
                <a:gd name="connsiteX60" fmla="*/ 306591 w 438482"/>
                <a:gd name="connsiteY60" fmla="*/ 1255504 h 1281717"/>
                <a:gd name="connsiteX61" fmla="*/ 303853 w 438482"/>
                <a:gd name="connsiteY61" fmla="*/ 1242502 h 1281717"/>
                <a:gd name="connsiteX62" fmla="*/ 294956 w 438482"/>
                <a:gd name="connsiteY62" fmla="*/ 1204180 h 1281717"/>
                <a:gd name="connsiteX63" fmla="*/ 286060 w 438482"/>
                <a:gd name="connsiteY63" fmla="*/ 1158331 h 1281717"/>
                <a:gd name="connsiteX64" fmla="*/ 301115 w 438482"/>
                <a:gd name="connsiteY64" fmla="*/ 1128905 h 1281717"/>
                <a:gd name="connsiteX65" fmla="*/ 303168 w 438482"/>
                <a:gd name="connsiteY65" fmla="*/ 1090584 h 1281717"/>
                <a:gd name="connsiteX66" fmla="*/ 286060 w 438482"/>
                <a:gd name="connsiteY66" fmla="*/ 1019415 h 1281717"/>
                <a:gd name="connsiteX67" fmla="*/ 283322 w 438482"/>
                <a:gd name="connsiteY67" fmla="*/ 991358 h 1281717"/>
                <a:gd name="connsiteX68" fmla="*/ 277164 w 438482"/>
                <a:gd name="connsiteY68" fmla="*/ 972881 h 1281717"/>
                <a:gd name="connsiteX69" fmla="*/ 278533 w 438482"/>
                <a:gd name="connsiteY69" fmla="*/ 959879 h 1281717"/>
                <a:gd name="connsiteX70" fmla="*/ 273058 w 438482"/>
                <a:gd name="connsiteY70" fmla="*/ 942771 h 1281717"/>
                <a:gd name="connsiteX71" fmla="*/ 266214 w 438482"/>
                <a:gd name="connsiteY71" fmla="*/ 923610 h 1281717"/>
                <a:gd name="connsiteX72" fmla="*/ 257320 w 438482"/>
                <a:gd name="connsiteY72" fmla="*/ 873656 h 1281717"/>
                <a:gd name="connsiteX73" fmla="*/ 239527 w 438482"/>
                <a:gd name="connsiteY73" fmla="*/ 795644 h 1281717"/>
                <a:gd name="connsiteX74" fmla="*/ 229946 w 438482"/>
                <a:gd name="connsiteY74" fmla="*/ 771008 h 1281717"/>
                <a:gd name="connsiteX75" fmla="*/ 227210 w 438482"/>
                <a:gd name="connsiteY75" fmla="*/ 778279 h 1281717"/>
                <a:gd name="connsiteX76" fmla="*/ 218998 w 438482"/>
                <a:gd name="connsiteY76" fmla="*/ 816857 h 1281717"/>
                <a:gd name="connsiteX77" fmla="*/ 216603 w 438482"/>
                <a:gd name="connsiteY77" fmla="*/ 838670 h 1281717"/>
                <a:gd name="connsiteX78" fmla="*/ 216603 w 438482"/>
                <a:gd name="connsiteY78" fmla="*/ 839953 h 1281717"/>
                <a:gd name="connsiteX79" fmla="*/ 212838 w 438482"/>
                <a:gd name="connsiteY79" fmla="*/ 858601 h 1281717"/>
                <a:gd name="connsiteX80" fmla="*/ 211983 w 438482"/>
                <a:gd name="connsiteY80" fmla="*/ 861509 h 1281717"/>
                <a:gd name="connsiteX81" fmla="*/ 199835 w 438482"/>
                <a:gd name="connsiteY81" fmla="*/ 940633 h 1281717"/>
                <a:gd name="connsiteX82" fmla="*/ 196243 w 438482"/>
                <a:gd name="connsiteY82" fmla="*/ 964669 h 1281717"/>
                <a:gd name="connsiteX83" fmla="*/ 191966 w 438482"/>
                <a:gd name="connsiteY83" fmla="*/ 1004274 h 1281717"/>
                <a:gd name="connsiteX84" fmla="*/ 191624 w 438482"/>
                <a:gd name="connsiteY84" fmla="*/ 1024119 h 1281717"/>
                <a:gd name="connsiteX85" fmla="*/ 197100 w 438482"/>
                <a:gd name="connsiteY85" fmla="*/ 1124714 h 1281717"/>
                <a:gd name="connsiteX86" fmla="*/ 191624 w 438482"/>
                <a:gd name="connsiteY86" fmla="*/ 1153455 h 1281717"/>
                <a:gd name="connsiteX87" fmla="*/ 204626 w 438482"/>
                <a:gd name="connsiteY87" fmla="*/ 1222571 h 1281717"/>
                <a:gd name="connsiteX88" fmla="*/ 197100 w 438482"/>
                <a:gd name="connsiteY88" fmla="*/ 1250628 h 1281717"/>
                <a:gd name="connsiteX89" fmla="*/ 197100 w 438482"/>
                <a:gd name="connsiteY89" fmla="*/ 1278685 h 1281717"/>
                <a:gd name="connsiteX90" fmla="*/ 80166 w 438482"/>
                <a:gd name="connsiteY90" fmla="*/ 1280396 h 1281717"/>
                <a:gd name="connsiteX91" fmla="*/ 67166 w 438482"/>
                <a:gd name="connsiteY91" fmla="*/ 1270473 h 1281717"/>
                <a:gd name="connsiteX92" fmla="*/ 69219 w 438482"/>
                <a:gd name="connsiteY92" fmla="*/ 1260209 h 1281717"/>
                <a:gd name="connsiteX93" fmla="*/ 82904 w 438482"/>
                <a:gd name="connsiteY93" fmla="*/ 1247207 h 1281717"/>
                <a:gd name="connsiteX94" fmla="*/ 101381 w 438482"/>
                <a:gd name="connsiteY94" fmla="*/ 1238995 h 1281717"/>
                <a:gd name="connsiteX95" fmla="*/ 106855 w 438482"/>
                <a:gd name="connsiteY95" fmla="*/ 1227361 h 1281717"/>
                <a:gd name="connsiteX96" fmla="*/ 97959 w 438482"/>
                <a:gd name="connsiteY96" fmla="*/ 1213675 h 1281717"/>
                <a:gd name="connsiteX97" fmla="*/ 87951 w 438482"/>
                <a:gd name="connsiteY97" fmla="*/ 1203924 h 1281717"/>
                <a:gd name="connsiteX98" fmla="*/ 87694 w 438482"/>
                <a:gd name="connsiteY98" fmla="*/ 1202812 h 1281717"/>
                <a:gd name="connsiteX99" fmla="*/ 88977 w 438482"/>
                <a:gd name="connsiteY99" fmla="*/ 1198021 h 1281717"/>
                <a:gd name="connsiteX100" fmla="*/ 93682 w 438482"/>
                <a:gd name="connsiteY100" fmla="*/ 1181769 h 1281717"/>
                <a:gd name="connsiteX101" fmla="*/ 97188 w 438482"/>
                <a:gd name="connsiteY101" fmla="*/ 1169280 h 1281717"/>
                <a:gd name="connsiteX102" fmla="*/ 95135 w 438482"/>
                <a:gd name="connsiteY102" fmla="*/ 1143960 h 1281717"/>
                <a:gd name="connsiteX103" fmla="*/ 86241 w 438482"/>
                <a:gd name="connsiteY103" fmla="*/ 1094689 h 1281717"/>
                <a:gd name="connsiteX104" fmla="*/ 88294 w 438482"/>
                <a:gd name="connsiteY104" fmla="*/ 1027712 h 1281717"/>
                <a:gd name="connsiteX105" fmla="*/ 90432 w 438482"/>
                <a:gd name="connsiteY105" fmla="*/ 984258 h 1281717"/>
                <a:gd name="connsiteX106" fmla="*/ 85898 w 438482"/>
                <a:gd name="connsiteY106" fmla="*/ 981606 h 1281717"/>
                <a:gd name="connsiteX107" fmla="*/ 60236 w 438482"/>
                <a:gd name="connsiteY107" fmla="*/ 982291 h 1281717"/>
                <a:gd name="connsiteX108" fmla="*/ 56814 w 438482"/>
                <a:gd name="connsiteY108" fmla="*/ 986397 h 1281717"/>
                <a:gd name="connsiteX109" fmla="*/ 50998 w 438482"/>
                <a:gd name="connsiteY109" fmla="*/ 982291 h 1281717"/>
                <a:gd name="connsiteX110" fmla="*/ 11648 w 438482"/>
                <a:gd name="connsiteY110" fmla="*/ 959024 h 1281717"/>
                <a:gd name="connsiteX111" fmla="*/ 7543 w 438482"/>
                <a:gd name="connsiteY111" fmla="*/ 954234 h 1281717"/>
                <a:gd name="connsiteX112" fmla="*/ 16 w 438482"/>
                <a:gd name="connsiteY112" fmla="*/ 738075 h 1281717"/>
                <a:gd name="connsiteX113" fmla="*/ 8228 w 438482"/>
                <a:gd name="connsiteY113" fmla="*/ 730206 h 1281717"/>
                <a:gd name="connsiteX114" fmla="*/ 40048 w 438482"/>
                <a:gd name="connsiteY114" fmla="*/ 728495 h 1281717"/>
                <a:gd name="connsiteX115" fmla="*/ 40134 w 438482"/>
                <a:gd name="connsiteY115" fmla="*/ 726271 h 1281717"/>
                <a:gd name="connsiteX116" fmla="*/ 34232 w 438482"/>
                <a:gd name="connsiteY116" fmla="*/ 716947 h 1281717"/>
                <a:gd name="connsiteX117" fmla="*/ 27389 w 438482"/>
                <a:gd name="connsiteY117" fmla="*/ 707709 h 1281717"/>
                <a:gd name="connsiteX118" fmla="*/ 26021 w 438482"/>
                <a:gd name="connsiteY118" fmla="*/ 695734 h 1281717"/>
                <a:gd name="connsiteX119" fmla="*/ 29698 w 438482"/>
                <a:gd name="connsiteY119" fmla="*/ 671354 h 1281717"/>
                <a:gd name="connsiteX120" fmla="*/ 27389 w 438482"/>
                <a:gd name="connsiteY120" fmla="*/ 670927 h 1281717"/>
                <a:gd name="connsiteX121" fmla="*/ 27132 w 438482"/>
                <a:gd name="connsiteY121" fmla="*/ 662373 h 1281717"/>
                <a:gd name="connsiteX122" fmla="*/ 30383 w 438482"/>
                <a:gd name="connsiteY122" fmla="*/ 663485 h 1281717"/>
                <a:gd name="connsiteX123" fmla="*/ 23882 w 438482"/>
                <a:gd name="connsiteY123" fmla="*/ 658524 h 1281717"/>
                <a:gd name="connsiteX124" fmla="*/ 27303 w 438482"/>
                <a:gd name="connsiteY124" fmla="*/ 614727 h 1281717"/>
                <a:gd name="connsiteX125" fmla="*/ 32094 w 438482"/>
                <a:gd name="connsiteY125" fmla="*/ 573668 h 1281717"/>
                <a:gd name="connsiteX126" fmla="*/ 35514 w 438482"/>
                <a:gd name="connsiteY126" fmla="*/ 527135 h 1281717"/>
                <a:gd name="connsiteX127" fmla="*/ 41673 w 438482"/>
                <a:gd name="connsiteY127" fmla="*/ 501815 h 1281717"/>
                <a:gd name="connsiteX128" fmla="*/ 47149 w 438482"/>
                <a:gd name="connsiteY128" fmla="*/ 449807 h 1281717"/>
                <a:gd name="connsiteX129" fmla="*/ 52622 w 438482"/>
                <a:gd name="connsiteY129" fmla="*/ 412170 h 1281717"/>
                <a:gd name="connsiteX130" fmla="*/ 58781 w 438482"/>
                <a:gd name="connsiteY130" fmla="*/ 354003 h 1281717"/>
                <a:gd name="connsiteX131" fmla="*/ 66994 w 438482"/>
                <a:gd name="connsiteY131" fmla="*/ 300626 h 1281717"/>
                <a:gd name="connsiteX132" fmla="*/ 71100 w 438482"/>
                <a:gd name="connsiteY132" fmla="*/ 264357 h 1281717"/>
                <a:gd name="connsiteX133" fmla="*/ 73410 w 438482"/>
                <a:gd name="connsiteY133" fmla="*/ 235103 h 1281717"/>
                <a:gd name="connsiteX134" fmla="*/ 91115 w 438482"/>
                <a:gd name="connsiteY134" fmla="*/ 203282 h 1281717"/>
                <a:gd name="connsiteX135" fmla="*/ 104203 w 438482"/>
                <a:gd name="connsiteY135" fmla="*/ 196097 h 1281717"/>
                <a:gd name="connsiteX136" fmla="*/ 140386 w 438482"/>
                <a:gd name="connsiteY136" fmla="*/ 177877 h 1281717"/>
                <a:gd name="connsiteX137" fmla="*/ 167332 w 438482"/>
                <a:gd name="connsiteY137" fmla="*/ 166072 h 1281717"/>
                <a:gd name="connsiteX138" fmla="*/ 180675 w 438482"/>
                <a:gd name="connsiteY138" fmla="*/ 156321 h 1281717"/>
                <a:gd name="connsiteX139" fmla="*/ 192480 w 438482"/>
                <a:gd name="connsiteY139" fmla="*/ 144773 h 1281717"/>
                <a:gd name="connsiteX140" fmla="*/ 193080 w 438482"/>
                <a:gd name="connsiteY140" fmla="*/ 144004 h 1281717"/>
                <a:gd name="connsiteX141" fmla="*/ 193506 w 438482"/>
                <a:gd name="connsiteY141" fmla="*/ 142635 h 1281717"/>
                <a:gd name="connsiteX142" fmla="*/ 189143 w 438482"/>
                <a:gd name="connsiteY142" fmla="*/ 126297 h 1281717"/>
                <a:gd name="connsiteX143" fmla="*/ 188631 w 438482"/>
                <a:gd name="connsiteY143" fmla="*/ 119111 h 1281717"/>
                <a:gd name="connsiteX144" fmla="*/ 180932 w 438482"/>
                <a:gd name="connsiteY144" fmla="*/ 115006 h 1281717"/>
                <a:gd name="connsiteX145" fmla="*/ 173234 w 438482"/>
                <a:gd name="connsiteY145" fmla="*/ 80619 h 1281717"/>
                <a:gd name="connsiteX146" fmla="*/ 181445 w 438482"/>
                <a:gd name="connsiteY146" fmla="*/ 80105 h 1281717"/>
                <a:gd name="connsiteX147" fmla="*/ 176312 w 438482"/>
                <a:gd name="connsiteY147" fmla="*/ 59062 h 1281717"/>
                <a:gd name="connsiteX148" fmla="*/ 227636 w 438482"/>
                <a:gd name="connsiteY148" fmla="*/ 40 h 1281717"/>
                <a:gd name="connsiteX149" fmla="*/ 286659 w 438482"/>
                <a:gd name="connsiteY149" fmla="*/ 33914 h 1281717"/>
                <a:gd name="connsiteX150" fmla="*/ 284606 w 438482"/>
                <a:gd name="connsiteY150" fmla="*/ 77026 h 1281717"/>
                <a:gd name="connsiteX151" fmla="*/ 289226 w 438482"/>
                <a:gd name="connsiteY151" fmla="*/ 76513 h 1281717"/>
                <a:gd name="connsiteX152" fmla="*/ 293845 w 438482"/>
                <a:gd name="connsiteY152" fmla="*/ 87291 h 1281717"/>
                <a:gd name="connsiteX153" fmla="*/ 288198 w 438482"/>
                <a:gd name="connsiteY153" fmla="*/ 110899 h 1281717"/>
                <a:gd name="connsiteX154" fmla="*/ 282040 w 438482"/>
                <a:gd name="connsiteY154" fmla="*/ 117058 h 1281717"/>
                <a:gd name="connsiteX155" fmla="*/ 278448 w 438482"/>
                <a:gd name="connsiteY155" fmla="*/ 129889 h 1281717"/>
                <a:gd name="connsiteX156" fmla="*/ 276907 w 438482"/>
                <a:gd name="connsiteY156" fmla="*/ 137503 h 1281717"/>
                <a:gd name="connsiteX157" fmla="*/ 285632 w 438482"/>
                <a:gd name="connsiteY157" fmla="*/ 147083 h 1281717"/>
                <a:gd name="connsiteX158" fmla="*/ 296410 w 438482"/>
                <a:gd name="connsiteY158" fmla="*/ 152728 h 1281717"/>
                <a:gd name="connsiteX159" fmla="*/ 300773 w 438482"/>
                <a:gd name="connsiteY159" fmla="*/ 149136 h 1281717"/>
                <a:gd name="connsiteX160" fmla="*/ 306676 w 438482"/>
                <a:gd name="connsiteY160" fmla="*/ 145030 h 1281717"/>
                <a:gd name="connsiteX161" fmla="*/ 321815 w 438482"/>
                <a:gd name="connsiteY161" fmla="*/ 143234 h 1281717"/>
                <a:gd name="connsiteX162" fmla="*/ 353892 w 438482"/>
                <a:gd name="connsiteY162" fmla="*/ 138871 h 1281717"/>
                <a:gd name="connsiteX163" fmla="*/ 355433 w 438482"/>
                <a:gd name="connsiteY163" fmla="*/ 137331 h 1281717"/>
                <a:gd name="connsiteX164" fmla="*/ 354663 w 438482"/>
                <a:gd name="connsiteY164" fmla="*/ 132455 h 1281717"/>
                <a:gd name="connsiteX165" fmla="*/ 350814 w 438482"/>
                <a:gd name="connsiteY165" fmla="*/ 126040 h 1281717"/>
                <a:gd name="connsiteX166" fmla="*/ 347819 w 438482"/>
                <a:gd name="connsiteY166" fmla="*/ 119539 h 1281717"/>
                <a:gd name="connsiteX167" fmla="*/ 346451 w 438482"/>
                <a:gd name="connsiteY167" fmla="*/ 117315 h 1281717"/>
                <a:gd name="connsiteX168" fmla="*/ 345938 w 438482"/>
                <a:gd name="connsiteY168" fmla="*/ 114150 h 1281717"/>
                <a:gd name="connsiteX169" fmla="*/ 345938 w 438482"/>
                <a:gd name="connsiteY169" fmla="*/ 114150 h 1281717"/>
                <a:gd name="connsiteX170" fmla="*/ 342346 w 438482"/>
                <a:gd name="connsiteY170" fmla="*/ 112953 h 1281717"/>
                <a:gd name="connsiteX171" fmla="*/ 331311 w 438482"/>
                <a:gd name="connsiteY171" fmla="*/ 106794 h 1281717"/>
                <a:gd name="connsiteX172" fmla="*/ 324125 w 438482"/>
                <a:gd name="connsiteY172" fmla="*/ 98068 h 1281717"/>
                <a:gd name="connsiteX173" fmla="*/ 327205 w 438482"/>
                <a:gd name="connsiteY173" fmla="*/ 90370 h 1281717"/>
                <a:gd name="connsiteX174" fmla="*/ 332593 w 438482"/>
                <a:gd name="connsiteY174" fmla="*/ 88060 h 1281717"/>
                <a:gd name="connsiteX175" fmla="*/ 330797 w 438482"/>
                <a:gd name="connsiteY175" fmla="*/ 73690 h 1281717"/>
                <a:gd name="connsiteX176" fmla="*/ 331824 w 438482"/>
                <a:gd name="connsiteY176" fmla="*/ 58036 h 1281717"/>
                <a:gd name="connsiteX177" fmla="*/ 327205 w 438482"/>
                <a:gd name="connsiteY177" fmla="*/ 52391 h 1281717"/>
                <a:gd name="connsiteX178" fmla="*/ 330283 w 438482"/>
                <a:gd name="connsiteY178" fmla="*/ 48028 h 1281717"/>
                <a:gd name="connsiteX179" fmla="*/ 340550 w 438482"/>
                <a:gd name="connsiteY179" fmla="*/ 51877 h 1281717"/>
                <a:gd name="connsiteX180" fmla="*/ 344912 w 438482"/>
                <a:gd name="connsiteY180" fmla="*/ 62399 h 1281717"/>
                <a:gd name="connsiteX181" fmla="*/ 355177 w 438482"/>
                <a:gd name="connsiteY181" fmla="*/ 59319 h 1281717"/>
                <a:gd name="connsiteX182" fmla="*/ 361849 w 438482"/>
                <a:gd name="connsiteY182" fmla="*/ 64451 h 1281717"/>
                <a:gd name="connsiteX183" fmla="*/ 368521 w 438482"/>
                <a:gd name="connsiteY183" fmla="*/ 62912 h 1281717"/>
                <a:gd name="connsiteX184" fmla="*/ 376219 w 438482"/>
                <a:gd name="connsiteY184" fmla="*/ 68814 h 1281717"/>
                <a:gd name="connsiteX185" fmla="*/ 384944 w 438482"/>
                <a:gd name="connsiteY185" fmla="*/ 72407 h 1281717"/>
                <a:gd name="connsiteX186" fmla="*/ 388022 w 438482"/>
                <a:gd name="connsiteY186" fmla="*/ 91140 h 1281717"/>
                <a:gd name="connsiteX187" fmla="*/ 387682 w 438482"/>
                <a:gd name="connsiteY187" fmla="*/ 91140 h 1281717"/>
                <a:gd name="connsiteX188" fmla="*/ 388022 w 438482"/>
                <a:gd name="connsiteY188" fmla="*/ 92423 h 1281717"/>
                <a:gd name="connsiteX189" fmla="*/ 386740 w 438482"/>
                <a:gd name="connsiteY189" fmla="*/ 91995 h 1281717"/>
                <a:gd name="connsiteX190" fmla="*/ 392385 w 438482"/>
                <a:gd name="connsiteY190" fmla="*/ 97299 h 1281717"/>
                <a:gd name="connsiteX191" fmla="*/ 392385 w 438482"/>
                <a:gd name="connsiteY191" fmla="*/ 97299 h 1281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</a:cxnLst>
              <a:rect l="l" t="t" r="r" b="b"/>
              <a:pathLst>
                <a:path w="438482" h="1281717">
                  <a:moveTo>
                    <a:pt x="194961" y="140325"/>
                  </a:moveTo>
                  <a:lnTo>
                    <a:pt x="195730" y="139727"/>
                  </a:lnTo>
                  <a:lnTo>
                    <a:pt x="197528" y="137844"/>
                  </a:lnTo>
                  <a:lnTo>
                    <a:pt x="194961" y="140411"/>
                  </a:lnTo>
                  <a:lnTo>
                    <a:pt x="194961" y="140411"/>
                  </a:lnTo>
                  <a:close/>
                  <a:moveTo>
                    <a:pt x="87009" y="626788"/>
                  </a:moveTo>
                  <a:cubicBezTo>
                    <a:pt x="84956" y="633632"/>
                    <a:pt x="82219" y="646633"/>
                    <a:pt x="80851" y="651424"/>
                  </a:cubicBezTo>
                  <a:cubicBezTo>
                    <a:pt x="79483" y="656214"/>
                    <a:pt x="77430" y="668531"/>
                    <a:pt x="77430" y="668531"/>
                  </a:cubicBezTo>
                  <a:lnTo>
                    <a:pt x="77344" y="668531"/>
                  </a:lnTo>
                  <a:cubicBezTo>
                    <a:pt x="77344" y="669130"/>
                    <a:pt x="78455" y="675888"/>
                    <a:pt x="78113" y="679481"/>
                  </a:cubicBezTo>
                  <a:cubicBezTo>
                    <a:pt x="77772" y="683245"/>
                    <a:pt x="79140" y="694536"/>
                    <a:pt x="77087" y="700352"/>
                  </a:cubicBezTo>
                  <a:cubicBezTo>
                    <a:pt x="75035" y="706169"/>
                    <a:pt x="79140" y="719513"/>
                    <a:pt x="79825" y="725330"/>
                  </a:cubicBezTo>
                  <a:cubicBezTo>
                    <a:pt x="80508" y="731146"/>
                    <a:pt x="84614" y="738332"/>
                    <a:pt x="81193" y="740385"/>
                  </a:cubicBezTo>
                  <a:cubicBezTo>
                    <a:pt x="77772" y="742438"/>
                    <a:pt x="73324" y="740385"/>
                    <a:pt x="70929" y="738332"/>
                  </a:cubicBezTo>
                  <a:lnTo>
                    <a:pt x="69816" y="736792"/>
                  </a:lnTo>
                  <a:lnTo>
                    <a:pt x="69559" y="740043"/>
                  </a:lnTo>
                  <a:cubicBezTo>
                    <a:pt x="69219" y="742438"/>
                    <a:pt x="64770" y="745860"/>
                    <a:pt x="64770" y="745860"/>
                  </a:cubicBezTo>
                  <a:cubicBezTo>
                    <a:pt x="64770" y="745860"/>
                    <a:pt x="66138" y="746202"/>
                    <a:pt x="68876" y="747912"/>
                  </a:cubicBezTo>
                  <a:cubicBezTo>
                    <a:pt x="70672" y="749110"/>
                    <a:pt x="79483" y="760658"/>
                    <a:pt x="85042" y="768185"/>
                  </a:cubicBezTo>
                  <a:cubicBezTo>
                    <a:pt x="85641" y="761342"/>
                    <a:pt x="87866" y="751847"/>
                    <a:pt x="88379" y="746543"/>
                  </a:cubicBezTo>
                  <a:cubicBezTo>
                    <a:pt x="89062" y="739700"/>
                    <a:pt x="89062" y="706169"/>
                    <a:pt x="89062" y="706169"/>
                  </a:cubicBezTo>
                  <a:cubicBezTo>
                    <a:pt x="89062" y="706169"/>
                    <a:pt x="89747" y="691799"/>
                    <a:pt x="90432" y="674691"/>
                  </a:cubicBezTo>
                  <a:cubicBezTo>
                    <a:pt x="91115" y="657583"/>
                    <a:pt x="92485" y="617208"/>
                    <a:pt x="92485" y="617208"/>
                  </a:cubicBezTo>
                  <a:cubicBezTo>
                    <a:pt x="92485" y="617208"/>
                    <a:pt x="89062" y="619945"/>
                    <a:pt x="87009" y="626788"/>
                  </a:cubicBezTo>
                  <a:lnTo>
                    <a:pt x="87009" y="626788"/>
                  </a:lnTo>
                  <a:close/>
                  <a:moveTo>
                    <a:pt x="62032" y="704458"/>
                  </a:moveTo>
                  <a:cubicBezTo>
                    <a:pt x="62032" y="704458"/>
                    <a:pt x="60665" y="704116"/>
                    <a:pt x="60322" y="706854"/>
                  </a:cubicBezTo>
                  <a:lnTo>
                    <a:pt x="60322" y="706854"/>
                  </a:lnTo>
                  <a:cubicBezTo>
                    <a:pt x="60322" y="706854"/>
                    <a:pt x="62204" y="707452"/>
                    <a:pt x="62204" y="707452"/>
                  </a:cubicBezTo>
                  <a:lnTo>
                    <a:pt x="62032" y="704544"/>
                  </a:lnTo>
                  <a:lnTo>
                    <a:pt x="62032" y="704544"/>
                  </a:lnTo>
                  <a:close/>
                  <a:moveTo>
                    <a:pt x="392471" y="97299"/>
                  </a:moveTo>
                  <a:cubicBezTo>
                    <a:pt x="394012" y="99095"/>
                    <a:pt x="407868" y="111242"/>
                    <a:pt x="408639" y="112439"/>
                  </a:cubicBezTo>
                  <a:cubicBezTo>
                    <a:pt x="411462" y="117230"/>
                    <a:pt x="411974" y="122020"/>
                    <a:pt x="413344" y="125441"/>
                  </a:cubicBezTo>
                  <a:cubicBezTo>
                    <a:pt x="414712" y="128863"/>
                    <a:pt x="424976" y="136390"/>
                    <a:pt x="426346" y="142549"/>
                  </a:cubicBezTo>
                  <a:cubicBezTo>
                    <a:pt x="427714" y="148708"/>
                    <a:pt x="433188" y="158973"/>
                    <a:pt x="437293" y="180871"/>
                  </a:cubicBezTo>
                  <a:cubicBezTo>
                    <a:pt x="441401" y="202769"/>
                    <a:pt x="433873" y="213718"/>
                    <a:pt x="429767" y="218508"/>
                  </a:cubicBezTo>
                  <a:cubicBezTo>
                    <a:pt x="425661" y="223298"/>
                    <a:pt x="420185" y="239038"/>
                    <a:pt x="415397" y="245881"/>
                  </a:cubicBezTo>
                  <a:cubicBezTo>
                    <a:pt x="410606" y="252724"/>
                    <a:pt x="388022" y="262304"/>
                    <a:pt x="388022" y="262304"/>
                  </a:cubicBezTo>
                  <a:cubicBezTo>
                    <a:pt x="382549" y="275307"/>
                    <a:pt x="372969" y="283519"/>
                    <a:pt x="372969" y="283519"/>
                  </a:cubicBezTo>
                  <a:cubicBezTo>
                    <a:pt x="368862" y="310207"/>
                    <a:pt x="359282" y="318418"/>
                    <a:pt x="358597" y="329368"/>
                  </a:cubicBezTo>
                  <a:cubicBezTo>
                    <a:pt x="357914" y="340316"/>
                    <a:pt x="377075" y="407380"/>
                    <a:pt x="385287" y="429278"/>
                  </a:cubicBezTo>
                  <a:cubicBezTo>
                    <a:pt x="393498" y="451176"/>
                    <a:pt x="398289" y="478549"/>
                    <a:pt x="405815" y="503184"/>
                  </a:cubicBezTo>
                  <a:cubicBezTo>
                    <a:pt x="413344" y="527819"/>
                    <a:pt x="432505" y="579057"/>
                    <a:pt x="427714" y="588638"/>
                  </a:cubicBezTo>
                  <a:cubicBezTo>
                    <a:pt x="422923" y="598218"/>
                    <a:pt x="387340" y="628328"/>
                    <a:pt x="387340" y="628328"/>
                  </a:cubicBezTo>
                  <a:cubicBezTo>
                    <a:pt x="388022" y="639962"/>
                    <a:pt x="382549" y="648858"/>
                    <a:pt x="379128" y="646120"/>
                  </a:cubicBezTo>
                  <a:cubicBezTo>
                    <a:pt x="375876" y="643554"/>
                    <a:pt x="374509" y="636198"/>
                    <a:pt x="372713" y="634145"/>
                  </a:cubicBezTo>
                  <a:lnTo>
                    <a:pt x="370317" y="633888"/>
                  </a:lnTo>
                  <a:cubicBezTo>
                    <a:pt x="368947" y="634829"/>
                    <a:pt x="367751" y="637224"/>
                    <a:pt x="366809" y="639962"/>
                  </a:cubicBezTo>
                  <a:cubicBezTo>
                    <a:pt x="365441" y="644067"/>
                    <a:pt x="366809" y="657754"/>
                    <a:pt x="371599" y="685811"/>
                  </a:cubicBezTo>
                  <a:cubicBezTo>
                    <a:pt x="376390" y="713868"/>
                    <a:pt x="377075" y="809672"/>
                    <a:pt x="376390" y="822588"/>
                  </a:cubicBezTo>
                  <a:cubicBezTo>
                    <a:pt x="375705" y="835590"/>
                    <a:pt x="377075" y="903936"/>
                    <a:pt x="377758" y="918991"/>
                  </a:cubicBezTo>
                  <a:cubicBezTo>
                    <a:pt x="378443" y="934047"/>
                    <a:pt x="383917" y="1020869"/>
                    <a:pt x="387340" y="1038661"/>
                  </a:cubicBezTo>
                  <a:cubicBezTo>
                    <a:pt x="390760" y="1056454"/>
                    <a:pt x="395551" y="1167227"/>
                    <a:pt x="394866" y="1180913"/>
                  </a:cubicBezTo>
                  <a:cubicBezTo>
                    <a:pt x="394183" y="1194600"/>
                    <a:pt x="389392" y="1199390"/>
                    <a:pt x="388707" y="1210339"/>
                  </a:cubicBezTo>
                  <a:cubicBezTo>
                    <a:pt x="388022" y="1221288"/>
                    <a:pt x="383917" y="1234974"/>
                    <a:pt x="383234" y="1244555"/>
                  </a:cubicBezTo>
                  <a:cubicBezTo>
                    <a:pt x="382549" y="1254135"/>
                    <a:pt x="383917" y="1263031"/>
                    <a:pt x="385970" y="1266453"/>
                  </a:cubicBezTo>
                  <a:cubicBezTo>
                    <a:pt x="388022" y="1269875"/>
                    <a:pt x="381864" y="1280824"/>
                    <a:pt x="381864" y="1280824"/>
                  </a:cubicBezTo>
                  <a:cubicBezTo>
                    <a:pt x="381864" y="1280824"/>
                    <a:pt x="322329" y="1280824"/>
                    <a:pt x="319591" y="1281508"/>
                  </a:cubicBezTo>
                  <a:cubicBezTo>
                    <a:pt x="316855" y="1282192"/>
                    <a:pt x="305221" y="1281508"/>
                    <a:pt x="301800" y="1274665"/>
                  </a:cubicBezTo>
                  <a:cubicBezTo>
                    <a:pt x="298377" y="1267821"/>
                    <a:pt x="303853" y="1259610"/>
                    <a:pt x="306591" y="1255504"/>
                  </a:cubicBezTo>
                  <a:cubicBezTo>
                    <a:pt x="309326" y="1251398"/>
                    <a:pt x="305906" y="1250030"/>
                    <a:pt x="303853" y="1242502"/>
                  </a:cubicBezTo>
                  <a:cubicBezTo>
                    <a:pt x="301800" y="1234974"/>
                    <a:pt x="294956" y="1213761"/>
                    <a:pt x="294956" y="1204180"/>
                  </a:cubicBezTo>
                  <a:cubicBezTo>
                    <a:pt x="294956" y="1194600"/>
                    <a:pt x="284007" y="1168596"/>
                    <a:pt x="286060" y="1158331"/>
                  </a:cubicBezTo>
                  <a:cubicBezTo>
                    <a:pt x="288113" y="1148066"/>
                    <a:pt x="301115" y="1137802"/>
                    <a:pt x="301115" y="1128905"/>
                  </a:cubicBezTo>
                  <a:cubicBezTo>
                    <a:pt x="301115" y="1120009"/>
                    <a:pt x="307959" y="1106323"/>
                    <a:pt x="303168" y="1090584"/>
                  </a:cubicBezTo>
                  <a:cubicBezTo>
                    <a:pt x="298377" y="1074844"/>
                    <a:pt x="288113" y="1026258"/>
                    <a:pt x="286060" y="1019415"/>
                  </a:cubicBezTo>
                  <a:cubicBezTo>
                    <a:pt x="284007" y="1012572"/>
                    <a:pt x="282639" y="1000938"/>
                    <a:pt x="283322" y="991358"/>
                  </a:cubicBezTo>
                  <a:cubicBezTo>
                    <a:pt x="284007" y="981777"/>
                    <a:pt x="277849" y="976987"/>
                    <a:pt x="277164" y="972881"/>
                  </a:cubicBezTo>
                  <a:cubicBezTo>
                    <a:pt x="276481" y="968776"/>
                    <a:pt x="278533" y="964669"/>
                    <a:pt x="278533" y="959879"/>
                  </a:cubicBezTo>
                  <a:cubicBezTo>
                    <a:pt x="278533" y="955089"/>
                    <a:pt x="275796" y="948930"/>
                    <a:pt x="273058" y="942771"/>
                  </a:cubicBezTo>
                  <a:cubicBezTo>
                    <a:pt x="270322" y="936613"/>
                    <a:pt x="265531" y="930453"/>
                    <a:pt x="266214" y="923610"/>
                  </a:cubicBezTo>
                  <a:cubicBezTo>
                    <a:pt x="266899" y="916767"/>
                    <a:pt x="260056" y="883236"/>
                    <a:pt x="257320" y="873656"/>
                  </a:cubicBezTo>
                  <a:cubicBezTo>
                    <a:pt x="254582" y="864075"/>
                    <a:pt x="242265" y="803171"/>
                    <a:pt x="239527" y="795644"/>
                  </a:cubicBezTo>
                  <a:cubicBezTo>
                    <a:pt x="236789" y="788116"/>
                    <a:pt x="231998" y="771692"/>
                    <a:pt x="229946" y="771008"/>
                  </a:cubicBezTo>
                  <a:cubicBezTo>
                    <a:pt x="229434" y="771094"/>
                    <a:pt x="228406" y="773916"/>
                    <a:pt x="227210" y="778279"/>
                  </a:cubicBezTo>
                  <a:cubicBezTo>
                    <a:pt x="224643" y="788458"/>
                    <a:pt x="221306" y="806935"/>
                    <a:pt x="218998" y="816857"/>
                  </a:cubicBezTo>
                  <a:cubicBezTo>
                    <a:pt x="217115" y="824641"/>
                    <a:pt x="217115" y="831485"/>
                    <a:pt x="216603" y="838670"/>
                  </a:cubicBezTo>
                  <a:lnTo>
                    <a:pt x="216603" y="839953"/>
                  </a:lnTo>
                  <a:cubicBezTo>
                    <a:pt x="216004" y="845684"/>
                    <a:pt x="215233" y="851672"/>
                    <a:pt x="212838" y="858601"/>
                  </a:cubicBezTo>
                  <a:lnTo>
                    <a:pt x="211983" y="861509"/>
                  </a:lnTo>
                  <a:cubicBezTo>
                    <a:pt x="206936" y="879729"/>
                    <a:pt x="203087" y="920617"/>
                    <a:pt x="199835" y="940633"/>
                  </a:cubicBezTo>
                  <a:cubicBezTo>
                    <a:pt x="198810" y="947134"/>
                    <a:pt x="197442" y="955517"/>
                    <a:pt x="196243" y="964669"/>
                  </a:cubicBezTo>
                  <a:cubicBezTo>
                    <a:pt x="194619" y="979468"/>
                    <a:pt x="193165" y="993497"/>
                    <a:pt x="191966" y="1004274"/>
                  </a:cubicBezTo>
                  <a:cubicBezTo>
                    <a:pt x="191453" y="1011887"/>
                    <a:pt x="191282" y="1018730"/>
                    <a:pt x="191624" y="1024119"/>
                  </a:cubicBezTo>
                  <a:cubicBezTo>
                    <a:pt x="192994" y="1044649"/>
                    <a:pt x="197100" y="1108290"/>
                    <a:pt x="197100" y="1124714"/>
                  </a:cubicBezTo>
                  <a:cubicBezTo>
                    <a:pt x="197100" y="1141137"/>
                    <a:pt x="190941" y="1140453"/>
                    <a:pt x="191624" y="1153455"/>
                  </a:cubicBezTo>
                  <a:cubicBezTo>
                    <a:pt x="192309" y="1166457"/>
                    <a:pt x="204626" y="1215044"/>
                    <a:pt x="204626" y="1222571"/>
                  </a:cubicBezTo>
                  <a:cubicBezTo>
                    <a:pt x="204626" y="1230099"/>
                    <a:pt x="195047" y="1245154"/>
                    <a:pt x="197100" y="1250628"/>
                  </a:cubicBezTo>
                  <a:cubicBezTo>
                    <a:pt x="199153" y="1256103"/>
                    <a:pt x="197100" y="1278685"/>
                    <a:pt x="197100" y="1278685"/>
                  </a:cubicBezTo>
                  <a:cubicBezTo>
                    <a:pt x="190941" y="1281422"/>
                    <a:pt x="85641" y="1280396"/>
                    <a:pt x="80166" y="1280396"/>
                  </a:cubicBezTo>
                  <a:cubicBezTo>
                    <a:pt x="74692" y="1280396"/>
                    <a:pt x="69901" y="1274579"/>
                    <a:pt x="67166" y="1270473"/>
                  </a:cubicBezTo>
                  <a:cubicBezTo>
                    <a:pt x="64428" y="1266367"/>
                    <a:pt x="67849" y="1264999"/>
                    <a:pt x="69219" y="1260209"/>
                  </a:cubicBezTo>
                  <a:cubicBezTo>
                    <a:pt x="70586" y="1255419"/>
                    <a:pt x="76745" y="1248575"/>
                    <a:pt x="82904" y="1247207"/>
                  </a:cubicBezTo>
                  <a:cubicBezTo>
                    <a:pt x="89062" y="1245838"/>
                    <a:pt x="97959" y="1241732"/>
                    <a:pt x="101381" y="1238995"/>
                  </a:cubicBezTo>
                  <a:cubicBezTo>
                    <a:pt x="104802" y="1236257"/>
                    <a:pt x="107540" y="1231467"/>
                    <a:pt x="106855" y="1227361"/>
                  </a:cubicBezTo>
                  <a:cubicBezTo>
                    <a:pt x="106170" y="1223256"/>
                    <a:pt x="100696" y="1216413"/>
                    <a:pt x="97959" y="1213675"/>
                  </a:cubicBezTo>
                  <a:cubicBezTo>
                    <a:pt x="95478" y="1211280"/>
                    <a:pt x="89233" y="1207174"/>
                    <a:pt x="87951" y="1203924"/>
                  </a:cubicBezTo>
                  <a:lnTo>
                    <a:pt x="87694" y="1202812"/>
                  </a:lnTo>
                  <a:cubicBezTo>
                    <a:pt x="87694" y="1201443"/>
                    <a:pt x="88294" y="1199732"/>
                    <a:pt x="88977" y="1198021"/>
                  </a:cubicBezTo>
                  <a:cubicBezTo>
                    <a:pt x="90004" y="1194086"/>
                    <a:pt x="91629" y="1188099"/>
                    <a:pt x="93682" y="1181769"/>
                  </a:cubicBezTo>
                  <a:cubicBezTo>
                    <a:pt x="94795" y="1177407"/>
                    <a:pt x="96077" y="1172616"/>
                    <a:pt x="97188" y="1169280"/>
                  </a:cubicBezTo>
                  <a:cubicBezTo>
                    <a:pt x="99243" y="1163121"/>
                    <a:pt x="95135" y="1148066"/>
                    <a:pt x="95135" y="1143960"/>
                  </a:cubicBezTo>
                  <a:cubicBezTo>
                    <a:pt x="95135" y="1139855"/>
                    <a:pt x="86241" y="1102901"/>
                    <a:pt x="86241" y="1094689"/>
                  </a:cubicBezTo>
                  <a:cubicBezTo>
                    <a:pt x="86241" y="1086478"/>
                    <a:pt x="88294" y="1035154"/>
                    <a:pt x="88294" y="1027712"/>
                  </a:cubicBezTo>
                  <a:cubicBezTo>
                    <a:pt x="88294" y="1021297"/>
                    <a:pt x="89233" y="996319"/>
                    <a:pt x="90432" y="984258"/>
                  </a:cubicBezTo>
                  <a:cubicBezTo>
                    <a:pt x="89062" y="984001"/>
                    <a:pt x="85898" y="981606"/>
                    <a:pt x="85898" y="981606"/>
                  </a:cubicBezTo>
                  <a:lnTo>
                    <a:pt x="60236" y="982291"/>
                  </a:lnTo>
                  <a:cubicBezTo>
                    <a:pt x="59209" y="981948"/>
                    <a:pt x="58184" y="986054"/>
                    <a:pt x="56814" y="986397"/>
                  </a:cubicBezTo>
                  <a:cubicBezTo>
                    <a:pt x="55446" y="986739"/>
                    <a:pt x="50998" y="982291"/>
                    <a:pt x="50998" y="982291"/>
                  </a:cubicBezTo>
                  <a:lnTo>
                    <a:pt x="11648" y="959024"/>
                  </a:lnTo>
                  <a:lnTo>
                    <a:pt x="7543" y="954234"/>
                  </a:lnTo>
                  <a:cubicBezTo>
                    <a:pt x="7543" y="954234"/>
                    <a:pt x="359" y="742865"/>
                    <a:pt x="16" y="738075"/>
                  </a:cubicBezTo>
                  <a:cubicBezTo>
                    <a:pt x="-326" y="733285"/>
                    <a:pt x="4807" y="730548"/>
                    <a:pt x="8228" y="730206"/>
                  </a:cubicBezTo>
                  <a:cubicBezTo>
                    <a:pt x="11648" y="729864"/>
                    <a:pt x="40048" y="728495"/>
                    <a:pt x="40048" y="728495"/>
                  </a:cubicBezTo>
                  <a:cubicBezTo>
                    <a:pt x="40048" y="728495"/>
                    <a:pt x="40048" y="727640"/>
                    <a:pt x="40134" y="726271"/>
                  </a:cubicBezTo>
                  <a:cubicBezTo>
                    <a:pt x="34746" y="722251"/>
                    <a:pt x="36114" y="719171"/>
                    <a:pt x="34232" y="716947"/>
                  </a:cubicBezTo>
                  <a:cubicBezTo>
                    <a:pt x="32179" y="714552"/>
                    <a:pt x="29784" y="710788"/>
                    <a:pt x="27389" y="707709"/>
                  </a:cubicBezTo>
                  <a:cubicBezTo>
                    <a:pt x="24993" y="704629"/>
                    <a:pt x="26704" y="698128"/>
                    <a:pt x="26021" y="695734"/>
                  </a:cubicBezTo>
                  <a:cubicBezTo>
                    <a:pt x="25336" y="693424"/>
                    <a:pt x="28928" y="674263"/>
                    <a:pt x="29698" y="671354"/>
                  </a:cubicBezTo>
                  <a:lnTo>
                    <a:pt x="27389" y="670927"/>
                  </a:lnTo>
                  <a:lnTo>
                    <a:pt x="27132" y="662373"/>
                  </a:lnTo>
                  <a:cubicBezTo>
                    <a:pt x="27132" y="662373"/>
                    <a:pt x="28245" y="662800"/>
                    <a:pt x="30383" y="663485"/>
                  </a:cubicBezTo>
                  <a:cubicBezTo>
                    <a:pt x="25849" y="660919"/>
                    <a:pt x="23882" y="658524"/>
                    <a:pt x="23882" y="658524"/>
                  </a:cubicBezTo>
                  <a:cubicBezTo>
                    <a:pt x="23882" y="658524"/>
                    <a:pt x="27303" y="628413"/>
                    <a:pt x="27303" y="614727"/>
                  </a:cubicBezTo>
                  <a:cubicBezTo>
                    <a:pt x="27303" y="601041"/>
                    <a:pt x="30041" y="580512"/>
                    <a:pt x="32094" y="573668"/>
                  </a:cubicBezTo>
                  <a:cubicBezTo>
                    <a:pt x="34146" y="566825"/>
                    <a:pt x="34831" y="534662"/>
                    <a:pt x="35514" y="527135"/>
                  </a:cubicBezTo>
                  <a:cubicBezTo>
                    <a:pt x="36199" y="519607"/>
                    <a:pt x="40990" y="512080"/>
                    <a:pt x="41673" y="501815"/>
                  </a:cubicBezTo>
                  <a:cubicBezTo>
                    <a:pt x="42358" y="491550"/>
                    <a:pt x="44411" y="456650"/>
                    <a:pt x="47149" y="449807"/>
                  </a:cubicBezTo>
                  <a:cubicBezTo>
                    <a:pt x="49887" y="442964"/>
                    <a:pt x="50569" y="435436"/>
                    <a:pt x="52622" y="412170"/>
                  </a:cubicBezTo>
                  <a:cubicBezTo>
                    <a:pt x="54675" y="388903"/>
                    <a:pt x="56045" y="358793"/>
                    <a:pt x="58781" y="354003"/>
                  </a:cubicBezTo>
                  <a:cubicBezTo>
                    <a:pt x="61519" y="349213"/>
                    <a:pt x="62204" y="307470"/>
                    <a:pt x="66994" y="300626"/>
                  </a:cubicBezTo>
                  <a:cubicBezTo>
                    <a:pt x="71783" y="293783"/>
                    <a:pt x="69730" y="274622"/>
                    <a:pt x="71100" y="264357"/>
                  </a:cubicBezTo>
                  <a:cubicBezTo>
                    <a:pt x="72468" y="254093"/>
                    <a:pt x="73410" y="235103"/>
                    <a:pt x="73410" y="235103"/>
                  </a:cubicBezTo>
                  <a:cubicBezTo>
                    <a:pt x="75463" y="202769"/>
                    <a:pt x="88037" y="205592"/>
                    <a:pt x="91115" y="203282"/>
                  </a:cubicBezTo>
                  <a:cubicBezTo>
                    <a:pt x="94195" y="200973"/>
                    <a:pt x="96762" y="199946"/>
                    <a:pt x="104203" y="196097"/>
                  </a:cubicBezTo>
                  <a:cubicBezTo>
                    <a:pt x="111646" y="192247"/>
                    <a:pt x="134741" y="180700"/>
                    <a:pt x="140386" y="177877"/>
                  </a:cubicBezTo>
                  <a:cubicBezTo>
                    <a:pt x="146033" y="175054"/>
                    <a:pt x="164766" y="166586"/>
                    <a:pt x="167332" y="166072"/>
                  </a:cubicBezTo>
                  <a:cubicBezTo>
                    <a:pt x="169897" y="165559"/>
                    <a:pt x="178622" y="157348"/>
                    <a:pt x="180675" y="156321"/>
                  </a:cubicBezTo>
                  <a:cubicBezTo>
                    <a:pt x="182728" y="155294"/>
                    <a:pt x="186322" y="153755"/>
                    <a:pt x="192480" y="144773"/>
                  </a:cubicBezTo>
                  <a:lnTo>
                    <a:pt x="193080" y="144004"/>
                  </a:lnTo>
                  <a:lnTo>
                    <a:pt x="193506" y="142635"/>
                  </a:lnTo>
                  <a:cubicBezTo>
                    <a:pt x="192737" y="139384"/>
                    <a:pt x="190427" y="129718"/>
                    <a:pt x="189143" y="126297"/>
                  </a:cubicBezTo>
                  <a:cubicBezTo>
                    <a:pt x="187604" y="122191"/>
                    <a:pt x="190170" y="119625"/>
                    <a:pt x="188631" y="119111"/>
                  </a:cubicBezTo>
                  <a:cubicBezTo>
                    <a:pt x="187090" y="118598"/>
                    <a:pt x="182984" y="120651"/>
                    <a:pt x="180932" y="115006"/>
                  </a:cubicBezTo>
                  <a:cubicBezTo>
                    <a:pt x="178879" y="109360"/>
                    <a:pt x="170667" y="86264"/>
                    <a:pt x="173234" y="80619"/>
                  </a:cubicBezTo>
                  <a:cubicBezTo>
                    <a:pt x="173234" y="80619"/>
                    <a:pt x="175287" y="77026"/>
                    <a:pt x="181445" y="80105"/>
                  </a:cubicBezTo>
                  <a:cubicBezTo>
                    <a:pt x="181445" y="80105"/>
                    <a:pt x="177340" y="74973"/>
                    <a:pt x="176312" y="59062"/>
                  </a:cubicBezTo>
                  <a:cubicBezTo>
                    <a:pt x="175287" y="43152"/>
                    <a:pt x="182473" y="1580"/>
                    <a:pt x="227636" y="40"/>
                  </a:cubicBezTo>
                  <a:cubicBezTo>
                    <a:pt x="247139" y="-644"/>
                    <a:pt x="275368" y="7225"/>
                    <a:pt x="286659" y="33914"/>
                  </a:cubicBezTo>
                  <a:cubicBezTo>
                    <a:pt x="286659" y="33914"/>
                    <a:pt x="292818" y="62655"/>
                    <a:pt x="284606" y="77026"/>
                  </a:cubicBezTo>
                  <a:cubicBezTo>
                    <a:pt x="284606" y="77026"/>
                    <a:pt x="286659" y="77539"/>
                    <a:pt x="289226" y="76513"/>
                  </a:cubicBezTo>
                  <a:cubicBezTo>
                    <a:pt x="291790" y="75486"/>
                    <a:pt x="294357" y="77026"/>
                    <a:pt x="293845" y="87291"/>
                  </a:cubicBezTo>
                  <a:cubicBezTo>
                    <a:pt x="293332" y="97555"/>
                    <a:pt x="291790" y="105254"/>
                    <a:pt x="288198" y="110899"/>
                  </a:cubicBezTo>
                  <a:cubicBezTo>
                    <a:pt x="284606" y="116545"/>
                    <a:pt x="282040" y="117058"/>
                    <a:pt x="282040" y="117058"/>
                  </a:cubicBezTo>
                  <a:cubicBezTo>
                    <a:pt x="282040" y="117058"/>
                    <a:pt x="280501" y="126297"/>
                    <a:pt x="278448" y="129889"/>
                  </a:cubicBezTo>
                  <a:cubicBezTo>
                    <a:pt x="276821" y="132712"/>
                    <a:pt x="276821" y="136219"/>
                    <a:pt x="276907" y="137503"/>
                  </a:cubicBezTo>
                  <a:cubicBezTo>
                    <a:pt x="281697" y="141865"/>
                    <a:pt x="285632" y="147083"/>
                    <a:pt x="285632" y="147083"/>
                  </a:cubicBezTo>
                  <a:cubicBezTo>
                    <a:pt x="288198" y="149649"/>
                    <a:pt x="294357" y="152215"/>
                    <a:pt x="296410" y="152728"/>
                  </a:cubicBezTo>
                  <a:cubicBezTo>
                    <a:pt x="298463" y="153241"/>
                    <a:pt x="299747" y="151189"/>
                    <a:pt x="300773" y="149136"/>
                  </a:cubicBezTo>
                  <a:cubicBezTo>
                    <a:pt x="301800" y="147083"/>
                    <a:pt x="304367" y="145030"/>
                    <a:pt x="306676" y="145030"/>
                  </a:cubicBezTo>
                  <a:cubicBezTo>
                    <a:pt x="308984" y="145030"/>
                    <a:pt x="316427" y="143747"/>
                    <a:pt x="321815" y="143234"/>
                  </a:cubicBezTo>
                  <a:cubicBezTo>
                    <a:pt x="327205" y="142720"/>
                    <a:pt x="352096" y="139128"/>
                    <a:pt x="353892" y="138871"/>
                  </a:cubicBezTo>
                  <a:cubicBezTo>
                    <a:pt x="355690" y="138615"/>
                    <a:pt x="355433" y="138871"/>
                    <a:pt x="355433" y="137331"/>
                  </a:cubicBezTo>
                  <a:cubicBezTo>
                    <a:pt x="355433" y="135792"/>
                    <a:pt x="354920" y="135535"/>
                    <a:pt x="354663" y="132455"/>
                  </a:cubicBezTo>
                  <a:cubicBezTo>
                    <a:pt x="354406" y="129376"/>
                    <a:pt x="352096" y="128093"/>
                    <a:pt x="350814" y="126040"/>
                  </a:cubicBezTo>
                  <a:cubicBezTo>
                    <a:pt x="349701" y="124243"/>
                    <a:pt x="348590" y="123217"/>
                    <a:pt x="347819" y="119539"/>
                  </a:cubicBezTo>
                  <a:lnTo>
                    <a:pt x="346451" y="117315"/>
                  </a:lnTo>
                  <a:lnTo>
                    <a:pt x="345938" y="114150"/>
                  </a:lnTo>
                  <a:lnTo>
                    <a:pt x="345938" y="114150"/>
                  </a:lnTo>
                  <a:cubicBezTo>
                    <a:pt x="345938" y="114150"/>
                    <a:pt x="345938" y="114150"/>
                    <a:pt x="342346" y="112953"/>
                  </a:cubicBezTo>
                  <a:cubicBezTo>
                    <a:pt x="338754" y="111669"/>
                    <a:pt x="334646" y="108846"/>
                    <a:pt x="331311" y="106794"/>
                  </a:cubicBezTo>
                  <a:cubicBezTo>
                    <a:pt x="327976" y="104741"/>
                    <a:pt x="325152" y="100122"/>
                    <a:pt x="324125" y="98068"/>
                  </a:cubicBezTo>
                  <a:cubicBezTo>
                    <a:pt x="323099" y="96016"/>
                    <a:pt x="324382" y="90627"/>
                    <a:pt x="327205" y="90370"/>
                  </a:cubicBezTo>
                  <a:cubicBezTo>
                    <a:pt x="330028" y="90113"/>
                    <a:pt x="332338" y="90113"/>
                    <a:pt x="332593" y="88060"/>
                  </a:cubicBezTo>
                  <a:cubicBezTo>
                    <a:pt x="332850" y="86008"/>
                    <a:pt x="330797" y="77282"/>
                    <a:pt x="330797" y="73690"/>
                  </a:cubicBezTo>
                  <a:cubicBezTo>
                    <a:pt x="330797" y="70097"/>
                    <a:pt x="331568" y="59062"/>
                    <a:pt x="331824" y="58036"/>
                  </a:cubicBezTo>
                  <a:cubicBezTo>
                    <a:pt x="332081" y="57010"/>
                    <a:pt x="328487" y="54700"/>
                    <a:pt x="327205" y="52391"/>
                  </a:cubicBezTo>
                  <a:cubicBezTo>
                    <a:pt x="325923" y="50081"/>
                    <a:pt x="327976" y="48285"/>
                    <a:pt x="330283" y="48028"/>
                  </a:cubicBezTo>
                  <a:cubicBezTo>
                    <a:pt x="332593" y="47772"/>
                    <a:pt x="339008" y="50851"/>
                    <a:pt x="340550" y="51877"/>
                  </a:cubicBezTo>
                  <a:cubicBezTo>
                    <a:pt x="342089" y="52904"/>
                    <a:pt x="343114" y="61885"/>
                    <a:pt x="344912" y="62399"/>
                  </a:cubicBezTo>
                  <a:cubicBezTo>
                    <a:pt x="346708" y="62912"/>
                    <a:pt x="352867" y="59576"/>
                    <a:pt x="355177" y="59319"/>
                  </a:cubicBezTo>
                  <a:cubicBezTo>
                    <a:pt x="357486" y="59062"/>
                    <a:pt x="359796" y="64195"/>
                    <a:pt x="361849" y="64451"/>
                  </a:cubicBezTo>
                  <a:cubicBezTo>
                    <a:pt x="363902" y="64708"/>
                    <a:pt x="365441" y="62655"/>
                    <a:pt x="368521" y="62912"/>
                  </a:cubicBezTo>
                  <a:cubicBezTo>
                    <a:pt x="371599" y="63169"/>
                    <a:pt x="374423" y="68558"/>
                    <a:pt x="376219" y="68814"/>
                  </a:cubicBezTo>
                  <a:cubicBezTo>
                    <a:pt x="378015" y="69071"/>
                    <a:pt x="381352" y="67531"/>
                    <a:pt x="384944" y="72407"/>
                  </a:cubicBezTo>
                  <a:cubicBezTo>
                    <a:pt x="388536" y="77282"/>
                    <a:pt x="388022" y="91140"/>
                    <a:pt x="388022" y="91140"/>
                  </a:cubicBezTo>
                  <a:lnTo>
                    <a:pt x="387682" y="91140"/>
                  </a:lnTo>
                  <a:cubicBezTo>
                    <a:pt x="387682" y="91140"/>
                    <a:pt x="388022" y="92423"/>
                    <a:pt x="388022" y="92423"/>
                  </a:cubicBezTo>
                  <a:lnTo>
                    <a:pt x="386740" y="91995"/>
                  </a:lnTo>
                  <a:cubicBezTo>
                    <a:pt x="389992" y="93621"/>
                    <a:pt x="391103" y="95759"/>
                    <a:pt x="392385" y="97299"/>
                  </a:cubicBezTo>
                  <a:lnTo>
                    <a:pt x="392385" y="97299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CED3C274-D72B-FF4B-2F01-DD1AEF37BD56}"/>
                </a:ext>
              </a:extLst>
            </p:cNvPr>
            <p:cNvSpPr/>
            <p:nvPr/>
          </p:nvSpPr>
          <p:spPr>
            <a:xfrm>
              <a:off x="17327456" y="4088679"/>
              <a:ext cx="1136768" cy="1262360"/>
            </a:xfrm>
            <a:custGeom>
              <a:avLst/>
              <a:gdLst>
                <a:gd name="connsiteX0" fmla="*/ 101491 w 1136768"/>
                <a:gd name="connsiteY0" fmla="*/ 72249 h 1262360"/>
                <a:gd name="connsiteX1" fmla="*/ 107737 w 1136768"/>
                <a:gd name="connsiteY1" fmla="*/ 82770 h 1262360"/>
                <a:gd name="connsiteX2" fmla="*/ 117060 w 1136768"/>
                <a:gd name="connsiteY2" fmla="*/ 94575 h 1262360"/>
                <a:gd name="connsiteX3" fmla="*/ 126983 w 1136768"/>
                <a:gd name="connsiteY3" fmla="*/ 113821 h 1262360"/>
                <a:gd name="connsiteX4" fmla="*/ 136477 w 1136768"/>
                <a:gd name="connsiteY4" fmla="*/ 120750 h 1262360"/>
                <a:gd name="connsiteX5" fmla="*/ 138444 w 1136768"/>
                <a:gd name="connsiteY5" fmla="*/ 119382 h 1262360"/>
                <a:gd name="connsiteX6" fmla="*/ 171806 w 1136768"/>
                <a:gd name="connsiteY6" fmla="*/ 128791 h 1262360"/>
                <a:gd name="connsiteX7" fmla="*/ 170179 w 1136768"/>
                <a:gd name="connsiteY7" fmla="*/ 129390 h 1262360"/>
                <a:gd name="connsiteX8" fmla="*/ 170179 w 1136768"/>
                <a:gd name="connsiteY8" fmla="*/ 130844 h 1262360"/>
                <a:gd name="connsiteX9" fmla="*/ 171806 w 1136768"/>
                <a:gd name="connsiteY9" fmla="*/ 128791 h 1262360"/>
                <a:gd name="connsiteX10" fmla="*/ 210982 w 1136768"/>
                <a:gd name="connsiteY10" fmla="*/ 142819 h 1262360"/>
                <a:gd name="connsiteX11" fmla="*/ 224498 w 1136768"/>
                <a:gd name="connsiteY11" fmla="*/ 144702 h 1262360"/>
                <a:gd name="connsiteX12" fmla="*/ 241263 w 1136768"/>
                <a:gd name="connsiteY12" fmla="*/ 154966 h 1262360"/>
                <a:gd name="connsiteX13" fmla="*/ 264530 w 1136768"/>
                <a:gd name="connsiteY13" fmla="*/ 160526 h 1262360"/>
                <a:gd name="connsiteX14" fmla="*/ 282751 w 1136768"/>
                <a:gd name="connsiteY14" fmla="*/ 165145 h 1262360"/>
                <a:gd name="connsiteX15" fmla="*/ 301398 w 1136768"/>
                <a:gd name="connsiteY15" fmla="*/ 171646 h 1262360"/>
                <a:gd name="connsiteX16" fmla="*/ 312604 w 1136768"/>
                <a:gd name="connsiteY16" fmla="*/ 175837 h 1262360"/>
                <a:gd name="connsiteX17" fmla="*/ 324750 w 1136768"/>
                <a:gd name="connsiteY17" fmla="*/ 176265 h 1262360"/>
                <a:gd name="connsiteX18" fmla="*/ 342457 w 1136768"/>
                <a:gd name="connsiteY18" fmla="*/ 185076 h 1262360"/>
                <a:gd name="connsiteX19" fmla="*/ 351353 w 1136768"/>
                <a:gd name="connsiteY19" fmla="*/ 184648 h 1262360"/>
                <a:gd name="connsiteX20" fmla="*/ 362046 w 1136768"/>
                <a:gd name="connsiteY20" fmla="*/ 194400 h 1262360"/>
                <a:gd name="connsiteX21" fmla="*/ 387194 w 1136768"/>
                <a:gd name="connsiteY21" fmla="*/ 197222 h 1262360"/>
                <a:gd name="connsiteX22" fmla="*/ 400282 w 1136768"/>
                <a:gd name="connsiteY22" fmla="*/ 199105 h 1262360"/>
                <a:gd name="connsiteX23" fmla="*/ 416105 w 1136768"/>
                <a:gd name="connsiteY23" fmla="*/ 200986 h 1262360"/>
                <a:gd name="connsiteX24" fmla="*/ 427312 w 1136768"/>
                <a:gd name="connsiteY24" fmla="*/ 195854 h 1262360"/>
                <a:gd name="connsiteX25" fmla="*/ 438004 w 1136768"/>
                <a:gd name="connsiteY25" fmla="*/ 202355 h 1262360"/>
                <a:gd name="connsiteX26" fmla="*/ 447329 w 1136768"/>
                <a:gd name="connsiteY26" fmla="*/ 200986 h 1262360"/>
                <a:gd name="connsiteX27" fmla="*/ 453402 w 1136768"/>
                <a:gd name="connsiteY27" fmla="*/ 196282 h 1262360"/>
                <a:gd name="connsiteX28" fmla="*/ 463666 w 1136768"/>
                <a:gd name="connsiteY28" fmla="*/ 192603 h 1262360"/>
                <a:gd name="connsiteX29" fmla="*/ 480003 w 1136768"/>
                <a:gd name="connsiteY29" fmla="*/ 175837 h 1262360"/>
                <a:gd name="connsiteX30" fmla="*/ 495829 w 1136768"/>
                <a:gd name="connsiteY30" fmla="*/ 173015 h 1262360"/>
                <a:gd name="connsiteX31" fmla="*/ 554082 w 1136768"/>
                <a:gd name="connsiteY31" fmla="*/ 170705 h 1262360"/>
                <a:gd name="connsiteX32" fmla="*/ 556477 w 1136768"/>
                <a:gd name="connsiteY32" fmla="*/ 170705 h 1262360"/>
                <a:gd name="connsiteX33" fmla="*/ 556477 w 1136768"/>
                <a:gd name="connsiteY33" fmla="*/ 169251 h 1262360"/>
                <a:gd name="connsiteX34" fmla="*/ 550745 w 1136768"/>
                <a:gd name="connsiteY34" fmla="*/ 161980 h 1262360"/>
                <a:gd name="connsiteX35" fmla="*/ 542362 w 1136768"/>
                <a:gd name="connsiteY35" fmla="*/ 136233 h 1262360"/>
                <a:gd name="connsiteX36" fmla="*/ 535007 w 1136768"/>
                <a:gd name="connsiteY36" fmla="*/ 105781 h 1262360"/>
                <a:gd name="connsiteX37" fmla="*/ 539712 w 1136768"/>
                <a:gd name="connsiteY37" fmla="*/ 81060 h 1262360"/>
                <a:gd name="connsiteX38" fmla="*/ 542704 w 1136768"/>
                <a:gd name="connsiteY38" fmla="*/ 68657 h 1262360"/>
                <a:gd name="connsiteX39" fmla="*/ 544415 w 1136768"/>
                <a:gd name="connsiteY39" fmla="*/ 42909 h 1262360"/>
                <a:gd name="connsiteX40" fmla="*/ 547752 w 1136768"/>
                <a:gd name="connsiteY40" fmla="*/ 28881 h 1262360"/>
                <a:gd name="connsiteX41" fmla="*/ 553397 w 1136768"/>
                <a:gd name="connsiteY41" fmla="*/ 21866 h 1262360"/>
                <a:gd name="connsiteX42" fmla="*/ 559042 w 1136768"/>
                <a:gd name="connsiteY42" fmla="*/ 15537 h 1262360"/>
                <a:gd name="connsiteX43" fmla="*/ 566056 w 1136768"/>
                <a:gd name="connsiteY43" fmla="*/ 12200 h 1262360"/>
                <a:gd name="connsiteX44" fmla="*/ 573756 w 1136768"/>
                <a:gd name="connsiteY44" fmla="*/ 6213 h 1262360"/>
                <a:gd name="connsiteX45" fmla="*/ 580427 w 1136768"/>
                <a:gd name="connsiteY45" fmla="*/ 4844 h 1262360"/>
                <a:gd name="connsiteX46" fmla="*/ 586416 w 1136768"/>
                <a:gd name="connsiteY46" fmla="*/ 3133 h 1262360"/>
                <a:gd name="connsiteX47" fmla="*/ 593429 w 1136768"/>
                <a:gd name="connsiteY47" fmla="*/ 140 h 1262360"/>
                <a:gd name="connsiteX48" fmla="*/ 602154 w 1136768"/>
                <a:gd name="connsiteY48" fmla="*/ 824 h 1262360"/>
                <a:gd name="connsiteX49" fmla="*/ 616184 w 1136768"/>
                <a:gd name="connsiteY49" fmla="*/ 2534 h 1262360"/>
                <a:gd name="connsiteX50" fmla="*/ 626533 w 1136768"/>
                <a:gd name="connsiteY50" fmla="*/ 4502 h 1262360"/>
                <a:gd name="connsiteX51" fmla="*/ 632863 w 1136768"/>
                <a:gd name="connsiteY51" fmla="*/ 13227 h 1262360"/>
                <a:gd name="connsiteX52" fmla="*/ 639536 w 1136768"/>
                <a:gd name="connsiteY52" fmla="*/ 17247 h 1262360"/>
                <a:gd name="connsiteX53" fmla="*/ 646550 w 1136768"/>
                <a:gd name="connsiteY53" fmla="*/ 23577 h 1262360"/>
                <a:gd name="connsiteX54" fmla="*/ 653221 w 1136768"/>
                <a:gd name="connsiteY54" fmla="*/ 31618 h 1262360"/>
                <a:gd name="connsiteX55" fmla="*/ 658611 w 1136768"/>
                <a:gd name="connsiteY55" fmla="*/ 43679 h 1262360"/>
                <a:gd name="connsiteX56" fmla="*/ 661263 w 1136768"/>
                <a:gd name="connsiteY56" fmla="*/ 51720 h 1262360"/>
                <a:gd name="connsiteX57" fmla="*/ 659893 w 1136768"/>
                <a:gd name="connsiteY57" fmla="*/ 64123 h 1262360"/>
                <a:gd name="connsiteX58" fmla="*/ 660236 w 1136768"/>
                <a:gd name="connsiteY58" fmla="*/ 75842 h 1262360"/>
                <a:gd name="connsiteX59" fmla="*/ 656215 w 1136768"/>
                <a:gd name="connsiteY59" fmla="*/ 84567 h 1262360"/>
                <a:gd name="connsiteX60" fmla="*/ 653221 w 1136768"/>
                <a:gd name="connsiteY60" fmla="*/ 97227 h 1262360"/>
                <a:gd name="connsiteX61" fmla="*/ 650228 w 1136768"/>
                <a:gd name="connsiteY61" fmla="*/ 105610 h 1262360"/>
                <a:gd name="connsiteX62" fmla="*/ 642528 w 1136768"/>
                <a:gd name="connsiteY62" fmla="*/ 113993 h 1262360"/>
                <a:gd name="connsiteX63" fmla="*/ 637825 w 1136768"/>
                <a:gd name="connsiteY63" fmla="*/ 120322 h 1262360"/>
                <a:gd name="connsiteX64" fmla="*/ 632778 w 1136768"/>
                <a:gd name="connsiteY64" fmla="*/ 132982 h 1262360"/>
                <a:gd name="connsiteX65" fmla="*/ 631495 w 1136768"/>
                <a:gd name="connsiteY65" fmla="*/ 143418 h 1262360"/>
                <a:gd name="connsiteX66" fmla="*/ 647918 w 1136768"/>
                <a:gd name="connsiteY66" fmla="*/ 147524 h 1262360"/>
                <a:gd name="connsiteX67" fmla="*/ 657669 w 1136768"/>
                <a:gd name="connsiteY67" fmla="*/ 167540 h 1262360"/>
                <a:gd name="connsiteX68" fmla="*/ 663487 w 1136768"/>
                <a:gd name="connsiteY68" fmla="*/ 176009 h 1262360"/>
                <a:gd name="connsiteX69" fmla="*/ 664684 w 1136768"/>
                <a:gd name="connsiteY69" fmla="*/ 177377 h 1262360"/>
                <a:gd name="connsiteX70" fmla="*/ 671185 w 1136768"/>
                <a:gd name="connsiteY70" fmla="*/ 181569 h 1262360"/>
                <a:gd name="connsiteX71" fmla="*/ 672298 w 1136768"/>
                <a:gd name="connsiteY71" fmla="*/ 182681 h 1262360"/>
                <a:gd name="connsiteX72" fmla="*/ 678200 w 1136768"/>
                <a:gd name="connsiteY72" fmla="*/ 182510 h 1262360"/>
                <a:gd name="connsiteX73" fmla="*/ 722937 w 1136768"/>
                <a:gd name="connsiteY73" fmla="*/ 179687 h 1262360"/>
                <a:gd name="connsiteX74" fmla="*/ 755528 w 1136768"/>
                <a:gd name="connsiteY74" fmla="*/ 186701 h 1262360"/>
                <a:gd name="connsiteX75" fmla="*/ 769555 w 1136768"/>
                <a:gd name="connsiteY75" fmla="*/ 203467 h 1262360"/>
                <a:gd name="connsiteX76" fmla="*/ 771865 w 1136768"/>
                <a:gd name="connsiteY76" fmla="*/ 211850 h 1262360"/>
                <a:gd name="connsiteX77" fmla="*/ 775115 w 1136768"/>
                <a:gd name="connsiteY77" fmla="*/ 217410 h 1262360"/>
                <a:gd name="connsiteX78" fmla="*/ 791454 w 1136768"/>
                <a:gd name="connsiteY78" fmla="*/ 218779 h 1262360"/>
                <a:gd name="connsiteX79" fmla="*/ 802660 w 1136768"/>
                <a:gd name="connsiteY79" fmla="*/ 217838 h 1262360"/>
                <a:gd name="connsiteX80" fmla="*/ 816688 w 1136768"/>
                <a:gd name="connsiteY80" fmla="*/ 221088 h 1262360"/>
                <a:gd name="connsiteX81" fmla="*/ 839954 w 1136768"/>
                <a:gd name="connsiteY81" fmla="*/ 219719 h 1262360"/>
                <a:gd name="connsiteX82" fmla="*/ 851588 w 1136768"/>
                <a:gd name="connsiteY82" fmla="*/ 216896 h 1262360"/>
                <a:gd name="connsiteX83" fmla="*/ 864163 w 1136768"/>
                <a:gd name="connsiteY83" fmla="*/ 217838 h 1262360"/>
                <a:gd name="connsiteX84" fmla="*/ 875795 w 1136768"/>
                <a:gd name="connsiteY84" fmla="*/ 217410 h 1262360"/>
                <a:gd name="connsiteX85" fmla="*/ 890252 w 1136768"/>
                <a:gd name="connsiteY85" fmla="*/ 214160 h 1262360"/>
                <a:gd name="connsiteX86" fmla="*/ 907018 w 1136768"/>
                <a:gd name="connsiteY86" fmla="*/ 213731 h 1262360"/>
                <a:gd name="connsiteX87" fmla="*/ 916768 w 1136768"/>
                <a:gd name="connsiteY87" fmla="*/ 211422 h 1262360"/>
                <a:gd name="connsiteX88" fmla="*/ 930284 w 1136768"/>
                <a:gd name="connsiteY88" fmla="*/ 211935 h 1262360"/>
                <a:gd name="connsiteX89" fmla="*/ 946108 w 1136768"/>
                <a:gd name="connsiteY89" fmla="*/ 211422 h 1262360"/>
                <a:gd name="connsiteX90" fmla="*/ 957314 w 1136768"/>
                <a:gd name="connsiteY90" fmla="*/ 210053 h 1262360"/>
                <a:gd name="connsiteX91" fmla="*/ 1015567 w 1136768"/>
                <a:gd name="connsiteY91" fmla="*/ 205862 h 1262360"/>
                <a:gd name="connsiteX92" fmla="*/ 1030879 w 1136768"/>
                <a:gd name="connsiteY92" fmla="*/ 202355 h 1262360"/>
                <a:gd name="connsiteX93" fmla="*/ 1030879 w 1136768"/>
                <a:gd name="connsiteY93" fmla="*/ 201585 h 1262360"/>
                <a:gd name="connsiteX94" fmla="*/ 1033274 w 1136768"/>
                <a:gd name="connsiteY94" fmla="*/ 186701 h 1262360"/>
                <a:gd name="connsiteX95" fmla="*/ 1042000 w 1136768"/>
                <a:gd name="connsiteY95" fmla="*/ 166856 h 1262360"/>
                <a:gd name="connsiteX96" fmla="*/ 1045420 w 1136768"/>
                <a:gd name="connsiteY96" fmla="*/ 146326 h 1262360"/>
                <a:gd name="connsiteX97" fmla="*/ 1053204 w 1136768"/>
                <a:gd name="connsiteY97" fmla="*/ 154367 h 1262360"/>
                <a:gd name="connsiteX98" fmla="*/ 1051322 w 1136768"/>
                <a:gd name="connsiteY98" fmla="*/ 173613 h 1262360"/>
                <a:gd name="connsiteX99" fmla="*/ 1053204 w 1136768"/>
                <a:gd name="connsiteY99" fmla="*/ 186017 h 1262360"/>
                <a:gd name="connsiteX100" fmla="*/ 1079294 w 1136768"/>
                <a:gd name="connsiteY100" fmla="*/ 184819 h 1262360"/>
                <a:gd name="connsiteX101" fmla="*/ 1101620 w 1136768"/>
                <a:gd name="connsiteY101" fmla="*/ 179858 h 1262360"/>
                <a:gd name="connsiteX102" fmla="*/ 1124887 w 1136768"/>
                <a:gd name="connsiteY102" fmla="*/ 175837 h 1262360"/>
                <a:gd name="connsiteX103" fmla="*/ 1130789 w 1136768"/>
                <a:gd name="connsiteY103" fmla="*/ 179259 h 1262360"/>
                <a:gd name="connsiteX104" fmla="*/ 1129249 w 1136768"/>
                <a:gd name="connsiteY104" fmla="*/ 185418 h 1262360"/>
                <a:gd name="connsiteX105" fmla="*/ 1135494 w 1136768"/>
                <a:gd name="connsiteY105" fmla="*/ 186701 h 1262360"/>
                <a:gd name="connsiteX106" fmla="*/ 1133955 w 1136768"/>
                <a:gd name="connsiteY106" fmla="*/ 193202 h 1262360"/>
                <a:gd name="connsiteX107" fmla="*/ 1129249 w 1136768"/>
                <a:gd name="connsiteY107" fmla="*/ 195084 h 1262360"/>
                <a:gd name="connsiteX108" fmla="*/ 1133612 w 1136768"/>
                <a:gd name="connsiteY108" fmla="*/ 198848 h 1262360"/>
                <a:gd name="connsiteX109" fmla="*/ 1128051 w 1136768"/>
                <a:gd name="connsiteY109" fmla="*/ 206033 h 1262360"/>
                <a:gd name="connsiteX110" fmla="*/ 1105726 w 1136768"/>
                <a:gd name="connsiteY110" fmla="*/ 216298 h 1262360"/>
                <a:gd name="connsiteX111" fmla="*/ 1098882 w 1136768"/>
                <a:gd name="connsiteY111" fmla="*/ 221601 h 1262360"/>
                <a:gd name="connsiteX112" fmla="*/ 1115049 w 1136768"/>
                <a:gd name="connsiteY112" fmla="*/ 219719 h 1262360"/>
                <a:gd name="connsiteX113" fmla="*/ 1122834 w 1136768"/>
                <a:gd name="connsiteY113" fmla="*/ 217581 h 1262360"/>
                <a:gd name="connsiteX114" fmla="*/ 1129678 w 1136768"/>
                <a:gd name="connsiteY114" fmla="*/ 221003 h 1262360"/>
                <a:gd name="connsiteX115" fmla="*/ 1110772 w 1136768"/>
                <a:gd name="connsiteY115" fmla="*/ 228188 h 1262360"/>
                <a:gd name="connsiteX116" fmla="*/ 1092810 w 1136768"/>
                <a:gd name="connsiteY116" fmla="*/ 234689 h 1262360"/>
                <a:gd name="connsiteX117" fmla="*/ 1076044 w 1136768"/>
                <a:gd name="connsiteY117" fmla="*/ 242131 h 1262360"/>
                <a:gd name="connsiteX118" fmla="*/ 1059364 w 1136768"/>
                <a:gd name="connsiteY118" fmla="*/ 242473 h 1262360"/>
                <a:gd name="connsiteX119" fmla="*/ 1032589 w 1136768"/>
                <a:gd name="connsiteY119" fmla="*/ 252054 h 1262360"/>
                <a:gd name="connsiteX120" fmla="*/ 1031904 w 1136768"/>
                <a:gd name="connsiteY120" fmla="*/ 251369 h 1262360"/>
                <a:gd name="connsiteX121" fmla="*/ 1025575 w 1136768"/>
                <a:gd name="connsiteY121" fmla="*/ 267878 h 1262360"/>
                <a:gd name="connsiteX122" fmla="*/ 968263 w 1136768"/>
                <a:gd name="connsiteY122" fmla="*/ 274379 h 1262360"/>
                <a:gd name="connsiteX123" fmla="*/ 956631 w 1136768"/>
                <a:gd name="connsiteY123" fmla="*/ 276689 h 1262360"/>
                <a:gd name="connsiteX124" fmla="*/ 935672 w 1136768"/>
                <a:gd name="connsiteY124" fmla="*/ 277117 h 1262360"/>
                <a:gd name="connsiteX125" fmla="*/ 913262 w 1136768"/>
                <a:gd name="connsiteY125" fmla="*/ 278485 h 1262360"/>
                <a:gd name="connsiteX126" fmla="*/ 904451 w 1136768"/>
                <a:gd name="connsiteY126" fmla="*/ 276603 h 1262360"/>
                <a:gd name="connsiteX127" fmla="*/ 884862 w 1136768"/>
                <a:gd name="connsiteY127" fmla="*/ 280281 h 1262360"/>
                <a:gd name="connsiteX128" fmla="*/ 866215 w 1136768"/>
                <a:gd name="connsiteY128" fmla="*/ 278399 h 1262360"/>
                <a:gd name="connsiteX129" fmla="*/ 853641 w 1136768"/>
                <a:gd name="connsiteY129" fmla="*/ 288664 h 1262360"/>
                <a:gd name="connsiteX130" fmla="*/ 833624 w 1136768"/>
                <a:gd name="connsiteY130" fmla="*/ 285414 h 1262360"/>
                <a:gd name="connsiteX131" fmla="*/ 815917 w 1136768"/>
                <a:gd name="connsiteY131" fmla="*/ 292428 h 1262360"/>
                <a:gd name="connsiteX132" fmla="*/ 803343 w 1136768"/>
                <a:gd name="connsiteY132" fmla="*/ 290546 h 1262360"/>
                <a:gd name="connsiteX133" fmla="*/ 792137 w 1136768"/>
                <a:gd name="connsiteY133" fmla="*/ 294224 h 1262360"/>
                <a:gd name="connsiteX134" fmla="*/ 773918 w 1136768"/>
                <a:gd name="connsiteY134" fmla="*/ 295593 h 1262360"/>
                <a:gd name="connsiteX135" fmla="*/ 761344 w 1136768"/>
                <a:gd name="connsiteY135" fmla="*/ 304404 h 1262360"/>
                <a:gd name="connsiteX136" fmla="*/ 745518 w 1136768"/>
                <a:gd name="connsiteY136" fmla="*/ 304917 h 1262360"/>
                <a:gd name="connsiteX137" fmla="*/ 741841 w 1136768"/>
                <a:gd name="connsiteY137" fmla="*/ 316123 h 1262360"/>
                <a:gd name="connsiteX138" fmla="*/ 735339 w 1136768"/>
                <a:gd name="connsiteY138" fmla="*/ 324933 h 1262360"/>
                <a:gd name="connsiteX139" fmla="*/ 729267 w 1136768"/>
                <a:gd name="connsiteY139" fmla="*/ 336138 h 1262360"/>
                <a:gd name="connsiteX140" fmla="*/ 723705 w 1136768"/>
                <a:gd name="connsiteY140" fmla="*/ 354273 h 1262360"/>
                <a:gd name="connsiteX141" fmla="*/ 716264 w 1136768"/>
                <a:gd name="connsiteY141" fmla="*/ 366420 h 1262360"/>
                <a:gd name="connsiteX142" fmla="*/ 713013 w 1136768"/>
                <a:gd name="connsiteY142" fmla="*/ 381304 h 1262360"/>
                <a:gd name="connsiteX143" fmla="*/ 710191 w 1136768"/>
                <a:gd name="connsiteY143" fmla="*/ 393878 h 1262360"/>
                <a:gd name="connsiteX144" fmla="*/ 706000 w 1136768"/>
                <a:gd name="connsiteY144" fmla="*/ 420908 h 1262360"/>
                <a:gd name="connsiteX145" fmla="*/ 706000 w 1136768"/>
                <a:gd name="connsiteY145" fmla="*/ 448367 h 1262360"/>
                <a:gd name="connsiteX146" fmla="*/ 704630 w 1136768"/>
                <a:gd name="connsiteY146" fmla="*/ 493104 h 1262360"/>
                <a:gd name="connsiteX147" fmla="*/ 706000 w 1136768"/>
                <a:gd name="connsiteY147" fmla="*/ 518252 h 1262360"/>
                <a:gd name="connsiteX148" fmla="*/ 714383 w 1136768"/>
                <a:gd name="connsiteY148" fmla="*/ 557430 h 1262360"/>
                <a:gd name="connsiteX149" fmla="*/ 725589 w 1136768"/>
                <a:gd name="connsiteY149" fmla="*/ 605930 h 1262360"/>
                <a:gd name="connsiteX150" fmla="*/ 731662 w 1136768"/>
                <a:gd name="connsiteY150" fmla="*/ 632020 h 1262360"/>
                <a:gd name="connsiteX151" fmla="*/ 732176 w 1136768"/>
                <a:gd name="connsiteY151" fmla="*/ 634330 h 1262360"/>
                <a:gd name="connsiteX152" fmla="*/ 721909 w 1136768"/>
                <a:gd name="connsiteY152" fmla="*/ 638008 h 1262360"/>
                <a:gd name="connsiteX153" fmla="*/ 729866 w 1136768"/>
                <a:gd name="connsiteY153" fmla="*/ 665038 h 1262360"/>
                <a:gd name="connsiteX154" fmla="*/ 731491 w 1136768"/>
                <a:gd name="connsiteY154" fmla="*/ 693694 h 1262360"/>
                <a:gd name="connsiteX155" fmla="*/ 733030 w 1136768"/>
                <a:gd name="connsiteY155" fmla="*/ 711743 h 1262360"/>
                <a:gd name="connsiteX156" fmla="*/ 731919 w 1136768"/>
                <a:gd name="connsiteY156" fmla="*/ 719185 h 1262360"/>
                <a:gd name="connsiteX157" fmla="*/ 732176 w 1136768"/>
                <a:gd name="connsiteY157" fmla="*/ 733983 h 1262360"/>
                <a:gd name="connsiteX158" fmla="*/ 730292 w 1136768"/>
                <a:gd name="connsiteY158" fmla="*/ 782399 h 1262360"/>
                <a:gd name="connsiteX159" fmla="*/ 735853 w 1136768"/>
                <a:gd name="connsiteY159" fmla="*/ 804810 h 1262360"/>
                <a:gd name="connsiteX160" fmla="*/ 736793 w 1136768"/>
                <a:gd name="connsiteY160" fmla="*/ 817812 h 1262360"/>
                <a:gd name="connsiteX161" fmla="*/ 742440 w 1136768"/>
                <a:gd name="connsiteY161" fmla="*/ 847665 h 1262360"/>
                <a:gd name="connsiteX162" fmla="*/ 744750 w 1136768"/>
                <a:gd name="connsiteY162" fmla="*/ 884447 h 1262360"/>
                <a:gd name="connsiteX163" fmla="*/ 747571 w 1136768"/>
                <a:gd name="connsiteY163" fmla="*/ 913787 h 1262360"/>
                <a:gd name="connsiteX164" fmla="*/ 756896 w 1136768"/>
                <a:gd name="connsiteY164" fmla="*/ 931066 h 1262360"/>
                <a:gd name="connsiteX165" fmla="*/ 760145 w 1136768"/>
                <a:gd name="connsiteY165" fmla="*/ 952023 h 1262360"/>
                <a:gd name="connsiteX166" fmla="*/ 765278 w 1136768"/>
                <a:gd name="connsiteY166" fmla="*/ 970671 h 1262360"/>
                <a:gd name="connsiteX167" fmla="*/ 766646 w 1136768"/>
                <a:gd name="connsiteY167" fmla="*/ 990687 h 1262360"/>
                <a:gd name="connsiteX168" fmla="*/ 774603 w 1136768"/>
                <a:gd name="connsiteY168" fmla="*/ 1033542 h 1262360"/>
                <a:gd name="connsiteX169" fmla="*/ 779734 w 1136768"/>
                <a:gd name="connsiteY169" fmla="*/ 1062455 h 1262360"/>
                <a:gd name="connsiteX170" fmla="*/ 786235 w 1136768"/>
                <a:gd name="connsiteY170" fmla="*/ 1100178 h 1262360"/>
                <a:gd name="connsiteX171" fmla="*/ 793678 w 1136768"/>
                <a:gd name="connsiteY171" fmla="*/ 1162622 h 1262360"/>
                <a:gd name="connsiteX172" fmla="*/ 797356 w 1136768"/>
                <a:gd name="connsiteY172" fmla="*/ 1199917 h 1262360"/>
                <a:gd name="connsiteX173" fmla="*/ 787605 w 1136768"/>
                <a:gd name="connsiteY173" fmla="*/ 1221302 h 1262360"/>
                <a:gd name="connsiteX174" fmla="*/ 787605 w 1136768"/>
                <a:gd name="connsiteY174" fmla="*/ 1238580 h 1262360"/>
                <a:gd name="connsiteX175" fmla="*/ 790855 w 1136768"/>
                <a:gd name="connsiteY175" fmla="*/ 1260907 h 1262360"/>
                <a:gd name="connsiteX176" fmla="*/ 759890 w 1136768"/>
                <a:gd name="connsiteY176" fmla="*/ 1261334 h 1262360"/>
                <a:gd name="connsiteX177" fmla="*/ 681364 w 1136768"/>
                <a:gd name="connsiteY177" fmla="*/ 1260907 h 1262360"/>
                <a:gd name="connsiteX178" fmla="*/ 679482 w 1136768"/>
                <a:gd name="connsiteY178" fmla="*/ 1240377 h 1262360"/>
                <a:gd name="connsiteX179" fmla="*/ 695821 w 1136768"/>
                <a:gd name="connsiteY179" fmla="*/ 1230625 h 1262360"/>
                <a:gd name="connsiteX180" fmla="*/ 692570 w 1136768"/>
                <a:gd name="connsiteY180" fmla="*/ 1213347 h 1262360"/>
                <a:gd name="connsiteX181" fmla="*/ 692570 w 1136768"/>
                <a:gd name="connsiteY181" fmla="*/ 1182638 h 1262360"/>
                <a:gd name="connsiteX182" fmla="*/ 668361 w 1136768"/>
                <a:gd name="connsiteY182" fmla="*/ 1129946 h 1262360"/>
                <a:gd name="connsiteX183" fmla="*/ 641332 w 1136768"/>
                <a:gd name="connsiteY183" fmla="*/ 1015836 h 1262360"/>
                <a:gd name="connsiteX184" fmla="*/ 624566 w 1136768"/>
                <a:gd name="connsiteY184" fmla="*/ 923624 h 1262360"/>
                <a:gd name="connsiteX185" fmla="*/ 603096 w 1136768"/>
                <a:gd name="connsiteY185" fmla="*/ 827136 h 1262360"/>
                <a:gd name="connsiteX186" fmla="*/ 595141 w 1136768"/>
                <a:gd name="connsiteY186" fmla="*/ 844415 h 1262360"/>
                <a:gd name="connsiteX187" fmla="*/ 595141 w 1136768"/>
                <a:gd name="connsiteY187" fmla="*/ 867254 h 1262360"/>
                <a:gd name="connsiteX188" fmla="*/ 589066 w 1136768"/>
                <a:gd name="connsiteY188" fmla="*/ 926874 h 1262360"/>
                <a:gd name="connsiteX189" fmla="*/ 595141 w 1136768"/>
                <a:gd name="connsiteY189" fmla="*/ 977172 h 1262360"/>
                <a:gd name="connsiteX190" fmla="*/ 596509 w 1136768"/>
                <a:gd name="connsiteY190" fmla="*/ 1051249 h 1262360"/>
                <a:gd name="connsiteX191" fmla="*/ 596081 w 1136768"/>
                <a:gd name="connsiteY191" fmla="*/ 1088544 h 1262360"/>
                <a:gd name="connsiteX192" fmla="*/ 604977 w 1136768"/>
                <a:gd name="connsiteY192" fmla="*/ 1131400 h 1262360"/>
                <a:gd name="connsiteX193" fmla="*/ 597963 w 1136768"/>
                <a:gd name="connsiteY193" fmla="*/ 1180756 h 1262360"/>
                <a:gd name="connsiteX194" fmla="*/ 596081 w 1136768"/>
                <a:gd name="connsiteY194" fmla="*/ 1208727 h 1262360"/>
                <a:gd name="connsiteX195" fmla="*/ 601214 w 1136768"/>
                <a:gd name="connsiteY195" fmla="*/ 1239949 h 1262360"/>
                <a:gd name="connsiteX196" fmla="*/ 604806 w 1136768"/>
                <a:gd name="connsiteY196" fmla="*/ 1261334 h 1262360"/>
                <a:gd name="connsiteX197" fmla="*/ 455454 w 1136768"/>
                <a:gd name="connsiteY197" fmla="*/ 1262361 h 1262360"/>
                <a:gd name="connsiteX198" fmla="*/ 469910 w 1136768"/>
                <a:gd name="connsiteY198" fmla="*/ 1241831 h 1262360"/>
                <a:gd name="connsiteX199" fmla="*/ 505751 w 1136768"/>
                <a:gd name="connsiteY199" fmla="*/ 1214801 h 1262360"/>
                <a:gd name="connsiteX200" fmla="*/ 503869 w 1136768"/>
                <a:gd name="connsiteY200" fmla="*/ 1194271 h 1262360"/>
                <a:gd name="connsiteX201" fmla="*/ 502501 w 1136768"/>
                <a:gd name="connsiteY201" fmla="*/ 1177933 h 1262360"/>
                <a:gd name="connsiteX202" fmla="*/ 505325 w 1136768"/>
                <a:gd name="connsiteY202" fmla="*/ 1131314 h 1262360"/>
                <a:gd name="connsiteX203" fmla="*/ 509942 w 1136768"/>
                <a:gd name="connsiteY203" fmla="*/ 1039103 h 1262360"/>
                <a:gd name="connsiteX204" fmla="*/ 508060 w 1136768"/>
                <a:gd name="connsiteY204" fmla="*/ 912846 h 1262360"/>
                <a:gd name="connsiteX205" fmla="*/ 494547 w 1136768"/>
                <a:gd name="connsiteY205" fmla="*/ 807119 h 1262360"/>
                <a:gd name="connsiteX206" fmla="*/ 472134 w 1136768"/>
                <a:gd name="connsiteY206" fmla="*/ 719099 h 1262360"/>
                <a:gd name="connsiteX207" fmla="*/ 470253 w 1136768"/>
                <a:gd name="connsiteY207" fmla="*/ 640831 h 1262360"/>
                <a:gd name="connsiteX208" fmla="*/ 467003 w 1136768"/>
                <a:gd name="connsiteY208" fmla="*/ 638521 h 1262360"/>
                <a:gd name="connsiteX209" fmla="*/ 465119 w 1136768"/>
                <a:gd name="connsiteY209" fmla="*/ 579328 h 1262360"/>
                <a:gd name="connsiteX210" fmla="*/ 475812 w 1136768"/>
                <a:gd name="connsiteY210" fmla="*/ 511324 h 1262360"/>
                <a:gd name="connsiteX211" fmla="*/ 473502 w 1136768"/>
                <a:gd name="connsiteY211" fmla="*/ 508501 h 1262360"/>
                <a:gd name="connsiteX212" fmla="*/ 484195 w 1136768"/>
                <a:gd name="connsiteY212" fmla="*/ 457263 h 1262360"/>
                <a:gd name="connsiteX213" fmla="*/ 485564 w 1136768"/>
                <a:gd name="connsiteY213" fmla="*/ 443747 h 1262360"/>
                <a:gd name="connsiteX214" fmla="*/ 484623 w 1136768"/>
                <a:gd name="connsiteY214" fmla="*/ 404570 h 1262360"/>
                <a:gd name="connsiteX215" fmla="*/ 460842 w 1136768"/>
                <a:gd name="connsiteY215" fmla="*/ 297389 h 1262360"/>
                <a:gd name="connsiteX216" fmla="*/ 454769 w 1136768"/>
                <a:gd name="connsiteY216" fmla="*/ 289434 h 1262360"/>
                <a:gd name="connsiteX217" fmla="*/ 372310 w 1136768"/>
                <a:gd name="connsiteY217" fmla="*/ 265226 h 1262360"/>
                <a:gd name="connsiteX218" fmla="*/ 342029 w 1136768"/>
                <a:gd name="connsiteY218" fmla="*/ 254962 h 1262360"/>
                <a:gd name="connsiteX219" fmla="*/ 322783 w 1136768"/>
                <a:gd name="connsiteY219" fmla="*/ 253422 h 1262360"/>
                <a:gd name="connsiteX220" fmla="*/ 316196 w 1136768"/>
                <a:gd name="connsiteY220" fmla="*/ 251455 h 1262360"/>
                <a:gd name="connsiteX221" fmla="*/ 308924 w 1136768"/>
                <a:gd name="connsiteY221" fmla="*/ 246579 h 1262360"/>
                <a:gd name="connsiteX222" fmla="*/ 277275 w 1136768"/>
                <a:gd name="connsiteY222" fmla="*/ 234946 h 1262360"/>
                <a:gd name="connsiteX223" fmla="*/ 263761 w 1136768"/>
                <a:gd name="connsiteY223" fmla="*/ 231267 h 1262360"/>
                <a:gd name="connsiteX224" fmla="*/ 209700 w 1136768"/>
                <a:gd name="connsiteY224" fmla="*/ 216811 h 1262360"/>
                <a:gd name="connsiteX225" fmla="*/ 164963 w 1136768"/>
                <a:gd name="connsiteY225" fmla="*/ 205606 h 1262360"/>
                <a:gd name="connsiteX226" fmla="*/ 151875 w 1136768"/>
                <a:gd name="connsiteY226" fmla="*/ 200901 h 1262360"/>
                <a:gd name="connsiteX227" fmla="*/ 150933 w 1136768"/>
                <a:gd name="connsiteY227" fmla="*/ 190208 h 1262360"/>
                <a:gd name="connsiteX228" fmla="*/ 151190 w 1136768"/>
                <a:gd name="connsiteY228" fmla="*/ 184391 h 1262360"/>
                <a:gd name="connsiteX229" fmla="*/ 145288 w 1136768"/>
                <a:gd name="connsiteY229" fmla="*/ 178746 h 1262360"/>
                <a:gd name="connsiteX230" fmla="*/ 126213 w 1136768"/>
                <a:gd name="connsiteY230" fmla="*/ 168738 h 1262360"/>
                <a:gd name="connsiteX231" fmla="*/ 122535 w 1136768"/>
                <a:gd name="connsiteY231" fmla="*/ 162408 h 1262360"/>
                <a:gd name="connsiteX232" fmla="*/ 122706 w 1136768"/>
                <a:gd name="connsiteY232" fmla="*/ 161211 h 1262360"/>
                <a:gd name="connsiteX233" fmla="*/ 118856 w 1136768"/>
                <a:gd name="connsiteY233" fmla="*/ 159157 h 1262360"/>
                <a:gd name="connsiteX234" fmla="*/ 97385 w 1136768"/>
                <a:gd name="connsiteY234" fmla="*/ 159157 h 1262360"/>
                <a:gd name="connsiteX235" fmla="*/ 61031 w 1136768"/>
                <a:gd name="connsiteY235" fmla="*/ 146412 h 1262360"/>
                <a:gd name="connsiteX236" fmla="*/ 18775 w 1136768"/>
                <a:gd name="connsiteY236" fmla="*/ 132469 h 1262360"/>
                <a:gd name="connsiteX237" fmla="*/ 25276 w 1136768"/>
                <a:gd name="connsiteY237" fmla="*/ 126909 h 1262360"/>
                <a:gd name="connsiteX238" fmla="*/ 52648 w 1136768"/>
                <a:gd name="connsiteY238" fmla="*/ 133410 h 1262360"/>
                <a:gd name="connsiteX239" fmla="*/ 58209 w 1136768"/>
                <a:gd name="connsiteY239" fmla="*/ 133752 h 1262360"/>
                <a:gd name="connsiteX240" fmla="*/ 50766 w 1136768"/>
                <a:gd name="connsiteY240" fmla="*/ 124428 h 1262360"/>
                <a:gd name="connsiteX241" fmla="*/ 24336 w 1136768"/>
                <a:gd name="connsiteY241" fmla="*/ 109801 h 1262360"/>
                <a:gd name="connsiteX242" fmla="*/ 3805 w 1136768"/>
                <a:gd name="connsiteY242" fmla="*/ 95516 h 1262360"/>
                <a:gd name="connsiteX243" fmla="*/ 7825 w 1136768"/>
                <a:gd name="connsiteY243" fmla="*/ 89956 h 1262360"/>
                <a:gd name="connsiteX244" fmla="*/ 385 w 1136768"/>
                <a:gd name="connsiteY244" fmla="*/ 82770 h 1262360"/>
                <a:gd name="connsiteX245" fmla="*/ 2866 w 1136768"/>
                <a:gd name="connsiteY245" fmla="*/ 77211 h 1262360"/>
                <a:gd name="connsiteX246" fmla="*/ 11589 w 1136768"/>
                <a:gd name="connsiteY246" fmla="*/ 76612 h 1262360"/>
                <a:gd name="connsiteX247" fmla="*/ 10649 w 1136768"/>
                <a:gd name="connsiteY247" fmla="*/ 70111 h 1262360"/>
                <a:gd name="connsiteX248" fmla="*/ 31777 w 1136768"/>
                <a:gd name="connsiteY248" fmla="*/ 73190 h 1262360"/>
                <a:gd name="connsiteX249" fmla="*/ 54104 w 1136768"/>
                <a:gd name="connsiteY249" fmla="*/ 81231 h 1262360"/>
                <a:gd name="connsiteX250" fmla="*/ 78310 w 1136768"/>
                <a:gd name="connsiteY250" fmla="*/ 89015 h 1262360"/>
                <a:gd name="connsiteX251" fmla="*/ 92937 w 1136768"/>
                <a:gd name="connsiteY251" fmla="*/ 93035 h 1262360"/>
                <a:gd name="connsiteX252" fmla="*/ 88234 w 1136768"/>
                <a:gd name="connsiteY252" fmla="*/ 75671 h 1262360"/>
                <a:gd name="connsiteX253" fmla="*/ 82330 w 1136768"/>
                <a:gd name="connsiteY253" fmla="*/ 62327 h 1262360"/>
                <a:gd name="connsiteX254" fmla="*/ 90372 w 1136768"/>
                <a:gd name="connsiteY254" fmla="*/ 49924 h 1262360"/>
                <a:gd name="connsiteX255" fmla="*/ 91655 w 1136768"/>
                <a:gd name="connsiteY255" fmla="*/ 53687 h 1262360"/>
                <a:gd name="connsiteX256" fmla="*/ 93536 w 1136768"/>
                <a:gd name="connsiteY256" fmla="*/ 63353 h 1262360"/>
                <a:gd name="connsiteX257" fmla="*/ 101322 w 1136768"/>
                <a:gd name="connsiteY257" fmla="*/ 72335 h 1262360"/>
                <a:gd name="connsiteX258" fmla="*/ 101322 w 1136768"/>
                <a:gd name="connsiteY258" fmla="*/ 72335 h 1262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</a:cxnLst>
              <a:rect l="l" t="t" r="r" b="b"/>
              <a:pathLst>
                <a:path w="1136768" h="1262360">
                  <a:moveTo>
                    <a:pt x="101491" y="72249"/>
                  </a:moveTo>
                  <a:cubicBezTo>
                    <a:pt x="101833" y="74388"/>
                    <a:pt x="105853" y="81231"/>
                    <a:pt x="107737" y="82770"/>
                  </a:cubicBezTo>
                  <a:cubicBezTo>
                    <a:pt x="109619" y="84310"/>
                    <a:pt x="116120" y="91154"/>
                    <a:pt x="117060" y="94575"/>
                  </a:cubicBezTo>
                  <a:cubicBezTo>
                    <a:pt x="118001" y="97997"/>
                    <a:pt x="124246" y="111683"/>
                    <a:pt x="126983" y="113821"/>
                  </a:cubicBezTo>
                  <a:cubicBezTo>
                    <a:pt x="129205" y="115532"/>
                    <a:pt x="133482" y="119040"/>
                    <a:pt x="136477" y="120750"/>
                  </a:cubicBezTo>
                  <a:lnTo>
                    <a:pt x="138444" y="119382"/>
                  </a:lnTo>
                  <a:cubicBezTo>
                    <a:pt x="138444" y="119382"/>
                    <a:pt x="163507" y="126824"/>
                    <a:pt x="171806" y="128791"/>
                  </a:cubicBezTo>
                  <a:lnTo>
                    <a:pt x="170179" y="129390"/>
                  </a:lnTo>
                  <a:lnTo>
                    <a:pt x="170179" y="130844"/>
                  </a:lnTo>
                  <a:cubicBezTo>
                    <a:pt x="170179" y="130844"/>
                    <a:pt x="171806" y="128791"/>
                    <a:pt x="171806" y="128791"/>
                  </a:cubicBezTo>
                  <a:cubicBezTo>
                    <a:pt x="171806" y="128791"/>
                    <a:pt x="205337" y="140425"/>
                    <a:pt x="210982" y="142819"/>
                  </a:cubicBezTo>
                  <a:cubicBezTo>
                    <a:pt x="216543" y="145129"/>
                    <a:pt x="219364" y="142819"/>
                    <a:pt x="224498" y="144702"/>
                  </a:cubicBezTo>
                  <a:cubicBezTo>
                    <a:pt x="229631" y="146583"/>
                    <a:pt x="238014" y="153084"/>
                    <a:pt x="241263" y="154966"/>
                  </a:cubicBezTo>
                  <a:cubicBezTo>
                    <a:pt x="244515" y="156848"/>
                    <a:pt x="258970" y="160099"/>
                    <a:pt x="264530" y="160526"/>
                  </a:cubicBezTo>
                  <a:cubicBezTo>
                    <a:pt x="270091" y="160954"/>
                    <a:pt x="277532" y="162408"/>
                    <a:pt x="282751" y="165145"/>
                  </a:cubicBezTo>
                  <a:cubicBezTo>
                    <a:pt x="287882" y="167968"/>
                    <a:pt x="298574" y="169850"/>
                    <a:pt x="301398" y="171646"/>
                  </a:cubicBezTo>
                  <a:cubicBezTo>
                    <a:pt x="304221" y="173528"/>
                    <a:pt x="310294" y="175324"/>
                    <a:pt x="312604" y="175837"/>
                  </a:cubicBezTo>
                  <a:cubicBezTo>
                    <a:pt x="314914" y="176265"/>
                    <a:pt x="321415" y="174469"/>
                    <a:pt x="324750" y="176265"/>
                  </a:cubicBezTo>
                  <a:cubicBezTo>
                    <a:pt x="328001" y="178147"/>
                    <a:pt x="340147" y="184648"/>
                    <a:pt x="342457" y="185076"/>
                  </a:cubicBezTo>
                  <a:cubicBezTo>
                    <a:pt x="344767" y="185589"/>
                    <a:pt x="349470" y="182766"/>
                    <a:pt x="351353" y="184648"/>
                  </a:cubicBezTo>
                  <a:cubicBezTo>
                    <a:pt x="353235" y="186530"/>
                    <a:pt x="359222" y="193972"/>
                    <a:pt x="362046" y="194400"/>
                  </a:cubicBezTo>
                  <a:cubicBezTo>
                    <a:pt x="364867" y="194913"/>
                    <a:pt x="378811" y="196709"/>
                    <a:pt x="387194" y="197222"/>
                  </a:cubicBezTo>
                  <a:cubicBezTo>
                    <a:pt x="395577" y="197736"/>
                    <a:pt x="396517" y="197736"/>
                    <a:pt x="400282" y="199105"/>
                  </a:cubicBezTo>
                  <a:cubicBezTo>
                    <a:pt x="404045" y="200473"/>
                    <a:pt x="412428" y="200986"/>
                    <a:pt x="416105" y="200986"/>
                  </a:cubicBezTo>
                  <a:cubicBezTo>
                    <a:pt x="419785" y="200986"/>
                    <a:pt x="423548" y="193972"/>
                    <a:pt x="427312" y="195854"/>
                  </a:cubicBezTo>
                  <a:cubicBezTo>
                    <a:pt x="431075" y="197736"/>
                    <a:pt x="436636" y="201414"/>
                    <a:pt x="438004" y="202355"/>
                  </a:cubicBezTo>
                  <a:cubicBezTo>
                    <a:pt x="439372" y="203296"/>
                    <a:pt x="445447" y="203296"/>
                    <a:pt x="447329" y="200986"/>
                  </a:cubicBezTo>
                  <a:cubicBezTo>
                    <a:pt x="449210" y="198677"/>
                    <a:pt x="449210" y="194913"/>
                    <a:pt x="453402" y="196282"/>
                  </a:cubicBezTo>
                  <a:cubicBezTo>
                    <a:pt x="457593" y="197650"/>
                    <a:pt x="462726" y="195854"/>
                    <a:pt x="463666" y="192603"/>
                  </a:cubicBezTo>
                  <a:cubicBezTo>
                    <a:pt x="464608" y="189353"/>
                    <a:pt x="473419" y="177206"/>
                    <a:pt x="480003" y="175837"/>
                  </a:cubicBezTo>
                  <a:cubicBezTo>
                    <a:pt x="486504" y="174469"/>
                    <a:pt x="492579" y="171646"/>
                    <a:pt x="495829" y="173015"/>
                  </a:cubicBezTo>
                  <a:cubicBezTo>
                    <a:pt x="499080" y="174383"/>
                    <a:pt x="546639" y="170705"/>
                    <a:pt x="554082" y="170705"/>
                  </a:cubicBezTo>
                  <a:lnTo>
                    <a:pt x="556477" y="170705"/>
                  </a:lnTo>
                  <a:cubicBezTo>
                    <a:pt x="556477" y="170705"/>
                    <a:pt x="556477" y="169251"/>
                    <a:pt x="556477" y="169251"/>
                  </a:cubicBezTo>
                  <a:cubicBezTo>
                    <a:pt x="554936" y="168738"/>
                    <a:pt x="551344" y="166428"/>
                    <a:pt x="550745" y="161980"/>
                  </a:cubicBezTo>
                  <a:cubicBezTo>
                    <a:pt x="550062" y="157276"/>
                    <a:pt x="547067" y="141622"/>
                    <a:pt x="542362" y="136233"/>
                  </a:cubicBezTo>
                  <a:cubicBezTo>
                    <a:pt x="537657" y="130929"/>
                    <a:pt x="532697" y="118526"/>
                    <a:pt x="535007" y="105781"/>
                  </a:cubicBezTo>
                  <a:cubicBezTo>
                    <a:pt x="537316" y="93035"/>
                    <a:pt x="539027" y="88074"/>
                    <a:pt x="539712" y="81060"/>
                  </a:cubicBezTo>
                  <a:cubicBezTo>
                    <a:pt x="540395" y="74046"/>
                    <a:pt x="542704" y="71052"/>
                    <a:pt x="542704" y="68657"/>
                  </a:cubicBezTo>
                  <a:cubicBezTo>
                    <a:pt x="542704" y="66261"/>
                    <a:pt x="542704" y="49924"/>
                    <a:pt x="544415" y="42909"/>
                  </a:cubicBezTo>
                  <a:cubicBezTo>
                    <a:pt x="546042" y="35895"/>
                    <a:pt x="546042" y="32217"/>
                    <a:pt x="547752" y="28881"/>
                  </a:cubicBezTo>
                  <a:cubicBezTo>
                    <a:pt x="549377" y="25544"/>
                    <a:pt x="551087" y="23834"/>
                    <a:pt x="553397" y="21866"/>
                  </a:cubicBezTo>
                  <a:cubicBezTo>
                    <a:pt x="555706" y="19899"/>
                    <a:pt x="556049" y="17846"/>
                    <a:pt x="559042" y="15537"/>
                  </a:cubicBezTo>
                  <a:cubicBezTo>
                    <a:pt x="562036" y="13227"/>
                    <a:pt x="562036" y="14510"/>
                    <a:pt x="566056" y="12200"/>
                  </a:cubicBezTo>
                  <a:cubicBezTo>
                    <a:pt x="570077" y="9891"/>
                    <a:pt x="571018" y="7154"/>
                    <a:pt x="573756" y="6213"/>
                  </a:cubicBezTo>
                  <a:cubicBezTo>
                    <a:pt x="576406" y="5186"/>
                    <a:pt x="577776" y="4502"/>
                    <a:pt x="580427" y="4844"/>
                  </a:cubicBezTo>
                  <a:cubicBezTo>
                    <a:pt x="583079" y="5186"/>
                    <a:pt x="583421" y="4844"/>
                    <a:pt x="586416" y="3133"/>
                  </a:cubicBezTo>
                  <a:cubicBezTo>
                    <a:pt x="589409" y="1423"/>
                    <a:pt x="590436" y="-545"/>
                    <a:pt x="593429" y="140"/>
                  </a:cubicBezTo>
                  <a:cubicBezTo>
                    <a:pt x="596423" y="824"/>
                    <a:pt x="597108" y="-545"/>
                    <a:pt x="602154" y="824"/>
                  </a:cubicBezTo>
                  <a:cubicBezTo>
                    <a:pt x="606688" y="2021"/>
                    <a:pt x="612846" y="2791"/>
                    <a:pt x="616184" y="2534"/>
                  </a:cubicBezTo>
                  <a:cubicBezTo>
                    <a:pt x="619519" y="2192"/>
                    <a:pt x="624224" y="2534"/>
                    <a:pt x="626533" y="4502"/>
                  </a:cubicBezTo>
                  <a:cubicBezTo>
                    <a:pt x="628843" y="6469"/>
                    <a:pt x="630554" y="11516"/>
                    <a:pt x="632863" y="13227"/>
                  </a:cubicBezTo>
                  <a:cubicBezTo>
                    <a:pt x="635173" y="14938"/>
                    <a:pt x="636883" y="15195"/>
                    <a:pt x="639536" y="17247"/>
                  </a:cubicBezTo>
                  <a:cubicBezTo>
                    <a:pt x="642188" y="19215"/>
                    <a:pt x="643898" y="19557"/>
                    <a:pt x="646550" y="23577"/>
                  </a:cubicBezTo>
                  <a:cubicBezTo>
                    <a:pt x="649201" y="27598"/>
                    <a:pt x="649886" y="25544"/>
                    <a:pt x="653221" y="31618"/>
                  </a:cubicBezTo>
                  <a:cubicBezTo>
                    <a:pt x="656558" y="37606"/>
                    <a:pt x="658611" y="40001"/>
                    <a:pt x="658611" y="43679"/>
                  </a:cubicBezTo>
                  <a:cubicBezTo>
                    <a:pt x="658611" y="47357"/>
                    <a:pt x="661606" y="46673"/>
                    <a:pt x="661263" y="51720"/>
                  </a:cubicBezTo>
                  <a:cubicBezTo>
                    <a:pt x="660921" y="56767"/>
                    <a:pt x="660236" y="61044"/>
                    <a:pt x="659893" y="64123"/>
                  </a:cubicBezTo>
                  <a:cubicBezTo>
                    <a:pt x="659551" y="67117"/>
                    <a:pt x="662203" y="72164"/>
                    <a:pt x="660236" y="75842"/>
                  </a:cubicBezTo>
                  <a:cubicBezTo>
                    <a:pt x="658183" y="79520"/>
                    <a:pt x="658183" y="81488"/>
                    <a:pt x="656215" y="84567"/>
                  </a:cubicBezTo>
                  <a:cubicBezTo>
                    <a:pt x="654248" y="87561"/>
                    <a:pt x="654248" y="92266"/>
                    <a:pt x="653221" y="97227"/>
                  </a:cubicBezTo>
                  <a:cubicBezTo>
                    <a:pt x="652195" y="102274"/>
                    <a:pt x="653563" y="102274"/>
                    <a:pt x="650228" y="105610"/>
                  </a:cubicBezTo>
                  <a:cubicBezTo>
                    <a:pt x="646891" y="108946"/>
                    <a:pt x="643556" y="109630"/>
                    <a:pt x="642528" y="113993"/>
                  </a:cubicBezTo>
                  <a:cubicBezTo>
                    <a:pt x="641503" y="118355"/>
                    <a:pt x="642188" y="114677"/>
                    <a:pt x="637825" y="120322"/>
                  </a:cubicBezTo>
                  <a:cubicBezTo>
                    <a:pt x="633463" y="125968"/>
                    <a:pt x="633805" y="128363"/>
                    <a:pt x="632778" y="132982"/>
                  </a:cubicBezTo>
                  <a:cubicBezTo>
                    <a:pt x="631921" y="137088"/>
                    <a:pt x="631581" y="142135"/>
                    <a:pt x="631495" y="143418"/>
                  </a:cubicBezTo>
                  <a:cubicBezTo>
                    <a:pt x="636969" y="143931"/>
                    <a:pt x="642528" y="145215"/>
                    <a:pt x="647918" y="147524"/>
                  </a:cubicBezTo>
                  <a:lnTo>
                    <a:pt x="657669" y="167540"/>
                  </a:lnTo>
                  <a:cubicBezTo>
                    <a:pt x="657669" y="167540"/>
                    <a:pt x="661006" y="172929"/>
                    <a:pt x="663487" y="176009"/>
                  </a:cubicBezTo>
                  <a:lnTo>
                    <a:pt x="664684" y="177377"/>
                  </a:lnTo>
                  <a:cubicBezTo>
                    <a:pt x="666993" y="179687"/>
                    <a:pt x="671185" y="180200"/>
                    <a:pt x="671185" y="181569"/>
                  </a:cubicBezTo>
                  <a:lnTo>
                    <a:pt x="672298" y="182681"/>
                  </a:lnTo>
                  <a:cubicBezTo>
                    <a:pt x="674180" y="183194"/>
                    <a:pt x="676147" y="183109"/>
                    <a:pt x="678200" y="182510"/>
                  </a:cubicBezTo>
                  <a:cubicBezTo>
                    <a:pt x="680509" y="181141"/>
                    <a:pt x="709421" y="178318"/>
                    <a:pt x="722937" y="179687"/>
                  </a:cubicBezTo>
                  <a:cubicBezTo>
                    <a:pt x="736453" y="181056"/>
                    <a:pt x="749966" y="185247"/>
                    <a:pt x="755528" y="186701"/>
                  </a:cubicBezTo>
                  <a:cubicBezTo>
                    <a:pt x="761087" y="188070"/>
                    <a:pt x="769555" y="201585"/>
                    <a:pt x="769555" y="203467"/>
                  </a:cubicBezTo>
                  <a:cubicBezTo>
                    <a:pt x="769555" y="205349"/>
                    <a:pt x="771865" y="208599"/>
                    <a:pt x="771865" y="211850"/>
                  </a:cubicBezTo>
                  <a:cubicBezTo>
                    <a:pt x="771865" y="215100"/>
                    <a:pt x="772807" y="216469"/>
                    <a:pt x="775115" y="217410"/>
                  </a:cubicBezTo>
                  <a:cubicBezTo>
                    <a:pt x="777424" y="218351"/>
                    <a:pt x="788117" y="219292"/>
                    <a:pt x="791454" y="218779"/>
                  </a:cubicBezTo>
                  <a:cubicBezTo>
                    <a:pt x="794703" y="218351"/>
                    <a:pt x="797955" y="216469"/>
                    <a:pt x="802660" y="217838"/>
                  </a:cubicBezTo>
                  <a:cubicBezTo>
                    <a:pt x="807363" y="219206"/>
                    <a:pt x="808733" y="221601"/>
                    <a:pt x="816688" y="221088"/>
                  </a:cubicBezTo>
                  <a:cubicBezTo>
                    <a:pt x="824642" y="220660"/>
                    <a:pt x="835763" y="219206"/>
                    <a:pt x="839954" y="219719"/>
                  </a:cubicBezTo>
                  <a:cubicBezTo>
                    <a:pt x="844146" y="220147"/>
                    <a:pt x="848337" y="216896"/>
                    <a:pt x="851588" y="216896"/>
                  </a:cubicBezTo>
                  <a:cubicBezTo>
                    <a:pt x="854838" y="216896"/>
                    <a:pt x="859971" y="215956"/>
                    <a:pt x="864163" y="217838"/>
                  </a:cubicBezTo>
                  <a:cubicBezTo>
                    <a:pt x="868354" y="219719"/>
                    <a:pt x="873485" y="218351"/>
                    <a:pt x="875795" y="217410"/>
                  </a:cubicBezTo>
                  <a:cubicBezTo>
                    <a:pt x="878104" y="216469"/>
                    <a:pt x="888883" y="213218"/>
                    <a:pt x="890252" y="214160"/>
                  </a:cubicBezTo>
                  <a:cubicBezTo>
                    <a:pt x="891620" y="215100"/>
                    <a:pt x="904194" y="214673"/>
                    <a:pt x="907018" y="213731"/>
                  </a:cubicBezTo>
                  <a:cubicBezTo>
                    <a:pt x="909839" y="212791"/>
                    <a:pt x="914459" y="211422"/>
                    <a:pt x="916768" y="211422"/>
                  </a:cubicBezTo>
                  <a:cubicBezTo>
                    <a:pt x="919078" y="211422"/>
                    <a:pt x="926521" y="211935"/>
                    <a:pt x="930284" y="211935"/>
                  </a:cubicBezTo>
                  <a:cubicBezTo>
                    <a:pt x="934048" y="211935"/>
                    <a:pt x="943287" y="211422"/>
                    <a:pt x="946108" y="211422"/>
                  </a:cubicBezTo>
                  <a:cubicBezTo>
                    <a:pt x="948931" y="211422"/>
                    <a:pt x="954919" y="210995"/>
                    <a:pt x="957314" y="210053"/>
                  </a:cubicBezTo>
                  <a:cubicBezTo>
                    <a:pt x="959624" y="209112"/>
                    <a:pt x="1011376" y="206803"/>
                    <a:pt x="1015567" y="205862"/>
                  </a:cubicBezTo>
                  <a:cubicBezTo>
                    <a:pt x="1015567" y="205862"/>
                    <a:pt x="1023522" y="204408"/>
                    <a:pt x="1030879" y="202355"/>
                  </a:cubicBezTo>
                  <a:lnTo>
                    <a:pt x="1030879" y="201585"/>
                  </a:lnTo>
                  <a:cubicBezTo>
                    <a:pt x="1030879" y="201585"/>
                    <a:pt x="1031647" y="190379"/>
                    <a:pt x="1033274" y="186701"/>
                  </a:cubicBezTo>
                  <a:cubicBezTo>
                    <a:pt x="1034813" y="182937"/>
                    <a:pt x="1041315" y="172416"/>
                    <a:pt x="1042000" y="166856"/>
                  </a:cubicBezTo>
                  <a:cubicBezTo>
                    <a:pt x="1042597" y="161296"/>
                    <a:pt x="1040801" y="147952"/>
                    <a:pt x="1045420" y="146326"/>
                  </a:cubicBezTo>
                  <a:cubicBezTo>
                    <a:pt x="1048244" y="145385"/>
                    <a:pt x="1052606" y="150090"/>
                    <a:pt x="1053204" y="154367"/>
                  </a:cubicBezTo>
                  <a:cubicBezTo>
                    <a:pt x="1053803" y="158730"/>
                    <a:pt x="1052606" y="169935"/>
                    <a:pt x="1051322" y="173613"/>
                  </a:cubicBezTo>
                  <a:cubicBezTo>
                    <a:pt x="1050040" y="177377"/>
                    <a:pt x="1051322" y="184135"/>
                    <a:pt x="1053204" y="186017"/>
                  </a:cubicBezTo>
                  <a:cubicBezTo>
                    <a:pt x="1055087" y="187899"/>
                    <a:pt x="1077155" y="185675"/>
                    <a:pt x="1079294" y="184819"/>
                  </a:cubicBezTo>
                  <a:cubicBezTo>
                    <a:pt x="1081432" y="183878"/>
                    <a:pt x="1100079" y="180457"/>
                    <a:pt x="1101620" y="179858"/>
                  </a:cubicBezTo>
                  <a:cubicBezTo>
                    <a:pt x="1103159" y="179259"/>
                    <a:pt x="1121209" y="175496"/>
                    <a:pt x="1124887" y="175837"/>
                  </a:cubicBezTo>
                  <a:cubicBezTo>
                    <a:pt x="1128650" y="176180"/>
                    <a:pt x="1130789" y="176779"/>
                    <a:pt x="1130789" y="179259"/>
                  </a:cubicBezTo>
                  <a:cubicBezTo>
                    <a:pt x="1130789" y="181740"/>
                    <a:pt x="1130789" y="184563"/>
                    <a:pt x="1129249" y="185418"/>
                  </a:cubicBezTo>
                  <a:cubicBezTo>
                    <a:pt x="1129249" y="185418"/>
                    <a:pt x="1132670" y="184477"/>
                    <a:pt x="1135494" y="186701"/>
                  </a:cubicBezTo>
                  <a:cubicBezTo>
                    <a:pt x="1138317" y="188840"/>
                    <a:pt x="1135836" y="192261"/>
                    <a:pt x="1133955" y="193202"/>
                  </a:cubicBezTo>
                  <a:cubicBezTo>
                    <a:pt x="1132073" y="194143"/>
                    <a:pt x="1129249" y="195084"/>
                    <a:pt x="1129249" y="195084"/>
                  </a:cubicBezTo>
                  <a:cubicBezTo>
                    <a:pt x="1129249" y="195084"/>
                    <a:pt x="1133612" y="195683"/>
                    <a:pt x="1133612" y="198848"/>
                  </a:cubicBezTo>
                  <a:cubicBezTo>
                    <a:pt x="1133612" y="202013"/>
                    <a:pt x="1132413" y="204151"/>
                    <a:pt x="1128051" y="206033"/>
                  </a:cubicBezTo>
                  <a:cubicBezTo>
                    <a:pt x="1123688" y="207915"/>
                    <a:pt x="1109746" y="213817"/>
                    <a:pt x="1105726" y="216298"/>
                  </a:cubicBezTo>
                  <a:cubicBezTo>
                    <a:pt x="1101706" y="218779"/>
                    <a:pt x="1097941" y="221259"/>
                    <a:pt x="1098882" y="221601"/>
                  </a:cubicBezTo>
                  <a:cubicBezTo>
                    <a:pt x="1099824" y="221943"/>
                    <a:pt x="1111628" y="220660"/>
                    <a:pt x="1115049" y="219719"/>
                  </a:cubicBezTo>
                  <a:cubicBezTo>
                    <a:pt x="1118471" y="218779"/>
                    <a:pt x="1120353" y="217239"/>
                    <a:pt x="1122834" y="217581"/>
                  </a:cubicBezTo>
                  <a:cubicBezTo>
                    <a:pt x="1125315" y="217923"/>
                    <a:pt x="1129678" y="217239"/>
                    <a:pt x="1129678" y="221003"/>
                  </a:cubicBezTo>
                  <a:cubicBezTo>
                    <a:pt x="1129678" y="224766"/>
                    <a:pt x="1115391" y="227247"/>
                    <a:pt x="1110772" y="228188"/>
                  </a:cubicBezTo>
                  <a:cubicBezTo>
                    <a:pt x="1106154" y="229129"/>
                    <a:pt x="1095888" y="233491"/>
                    <a:pt x="1092810" y="234689"/>
                  </a:cubicBezTo>
                  <a:cubicBezTo>
                    <a:pt x="1089729" y="235972"/>
                    <a:pt x="1080064" y="242131"/>
                    <a:pt x="1076044" y="242131"/>
                  </a:cubicBezTo>
                  <a:cubicBezTo>
                    <a:pt x="1072024" y="242131"/>
                    <a:pt x="1065095" y="244954"/>
                    <a:pt x="1059364" y="242473"/>
                  </a:cubicBezTo>
                  <a:cubicBezTo>
                    <a:pt x="1055342" y="244954"/>
                    <a:pt x="1042682" y="252567"/>
                    <a:pt x="1032589" y="252054"/>
                  </a:cubicBezTo>
                  <a:lnTo>
                    <a:pt x="1031904" y="251369"/>
                  </a:lnTo>
                  <a:cubicBezTo>
                    <a:pt x="1030879" y="256758"/>
                    <a:pt x="1028912" y="262489"/>
                    <a:pt x="1025575" y="267878"/>
                  </a:cubicBezTo>
                  <a:cubicBezTo>
                    <a:pt x="1025575" y="267878"/>
                    <a:pt x="972455" y="274379"/>
                    <a:pt x="968263" y="274379"/>
                  </a:cubicBezTo>
                  <a:cubicBezTo>
                    <a:pt x="964072" y="274379"/>
                    <a:pt x="959367" y="276261"/>
                    <a:pt x="956631" y="276689"/>
                  </a:cubicBezTo>
                  <a:cubicBezTo>
                    <a:pt x="953808" y="277117"/>
                    <a:pt x="944997" y="277117"/>
                    <a:pt x="935672" y="277117"/>
                  </a:cubicBezTo>
                  <a:cubicBezTo>
                    <a:pt x="926350" y="277117"/>
                    <a:pt x="918393" y="278057"/>
                    <a:pt x="913262" y="278485"/>
                  </a:cubicBezTo>
                  <a:cubicBezTo>
                    <a:pt x="908129" y="278913"/>
                    <a:pt x="909071" y="276603"/>
                    <a:pt x="904451" y="276603"/>
                  </a:cubicBezTo>
                  <a:cubicBezTo>
                    <a:pt x="899832" y="276603"/>
                    <a:pt x="891449" y="279854"/>
                    <a:pt x="884862" y="280281"/>
                  </a:cubicBezTo>
                  <a:cubicBezTo>
                    <a:pt x="878276" y="280709"/>
                    <a:pt x="870407" y="277031"/>
                    <a:pt x="866215" y="278399"/>
                  </a:cubicBezTo>
                  <a:cubicBezTo>
                    <a:pt x="862024" y="279768"/>
                    <a:pt x="859201" y="286355"/>
                    <a:pt x="853641" y="288664"/>
                  </a:cubicBezTo>
                  <a:cubicBezTo>
                    <a:pt x="848080" y="290974"/>
                    <a:pt x="837816" y="284473"/>
                    <a:pt x="833624" y="285414"/>
                  </a:cubicBezTo>
                  <a:cubicBezTo>
                    <a:pt x="829433" y="286355"/>
                    <a:pt x="821992" y="290974"/>
                    <a:pt x="815917" y="292428"/>
                  </a:cubicBezTo>
                  <a:cubicBezTo>
                    <a:pt x="809844" y="293797"/>
                    <a:pt x="806166" y="289177"/>
                    <a:pt x="803343" y="290546"/>
                  </a:cubicBezTo>
                  <a:cubicBezTo>
                    <a:pt x="800522" y="291915"/>
                    <a:pt x="795388" y="294224"/>
                    <a:pt x="792137" y="294224"/>
                  </a:cubicBezTo>
                  <a:cubicBezTo>
                    <a:pt x="788887" y="294224"/>
                    <a:pt x="778623" y="292342"/>
                    <a:pt x="773918" y="295593"/>
                  </a:cubicBezTo>
                  <a:cubicBezTo>
                    <a:pt x="769298" y="298843"/>
                    <a:pt x="765107" y="303548"/>
                    <a:pt x="761344" y="304404"/>
                  </a:cubicBezTo>
                  <a:cubicBezTo>
                    <a:pt x="757666" y="305344"/>
                    <a:pt x="748342" y="301581"/>
                    <a:pt x="745518" y="304917"/>
                  </a:cubicBezTo>
                  <a:cubicBezTo>
                    <a:pt x="742697" y="308167"/>
                    <a:pt x="742697" y="311418"/>
                    <a:pt x="741841" y="316123"/>
                  </a:cubicBezTo>
                  <a:cubicBezTo>
                    <a:pt x="740899" y="320741"/>
                    <a:pt x="736707" y="321682"/>
                    <a:pt x="735339" y="324933"/>
                  </a:cubicBezTo>
                  <a:cubicBezTo>
                    <a:pt x="733972" y="328183"/>
                    <a:pt x="731576" y="331947"/>
                    <a:pt x="729267" y="336138"/>
                  </a:cubicBezTo>
                  <a:cubicBezTo>
                    <a:pt x="726957" y="340330"/>
                    <a:pt x="726015" y="349141"/>
                    <a:pt x="723705" y="354273"/>
                  </a:cubicBezTo>
                  <a:cubicBezTo>
                    <a:pt x="721398" y="359406"/>
                    <a:pt x="718146" y="358978"/>
                    <a:pt x="716264" y="366420"/>
                  </a:cubicBezTo>
                  <a:cubicBezTo>
                    <a:pt x="714383" y="373862"/>
                    <a:pt x="713955" y="376685"/>
                    <a:pt x="713013" y="381304"/>
                  </a:cubicBezTo>
                  <a:cubicBezTo>
                    <a:pt x="712073" y="385923"/>
                    <a:pt x="711645" y="388745"/>
                    <a:pt x="710191" y="393878"/>
                  </a:cubicBezTo>
                  <a:cubicBezTo>
                    <a:pt x="708821" y="399010"/>
                    <a:pt x="706428" y="412526"/>
                    <a:pt x="706000" y="420908"/>
                  </a:cubicBezTo>
                  <a:cubicBezTo>
                    <a:pt x="705572" y="429291"/>
                    <a:pt x="706000" y="438615"/>
                    <a:pt x="706000" y="448367"/>
                  </a:cubicBezTo>
                  <a:cubicBezTo>
                    <a:pt x="706000" y="458118"/>
                    <a:pt x="705058" y="482411"/>
                    <a:pt x="704630" y="493104"/>
                  </a:cubicBezTo>
                  <a:cubicBezTo>
                    <a:pt x="704204" y="503796"/>
                    <a:pt x="706000" y="512179"/>
                    <a:pt x="706000" y="518252"/>
                  </a:cubicBezTo>
                  <a:cubicBezTo>
                    <a:pt x="706000" y="524325"/>
                    <a:pt x="711131" y="546224"/>
                    <a:pt x="714383" y="557430"/>
                  </a:cubicBezTo>
                  <a:cubicBezTo>
                    <a:pt x="717632" y="568635"/>
                    <a:pt x="723279" y="594212"/>
                    <a:pt x="725589" y="605930"/>
                  </a:cubicBezTo>
                  <a:cubicBezTo>
                    <a:pt x="727899" y="617564"/>
                    <a:pt x="731148" y="629710"/>
                    <a:pt x="731662" y="632020"/>
                  </a:cubicBezTo>
                  <a:lnTo>
                    <a:pt x="732176" y="634330"/>
                  </a:lnTo>
                  <a:lnTo>
                    <a:pt x="721909" y="638008"/>
                  </a:lnTo>
                  <a:cubicBezTo>
                    <a:pt x="721909" y="638008"/>
                    <a:pt x="727982" y="655715"/>
                    <a:pt x="729866" y="665038"/>
                  </a:cubicBezTo>
                  <a:cubicBezTo>
                    <a:pt x="730720" y="669229"/>
                    <a:pt x="731148" y="680863"/>
                    <a:pt x="731491" y="693694"/>
                  </a:cubicBezTo>
                  <a:cubicBezTo>
                    <a:pt x="732687" y="700879"/>
                    <a:pt x="732345" y="708920"/>
                    <a:pt x="733030" y="711743"/>
                  </a:cubicBezTo>
                  <a:cubicBezTo>
                    <a:pt x="733287" y="713026"/>
                    <a:pt x="732859" y="715849"/>
                    <a:pt x="731919" y="719185"/>
                  </a:cubicBezTo>
                  <a:cubicBezTo>
                    <a:pt x="732004" y="725515"/>
                    <a:pt x="732090" y="730818"/>
                    <a:pt x="732176" y="733983"/>
                  </a:cubicBezTo>
                  <a:cubicBezTo>
                    <a:pt x="732602" y="746557"/>
                    <a:pt x="730806" y="775470"/>
                    <a:pt x="730292" y="782399"/>
                  </a:cubicBezTo>
                  <a:cubicBezTo>
                    <a:pt x="729780" y="789413"/>
                    <a:pt x="735853" y="800619"/>
                    <a:pt x="735853" y="804810"/>
                  </a:cubicBezTo>
                  <a:cubicBezTo>
                    <a:pt x="735853" y="809001"/>
                    <a:pt x="736281" y="810370"/>
                    <a:pt x="736793" y="817812"/>
                  </a:cubicBezTo>
                  <a:cubicBezTo>
                    <a:pt x="737307" y="825254"/>
                    <a:pt x="739616" y="838769"/>
                    <a:pt x="742440" y="847665"/>
                  </a:cubicBezTo>
                  <a:cubicBezTo>
                    <a:pt x="745261" y="856476"/>
                    <a:pt x="747999" y="868194"/>
                    <a:pt x="744750" y="884447"/>
                  </a:cubicBezTo>
                  <a:cubicBezTo>
                    <a:pt x="741498" y="900785"/>
                    <a:pt x="743380" y="905832"/>
                    <a:pt x="747571" y="913787"/>
                  </a:cubicBezTo>
                  <a:cubicBezTo>
                    <a:pt x="751762" y="921742"/>
                    <a:pt x="755014" y="923624"/>
                    <a:pt x="756896" y="931066"/>
                  </a:cubicBezTo>
                  <a:cubicBezTo>
                    <a:pt x="758777" y="938508"/>
                    <a:pt x="758777" y="945009"/>
                    <a:pt x="760145" y="952023"/>
                  </a:cubicBezTo>
                  <a:cubicBezTo>
                    <a:pt x="761515" y="959037"/>
                    <a:pt x="763397" y="964598"/>
                    <a:pt x="765278" y="970671"/>
                  </a:cubicBezTo>
                  <a:cubicBezTo>
                    <a:pt x="767160" y="976744"/>
                    <a:pt x="766646" y="986068"/>
                    <a:pt x="766646" y="990687"/>
                  </a:cubicBezTo>
                  <a:cubicBezTo>
                    <a:pt x="766646" y="995306"/>
                    <a:pt x="772721" y="1024218"/>
                    <a:pt x="774603" y="1033542"/>
                  </a:cubicBezTo>
                  <a:cubicBezTo>
                    <a:pt x="776485" y="1042866"/>
                    <a:pt x="778794" y="1054927"/>
                    <a:pt x="779734" y="1062455"/>
                  </a:cubicBezTo>
                  <a:cubicBezTo>
                    <a:pt x="779734" y="1062455"/>
                    <a:pt x="786235" y="1091795"/>
                    <a:pt x="786235" y="1100178"/>
                  </a:cubicBezTo>
                  <a:cubicBezTo>
                    <a:pt x="786235" y="1108561"/>
                    <a:pt x="792308" y="1148166"/>
                    <a:pt x="793678" y="1162622"/>
                  </a:cubicBezTo>
                  <a:cubicBezTo>
                    <a:pt x="795046" y="1177078"/>
                    <a:pt x="799237" y="1192903"/>
                    <a:pt x="797356" y="1199917"/>
                  </a:cubicBezTo>
                  <a:cubicBezTo>
                    <a:pt x="795474" y="1206931"/>
                    <a:pt x="787605" y="1213004"/>
                    <a:pt x="787605" y="1221302"/>
                  </a:cubicBezTo>
                  <a:cubicBezTo>
                    <a:pt x="787605" y="1229599"/>
                    <a:pt x="787177" y="1232935"/>
                    <a:pt x="787605" y="1238580"/>
                  </a:cubicBezTo>
                  <a:cubicBezTo>
                    <a:pt x="788117" y="1244141"/>
                    <a:pt x="790855" y="1260907"/>
                    <a:pt x="790855" y="1260907"/>
                  </a:cubicBezTo>
                  <a:cubicBezTo>
                    <a:pt x="790855" y="1260907"/>
                    <a:pt x="786920" y="1261334"/>
                    <a:pt x="759890" y="1261334"/>
                  </a:cubicBezTo>
                  <a:cubicBezTo>
                    <a:pt x="732859" y="1261334"/>
                    <a:pt x="688378" y="1261506"/>
                    <a:pt x="681364" y="1260907"/>
                  </a:cubicBezTo>
                  <a:cubicBezTo>
                    <a:pt x="681364" y="1260907"/>
                    <a:pt x="670671" y="1250642"/>
                    <a:pt x="679482" y="1240377"/>
                  </a:cubicBezTo>
                  <a:cubicBezTo>
                    <a:pt x="679482" y="1240377"/>
                    <a:pt x="694366" y="1236186"/>
                    <a:pt x="695821" y="1230625"/>
                  </a:cubicBezTo>
                  <a:cubicBezTo>
                    <a:pt x="697189" y="1225066"/>
                    <a:pt x="694451" y="1218479"/>
                    <a:pt x="692570" y="1213347"/>
                  </a:cubicBezTo>
                  <a:cubicBezTo>
                    <a:pt x="690688" y="1208214"/>
                    <a:pt x="695821" y="1191021"/>
                    <a:pt x="692570" y="1182638"/>
                  </a:cubicBezTo>
                  <a:cubicBezTo>
                    <a:pt x="689320" y="1174255"/>
                    <a:pt x="672981" y="1143033"/>
                    <a:pt x="668361" y="1129946"/>
                  </a:cubicBezTo>
                  <a:cubicBezTo>
                    <a:pt x="663658" y="1116944"/>
                    <a:pt x="642273" y="1030206"/>
                    <a:pt x="641332" y="1015836"/>
                  </a:cubicBezTo>
                  <a:cubicBezTo>
                    <a:pt x="640390" y="1001380"/>
                    <a:pt x="629186" y="940817"/>
                    <a:pt x="624566" y="923624"/>
                  </a:cubicBezTo>
                  <a:cubicBezTo>
                    <a:pt x="619861" y="906431"/>
                    <a:pt x="604977" y="834150"/>
                    <a:pt x="603096" y="827136"/>
                  </a:cubicBezTo>
                  <a:cubicBezTo>
                    <a:pt x="603096" y="827136"/>
                    <a:pt x="597023" y="833637"/>
                    <a:pt x="595141" y="844415"/>
                  </a:cubicBezTo>
                  <a:cubicBezTo>
                    <a:pt x="593257" y="855107"/>
                    <a:pt x="595653" y="861608"/>
                    <a:pt x="595141" y="867254"/>
                  </a:cubicBezTo>
                  <a:cubicBezTo>
                    <a:pt x="594713" y="872814"/>
                    <a:pt x="589066" y="917123"/>
                    <a:pt x="589066" y="926874"/>
                  </a:cubicBezTo>
                  <a:cubicBezTo>
                    <a:pt x="589066" y="936626"/>
                    <a:pt x="594627" y="955787"/>
                    <a:pt x="595141" y="977172"/>
                  </a:cubicBezTo>
                  <a:cubicBezTo>
                    <a:pt x="595653" y="998642"/>
                    <a:pt x="596509" y="1028923"/>
                    <a:pt x="596509" y="1051249"/>
                  </a:cubicBezTo>
                  <a:cubicBezTo>
                    <a:pt x="596509" y="1073575"/>
                    <a:pt x="596081" y="1082471"/>
                    <a:pt x="596081" y="1088544"/>
                  </a:cubicBezTo>
                  <a:cubicBezTo>
                    <a:pt x="596081" y="1094618"/>
                    <a:pt x="603096" y="1118825"/>
                    <a:pt x="604977" y="1131400"/>
                  </a:cubicBezTo>
                  <a:cubicBezTo>
                    <a:pt x="606859" y="1143974"/>
                    <a:pt x="600272" y="1170577"/>
                    <a:pt x="597963" y="1180756"/>
                  </a:cubicBezTo>
                  <a:cubicBezTo>
                    <a:pt x="595653" y="1191021"/>
                    <a:pt x="594713" y="1200345"/>
                    <a:pt x="596081" y="1208727"/>
                  </a:cubicBezTo>
                  <a:cubicBezTo>
                    <a:pt x="597451" y="1217110"/>
                    <a:pt x="599844" y="1232935"/>
                    <a:pt x="601214" y="1239949"/>
                  </a:cubicBezTo>
                  <a:cubicBezTo>
                    <a:pt x="602582" y="1246964"/>
                    <a:pt x="604806" y="1261334"/>
                    <a:pt x="604806" y="1261334"/>
                  </a:cubicBezTo>
                  <a:cubicBezTo>
                    <a:pt x="604806" y="1261334"/>
                    <a:pt x="462895" y="1262361"/>
                    <a:pt x="455454" y="1262361"/>
                  </a:cubicBezTo>
                  <a:cubicBezTo>
                    <a:pt x="448011" y="1262361"/>
                    <a:pt x="444248" y="1242344"/>
                    <a:pt x="469910" y="1241831"/>
                  </a:cubicBezTo>
                  <a:cubicBezTo>
                    <a:pt x="493177" y="1233876"/>
                    <a:pt x="505325" y="1220361"/>
                    <a:pt x="505751" y="1214801"/>
                  </a:cubicBezTo>
                  <a:cubicBezTo>
                    <a:pt x="505751" y="1214801"/>
                    <a:pt x="505751" y="1198035"/>
                    <a:pt x="503869" y="1194271"/>
                  </a:cubicBezTo>
                  <a:cubicBezTo>
                    <a:pt x="501987" y="1190507"/>
                    <a:pt x="501559" y="1181697"/>
                    <a:pt x="502501" y="1177933"/>
                  </a:cubicBezTo>
                  <a:cubicBezTo>
                    <a:pt x="503441" y="1174169"/>
                    <a:pt x="504811" y="1143033"/>
                    <a:pt x="505325" y="1131314"/>
                  </a:cubicBezTo>
                  <a:cubicBezTo>
                    <a:pt x="505751" y="1119681"/>
                    <a:pt x="509942" y="1056296"/>
                    <a:pt x="509942" y="1039103"/>
                  </a:cubicBezTo>
                  <a:cubicBezTo>
                    <a:pt x="509942" y="1021909"/>
                    <a:pt x="511312" y="930553"/>
                    <a:pt x="508060" y="912846"/>
                  </a:cubicBezTo>
                  <a:cubicBezTo>
                    <a:pt x="504811" y="895140"/>
                    <a:pt x="496428" y="838769"/>
                    <a:pt x="494547" y="807119"/>
                  </a:cubicBezTo>
                  <a:cubicBezTo>
                    <a:pt x="492665" y="775470"/>
                    <a:pt x="472648" y="750321"/>
                    <a:pt x="472134" y="719099"/>
                  </a:cubicBezTo>
                  <a:cubicBezTo>
                    <a:pt x="471706" y="687877"/>
                    <a:pt x="470766" y="643140"/>
                    <a:pt x="470253" y="640831"/>
                  </a:cubicBezTo>
                  <a:cubicBezTo>
                    <a:pt x="469739" y="638521"/>
                    <a:pt x="467003" y="638521"/>
                    <a:pt x="467003" y="638521"/>
                  </a:cubicBezTo>
                  <a:cubicBezTo>
                    <a:pt x="467003" y="638521"/>
                    <a:pt x="464693" y="585914"/>
                    <a:pt x="465119" y="579328"/>
                  </a:cubicBezTo>
                  <a:cubicBezTo>
                    <a:pt x="465547" y="572827"/>
                    <a:pt x="477267" y="518252"/>
                    <a:pt x="475812" y="511324"/>
                  </a:cubicBezTo>
                  <a:lnTo>
                    <a:pt x="473502" y="508501"/>
                  </a:lnTo>
                  <a:cubicBezTo>
                    <a:pt x="473502" y="508501"/>
                    <a:pt x="482827" y="463764"/>
                    <a:pt x="484195" y="457263"/>
                  </a:cubicBezTo>
                  <a:cubicBezTo>
                    <a:pt x="485564" y="450762"/>
                    <a:pt x="487018" y="449308"/>
                    <a:pt x="485564" y="443747"/>
                  </a:cubicBezTo>
                  <a:cubicBezTo>
                    <a:pt x="484195" y="438188"/>
                    <a:pt x="484623" y="411157"/>
                    <a:pt x="484623" y="404570"/>
                  </a:cubicBezTo>
                  <a:cubicBezTo>
                    <a:pt x="484623" y="397984"/>
                    <a:pt x="464608" y="328183"/>
                    <a:pt x="460842" y="297389"/>
                  </a:cubicBezTo>
                  <a:cubicBezTo>
                    <a:pt x="460842" y="297389"/>
                    <a:pt x="456651" y="289434"/>
                    <a:pt x="454769" y="289434"/>
                  </a:cubicBezTo>
                  <a:cubicBezTo>
                    <a:pt x="452888" y="289434"/>
                    <a:pt x="383003" y="268905"/>
                    <a:pt x="372310" y="265226"/>
                  </a:cubicBezTo>
                  <a:cubicBezTo>
                    <a:pt x="361618" y="261463"/>
                    <a:pt x="346220" y="254962"/>
                    <a:pt x="342029" y="254962"/>
                  </a:cubicBezTo>
                  <a:cubicBezTo>
                    <a:pt x="338351" y="254962"/>
                    <a:pt x="329112" y="254278"/>
                    <a:pt x="322783" y="253422"/>
                  </a:cubicBezTo>
                  <a:cubicBezTo>
                    <a:pt x="318934" y="253422"/>
                    <a:pt x="316881" y="252395"/>
                    <a:pt x="316196" y="251455"/>
                  </a:cubicBezTo>
                  <a:cubicBezTo>
                    <a:pt x="314229" y="249829"/>
                    <a:pt x="313458" y="247520"/>
                    <a:pt x="308924" y="246579"/>
                  </a:cubicBezTo>
                  <a:cubicBezTo>
                    <a:pt x="302423" y="245210"/>
                    <a:pt x="280527" y="236314"/>
                    <a:pt x="277275" y="234946"/>
                  </a:cubicBezTo>
                  <a:cubicBezTo>
                    <a:pt x="274025" y="233577"/>
                    <a:pt x="271202" y="232123"/>
                    <a:pt x="263761" y="231267"/>
                  </a:cubicBezTo>
                  <a:cubicBezTo>
                    <a:pt x="256318" y="230326"/>
                    <a:pt x="222274" y="219120"/>
                    <a:pt x="209700" y="216811"/>
                  </a:cubicBezTo>
                  <a:cubicBezTo>
                    <a:pt x="197125" y="214502"/>
                    <a:pt x="174799" y="208000"/>
                    <a:pt x="164963" y="205606"/>
                  </a:cubicBezTo>
                  <a:cubicBezTo>
                    <a:pt x="155124" y="203296"/>
                    <a:pt x="153756" y="203296"/>
                    <a:pt x="151875" y="200901"/>
                  </a:cubicBezTo>
                  <a:cubicBezTo>
                    <a:pt x="149993" y="199788"/>
                    <a:pt x="150336" y="194485"/>
                    <a:pt x="150933" y="190208"/>
                  </a:cubicBezTo>
                  <a:cubicBezTo>
                    <a:pt x="150933" y="188412"/>
                    <a:pt x="151018" y="186530"/>
                    <a:pt x="151190" y="184391"/>
                  </a:cubicBezTo>
                  <a:cubicBezTo>
                    <a:pt x="148111" y="181483"/>
                    <a:pt x="145288" y="178746"/>
                    <a:pt x="145288" y="178746"/>
                  </a:cubicBezTo>
                  <a:cubicBezTo>
                    <a:pt x="145288" y="178746"/>
                    <a:pt x="129377" y="170106"/>
                    <a:pt x="126213" y="168738"/>
                  </a:cubicBezTo>
                  <a:cubicBezTo>
                    <a:pt x="123047" y="167369"/>
                    <a:pt x="122535" y="162408"/>
                    <a:pt x="122535" y="162408"/>
                  </a:cubicBezTo>
                  <a:lnTo>
                    <a:pt x="122706" y="161211"/>
                  </a:lnTo>
                  <a:cubicBezTo>
                    <a:pt x="121422" y="160782"/>
                    <a:pt x="120140" y="159328"/>
                    <a:pt x="118856" y="159157"/>
                  </a:cubicBezTo>
                  <a:cubicBezTo>
                    <a:pt x="116974" y="158815"/>
                    <a:pt x="102090" y="159756"/>
                    <a:pt x="97385" y="159157"/>
                  </a:cubicBezTo>
                  <a:cubicBezTo>
                    <a:pt x="92682" y="158559"/>
                    <a:pt x="69756" y="148893"/>
                    <a:pt x="61031" y="146412"/>
                  </a:cubicBezTo>
                  <a:cubicBezTo>
                    <a:pt x="52306" y="143931"/>
                    <a:pt x="22538" y="134607"/>
                    <a:pt x="18775" y="132469"/>
                  </a:cubicBezTo>
                  <a:cubicBezTo>
                    <a:pt x="15011" y="130330"/>
                    <a:pt x="15951" y="123487"/>
                    <a:pt x="25276" y="126909"/>
                  </a:cubicBezTo>
                  <a:cubicBezTo>
                    <a:pt x="34600" y="130330"/>
                    <a:pt x="50167" y="132811"/>
                    <a:pt x="52648" y="133410"/>
                  </a:cubicBezTo>
                  <a:cubicBezTo>
                    <a:pt x="55129" y="134009"/>
                    <a:pt x="58209" y="133752"/>
                    <a:pt x="58209" y="133752"/>
                  </a:cubicBezTo>
                  <a:cubicBezTo>
                    <a:pt x="58209" y="133752"/>
                    <a:pt x="60690" y="128449"/>
                    <a:pt x="50766" y="124428"/>
                  </a:cubicBezTo>
                  <a:cubicBezTo>
                    <a:pt x="40845" y="120408"/>
                    <a:pt x="29981" y="112624"/>
                    <a:pt x="24336" y="109801"/>
                  </a:cubicBezTo>
                  <a:cubicBezTo>
                    <a:pt x="18775" y="106978"/>
                    <a:pt x="4490" y="97997"/>
                    <a:pt x="3805" y="95516"/>
                  </a:cubicBezTo>
                  <a:cubicBezTo>
                    <a:pt x="3206" y="93035"/>
                    <a:pt x="4747" y="89015"/>
                    <a:pt x="7825" y="89956"/>
                  </a:cubicBezTo>
                  <a:cubicBezTo>
                    <a:pt x="7825" y="89956"/>
                    <a:pt x="982" y="84995"/>
                    <a:pt x="385" y="82770"/>
                  </a:cubicBezTo>
                  <a:cubicBezTo>
                    <a:pt x="-215" y="80632"/>
                    <a:pt x="-557" y="77467"/>
                    <a:pt x="2866" y="77211"/>
                  </a:cubicBezTo>
                  <a:cubicBezTo>
                    <a:pt x="6286" y="76954"/>
                    <a:pt x="11589" y="76612"/>
                    <a:pt x="11589" y="76612"/>
                  </a:cubicBezTo>
                  <a:cubicBezTo>
                    <a:pt x="11589" y="76612"/>
                    <a:pt x="9110" y="72591"/>
                    <a:pt x="10649" y="70111"/>
                  </a:cubicBezTo>
                  <a:cubicBezTo>
                    <a:pt x="12188" y="67630"/>
                    <a:pt x="21855" y="70111"/>
                    <a:pt x="31777" y="73190"/>
                  </a:cubicBezTo>
                  <a:cubicBezTo>
                    <a:pt x="41699" y="76270"/>
                    <a:pt x="44779" y="78152"/>
                    <a:pt x="54104" y="81231"/>
                  </a:cubicBezTo>
                  <a:cubicBezTo>
                    <a:pt x="63426" y="84310"/>
                    <a:pt x="76514" y="88074"/>
                    <a:pt x="78310" y="89015"/>
                  </a:cubicBezTo>
                  <a:cubicBezTo>
                    <a:pt x="80192" y="89956"/>
                    <a:pt x="92937" y="93035"/>
                    <a:pt x="92937" y="93035"/>
                  </a:cubicBezTo>
                  <a:cubicBezTo>
                    <a:pt x="92937" y="93035"/>
                    <a:pt x="92937" y="83113"/>
                    <a:pt x="88234" y="75671"/>
                  </a:cubicBezTo>
                  <a:cubicBezTo>
                    <a:pt x="83614" y="68229"/>
                    <a:pt x="81733" y="67630"/>
                    <a:pt x="82330" y="62327"/>
                  </a:cubicBezTo>
                  <a:cubicBezTo>
                    <a:pt x="82929" y="57023"/>
                    <a:pt x="83272" y="50180"/>
                    <a:pt x="90372" y="49924"/>
                  </a:cubicBezTo>
                  <a:cubicBezTo>
                    <a:pt x="90372" y="49924"/>
                    <a:pt x="92254" y="51463"/>
                    <a:pt x="91655" y="53687"/>
                  </a:cubicBezTo>
                  <a:cubicBezTo>
                    <a:pt x="91055" y="55826"/>
                    <a:pt x="91997" y="61728"/>
                    <a:pt x="93536" y="63353"/>
                  </a:cubicBezTo>
                  <a:cubicBezTo>
                    <a:pt x="95075" y="64893"/>
                    <a:pt x="100979" y="70196"/>
                    <a:pt x="101322" y="72335"/>
                  </a:cubicBezTo>
                  <a:lnTo>
                    <a:pt x="101322" y="72335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86F7FFF-4A71-C8BE-1502-1B490EB5F939}"/>
                </a:ext>
              </a:extLst>
            </p:cNvPr>
            <p:cNvSpPr/>
            <p:nvPr/>
          </p:nvSpPr>
          <p:spPr>
            <a:xfrm>
              <a:off x="16920679" y="4089564"/>
              <a:ext cx="355990" cy="1269601"/>
            </a:xfrm>
            <a:custGeom>
              <a:avLst/>
              <a:gdLst>
                <a:gd name="connsiteX0" fmla="*/ 133947 w 355990"/>
                <a:gd name="connsiteY0" fmla="*/ 847721 h 1269601"/>
                <a:gd name="connsiteX1" fmla="*/ 120947 w 355990"/>
                <a:gd name="connsiteY1" fmla="*/ 847806 h 1269601"/>
                <a:gd name="connsiteX2" fmla="*/ 111537 w 355990"/>
                <a:gd name="connsiteY2" fmla="*/ 850971 h 1269601"/>
                <a:gd name="connsiteX3" fmla="*/ 102127 w 355990"/>
                <a:gd name="connsiteY3" fmla="*/ 859440 h 1269601"/>
                <a:gd name="connsiteX4" fmla="*/ 134889 w 355990"/>
                <a:gd name="connsiteY4" fmla="*/ 860723 h 1269601"/>
                <a:gd name="connsiteX5" fmla="*/ 133864 w 355990"/>
                <a:gd name="connsiteY5" fmla="*/ 847721 h 1269601"/>
                <a:gd name="connsiteX6" fmla="*/ 133864 w 355990"/>
                <a:gd name="connsiteY6" fmla="*/ 847721 h 1269601"/>
                <a:gd name="connsiteX7" fmla="*/ 129501 w 355990"/>
                <a:gd name="connsiteY7" fmla="*/ 798707 h 1269601"/>
                <a:gd name="connsiteX8" fmla="*/ 117011 w 355990"/>
                <a:gd name="connsiteY8" fmla="*/ 709403 h 1269601"/>
                <a:gd name="connsiteX9" fmla="*/ 111623 w 355990"/>
                <a:gd name="connsiteY9" fmla="*/ 704955 h 1269601"/>
                <a:gd name="connsiteX10" fmla="*/ 108971 w 355990"/>
                <a:gd name="connsiteY10" fmla="*/ 674589 h 1269601"/>
                <a:gd name="connsiteX11" fmla="*/ 103583 w 355990"/>
                <a:gd name="connsiteY11" fmla="*/ 672792 h 1269601"/>
                <a:gd name="connsiteX12" fmla="*/ 96910 w 355990"/>
                <a:gd name="connsiteY12" fmla="*/ 675444 h 1269601"/>
                <a:gd name="connsiteX13" fmla="*/ 88442 w 355990"/>
                <a:gd name="connsiteY13" fmla="*/ 673647 h 1269601"/>
                <a:gd name="connsiteX14" fmla="*/ 81256 w 355990"/>
                <a:gd name="connsiteY14" fmla="*/ 675872 h 1269601"/>
                <a:gd name="connsiteX15" fmla="*/ 74584 w 355990"/>
                <a:gd name="connsiteY15" fmla="*/ 669200 h 1269601"/>
                <a:gd name="connsiteX16" fmla="*/ 65175 w 355990"/>
                <a:gd name="connsiteY16" fmla="*/ 670568 h 1269601"/>
                <a:gd name="connsiteX17" fmla="*/ 57904 w 355990"/>
                <a:gd name="connsiteY17" fmla="*/ 665522 h 1269601"/>
                <a:gd name="connsiteX18" fmla="*/ 54740 w 355990"/>
                <a:gd name="connsiteY18" fmla="*/ 665607 h 1269601"/>
                <a:gd name="connsiteX19" fmla="*/ 59529 w 355990"/>
                <a:gd name="connsiteY19" fmla="*/ 697770 h 1269601"/>
                <a:gd name="connsiteX20" fmla="*/ 64919 w 355990"/>
                <a:gd name="connsiteY20" fmla="*/ 776380 h 1269601"/>
                <a:gd name="connsiteX21" fmla="*/ 71505 w 355990"/>
                <a:gd name="connsiteY21" fmla="*/ 854991 h 1269601"/>
                <a:gd name="connsiteX22" fmla="*/ 83994 w 355990"/>
                <a:gd name="connsiteY22" fmla="*/ 857986 h 1269601"/>
                <a:gd name="connsiteX23" fmla="*/ 85790 w 355990"/>
                <a:gd name="connsiteY23" fmla="*/ 855590 h 1269601"/>
                <a:gd name="connsiteX24" fmla="*/ 90580 w 355990"/>
                <a:gd name="connsiteY24" fmla="*/ 850800 h 1269601"/>
                <a:gd name="connsiteX25" fmla="*/ 96568 w 355990"/>
                <a:gd name="connsiteY25" fmla="*/ 846609 h 1269601"/>
                <a:gd name="connsiteX26" fmla="*/ 103668 w 355990"/>
                <a:gd name="connsiteY26" fmla="*/ 843615 h 1269601"/>
                <a:gd name="connsiteX27" fmla="*/ 133179 w 355990"/>
                <a:gd name="connsiteY27" fmla="*/ 836515 h 1269601"/>
                <a:gd name="connsiteX28" fmla="*/ 129587 w 355990"/>
                <a:gd name="connsiteY28" fmla="*/ 798621 h 1269601"/>
                <a:gd name="connsiteX29" fmla="*/ 129587 w 355990"/>
                <a:gd name="connsiteY29" fmla="*/ 798621 h 1269601"/>
                <a:gd name="connsiteX30" fmla="*/ 342665 w 355990"/>
                <a:gd name="connsiteY30" fmla="*/ 258524 h 1269601"/>
                <a:gd name="connsiteX31" fmla="*/ 355496 w 355990"/>
                <a:gd name="connsiteY31" fmla="*/ 278797 h 1269601"/>
                <a:gd name="connsiteX32" fmla="*/ 355839 w 355990"/>
                <a:gd name="connsiteY32" fmla="*/ 315750 h 1269601"/>
                <a:gd name="connsiteX33" fmla="*/ 354982 w 355990"/>
                <a:gd name="connsiteY33" fmla="*/ 354499 h 1269601"/>
                <a:gd name="connsiteX34" fmla="*/ 354383 w 355990"/>
                <a:gd name="connsiteY34" fmla="*/ 381017 h 1269601"/>
                <a:gd name="connsiteX35" fmla="*/ 351390 w 355990"/>
                <a:gd name="connsiteY35" fmla="*/ 422162 h 1269601"/>
                <a:gd name="connsiteX36" fmla="*/ 342751 w 355990"/>
                <a:gd name="connsiteY36" fmla="*/ 471261 h 1269601"/>
                <a:gd name="connsiteX37" fmla="*/ 338902 w 355990"/>
                <a:gd name="connsiteY37" fmla="*/ 515314 h 1269601"/>
                <a:gd name="connsiteX38" fmla="*/ 321280 w 355990"/>
                <a:gd name="connsiteY38" fmla="*/ 580238 h 1269601"/>
                <a:gd name="connsiteX39" fmla="*/ 320424 w 355990"/>
                <a:gd name="connsiteY39" fmla="*/ 598373 h 1269601"/>
                <a:gd name="connsiteX40" fmla="*/ 329406 w 355990"/>
                <a:gd name="connsiteY40" fmla="*/ 631391 h 1269601"/>
                <a:gd name="connsiteX41" fmla="*/ 344547 w 355990"/>
                <a:gd name="connsiteY41" fmla="*/ 674246 h 1269601"/>
                <a:gd name="connsiteX42" fmla="*/ 349594 w 355990"/>
                <a:gd name="connsiteY42" fmla="*/ 688874 h 1269601"/>
                <a:gd name="connsiteX43" fmla="*/ 319827 w 355990"/>
                <a:gd name="connsiteY43" fmla="*/ 693664 h 1269601"/>
                <a:gd name="connsiteX44" fmla="*/ 319570 w 355990"/>
                <a:gd name="connsiteY44" fmla="*/ 696059 h 1269601"/>
                <a:gd name="connsiteX45" fmla="*/ 310331 w 355990"/>
                <a:gd name="connsiteY45" fmla="*/ 697256 h 1269601"/>
                <a:gd name="connsiteX46" fmla="*/ 308535 w 355990"/>
                <a:gd name="connsiteY46" fmla="*/ 736262 h 1269601"/>
                <a:gd name="connsiteX47" fmla="*/ 307936 w 355990"/>
                <a:gd name="connsiteY47" fmla="*/ 793745 h 1269601"/>
                <a:gd name="connsiteX48" fmla="*/ 311528 w 355990"/>
                <a:gd name="connsiteY48" fmla="*/ 827105 h 1269601"/>
                <a:gd name="connsiteX49" fmla="*/ 319827 w 355990"/>
                <a:gd name="connsiteY49" fmla="*/ 879541 h 1269601"/>
                <a:gd name="connsiteX50" fmla="*/ 320681 w 355990"/>
                <a:gd name="connsiteY50" fmla="*/ 923337 h 1269601"/>
                <a:gd name="connsiteX51" fmla="*/ 321023 w 355990"/>
                <a:gd name="connsiteY51" fmla="*/ 943867 h 1269601"/>
                <a:gd name="connsiteX52" fmla="*/ 324872 w 355990"/>
                <a:gd name="connsiteY52" fmla="*/ 967732 h 1269601"/>
                <a:gd name="connsiteX53" fmla="*/ 324615 w 355990"/>
                <a:gd name="connsiteY53" fmla="*/ 1017431 h 1269601"/>
                <a:gd name="connsiteX54" fmla="*/ 322563 w 355990"/>
                <a:gd name="connsiteY54" fmla="*/ 1082954 h 1269601"/>
                <a:gd name="connsiteX55" fmla="*/ 323419 w 355990"/>
                <a:gd name="connsiteY55" fmla="*/ 1164559 h 1269601"/>
                <a:gd name="connsiteX56" fmla="*/ 321366 w 355990"/>
                <a:gd name="connsiteY56" fmla="*/ 1180640 h 1269601"/>
                <a:gd name="connsiteX57" fmla="*/ 318971 w 355990"/>
                <a:gd name="connsiteY57" fmla="*/ 1206217 h 1269601"/>
                <a:gd name="connsiteX58" fmla="*/ 313923 w 355990"/>
                <a:gd name="connsiteY58" fmla="*/ 1218449 h 1269601"/>
                <a:gd name="connsiteX59" fmla="*/ 317175 w 355990"/>
                <a:gd name="connsiteY59" fmla="*/ 1240176 h 1269601"/>
                <a:gd name="connsiteX60" fmla="*/ 320167 w 355990"/>
                <a:gd name="connsiteY60" fmla="*/ 1245821 h 1269601"/>
                <a:gd name="connsiteX61" fmla="*/ 321366 w 355990"/>
                <a:gd name="connsiteY61" fmla="*/ 1260107 h 1269601"/>
                <a:gd name="connsiteX62" fmla="*/ 239590 w 355990"/>
                <a:gd name="connsiteY62" fmla="*/ 1268404 h 1269601"/>
                <a:gd name="connsiteX63" fmla="*/ 226416 w 355990"/>
                <a:gd name="connsiteY63" fmla="*/ 1269602 h 1269601"/>
                <a:gd name="connsiteX64" fmla="*/ 218205 w 355990"/>
                <a:gd name="connsiteY64" fmla="*/ 1268832 h 1269601"/>
                <a:gd name="connsiteX65" fmla="*/ 185016 w 355990"/>
                <a:gd name="connsiteY65" fmla="*/ 1267891 h 1269601"/>
                <a:gd name="connsiteX66" fmla="*/ 185871 w 355990"/>
                <a:gd name="connsiteY66" fmla="*/ 1262502 h 1269601"/>
                <a:gd name="connsiteX67" fmla="*/ 151055 w 355990"/>
                <a:gd name="connsiteY67" fmla="*/ 1266950 h 1269601"/>
                <a:gd name="connsiteX68" fmla="*/ 80485 w 355990"/>
                <a:gd name="connsiteY68" fmla="*/ 1261561 h 1269601"/>
                <a:gd name="connsiteX69" fmla="*/ 58931 w 355990"/>
                <a:gd name="connsiteY69" fmla="*/ 1257540 h 1269601"/>
                <a:gd name="connsiteX70" fmla="*/ 40539 w 355990"/>
                <a:gd name="connsiteY70" fmla="*/ 1268404 h 1269601"/>
                <a:gd name="connsiteX71" fmla="*/ 26854 w 355990"/>
                <a:gd name="connsiteY71" fmla="*/ 1254119 h 1269601"/>
                <a:gd name="connsiteX72" fmla="*/ 13167 w 355990"/>
                <a:gd name="connsiteY72" fmla="*/ 1233846 h 1269601"/>
                <a:gd name="connsiteX73" fmla="*/ 10172 w 355990"/>
                <a:gd name="connsiteY73" fmla="*/ 1190991 h 1269601"/>
                <a:gd name="connsiteX74" fmla="*/ 14363 w 355990"/>
                <a:gd name="connsiteY74" fmla="*/ 1189793 h 1269601"/>
                <a:gd name="connsiteX75" fmla="*/ 5469 w 355990"/>
                <a:gd name="connsiteY75" fmla="*/ 961659 h 1269601"/>
                <a:gd name="connsiteX76" fmla="*/ 3074 w 355990"/>
                <a:gd name="connsiteY76" fmla="*/ 877659 h 1269601"/>
                <a:gd name="connsiteX77" fmla="*/ 24544 w 355990"/>
                <a:gd name="connsiteY77" fmla="*/ 862776 h 1269601"/>
                <a:gd name="connsiteX78" fmla="*/ 55508 w 355990"/>
                <a:gd name="connsiteY78" fmla="*/ 856275 h 1269601"/>
                <a:gd name="connsiteX79" fmla="*/ 44217 w 355990"/>
                <a:gd name="connsiteY79" fmla="*/ 696059 h 1269601"/>
                <a:gd name="connsiteX80" fmla="*/ 46612 w 355990"/>
                <a:gd name="connsiteY80" fmla="*/ 694263 h 1269601"/>
                <a:gd name="connsiteX81" fmla="*/ 44217 w 355990"/>
                <a:gd name="connsiteY81" fmla="*/ 665093 h 1269601"/>
                <a:gd name="connsiteX82" fmla="*/ 33524 w 355990"/>
                <a:gd name="connsiteY82" fmla="*/ 671081 h 1269601"/>
                <a:gd name="connsiteX83" fmla="*/ 26940 w 355990"/>
                <a:gd name="connsiteY83" fmla="*/ 665692 h 1269601"/>
                <a:gd name="connsiteX84" fmla="*/ 34637 w 355990"/>
                <a:gd name="connsiteY84" fmla="*/ 658507 h 1269601"/>
                <a:gd name="connsiteX85" fmla="*/ 40025 w 355990"/>
                <a:gd name="connsiteY85" fmla="*/ 638234 h 1269601"/>
                <a:gd name="connsiteX86" fmla="*/ 54569 w 355990"/>
                <a:gd name="connsiteY86" fmla="*/ 635240 h 1269601"/>
                <a:gd name="connsiteX87" fmla="*/ 65261 w 355990"/>
                <a:gd name="connsiteY87" fmla="*/ 624120 h 1269601"/>
                <a:gd name="connsiteX88" fmla="*/ 72702 w 355990"/>
                <a:gd name="connsiteY88" fmla="*/ 620100 h 1269601"/>
                <a:gd name="connsiteX89" fmla="*/ 72359 w 355990"/>
                <a:gd name="connsiteY89" fmla="*/ 615652 h 1269601"/>
                <a:gd name="connsiteX90" fmla="*/ 74070 w 355990"/>
                <a:gd name="connsiteY90" fmla="*/ 615224 h 1269601"/>
                <a:gd name="connsiteX91" fmla="*/ 72359 w 355990"/>
                <a:gd name="connsiteY91" fmla="*/ 615652 h 1269601"/>
                <a:gd name="connsiteX92" fmla="*/ 83994 w 355990"/>
                <a:gd name="connsiteY92" fmla="*/ 586141 h 1269601"/>
                <a:gd name="connsiteX93" fmla="*/ 91178 w 355990"/>
                <a:gd name="connsiteY93" fmla="*/ 565611 h 1269601"/>
                <a:gd name="connsiteX94" fmla="*/ 101016 w 355990"/>
                <a:gd name="connsiteY94" fmla="*/ 544141 h 1269601"/>
                <a:gd name="connsiteX95" fmla="*/ 101016 w 355990"/>
                <a:gd name="connsiteY95" fmla="*/ 527204 h 1269601"/>
                <a:gd name="connsiteX96" fmla="*/ 118895 w 355990"/>
                <a:gd name="connsiteY96" fmla="*/ 448593 h 1269601"/>
                <a:gd name="connsiteX97" fmla="*/ 112648 w 355990"/>
                <a:gd name="connsiteY97" fmla="*/ 353901 h 1269601"/>
                <a:gd name="connsiteX98" fmla="*/ 112648 w 355990"/>
                <a:gd name="connsiteY98" fmla="*/ 294964 h 1269601"/>
                <a:gd name="connsiteX99" fmla="*/ 116242 w 355990"/>
                <a:gd name="connsiteY99" fmla="*/ 240476 h 1269601"/>
                <a:gd name="connsiteX100" fmla="*/ 128731 w 355990"/>
                <a:gd name="connsiteY100" fmla="*/ 216353 h 1269601"/>
                <a:gd name="connsiteX101" fmla="*/ 159098 w 355990"/>
                <a:gd name="connsiteY101" fmla="*/ 196679 h 1269601"/>
                <a:gd name="connsiteX102" fmla="*/ 169533 w 355990"/>
                <a:gd name="connsiteY102" fmla="*/ 185645 h 1269601"/>
                <a:gd name="connsiteX103" fmla="*/ 167480 w 355990"/>
                <a:gd name="connsiteY103" fmla="*/ 175637 h 1269601"/>
                <a:gd name="connsiteX104" fmla="*/ 165085 w 355990"/>
                <a:gd name="connsiteY104" fmla="*/ 173498 h 1269601"/>
                <a:gd name="connsiteX105" fmla="*/ 144128 w 355990"/>
                <a:gd name="connsiteY105" fmla="*/ 170333 h 1269601"/>
                <a:gd name="connsiteX106" fmla="*/ 137456 w 355990"/>
                <a:gd name="connsiteY106" fmla="*/ 158272 h 1269601"/>
                <a:gd name="connsiteX107" fmla="*/ 135660 w 355990"/>
                <a:gd name="connsiteY107" fmla="*/ 132781 h 1269601"/>
                <a:gd name="connsiteX108" fmla="*/ 131640 w 355990"/>
                <a:gd name="connsiteY108" fmla="*/ 111824 h 1269601"/>
                <a:gd name="connsiteX109" fmla="*/ 132066 w 355990"/>
                <a:gd name="connsiteY109" fmla="*/ 103356 h 1269601"/>
                <a:gd name="connsiteX110" fmla="*/ 119064 w 355990"/>
                <a:gd name="connsiteY110" fmla="*/ 85478 h 1269601"/>
                <a:gd name="connsiteX111" fmla="*/ 130698 w 355990"/>
                <a:gd name="connsiteY111" fmla="*/ 79233 h 1269601"/>
                <a:gd name="connsiteX112" fmla="*/ 143186 w 355990"/>
                <a:gd name="connsiteY112" fmla="*/ 45702 h 1269601"/>
                <a:gd name="connsiteX113" fmla="*/ 143615 w 355990"/>
                <a:gd name="connsiteY113" fmla="*/ 26969 h 1269601"/>
                <a:gd name="connsiteX114" fmla="*/ 154735 w 355990"/>
                <a:gd name="connsiteY114" fmla="*/ 17560 h 1269601"/>
                <a:gd name="connsiteX115" fmla="*/ 162347 w 355990"/>
                <a:gd name="connsiteY115" fmla="*/ 14480 h 1269601"/>
                <a:gd name="connsiteX116" fmla="*/ 170816 w 355990"/>
                <a:gd name="connsiteY116" fmla="*/ 9091 h 1269601"/>
                <a:gd name="connsiteX117" fmla="*/ 182022 w 355990"/>
                <a:gd name="connsiteY117" fmla="*/ 3702 h 1269601"/>
                <a:gd name="connsiteX118" fmla="*/ 199472 w 355990"/>
                <a:gd name="connsiteY118" fmla="*/ 1051 h 1269601"/>
                <a:gd name="connsiteX119" fmla="*/ 207940 w 355990"/>
                <a:gd name="connsiteY119" fmla="*/ 1051 h 1269601"/>
                <a:gd name="connsiteX120" fmla="*/ 215553 w 355990"/>
                <a:gd name="connsiteY120" fmla="*/ 4643 h 1269601"/>
                <a:gd name="connsiteX121" fmla="*/ 217777 w 355990"/>
                <a:gd name="connsiteY121" fmla="*/ 6439 h 1269601"/>
                <a:gd name="connsiteX122" fmla="*/ 232063 w 355990"/>
                <a:gd name="connsiteY122" fmla="*/ 7722 h 1269601"/>
                <a:gd name="connsiteX123" fmla="*/ 239675 w 355990"/>
                <a:gd name="connsiteY123" fmla="*/ 7295 h 1269601"/>
                <a:gd name="connsiteX124" fmla="*/ 238307 w 355990"/>
                <a:gd name="connsiteY124" fmla="*/ 9947 h 1269601"/>
                <a:gd name="connsiteX125" fmla="*/ 248572 w 355990"/>
                <a:gd name="connsiteY125" fmla="*/ 22007 h 1269601"/>
                <a:gd name="connsiteX126" fmla="*/ 258836 w 355990"/>
                <a:gd name="connsiteY126" fmla="*/ 33641 h 1269601"/>
                <a:gd name="connsiteX127" fmla="*/ 266876 w 355990"/>
                <a:gd name="connsiteY127" fmla="*/ 43478 h 1269601"/>
                <a:gd name="connsiteX128" fmla="*/ 271324 w 355990"/>
                <a:gd name="connsiteY128" fmla="*/ 64008 h 1269601"/>
                <a:gd name="connsiteX129" fmla="*/ 264140 w 355990"/>
                <a:gd name="connsiteY129" fmla="*/ 88130 h 1269601"/>
                <a:gd name="connsiteX130" fmla="*/ 254302 w 355990"/>
                <a:gd name="connsiteY130" fmla="*/ 110969 h 1269601"/>
                <a:gd name="connsiteX131" fmla="*/ 246262 w 355990"/>
                <a:gd name="connsiteY131" fmla="*/ 124398 h 1269601"/>
                <a:gd name="connsiteX132" fmla="*/ 240446 w 355990"/>
                <a:gd name="connsiteY132" fmla="*/ 132012 h 1269601"/>
                <a:gd name="connsiteX133" fmla="*/ 236426 w 355990"/>
                <a:gd name="connsiteY133" fmla="*/ 138683 h 1269601"/>
                <a:gd name="connsiteX134" fmla="*/ 235912 w 355990"/>
                <a:gd name="connsiteY134" fmla="*/ 149461 h 1269601"/>
                <a:gd name="connsiteX135" fmla="*/ 239076 w 355990"/>
                <a:gd name="connsiteY135" fmla="*/ 150745 h 1269601"/>
                <a:gd name="connsiteX136" fmla="*/ 245234 w 355990"/>
                <a:gd name="connsiteY136" fmla="*/ 164431 h 1269601"/>
                <a:gd name="connsiteX137" fmla="*/ 259007 w 355990"/>
                <a:gd name="connsiteY137" fmla="*/ 169820 h 1269601"/>
                <a:gd name="connsiteX138" fmla="*/ 269443 w 355990"/>
                <a:gd name="connsiteY138" fmla="*/ 192488 h 1269601"/>
                <a:gd name="connsiteX139" fmla="*/ 271496 w 355990"/>
                <a:gd name="connsiteY139" fmla="*/ 196936 h 1269601"/>
                <a:gd name="connsiteX140" fmla="*/ 311358 w 355990"/>
                <a:gd name="connsiteY140" fmla="*/ 223111 h 1269601"/>
                <a:gd name="connsiteX141" fmla="*/ 342665 w 355990"/>
                <a:gd name="connsiteY141" fmla="*/ 258524 h 1269601"/>
                <a:gd name="connsiteX142" fmla="*/ 342665 w 355990"/>
                <a:gd name="connsiteY142" fmla="*/ 258524 h 1269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355990" h="1269601">
                  <a:moveTo>
                    <a:pt x="133947" y="847721"/>
                  </a:moveTo>
                  <a:cubicBezTo>
                    <a:pt x="128645" y="847036"/>
                    <a:pt x="122230" y="847207"/>
                    <a:pt x="120947" y="847806"/>
                  </a:cubicBezTo>
                  <a:cubicBezTo>
                    <a:pt x="119149" y="848661"/>
                    <a:pt x="115129" y="849602"/>
                    <a:pt x="111537" y="850971"/>
                  </a:cubicBezTo>
                  <a:cubicBezTo>
                    <a:pt x="107945" y="852254"/>
                    <a:pt x="102127" y="859440"/>
                    <a:pt x="102127" y="859440"/>
                  </a:cubicBezTo>
                  <a:cubicBezTo>
                    <a:pt x="102127" y="859440"/>
                    <a:pt x="127875" y="860466"/>
                    <a:pt x="134889" y="860723"/>
                  </a:cubicBezTo>
                  <a:cubicBezTo>
                    <a:pt x="134547" y="856275"/>
                    <a:pt x="134204" y="851912"/>
                    <a:pt x="133864" y="847721"/>
                  </a:cubicBezTo>
                  <a:lnTo>
                    <a:pt x="133864" y="847721"/>
                  </a:lnTo>
                  <a:close/>
                  <a:moveTo>
                    <a:pt x="129501" y="798707"/>
                  </a:moveTo>
                  <a:cubicBezTo>
                    <a:pt x="125053" y="764747"/>
                    <a:pt x="117011" y="709403"/>
                    <a:pt x="117011" y="709403"/>
                  </a:cubicBezTo>
                  <a:cubicBezTo>
                    <a:pt x="117011" y="709403"/>
                    <a:pt x="113419" y="709403"/>
                    <a:pt x="111623" y="704955"/>
                  </a:cubicBezTo>
                  <a:cubicBezTo>
                    <a:pt x="109827" y="700507"/>
                    <a:pt x="108971" y="674589"/>
                    <a:pt x="108971" y="674589"/>
                  </a:cubicBezTo>
                  <a:cubicBezTo>
                    <a:pt x="107175" y="673647"/>
                    <a:pt x="105379" y="673220"/>
                    <a:pt x="103583" y="672792"/>
                  </a:cubicBezTo>
                  <a:cubicBezTo>
                    <a:pt x="101787" y="672365"/>
                    <a:pt x="100930" y="675872"/>
                    <a:pt x="96910" y="675444"/>
                  </a:cubicBezTo>
                  <a:cubicBezTo>
                    <a:pt x="92890" y="675016"/>
                    <a:pt x="88442" y="673647"/>
                    <a:pt x="88442" y="673647"/>
                  </a:cubicBezTo>
                  <a:cubicBezTo>
                    <a:pt x="88442" y="673647"/>
                    <a:pt x="86218" y="676813"/>
                    <a:pt x="81256" y="675872"/>
                  </a:cubicBezTo>
                  <a:cubicBezTo>
                    <a:pt x="76380" y="675016"/>
                    <a:pt x="74584" y="669200"/>
                    <a:pt x="74584" y="669200"/>
                  </a:cubicBezTo>
                  <a:cubicBezTo>
                    <a:pt x="74584" y="669200"/>
                    <a:pt x="69196" y="671424"/>
                    <a:pt x="65175" y="670568"/>
                  </a:cubicBezTo>
                  <a:cubicBezTo>
                    <a:pt x="61496" y="669713"/>
                    <a:pt x="60470" y="666719"/>
                    <a:pt x="57904" y="665522"/>
                  </a:cubicBezTo>
                  <a:cubicBezTo>
                    <a:pt x="55937" y="665522"/>
                    <a:pt x="54740" y="665607"/>
                    <a:pt x="54740" y="665607"/>
                  </a:cubicBezTo>
                  <a:lnTo>
                    <a:pt x="59529" y="697770"/>
                  </a:lnTo>
                  <a:cubicBezTo>
                    <a:pt x="59529" y="697770"/>
                    <a:pt x="63123" y="759102"/>
                    <a:pt x="64919" y="776380"/>
                  </a:cubicBezTo>
                  <a:cubicBezTo>
                    <a:pt x="66715" y="793660"/>
                    <a:pt x="68511" y="852596"/>
                    <a:pt x="71505" y="854991"/>
                  </a:cubicBezTo>
                  <a:cubicBezTo>
                    <a:pt x="74498" y="857387"/>
                    <a:pt x="83994" y="857986"/>
                    <a:pt x="83994" y="857986"/>
                  </a:cubicBezTo>
                  <a:lnTo>
                    <a:pt x="85790" y="855590"/>
                  </a:lnTo>
                  <a:lnTo>
                    <a:pt x="90580" y="850800"/>
                  </a:lnTo>
                  <a:lnTo>
                    <a:pt x="96568" y="846609"/>
                  </a:lnTo>
                  <a:lnTo>
                    <a:pt x="103668" y="843615"/>
                  </a:lnTo>
                  <a:cubicBezTo>
                    <a:pt x="110341" y="840792"/>
                    <a:pt x="130612" y="837028"/>
                    <a:pt x="133179" y="836515"/>
                  </a:cubicBezTo>
                  <a:cubicBezTo>
                    <a:pt x="131809" y="819493"/>
                    <a:pt x="130527" y="805977"/>
                    <a:pt x="129587" y="798621"/>
                  </a:cubicBezTo>
                  <a:lnTo>
                    <a:pt x="129587" y="798621"/>
                  </a:lnTo>
                  <a:close/>
                  <a:moveTo>
                    <a:pt x="342665" y="258524"/>
                  </a:moveTo>
                  <a:cubicBezTo>
                    <a:pt x="349851" y="265111"/>
                    <a:pt x="354554" y="274606"/>
                    <a:pt x="355496" y="278797"/>
                  </a:cubicBezTo>
                  <a:cubicBezTo>
                    <a:pt x="356350" y="282989"/>
                    <a:pt x="355839" y="308907"/>
                    <a:pt x="355839" y="315750"/>
                  </a:cubicBezTo>
                  <a:cubicBezTo>
                    <a:pt x="355839" y="322593"/>
                    <a:pt x="356095" y="348854"/>
                    <a:pt x="354982" y="354499"/>
                  </a:cubicBezTo>
                  <a:cubicBezTo>
                    <a:pt x="353786" y="360145"/>
                    <a:pt x="354128" y="374430"/>
                    <a:pt x="354383" y="381017"/>
                  </a:cubicBezTo>
                  <a:cubicBezTo>
                    <a:pt x="354640" y="387604"/>
                    <a:pt x="354982" y="405139"/>
                    <a:pt x="351390" y="422162"/>
                  </a:cubicBezTo>
                  <a:cubicBezTo>
                    <a:pt x="347796" y="439098"/>
                    <a:pt x="342751" y="459628"/>
                    <a:pt x="342751" y="471261"/>
                  </a:cubicBezTo>
                  <a:cubicBezTo>
                    <a:pt x="342751" y="482894"/>
                    <a:pt x="340099" y="509412"/>
                    <a:pt x="338902" y="515314"/>
                  </a:cubicBezTo>
                  <a:cubicBezTo>
                    <a:pt x="337703" y="521302"/>
                    <a:pt x="323419" y="567750"/>
                    <a:pt x="321280" y="580238"/>
                  </a:cubicBezTo>
                  <a:cubicBezTo>
                    <a:pt x="319227" y="592727"/>
                    <a:pt x="320082" y="591530"/>
                    <a:pt x="320424" y="598373"/>
                  </a:cubicBezTo>
                  <a:cubicBezTo>
                    <a:pt x="320681" y="605216"/>
                    <a:pt x="324872" y="616507"/>
                    <a:pt x="329406" y="631391"/>
                  </a:cubicBezTo>
                  <a:cubicBezTo>
                    <a:pt x="333854" y="646275"/>
                    <a:pt x="342237" y="668344"/>
                    <a:pt x="344547" y="674246"/>
                  </a:cubicBezTo>
                  <a:cubicBezTo>
                    <a:pt x="346942" y="680234"/>
                    <a:pt x="349594" y="688874"/>
                    <a:pt x="349594" y="688874"/>
                  </a:cubicBezTo>
                  <a:cubicBezTo>
                    <a:pt x="349594" y="688874"/>
                    <a:pt x="324273" y="694263"/>
                    <a:pt x="319827" y="693664"/>
                  </a:cubicBezTo>
                  <a:lnTo>
                    <a:pt x="319570" y="696059"/>
                  </a:lnTo>
                  <a:cubicBezTo>
                    <a:pt x="319570" y="696059"/>
                    <a:pt x="313069" y="697256"/>
                    <a:pt x="310331" y="697256"/>
                  </a:cubicBezTo>
                  <a:cubicBezTo>
                    <a:pt x="309389" y="697256"/>
                    <a:pt x="308877" y="722576"/>
                    <a:pt x="308535" y="736262"/>
                  </a:cubicBezTo>
                  <a:cubicBezTo>
                    <a:pt x="308278" y="749949"/>
                    <a:pt x="308535" y="791094"/>
                    <a:pt x="307936" y="793745"/>
                  </a:cubicBezTo>
                  <a:cubicBezTo>
                    <a:pt x="307336" y="796397"/>
                    <a:pt x="308535" y="818808"/>
                    <a:pt x="311528" y="827105"/>
                  </a:cubicBezTo>
                  <a:cubicBezTo>
                    <a:pt x="314522" y="835489"/>
                    <a:pt x="319570" y="871158"/>
                    <a:pt x="319827" y="879541"/>
                  </a:cubicBezTo>
                  <a:cubicBezTo>
                    <a:pt x="320167" y="887839"/>
                    <a:pt x="320681" y="914356"/>
                    <a:pt x="320681" y="923337"/>
                  </a:cubicBezTo>
                  <a:cubicBezTo>
                    <a:pt x="320681" y="932319"/>
                    <a:pt x="320681" y="941814"/>
                    <a:pt x="321023" y="943867"/>
                  </a:cubicBezTo>
                  <a:cubicBezTo>
                    <a:pt x="321280" y="945920"/>
                    <a:pt x="323076" y="957553"/>
                    <a:pt x="324872" y="967732"/>
                  </a:cubicBezTo>
                  <a:cubicBezTo>
                    <a:pt x="326668" y="977826"/>
                    <a:pt x="323676" y="1006140"/>
                    <a:pt x="324615" y="1017431"/>
                  </a:cubicBezTo>
                  <a:cubicBezTo>
                    <a:pt x="325472" y="1028722"/>
                    <a:pt x="323162" y="1068413"/>
                    <a:pt x="322563" y="1082954"/>
                  </a:cubicBezTo>
                  <a:cubicBezTo>
                    <a:pt x="321965" y="1097582"/>
                    <a:pt x="321109" y="1116314"/>
                    <a:pt x="323419" y="1164559"/>
                  </a:cubicBezTo>
                  <a:cubicBezTo>
                    <a:pt x="323419" y="1164559"/>
                    <a:pt x="324872" y="1175594"/>
                    <a:pt x="321366" y="1180640"/>
                  </a:cubicBezTo>
                  <a:cubicBezTo>
                    <a:pt x="321366" y="1180640"/>
                    <a:pt x="321366" y="1196722"/>
                    <a:pt x="318971" y="1206217"/>
                  </a:cubicBezTo>
                  <a:cubicBezTo>
                    <a:pt x="316575" y="1215797"/>
                    <a:pt x="313923" y="1216396"/>
                    <a:pt x="313923" y="1218449"/>
                  </a:cubicBezTo>
                  <a:cubicBezTo>
                    <a:pt x="313923" y="1220502"/>
                    <a:pt x="317175" y="1240176"/>
                    <a:pt x="317175" y="1240176"/>
                  </a:cubicBezTo>
                  <a:cubicBezTo>
                    <a:pt x="317175" y="1240176"/>
                    <a:pt x="319827" y="1242229"/>
                    <a:pt x="320167" y="1245821"/>
                  </a:cubicBezTo>
                  <a:cubicBezTo>
                    <a:pt x="320424" y="1249414"/>
                    <a:pt x="321366" y="1260107"/>
                    <a:pt x="321366" y="1260107"/>
                  </a:cubicBezTo>
                  <a:cubicBezTo>
                    <a:pt x="321366" y="1260107"/>
                    <a:pt x="286465" y="1266693"/>
                    <a:pt x="239590" y="1268404"/>
                  </a:cubicBezTo>
                  <a:cubicBezTo>
                    <a:pt x="235570" y="1269174"/>
                    <a:pt x="231207" y="1269602"/>
                    <a:pt x="226416" y="1269602"/>
                  </a:cubicBezTo>
                  <a:cubicBezTo>
                    <a:pt x="223764" y="1269602"/>
                    <a:pt x="220943" y="1269345"/>
                    <a:pt x="218205" y="1268832"/>
                  </a:cubicBezTo>
                  <a:cubicBezTo>
                    <a:pt x="207427" y="1268832"/>
                    <a:pt x="196306" y="1268575"/>
                    <a:pt x="185016" y="1267891"/>
                  </a:cubicBezTo>
                  <a:lnTo>
                    <a:pt x="185871" y="1262502"/>
                  </a:lnTo>
                  <a:cubicBezTo>
                    <a:pt x="185871" y="1262502"/>
                    <a:pt x="165342" y="1266950"/>
                    <a:pt x="151055" y="1266950"/>
                  </a:cubicBezTo>
                  <a:cubicBezTo>
                    <a:pt x="136771" y="1266950"/>
                    <a:pt x="103668" y="1266094"/>
                    <a:pt x="80485" y="1261561"/>
                  </a:cubicBezTo>
                  <a:cubicBezTo>
                    <a:pt x="68339" y="1259166"/>
                    <a:pt x="62009" y="1259080"/>
                    <a:pt x="58931" y="1257540"/>
                  </a:cubicBezTo>
                  <a:cubicBezTo>
                    <a:pt x="56793" y="1260620"/>
                    <a:pt x="49949" y="1269345"/>
                    <a:pt x="40539" y="1268404"/>
                  </a:cubicBezTo>
                  <a:cubicBezTo>
                    <a:pt x="29247" y="1267206"/>
                    <a:pt x="26854" y="1254119"/>
                    <a:pt x="26854" y="1254119"/>
                  </a:cubicBezTo>
                  <a:cubicBezTo>
                    <a:pt x="26854" y="1254119"/>
                    <a:pt x="13167" y="1242828"/>
                    <a:pt x="13167" y="1233846"/>
                  </a:cubicBezTo>
                  <a:cubicBezTo>
                    <a:pt x="13167" y="1224864"/>
                    <a:pt x="10172" y="1190991"/>
                    <a:pt x="10172" y="1190991"/>
                  </a:cubicBezTo>
                  <a:lnTo>
                    <a:pt x="14363" y="1189793"/>
                  </a:lnTo>
                  <a:cubicBezTo>
                    <a:pt x="14363" y="1189793"/>
                    <a:pt x="7777" y="979537"/>
                    <a:pt x="5469" y="961659"/>
                  </a:cubicBezTo>
                  <a:cubicBezTo>
                    <a:pt x="3074" y="943781"/>
                    <a:pt x="-4027" y="893142"/>
                    <a:pt x="3074" y="877659"/>
                  </a:cubicBezTo>
                  <a:cubicBezTo>
                    <a:pt x="10258" y="862177"/>
                    <a:pt x="17957" y="863973"/>
                    <a:pt x="24544" y="862776"/>
                  </a:cubicBezTo>
                  <a:cubicBezTo>
                    <a:pt x="31131" y="861578"/>
                    <a:pt x="51317" y="856275"/>
                    <a:pt x="55508" y="856275"/>
                  </a:cubicBezTo>
                  <a:lnTo>
                    <a:pt x="44217" y="696059"/>
                  </a:lnTo>
                  <a:lnTo>
                    <a:pt x="46612" y="694263"/>
                  </a:lnTo>
                  <a:lnTo>
                    <a:pt x="44217" y="665093"/>
                  </a:lnTo>
                  <a:cubicBezTo>
                    <a:pt x="44217" y="665093"/>
                    <a:pt x="37033" y="670482"/>
                    <a:pt x="33524" y="671081"/>
                  </a:cubicBezTo>
                  <a:cubicBezTo>
                    <a:pt x="29932" y="671680"/>
                    <a:pt x="25741" y="668088"/>
                    <a:pt x="26940" y="665692"/>
                  </a:cubicBezTo>
                  <a:cubicBezTo>
                    <a:pt x="28136" y="663297"/>
                    <a:pt x="34637" y="658507"/>
                    <a:pt x="34637" y="658507"/>
                  </a:cubicBezTo>
                  <a:cubicBezTo>
                    <a:pt x="34637" y="658507"/>
                    <a:pt x="35834" y="641228"/>
                    <a:pt x="40025" y="638234"/>
                  </a:cubicBezTo>
                  <a:cubicBezTo>
                    <a:pt x="44217" y="635240"/>
                    <a:pt x="54569" y="635240"/>
                    <a:pt x="54569" y="635240"/>
                  </a:cubicBezTo>
                  <a:cubicBezTo>
                    <a:pt x="54569" y="635240"/>
                    <a:pt x="56793" y="628055"/>
                    <a:pt x="65261" y="624120"/>
                  </a:cubicBezTo>
                  <a:cubicBezTo>
                    <a:pt x="68682" y="622495"/>
                    <a:pt x="70906" y="621212"/>
                    <a:pt x="72702" y="620100"/>
                  </a:cubicBezTo>
                  <a:lnTo>
                    <a:pt x="72359" y="615652"/>
                  </a:lnTo>
                  <a:lnTo>
                    <a:pt x="74070" y="615224"/>
                  </a:lnTo>
                  <a:lnTo>
                    <a:pt x="72359" y="615652"/>
                  </a:lnTo>
                  <a:cubicBezTo>
                    <a:pt x="72359" y="615652"/>
                    <a:pt x="80402" y="595122"/>
                    <a:pt x="83994" y="586141"/>
                  </a:cubicBezTo>
                  <a:cubicBezTo>
                    <a:pt x="87586" y="577159"/>
                    <a:pt x="87586" y="574507"/>
                    <a:pt x="91178" y="565611"/>
                  </a:cubicBezTo>
                  <a:cubicBezTo>
                    <a:pt x="94772" y="556715"/>
                    <a:pt x="100074" y="552182"/>
                    <a:pt x="101016" y="544141"/>
                  </a:cubicBezTo>
                  <a:cubicBezTo>
                    <a:pt x="101870" y="536100"/>
                    <a:pt x="100160" y="534304"/>
                    <a:pt x="101016" y="527204"/>
                  </a:cubicBezTo>
                  <a:cubicBezTo>
                    <a:pt x="101870" y="520019"/>
                    <a:pt x="120691" y="471774"/>
                    <a:pt x="118895" y="448593"/>
                  </a:cubicBezTo>
                  <a:cubicBezTo>
                    <a:pt x="117096" y="425326"/>
                    <a:pt x="113504" y="377168"/>
                    <a:pt x="112648" y="353901"/>
                  </a:cubicBezTo>
                  <a:cubicBezTo>
                    <a:pt x="111794" y="330634"/>
                    <a:pt x="114446" y="313697"/>
                    <a:pt x="112648" y="294964"/>
                  </a:cubicBezTo>
                  <a:cubicBezTo>
                    <a:pt x="110852" y="276231"/>
                    <a:pt x="114446" y="251168"/>
                    <a:pt x="116242" y="240476"/>
                  </a:cubicBezTo>
                  <a:cubicBezTo>
                    <a:pt x="118038" y="229783"/>
                    <a:pt x="125139" y="219946"/>
                    <a:pt x="128731" y="216353"/>
                  </a:cubicBezTo>
                  <a:cubicBezTo>
                    <a:pt x="128731" y="216353"/>
                    <a:pt x="148833" y="201640"/>
                    <a:pt x="159098" y="196679"/>
                  </a:cubicBezTo>
                  <a:cubicBezTo>
                    <a:pt x="169362" y="191718"/>
                    <a:pt x="169705" y="188040"/>
                    <a:pt x="169533" y="185645"/>
                  </a:cubicBezTo>
                  <a:lnTo>
                    <a:pt x="167480" y="175637"/>
                  </a:lnTo>
                  <a:lnTo>
                    <a:pt x="165085" y="173498"/>
                  </a:lnTo>
                  <a:cubicBezTo>
                    <a:pt x="161493" y="172130"/>
                    <a:pt x="151227" y="174353"/>
                    <a:pt x="144128" y="170333"/>
                  </a:cubicBezTo>
                  <a:cubicBezTo>
                    <a:pt x="136942" y="166313"/>
                    <a:pt x="137456" y="162292"/>
                    <a:pt x="137456" y="158272"/>
                  </a:cubicBezTo>
                  <a:cubicBezTo>
                    <a:pt x="137456" y="154252"/>
                    <a:pt x="138824" y="139111"/>
                    <a:pt x="135660" y="132781"/>
                  </a:cubicBezTo>
                  <a:cubicBezTo>
                    <a:pt x="132494" y="126537"/>
                    <a:pt x="131640" y="116700"/>
                    <a:pt x="131640" y="111824"/>
                  </a:cubicBezTo>
                  <a:cubicBezTo>
                    <a:pt x="131640" y="106948"/>
                    <a:pt x="132066" y="103356"/>
                    <a:pt x="132066" y="103356"/>
                  </a:cubicBezTo>
                  <a:cubicBezTo>
                    <a:pt x="132066" y="103356"/>
                    <a:pt x="118638" y="102842"/>
                    <a:pt x="119064" y="85478"/>
                  </a:cubicBezTo>
                  <a:cubicBezTo>
                    <a:pt x="119064" y="85478"/>
                    <a:pt x="125736" y="81457"/>
                    <a:pt x="130698" y="79233"/>
                  </a:cubicBezTo>
                  <a:cubicBezTo>
                    <a:pt x="130698" y="79233"/>
                    <a:pt x="138738" y="59132"/>
                    <a:pt x="143186" y="45702"/>
                  </a:cubicBezTo>
                  <a:cubicBezTo>
                    <a:pt x="143186" y="45702"/>
                    <a:pt x="141390" y="33641"/>
                    <a:pt x="143615" y="26969"/>
                  </a:cubicBezTo>
                  <a:cubicBezTo>
                    <a:pt x="145839" y="20297"/>
                    <a:pt x="150801" y="16704"/>
                    <a:pt x="154735" y="17560"/>
                  </a:cubicBezTo>
                  <a:cubicBezTo>
                    <a:pt x="158755" y="18501"/>
                    <a:pt x="159609" y="16191"/>
                    <a:pt x="162347" y="14480"/>
                  </a:cubicBezTo>
                  <a:cubicBezTo>
                    <a:pt x="164999" y="12684"/>
                    <a:pt x="167309" y="10032"/>
                    <a:pt x="170816" y="9091"/>
                  </a:cubicBezTo>
                  <a:cubicBezTo>
                    <a:pt x="174410" y="8236"/>
                    <a:pt x="177573" y="2847"/>
                    <a:pt x="182022" y="3702"/>
                  </a:cubicBezTo>
                  <a:cubicBezTo>
                    <a:pt x="186470" y="4558"/>
                    <a:pt x="195024" y="1906"/>
                    <a:pt x="199472" y="1051"/>
                  </a:cubicBezTo>
                  <a:cubicBezTo>
                    <a:pt x="203920" y="109"/>
                    <a:pt x="206573" y="-746"/>
                    <a:pt x="207940" y="1051"/>
                  </a:cubicBezTo>
                  <a:cubicBezTo>
                    <a:pt x="209308" y="2847"/>
                    <a:pt x="212817" y="4216"/>
                    <a:pt x="215553" y="4643"/>
                  </a:cubicBezTo>
                  <a:cubicBezTo>
                    <a:pt x="218205" y="5071"/>
                    <a:pt x="217777" y="6439"/>
                    <a:pt x="217777" y="6439"/>
                  </a:cubicBezTo>
                  <a:cubicBezTo>
                    <a:pt x="237023" y="4216"/>
                    <a:pt x="232063" y="7722"/>
                    <a:pt x="232063" y="7722"/>
                  </a:cubicBezTo>
                  <a:lnTo>
                    <a:pt x="239675" y="7295"/>
                  </a:lnTo>
                  <a:cubicBezTo>
                    <a:pt x="239675" y="7295"/>
                    <a:pt x="236595" y="8150"/>
                    <a:pt x="238307" y="9947"/>
                  </a:cubicBezTo>
                  <a:cubicBezTo>
                    <a:pt x="240103" y="11743"/>
                    <a:pt x="245919" y="17987"/>
                    <a:pt x="248572" y="22007"/>
                  </a:cubicBezTo>
                  <a:cubicBezTo>
                    <a:pt x="251224" y="26028"/>
                    <a:pt x="257468" y="29621"/>
                    <a:pt x="258836" y="33641"/>
                  </a:cubicBezTo>
                  <a:cubicBezTo>
                    <a:pt x="260204" y="37661"/>
                    <a:pt x="264652" y="38516"/>
                    <a:pt x="266876" y="43478"/>
                  </a:cubicBezTo>
                  <a:cubicBezTo>
                    <a:pt x="269100" y="48354"/>
                    <a:pt x="270896" y="57763"/>
                    <a:pt x="271324" y="64008"/>
                  </a:cubicBezTo>
                  <a:cubicBezTo>
                    <a:pt x="271753" y="70252"/>
                    <a:pt x="266876" y="78293"/>
                    <a:pt x="264140" y="88130"/>
                  </a:cubicBezTo>
                  <a:cubicBezTo>
                    <a:pt x="261488" y="97967"/>
                    <a:pt x="258322" y="105580"/>
                    <a:pt x="254302" y="110969"/>
                  </a:cubicBezTo>
                  <a:cubicBezTo>
                    <a:pt x="250282" y="116272"/>
                    <a:pt x="248914" y="118582"/>
                    <a:pt x="246262" y="124398"/>
                  </a:cubicBezTo>
                  <a:cubicBezTo>
                    <a:pt x="243610" y="130215"/>
                    <a:pt x="243610" y="127991"/>
                    <a:pt x="240446" y="132012"/>
                  </a:cubicBezTo>
                  <a:cubicBezTo>
                    <a:pt x="237366" y="136032"/>
                    <a:pt x="237366" y="137401"/>
                    <a:pt x="236426" y="138683"/>
                  </a:cubicBezTo>
                  <a:cubicBezTo>
                    <a:pt x="235741" y="139710"/>
                    <a:pt x="235826" y="146553"/>
                    <a:pt x="235912" y="149461"/>
                  </a:cubicBezTo>
                  <a:lnTo>
                    <a:pt x="239076" y="150745"/>
                  </a:lnTo>
                  <a:lnTo>
                    <a:pt x="245234" y="164431"/>
                  </a:lnTo>
                  <a:cubicBezTo>
                    <a:pt x="253534" y="166056"/>
                    <a:pt x="256612" y="167681"/>
                    <a:pt x="259007" y="169820"/>
                  </a:cubicBezTo>
                  <a:cubicBezTo>
                    <a:pt x="259007" y="169820"/>
                    <a:pt x="261060" y="185046"/>
                    <a:pt x="269443" y="192488"/>
                  </a:cubicBezTo>
                  <a:cubicBezTo>
                    <a:pt x="269443" y="192488"/>
                    <a:pt x="272438" y="195482"/>
                    <a:pt x="271496" y="196936"/>
                  </a:cubicBezTo>
                  <a:cubicBezTo>
                    <a:pt x="271496" y="196936"/>
                    <a:pt x="290828" y="208569"/>
                    <a:pt x="311358" y="223111"/>
                  </a:cubicBezTo>
                  <a:cubicBezTo>
                    <a:pt x="331887" y="237738"/>
                    <a:pt x="335479" y="252023"/>
                    <a:pt x="342665" y="258524"/>
                  </a:cubicBezTo>
                  <a:lnTo>
                    <a:pt x="342665" y="258524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6926999-33E1-827B-6628-E76A4995A83F}"/>
                </a:ext>
              </a:extLst>
            </p:cNvPr>
            <p:cNvSpPr/>
            <p:nvPr/>
          </p:nvSpPr>
          <p:spPr>
            <a:xfrm>
              <a:off x="16416160" y="4123241"/>
              <a:ext cx="413670" cy="1239130"/>
            </a:xfrm>
            <a:custGeom>
              <a:avLst/>
              <a:gdLst>
                <a:gd name="connsiteX0" fmla="*/ 320859 w 413670"/>
                <a:gd name="connsiteY0" fmla="*/ 429715 h 1239130"/>
                <a:gd name="connsiteX1" fmla="*/ 322227 w 413670"/>
                <a:gd name="connsiteY1" fmla="*/ 476590 h 1239130"/>
                <a:gd name="connsiteX2" fmla="*/ 328471 w 413670"/>
                <a:gd name="connsiteY2" fmla="*/ 528427 h 1239130"/>
                <a:gd name="connsiteX3" fmla="*/ 335143 w 413670"/>
                <a:gd name="connsiteY3" fmla="*/ 553918 h 1239130"/>
                <a:gd name="connsiteX4" fmla="*/ 338224 w 413670"/>
                <a:gd name="connsiteY4" fmla="*/ 581804 h 1239130"/>
                <a:gd name="connsiteX5" fmla="*/ 349344 w 413670"/>
                <a:gd name="connsiteY5" fmla="*/ 630818 h 1239130"/>
                <a:gd name="connsiteX6" fmla="*/ 352765 w 413670"/>
                <a:gd name="connsiteY6" fmla="*/ 657078 h 1239130"/>
                <a:gd name="connsiteX7" fmla="*/ 356357 w 413670"/>
                <a:gd name="connsiteY7" fmla="*/ 646472 h 1239130"/>
                <a:gd name="connsiteX8" fmla="*/ 355674 w 413670"/>
                <a:gd name="connsiteY8" fmla="*/ 642366 h 1239130"/>
                <a:gd name="connsiteX9" fmla="*/ 356785 w 413670"/>
                <a:gd name="connsiteY9" fmla="*/ 642366 h 1239130"/>
                <a:gd name="connsiteX10" fmla="*/ 354304 w 413670"/>
                <a:gd name="connsiteY10" fmla="*/ 638773 h 1239130"/>
                <a:gd name="connsiteX11" fmla="*/ 356528 w 413670"/>
                <a:gd name="connsiteY11" fmla="*/ 596773 h 1239130"/>
                <a:gd name="connsiteX12" fmla="*/ 356528 w 413670"/>
                <a:gd name="connsiteY12" fmla="*/ 566407 h 1239130"/>
                <a:gd name="connsiteX13" fmla="*/ 352080 w 413670"/>
                <a:gd name="connsiteY13" fmla="*/ 532448 h 1239130"/>
                <a:gd name="connsiteX14" fmla="*/ 349430 w 413670"/>
                <a:gd name="connsiteY14" fmla="*/ 488224 h 1239130"/>
                <a:gd name="connsiteX15" fmla="*/ 344982 w 413670"/>
                <a:gd name="connsiteY15" fmla="*/ 463161 h 1239130"/>
                <a:gd name="connsiteX16" fmla="*/ 344553 w 413670"/>
                <a:gd name="connsiteY16" fmla="*/ 445711 h 1239130"/>
                <a:gd name="connsiteX17" fmla="*/ 341473 w 413670"/>
                <a:gd name="connsiteY17" fmla="*/ 427833 h 1239130"/>
                <a:gd name="connsiteX18" fmla="*/ 337025 w 413670"/>
                <a:gd name="connsiteY18" fmla="*/ 411324 h 1239130"/>
                <a:gd name="connsiteX19" fmla="*/ 331637 w 413670"/>
                <a:gd name="connsiteY19" fmla="*/ 380530 h 1239130"/>
                <a:gd name="connsiteX20" fmla="*/ 323169 w 413670"/>
                <a:gd name="connsiteY20" fmla="*/ 397039 h 1239130"/>
                <a:gd name="connsiteX21" fmla="*/ 320944 w 413670"/>
                <a:gd name="connsiteY21" fmla="*/ 429629 h 1239130"/>
                <a:gd name="connsiteX22" fmla="*/ 320944 w 413670"/>
                <a:gd name="connsiteY22" fmla="*/ 429629 h 1239130"/>
                <a:gd name="connsiteX23" fmla="*/ 346863 w 413670"/>
                <a:gd name="connsiteY23" fmla="*/ 701473 h 1239130"/>
                <a:gd name="connsiteX24" fmla="*/ 351909 w 413670"/>
                <a:gd name="connsiteY24" fmla="*/ 678549 h 1239130"/>
                <a:gd name="connsiteX25" fmla="*/ 351909 w 413670"/>
                <a:gd name="connsiteY25" fmla="*/ 675384 h 1239130"/>
                <a:gd name="connsiteX26" fmla="*/ 347548 w 413670"/>
                <a:gd name="connsiteY26" fmla="*/ 678977 h 1239130"/>
                <a:gd name="connsiteX27" fmla="*/ 344639 w 413670"/>
                <a:gd name="connsiteY27" fmla="*/ 702329 h 1239130"/>
                <a:gd name="connsiteX28" fmla="*/ 346778 w 413670"/>
                <a:gd name="connsiteY28" fmla="*/ 701388 h 1239130"/>
                <a:gd name="connsiteX29" fmla="*/ 346778 w 413670"/>
                <a:gd name="connsiteY29" fmla="*/ 701388 h 1239130"/>
                <a:gd name="connsiteX30" fmla="*/ 368162 w 413670"/>
                <a:gd name="connsiteY30" fmla="*/ 702671 h 1239130"/>
                <a:gd name="connsiteX31" fmla="*/ 375349 w 413670"/>
                <a:gd name="connsiteY31" fmla="*/ 700447 h 1239130"/>
                <a:gd name="connsiteX32" fmla="*/ 376460 w 413670"/>
                <a:gd name="connsiteY32" fmla="*/ 685221 h 1239130"/>
                <a:gd name="connsiteX33" fmla="*/ 371583 w 413670"/>
                <a:gd name="connsiteY33" fmla="*/ 680517 h 1239130"/>
                <a:gd name="connsiteX34" fmla="*/ 364399 w 413670"/>
                <a:gd name="connsiteY34" fmla="*/ 681201 h 1239130"/>
                <a:gd name="connsiteX35" fmla="*/ 359266 w 413670"/>
                <a:gd name="connsiteY35" fmla="*/ 700875 h 1239130"/>
                <a:gd name="connsiteX36" fmla="*/ 368162 w 413670"/>
                <a:gd name="connsiteY36" fmla="*/ 702671 h 1239130"/>
                <a:gd name="connsiteX37" fmla="*/ 368162 w 413670"/>
                <a:gd name="connsiteY37" fmla="*/ 702671 h 1239130"/>
                <a:gd name="connsiteX38" fmla="*/ 245412 w 413670"/>
                <a:gd name="connsiteY38" fmla="*/ 157699 h 1239130"/>
                <a:gd name="connsiteX39" fmla="*/ 252941 w 413670"/>
                <a:gd name="connsiteY39" fmla="*/ 160864 h 1239130"/>
                <a:gd name="connsiteX40" fmla="*/ 268593 w 413670"/>
                <a:gd name="connsiteY40" fmla="*/ 180025 h 1239130"/>
                <a:gd name="connsiteX41" fmla="*/ 311449 w 413670"/>
                <a:gd name="connsiteY41" fmla="*/ 197902 h 1239130"/>
                <a:gd name="connsiteX42" fmla="*/ 363286 w 413670"/>
                <a:gd name="connsiteY42" fmla="*/ 218432 h 1239130"/>
                <a:gd name="connsiteX43" fmla="*/ 373979 w 413670"/>
                <a:gd name="connsiteY43" fmla="*/ 247002 h 1239130"/>
                <a:gd name="connsiteX44" fmla="*/ 380223 w 413670"/>
                <a:gd name="connsiteY44" fmla="*/ 282758 h 1239130"/>
                <a:gd name="connsiteX45" fmla="*/ 396305 w 413670"/>
                <a:gd name="connsiteY45" fmla="*/ 361369 h 1239130"/>
                <a:gd name="connsiteX46" fmla="*/ 406998 w 413670"/>
                <a:gd name="connsiteY46" fmla="*/ 431939 h 1239130"/>
                <a:gd name="connsiteX47" fmla="*/ 413670 w 413670"/>
                <a:gd name="connsiteY47" fmla="*/ 566834 h 1239130"/>
                <a:gd name="connsiteX48" fmla="*/ 411446 w 413670"/>
                <a:gd name="connsiteY48" fmla="*/ 603446 h 1239130"/>
                <a:gd name="connsiteX49" fmla="*/ 410076 w 413670"/>
                <a:gd name="connsiteY49" fmla="*/ 646301 h 1239130"/>
                <a:gd name="connsiteX50" fmla="*/ 408366 w 413670"/>
                <a:gd name="connsiteY50" fmla="*/ 646814 h 1239130"/>
                <a:gd name="connsiteX51" fmla="*/ 408708 w 413670"/>
                <a:gd name="connsiteY51" fmla="*/ 656138 h 1239130"/>
                <a:gd name="connsiteX52" fmla="*/ 399983 w 413670"/>
                <a:gd name="connsiteY52" fmla="*/ 656993 h 1239130"/>
                <a:gd name="connsiteX53" fmla="*/ 401865 w 413670"/>
                <a:gd name="connsiteY53" fmla="*/ 669567 h 1239130"/>
                <a:gd name="connsiteX54" fmla="*/ 402464 w 413670"/>
                <a:gd name="connsiteY54" fmla="*/ 686248 h 1239130"/>
                <a:gd name="connsiteX55" fmla="*/ 391429 w 413670"/>
                <a:gd name="connsiteY55" fmla="*/ 707119 h 1239130"/>
                <a:gd name="connsiteX56" fmla="*/ 383132 w 413670"/>
                <a:gd name="connsiteY56" fmla="*/ 719950 h 1239130"/>
                <a:gd name="connsiteX57" fmla="*/ 363457 w 413670"/>
                <a:gd name="connsiteY57" fmla="*/ 727392 h 1239130"/>
                <a:gd name="connsiteX58" fmla="*/ 348830 w 413670"/>
                <a:gd name="connsiteY58" fmla="*/ 727392 h 1239130"/>
                <a:gd name="connsiteX59" fmla="*/ 348231 w 413670"/>
                <a:gd name="connsiteY59" fmla="*/ 724997 h 1239130"/>
                <a:gd name="connsiteX60" fmla="*/ 341987 w 413670"/>
                <a:gd name="connsiteY60" fmla="*/ 723543 h 1239130"/>
                <a:gd name="connsiteX61" fmla="*/ 341816 w 413670"/>
                <a:gd name="connsiteY61" fmla="*/ 723286 h 1239130"/>
                <a:gd name="connsiteX62" fmla="*/ 339420 w 413670"/>
                <a:gd name="connsiteY62" fmla="*/ 741078 h 1239130"/>
                <a:gd name="connsiteX63" fmla="*/ 323768 w 413670"/>
                <a:gd name="connsiteY63" fmla="*/ 811221 h 1239130"/>
                <a:gd name="connsiteX64" fmla="*/ 313502 w 413670"/>
                <a:gd name="connsiteY64" fmla="*/ 972463 h 1239130"/>
                <a:gd name="connsiteX65" fmla="*/ 313076 w 413670"/>
                <a:gd name="connsiteY65" fmla="*/ 1083236 h 1239130"/>
                <a:gd name="connsiteX66" fmla="*/ 298363 w 413670"/>
                <a:gd name="connsiteY66" fmla="*/ 1142601 h 1239130"/>
                <a:gd name="connsiteX67" fmla="*/ 298363 w 413670"/>
                <a:gd name="connsiteY67" fmla="*/ 1189477 h 1239130"/>
                <a:gd name="connsiteX68" fmla="*/ 285446 w 413670"/>
                <a:gd name="connsiteY68" fmla="*/ 1212743 h 1239130"/>
                <a:gd name="connsiteX69" fmla="*/ 287671 w 413670"/>
                <a:gd name="connsiteY69" fmla="*/ 1222581 h 1239130"/>
                <a:gd name="connsiteX70" fmla="*/ 285872 w 413670"/>
                <a:gd name="connsiteY70" fmla="*/ 1233701 h 1239130"/>
                <a:gd name="connsiteX71" fmla="*/ 285872 w 413670"/>
                <a:gd name="connsiteY71" fmla="*/ 1237293 h 1239130"/>
                <a:gd name="connsiteX72" fmla="*/ 263548 w 413670"/>
                <a:gd name="connsiteY72" fmla="*/ 1239090 h 1239130"/>
                <a:gd name="connsiteX73" fmla="*/ 231385 w 413670"/>
                <a:gd name="connsiteY73" fmla="*/ 1235497 h 1239130"/>
                <a:gd name="connsiteX74" fmla="*/ 226508 w 413670"/>
                <a:gd name="connsiteY74" fmla="*/ 1232417 h 1239130"/>
                <a:gd name="connsiteX75" fmla="*/ 217100 w 413670"/>
                <a:gd name="connsiteY75" fmla="*/ 1231477 h 1239130"/>
                <a:gd name="connsiteX76" fmla="*/ 217955 w 413670"/>
                <a:gd name="connsiteY76" fmla="*/ 1216251 h 1239130"/>
                <a:gd name="connsiteX77" fmla="*/ 217100 w 413670"/>
                <a:gd name="connsiteY77" fmla="*/ 1193925 h 1239130"/>
                <a:gd name="connsiteX78" fmla="*/ 215730 w 413670"/>
                <a:gd name="connsiteY78" fmla="*/ 1160393 h 1239130"/>
                <a:gd name="connsiteX79" fmla="*/ 221121 w 413670"/>
                <a:gd name="connsiteY79" fmla="*/ 1154577 h 1239130"/>
                <a:gd name="connsiteX80" fmla="*/ 223345 w 413670"/>
                <a:gd name="connsiteY80" fmla="*/ 1140719 h 1239130"/>
                <a:gd name="connsiteX81" fmla="*/ 226508 w 413670"/>
                <a:gd name="connsiteY81" fmla="*/ 1107188 h 1239130"/>
                <a:gd name="connsiteX82" fmla="*/ 227876 w 413670"/>
                <a:gd name="connsiteY82" fmla="*/ 1065188 h 1239130"/>
                <a:gd name="connsiteX83" fmla="*/ 231899 w 413670"/>
                <a:gd name="connsiteY83" fmla="*/ 1021905 h 1239130"/>
                <a:gd name="connsiteX84" fmla="*/ 230529 w 413670"/>
                <a:gd name="connsiteY84" fmla="*/ 997355 h 1239130"/>
                <a:gd name="connsiteX85" fmla="*/ 231899 w 413670"/>
                <a:gd name="connsiteY85" fmla="*/ 961172 h 1239130"/>
                <a:gd name="connsiteX86" fmla="*/ 229674 w 413670"/>
                <a:gd name="connsiteY86" fmla="*/ 922765 h 1239130"/>
                <a:gd name="connsiteX87" fmla="*/ 227450 w 413670"/>
                <a:gd name="connsiteY87" fmla="*/ 882133 h 1239130"/>
                <a:gd name="connsiteX88" fmla="*/ 221206 w 413670"/>
                <a:gd name="connsiteY88" fmla="*/ 822256 h 1239130"/>
                <a:gd name="connsiteX89" fmla="*/ 220692 w 413670"/>
                <a:gd name="connsiteY89" fmla="*/ 774781 h 1239130"/>
                <a:gd name="connsiteX90" fmla="*/ 219751 w 413670"/>
                <a:gd name="connsiteY90" fmla="*/ 754252 h 1239130"/>
                <a:gd name="connsiteX91" fmla="*/ 218468 w 413670"/>
                <a:gd name="connsiteY91" fmla="*/ 742875 h 1239130"/>
                <a:gd name="connsiteX92" fmla="*/ 215302 w 413670"/>
                <a:gd name="connsiteY92" fmla="*/ 731926 h 1239130"/>
                <a:gd name="connsiteX93" fmla="*/ 212310 w 413670"/>
                <a:gd name="connsiteY93" fmla="*/ 743559 h 1239130"/>
                <a:gd name="connsiteX94" fmla="*/ 208630 w 413670"/>
                <a:gd name="connsiteY94" fmla="*/ 764260 h 1239130"/>
                <a:gd name="connsiteX95" fmla="*/ 203841 w 413670"/>
                <a:gd name="connsiteY95" fmla="*/ 811050 h 1239130"/>
                <a:gd name="connsiteX96" fmla="*/ 199821 w 413670"/>
                <a:gd name="connsiteY96" fmla="*/ 888805 h 1239130"/>
                <a:gd name="connsiteX97" fmla="*/ 194431 w 413670"/>
                <a:gd name="connsiteY97" fmla="*/ 945090 h 1239130"/>
                <a:gd name="connsiteX98" fmla="*/ 199821 w 413670"/>
                <a:gd name="connsiteY98" fmla="*/ 1016601 h 1239130"/>
                <a:gd name="connsiteX99" fmla="*/ 200162 w 413670"/>
                <a:gd name="connsiteY99" fmla="*/ 1028833 h 1239130"/>
                <a:gd name="connsiteX100" fmla="*/ 197512 w 413670"/>
                <a:gd name="connsiteY100" fmla="*/ 1059457 h 1239130"/>
                <a:gd name="connsiteX101" fmla="*/ 196227 w 413670"/>
                <a:gd name="connsiteY101" fmla="*/ 1083151 h 1239130"/>
                <a:gd name="connsiteX102" fmla="*/ 203413 w 413670"/>
                <a:gd name="connsiteY102" fmla="*/ 1110353 h 1239130"/>
                <a:gd name="connsiteX103" fmla="*/ 209229 w 413670"/>
                <a:gd name="connsiteY103" fmla="*/ 1134047 h 1239130"/>
                <a:gd name="connsiteX104" fmla="*/ 208801 w 413670"/>
                <a:gd name="connsiteY104" fmla="*/ 1171086 h 1239130"/>
                <a:gd name="connsiteX105" fmla="*/ 208801 w 413670"/>
                <a:gd name="connsiteY105" fmla="*/ 1197432 h 1239130"/>
                <a:gd name="connsiteX106" fmla="*/ 207947 w 413670"/>
                <a:gd name="connsiteY106" fmla="*/ 1207697 h 1239130"/>
                <a:gd name="connsiteX107" fmla="*/ 209743 w 413670"/>
                <a:gd name="connsiteY107" fmla="*/ 1213085 h 1239130"/>
                <a:gd name="connsiteX108" fmla="*/ 209315 w 413670"/>
                <a:gd name="connsiteY108" fmla="*/ 1233615 h 1239130"/>
                <a:gd name="connsiteX109" fmla="*/ 177580 w 413670"/>
                <a:gd name="connsiteY109" fmla="*/ 1235412 h 1239130"/>
                <a:gd name="connsiteX110" fmla="*/ 119927 w 413670"/>
                <a:gd name="connsiteY110" fmla="*/ 1233187 h 1239130"/>
                <a:gd name="connsiteX111" fmla="*/ 118644 w 413670"/>
                <a:gd name="connsiteY111" fmla="*/ 1219330 h 1239130"/>
                <a:gd name="connsiteX112" fmla="*/ 131561 w 413670"/>
                <a:gd name="connsiteY112" fmla="*/ 1202821 h 1239130"/>
                <a:gd name="connsiteX113" fmla="*/ 125315 w 413670"/>
                <a:gd name="connsiteY113" fmla="*/ 1159538 h 1239130"/>
                <a:gd name="connsiteX114" fmla="*/ 129763 w 413670"/>
                <a:gd name="connsiteY114" fmla="*/ 1147904 h 1239130"/>
                <a:gd name="connsiteX115" fmla="*/ 117702 w 413670"/>
                <a:gd name="connsiteY115" fmla="*/ 1082638 h 1239130"/>
                <a:gd name="connsiteX116" fmla="*/ 113254 w 413670"/>
                <a:gd name="connsiteY116" fmla="*/ 991111 h 1239130"/>
                <a:gd name="connsiteX117" fmla="*/ 115050 w 413670"/>
                <a:gd name="connsiteY117" fmla="*/ 909848 h 1239130"/>
                <a:gd name="connsiteX118" fmla="*/ 110602 w 413670"/>
                <a:gd name="connsiteY118" fmla="*/ 857156 h 1239130"/>
                <a:gd name="connsiteX119" fmla="*/ 101706 w 413670"/>
                <a:gd name="connsiteY119" fmla="*/ 807970 h 1239130"/>
                <a:gd name="connsiteX120" fmla="*/ 87421 w 413670"/>
                <a:gd name="connsiteY120" fmla="*/ 715075 h 1239130"/>
                <a:gd name="connsiteX121" fmla="*/ 82545 w 413670"/>
                <a:gd name="connsiteY121" fmla="*/ 689156 h 1239130"/>
                <a:gd name="connsiteX122" fmla="*/ 78099 w 413670"/>
                <a:gd name="connsiteY122" fmla="*/ 680687 h 1239130"/>
                <a:gd name="connsiteX123" fmla="*/ 81177 w 413670"/>
                <a:gd name="connsiteY123" fmla="*/ 626626 h 1239130"/>
                <a:gd name="connsiteX124" fmla="*/ 83829 w 413670"/>
                <a:gd name="connsiteY124" fmla="*/ 605584 h 1239130"/>
                <a:gd name="connsiteX125" fmla="*/ 85197 w 413670"/>
                <a:gd name="connsiteY125" fmla="*/ 589503 h 1239130"/>
                <a:gd name="connsiteX126" fmla="*/ 84769 w 413670"/>
                <a:gd name="connsiteY126" fmla="*/ 579238 h 1239130"/>
                <a:gd name="connsiteX127" fmla="*/ 90587 w 413670"/>
                <a:gd name="connsiteY127" fmla="*/ 547502 h 1239130"/>
                <a:gd name="connsiteX128" fmla="*/ 100423 w 413670"/>
                <a:gd name="connsiteY128" fmla="*/ 502851 h 1239130"/>
                <a:gd name="connsiteX129" fmla="*/ 103504 w 413670"/>
                <a:gd name="connsiteY129" fmla="*/ 456831 h 1239130"/>
                <a:gd name="connsiteX130" fmla="*/ 106154 w 413670"/>
                <a:gd name="connsiteY130" fmla="*/ 443401 h 1239130"/>
                <a:gd name="connsiteX131" fmla="*/ 104786 w 413670"/>
                <a:gd name="connsiteY131" fmla="*/ 431340 h 1239130"/>
                <a:gd name="connsiteX132" fmla="*/ 103418 w 413670"/>
                <a:gd name="connsiteY132" fmla="*/ 406362 h 1239130"/>
                <a:gd name="connsiteX133" fmla="*/ 98970 w 413670"/>
                <a:gd name="connsiteY133" fmla="*/ 411751 h 1239130"/>
                <a:gd name="connsiteX134" fmla="*/ 92297 w 413670"/>
                <a:gd name="connsiteY134" fmla="*/ 434505 h 1239130"/>
                <a:gd name="connsiteX135" fmla="*/ 87849 w 413670"/>
                <a:gd name="connsiteY135" fmla="*/ 466668 h 1239130"/>
                <a:gd name="connsiteX136" fmla="*/ 85197 w 413670"/>
                <a:gd name="connsiteY136" fmla="*/ 509095 h 1239130"/>
                <a:gd name="connsiteX137" fmla="*/ 81177 w 413670"/>
                <a:gd name="connsiteY137" fmla="*/ 534073 h 1239130"/>
                <a:gd name="connsiteX138" fmla="*/ 75361 w 413670"/>
                <a:gd name="connsiteY138" fmla="*/ 572480 h 1239130"/>
                <a:gd name="connsiteX139" fmla="*/ 68175 w 413670"/>
                <a:gd name="connsiteY139" fmla="*/ 667600 h 1239130"/>
                <a:gd name="connsiteX140" fmla="*/ 63470 w 413670"/>
                <a:gd name="connsiteY140" fmla="*/ 668883 h 1239130"/>
                <a:gd name="connsiteX141" fmla="*/ 62359 w 413670"/>
                <a:gd name="connsiteY141" fmla="*/ 675555 h 1239130"/>
                <a:gd name="connsiteX142" fmla="*/ 59193 w 413670"/>
                <a:gd name="connsiteY142" fmla="*/ 675897 h 1239130"/>
                <a:gd name="connsiteX143" fmla="*/ 58510 w 413670"/>
                <a:gd name="connsiteY143" fmla="*/ 681201 h 1239130"/>
                <a:gd name="connsiteX144" fmla="*/ 54659 w 413670"/>
                <a:gd name="connsiteY144" fmla="*/ 692492 h 1239130"/>
                <a:gd name="connsiteX145" fmla="*/ 55001 w 413670"/>
                <a:gd name="connsiteY145" fmla="*/ 708317 h 1239130"/>
                <a:gd name="connsiteX146" fmla="*/ 53377 w 413670"/>
                <a:gd name="connsiteY146" fmla="*/ 714903 h 1239130"/>
                <a:gd name="connsiteX147" fmla="*/ 76729 w 413670"/>
                <a:gd name="connsiteY147" fmla="*/ 716614 h 1239130"/>
                <a:gd name="connsiteX148" fmla="*/ 82119 w 413670"/>
                <a:gd name="connsiteY148" fmla="*/ 731840 h 1239130"/>
                <a:gd name="connsiteX149" fmla="*/ 89303 w 413670"/>
                <a:gd name="connsiteY149" fmla="*/ 919429 h 1239130"/>
                <a:gd name="connsiteX150" fmla="*/ 52692 w 413670"/>
                <a:gd name="connsiteY150" fmla="*/ 952532 h 1239130"/>
                <a:gd name="connsiteX151" fmla="*/ 9836 w 413670"/>
                <a:gd name="connsiteY151" fmla="*/ 952532 h 1239130"/>
                <a:gd name="connsiteX152" fmla="*/ 0 w 413670"/>
                <a:gd name="connsiteY152" fmla="*/ 764859 h 1239130"/>
                <a:gd name="connsiteX153" fmla="*/ 25405 w 413670"/>
                <a:gd name="connsiteY153" fmla="*/ 727905 h 1239130"/>
                <a:gd name="connsiteX154" fmla="*/ 12488 w 413670"/>
                <a:gd name="connsiteY154" fmla="*/ 706435 h 1239130"/>
                <a:gd name="connsiteX155" fmla="*/ 7443 w 413670"/>
                <a:gd name="connsiteY155" fmla="*/ 693005 h 1239130"/>
                <a:gd name="connsiteX156" fmla="*/ 17622 w 413670"/>
                <a:gd name="connsiteY156" fmla="*/ 668883 h 1239130"/>
                <a:gd name="connsiteX157" fmla="*/ 17450 w 413670"/>
                <a:gd name="connsiteY157" fmla="*/ 668883 h 1239130"/>
                <a:gd name="connsiteX158" fmla="*/ 18305 w 413670"/>
                <a:gd name="connsiteY158" fmla="*/ 666574 h 1239130"/>
                <a:gd name="connsiteX159" fmla="*/ 15141 w 413670"/>
                <a:gd name="connsiteY159" fmla="*/ 666061 h 1239130"/>
                <a:gd name="connsiteX160" fmla="*/ 15141 w 413670"/>
                <a:gd name="connsiteY160" fmla="*/ 600366 h 1239130"/>
                <a:gd name="connsiteX161" fmla="*/ 19161 w 413670"/>
                <a:gd name="connsiteY161" fmla="*/ 509266 h 1239130"/>
                <a:gd name="connsiteX162" fmla="*/ 22753 w 413670"/>
                <a:gd name="connsiteY162" fmla="*/ 469918 h 1239130"/>
                <a:gd name="connsiteX163" fmla="*/ 27201 w 413670"/>
                <a:gd name="connsiteY163" fmla="*/ 443145 h 1239130"/>
                <a:gd name="connsiteX164" fmla="*/ 32591 w 413670"/>
                <a:gd name="connsiteY164" fmla="*/ 376595 h 1239130"/>
                <a:gd name="connsiteX165" fmla="*/ 52266 w 413670"/>
                <a:gd name="connsiteY165" fmla="*/ 286778 h 1239130"/>
                <a:gd name="connsiteX166" fmla="*/ 53633 w 413670"/>
                <a:gd name="connsiteY166" fmla="*/ 262656 h 1239130"/>
                <a:gd name="connsiteX167" fmla="*/ 55429 w 413670"/>
                <a:gd name="connsiteY167" fmla="*/ 246574 h 1239130"/>
                <a:gd name="connsiteX168" fmla="*/ 59878 w 413670"/>
                <a:gd name="connsiteY168" fmla="*/ 233658 h 1239130"/>
                <a:gd name="connsiteX169" fmla="*/ 64754 w 413670"/>
                <a:gd name="connsiteY169" fmla="*/ 230579 h 1239130"/>
                <a:gd name="connsiteX170" fmla="*/ 80834 w 413670"/>
                <a:gd name="connsiteY170" fmla="*/ 219373 h 1239130"/>
                <a:gd name="connsiteX171" fmla="*/ 120098 w 413670"/>
                <a:gd name="connsiteY171" fmla="*/ 201495 h 1239130"/>
                <a:gd name="connsiteX172" fmla="*/ 152689 w 413670"/>
                <a:gd name="connsiteY172" fmla="*/ 184986 h 1239130"/>
                <a:gd name="connsiteX173" fmla="*/ 160729 w 413670"/>
                <a:gd name="connsiteY173" fmla="*/ 174294 h 1239130"/>
                <a:gd name="connsiteX174" fmla="*/ 167573 w 413670"/>
                <a:gd name="connsiteY174" fmla="*/ 165312 h 1239130"/>
                <a:gd name="connsiteX175" fmla="*/ 170651 w 413670"/>
                <a:gd name="connsiteY175" fmla="*/ 159410 h 1239130"/>
                <a:gd name="connsiteX176" fmla="*/ 167573 w 413670"/>
                <a:gd name="connsiteY176" fmla="*/ 163259 h 1239130"/>
                <a:gd name="connsiteX177" fmla="*/ 165177 w 413670"/>
                <a:gd name="connsiteY177" fmla="*/ 146579 h 1239130"/>
                <a:gd name="connsiteX178" fmla="*/ 158591 w 413670"/>
                <a:gd name="connsiteY178" fmla="*/ 131695 h 1239130"/>
                <a:gd name="connsiteX179" fmla="*/ 156795 w 413670"/>
                <a:gd name="connsiteY179" fmla="*/ 115613 h 1239130"/>
                <a:gd name="connsiteX180" fmla="*/ 147299 w 413670"/>
                <a:gd name="connsiteY180" fmla="*/ 103724 h 1239130"/>
                <a:gd name="connsiteX181" fmla="*/ 143107 w 413670"/>
                <a:gd name="connsiteY181" fmla="*/ 79259 h 1239130"/>
                <a:gd name="connsiteX182" fmla="*/ 149609 w 413670"/>
                <a:gd name="connsiteY182" fmla="*/ 77463 h 1239130"/>
                <a:gd name="connsiteX183" fmla="*/ 147213 w 413670"/>
                <a:gd name="connsiteY183" fmla="*/ 64375 h 1239130"/>
                <a:gd name="connsiteX184" fmla="*/ 150807 w 413670"/>
                <a:gd name="connsiteY184" fmla="*/ 28620 h 1239130"/>
                <a:gd name="connsiteX185" fmla="*/ 205038 w 413670"/>
                <a:gd name="connsiteY185" fmla="*/ 49 h 1239130"/>
                <a:gd name="connsiteX186" fmla="*/ 238997 w 413670"/>
                <a:gd name="connsiteY186" fmla="*/ 13137 h 1239130"/>
                <a:gd name="connsiteX187" fmla="*/ 255677 w 413670"/>
                <a:gd name="connsiteY187" fmla="*/ 35805 h 1239130"/>
                <a:gd name="connsiteX188" fmla="*/ 255677 w 413670"/>
                <a:gd name="connsiteY188" fmla="*/ 77463 h 1239130"/>
                <a:gd name="connsiteX189" fmla="*/ 255079 w 413670"/>
                <a:gd name="connsiteY189" fmla="*/ 81654 h 1239130"/>
                <a:gd name="connsiteX190" fmla="*/ 259870 w 413670"/>
                <a:gd name="connsiteY190" fmla="*/ 81056 h 1239130"/>
                <a:gd name="connsiteX191" fmla="*/ 256875 w 413670"/>
                <a:gd name="connsiteY191" fmla="*/ 93545 h 1239130"/>
                <a:gd name="connsiteX192" fmla="*/ 250374 w 413670"/>
                <a:gd name="connsiteY192" fmla="*/ 112021 h 1239130"/>
                <a:gd name="connsiteX193" fmla="*/ 244984 w 413670"/>
                <a:gd name="connsiteY193" fmla="*/ 115613 h 1239130"/>
                <a:gd name="connsiteX194" fmla="*/ 240793 w 413670"/>
                <a:gd name="connsiteY194" fmla="*/ 128102 h 1239130"/>
                <a:gd name="connsiteX195" fmla="*/ 240110 w 413670"/>
                <a:gd name="connsiteY195" fmla="*/ 150086 h 1239130"/>
                <a:gd name="connsiteX196" fmla="*/ 245669 w 413670"/>
                <a:gd name="connsiteY196" fmla="*/ 157271 h 1239130"/>
                <a:gd name="connsiteX197" fmla="*/ 245669 w 413670"/>
                <a:gd name="connsiteY197" fmla="*/ 157271 h 123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</a:cxnLst>
              <a:rect l="l" t="t" r="r" b="b"/>
              <a:pathLst>
                <a:path w="413670" h="1239130">
                  <a:moveTo>
                    <a:pt x="320859" y="429715"/>
                  </a:moveTo>
                  <a:cubicBezTo>
                    <a:pt x="321287" y="435104"/>
                    <a:pt x="320859" y="466753"/>
                    <a:pt x="322227" y="476590"/>
                  </a:cubicBezTo>
                  <a:cubicBezTo>
                    <a:pt x="323597" y="486428"/>
                    <a:pt x="328045" y="523979"/>
                    <a:pt x="328471" y="528427"/>
                  </a:cubicBezTo>
                  <a:cubicBezTo>
                    <a:pt x="328899" y="532875"/>
                    <a:pt x="335143" y="553918"/>
                    <a:pt x="335143" y="553918"/>
                  </a:cubicBezTo>
                  <a:cubicBezTo>
                    <a:pt x="335143" y="553918"/>
                    <a:pt x="339592" y="578211"/>
                    <a:pt x="338224" y="581804"/>
                  </a:cubicBezTo>
                  <a:cubicBezTo>
                    <a:pt x="336856" y="585397"/>
                    <a:pt x="346264" y="618757"/>
                    <a:pt x="349344" y="630818"/>
                  </a:cubicBezTo>
                  <a:cubicBezTo>
                    <a:pt x="350883" y="636806"/>
                    <a:pt x="351994" y="647669"/>
                    <a:pt x="352765" y="657078"/>
                  </a:cubicBezTo>
                  <a:cubicBezTo>
                    <a:pt x="353707" y="652288"/>
                    <a:pt x="355075" y="647413"/>
                    <a:pt x="356357" y="646472"/>
                  </a:cubicBezTo>
                  <a:cubicBezTo>
                    <a:pt x="355845" y="645360"/>
                    <a:pt x="355588" y="643991"/>
                    <a:pt x="355674" y="642366"/>
                  </a:cubicBezTo>
                  <a:lnTo>
                    <a:pt x="356785" y="642366"/>
                  </a:lnTo>
                  <a:cubicBezTo>
                    <a:pt x="355160" y="641168"/>
                    <a:pt x="354304" y="639971"/>
                    <a:pt x="354304" y="638773"/>
                  </a:cubicBezTo>
                  <a:cubicBezTo>
                    <a:pt x="354732" y="631160"/>
                    <a:pt x="356102" y="603018"/>
                    <a:pt x="356528" y="596773"/>
                  </a:cubicBezTo>
                  <a:cubicBezTo>
                    <a:pt x="356956" y="590529"/>
                    <a:pt x="358324" y="571283"/>
                    <a:pt x="356528" y="566407"/>
                  </a:cubicBezTo>
                  <a:cubicBezTo>
                    <a:pt x="354732" y="561531"/>
                    <a:pt x="352936" y="540489"/>
                    <a:pt x="352080" y="532448"/>
                  </a:cubicBezTo>
                  <a:cubicBezTo>
                    <a:pt x="351226" y="524407"/>
                    <a:pt x="350712" y="493613"/>
                    <a:pt x="349430" y="488224"/>
                  </a:cubicBezTo>
                  <a:cubicBezTo>
                    <a:pt x="348060" y="482834"/>
                    <a:pt x="344553" y="470774"/>
                    <a:pt x="344982" y="463161"/>
                  </a:cubicBezTo>
                  <a:cubicBezTo>
                    <a:pt x="345410" y="455547"/>
                    <a:pt x="345410" y="449303"/>
                    <a:pt x="344553" y="445711"/>
                  </a:cubicBezTo>
                  <a:cubicBezTo>
                    <a:pt x="343697" y="442118"/>
                    <a:pt x="342329" y="433222"/>
                    <a:pt x="341473" y="427833"/>
                  </a:cubicBezTo>
                  <a:cubicBezTo>
                    <a:pt x="340533" y="422444"/>
                    <a:pt x="339249" y="414916"/>
                    <a:pt x="337025" y="411324"/>
                  </a:cubicBezTo>
                  <a:cubicBezTo>
                    <a:pt x="334801" y="407731"/>
                    <a:pt x="331637" y="380530"/>
                    <a:pt x="331637" y="380530"/>
                  </a:cubicBezTo>
                  <a:cubicBezTo>
                    <a:pt x="331637" y="380530"/>
                    <a:pt x="324965" y="391735"/>
                    <a:pt x="323169" y="397039"/>
                  </a:cubicBezTo>
                  <a:cubicBezTo>
                    <a:pt x="321373" y="402428"/>
                    <a:pt x="320516" y="424326"/>
                    <a:pt x="320944" y="429629"/>
                  </a:cubicBezTo>
                  <a:lnTo>
                    <a:pt x="320944" y="429629"/>
                  </a:lnTo>
                  <a:close/>
                  <a:moveTo>
                    <a:pt x="346863" y="701473"/>
                  </a:moveTo>
                  <a:cubicBezTo>
                    <a:pt x="347463" y="700276"/>
                    <a:pt x="349515" y="684195"/>
                    <a:pt x="351909" y="678549"/>
                  </a:cubicBezTo>
                  <a:cubicBezTo>
                    <a:pt x="351909" y="678549"/>
                    <a:pt x="351909" y="677181"/>
                    <a:pt x="351909" y="675384"/>
                  </a:cubicBezTo>
                  <a:cubicBezTo>
                    <a:pt x="350113" y="675897"/>
                    <a:pt x="347548" y="677009"/>
                    <a:pt x="347548" y="678977"/>
                  </a:cubicBezTo>
                  <a:cubicBezTo>
                    <a:pt x="347548" y="680431"/>
                    <a:pt x="346264" y="690439"/>
                    <a:pt x="344639" y="702329"/>
                  </a:cubicBezTo>
                  <a:lnTo>
                    <a:pt x="346778" y="701388"/>
                  </a:lnTo>
                  <a:lnTo>
                    <a:pt x="346778" y="701388"/>
                  </a:lnTo>
                  <a:close/>
                  <a:moveTo>
                    <a:pt x="368162" y="702671"/>
                  </a:moveTo>
                  <a:cubicBezTo>
                    <a:pt x="371754" y="702928"/>
                    <a:pt x="372868" y="702415"/>
                    <a:pt x="375349" y="700447"/>
                  </a:cubicBezTo>
                  <a:cubicBezTo>
                    <a:pt x="377827" y="698480"/>
                    <a:pt x="376716" y="688814"/>
                    <a:pt x="376460" y="685221"/>
                  </a:cubicBezTo>
                  <a:cubicBezTo>
                    <a:pt x="376203" y="681629"/>
                    <a:pt x="374920" y="681800"/>
                    <a:pt x="371583" y="680517"/>
                  </a:cubicBezTo>
                  <a:cubicBezTo>
                    <a:pt x="369787" y="679832"/>
                    <a:pt x="366024" y="679832"/>
                    <a:pt x="364399" y="681201"/>
                  </a:cubicBezTo>
                  <a:cubicBezTo>
                    <a:pt x="362858" y="682570"/>
                    <a:pt x="359523" y="698822"/>
                    <a:pt x="359266" y="700875"/>
                  </a:cubicBezTo>
                  <a:cubicBezTo>
                    <a:pt x="359009" y="702928"/>
                    <a:pt x="364656" y="702415"/>
                    <a:pt x="368162" y="702671"/>
                  </a:cubicBezTo>
                  <a:lnTo>
                    <a:pt x="368162" y="702671"/>
                  </a:lnTo>
                  <a:close/>
                  <a:moveTo>
                    <a:pt x="245412" y="157699"/>
                  </a:moveTo>
                  <a:cubicBezTo>
                    <a:pt x="249006" y="158811"/>
                    <a:pt x="250802" y="160094"/>
                    <a:pt x="252941" y="160864"/>
                  </a:cubicBezTo>
                  <a:cubicBezTo>
                    <a:pt x="260553" y="163516"/>
                    <a:pt x="260553" y="172925"/>
                    <a:pt x="268593" y="180025"/>
                  </a:cubicBezTo>
                  <a:cubicBezTo>
                    <a:pt x="276636" y="187210"/>
                    <a:pt x="297164" y="193455"/>
                    <a:pt x="311449" y="197902"/>
                  </a:cubicBezTo>
                  <a:cubicBezTo>
                    <a:pt x="325735" y="202351"/>
                    <a:pt x="350798" y="208595"/>
                    <a:pt x="363286" y="218432"/>
                  </a:cubicBezTo>
                  <a:cubicBezTo>
                    <a:pt x="375775" y="228269"/>
                    <a:pt x="372183" y="242554"/>
                    <a:pt x="373979" y="247002"/>
                  </a:cubicBezTo>
                  <a:cubicBezTo>
                    <a:pt x="375775" y="251450"/>
                    <a:pt x="380223" y="270269"/>
                    <a:pt x="380223" y="282758"/>
                  </a:cubicBezTo>
                  <a:cubicBezTo>
                    <a:pt x="380223" y="295246"/>
                    <a:pt x="391857" y="341694"/>
                    <a:pt x="396305" y="361369"/>
                  </a:cubicBezTo>
                  <a:cubicBezTo>
                    <a:pt x="400754" y="381043"/>
                    <a:pt x="406998" y="431939"/>
                    <a:pt x="406998" y="431939"/>
                  </a:cubicBezTo>
                  <a:cubicBezTo>
                    <a:pt x="409648" y="464101"/>
                    <a:pt x="413670" y="566834"/>
                    <a:pt x="413670" y="566834"/>
                  </a:cubicBezTo>
                  <a:cubicBezTo>
                    <a:pt x="413670" y="574448"/>
                    <a:pt x="411872" y="599938"/>
                    <a:pt x="411446" y="603446"/>
                  </a:cubicBezTo>
                  <a:cubicBezTo>
                    <a:pt x="411018" y="607038"/>
                    <a:pt x="410076" y="646301"/>
                    <a:pt x="410076" y="646301"/>
                  </a:cubicBezTo>
                  <a:lnTo>
                    <a:pt x="408366" y="646814"/>
                  </a:lnTo>
                  <a:lnTo>
                    <a:pt x="408708" y="656138"/>
                  </a:lnTo>
                  <a:cubicBezTo>
                    <a:pt x="408708" y="656138"/>
                    <a:pt x="405202" y="656651"/>
                    <a:pt x="399983" y="656993"/>
                  </a:cubicBezTo>
                  <a:cubicBezTo>
                    <a:pt x="400411" y="659731"/>
                    <a:pt x="401351" y="665718"/>
                    <a:pt x="401865" y="669567"/>
                  </a:cubicBezTo>
                  <a:cubicBezTo>
                    <a:pt x="402464" y="674614"/>
                    <a:pt x="404517" y="683254"/>
                    <a:pt x="402464" y="686248"/>
                  </a:cubicBezTo>
                  <a:cubicBezTo>
                    <a:pt x="400411" y="689241"/>
                    <a:pt x="392626" y="704724"/>
                    <a:pt x="391429" y="707119"/>
                  </a:cubicBezTo>
                  <a:cubicBezTo>
                    <a:pt x="390232" y="709514"/>
                    <a:pt x="385784" y="719010"/>
                    <a:pt x="383132" y="719950"/>
                  </a:cubicBezTo>
                  <a:cubicBezTo>
                    <a:pt x="380480" y="720891"/>
                    <a:pt x="367306" y="724997"/>
                    <a:pt x="363457" y="727392"/>
                  </a:cubicBezTo>
                  <a:cubicBezTo>
                    <a:pt x="363457" y="727392"/>
                    <a:pt x="350626" y="727991"/>
                    <a:pt x="348830" y="727392"/>
                  </a:cubicBezTo>
                  <a:cubicBezTo>
                    <a:pt x="347034" y="726793"/>
                    <a:pt x="348231" y="724997"/>
                    <a:pt x="348231" y="724997"/>
                  </a:cubicBezTo>
                  <a:cubicBezTo>
                    <a:pt x="348231" y="724997"/>
                    <a:pt x="343440" y="724142"/>
                    <a:pt x="341987" y="723543"/>
                  </a:cubicBezTo>
                  <a:lnTo>
                    <a:pt x="341816" y="723286"/>
                  </a:lnTo>
                  <a:cubicBezTo>
                    <a:pt x="340876" y="730557"/>
                    <a:pt x="339934" y="737058"/>
                    <a:pt x="339420" y="741078"/>
                  </a:cubicBezTo>
                  <a:cubicBezTo>
                    <a:pt x="337624" y="755364"/>
                    <a:pt x="327788" y="789750"/>
                    <a:pt x="323768" y="811221"/>
                  </a:cubicBezTo>
                  <a:cubicBezTo>
                    <a:pt x="319748" y="832691"/>
                    <a:pt x="313930" y="943038"/>
                    <a:pt x="313502" y="972463"/>
                  </a:cubicBezTo>
                  <a:cubicBezTo>
                    <a:pt x="313076" y="1001974"/>
                    <a:pt x="313502" y="1067155"/>
                    <a:pt x="313076" y="1083236"/>
                  </a:cubicBezTo>
                  <a:cubicBezTo>
                    <a:pt x="312647" y="1099318"/>
                    <a:pt x="301869" y="1129257"/>
                    <a:pt x="298363" y="1142601"/>
                  </a:cubicBezTo>
                  <a:cubicBezTo>
                    <a:pt x="294769" y="1156031"/>
                    <a:pt x="300585" y="1180580"/>
                    <a:pt x="298363" y="1189477"/>
                  </a:cubicBezTo>
                  <a:cubicBezTo>
                    <a:pt x="296139" y="1198458"/>
                    <a:pt x="286301" y="1207354"/>
                    <a:pt x="285446" y="1212743"/>
                  </a:cubicBezTo>
                  <a:cubicBezTo>
                    <a:pt x="284590" y="1218132"/>
                    <a:pt x="287242" y="1220784"/>
                    <a:pt x="287671" y="1222581"/>
                  </a:cubicBezTo>
                  <a:cubicBezTo>
                    <a:pt x="288097" y="1224377"/>
                    <a:pt x="285872" y="1233701"/>
                    <a:pt x="285872" y="1233701"/>
                  </a:cubicBezTo>
                  <a:lnTo>
                    <a:pt x="285872" y="1237293"/>
                  </a:lnTo>
                  <a:cubicBezTo>
                    <a:pt x="285872" y="1237293"/>
                    <a:pt x="269364" y="1238662"/>
                    <a:pt x="263548" y="1239090"/>
                  </a:cubicBezTo>
                  <a:cubicBezTo>
                    <a:pt x="257732" y="1239517"/>
                    <a:pt x="236773" y="1236438"/>
                    <a:pt x="231385" y="1235497"/>
                  </a:cubicBezTo>
                  <a:cubicBezTo>
                    <a:pt x="225995" y="1234641"/>
                    <a:pt x="226508" y="1232417"/>
                    <a:pt x="226508" y="1232417"/>
                  </a:cubicBezTo>
                  <a:cubicBezTo>
                    <a:pt x="226508" y="1232417"/>
                    <a:pt x="218040" y="1233701"/>
                    <a:pt x="217100" y="1231477"/>
                  </a:cubicBezTo>
                  <a:cubicBezTo>
                    <a:pt x="216244" y="1229252"/>
                    <a:pt x="217526" y="1219843"/>
                    <a:pt x="217955" y="1216251"/>
                  </a:cubicBezTo>
                  <a:cubicBezTo>
                    <a:pt x="218383" y="1212658"/>
                    <a:pt x="219751" y="1205130"/>
                    <a:pt x="217100" y="1193925"/>
                  </a:cubicBezTo>
                  <a:cubicBezTo>
                    <a:pt x="214448" y="1182719"/>
                    <a:pt x="211710" y="1168862"/>
                    <a:pt x="215730" y="1160393"/>
                  </a:cubicBezTo>
                  <a:cubicBezTo>
                    <a:pt x="219751" y="1151925"/>
                    <a:pt x="219322" y="1156801"/>
                    <a:pt x="221121" y="1154577"/>
                  </a:cubicBezTo>
                  <a:cubicBezTo>
                    <a:pt x="222917" y="1152353"/>
                    <a:pt x="225995" y="1149701"/>
                    <a:pt x="223345" y="1140719"/>
                  </a:cubicBezTo>
                  <a:cubicBezTo>
                    <a:pt x="220692" y="1131823"/>
                    <a:pt x="225995" y="1119676"/>
                    <a:pt x="226508" y="1107188"/>
                  </a:cubicBezTo>
                  <a:cubicBezTo>
                    <a:pt x="226937" y="1094699"/>
                    <a:pt x="229161" y="1073228"/>
                    <a:pt x="227876" y="1065188"/>
                  </a:cubicBezTo>
                  <a:cubicBezTo>
                    <a:pt x="226508" y="1057147"/>
                    <a:pt x="230100" y="1030373"/>
                    <a:pt x="231899" y="1021905"/>
                  </a:cubicBezTo>
                  <a:cubicBezTo>
                    <a:pt x="233695" y="1013436"/>
                    <a:pt x="231899" y="1004455"/>
                    <a:pt x="230529" y="997355"/>
                  </a:cubicBezTo>
                  <a:cubicBezTo>
                    <a:pt x="229161" y="990169"/>
                    <a:pt x="231899" y="968357"/>
                    <a:pt x="231899" y="961172"/>
                  </a:cubicBezTo>
                  <a:cubicBezTo>
                    <a:pt x="231899" y="953986"/>
                    <a:pt x="231470" y="932601"/>
                    <a:pt x="229674" y="922765"/>
                  </a:cubicBezTo>
                  <a:cubicBezTo>
                    <a:pt x="227876" y="912927"/>
                    <a:pt x="231470" y="895478"/>
                    <a:pt x="227450" y="882133"/>
                  </a:cubicBezTo>
                  <a:cubicBezTo>
                    <a:pt x="223430" y="868704"/>
                    <a:pt x="222488" y="830296"/>
                    <a:pt x="221206" y="822256"/>
                  </a:cubicBezTo>
                  <a:cubicBezTo>
                    <a:pt x="219836" y="814215"/>
                    <a:pt x="219836" y="786842"/>
                    <a:pt x="220692" y="774781"/>
                  </a:cubicBezTo>
                  <a:cubicBezTo>
                    <a:pt x="221547" y="762720"/>
                    <a:pt x="221035" y="762292"/>
                    <a:pt x="219751" y="754252"/>
                  </a:cubicBezTo>
                  <a:cubicBezTo>
                    <a:pt x="218383" y="746297"/>
                    <a:pt x="218896" y="749205"/>
                    <a:pt x="218468" y="742875"/>
                  </a:cubicBezTo>
                  <a:cubicBezTo>
                    <a:pt x="218040" y="736631"/>
                    <a:pt x="216587" y="728846"/>
                    <a:pt x="215302" y="731926"/>
                  </a:cubicBezTo>
                  <a:cubicBezTo>
                    <a:pt x="213934" y="735091"/>
                    <a:pt x="215730" y="733038"/>
                    <a:pt x="212310" y="743559"/>
                  </a:cubicBezTo>
                  <a:cubicBezTo>
                    <a:pt x="208630" y="754936"/>
                    <a:pt x="208630" y="756219"/>
                    <a:pt x="208630" y="764260"/>
                  </a:cubicBezTo>
                  <a:cubicBezTo>
                    <a:pt x="208630" y="774097"/>
                    <a:pt x="206065" y="794969"/>
                    <a:pt x="203841" y="811050"/>
                  </a:cubicBezTo>
                  <a:cubicBezTo>
                    <a:pt x="201617" y="827131"/>
                    <a:pt x="199821" y="874520"/>
                    <a:pt x="199821" y="888805"/>
                  </a:cubicBezTo>
                  <a:cubicBezTo>
                    <a:pt x="199821" y="903090"/>
                    <a:pt x="195799" y="933457"/>
                    <a:pt x="194431" y="945090"/>
                  </a:cubicBezTo>
                  <a:cubicBezTo>
                    <a:pt x="193063" y="956724"/>
                    <a:pt x="197597" y="1002744"/>
                    <a:pt x="199821" y="1016601"/>
                  </a:cubicBezTo>
                  <a:cubicBezTo>
                    <a:pt x="200333" y="1019595"/>
                    <a:pt x="200333" y="1023872"/>
                    <a:pt x="200162" y="1028833"/>
                  </a:cubicBezTo>
                  <a:cubicBezTo>
                    <a:pt x="200504" y="1034051"/>
                    <a:pt x="199308" y="1046113"/>
                    <a:pt x="197512" y="1059457"/>
                  </a:cubicBezTo>
                  <a:cubicBezTo>
                    <a:pt x="196484" y="1069550"/>
                    <a:pt x="195716" y="1078617"/>
                    <a:pt x="196227" y="1083151"/>
                  </a:cubicBezTo>
                  <a:cubicBezTo>
                    <a:pt x="197597" y="1094785"/>
                    <a:pt x="200247" y="1101029"/>
                    <a:pt x="203413" y="1110353"/>
                  </a:cubicBezTo>
                  <a:cubicBezTo>
                    <a:pt x="206491" y="1119762"/>
                    <a:pt x="205637" y="1128230"/>
                    <a:pt x="209229" y="1134047"/>
                  </a:cubicBezTo>
                  <a:cubicBezTo>
                    <a:pt x="212823" y="1139864"/>
                    <a:pt x="211453" y="1159025"/>
                    <a:pt x="208801" y="1171086"/>
                  </a:cubicBezTo>
                  <a:cubicBezTo>
                    <a:pt x="206151" y="1183147"/>
                    <a:pt x="208801" y="1192556"/>
                    <a:pt x="208801" y="1197432"/>
                  </a:cubicBezTo>
                  <a:cubicBezTo>
                    <a:pt x="208801" y="1202308"/>
                    <a:pt x="207947" y="1206328"/>
                    <a:pt x="207947" y="1207697"/>
                  </a:cubicBezTo>
                  <a:cubicBezTo>
                    <a:pt x="207947" y="1209065"/>
                    <a:pt x="209743" y="1213085"/>
                    <a:pt x="209743" y="1213085"/>
                  </a:cubicBezTo>
                  <a:lnTo>
                    <a:pt x="209315" y="1233615"/>
                  </a:lnTo>
                  <a:cubicBezTo>
                    <a:pt x="209315" y="1233615"/>
                    <a:pt x="189640" y="1235412"/>
                    <a:pt x="177580" y="1235412"/>
                  </a:cubicBezTo>
                  <a:cubicBezTo>
                    <a:pt x="165520" y="1235412"/>
                    <a:pt x="124375" y="1234043"/>
                    <a:pt x="119927" y="1233187"/>
                  </a:cubicBezTo>
                  <a:cubicBezTo>
                    <a:pt x="115478" y="1232332"/>
                    <a:pt x="116846" y="1223778"/>
                    <a:pt x="118644" y="1219330"/>
                  </a:cubicBezTo>
                  <a:cubicBezTo>
                    <a:pt x="120440" y="1214882"/>
                    <a:pt x="129337" y="1209065"/>
                    <a:pt x="131561" y="1202821"/>
                  </a:cubicBezTo>
                  <a:cubicBezTo>
                    <a:pt x="133783" y="1196576"/>
                    <a:pt x="123519" y="1162617"/>
                    <a:pt x="125315" y="1159538"/>
                  </a:cubicBezTo>
                  <a:cubicBezTo>
                    <a:pt x="127113" y="1156373"/>
                    <a:pt x="131987" y="1156886"/>
                    <a:pt x="129763" y="1147904"/>
                  </a:cubicBezTo>
                  <a:cubicBezTo>
                    <a:pt x="127539" y="1138923"/>
                    <a:pt x="121723" y="1101884"/>
                    <a:pt x="117702" y="1082638"/>
                  </a:cubicBezTo>
                  <a:cubicBezTo>
                    <a:pt x="113682" y="1063391"/>
                    <a:pt x="112314" y="1004882"/>
                    <a:pt x="113254" y="991111"/>
                  </a:cubicBezTo>
                  <a:cubicBezTo>
                    <a:pt x="114110" y="977253"/>
                    <a:pt x="115906" y="919599"/>
                    <a:pt x="115050" y="909848"/>
                  </a:cubicBezTo>
                  <a:cubicBezTo>
                    <a:pt x="114196" y="900011"/>
                    <a:pt x="110602" y="868276"/>
                    <a:pt x="110602" y="857156"/>
                  </a:cubicBezTo>
                  <a:cubicBezTo>
                    <a:pt x="110602" y="846035"/>
                    <a:pt x="105214" y="826362"/>
                    <a:pt x="101706" y="807970"/>
                  </a:cubicBezTo>
                  <a:cubicBezTo>
                    <a:pt x="98114" y="789665"/>
                    <a:pt x="89645" y="729787"/>
                    <a:pt x="87421" y="715075"/>
                  </a:cubicBezTo>
                  <a:cubicBezTo>
                    <a:pt x="85197" y="700362"/>
                    <a:pt x="84769" y="691380"/>
                    <a:pt x="82545" y="689156"/>
                  </a:cubicBezTo>
                  <a:cubicBezTo>
                    <a:pt x="80321" y="686932"/>
                    <a:pt x="78099" y="680687"/>
                    <a:pt x="78099" y="680687"/>
                  </a:cubicBezTo>
                  <a:cubicBezTo>
                    <a:pt x="76729" y="672219"/>
                    <a:pt x="79895" y="636891"/>
                    <a:pt x="81177" y="626626"/>
                  </a:cubicBezTo>
                  <a:cubicBezTo>
                    <a:pt x="82545" y="616362"/>
                    <a:pt x="82545" y="612769"/>
                    <a:pt x="83829" y="605584"/>
                  </a:cubicBezTo>
                  <a:cubicBezTo>
                    <a:pt x="85197" y="598398"/>
                    <a:pt x="85197" y="589503"/>
                    <a:pt x="85197" y="589503"/>
                  </a:cubicBezTo>
                  <a:lnTo>
                    <a:pt x="84769" y="579238"/>
                  </a:lnTo>
                  <a:cubicBezTo>
                    <a:pt x="84769" y="579238"/>
                    <a:pt x="86567" y="553320"/>
                    <a:pt x="90587" y="547502"/>
                  </a:cubicBezTo>
                  <a:cubicBezTo>
                    <a:pt x="94607" y="541686"/>
                    <a:pt x="98199" y="512688"/>
                    <a:pt x="100423" y="502851"/>
                  </a:cubicBezTo>
                  <a:cubicBezTo>
                    <a:pt x="102647" y="493014"/>
                    <a:pt x="101791" y="463075"/>
                    <a:pt x="103504" y="456831"/>
                  </a:cubicBezTo>
                  <a:cubicBezTo>
                    <a:pt x="105300" y="450586"/>
                    <a:pt x="105300" y="449218"/>
                    <a:pt x="106154" y="443401"/>
                  </a:cubicBezTo>
                  <a:cubicBezTo>
                    <a:pt x="107010" y="437584"/>
                    <a:pt x="105300" y="436216"/>
                    <a:pt x="104786" y="431340"/>
                  </a:cubicBezTo>
                  <a:cubicBezTo>
                    <a:pt x="104358" y="426464"/>
                    <a:pt x="103418" y="406362"/>
                    <a:pt x="103418" y="406362"/>
                  </a:cubicBezTo>
                  <a:cubicBezTo>
                    <a:pt x="103418" y="406362"/>
                    <a:pt x="101622" y="409014"/>
                    <a:pt x="98970" y="411751"/>
                  </a:cubicBezTo>
                  <a:cubicBezTo>
                    <a:pt x="96318" y="414488"/>
                    <a:pt x="92726" y="421588"/>
                    <a:pt x="92297" y="434505"/>
                  </a:cubicBezTo>
                  <a:cubicBezTo>
                    <a:pt x="91869" y="447422"/>
                    <a:pt x="87849" y="459996"/>
                    <a:pt x="87849" y="466668"/>
                  </a:cubicBezTo>
                  <a:cubicBezTo>
                    <a:pt x="87849" y="473340"/>
                    <a:pt x="85197" y="503279"/>
                    <a:pt x="85197" y="509095"/>
                  </a:cubicBezTo>
                  <a:cubicBezTo>
                    <a:pt x="85197" y="514912"/>
                    <a:pt x="81605" y="518505"/>
                    <a:pt x="81177" y="534073"/>
                  </a:cubicBezTo>
                  <a:cubicBezTo>
                    <a:pt x="80749" y="549726"/>
                    <a:pt x="76729" y="562215"/>
                    <a:pt x="75361" y="572480"/>
                  </a:cubicBezTo>
                  <a:cubicBezTo>
                    <a:pt x="73991" y="582745"/>
                    <a:pt x="68175" y="667600"/>
                    <a:pt x="68175" y="667600"/>
                  </a:cubicBezTo>
                  <a:cubicBezTo>
                    <a:pt x="66807" y="668113"/>
                    <a:pt x="65268" y="668627"/>
                    <a:pt x="63470" y="668883"/>
                  </a:cubicBezTo>
                  <a:lnTo>
                    <a:pt x="62359" y="675555"/>
                  </a:lnTo>
                  <a:cubicBezTo>
                    <a:pt x="62359" y="675555"/>
                    <a:pt x="61160" y="675727"/>
                    <a:pt x="59193" y="675897"/>
                  </a:cubicBezTo>
                  <a:cubicBezTo>
                    <a:pt x="59621" y="677352"/>
                    <a:pt x="59792" y="679319"/>
                    <a:pt x="58510" y="681201"/>
                  </a:cubicBezTo>
                  <a:cubicBezTo>
                    <a:pt x="56114" y="684708"/>
                    <a:pt x="54659" y="689241"/>
                    <a:pt x="54659" y="692492"/>
                  </a:cubicBezTo>
                  <a:cubicBezTo>
                    <a:pt x="54659" y="695742"/>
                    <a:pt x="56114" y="703783"/>
                    <a:pt x="55001" y="708317"/>
                  </a:cubicBezTo>
                  <a:cubicBezTo>
                    <a:pt x="53890" y="712252"/>
                    <a:pt x="55001" y="714134"/>
                    <a:pt x="53377" y="714903"/>
                  </a:cubicBezTo>
                  <a:cubicBezTo>
                    <a:pt x="64925" y="714903"/>
                    <a:pt x="76729" y="716614"/>
                    <a:pt x="76729" y="716614"/>
                  </a:cubicBezTo>
                  <a:cubicBezTo>
                    <a:pt x="76729" y="716614"/>
                    <a:pt x="81177" y="725510"/>
                    <a:pt x="82119" y="731840"/>
                  </a:cubicBezTo>
                  <a:cubicBezTo>
                    <a:pt x="83487" y="741592"/>
                    <a:pt x="89303" y="919429"/>
                    <a:pt x="89303" y="919429"/>
                  </a:cubicBezTo>
                  <a:lnTo>
                    <a:pt x="52692" y="952532"/>
                  </a:lnTo>
                  <a:lnTo>
                    <a:pt x="9836" y="952532"/>
                  </a:lnTo>
                  <a:lnTo>
                    <a:pt x="0" y="764859"/>
                  </a:lnTo>
                  <a:cubicBezTo>
                    <a:pt x="0" y="764859"/>
                    <a:pt x="13773" y="742105"/>
                    <a:pt x="25405" y="727905"/>
                  </a:cubicBezTo>
                  <a:cubicBezTo>
                    <a:pt x="24380" y="726195"/>
                    <a:pt x="14798" y="709258"/>
                    <a:pt x="12488" y="706435"/>
                  </a:cubicBezTo>
                  <a:cubicBezTo>
                    <a:pt x="10093" y="703441"/>
                    <a:pt x="5304" y="699592"/>
                    <a:pt x="7443" y="693005"/>
                  </a:cubicBezTo>
                  <a:cubicBezTo>
                    <a:pt x="9325" y="687189"/>
                    <a:pt x="14199" y="673246"/>
                    <a:pt x="17622" y="668883"/>
                  </a:cubicBezTo>
                  <a:lnTo>
                    <a:pt x="17450" y="668883"/>
                  </a:lnTo>
                  <a:cubicBezTo>
                    <a:pt x="17450" y="668883"/>
                    <a:pt x="18305" y="666574"/>
                    <a:pt x="18305" y="666574"/>
                  </a:cubicBezTo>
                  <a:cubicBezTo>
                    <a:pt x="16337" y="666231"/>
                    <a:pt x="15141" y="666061"/>
                    <a:pt x="15141" y="666061"/>
                  </a:cubicBezTo>
                  <a:lnTo>
                    <a:pt x="15141" y="600366"/>
                  </a:lnTo>
                  <a:cubicBezTo>
                    <a:pt x="15141" y="577612"/>
                    <a:pt x="17365" y="522611"/>
                    <a:pt x="19161" y="509266"/>
                  </a:cubicBezTo>
                  <a:cubicBezTo>
                    <a:pt x="20957" y="495837"/>
                    <a:pt x="22753" y="486428"/>
                    <a:pt x="22753" y="469918"/>
                  </a:cubicBezTo>
                  <a:cubicBezTo>
                    <a:pt x="22753" y="453409"/>
                    <a:pt x="25405" y="452040"/>
                    <a:pt x="27201" y="443145"/>
                  </a:cubicBezTo>
                  <a:cubicBezTo>
                    <a:pt x="28997" y="434248"/>
                    <a:pt x="30281" y="397552"/>
                    <a:pt x="32591" y="376595"/>
                  </a:cubicBezTo>
                  <a:cubicBezTo>
                    <a:pt x="34815" y="355637"/>
                    <a:pt x="51837" y="295760"/>
                    <a:pt x="52266" y="286778"/>
                  </a:cubicBezTo>
                  <a:cubicBezTo>
                    <a:pt x="52692" y="277797"/>
                    <a:pt x="53633" y="268045"/>
                    <a:pt x="53633" y="262656"/>
                  </a:cubicBezTo>
                  <a:cubicBezTo>
                    <a:pt x="53633" y="257267"/>
                    <a:pt x="53633" y="248371"/>
                    <a:pt x="55429" y="246574"/>
                  </a:cubicBezTo>
                  <a:cubicBezTo>
                    <a:pt x="57225" y="244778"/>
                    <a:pt x="58595" y="235369"/>
                    <a:pt x="59878" y="233658"/>
                  </a:cubicBezTo>
                  <a:cubicBezTo>
                    <a:pt x="61246" y="231862"/>
                    <a:pt x="63898" y="232803"/>
                    <a:pt x="64754" y="230579"/>
                  </a:cubicBezTo>
                  <a:cubicBezTo>
                    <a:pt x="65608" y="228354"/>
                    <a:pt x="75446" y="221597"/>
                    <a:pt x="80834" y="219373"/>
                  </a:cubicBezTo>
                  <a:cubicBezTo>
                    <a:pt x="86225" y="217149"/>
                    <a:pt x="106753" y="207312"/>
                    <a:pt x="120098" y="201495"/>
                  </a:cubicBezTo>
                  <a:cubicBezTo>
                    <a:pt x="133528" y="195679"/>
                    <a:pt x="152689" y="184986"/>
                    <a:pt x="152689" y="184986"/>
                  </a:cubicBezTo>
                  <a:cubicBezTo>
                    <a:pt x="156281" y="183190"/>
                    <a:pt x="160729" y="174294"/>
                    <a:pt x="160729" y="174294"/>
                  </a:cubicBezTo>
                  <a:cubicBezTo>
                    <a:pt x="162782" y="170615"/>
                    <a:pt x="165006" y="167622"/>
                    <a:pt x="167573" y="165312"/>
                  </a:cubicBezTo>
                  <a:cubicBezTo>
                    <a:pt x="168341" y="163430"/>
                    <a:pt x="169369" y="161463"/>
                    <a:pt x="170651" y="159410"/>
                  </a:cubicBezTo>
                  <a:cubicBezTo>
                    <a:pt x="169626" y="160607"/>
                    <a:pt x="168598" y="161891"/>
                    <a:pt x="167573" y="163259"/>
                  </a:cubicBezTo>
                  <a:cubicBezTo>
                    <a:pt x="167573" y="163259"/>
                    <a:pt x="169369" y="150172"/>
                    <a:pt x="165177" y="146579"/>
                  </a:cubicBezTo>
                  <a:cubicBezTo>
                    <a:pt x="160986" y="142986"/>
                    <a:pt x="159190" y="138795"/>
                    <a:pt x="158591" y="131695"/>
                  </a:cubicBezTo>
                  <a:cubicBezTo>
                    <a:pt x="157991" y="124510"/>
                    <a:pt x="156795" y="115613"/>
                    <a:pt x="156795" y="115613"/>
                  </a:cubicBezTo>
                  <a:cubicBezTo>
                    <a:pt x="156795" y="115613"/>
                    <a:pt x="149609" y="109027"/>
                    <a:pt x="147299" y="103724"/>
                  </a:cubicBezTo>
                  <a:cubicBezTo>
                    <a:pt x="144903" y="98335"/>
                    <a:pt x="142508" y="82852"/>
                    <a:pt x="143107" y="79259"/>
                  </a:cubicBezTo>
                  <a:cubicBezTo>
                    <a:pt x="143707" y="75667"/>
                    <a:pt x="149095" y="75667"/>
                    <a:pt x="149609" y="77463"/>
                  </a:cubicBezTo>
                  <a:cubicBezTo>
                    <a:pt x="150208" y="79259"/>
                    <a:pt x="147813" y="72074"/>
                    <a:pt x="147213" y="64375"/>
                  </a:cubicBezTo>
                  <a:cubicBezTo>
                    <a:pt x="146614" y="56591"/>
                    <a:pt x="144818" y="37601"/>
                    <a:pt x="150807" y="28620"/>
                  </a:cubicBezTo>
                  <a:cubicBezTo>
                    <a:pt x="156795" y="19724"/>
                    <a:pt x="168684" y="-1148"/>
                    <a:pt x="205038" y="49"/>
                  </a:cubicBezTo>
                  <a:cubicBezTo>
                    <a:pt x="218725" y="478"/>
                    <a:pt x="228818" y="4840"/>
                    <a:pt x="238997" y="13137"/>
                  </a:cubicBezTo>
                  <a:cubicBezTo>
                    <a:pt x="249092" y="21520"/>
                    <a:pt x="254480" y="31614"/>
                    <a:pt x="255677" y="35805"/>
                  </a:cubicBezTo>
                  <a:cubicBezTo>
                    <a:pt x="256875" y="39997"/>
                    <a:pt x="258671" y="67968"/>
                    <a:pt x="255677" y="77463"/>
                  </a:cubicBezTo>
                  <a:lnTo>
                    <a:pt x="255079" y="81654"/>
                  </a:lnTo>
                  <a:cubicBezTo>
                    <a:pt x="255079" y="81654"/>
                    <a:pt x="259271" y="78660"/>
                    <a:pt x="259870" y="81056"/>
                  </a:cubicBezTo>
                  <a:cubicBezTo>
                    <a:pt x="260467" y="83450"/>
                    <a:pt x="258671" y="87642"/>
                    <a:pt x="256875" y="93545"/>
                  </a:cubicBezTo>
                  <a:cubicBezTo>
                    <a:pt x="255079" y="99532"/>
                    <a:pt x="255677" y="108428"/>
                    <a:pt x="250374" y="112021"/>
                  </a:cubicBezTo>
                  <a:lnTo>
                    <a:pt x="244984" y="115613"/>
                  </a:lnTo>
                  <a:cubicBezTo>
                    <a:pt x="244984" y="115613"/>
                    <a:pt x="240196" y="122200"/>
                    <a:pt x="240793" y="128102"/>
                  </a:cubicBezTo>
                  <a:cubicBezTo>
                    <a:pt x="241307" y="133235"/>
                    <a:pt x="240024" y="144098"/>
                    <a:pt x="240110" y="150086"/>
                  </a:cubicBezTo>
                  <a:cubicBezTo>
                    <a:pt x="243702" y="153165"/>
                    <a:pt x="245412" y="156159"/>
                    <a:pt x="245669" y="157271"/>
                  </a:cubicBezTo>
                  <a:lnTo>
                    <a:pt x="245669" y="157271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6B9BB67-FEE8-3DB5-7DC5-CDD2B1E24BD1}"/>
                </a:ext>
              </a:extLst>
            </p:cNvPr>
            <p:cNvSpPr/>
            <p:nvPr/>
          </p:nvSpPr>
          <p:spPr>
            <a:xfrm>
              <a:off x="15892402" y="4124021"/>
              <a:ext cx="415883" cy="1234848"/>
            </a:xfrm>
            <a:custGeom>
              <a:avLst/>
              <a:gdLst>
                <a:gd name="connsiteX0" fmla="*/ 346778 w 415883"/>
                <a:gd name="connsiteY0" fmla="*/ 551513 h 1234848"/>
                <a:gd name="connsiteX1" fmla="*/ 344382 w 415883"/>
                <a:gd name="connsiteY1" fmla="*/ 458617 h 1234848"/>
                <a:gd name="connsiteX2" fmla="*/ 342586 w 415883"/>
                <a:gd name="connsiteY2" fmla="*/ 442535 h 1234848"/>
                <a:gd name="connsiteX3" fmla="*/ 335400 w 415883"/>
                <a:gd name="connsiteY3" fmla="*/ 494372 h 1234848"/>
                <a:gd name="connsiteX4" fmla="*/ 339592 w 415883"/>
                <a:gd name="connsiteY4" fmla="*/ 542018 h 1234848"/>
                <a:gd name="connsiteX5" fmla="*/ 346778 w 415883"/>
                <a:gd name="connsiteY5" fmla="*/ 565028 h 1234848"/>
                <a:gd name="connsiteX6" fmla="*/ 346778 w 415883"/>
                <a:gd name="connsiteY6" fmla="*/ 551513 h 1234848"/>
                <a:gd name="connsiteX7" fmla="*/ 346778 w 415883"/>
                <a:gd name="connsiteY7" fmla="*/ 551513 h 1234848"/>
                <a:gd name="connsiteX8" fmla="*/ 256875 w 415883"/>
                <a:gd name="connsiteY8" fmla="*/ 999826 h 1234848"/>
                <a:gd name="connsiteX9" fmla="*/ 248493 w 415883"/>
                <a:gd name="connsiteY9" fmla="*/ 920103 h 1234848"/>
                <a:gd name="connsiteX10" fmla="*/ 238314 w 415883"/>
                <a:gd name="connsiteY10" fmla="*/ 875793 h 1234848"/>
                <a:gd name="connsiteX11" fmla="*/ 234121 w 415883"/>
                <a:gd name="connsiteY11" fmla="*/ 833195 h 1234848"/>
                <a:gd name="connsiteX12" fmla="*/ 227536 w 415883"/>
                <a:gd name="connsiteY12" fmla="*/ 849960 h 1234848"/>
                <a:gd name="connsiteX13" fmla="*/ 227962 w 415883"/>
                <a:gd name="connsiteY13" fmla="*/ 866384 h 1234848"/>
                <a:gd name="connsiteX14" fmla="*/ 228048 w 415883"/>
                <a:gd name="connsiteY14" fmla="*/ 877077 h 1234848"/>
                <a:gd name="connsiteX15" fmla="*/ 227536 w 415883"/>
                <a:gd name="connsiteY15" fmla="*/ 886571 h 1234848"/>
                <a:gd name="connsiteX16" fmla="*/ 222745 w 415883"/>
                <a:gd name="connsiteY16" fmla="*/ 914115 h 1234848"/>
                <a:gd name="connsiteX17" fmla="*/ 226337 w 415883"/>
                <a:gd name="connsiteY17" fmla="*/ 927203 h 1234848"/>
                <a:gd name="connsiteX18" fmla="*/ 229332 w 415883"/>
                <a:gd name="connsiteY18" fmla="*/ 942258 h 1234848"/>
                <a:gd name="connsiteX19" fmla="*/ 230529 w 415883"/>
                <a:gd name="connsiteY19" fmla="*/ 1007011 h 1234848"/>
                <a:gd name="connsiteX20" fmla="*/ 228219 w 415883"/>
                <a:gd name="connsiteY20" fmla="*/ 1037463 h 1234848"/>
                <a:gd name="connsiteX21" fmla="*/ 222745 w 415883"/>
                <a:gd name="connsiteY21" fmla="*/ 1068000 h 1234848"/>
                <a:gd name="connsiteX22" fmla="*/ 222745 w 415883"/>
                <a:gd name="connsiteY22" fmla="*/ 1082029 h 1234848"/>
                <a:gd name="connsiteX23" fmla="*/ 237115 w 415883"/>
                <a:gd name="connsiteY23" fmla="*/ 1115560 h 1234848"/>
                <a:gd name="connsiteX24" fmla="*/ 240110 w 415883"/>
                <a:gd name="connsiteY24" fmla="*/ 1141907 h 1234848"/>
                <a:gd name="connsiteX25" fmla="*/ 249090 w 415883"/>
                <a:gd name="connsiteY25" fmla="*/ 1120351 h 1234848"/>
                <a:gd name="connsiteX26" fmla="*/ 245498 w 415883"/>
                <a:gd name="connsiteY26" fmla="*/ 1086220 h 1234848"/>
                <a:gd name="connsiteX27" fmla="*/ 256875 w 415883"/>
                <a:gd name="connsiteY27" fmla="*/ 999911 h 1234848"/>
                <a:gd name="connsiteX28" fmla="*/ 256875 w 415883"/>
                <a:gd name="connsiteY28" fmla="*/ 999911 h 1234848"/>
                <a:gd name="connsiteX29" fmla="*/ 112143 w 415883"/>
                <a:gd name="connsiteY29" fmla="*/ 719427 h 1234848"/>
                <a:gd name="connsiteX30" fmla="*/ 105043 w 415883"/>
                <a:gd name="connsiteY30" fmla="*/ 684869 h 1234848"/>
                <a:gd name="connsiteX31" fmla="*/ 97857 w 415883"/>
                <a:gd name="connsiteY31" fmla="*/ 683671 h 1234848"/>
                <a:gd name="connsiteX32" fmla="*/ 98456 w 415883"/>
                <a:gd name="connsiteY32" fmla="*/ 665195 h 1234848"/>
                <a:gd name="connsiteX33" fmla="*/ 99055 w 415883"/>
                <a:gd name="connsiteY33" fmla="*/ 655700 h 1234848"/>
                <a:gd name="connsiteX34" fmla="*/ 96403 w 415883"/>
                <a:gd name="connsiteY34" fmla="*/ 655871 h 1234848"/>
                <a:gd name="connsiteX35" fmla="*/ 95975 w 415883"/>
                <a:gd name="connsiteY35" fmla="*/ 669985 h 1234848"/>
                <a:gd name="connsiteX36" fmla="*/ 93066 w 415883"/>
                <a:gd name="connsiteY36" fmla="*/ 669985 h 1234848"/>
                <a:gd name="connsiteX37" fmla="*/ 90758 w 415883"/>
                <a:gd name="connsiteY37" fmla="*/ 677940 h 1234848"/>
                <a:gd name="connsiteX38" fmla="*/ 89560 w 415883"/>
                <a:gd name="connsiteY38" fmla="*/ 688376 h 1234848"/>
                <a:gd name="connsiteX39" fmla="*/ 89388 w 415883"/>
                <a:gd name="connsiteY39" fmla="*/ 690344 h 1234848"/>
                <a:gd name="connsiteX40" fmla="*/ 93066 w 415883"/>
                <a:gd name="connsiteY40" fmla="*/ 693765 h 1234848"/>
                <a:gd name="connsiteX41" fmla="*/ 101451 w 415883"/>
                <a:gd name="connsiteY41" fmla="*/ 709847 h 1234848"/>
                <a:gd name="connsiteX42" fmla="*/ 103247 w 415883"/>
                <a:gd name="connsiteY42" fmla="*/ 719342 h 1234848"/>
                <a:gd name="connsiteX43" fmla="*/ 110345 w 415883"/>
                <a:gd name="connsiteY43" fmla="*/ 720539 h 1234848"/>
                <a:gd name="connsiteX44" fmla="*/ 112312 w 415883"/>
                <a:gd name="connsiteY44" fmla="*/ 720197 h 1234848"/>
                <a:gd name="connsiteX45" fmla="*/ 112143 w 415883"/>
                <a:gd name="connsiteY45" fmla="*/ 719342 h 1234848"/>
                <a:gd name="connsiteX46" fmla="*/ 112143 w 415883"/>
                <a:gd name="connsiteY46" fmla="*/ 719342 h 1234848"/>
                <a:gd name="connsiteX47" fmla="*/ 87079 w 415883"/>
                <a:gd name="connsiteY47" fmla="*/ 713782 h 1234848"/>
                <a:gd name="connsiteX48" fmla="*/ 82033 w 415883"/>
                <a:gd name="connsiteY48" fmla="*/ 718230 h 1234848"/>
                <a:gd name="connsiteX49" fmla="*/ 75789 w 415883"/>
                <a:gd name="connsiteY49" fmla="*/ 724474 h 1234848"/>
                <a:gd name="connsiteX50" fmla="*/ 68346 w 415883"/>
                <a:gd name="connsiteY50" fmla="*/ 725073 h 1234848"/>
                <a:gd name="connsiteX51" fmla="*/ 69202 w 415883"/>
                <a:gd name="connsiteY51" fmla="*/ 731317 h 1234848"/>
                <a:gd name="connsiteX52" fmla="*/ 90673 w 415883"/>
                <a:gd name="connsiteY52" fmla="*/ 725329 h 1234848"/>
                <a:gd name="connsiteX53" fmla="*/ 87079 w 415883"/>
                <a:gd name="connsiteY53" fmla="*/ 713696 h 1234848"/>
                <a:gd name="connsiteX54" fmla="*/ 87079 w 415883"/>
                <a:gd name="connsiteY54" fmla="*/ 713696 h 1234848"/>
                <a:gd name="connsiteX55" fmla="*/ 411701 w 415883"/>
                <a:gd name="connsiteY55" fmla="*/ 533036 h 1234848"/>
                <a:gd name="connsiteX56" fmla="*/ 402207 w 415883"/>
                <a:gd name="connsiteY56" fmla="*/ 616437 h 1234848"/>
                <a:gd name="connsiteX57" fmla="*/ 401008 w 415883"/>
                <a:gd name="connsiteY57" fmla="*/ 656384 h 1234848"/>
                <a:gd name="connsiteX58" fmla="*/ 396646 w 415883"/>
                <a:gd name="connsiteY58" fmla="*/ 655957 h 1234848"/>
                <a:gd name="connsiteX59" fmla="*/ 395620 w 415883"/>
                <a:gd name="connsiteY59" fmla="*/ 664169 h 1234848"/>
                <a:gd name="connsiteX60" fmla="*/ 385953 w 415883"/>
                <a:gd name="connsiteY60" fmla="*/ 664938 h 1234848"/>
                <a:gd name="connsiteX61" fmla="*/ 385953 w 415883"/>
                <a:gd name="connsiteY61" fmla="*/ 679052 h 1234848"/>
                <a:gd name="connsiteX62" fmla="*/ 383303 w 415883"/>
                <a:gd name="connsiteY62" fmla="*/ 696332 h 1234848"/>
                <a:gd name="connsiteX63" fmla="*/ 375518 w 415883"/>
                <a:gd name="connsiteY63" fmla="*/ 713011 h 1234848"/>
                <a:gd name="connsiteX64" fmla="*/ 367477 w 415883"/>
                <a:gd name="connsiteY64" fmla="*/ 719855 h 1234848"/>
                <a:gd name="connsiteX65" fmla="*/ 363029 w 415883"/>
                <a:gd name="connsiteY65" fmla="*/ 723704 h 1234848"/>
                <a:gd name="connsiteX66" fmla="*/ 357042 w 415883"/>
                <a:gd name="connsiteY66" fmla="*/ 724645 h 1234848"/>
                <a:gd name="connsiteX67" fmla="*/ 350798 w 415883"/>
                <a:gd name="connsiteY67" fmla="*/ 774857 h 1234848"/>
                <a:gd name="connsiteX68" fmla="*/ 338907 w 415883"/>
                <a:gd name="connsiteY68" fmla="*/ 844571 h 1234848"/>
                <a:gd name="connsiteX69" fmla="*/ 335400 w 415883"/>
                <a:gd name="connsiteY69" fmla="*/ 873826 h 1234848"/>
                <a:gd name="connsiteX70" fmla="*/ 335400 w 415883"/>
                <a:gd name="connsiteY70" fmla="*/ 875366 h 1234848"/>
                <a:gd name="connsiteX71" fmla="*/ 336513 w 415883"/>
                <a:gd name="connsiteY71" fmla="*/ 889223 h 1234848"/>
                <a:gd name="connsiteX72" fmla="*/ 337111 w 415883"/>
                <a:gd name="connsiteY72" fmla="*/ 922583 h 1234848"/>
                <a:gd name="connsiteX73" fmla="*/ 337111 w 415883"/>
                <a:gd name="connsiteY73" fmla="*/ 978612 h 1234848"/>
                <a:gd name="connsiteX74" fmla="*/ 336513 w 415883"/>
                <a:gd name="connsiteY74" fmla="*/ 1069113 h 1234848"/>
                <a:gd name="connsiteX75" fmla="*/ 321030 w 415883"/>
                <a:gd name="connsiteY75" fmla="*/ 1142420 h 1234848"/>
                <a:gd name="connsiteX76" fmla="*/ 323425 w 415883"/>
                <a:gd name="connsiteY76" fmla="*/ 1178175 h 1234848"/>
                <a:gd name="connsiteX77" fmla="*/ 320431 w 415883"/>
                <a:gd name="connsiteY77" fmla="*/ 1198448 h 1234848"/>
                <a:gd name="connsiteX78" fmla="*/ 323425 w 415883"/>
                <a:gd name="connsiteY78" fmla="*/ 1218721 h 1234848"/>
                <a:gd name="connsiteX79" fmla="*/ 322826 w 415883"/>
                <a:gd name="connsiteY79" fmla="*/ 1230012 h 1234848"/>
                <a:gd name="connsiteX80" fmla="*/ 275779 w 415883"/>
                <a:gd name="connsiteY80" fmla="*/ 1234803 h 1234848"/>
                <a:gd name="connsiteX81" fmla="*/ 155510 w 415883"/>
                <a:gd name="connsiteY81" fmla="*/ 1233007 h 1234848"/>
                <a:gd name="connsiteX82" fmla="*/ 98285 w 415883"/>
                <a:gd name="connsiteY82" fmla="*/ 1221116 h 1234848"/>
                <a:gd name="connsiteX83" fmla="*/ 114965 w 415883"/>
                <a:gd name="connsiteY83" fmla="*/ 1203238 h 1234848"/>
                <a:gd name="connsiteX84" fmla="*/ 150122 w 415883"/>
                <a:gd name="connsiteY84" fmla="*/ 1190750 h 1234848"/>
                <a:gd name="connsiteX85" fmla="*/ 144732 w 415883"/>
                <a:gd name="connsiteY85" fmla="*/ 1143703 h 1234848"/>
                <a:gd name="connsiteX86" fmla="*/ 141140 w 415883"/>
                <a:gd name="connsiteY86" fmla="*/ 1103243 h 1234848"/>
                <a:gd name="connsiteX87" fmla="*/ 130448 w 415883"/>
                <a:gd name="connsiteY87" fmla="*/ 988278 h 1234848"/>
                <a:gd name="connsiteX88" fmla="*/ 128909 w 415883"/>
                <a:gd name="connsiteY88" fmla="*/ 936526 h 1234848"/>
                <a:gd name="connsiteX89" fmla="*/ 49442 w 415883"/>
                <a:gd name="connsiteY89" fmla="*/ 951924 h 1234848"/>
                <a:gd name="connsiteX90" fmla="*/ 2995 w 415883"/>
                <a:gd name="connsiteY90" fmla="*/ 949528 h 1234848"/>
                <a:gd name="connsiteX91" fmla="*/ 0 w 415883"/>
                <a:gd name="connsiteY91" fmla="*/ 759545 h 1234848"/>
                <a:gd name="connsiteX92" fmla="*/ 8896 w 415883"/>
                <a:gd name="connsiteY92" fmla="*/ 752446 h 1234848"/>
                <a:gd name="connsiteX93" fmla="*/ 58936 w 415883"/>
                <a:gd name="connsiteY93" fmla="*/ 736364 h 1234848"/>
                <a:gd name="connsiteX94" fmla="*/ 58936 w 415883"/>
                <a:gd name="connsiteY94" fmla="*/ 726270 h 1234848"/>
                <a:gd name="connsiteX95" fmla="*/ 57996 w 415883"/>
                <a:gd name="connsiteY95" fmla="*/ 725073 h 1234848"/>
                <a:gd name="connsiteX96" fmla="*/ 42513 w 415883"/>
                <a:gd name="connsiteY96" fmla="*/ 702405 h 1234848"/>
                <a:gd name="connsiteX97" fmla="*/ 40974 w 415883"/>
                <a:gd name="connsiteY97" fmla="*/ 693423 h 1234848"/>
                <a:gd name="connsiteX98" fmla="*/ 50553 w 415883"/>
                <a:gd name="connsiteY98" fmla="*/ 674091 h 1234848"/>
                <a:gd name="connsiteX99" fmla="*/ 55601 w 415883"/>
                <a:gd name="connsiteY99" fmla="*/ 665109 h 1234848"/>
                <a:gd name="connsiteX100" fmla="*/ 56712 w 415883"/>
                <a:gd name="connsiteY100" fmla="*/ 656042 h 1234848"/>
                <a:gd name="connsiteX101" fmla="*/ 54062 w 415883"/>
                <a:gd name="connsiteY101" fmla="*/ 655358 h 1234848"/>
                <a:gd name="connsiteX102" fmla="*/ 57054 w 415883"/>
                <a:gd name="connsiteY102" fmla="*/ 577945 h 1234848"/>
                <a:gd name="connsiteX103" fmla="*/ 64754 w 415883"/>
                <a:gd name="connsiteY103" fmla="*/ 462980 h 1234848"/>
                <a:gd name="connsiteX104" fmla="*/ 77242 w 415883"/>
                <a:gd name="connsiteY104" fmla="*/ 379579 h 1234848"/>
                <a:gd name="connsiteX105" fmla="*/ 87935 w 415883"/>
                <a:gd name="connsiteY105" fmla="*/ 272398 h 1234848"/>
                <a:gd name="connsiteX106" fmla="*/ 99227 w 415883"/>
                <a:gd name="connsiteY106" fmla="*/ 225949 h 1234848"/>
                <a:gd name="connsiteX107" fmla="*/ 185620 w 415883"/>
                <a:gd name="connsiteY107" fmla="*/ 185575 h 1234848"/>
                <a:gd name="connsiteX108" fmla="*/ 186220 w 415883"/>
                <a:gd name="connsiteY108" fmla="*/ 183608 h 1234848"/>
                <a:gd name="connsiteX109" fmla="*/ 192378 w 415883"/>
                <a:gd name="connsiteY109" fmla="*/ 168381 h 1234848"/>
                <a:gd name="connsiteX110" fmla="*/ 188872 w 415883"/>
                <a:gd name="connsiteY110" fmla="*/ 172231 h 1234848"/>
                <a:gd name="connsiteX111" fmla="*/ 180830 w 415883"/>
                <a:gd name="connsiteY111" fmla="*/ 164618 h 1234848"/>
                <a:gd name="connsiteX112" fmla="*/ 177238 w 415883"/>
                <a:gd name="connsiteY112" fmla="*/ 149135 h 1234848"/>
                <a:gd name="connsiteX113" fmla="*/ 168256 w 415883"/>
                <a:gd name="connsiteY113" fmla="*/ 116972 h 1234848"/>
                <a:gd name="connsiteX114" fmla="*/ 166460 w 415883"/>
                <a:gd name="connsiteY114" fmla="*/ 103885 h 1234848"/>
                <a:gd name="connsiteX115" fmla="*/ 156367 w 415883"/>
                <a:gd name="connsiteY115" fmla="*/ 101489 h 1234848"/>
                <a:gd name="connsiteX116" fmla="*/ 155767 w 415883"/>
                <a:gd name="connsiteY116" fmla="*/ 90711 h 1234848"/>
                <a:gd name="connsiteX117" fmla="*/ 170651 w 415883"/>
                <a:gd name="connsiteY117" fmla="*/ 78223 h 1234848"/>
                <a:gd name="connsiteX118" fmla="*/ 168855 w 415883"/>
                <a:gd name="connsiteY118" fmla="*/ 71636 h 1234848"/>
                <a:gd name="connsiteX119" fmla="*/ 169454 w 415883"/>
                <a:gd name="connsiteY119" fmla="*/ 44862 h 1234848"/>
                <a:gd name="connsiteX120" fmla="*/ 189726 w 415883"/>
                <a:gd name="connsiteY120" fmla="*/ 16292 h 1234848"/>
                <a:gd name="connsiteX121" fmla="*/ 250460 w 415883"/>
                <a:gd name="connsiteY121" fmla="*/ 4402 h 1234848"/>
                <a:gd name="connsiteX122" fmla="*/ 287414 w 415883"/>
                <a:gd name="connsiteY122" fmla="*/ 55640 h 1234848"/>
                <a:gd name="connsiteX123" fmla="*/ 278517 w 415883"/>
                <a:gd name="connsiteY123" fmla="*/ 89001 h 1234848"/>
                <a:gd name="connsiteX124" fmla="*/ 279114 w 415883"/>
                <a:gd name="connsiteY124" fmla="*/ 100292 h 1234848"/>
                <a:gd name="connsiteX125" fmla="*/ 263034 w 415883"/>
                <a:gd name="connsiteY125" fmla="*/ 123559 h 1234848"/>
                <a:gd name="connsiteX126" fmla="*/ 260039 w 415883"/>
                <a:gd name="connsiteY126" fmla="*/ 145628 h 1234848"/>
                <a:gd name="connsiteX127" fmla="*/ 260039 w 415883"/>
                <a:gd name="connsiteY127" fmla="*/ 147253 h 1234848"/>
                <a:gd name="connsiteX128" fmla="*/ 259356 w 415883"/>
                <a:gd name="connsiteY128" fmla="*/ 147168 h 1234848"/>
                <a:gd name="connsiteX129" fmla="*/ 270732 w 415883"/>
                <a:gd name="connsiteY129" fmla="*/ 161367 h 1234848"/>
                <a:gd name="connsiteX130" fmla="*/ 282709 w 415883"/>
                <a:gd name="connsiteY130" fmla="*/ 163420 h 1234848"/>
                <a:gd name="connsiteX131" fmla="*/ 296993 w 415883"/>
                <a:gd name="connsiteY131" fmla="*/ 186430 h 1234848"/>
                <a:gd name="connsiteX132" fmla="*/ 346093 w 415883"/>
                <a:gd name="connsiteY132" fmla="*/ 212349 h 1234848"/>
                <a:gd name="connsiteX133" fmla="*/ 398358 w 415883"/>
                <a:gd name="connsiteY133" fmla="*/ 251440 h 1234848"/>
                <a:gd name="connsiteX134" fmla="*/ 399726 w 415883"/>
                <a:gd name="connsiteY134" fmla="*/ 307469 h 1234848"/>
                <a:gd name="connsiteX135" fmla="*/ 411360 w 415883"/>
                <a:gd name="connsiteY135" fmla="*/ 386336 h 1234848"/>
                <a:gd name="connsiteX136" fmla="*/ 414952 w 415883"/>
                <a:gd name="connsiteY136" fmla="*/ 453057 h 1234848"/>
                <a:gd name="connsiteX137" fmla="*/ 411360 w 415883"/>
                <a:gd name="connsiteY137" fmla="*/ 533464 h 1234848"/>
                <a:gd name="connsiteX138" fmla="*/ 411360 w 415883"/>
                <a:gd name="connsiteY138" fmla="*/ 533464 h 1234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415883" h="1234848">
                  <a:moveTo>
                    <a:pt x="346778" y="551513"/>
                  </a:moveTo>
                  <a:cubicBezTo>
                    <a:pt x="345579" y="542018"/>
                    <a:pt x="345579" y="465717"/>
                    <a:pt x="344382" y="458617"/>
                  </a:cubicBezTo>
                  <a:cubicBezTo>
                    <a:pt x="343183" y="451432"/>
                    <a:pt x="344982" y="441937"/>
                    <a:pt x="342586" y="442535"/>
                  </a:cubicBezTo>
                  <a:cubicBezTo>
                    <a:pt x="340191" y="443134"/>
                    <a:pt x="335400" y="473501"/>
                    <a:pt x="335400" y="494372"/>
                  </a:cubicBezTo>
                  <a:cubicBezTo>
                    <a:pt x="335400" y="515244"/>
                    <a:pt x="338395" y="527733"/>
                    <a:pt x="339592" y="542018"/>
                  </a:cubicBezTo>
                  <a:cubicBezTo>
                    <a:pt x="339592" y="542018"/>
                    <a:pt x="343014" y="552710"/>
                    <a:pt x="346778" y="565028"/>
                  </a:cubicBezTo>
                  <a:cubicBezTo>
                    <a:pt x="346949" y="558356"/>
                    <a:pt x="346949" y="553395"/>
                    <a:pt x="346778" y="551513"/>
                  </a:cubicBezTo>
                  <a:lnTo>
                    <a:pt x="346778" y="551513"/>
                  </a:lnTo>
                  <a:close/>
                  <a:moveTo>
                    <a:pt x="256875" y="999826"/>
                  </a:moveTo>
                  <a:cubicBezTo>
                    <a:pt x="254480" y="978868"/>
                    <a:pt x="249090" y="927288"/>
                    <a:pt x="248493" y="920103"/>
                  </a:cubicBezTo>
                  <a:cubicBezTo>
                    <a:pt x="247893" y="912917"/>
                    <a:pt x="239511" y="886571"/>
                    <a:pt x="238314" y="875793"/>
                  </a:cubicBezTo>
                  <a:cubicBezTo>
                    <a:pt x="237115" y="865015"/>
                    <a:pt x="235319" y="836873"/>
                    <a:pt x="234121" y="833195"/>
                  </a:cubicBezTo>
                  <a:cubicBezTo>
                    <a:pt x="234121" y="833195"/>
                    <a:pt x="227536" y="844571"/>
                    <a:pt x="227536" y="849960"/>
                  </a:cubicBezTo>
                  <a:cubicBezTo>
                    <a:pt x="227536" y="852526"/>
                    <a:pt x="227791" y="859284"/>
                    <a:pt x="227962" y="866384"/>
                  </a:cubicBezTo>
                  <a:cubicBezTo>
                    <a:pt x="228219" y="869977"/>
                    <a:pt x="228304" y="873655"/>
                    <a:pt x="228048" y="877077"/>
                  </a:cubicBezTo>
                  <a:cubicBezTo>
                    <a:pt x="228048" y="881182"/>
                    <a:pt x="227876" y="884604"/>
                    <a:pt x="227536" y="886571"/>
                  </a:cubicBezTo>
                  <a:cubicBezTo>
                    <a:pt x="226337" y="893158"/>
                    <a:pt x="222745" y="909325"/>
                    <a:pt x="222745" y="914115"/>
                  </a:cubicBezTo>
                  <a:cubicBezTo>
                    <a:pt x="224456" y="918392"/>
                    <a:pt x="225567" y="922754"/>
                    <a:pt x="226337" y="927203"/>
                  </a:cubicBezTo>
                  <a:cubicBezTo>
                    <a:pt x="228219" y="932934"/>
                    <a:pt x="229929" y="938922"/>
                    <a:pt x="229332" y="942258"/>
                  </a:cubicBezTo>
                  <a:cubicBezTo>
                    <a:pt x="228133" y="948844"/>
                    <a:pt x="229929" y="995634"/>
                    <a:pt x="230529" y="1007011"/>
                  </a:cubicBezTo>
                  <a:cubicBezTo>
                    <a:pt x="230957" y="1014453"/>
                    <a:pt x="230529" y="1026172"/>
                    <a:pt x="228219" y="1037463"/>
                  </a:cubicBezTo>
                  <a:cubicBezTo>
                    <a:pt x="227450" y="1044734"/>
                    <a:pt x="225141" y="1056453"/>
                    <a:pt x="222745" y="1068000"/>
                  </a:cubicBezTo>
                  <a:lnTo>
                    <a:pt x="222745" y="1082029"/>
                  </a:lnTo>
                  <a:cubicBezTo>
                    <a:pt x="222745" y="1089813"/>
                    <a:pt x="235919" y="1107777"/>
                    <a:pt x="237115" y="1115560"/>
                  </a:cubicBezTo>
                  <a:cubicBezTo>
                    <a:pt x="238314" y="1123345"/>
                    <a:pt x="240110" y="1141907"/>
                    <a:pt x="240110" y="1141907"/>
                  </a:cubicBezTo>
                  <a:lnTo>
                    <a:pt x="249090" y="1120351"/>
                  </a:lnTo>
                  <a:cubicBezTo>
                    <a:pt x="249090" y="1120351"/>
                    <a:pt x="243702" y="1099993"/>
                    <a:pt x="245498" y="1086220"/>
                  </a:cubicBezTo>
                  <a:cubicBezTo>
                    <a:pt x="247294" y="1072449"/>
                    <a:pt x="259271" y="1020869"/>
                    <a:pt x="256875" y="999911"/>
                  </a:cubicBezTo>
                  <a:lnTo>
                    <a:pt x="256875" y="999911"/>
                  </a:lnTo>
                  <a:close/>
                  <a:moveTo>
                    <a:pt x="112143" y="719427"/>
                  </a:moveTo>
                  <a:cubicBezTo>
                    <a:pt x="107950" y="702747"/>
                    <a:pt x="105043" y="684869"/>
                    <a:pt x="105043" y="684869"/>
                  </a:cubicBezTo>
                  <a:lnTo>
                    <a:pt x="97857" y="683671"/>
                  </a:lnTo>
                  <a:lnTo>
                    <a:pt x="98456" y="665195"/>
                  </a:lnTo>
                  <a:lnTo>
                    <a:pt x="99055" y="655700"/>
                  </a:lnTo>
                  <a:cubicBezTo>
                    <a:pt x="99055" y="655700"/>
                    <a:pt x="98028" y="655700"/>
                    <a:pt x="96403" y="655871"/>
                  </a:cubicBezTo>
                  <a:lnTo>
                    <a:pt x="95975" y="669985"/>
                  </a:lnTo>
                  <a:cubicBezTo>
                    <a:pt x="95975" y="669985"/>
                    <a:pt x="94864" y="669985"/>
                    <a:pt x="93066" y="669985"/>
                  </a:cubicBezTo>
                  <a:cubicBezTo>
                    <a:pt x="92297" y="672637"/>
                    <a:pt x="91356" y="675973"/>
                    <a:pt x="90758" y="677940"/>
                  </a:cubicBezTo>
                  <a:cubicBezTo>
                    <a:pt x="89560" y="681790"/>
                    <a:pt x="89902" y="686836"/>
                    <a:pt x="89560" y="688376"/>
                  </a:cubicBezTo>
                  <a:lnTo>
                    <a:pt x="89388" y="690344"/>
                  </a:lnTo>
                  <a:cubicBezTo>
                    <a:pt x="90928" y="691028"/>
                    <a:pt x="92297" y="692140"/>
                    <a:pt x="93066" y="693765"/>
                  </a:cubicBezTo>
                  <a:cubicBezTo>
                    <a:pt x="94864" y="697358"/>
                    <a:pt x="101451" y="703260"/>
                    <a:pt x="101451" y="709847"/>
                  </a:cubicBezTo>
                  <a:cubicBezTo>
                    <a:pt x="101451" y="716433"/>
                    <a:pt x="103247" y="719342"/>
                    <a:pt x="103247" y="719342"/>
                  </a:cubicBezTo>
                  <a:cubicBezTo>
                    <a:pt x="103247" y="719342"/>
                    <a:pt x="108635" y="716946"/>
                    <a:pt x="110345" y="720539"/>
                  </a:cubicBezTo>
                  <a:lnTo>
                    <a:pt x="112312" y="720197"/>
                  </a:lnTo>
                  <a:lnTo>
                    <a:pt x="112143" y="719342"/>
                  </a:lnTo>
                  <a:lnTo>
                    <a:pt x="112143" y="719342"/>
                  </a:lnTo>
                  <a:close/>
                  <a:moveTo>
                    <a:pt x="87079" y="713782"/>
                  </a:moveTo>
                  <a:cubicBezTo>
                    <a:pt x="85283" y="717631"/>
                    <a:pt x="83829" y="715236"/>
                    <a:pt x="82033" y="718230"/>
                  </a:cubicBezTo>
                  <a:cubicBezTo>
                    <a:pt x="80235" y="721223"/>
                    <a:pt x="78782" y="723619"/>
                    <a:pt x="75789" y="724474"/>
                  </a:cubicBezTo>
                  <a:cubicBezTo>
                    <a:pt x="72794" y="725415"/>
                    <a:pt x="69202" y="724816"/>
                    <a:pt x="68346" y="725073"/>
                  </a:cubicBezTo>
                  <a:cubicBezTo>
                    <a:pt x="69800" y="728922"/>
                    <a:pt x="69202" y="731317"/>
                    <a:pt x="69202" y="731317"/>
                  </a:cubicBezTo>
                  <a:lnTo>
                    <a:pt x="90673" y="725329"/>
                  </a:lnTo>
                  <a:cubicBezTo>
                    <a:pt x="90673" y="725329"/>
                    <a:pt x="91270" y="715834"/>
                    <a:pt x="87079" y="713696"/>
                  </a:cubicBezTo>
                  <a:lnTo>
                    <a:pt x="87079" y="713696"/>
                  </a:lnTo>
                  <a:close/>
                  <a:moveTo>
                    <a:pt x="411701" y="533036"/>
                  </a:moveTo>
                  <a:cubicBezTo>
                    <a:pt x="406912" y="562804"/>
                    <a:pt x="403318" y="576491"/>
                    <a:pt x="402207" y="616437"/>
                  </a:cubicBezTo>
                  <a:lnTo>
                    <a:pt x="401008" y="656384"/>
                  </a:lnTo>
                  <a:cubicBezTo>
                    <a:pt x="401008" y="656384"/>
                    <a:pt x="399384" y="656214"/>
                    <a:pt x="396646" y="655957"/>
                  </a:cubicBezTo>
                  <a:lnTo>
                    <a:pt x="395620" y="664169"/>
                  </a:lnTo>
                  <a:cubicBezTo>
                    <a:pt x="395620" y="664169"/>
                    <a:pt x="391600" y="664682"/>
                    <a:pt x="385953" y="664938"/>
                  </a:cubicBezTo>
                  <a:cubicBezTo>
                    <a:pt x="385784" y="668018"/>
                    <a:pt x="385356" y="675545"/>
                    <a:pt x="385953" y="679052"/>
                  </a:cubicBezTo>
                  <a:cubicBezTo>
                    <a:pt x="386895" y="683501"/>
                    <a:pt x="384757" y="692739"/>
                    <a:pt x="383303" y="696332"/>
                  </a:cubicBezTo>
                  <a:cubicBezTo>
                    <a:pt x="381848" y="699924"/>
                    <a:pt x="378256" y="711557"/>
                    <a:pt x="375518" y="713011"/>
                  </a:cubicBezTo>
                  <a:cubicBezTo>
                    <a:pt x="372868" y="714552"/>
                    <a:pt x="368931" y="717802"/>
                    <a:pt x="367477" y="719855"/>
                  </a:cubicBezTo>
                  <a:cubicBezTo>
                    <a:pt x="366024" y="721908"/>
                    <a:pt x="366281" y="722849"/>
                    <a:pt x="363029" y="723704"/>
                  </a:cubicBezTo>
                  <a:cubicBezTo>
                    <a:pt x="361062" y="724217"/>
                    <a:pt x="358838" y="724560"/>
                    <a:pt x="357042" y="724645"/>
                  </a:cubicBezTo>
                  <a:cubicBezTo>
                    <a:pt x="356014" y="738503"/>
                    <a:pt x="352765" y="764934"/>
                    <a:pt x="350798" y="774857"/>
                  </a:cubicBezTo>
                  <a:cubicBezTo>
                    <a:pt x="348402" y="786746"/>
                    <a:pt x="346007" y="824897"/>
                    <a:pt x="338907" y="844571"/>
                  </a:cubicBezTo>
                  <a:cubicBezTo>
                    <a:pt x="335058" y="855264"/>
                    <a:pt x="334886" y="865614"/>
                    <a:pt x="335400" y="873826"/>
                  </a:cubicBezTo>
                  <a:lnTo>
                    <a:pt x="335400" y="875366"/>
                  </a:lnTo>
                  <a:cubicBezTo>
                    <a:pt x="336000" y="881524"/>
                    <a:pt x="336768" y="886486"/>
                    <a:pt x="336513" y="889223"/>
                  </a:cubicBezTo>
                  <a:cubicBezTo>
                    <a:pt x="335914" y="895809"/>
                    <a:pt x="338907" y="914201"/>
                    <a:pt x="337111" y="922583"/>
                  </a:cubicBezTo>
                  <a:cubicBezTo>
                    <a:pt x="335315" y="930966"/>
                    <a:pt x="335315" y="966037"/>
                    <a:pt x="337111" y="978612"/>
                  </a:cubicBezTo>
                  <a:cubicBezTo>
                    <a:pt x="338907" y="991100"/>
                    <a:pt x="336513" y="1051235"/>
                    <a:pt x="336513" y="1069113"/>
                  </a:cubicBezTo>
                  <a:cubicBezTo>
                    <a:pt x="336513" y="1086990"/>
                    <a:pt x="322227" y="1132241"/>
                    <a:pt x="321030" y="1142420"/>
                  </a:cubicBezTo>
                  <a:cubicBezTo>
                    <a:pt x="319831" y="1152514"/>
                    <a:pt x="324622" y="1171589"/>
                    <a:pt x="323425" y="1178175"/>
                  </a:cubicBezTo>
                  <a:cubicBezTo>
                    <a:pt x="322227" y="1184762"/>
                    <a:pt x="321629" y="1193059"/>
                    <a:pt x="320431" y="1198448"/>
                  </a:cubicBezTo>
                  <a:cubicBezTo>
                    <a:pt x="319234" y="1203837"/>
                    <a:pt x="323425" y="1216326"/>
                    <a:pt x="323425" y="1218721"/>
                  </a:cubicBezTo>
                  <a:cubicBezTo>
                    <a:pt x="323425" y="1221116"/>
                    <a:pt x="322826" y="1230012"/>
                    <a:pt x="322826" y="1230012"/>
                  </a:cubicBezTo>
                  <a:cubicBezTo>
                    <a:pt x="322826" y="1230012"/>
                    <a:pt x="310937" y="1235401"/>
                    <a:pt x="275779" y="1234803"/>
                  </a:cubicBezTo>
                  <a:cubicBezTo>
                    <a:pt x="275779" y="1234803"/>
                    <a:pt x="184081" y="1234803"/>
                    <a:pt x="155510" y="1233007"/>
                  </a:cubicBezTo>
                  <a:cubicBezTo>
                    <a:pt x="126941" y="1231210"/>
                    <a:pt x="108464" y="1230611"/>
                    <a:pt x="98285" y="1221116"/>
                  </a:cubicBezTo>
                  <a:cubicBezTo>
                    <a:pt x="98285" y="1221116"/>
                    <a:pt x="98285" y="1200844"/>
                    <a:pt x="114965" y="1203238"/>
                  </a:cubicBezTo>
                  <a:cubicBezTo>
                    <a:pt x="114965" y="1203238"/>
                    <a:pt x="132244" y="1206831"/>
                    <a:pt x="150122" y="1190750"/>
                  </a:cubicBezTo>
                  <a:cubicBezTo>
                    <a:pt x="150122" y="1190750"/>
                    <a:pt x="143536" y="1150289"/>
                    <a:pt x="144732" y="1143703"/>
                  </a:cubicBezTo>
                  <a:cubicBezTo>
                    <a:pt x="145931" y="1137202"/>
                    <a:pt x="143536" y="1111540"/>
                    <a:pt x="141140" y="1103243"/>
                  </a:cubicBezTo>
                  <a:cubicBezTo>
                    <a:pt x="138745" y="1094946"/>
                    <a:pt x="128052" y="1007952"/>
                    <a:pt x="130448" y="988278"/>
                  </a:cubicBezTo>
                  <a:cubicBezTo>
                    <a:pt x="131816" y="976644"/>
                    <a:pt x="130448" y="955602"/>
                    <a:pt x="128909" y="936526"/>
                  </a:cubicBezTo>
                  <a:lnTo>
                    <a:pt x="49442" y="951924"/>
                  </a:lnTo>
                  <a:cubicBezTo>
                    <a:pt x="49442" y="951924"/>
                    <a:pt x="4791" y="951924"/>
                    <a:pt x="2995" y="949528"/>
                  </a:cubicBezTo>
                  <a:cubicBezTo>
                    <a:pt x="1197" y="947133"/>
                    <a:pt x="0" y="759545"/>
                    <a:pt x="0" y="759545"/>
                  </a:cubicBezTo>
                  <a:cubicBezTo>
                    <a:pt x="0" y="759545"/>
                    <a:pt x="4791" y="753558"/>
                    <a:pt x="8896" y="752446"/>
                  </a:cubicBezTo>
                  <a:cubicBezTo>
                    <a:pt x="13088" y="751248"/>
                    <a:pt x="60734" y="737561"/>
                    <a:pt x="58936" y="736364"/>
                  </a:cubicBezTo>
                  <a:cubicBezTo>
                    <a:pt x="57225" y="735166"/>
                    <a:pt x="58424" y="731916"/>
                    <a:pt x="58936" y="726270"/>
                  </a:cubicBezTo>
                  <a:lnTo>
                    <a:pt x="57996" y="725073"/>
                  </a:lnTo>
                  <a:cubicBezTo>
                    <a:pt x="55344" y="721480"/>
                    <a:pt x="43712" y="704800"/>
                    <a:pt x="42513" y="702405"/>
                  </a:cubicBezTo>
                  <a:cubicBezTo>
                    <a:pt x="41316" y="700010"/>
                    <a:pt x="40460" y="695562"/>
                    <a:pt x="40974" y="693423"/>
                  </a:cubicBezTo>
                  <a:cubicBezTo>
                    <a:pt x="41573" y="691370"/>
                    <a:pt x="49014" y="677598"/>
                    <a:pt x="50553" y="674091"/>
                  </a:cubicBezTo>
                  <a:cubicBezTo>
                    <a:pt x="51409" y="672038"/>
                    <a:pt x="53805" y="668103"/>
                    <a:pt x="55601" y="665109"/>
                  </a:cubicBezTo>
                  <a:lnTo>
                    <a:pt x="56712" y="656042"/>
                  </a:lnTo>
                  <a:lnTo>
                    <a:pt x="54062" y="655358"/>
                  </a:lnTo>
                  <a:cubicBezTo>
                    <a:pt x="54062" y="655358"/>
                    <a:pt x="56457" y="594625"/>
                    <a:pt x="57054" y="577945"/>
                  </a:cubicBezTo>
                  <a:cubicBezTo>
                    <a:pt x="57654" y="561264"/>
                    <a:pt x="62444" y="485049"/>
                    <a:pt x="64754" y="462980"/>
                  </a:cubicBezTo>
                  <a:cubicBezTo>
                    <a:pt x="67149" y="440910"/>
                    <a:pt x="72537" y="395660"/>
                    <a:pt x="77242" y="379579"/>
                  </a:cubicBezTo>
                  <a:cubicBezTo>
                    <a:pt x="82033" y="363497"/>
                    <a:pt x="84426" y="293783"/>
                    <a:pt x="87935" y="272398"/>
                  </a:cubicBezTo>
                  <a:cubicBezTo>
                    <a:pt x="91527" y="250927"/>
                    <a:pt x="96318" y="228944"/>
                    <a:pt x="99227" y="225949"/>
                  </a:cubicBezTo>
                  <a:cubicBezTo>
                    <a:pt x="102219" y="222956"/>
                    <a:pt x="142082" y="201828"/>
                    <a:pt x="185620" y="185575"/>
                  </a:cubicBezTo>
                  <a:lnTo>
                    <a:pt x="186220" y="183608"/>
                  </a:lnTo>
                  <a:cubicBezTo>
                    <a:pt x="185963" y="178475"/>
                    <a:pt x="188615" y="173172"/>
                    <a:pt x="192378" y="168381"/>
                  </a:cubicBezTo>
                  <a:cubicBezTo>
                    <a:pt x="190240" y="170606"/>
                    <a:pt x="188872" y="172231"/>
                    <a:pt x="188872" y="172231"/>
                  </a:cubicBezTo>
                  <a:cubicBezTo>
                    <a:pt x="184167" y="170434"/>
                    <a:pt x="180830" y="164618"/>
                    <a:pt x="180830" y="164618"/>
                  </a:cubicBezTo>
                  <a:cubicBezTo>
                    <a:pt x="179034" y="161025"/>
                    <a:pt x="180232" y="155722"/>
                    <a:pt x="177238" y="149135"/>
                  </a:cubicBezTo>
                  <a:cubicBezTo>
                    <a:pt x="174243" y="142548"/>
                    <a:pt x="168855" y="126467"/>
                    <a:pt x="168256" y="116972"/>
                  </a:cubicBezTo>
                  <a:cubicBezTo>
                    <a:pt x="167658" y="107477"/>
                    <a:pt x="166460" y="103885"/>
                    <a:pt x="166460" y="103885"/>
                  </a:cubicBezTo>
                  <a:cubicBezTo>
                    <a:pt x="166460" y="103885"/>
                    <a:pt x="159274" y="103885"/>
                    <a:pt x="156367" y="101489"/>
                  </a:cubicBezTo>
                  <a:cubicBezTo>
                    <a:pt x="153372" y="99095"/>
                    <a:pt x="152775" y="93107"/>
                    <a:pt x="155767" y="90711"/>
                  </a:cubicBezTo>
                  <a:cubicBezTo>
                    <a:pt x="158762" y="88317"/>
                    <a:pt x="170651" y="78223"/>
                    <a:pt x="170651" y="78223"/>
                  </a:cubicBezTo>
                  <a:lnTo>
                    <a:pt x="168855" y="71636"/>
                  </a:lnTo>
                  <a:cubicBezTo>
                    <a:pt x="167059" y="65135"/>
                    <a:pt x="170052" y="51962"/>
                    <a:pt x="169454" y="44862"/>
                  </a:cubicBezTo>
                  <a:cubicBezTo>
                    <a:pt x="168855" y="37762"/>
                    <a:pt x="185535" y="19286"/>
                    <a:pt x="189726" y="16292"/>
                  </a:cubicBezTo>
                  <a:cubicBezTo>
                    <a:pt x="193917" y="13298"/>
                    <a:pt x="214106" y="-9369"/>
                    <a:pt x="250460" y="4402"/>
                  </a:cubicBezTo>
                  <a:cubicBezTo>
                    <a:pt x="286814" y="18088"/>
                    <a:pt x="286215" y="43665"/>
                    <a:pt x="287414" y="55640"/>
                  </a:cubicBezTo>
                  <a:cubicBezTo>
                    <a:pt x="288610" y="67531"/>
                    <a:pt x="278517" y="89001"/>
                    <a:pt x="278517" y="89001"/>
                  </a:cubicBezTo>
                  <a:cubicBezTo>
                    <a:pt x="278517" y="89001"/>
                    <a:pt x="282109" y="85408"/>
                    <a:pt x="279114" y="100292"/>
                  </a:cubicBezTo>
                  <a:cubicBezTo>
                    <a:pt x="276122" y="115176"/>
                    <a:pt x="263034" y="123559"/>
                    <a:pt x="263034" y="123559"/>
                  </a:cubicBezTo>
                  <a:cubicBezTo>
                    <a:pt x="261837" y="127151"/>
                    <a:pt x="260039" y="145628"/>
                    <a:pt x="260039" y="145628"/>
                  </a:cubicBezTo>
                  <a:lnTo>
                    <a:pt x="260039" y="147253"/>
                  </a:lnTo>
                  <a:cubicBezTo>
                    <a:pt x="260039" y="147253"/>
                    <a:pt x="259356" y="147168"/>
                    <a:pt x="259356" y="147168"/>
                  </a:cubicBezTo>
                  <a:cubicBezTo>
                    <a:pt x="263291" y="149477"/>
                    <a:pt x="268167" y="157090"/>
                    <a:pt x="270732" y="161367"/>
                  </a:cubicBezTo>
                  <a:cubicBezTo>
                    <a:pt x="274923" y="161795"/>
                    <a:pt x="279029" y="162479"/>
                    <a:pt x="282709" y="163420"/>
                  </a:cubicBezTo>
                  <a:cubicBezTo>
                    <a:pt x="282709" y="163420"/>
                    <a:pt x="294512" y="181298"/>
                    <a:pt x="296993" y="186430"/>
                  </a:cubicBezTo>
                  <a:cubicBezTo>
                    <a:pt x="296993" y="186430"/>
                    <a:pt x="324451" y="203624"/>
                    <a:pt x="346093" y="212349"/>
                  </a:cubicBezTo>
                  <a:cubicBezTo>
                    <a:pt x="367734" y="221074"/>
                    <a:pt x="391429" y="238267"/>
                    <a:pt x="398358" y="251440"/>
                  </a:cubicBezTo>
                  <a:cubicBezTo>
                    <a:pt x="405285" y="264613"/>
                    <a:pt x="397930" y="296349"/>
                    <a:pt x="399726" y="307469"/>
                  </a:cubicBezTo>
                  <a:cubicBezTo>
                    <a:pt x="399726" y="307469"/>
                    <a:pt x="406570" y="371452"/>
                    <a:pt x="411360" y="386336"/>
                  </a:cubicBezTo>
                  <a:cubicBezTo>
                    <a:pt x="416149" y="401220"/>
                    <a:pt x="413156" y="437575"/>
                    <a:pt x="414952" y="453057"/>
                  </a:cubicBezTo>
                  <a:cubicBezTo>
                    <a:pt x="416748" y="468540"/>
                    <a:pt x="416149" y="503696"/>
                    <a:pt x="411360" y="533464"/>
                  </a:cubicBezTo>
                  <a:lnTo>
                    <a:pt x="411360" y="533464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D832A3A-5E9B-FD04-3D0E-4E932ACF53AD}"/>
                </a:ext>
              </a:extLst>
            </p:cNvPr>
            <p:cNvSpPr/>
            <p:nvPr/>
          </p:nvSpPr>
          <p:spPr>
            <a:xfrm>
              <a:off x="15434937" y="4113907"/>
              <a:ext cx="406912" cy="1245915"/>
            </a:xfrm>
            <a:custGeom>
              <a:avLst/>
              <a:gdLst>
                <a:gd name="connsiteX0" fmla="*/ 336171 w 406912"/>
                <a:gd name="connsiteY0" fmla="*/ 732108 h 1245915"/>
                <a:gd name="connsiteX1" fmla="*/ 332491 w 406912"/>
                <a:gd name="connsiteY1" fmla="*/ 734674 h 1245915"/>
                <a:gd name="connsiteX2" fmla="*/ 324108 w 406912"/>
                <a:gd name="connsiteY2" fmla="*/ 739464 h 1245915"/>
                <a:gd name="connsiteX3" fmla="*/ 316924 w 406912"/>
                <a:gd name="connsiteY3" fmla="*/ 740063 h 1245915"/>
                <a:gd name="connsiteX4" fmla="*/ 318720 w 406912"/>
                <a:gd name="connsiteY4" fmla="*/ 748959 h 1245915"/>
                <a:gd name="connsiteX5" fmla="*/ 335657 w 406912"/>
                <a:gd name="connsiteY5" fmla="*/ 736470 h 1245915"/>
                <a:gd name="connsiteX6" fmla="*/ 336000 w 406912"/>
                <a:gd name="connsiteY6" fmla="*/ 732108 h 1245915"/>
                <a:gd name="connsiteX7" fmla="*/ 336000 w 406912"/>
                <a:gd name="connsiteY7" fmla="*/ 732108 h 1245915"/>
                <a:gd name="connsiteX8" fmla="*/ 307514 w 406912"/>
                <a:gd name="connsiteY8" fmla="*/ 729969 h 1245915"/>
                <a:gd name="connsiteX9" fmla="*/ 303922 w 406912"/>
                <a:gd name="connsiteY9" fmla="*/ 723554 h 1245915"/>
                <a:gd name="connsiteX10" fmla="*/ 296137 w 406912"/>
                <a:gd name="connsiteY10" fmla="*/ 740319 h 1245915"/>
                <a:gd name="connsiteX11" fmla="*/ 297678 w 406912"/>
                <a:gd name="connsiteY11" fmla="*/ 763586 h 1245915"/>
                <a:gd name="connsiteX12" fmla="*/ 308882 w 406912"/>
                <a:gd name="connsiteY12" fmla="*/ 753835 h 1245915"/>
                <a:gd name="connsiteX13" fmla="*/ 307514 w 406912"/>
                <a:gd name="connsiteY13" fmla="*/ 737753 h 1245915"/>
                <a:gd name="connsiteX14" fmla="*/ 309396 w 406912"/>
                <a:gd name="connsiteY14" fmla="*/ 733220 h 1245915"/>
                <a:gd name="connsiteX15" fmla="*/ 307343 w 406912"/>
                <a:gd name="connsiteY15" fmla="*/ 729884 h 1245915"/>
                <a:gd name="connsiteX16" fmla="*/ 307343 w 406912"/>
                <a:gd name="connsiteY16" fmla="*/ 729884 h 1245915"/>
                <a:gd name="connsiteX17" fmla="*/ 303237 w 406912"/>
                <a:gd name="connsiteY17" fmla="*/ 515436 h 1245915"/>
                <a:gd name="connsiteX18" fmla="*/ 300585 w 406912"/>
                <a:gd name="connsiteY18" fmla="*/ 502519 h 1245915"/>
                <a:gd name="connsiteX19" fmla="*/ 296993 w 406912"/>
                <a:gd name="connsiteY19" fmla="*/ 522193 h 1245915"/>
                <a:gd name="connsiteX20" fmla="*/ 303237 w 406912"/>
                <a:gd name="connsiteY20" fmla="*/ 548540 h 1245915"/>
                <a:gd name="connsiteX21" fmla="*/ 305033 w 406912"/>
                <a:gd name="connsiteY21" fmla="*/ 529293 h 1245915"/>
                <a:gd name="connsiteX22" fmla="*/ 303237 w 406912"/>
                <a:gd name="connsiteY22" fmla="*/ 515436 h 1245915"/>
                <a:gd name="connsiteX23" fmla="*/ 303237 w 406912"/>
                <a:gd name="connsiteY23" fmla="*/ 515436 h 1245915"/>
                <a:gd name="connsiteX24" fmla="*/ 399726 w 406912"/>
                <a:gd name="connsiteY24" fmla="*/ 725350 h 1245915"/>
                <a:gd name="connsiteX25" fmla="*/ 405970 w 406912"/>
                <a:gd name="connsiteY25" fmla="*/ 734759 h 1245915"/>
                <a:gd name="connsiteX26" fmla="*/ 406912 w 406912"/>
                <a:gd name="connsiteY26" fmla="*/ 878637 h 1245915"/>
                <a:gd name="connsiteX27" fmla="*/ 406912 w 406912"/>
                <a:gd name="connsiteY27" fmla="*/ 939797 h 1245915"/>
                <a:gd name="connsiteX28" fmla="*/ 307257 w 406912"/>
                <a:gd name="connsiteY28" fmla="*/ 990266 h 1245915"/>
                <a:gd name="connsiteX29" fmla="*/ 305461 w 406912"/>
                <a:gd name="connsiteY29" fmla="*/ 988213 h 1245915"/>
                <a:gd name="connsiteX30" fmla="*/ 314700 w 406912"/>
                <a:gd name="connsiteY30" fmla="*/ 1095736 h 1245915"/>
                <a:gd name="connsiteX31" fmla="*/ 317096 w 406912"/>
                <a:gd name="connsiteY31" fmla="*/ 1141329 h 1245915"/>
                <a:gd name="connsiteX32" fmla="*/ 317350 w 406912"/>
                <a:gd name="connsiteY32" fmla="*/ 1188033 h 1245915"/>
                <a:gd name="connsiteX33" fmla="*/ 307257 w 406912"/>
                <a:gd name="connsiteY33" fmla="*/ 1216347 h 1245915"/>
                <a:gd name="connsiteX34" fmla="*/ 306915 w 406912"/>
                <a:gd name="connsiteY34" fmla="*/ 1221736 h 1245915"/>
                <a:gd name="connsiteX35" fmla="*/ 307514 w 406912"/>
                <a:gd name="connsiteY35" fmla="*/ 1241410 h 1245915"/>
                <a:gd name="connsiteX36" fmla="*/ 264316 w 406912"/>
                <a:gd name="connsiteY36" fmla="*/ 1244404 h 1245915"/>
                <a:gd name="connsiteX37" fmla="*/ 229161 w 406912"/>
                <a:gd name="connsiteY37" fmla="*/ 1239613 h 1245915"/>
                <a:gd name="connsiteX38" fmla="*/ 231214 w 406912"/>
                <a:gd name="connsiteY38" fmla="*/ 1227381 h 1245915"/>
                <a:gd name="connsiteX39" fmla="*/ 236858 w 406912"/>
                <a:gd name="connsiteY39" fmla="*/ 1217886 h 1245915"/>
                <a:gd name="connsiteX40" fmla="*/ 238312 w 406912"/>
                <a:gd name="connsiteY40" fmla="*/ 1203003 h 1245915"/>
                <a:gd name="connsiteX41" fmla="*/ 227876 w 406912"/>
                <a:gd name="connsiteY41" fmla="*/ 1166648 h 1245915"/>
                <a:gd name="connsiteX42" fmla="*/ 234121 w 406912"/>
                <a:gd name="connsiteY42" fmla="*/ 1143724 h 1245915"/>
                <a:gd name="connsiteX43" fmla="*/ 230871 w 406912"/>
                <a:gd name="connsiteY43" fmla="*/ 1109764 h 1245915"/>
                <a:gd name="connsiteX44" fmla="*/ 226680 w 406912"/>
                <a:gd name="connsiteY44" fmla="*/ 1060922 h 1245915"/>
                <a:gd name="connsiteX45" fmla="*/ 224627 w 406912"/>
                <a:gd name="connsiteY45" fmla="*/ 945358 h 1245915"/>
                <a:gd name="connsiteX46" fmla="*/ 220179 w 406912"/>
                <a:gd name="connsiteY46" fmla="*/ 923031 h 1245915"/>
                <a:gd name="connsiteX47" fmla="*/ 214191 w 406912"/>
                <a:gd name="connsiteY47" fmla="*/ 898910 h 1245915"/>
                <a:gd name="connsiteX48" fmla="*/ 207947 w 406912"/>
                <a:gd name="connsiteY48" fmla="*/ 855114 h 1245915"/>
                <a:gd name="connsiteX49" fmla="*/ 200761 w 406912"/>
                <a:gd name="connsiteY49" fmla="*/ 833729 h 1245915"/>
                <a:gd name="connsiteX50" fmla="*/ 198451 w 406912"/>
                <a:gd name="connsiteY50" fmla="*/ 829879 h 1245915"/>
                <a:gd name="connsiteX51" fmla="*/ 198109 w 406912"/>
                <a:gd name="connsiteY51" fmla="*/ 829879 h 1245915"/>
                <a:gd name="connsiteX52" fmla="*/ 196056 w 406912"/>
                <a:gd name="connsiteY52" fmla="*/ 857166 h 1245915"/>
                <a:gd name="connsiteX53" fmla="*/ 194003 w 406912"/>
                <a:gd name="connsiteY53" fmla="*/ 889329 h 1245915"/>
                <a:gd name="connsiteX54" fmla="*/ 201189 w 406912"/>
                <a:gd name="connsiteY54" fmla="*/ 934580 h 1245915"/>
                <a:gd name="connsiteX55" fmla="*/ 197595 w 406912"/>
                <a:gd name="connsiteY55" fmla="*/ 956649 h 1245915"/>
                <a:gd name="connsiteX56" fmla="*/ 194346 w 406912"/>
                <a:gd name="connsiteY56" fmla="*/ 1031068 h 1245915"/>
                <a:gd name="connsiteX57" fmla="*/ 191950 w 406912"/>
                <a:gd name="connsiteY57" fmla="*/ 1074864 h 1245915"/>
                <a:gd name="connsiteX58" fmla="*/ 186903 w 406912"/>
                <a:gd name="connsiteY58" fmla="*/ 1101382 h 1245915"/>
                <a:gd name="connsiteX59" fmla="*/ 189640 w 406912"/>
                <a:gd name="connsiteY59" fmla="*/ 1107797 h 1245915"/>
                <a:gd name="connsiteX60" fmla="*/ 186903 w 406912"/>
                <a:gd name="connsiteY60" fmla="*/ 1101382 h 1245915"/>
                <a:gd name="connsiteX61" fmla="*/ 190240 w 406912"/>
                <a:gd name="connsiteY61" fmla="*/ 1108909 h 1245915"/>
                <a:gd name="connsiteX62" fmla="*/ 196998 w 406912"/>
                <a:gd name="connsiteY62" fmla="*/ 1125247 h 1245915"/>
                <a:gd name="connsiteX63" fmla="*/ 198794 w 406912"/>
                <a:gd name="connsiteY63" fmla="*/ 1152620 h 1245915"/>
                <a:gd name="connsiteX64" fmla="*/ 194602 w 406912"/>
                <a:gd name="connsiteY64" fmla="*/ 1187434 h 1245915"/>
                <a:gd name="connsiteX65" fmla="*/ 198194 w 406912"/>
                <a:gd name="connsiteY65" fmla="*/ 1209760 h 1245915"/>
                <a:gd name="connsiteX66" fmla="*/ 197595 w 406912"/>
                <a:gd name="connsiteY66" fmla="*/ 1220196 h 1245915"/>
                <a:gd name="connsiteX67" fmla="*/ 199393 w 406912"/>
                <a:gd name="connsiteY67" fmla="*/ 1227980 h 1245915"/>
                <a:gd name="connsiteX68" fmla="*/ 200590 w 406912"/>
                <a:gd name="connsiteY68" fmla="*/ 1240811 h 1245915"/>
                <a:gd name="connsiteX69" fmla="*/ 138916 w 406912"/>
                <a:gd name="connsiteY69" fmla="*/ 1242608 h 1245915"/>
                <a:gd name="connsiteX70" fmla="*/ 138060 w 406912"/>
                <a:gd name="connsiteY70" fmla="*/ 1237560 h 1245915"/>
                <a:gd name="connsiteX71" fmla="*/ 97514 w 406912"/>
                <a:gd name="connsiteY71" fmla="*/ 1245601 h 1245915"/>
                <a:gd name="connsiteX72" fmla="*/ 45679 w 406912"/>
                <a:gd name="connsiteY72" fmla="*/ 1239357 h 1245915"/>
                <a:gd name="connsiteX73" fmla="*/ 46875 w 406912"/>
                <a:gd name="connsiteY73" fmla="*/ 1233112 h 1245915"/>
                <a:gd name="connsiteX74" fmla="*/ 49271 w 406912"/>
                <a:gd name="connsiteY74" fmla="*/ 1223532 h 1245915"/>
                <a:gd name="connsiteX75" fmla="*/ 79895 w 406912"/>
                <a:gd name="connsiteY75" fmla="*/ 1215834 h 1245915"/>
                <a:gd name="connsiteX76" fmla="*/ 107267 w 406912"/>
                <a:gd name="connsiteY76" fmla="*/ 1191711 h 1245915"/>
                <a:gd name="connsiteX77" fmla="*/ 105471 w 406912"/>
                <a:gd name="connsiteY77" fmla="*/ 1178025 h 1245915"/>
                <a:gd name="connsiteX78" fmla="*/ 109917 w 406912"/>
                <a:gd name="connsiteY78" fmla="*/ 1104205 h 1245915"/>
                <a:gd name="connsiteX79" fmla="*/ 105471 w 406912"/>
                <a:gd name="connsiteY79" fmla="*/ 1076489 h 1245915"/>
                <a:gd name="connsiteX80" fmla="*/ 103418 w 406912"/>
                <a:gd name="connsiteY80" fmla="*/ 990437 h 1245915"/>
                <a:gd name="connsiteX81" fmla="*/ 91527 w 406912"/>
                <a:gd name="connsiteY81" fmla="*/ 843651 h 1245915"/>
                <a:gd name="connsiteX82" fmla="*/ 71595 w 406912"/>
                <a:gd name="connsiteY82" fmla="*/ 703366 h 1245915"/>
                <a:gd name="connsiteX83" fmla="*/ 68774 w 406912"/>
                <a:gd name="connsiteY83" fmla="*/ 703366 h 1245915"/>
                <a:gd name="connsiteX84" fmla="*/ 58510 w 406912"/>
                <a:gd name="connsiteY84" fmla="*/ 700971 h 1245915"/>
                <a:gd name="connsiteX85" fmla="*/ 58339 w 406912"/>
                <a:gd name="connsiteY85" fmla="*/ 700030 h 1245915"/>
                <a:gd name="connsiteX86" fmla="*/ 56455 w 406912"/>
                <a:gd name="connsiteY86" fmla="*/ 691391 h 1245915"/>
                <a:gd name="connsiteX87" fmla="*/ 55429 w 406912"/>
                <a:gd name="connsiteY87" fmla="*/ 691990 h 1245915"/>
                <a:gd name="connsiteX88" fmla="*/ 55001 w 406912"/>
                <a:gd name="connsiteY88" fmla="*/ 699089 h 1245915"/>
                <a:gd name="connsiteX89" fmla="*/ 54744 w 406912"/>
                <a:gd name="connsiteY89" fmla="*/ 699260 h 1245915"/>
                <a:gd name="connsiteX90" fmla="*/ 61588 w 406912"/>
                <a:gd name="connsiteY90" fmla="*/ 715769 h 1245915"/>
                <a:gd name="connsiteX91" fmla="*/ 52606 w 406912"/>
                <a:gd name="connsiteY91" fmla="*/ 725863 h 1245915"/>
                <a:gd name="connsiteX92" fmla="*/ 49613 w 406912"/>
                <a:gd name="connsiteY92" fmla="*/ 718678 h 1245915"/>
                <a:gd name="connsiteX93" fmla="*/ 45422 w 406912"/>
                <a:gd name="connsiteY93" fmla="*/ 705590 h 1245915"/>
                <a:gd name="connsiteX94" fmla="*/ 42427 w 406912"/>
                <a:gd name="connsiteY94" fmla="*/ 712776 h 1245915"/>
                <a:gd name="connsiteX95" fmla="*/ 46019 w 406912"/>
                <a:gd name="connsiteY95" fmla="*/ 721757 h 1245915"/>
                <a:gd name="connsiteX96" fmla="*/ 50211 w 406912"/>
                <a:gd name="connsiteY96" fmla="*/ 727659 h 1245915"/>
                <a:gd name="connsiteX97" fmla="*/ 50810 w 406912"/>
                <a:gd name="connsiteY97" fmla="*/ 733049 h 1245915"/>
                <a:gd name="connsiteX98" fmla="*/ 59193 w 406912"/>
                <a:gd name="connsiteY98" fmla="*/ 731252 h 1245915"/>
                <a:gd name="connsiteX99" fmla="*/ 49699 w 406912"/>
                <a:gd name="connsiteY99" fmla="*/ 743142 h 1245915"/>
                <a:gd name="connsiteX100" fmla="*/ 27030 w 406912"/>
                <a:gd name="connsiteY100" fmla="*/ 750841 h 1245915"/>
                <a:gd name="connsiteX101" fmla="*/ 16337 w 406912"/>
                <a:gd name="connsiteY101" fmla="*/ 729370 h 1245915"/>
                <a:gd name="connsiteX102" fmla="*/ 7441 w 406912"/>
                <a:gd name="connsiteY102" fmla="*/ 715085 h 1245915"/>
                <a:gd name="connsiteX103" fmla="*/ 8554 w 406912"/>
                <a:gd name="connsiteY103" fmla="*/ 697207 h 1245915"/>
                <a:gd name="connsiteX104" fmla="*/ 7783 w 406912"/>
                <a:gd name="connsiteY104" fmla="*/ 696437 h 1245915"/>
                <a:gd name="connsiteX105" fmla="*/ 0 w 406912"/>
                <a:gd name="connsiteY105" fmla="*/ 690963 h 1245915"/>
                <a:gd name="connsiteX106" fmla="*/ 4791 w 406912"/>
                <a:gd name="connsiteY106" fmla="*/ 471810 h 1245915"/>
                <a:gd name="connsiteX107" fmla="*/ 12232 w 406912"/>
                <a:gd name="connsiteY107" fmla="*/ 376776 h 1245915"/>
                <a:gd name="connsiteX108" fmla="*/ 11889 w 406912"/>
                <a:gd name="connsiteY108" fmla="*/ 331782 h 1245915"/>
                <a:gd name="connsiteX109" fmla="*/ 18476 w 406912"/>
                <a:gd name="connsiteY109" fmla="*/ 282683 h 1245915"/>
                <a:gd name="connsiteX110" fmla="*/ 24123 w 406912"/>
                <a:gd name="connsiteY110" fmla="*/ 237091 h 1245915"/>
                <a:gd name="connsiteX111" fmla="*/ 59278 w 406912"/>
                <a:gd name="connsiteY111" fmla="*/ 214764 h 1245915"/>
                <a:gd name="connsiteX112" fmla="*/ 115821 w 406912"/>
                <a:gd name="connsiteY112" fmla="*/ 189445 h 1245915"/>
                <a:gd name="connsiteX113" fmla="*/ 129934 w 406912"/>
                <a:gd name="connsiteY113" fmla="*/ 170968 h 1245915"/>
                <a:gd name="connsiteX114" fmla="*/ 130448 w 406912"/>
                <a:gd name="connsiteY114" fmla="*/ 168145 h 1245915"/>
                <a:gd name="connsiteX115" fmla="*/ 119584 w 406912"/>
                <a:gd name="connsiteY115" fmla="*/ 157196 h 1245915"/>
                <a:gd name="connsiteX116" fmla="*/ 113939 w 406912"/>
                <a:gd name="connsiteY116" fmla="*/ 129310 h 1245915"/>
                <a:gd name="connsiteX117" fmla="*/ 111458 w 406912"/>
                <a:gd name="connsiteY117" fmla="*/ 123323 h 1245915"/>
                <a:gd name="connsiteX118" fmla="*/ 110174 w 406912"/>
                <a:gd name="connsiteY118" fmla="*/ 96977 h 1245915"/>
                <a:gd name="connsiteX119" fmla="*/ 109234 w 406912"/>
                <a:gd name="connsiteY119" fmla="*/ 89449 h 1245915"/>
                <a:gd name="connsiteX120" fmla="*/ 110516 w 406912"/>
                <a:gd name="connsiteY120" fmla="*/ 84146 h 1245915"/>
                <a:gd name="connsiteX121" fmla="*/ 109577 w 406912"/>
                <a:gd name="connsiteY121" fmla="*/ 48390 h 1245915"/>
                <a:gd name="connsiteX122" fmla="*/ 129335 w 406912"/>
                <a:gd name="connsiteY122" fmla="*/ 19563 h 1245915"/>
                <a:gd name="connsiteX123" fmla="*/ 138146 w 406912"/>
                <a:gd name="connsiteY123" fmla="*/ 10753 h 1245915"/>
                <a:gd name="connsiteX124" fmla="*/ 150976 w 406912"/>
                <a:gd name="connsiteY124" fmla="*/ 3910 h 1245915"/>
                <a:gd name="connsiteX125" fmla="*/ 169112 w 406912"/>
                <a:gd name="connsiteY125" fmla="*/ 146 h 1245915"/>
                <a:gd name="connsiteX126" fmla="*/ 190154 w 406912"/>
                <a:gd name="connsiteY126" fmla="*/ 7673 h 1245915"/>
                <a:gd name="connsiteX127" fmla="*/ 204867 w 406912"/>
                <a:gd name="connsiteY127" fmla="*/ 18965 h 1245915"/>
                <a:gd name="connsiteX128" fmla="*/ 211111 w 406912"/>
                <a:gd name="connsiteY128" fmla="*/ 29657 h 1245915"/>
                <a:gd name="connsiteX129" fmla="*/ 214277 w 406912"/>
                <a:gd name="connsiteY129" fmla="*/ 38724 h 1245915"/>
                <a:gd name="connsiteX130" fmla="*/ 220864 w 406912"/>
                <a:gd name="connsiteY130" fmla="*/ 59425 h 1245915"/>
                <a:gd name="connsiteX131" fmla="*/ 219322 w 406912"/>
                <a:gd name="connsiteY131" fmla="*/ 82606 h 1245915"/>
                <a:gd name="connsiteX132" fmla="*/ 220264 w 406912"/>
                <a:gd name="connsiteY132" fmla="*/ 88594 h 1245915"/>
                <a:gd name="connsiteX133" fmla="*/ 221803 w 406912"/>
                <a:gd name="connsiteY133" fmla="*/ 94239 h 1245915"/>
                <a:gd name="connsiteX134" fmla="*/ 218040 w 406912"/>
                <a:gd name="connsiteY134" fmla="*/ 123408 h 1245915"/>
                <a:gd name="connsiteX135" fmla="*/ 208033 w 406912"/>
                <a:gd name="connsiteY135" fmla="*/ 129054 h 1245915"/>
                <a:gd name="connsiteX136" fmla="*/ 203328 w 406912"/>
                <a:gd name="connsiteY136" fmla="*/ 137522 h 1245915"/>
                <a:gd name="connsiteX137" fmla="*/ 202129 w 406912"/>
                <a:gd name="connsiteY137" fmla="*/ 150353 h 1245915"/>
                <a:gd name="connsiteX138" fmla="*/ 202300 w 406912"/>
                <a:gd name="connsiteY138" fmla="*/ 150353 h 1245915"/>
                <a:gd name="connsiteX139" fmla="*/ 204011 w 406912"/>
                <a:gd name="connsiteY139" fmla="*/ 156170 h 1245915"/>
                <a:gd name="connsiteX140" fmla="*/ 204524 w 406912"/>
                <a:gd name="connsiteY140" fmla="*/ 156341 h 1245915"/>
                <a:gd name="connsiteX141" fmla="*/ 213763 w 406912"/>
                <a:gd name="connsiteY141" fmla="*/ 166435 h 1245915"/>
                <a:gd name="connsiteX142" fmla="*/ 228390 w 406912"/>
                <a:gd name="connsiteY142" fmla="*/ 178923 h 1245915"/>
                <a:gd name="connsiteX143" fmla="*/ 276036 w 406912"/>
                <a:gd name="connsiteY143" fmla="*/ 205098 h 1245915"/>
                <a:gd name="connsiteX144" fmla="*/ 313844 w 406912"/>
                <a:gd name="connsiteY144" fmla="*/ 220923 h 1245915"/>
                <a:gd name="connsiteX145" fmla="*/ 336768 w 406912"/>
                <a:gd name="connsiteY145" fmla="*/ 266431 h 1245915"/>
                <a:gd name="connsiteX146" fmla="*/ 355843 w 406912"/>
                <a:gd name="connsiteY146" fmla="*/ 344785 h 1245915"/>
                <a:gd name="connsiteX147" fmla="*/ 357898 w 406912"/>
                <a:gd name="connsiteY147" fmla="*/ 392088 h 1245915"/>
                <a:gd name="connsiteX148" fmla="*/ 354903 w 406912"/>
                <a:gd name="connsiteY148" fmla="*/ 421001 h 1245915"/>
                <a:gd name="connsiteX149" fmla="*/ 362004 w 406912"/>
                <a:gd name="connsiteY149" fmla="*/ 492511 h 1245915"/>
                <a:gd name="connsiteX150" fmla="*/ 363200 w 406912"/>
                <a:gd name="connsiteY150" fmla="*/ 591395 h 1245915"/>
                <a:gd name="connsiteX151" fmla="*/ 365853 w 406912"/>
                <a:gd name="connsiteY151" fmla="*/ 670947 h 1245915"/>
                <a:gd name="connsiteX152" fmla="*/ 361747 w 406912"/>
                <a:gd name="connsiteY152" fmla="*/ 670776 h 1245915"/>
                <a:gd name="connsiteX153" fmla="*/ 362858 w 406912"/>
                <a:gd name="connsiteY153" fmla="*/ 687028 h 1245915"/>
                <a:gd name="connsiteX154" fmla="*/ 352080 w 406912"/>
                <a:gd name="connsiteY154" fmla="*/ 687285 h 1245915"/>
                <a:gd name="connsiteX155" fmla="*/ 352765 w 406912"/>
                <a:gd name="connsiteY155" fmla="*/ 703709 h 1245915"/>
                <a:gd name="connsiteX156" fmla="*/ 344468 w 406912"/>
                <a:gd name="connsiteY156" fmla="*/ 722185 h 1245915"/>
                <a:gd name="connsiteX157" fmla="*/ 344468 w 406912"/>
                <a:gd name="connsiteY157" fmla="*/ 722185 h 1245915"/>
                <a:gd name="connsiteX158" fmla="*/ 344468 w 406912"/>
                <a:gd name="connsiteY158" fmla="*/ 724837 h 1245915"/>
                <a:gd name="connsiteX159" fmla="*/ 343612 w 406912"/>
                <a:gd name="connsiteY159" fmla="*/ 730653 h 1245915"/>
                <a:gd name="connsiteX160" fmla="*/ 359694 w 406912"/>
                <a:gd name="connsiteY160" fmla="*/ 723981 h 1245915"/>
                <a:gd name="connsiteX161" fmla="*/ 399897 w 406912"/>
                <a:gd name="connsiteY161" fmla="*/ 725350 h 1245915"/>
                <a:gd name="connsiteX162" fmla="*/ 399897 w 406912"/>
                <a:gd name="connsiteY162" fmla="*/ 725350 h 1245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</a:cxnLst>
              <a:rect l="l" t="t" r="r" b="b"/>
              <a:pathLst>
                <a:path w="406912" h="1245915">
                  <a:moveTo>
                    <a:pt x="336171" y="732108"/>
                  </a:moveTo>
                  <a:cubicBezTo>
                    <a:pt x="334886" y="733390"/>
                    <a:pt x="333604" y="734331"/>
                    <a:pt x="332491" y="734674"/>
                  </a:cubicBezTo>
                  <a:cubicBezTo>
                    <a:pt x="328899" y="735871"/>
                    <a:pt x="325904" y="737069"/>
                    <a:pt x="324108" y="739464"/>
                  </a:cubicBezTo>
                  <a:cubicBezTo>
                    <a:pt x="322312" y="741859"/>
                    <a:pt x="320516" y="740662"/>
                    <a:pt x="316924" y="740063"/>
                  </a:cubicBezTo>
                  <a:cubicBezTo>
                    <a:pt x="316924" y="742715"/>
                    <a:pt x="318720" y="748959"/>
                    <a:pt x="318720" y="748959"/>
                  </a:cubicBezTo>
                  <a:cubicBezTo>
                    <a:pt x="318720" y="748959"/>
                    <a:pt x="333433" y="738266"/>
                    <a:pt x="335657" y="736470"/>
                  </a:cubicBezTo>
                  <a:cubicBezTo>
                    <a:pt x="336513" y="735786"/>
                    <a:pt x="336428" y="733989"/>
                    <a:pt x="336000" y="732108"/>
                  </a:cubicBezTo>
                  <a:lnTo>
                    <a:pt x="336000" y="732108"/>
                  </a:lnTo>
                  <a:close/>
                  <a:moveTo>
                    <a:pt x="307514" y="729969"/>
                  </a:moveTo>
                  <a:cubicBezTo>
                    <a:pt x="306403" y="728001"/>
                    <a:pt x="305204" y="725949"/>
                    <a:pt x="303922" y="723554"/>
                  </a:cubicBezTo>
                  <a:cubicBezTo>
                    <a:pt x="300842" y="730824"/>
                    <a:pt x="297250" y="737240"/>
                    <a:pt x="296137" y="740319"/>
                  </a:cubicBezTo>
                  <a:cubicBezTo>
                    <a:pt x="295197" y="743142"/>
                    <a:pt x="296565" y="752808"/>
                    <a:pt x="297678" y="763586"/>
                  </a:cubicBezTo>
                  <a:lnTo>
                    <a:pt x="308882" y="753835"/>
                  </a:lnTo>
                  <a:cubicBezTo>
                    <a:pt x="308882" y="753835"/>
                    <a:pt x="306658" y="740832"/>
                    <a:pt x="307514" y="737753"/>
                  </a:cubicBezTo>
                  <a:cubicBezTo>
                    <a:pt x="308028" y="735957"/>
                    <a:pt x="308796" y="734331"/>
                    <a:pt x="309396" y="733220"/>
                  </a:cubicBezTo>
                  <a:lnTo>
                    <a:pt x="307343" y="729884"/>
                  </a:lnTo>
                  <a:lnTo>
                    <a:pt x="307343" y="729884"/>
                  </a:lnTo>
                  <a:close/>
                  <a:moveTo>
                    <a:pt x="303237" y="515436"/>
                  </a:moveTo>
                  <a:cubicBezTo>
                    <a:pt x="303237" y="513639"/>
                    <a:pt x="300585" y="502519"/>
                    <a:pt x="300585" y="502519"/>
                  </a:cubicBezTo>
                  <a:cubicBezTo>
                    <a:pt x="299217" y="507908"/>
                    <a:pt x="296993" y="518173"/>
                    <a:pt x="296993" y="522193"/>
                  </a:cubicBezTo>
                  <a:cubicBezTo>
                    <a:pt x="296993" y="526214"/>
                    <a:pt x="302809" y="550336"/>
                    <a:pt x="303237" y="548540"/>
                  </a:cubicBezTo>
                  <a:cubicBezTo>
                    <a:pt x="303665" y="546743"/>
                    <a:pt x="304605" y="532031"/>
                    <a:pt x="305033" y="529293"/>
                  </a:cubicBezTo>
                  <a:cubicBezTo>
                    <a:pt x="305461" y="526642"/>
                    <a:pt x="303237" y="517232"/>
                    <a:pt x="303237" y="515436"/>
                  </a:cubicBezTo>
                  <a:lnTo>
                    <a:pt x="303237" y="515436"/>
                  </a:lnTo>
                  <a:close/>
                  <a:moveTo>
                    <a:pt x="399726" y="725350"/>
                  </a:moveTo>
                  <a:cubicBezTo>
                    <a:pt x="402378" y="726719"/>
                    <a:pt x="405970" y="732022"/>
                    <a:pt x="405970" y="734759"/>
                  </a:cubicBezTo>
                  <a:cubicBezTo>
                    <a:pt x="405970" y="737497"/>
                    <a:pt x="406912" y="878637"/>
                    <a:pt x="406912" y="878637"/>
                  </a:cubicBezTo>
                  <a:lnTo>
                    <a:pt x="406912" y="939797"/>
                  </a:lnTo>
                  <a:lnTo>
                    <a:pt x="307257" y="990266"/>
                  </a:lnTo>
                  <a:cubicBezTo>
                    <a:pt x="307257" y="990266"/>
                    <a:pt x="306403" y="989496"/>
                    <a:pt x="305461" y="988213"/>
                  </a:cubicBezTo>
                  <a:cubicBezTo>
                    <a:pt x="307942" y="1020119"/>
                    <a:pt x="312990" y="1078714"/>
                    <a:pt x="314700" y="1095736"/>
                  </a:cubicBezTo>
                  <a:cubicBezTo>
                    <a:pt x="316753" y="1116607"/>
                    <a:pt x="314957" y="1132347"/>
                    <a:pt x="317096" y="1141329"/>
                  </a:cubicBezTo>
                  <a:cubicBezTo>
                    <a:pt x="319148" y="1150225"/>
                    <a:pt x="318549" y="1183329"/>
                    <a:pt x="317350" y="1188033"/>
                  </a:cubicBezTo>
                  <a:cubicBezTo>
                    <a:pt x="316154" y="1192823"/>
                    <a:pt x="307514" y="1209760"/>
                    <a:pt x="307257" y="1216347"/>
                  </a:cubicBezTo>
                  <a:lnTo>
                    <a:pt x="306915" y="1221736"/>
                  </a:lnTo>
                  <a:cubicBezTo>
                    <a:pt x="306915" y="1221736"/>
                    <a:pt x="309310" y="1240212"/>
                    <a:pt x="307514" y="1241410"/>
                  </a:cubicBezTo>
                  <a:cubicBezTo>
                    <a:pt x="305718" y="1242608"/>
                    <a:pt x="300328" y="1245002"/>
                    <a:pt x="264316" y="1244404"/>
                  </a:cubicBezTo>
                  <a:cubicBezTo>
                    <a:pt x="228304" y="1243805"/>
                    <a:pt x="229161" y="1239613"/>
                    <a:pt x="229161" y="1239613"/>
                  </a:cubicBezTo>
                  <a:cubicBezTo>
                    <a:pt x="229161" y="1239613"/>
                    <a:pt x="227108" y="1231829"/>
                    <a:pt x="231214" y="1227381"/>
                  </a:cubicBezTo>
                  <a:cubicBezTo>
                    <a:pt x="235405" y="1222934"/>
                    <a:pt x="237201" y="1219597"/>
                    <a:pt x="236858" y="1217886"/>
                  </a:cubicBezTo>
                  <a:cubicBezTo>
                    <a:pt x="236602" y="1216090"/>
                    <a:pt x="239254" y="1203858"/>
                    <a:pt x="238312" y="1203003"/>
                  </a:cubicBezTo>
                  <a:cubicBezTo>
                    <a:pt x="237458" y="1202062"/>
                    <a:pt x="228219" y="1172037"/>
                    <a:pt x="227876" y="1166648"/>
                  </a:cubicBezTo>
                  <a:cubicBezTo>
                    <a:pt x="227620" y="1161259"/>
                    <a:pt x="233266" y="1150225"/>
                    <a:pt x="234121" y="1143724"/>
                  </a:cubicBezTo>
                  <a:cubicBezTo>
                    <a:pt x="234977" y="1137137"/>
                    <a:pt x="233523" y="1122253"/>
                    <a:pt x="230871" y="1109764"/>
                  </a:cubicBezTo>
                  <a:cubicBezTo>
                    <a:pt x="228219" y="1097276"/>
                    <a:pt x="226080" y="1077858"/>
                    <a:pt x="226680" y="1060922"/>
                  </a:cubicBezTo>
                  <a:cubicBezTo>
                    <a:pt x="227279" y="1043984"/>
                    <a:pt x="227876" y="959044"/>
                    <a:pt x="224627" y="945358"/>
                  </a:cubicBezTo>
                  <a:cubicBezTo>
                    <a:pt x="221375" y="931671"/>
                    <a:pt x="221375" y="933724"/>
                    <a:pt x="220179" y="923031"/>
                  </a:cubicBezTo>
                  <a:cubicBezTo>
                    <a:pt x="218980" y="912339"/>
                    <a:pt x="217184" y="908148"/>
                    <a:pt x="214191" y="898910"/>
                  </a:cubicBezTo>
                  <a:cubicBezTo>
                    <a:pt x="211197" y="889671"/>
                    <a:pt x="211539" y="865806"/>
                    <a:pt x="207947" y="855114"/>
                  </a:cubicBezTo>
                  <a:cubicBezTo>
                    <a:pt x="205552" y="847928"/>
                    <a:pt x="202900" y="838861"/>
                    <a:pt x="200761" y="833729"/>
                  </a:cubicBezTo>
                  <a:cubicBezTo>
                    <a:pt x="199905" y="832274"/>
                    <a:pt x="199051" y="830906"/>
                    <a:pt x="198451" y="829879"/>
                  </a:cubicBezTo>
                  <a:lnTo>
                    <a:pt x="198109" y="829879"/>
                  </a:lnTo>
                  <a:cubicBezTo>
                    <a:pt x="196056" y="830136"/>
                    <a:pt x="196313" y="848869"/>
                    <a:pt x="196056" y="857166"/>
                  </a:cubicBezTo>
                  <a:cubicBezTo>
                    <a:pt x="195799" y="865549"/>
                    <a:pt x="192464" y="881887"/>
                    <a:pt x="194003" y="889329"/>
                  </a:cubicBezTo>
                  <a:cubicBezTo>
                    <a:pt x="195457" y="896771"/>
                    <a:pt x="200590" y="926282"/>
                    <a:pt x="201189" y="934580"/>
                  </a:cubicBezTo>
                  <a:cubicBezTo>
                    <a:pt x="201788" y="942877"/>
                    <a:pt x="198194" y="948266"/>
                    <a:pt x="197595" y="956649"/>
                  </a:cubicBezTo>
                  <a:cubicBezTo>
                    <a:pt x="196998" y="965032"/>
                    <a:pt x="194602" y="1016184"/>
                    <a:pt x="194346" y="1031068"/>
                  </a:cubicBezTo>
                  <a:cubicBezTo>
                    <a:pt x="194003" y="1045952"/>
                    <a:pt x="193489" y="1066481"/>
                    <a:pt x="191950" y="1074864"/>
                  </a:cubicBezTo>
                  <a:cubicBezTo>
                    <a:pt x="190497" y="1083247"/>
                    <a:pt x="185706" y="1095993"/>
                    <a:pt x="186903" y="1101382"/>
                  </a:cubicBezTo>
                  <a:cubicBezTo>
                    <a:pt x="187245" y="1103178"/>
                    <a:pt x="188358" y="1105317"/>
                    <a:pt x="189640" y="1107797"/>
                  </a:cubicBezTo>
                  <a:cubicBezTo>
                    <a:pt x="188187" y="1104375"/>
                    <a:pt x="186903" y="1101382"/>
                    <a:pt x="186903" y="1101382"/>
                  </a:cubicBezTo>
                  <a:cubicBezTo>
                    <a:pt x="188615" y="1102836"/>
                    <a:pt x="189726" y="1105487"/>
                    <a:pt x="190240" y="1108909"/>
                  </a:cubicBezTo>
                  <a:cubicBezTo>
                    <a:pt x="192806" y="1113699"/>
                    <a:pt x="196056" y="1119430"/>
                    <a:pt x="196998" y="1125247"/>
                  </a:cubicBezTo>
                  <a:cubicBezTo>
                    <a:pt x="198451" y="1134485"/>
                    <a:pt x="199990" y="1149968"/>
                    <a:pt x="198794" y="1152620"/>
                  </a:cubicBezTo>
                  <a:cubicBezTo>
                    <a:pt x="197595" y="1155271"/>
                    <a:pt x="193404" y="1177940"/>
                    <a:pt x="194602" y="1187434"/>
                  </a:cubicBezTo>
                  <a:cubicBezTo>
                    <a:pt x="195799" y="1196929"/>
                    <a:pt x="198794" y="1204457"/>
                    <a:pt x="198194" y="1209760"/>
                  </a:cubicBezTo>
                  <a:cubicBezTo>
                    <a:pt x="197595" y="1215149"/>
                    <a:pt x="197938" y="1217545"/>
                    <a:pt x="197595" y="1220196"/>
                  </a:cubicBezTo>
                  <a:cubicBezTo>
                    <a:pt x="197340" y="1222848"/>
                    <a:pt x="199650" y="1223447"/>
                    <a:pt x="199393" y="1227980"/>
                  </a:cubicBezTo>
                  <a:cubicBezTo>
                    <a:pt x="199051" y="1232428"/>
                    <a:pt x="200590" y="1240811"/>
                    <a:pt x="200590" y="1240811"/>
                  </a:cubicBezTo>
                  <a:cubicBezTo>
                    <a:pt x="200590" y="1240811"/>
                    <a:pt x="162183" y="1245601"/>
                    <a:pt x="138916" y="1242608"/>
                  </a:cubicBezTo>
                  <a:lnTo>
                    <a:pt x="138060" y="1237560"/>
                  </a:lnTo>
                  <a:cubicBezTo>
                    <a:pt x="138060" y="1237560"/>
                    <a:pt x="130876" y="1244147"/>
                    <a:pt x="97514" y="1245601"/>
                  </a:cubicBezTo>
                  <a:cubicBezTo>
                    <a:pt x="64155" y="1247055"/>
                    <a:pt x="48072" y="1243206"/>
                    <a:pt x="45679" y="1239357"/>
                  </a:cubicBezTo>
                  <a:lnTo>
                    <a:pt x="46875" y="1233112"/>
                  </a:lnTo>
                  <a:cubicBezTo>
                    <a:pt x="47218" y="1232171"/>
                    <a:pt x="46875" y="1224730"/>
                    <a:pt x="49271" y="1223532"/>
                  </a:cubicBezTo>
                  <a:cubicBezTo>
                    <a:pt x="51666" y="1222335"/>
                    <a:pt x="67747" y="1218485"/>
                    <a:pt x="79895" y="1215834"/>
                  </a:cubicBezTo>
                  <a:cubicBezTo>
                    <a:pt x="92126" y="1213182"/>
                    <a:pt x="106411" y="1196502"/>
                    <a:pt x="107267" y="1191711"/>
                  </a:cubicBezTo>
                  <a:cubicBezTo>
                    <a:pt x="108121" y="1186921"/>
                    <a:pt x="106068" y="1182473"/>
                    <a:pt x="105471" y="1178025"/>
                  </a:cubicBezTo>
                  <a:cubicBezTo>
                    <a:pt x="104872" y="1173577"/>
                    <a:pt x="110859" y="1113101"/>
                    <a:pt x="109917" y="1104205"/>
                  </a:cubicBezTo>
                  <a:cubicBezTo>
                    <a:pt x="109063" y="1095308"/>
                    <a:pt x="106325" y="1084873"/>
                    <a:pt x="105471" y="1076489"/>
                  </a:cubicBezTo>
                  <a:cubicBezTo>
                    <a:pt x="104615" y="1068107"/>
                    <a:pt x="104615" y="1012164"/>
                    <a:pt x="103418" y="990437"/>
                  </a:cubicBezTo>
                  <a:cubicBezTo>
                    <a:pt x="102219" y="968710"/>
                    <a:pt x="95633" y="873077"/>
                    <a:pt x="91527" y="843651"/>
                  </a:cubicBezTo>
                  <a:cubicBezTo>
                    <a:pt x="87336" y="814140"/>
                    <a:pt x="74248" y="712604"/>
                    <a:pt x="71595" y="703366"/>
                  </a:cubicBezTo>
                  <a:lnTo>
                    <a:pt x="68774" y="703366"/>
                  </a:lnTo>
                  <a:cubicBezTo>
                    <a:pt x="65523" y="703537"/>
                    <a:pt x="60306" y="703195"/>
                    <a:pt x="58510" y="700971"/>
                  </a:cubicBezTo>
                  <a:lnTo>
                    <a:pt x="58339" y="700030"/>
                  </a:lnTo>
                  <a:lnTo>
                    <a:pt x="56455" y="691391"/>
                  </a:lnTo>
                  <a:lnTo>
                    <a:pt x="55429" y="691990"/>
                  </a:lnTo>
                  <a:lnTo>
                    <a:pt x="55001" y="699089"/>
                  </a:lnTo>
                  <a:lnTo>
                    <a:pt x="54744" y="699260"/>
                  </a:lnTo>
                  <a:cubicBezTo>
                    <a:pt x="57397" y="703794"/>
                    <a:pt x="62444" y="713118"/>
                    <a:pt x="61588" y="715769"/>
                  </a:cubicBezTo>
                  <a:cubicBezTo>
                    <a:pt x="60391" y="719362"/>
                    <a:pt x="55001" y="727061"/>
                    <a:pt x="52606" y="725863"/>
                  </a:cubicBezTo>
                  <a:cubicBezTo>
                    <a:pt x="50211" y="724666"/>
                    <a:pt x="49014" y="723468"/>
                    <a:pt x="49613" y="718678"/>
                  </a:cubicBezTo>
                  <a:cubicBezTo>
                    <a:pt x="50211" y="713888"/>
                    <a:pt x="48415" y="706788"/>
                    <a:pt x="45422" y="705590"/>
                  </a:cubicBezTo>
                  <a:cubicBezTo>
                    <a:pt x="42427" y="704392"/>
                    <a:pt x="42427" y="712776"/>
                    <a:pt x="42427" y="712776"/>
                  </a:cubicBezTo>
                  <a:lnTo>
                    <a:pt x="46019" y="721757"/>
                  </a:lnTo>
                  <a:cubicBezTo>
                    <a:pt x="46019" y="721757"/>
                    <a:pt x="51837" y="722869"/>
                    <a:pt x="50211" y="727659"/>
                  </a:cubicBezTo>
                  <a:cubicBezTo>
                    <a:pt x="49613" y="729456"/>
                    <a:pt x="50810" y="733049"/>
                    <a:pt x="50810" y="733049"/>
                  </a:cubicBezTo>
                  <a:cubicBezTo>
                    <a:pt x="50810" y="733049"/>
                    <a:pt x="56114" y="728429"/>
                    <a:pt x="59193" y="731252"/>
                  </a:cubicBezTo>
                  <a:cubicBezTo>
                    <a:pt x="61588" y="733390"/>
                    <a:pt x="53205" y="740747"/>
                    <a:pt x="49699" y="743142"/>
                  </a:cubicBezTo>
                  <a:cubicBezTo>
                    <a:pt x="46105" y="745537"/>
                    <a:pt x="31221" y="752038"/>
                    <a:pt x="27030" y="750841"/>
                  </a:cubicBezTo>
                  <a:cubicBezTo>
                    <a:pt x="22838" y="749643"/>
                    <a:pt x="18048" y="733562"/>
                    <a:pt x="16337" y="729370"/>
                  </a:cubicBezTo>
                  <a:cubicBezTo>
                    <a:pt x="14541" y="725179"/>
                    <a:pt x="8554" y="718079"/>
                    <a:pt x="7441" y="715085"/>
                  </a:cubicBezTo>
                  <a:cubicBezTo>
                    <a:pt x="6501" y="712690"/>
                    <a:pt x="7869" y="701570"/>
                    <a:pt x="8554" y="697207"/>
                  </a:cubicBezTo>
                  <a:lnTo>
                    <a:pt x="7783" y="696437"/>
                  </a:lnTo>
                  <a:cubicBezTo>
                    <a:pt x="1368" y="693529"/>
                    <a:pt x="0" y="690963"/>
                    <a:pt x="0" y="690963"/>
                  </a:cubicBezTo>
                  <a:cubicBezTo>
                    <a:pt x="0" y="690963"/>
                    <a:pt x="2993" y="498584"/>
                    <a:pt x="4791" y="471810"/>
                  </a:cubicBezTo>
                  <a:cubicBezTo>
                    <a:pt x="6587" y="445037"/>
                    <a:pt x="12232" y="386955"/>
                    <a:pt x="12232" y="376776"/>
                  </a:cubicBezTo>
                  <a:cubicBezTo>
                    <a:pt x="12232" y="366597"/>
                    <a:pt x="11889" y="338027"/>
                    <a:pt x="11889" y="331782"/>
                  </a:cubicBezTo>
                  <a:cubicBezTo>
                    <a:pt x="11889" y="325538"/>
                    <a:pt x="17879" y="292177"/>
                    <a:pt x="18476" y="282683"/>
                  </a:cubicBezTo>
                  <a:cubicBezTo>
                    <a:pt x="19075" y="273188"/>
                    <a:pt x="21471" y="242479"/>
                    <a:pt x="24123" y="237091"/>
                  </a:cubicBezTo>
                  <a:cubicBezTo>
                    <a:pt x="26773" y="231702"/>
                    <a:pt x="46105" y="219555"/>
                    <a:pt x="59278" y="214764"/>
                  </a:cubicBezTo>
                  <a:cubicBezTo>
                    <a:pt x="72366" y="209974"/>
                    <a:pt x="111116" y="193636"/>
                    <a:pt x="115821" y="189445"/>
                  </a:cubicBezTo>
                  <a:cubicBezTo>
                    <a:pt x="120609" y="185253"/>
                    <a:pt x="128309" y="175758"/>
                    <a:pt x="129934" y="170968"/>
                  </a:cubicBezTo>
                  <a:lnTo>
                    <a:pt x="130448" y="168145"/>
                  </a:lnTo>
                  <a:cubicBezTo>
                    <a:pt x="129506" y="167718"/>
                    <a:pt x="122236" y="164553"/>
                    <a:pt x="119584" y="157196"/>
                  </a:cubicBezTo>
                  <a:cubicBezTo>
                    <a:pt x="116761" y="149327"/>
                    <a:pt x="114280" y="133416"/>
                    <a:pt x="113939" y="129310"/>
                  </a:cubicBezTo>
                  <a:cubicBezTo>
                    <a:pt x="113597" y="125205"/>
                    <a:pt x="111715" y="124264"/>
                    <a:pt x="111458" y="123323"/>
                  </a:cubicBezTo>
                  <a:cubicBezTo>
                    <a:pt x="111116" y="122382"/>
                    <a:pt x="112056" y="101339"/>
                    <a:pt x="110174" y="96977"/>
                  </a:cubicBezTo>
                  <a:cubicBezTo>
                    <a:pt x="108292" y="92614"/>
                    <a:pt x="108892" y="91331"/>
                    <a:pt x="109234" y="89449"/>
                  </a:cubicBezTo>
                  <a:cubicBezTo>
                    <a:pt x="109577" y="87567"/>
                    <a:pt x="110516" y="85343"/>
                    <a:pt x="110516" y="84146"/>
                  </a:cubicBezTo>
                  <a:cubicBezTo>
                    <a:pt x="110516" y="82948"/>
                    <a:pt x="106154" y="63787"/>
                    <a:pt x="109577" y="48390"/>
                  </a:cubicBezTo>
                  <a:cubicBezTo>
                    <a:pt x="112997" y="32993"/>
                    <a:pt x="124632" y="22044"/>
                    <a:pt x="129335" y="19563"/>
                  </a:cubicBezTo>
                  <a:cubicBezTo>
                    <a:pt x="134040" y="17083"/>
                    <a:pt x="134382" y="12977"/>
                    <a:pt x="138146" y="10753"/>
                  </a:cubicBezTo>
                  <a:cubicBezTo>
                    <a:pt x="141911" y="8529"/>
                    <a:pt x="149095" y="6647"/>
                    <a:pt x="150976" y="3910"/>
                  </a:cubicBezTo>
                  <a:cubicBezTo>
                    <a:pt x="152858" y="1087"/>
                    <a:pt x="162611" y="745"/>
                    <a:pt x="169112" y="146"/>
                  </a:cubicBezTo>
                  <a:cubicBezTo>
                    <a:pt x="181258" y="-1052"/>
                    <a:pt x="186988" y="5449"/>
                    <a:pt x="190154" y="7673"/>
                  </a:cubicBezTo>
                  <a:cubicBezTo>
                    <a:pt x="193318" y="9897"/>
                    <a:pt x="201788" y="13319"/>
                    <a:pt x="204867" y="18965"/>
                  </a:cubicBezTo>
                  <a:cubicBezTo>
                    <a:pt x="208033" y="24610"/>
                    <a:pt x="209229" y="27775"/>
                    <a:pt x="211111" y="29657"/>
                  </a:cubicBezTo>
                  <a:cubicBezTo>
                    <a:pt x="212993" y="31539"/>
                    <a:pt x="214277" y="36842"/>
                    <a:pt x="214277" y="38724"/>
                  </a:cubicBezTo>
                  <a:cubicBezTo>
                    <a:pt x="214277" y="40606"/>
                    <a:pt x="220864" y="44370"/>
                    <a:pt x="220864" y="59425"/>
                  </a:cubicBezTo>
                  <a:cubicBezTo>
                    <a:pt x="220864" y="74480"/>
                    <a:pt x="219579" y="79184"/>
                    <a:pt x="219322" y="82606"/>
                  </a:cubicBezTo>
                  <a:cubicBezTo>
                    <a:pt x="218980" y="86027"/>
                    <a:pt x="220264" y="88594"/>
                    <a:pt x="220264" y="88594"/>
                  </a:cubicBezTo>
                  <a:cubicBezTo>
                    <a:pt x="220264" y="88594"/>
                    <a:pt x="222745" y="91416"/>
                    <a:pt x="221803" y="94239"/>
                  </a:cubicBezTo>
                  <a:cubicBezTo>
                    <a:pt x="220864" y="97062"/>
                    <a:pt x="222403" y="117420"/>
                    <a:pt x="218040" y="123408"/>
                  </a:cubicBezTo>
                  <a:cubicBezTo>
                    <a:pt x="213678" y="129396"/>
                    <a:pt x="211453" y="130337"/>
                    <a:pt x="208033" y="129054"/>
                  </a:cubicBezTo>
                  <a:cubicBezTo>
                    <a:pt x="208033" y="129054"/>
                    <a:pt x="203670" y="134357"/>
                    <a:pt x="203328" y="137522"/>
                  </a:cubicBezTo>
                  <a:cubicBezTo>
                    <a:pt x="203071" y="140260"/>
                    <a:pt x="201872" y="146418"/>
                    <a:pt x="202129" y="150353"/>
                  </a:cubicBezTo>
                  <a:lnTo>
                    <a:pt x="202300" y="150353"/>
                  </a:lnTo>
                  <a:cubicBezTo>
                    <a:pt x="202300" y="150353"/>
                    <a:pt x="204011" y="156170"/>
                    <a:pt x="204011" y="156170"/>
                  </a:cubicBezTo>
                  <a:lnTo>
                    <a:pt x="204524" y="156341"/>
                  </a:lnTo>
                  <a:cubicBezTo>
                    <a:pt x="204524" y="156341"/>
                    <a:pt x="205124" y="158394"/>
                    <a:pt x="213763" y="166435"/>
                  </a:cubicBezTo>
                  <a:cubicBezTo>
                    <a:pt x="223343" y="175331"/>
                    <a:pt x="227450" y="177726"/>
                    <a:pt x="228390" y="178923"/>
                  </a:cubicBezTo>
                  <a:cubicBezTo>
                    <a:pt x="229246" y="180121"/>
                    <a:pt x="268593" y="199795"/>
                    <a:pt x="276036" y="205098"/>
                  </a:cubicBezTo>
                  <a:cubicBezTo>
                    <a:pt x="283477" y="210487"/>
                    <a:pt x="289124" y="207750"/>
                    <a:pt x="313844" y="220923"/>
                  </a:cubicBezTo>
                  <a:cubicBezTo>
                    <a:pt x="338566" y="234011"/>
                    <a:pt x="335315" y="263779"/>
                    <a:pt x="336768" y="266431"/>
                  </a:cubicBezTo>
                  <a:cubicBezTo>
                    <a:pt x="338224" y="269082"/>
                    <a:pt x="355843" y="329559"/>
                    <a:pt x="355843" y="344785"/>
                  </a:cubicBezTo>
                  <a:cubicBezTo>
                    <a:pt x="355843" y="360011"/>
                    <a:pt x="356699" y="379342"/>
                    <a:pt x="357898" y="392088"/>
                  </a:cubicBezTo>
                  <a:cubicBezTo>
                    <a:pt x="359095" y="404919"/>
                    <a:pt x="352251" y="410564"/>
                    <a:pt x="354903" y="421001"/>
                  </a:cubicBezTo>
                  <a:cubicBezTo>
                    <a:pt x="357556" y="431436"/>
                    <a:pt x="360548" y="478740"/>
                    <a:pt x="362004" y="492511"/>
                  </a:cubicBezTo>
                  <a:cubicBezTo>
                    <a:pt x="363543" y="506198"/>
                    <a:pt x="364142" y="569069"/>
                    <a:pt x="363200" y="591395"/>
                  </a:cubicBezTo>
                  <a:cubicBezTo>
                    <a:pt x="362344" y="613721"/>
                    <a:pt x="364654" y="656319"/>
                    <a:pt x="365853" y="670947"/>
                  </a:cubicBezTo>
                  <a:cubicBezTo>
                    <a:pt x="365853" y="670947"/>
                    <a:pt x="364314" y="670947"/>
                    <a:pt x="361747" y="670776"/>
                  </a:cubicBezTo>
                  <a:lnTo>
                    <a:pt x="362858" y="687028"/>
                  </a:lnTo>
                  <a:cubicBezTo>
                    <a:pt x="362858" y="687028"/>
                    <a:pt x="358410" y="687114"/>
                    <a:pt x="352080" y="687285"/>
                  </a:cubicBezTo>
                  <a:cubicBezTo>
                    <a:pt x="352679" y="692332"/>
                    <a:pt x="353621" y="700886"/>
                    <a:pt x="352765" y="703709"/>
                  </a:cubicBezTo>
                  <a:cubicBezTo>
                    <a:pt x="351566" y="707900"/>
                    <a:pt x="347375" y="718592"/>
                    <a:pt x="344468" y="722185"/>
                  </a:cubicBezTo>
                  <a:lnTo>
                    <a:pt x="344468" y="722185"/>
                  </a:lnTo>
                  <a:cubicBezTo>
                    <a:pt x="344468" y="722185"/>
                    <a:pt x="344468" y="724837"/>
                    <a:pt x="344468" y="724837"/>
                  </a:cubicBezTo>
                  <a:lnTo>
                    <a:pt x="343612" y="730653"/>
                  </a:lnTo>
                  <a:lnTo>
                    <a:pt x="359694" y="723981"/>
                  </a:lnTo>
                  <a:cubicBezTo>
                    <a:pt x="359694" y="723981"/>
                    <a:pt x="397245" y="723981"/>
                    <a:pt x="399897" y="725350"/>
                  </a:cubicBezTo>
                  <a:lnTo>
                    <a:pt x="399897" y="725350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0494C42B-E3E2-39E2-E5A9-600264609BB5}"/>
                </a:ext>
              </a:extLst>
            </p:cNvPr>
            <p:cNvSpPr/>
            <p:nvPr/>
          </p:nvSpPr>
          <p:spPr>
            <a:xfrm>
              <a:off x="14819218" y="4114880"/>
              <a:ext cx="596847" cy="1241890"/>
            </a:xfrm>
            <a:custGeom>
              <a:avLst/>
              <a:gdLst>
                <a:gd name="connsiteX0" fmla="*/ 457471 w 596847"/>
                <a:gd name="connsiteY0" fmla="*/ 334830 h 1241890"/>
                <a:gd name="connsiteX1" fmla="*/ 442244 w 596847"/>
                <a:gd name="connsiteY1" fmla="*/ 329441 h 1241890"/>
                <a:gd name="connsiteX2" fmla="*/ 440876 w 596847"/>
                <a:gd name="connsiteY2" fmla="*/ 330809 h 1241890"/>
                <a:gd name="connsiteX3" fmla="*/ 438310 w 596847"/>
                <a:gd name="connsiteY3" fmla="*/ 341930 h 1241890"/>
                <a:gd name="connsiteX4" fmla="*/ 432920 w 596847"/>
                <a:gd name="connsiteY4" fmla="*/ 379481 h 1241890"/>
                <a:gd name="connsiteX5" fmla="*/ 428643 w 596847"/>
                <a:gd name="connsiteY5" fmla="*/ 393595 h 1241890"/>
                <a:gd name="connsiteX6" fmla="*/ 427104 w 596847"/>
                <a:gd name="connsiteY6" fmla="*/ 399156 h 1241890"/>
                <a:gd name="connsiteX7" fmla="*/ 433348 w 596847"/>
                <a:gd name="connsiteY7" fmla="*/ 434911 h 1241890"/>
                <a:gd name="connsiteX8" fmla="*/ 436000 w 596847"/>
                <a:gd name="connsiteY8" fmla="*/ 485807 h 1241890"/>
                <a:gd name="connsiteX9" fmla="*/ 424879 w 596847"/>
                <a:gd name="connsiteY9" fmla="*/ 498296 h 1241890"/>
                <a:gd name="connsiteX10" fmla="*/ 419406 w 596847"/>
                <a:gd name="connsiteY10" fmla="*/ 497440 h 1241890"/>
                <a:gd name="connsiteX11" fmla="*/ 423512 w 596847"/>
                <a:gd name="connsiteY11" fmla="*/ 523786 h 1241890"/>
                <a:gd name="connsiteX12" fmla="*/ 428557 w 596847"/>
                <a:gd name="connsiteY12" fmla="*/ 537045 h 1241890"/>
                <a:gd name="connsiteX13" fmla="*/ 429328 w 596847"/>
                <a:gd name="connsiteY13" fmla="*/ 535848 h 1241890"/>
                <a:gd name="connsiteX14" fmla="*/ 442758 w 596847"/>
                <a:gd name="connsiteY14" fmla="*/ 513522 h 1241890"/>
                <a:gd name="connsiteX15" fmla="*/ 466879 w 596847"/>
                <a:gd name="connsiteY15" fmla="*/ 502401 h 1241890"/>
                <a:gd name="connsiteX16" fmla="*/ 470045 w 596847"/>
                <a:gd name="connsiteY16" fmla="*/ 490341 h 1241890"/>
                <a:gd name="connsiteX17" fmla="*/ 482105 w 596847"/>
                <a:gd name="connsiteY17" fmla="*/ 477852 h 1241890"/>
                <a:gd name="connsiteX18" fmla="*/ 495107 w 596847"/>
                <a:gd name="connsiteY18" fmla="*/ 463139 h 1241890"/>
                <a:gd name="connsiteX19" fmla="*/ 503575 w 596847"/>
                <a:gd name="connsiteY19" fmla="*/ 449282 h 1241890"/>
                <a:gd name="connsiteX20" fmla="*/ 502636 w 596847"/>
                <a:gd name="connsiteY20" fmla="*/ 434569 h 1241890"/>
                <a:gd name="connsiteX21" fmla="*/ 514268 w 596847"/>
                <a:gd name="connsiteY21" fmla="*/ 418060 h 1241890"/>
                <a:gd name="connsiteX22" fmla="*/ 517862 w 596847"/>
                <a:gd name="connsiteY22" fmla="*/ 398386 h 1241890"/>
                <a:gd name="connsiteX23" fmla="*/ 532146 w 596847"/>
                <a:gd name="connsiteY23" fmla="*/ 387180 h 1241890"/>
                <a:gd name="connsiteX24" fmla="*/ 530693 w 596847"/>
                <a:gd name="connsiteY24" fmla="*/ 380251 h 1241890"/>
                <a:gd name="connsiteX25" fmla="*/ 528126 w 596847"/>
                <a:gd name="connsiteY25" fmla="*/ 376060 h 1241890"/>
                <a:gd name="connsiteX26" fmla="*/ 516492 w 596847"/>
                <a:gd name="connsiteY26" fmla="*/ 360406 h 1241890"/>
                <a:gd name="connsiteX27" fmla="*/ 512900 w 596847"/>
                <a:gd name="connsiteY27" fmla="*/ 351510 h 1241890"/>
                <a:gd name="connsiteX28" fmla="*/ 498616 w 596847"/>
                <a:gd name="connsiteY28" fmla="*/ 345693 h 1241890"/>
                <a:gd name="connsiteX29" fmla="*/ 485185 w 596847"/>
                <a:gd name="connsiteY29" fmla="*/ 339021 h 1241890"/>
                <a:gd name="connsiteX30" fmla="*/ 477999 w 596847"/>
                <a:gd name="connsiteY30" fmla="*/ 337225 h 1241890"/>
                <a:gd name="connsiteX31" fmla="*/ 457471 w 596847"/>
                <a:gd name="connsiteY31" fmla="*/ 335001 h 1241890"/>
                <a:gd name="connsiteX32" fmla="*/ 457471 w 596847"/>
                <a:gd name="connsiteY32" fmla="*/ 335001 h 1241890"/>
                <a:gd name="connsiteX33" fmla="*/ 434290 w 596847"/>
                <a:gd name="connsiteY33" fmla="*/ 556805 h 1241890"/>
                <a:gd name="connsiteX34" fmla="*/ 440534 w 596847"/>
                <a:gd name="connsiteY34" fmla="*/ 541237 h 1241890"/>
                <a:gd name="connsiteX35" fmla="*/ 431637 w 596847"/>
                <a:gd name="connsiteY35" fmla="*/ 546369 h 1241890"/>
                <a:gd name="connsiteX36" fmla="*/ 434375 w 596847"/>
                <a:gd name="connsiteY36" fmla="*/ 556805 h 1241890"/>
                <a:gd name="connsiteX37" fmla="*/ 434375 w 596847"/>
                <a:gd name="connsiteY37" fmla="*/ 556805 h 1241890"/>
                <a:gd name="connsiteX38" fmla="*/ 171598 w 596847"/>
                <a:gd name="connsiteY38" fmla="*/ 443379 h 1241890"/>
                <a:gd name="connsiteX39" fmla="*/ 176472 w 596847"/>
                <a:gd name="connsiteY39" fmla="*/ 418316 h 1241890"/>
                <a:gd name="connsiteX40" fmla="*/ 164840 w 596847"/>
                <a:gd name="connsiteY40" fmla="*/ 370500 h 1241890"/>
                <a:gd name="connsiteX41" fmla="*/ 167064 w 596847"/>
                <a:gd name="connsiteY41" fmla="*/ 327644 h 1241890"/>
                <a:gd name="connsiteX42" fmla="*/ 155002 w 596847"/>
                <a:gd name="connsiteY42" fmla="*/ 333889 h 1241890"/>
                <a:gd name="connsiteX43" fmla="*/ 138493 w 596847"/>
                <a:gd name="connsiteY43" fmla="*/ 336541 h 1241890"/>
                <a:gd name="connsiteX44" fmla="*/ 125577 w 596847"/>
                <a:gd name="connsiteY44" fmla="*/ 342357 h 1241890"/>
                <a:gd name="connsiteX45" fmla="*/ 109411 w 596847"/>
                <a:gd name="connsiteY45" fmla="*/ 353050 h 1241890"/>
                <a:gd name="connsiteX46" fmla="*/ 96066 w 596847"/>
                <a:gd name="connsiteY46" fmla="*/ 364683 h 1241890"/>
                <a:gd name="connsiteX47" fmla="*/ 87170 w 596847"/>
                <a:gd name="connsiteY47" fmla="*/ 378540 h 1241890"/>
                <a:gd name="connsiteX48" fmla="*/ 81439 w 596847"/>
                <a:gd name="connsiteY48" fmla="*/ 391457 h 1241890"/>
                <a:gd name="connsiteX49" fmla="*/ 89394 w 596847"/>
                <a:gd name="connsiteY49" fmla="*/ 407111 h 1241890"/>
                <a:gd name="connsiteX50" fmla="*/ 95210 w 596847"/>
                <a:gd name="connsiteY50" fmla="*/ 443721 h 1241890"/>
                <a:gd name="connsiteX51" fmla="*/ 97862 w 596847"/>
                <a:gd name="connsiteY51" fmla="*/ 471009 h 1241890"/>
                <a:gd name="connsiteX52" fmla="*/ 102738 w 596847"/>
                <a:gd name="connsiteY52" fmla="*/ 482129 h 1241890"/>
                <a:gd name="connsiteX53" fmla="*/ 101454 w 596847"/>
                <a:gd name="connsiteY53" fmla="*/ 492821 h 1241890"/>
                <a:gd name="connsiteX54" fmla="*/ 106330 w 596847"/>
                <a:gd name="connsiteY54" fmla="*/ 507106 h 1241890"/>
                <a:gd name="connsiteX55" fmla="*/ 126945 w 596847"/>
                <a:gd name="connsiteY55" fmla="*/ 537473 h 1241890"/>
                <a:gd name="connsiteX56" fmla="*/ 127201 w 596847"/>
                <a:gd name="connsiteY56" fmla="*/ 542519 h 1241890"/>
                <a:gd name="connsiteX57" fmla="*/ 143798 w 596847"/>
                <a:gd name="connsiteY57" fmla="*/ 551330 h 1241890"/>
                <a:gd name="connsiteX58" fmla="*/ 155430 w 596847"/>
                <a:gd name="connsiteY58" fmla="*/ 559799 h 1241890"/>
                <a:gd name="connsiteX59" fmla="*/ 164755 w 596847"/>
                <a:gd name="connsiteY59" fmla="*/ 561082 h 1241890"/>
                <a:gd name="connsiteX60" fmla="*/ 165523 w 596847"/>
                <a:gd name="connsiteY60" fmla="*/ 555779 h 1241890"/>
                <a:gd name="connsiteX61" fmla="*/ 179210 w 596847"/>
                <a:gd name="connsiteY61" fmla="*/ 508133 h 1241890"/>
                <a:gd name="connsiteX62" fmla="*/ 184855 w 596847"/>
                <a:gd name="connsiteY62" fmla="*/ 494446 h 1241890"/>
                <a:gd name="connsiteX63" fmla="*/ 185883 w 596847"/>
                <a:gd name="connsiteY63" fmla="*/ 490683 h 1241890"/>
                <a:gd name="connsiteX64" fmla="*/ 172367 w 596847"/>
                <a:gd name="connsiteY64" fmla="*/ 480760 h 1241890"/>
                <a:gd name="connsiteX65" fmla="*/ 171512 w 596847"/>
                <a:gd name="connsiteY65" fmla="*/ 443208 h 1241890"/>
                <a:gd name="connsiteX66" fmla="*/ 171512 w 596847"/>
                <a:gd name="connsiteY66" fmla="*/ 443208 h 1241890"/>
                <a:gd name="connsiteX67" fmla="*/ 162274 w 596847"/>
                <a:gd name="connsiteY67" fmla="*/ 593672 h 1241890"/>
                <a:gd name="connsiteX68" fmla="*/ 163044 w 596847"/>
                <a:gd name="connsiteY68" fmla="*/ 580499 h 1241890"/>
                <a:gd name="connsiteX69" fmla="*/ 153720 w 596847"/>
                <a:gd name="connsiteY69" fmla="*/ 580071 h 1241890"/>
                <a:gd name="connsiteX70" fmla="*/ 162274 w 596847"/>
                <a:gd name="connsiteY70" fmla="*/ 593672 h 1241890"/>
                <a:gd name="connsiteX71" fmla="*/ 162274 w 596847"/>
                <a:gd name="connsiteY71" fmla="*/ 593672 h 1241890"/>
                <a:gd name="connsiteX72" fmla="*/ 483817 w 596847"/>
                <a:gd name="connsiteY72" fmla="*/ 233038 h 1241890"/>
                <a:gd name="connsiteX73" fmla="*/ 494510 w 596847"/>
                <a:gd name="connsiteY73" fmla="*/ 244158 h 1241890"/>
                <a:gd name="connsiteX74" fmla="*/ 522225 w 596847"/>
                <a:gd name="connsiteY74" fmla="*/ 274952 h 1241890"/>
                <a:gd name="connsiteX75" fmla="*/ 554814 w 596847"/>
                <a:gd name="connsiteY75" fmla="*/ 301726 h 1241890"/>
                <a:gd name="connsiteX76" fmla="*/ 574488 w 596847"/>
                <a:gd name="connsiteY76" fmla="*/ 324052 h 1241890"/>
                <a:gd name="connsiteX77" fmla="*/ 585180 w 596847"/>
                <a:gd name="connsiteY77" fmla="*/ 344581 h 1241890"/>
                <a:gd name="connsiteX78" fmla="*/ 596815 w 596847"/>
                <a:gd name="connsiteY78" fmla="*/ 372296 h 1241890"/>
                <a:gd name="connsiteX79" fmla="*/ 595019 w 596847"/>
                <a:gd name="connsiteY79" fmla="*/ 400011 h 1241890"/>
                <a:gd name="connsiteX80" fmla="*/ 580732 w 596847"/>
                <a:gd name="connsiteY80" fmla="*/ 416092 h 1241890"/>
                <a:gd name="connsiteX81" fmla="*/ 572692 w 596847"/>
                <a:gd name="connsiteY81" fmla="*/ 428581 h 1241890"/>
                <a:gd name="connsiteX82" fmla="*/ 561058 w 596847"/>
                <a:gd name="connsiteY82" fmla="*/ 454499 h 1241890"/>
                <a:gd name="connsiteX83" fmla="*/ 551222 w 596847"/>
                <a:gd name="connsiteY83" fmla="*/ 473660 h 1241890"/>
                <a:gd name="connsiteX84" fmla="*/ 535567 w 596847"/>
                <a:gd name="connsiteY84" fmla="*/ 498210 h 1241890"/>
                <a:gd name="connsiteX85" fmla="*/ 513671 w 596847"/>
                <a:gd name="connsiteY85" fmla="*/ 535249 h 1241890"/>
                <a:gd name="connsiteX86" fmla="*/ 504260 w 596847"/>
                <a:gd name="connsiteY86" fmla="*/ 530801 h 1241890"/>
                <a:gd name="connsiteX87" fmla="*/ 487752 w 596847"/>
                <a:gd name="connsiteY87" fmla="*/ 565102 h 1241890"/>
                <a:gd name="connsiteX88" fmla="*/ 464057 w 596847"/>
                <a:gd name="connsiteY88" fmla="*/ 587086 h 1241890"/>
                <a:gd name="connsiteX89" fmla="*/ 460037 w 596847"/>
                <a:gd name="connsiteY89" fmla="*/ 585033 h 1241890"/>
                <a:gd name="connsiteX90" fmla="*/ 451226 w 596847"/>
                <a:gd name="connsiteY90" fmla="*/ 598206 h 1241890"/>
                <a:gd name="connsiteX91" fmla="*/ 443441 w 596847"/>
                <a:gd name="connsiteY91" fmla="*/ 601542 h 1241890"/>
                <a:gd name="connsiteX92" fmla="*/ 438224 w 596847"/>
                <a:gd name="connsiteY92" fmla="*/ 597949 h 1241890"/>
                <a:gd name="connsiteX93" fmla="*/ 437710 w 596847"/>
                <a:gd name="connsiteY93" fmla="*/ 615314 h 1241890"/>
                <a:gd name="connsiteX94" fmla="*/ 434118 w 596847"/>
                <a:gd name="connsiteY94" fmla="*/ 642088 h 1241890"/>
                <a:gd name="connsiteX95" fmla="*/ 432920 w 596847"/>
                <a:gd name="connsiteY95" fmla="*/ 674849 h 1241890"/>
                <a:gd name="connsiteX96" fmla="*/ 425136 w 596847"/>
                <a:gd name="connsiteY96" fmla="*/ 714197 h 1241890"/>
                <a:gd name="connsiteX97" fmla="*/ 417950 w 596847"/>
                <a:gd name="connsiteY97" fmla="*/ 773134 h 1241890"/>
                <a:gd name="connsiteX98" fmla="*/ 398875 w 596847"/>
                <a:gd name="connsiteY98" fmla="*/ 866629 h 1241890"/>
                <a:gd name="connsiteX99" fmla="*/ 394086 w 596847"/>
                <a:gd name="connsiteY99" fmla="*/ 931554 h 1241890"/>
                <a:gd name="connsiteX100" fmla="*/ 394684 w 596847"/>
                <a:gd name="connsiteY100" fmla="*/ 1013757 h 1241890"/>
                <a:gd name="connsiteX101" fmla="*/ 401270 w 596847"/>
                <a:gd name="connsiteY101" fmla="*/ 1069186 h 1241890"/>
                <a:gd name="connsiteX102" fmla="*/ 402469 w 596847"/>
                <a:gd name="connsiteY102" fmla="*/ 1097158 h 1241890"/>
                <a:gd name="connsiteX103" fmla="*/ 399474 w 596847"/>
                <a:gd name="connsiteY103" fmla="*/ 1119826 h 1241890"/>
                <a:gd name="connsiteX104" fmla="*/ 400074 w 596847"/>
                <a:gd name="connsiteY104" fmla="*/ 1190653 h 1241890"/>
                <a:gd name="connsiteX105" fmla="*/ 417950 w 596847"/>
                <a:gd name="connsiteY105" fmla="*/ 1208531 h 1241890"/>
                <a:gd name="connsiteX106" fmla="*/ 435229 w 596847"/>
                <a:gd name="connsiteY106" fmla="*/ 1219223 h 1241890"/>
                <a:gd name="connsiteX107" fmla="*/ 434632 w 596847"/>
                <a:gd name="connsiteY107" fmla="*/ 1237100 h 1241890"/>
                <a:gd name="connsiteX108" fmla="*/ 388183 w 596847"/>
                <a:gd name="connsiteY108" fmla="*/ 1237100 h 1241890"/>
                <a:gd name="connsiteX109" fmla="*/ 386986 w 596847"/>
                <a:gd name="connsiteY109" fmla="*/ 1239496 h 1241890"/>
                <a:gd name="connsiteX110" fmla="*/ 328048 w 596847"/>
                <a:gd name="connsiteY110" fmla="*/ 1235903 h 1241890"/>
                <a:gd name="connsiteX111" fmla="*/ 327451 w 596847"/>
                <a:gd name="connsiteY111" fmla="*/ 1200746 h 1241890"/>
                <a:gd name="connsiteX112" fmla="*/ 316159 w 596847"/>
                <a:gd name="connsiteY112" fmla="*/ 1131630 h 1241890"/>
                <a:gd name="connsiteX113" fmla="*/ 315560 w 596847"/>
                <a:gd name="connsiteY113" fmla="*/ 983305 h 1241890"/>
                <a:gd name="connsiteX114" fmla="*/ 314363 w 596847"/>
                <a:gd name="connsiteY114" fmla="*/ 902898 h 1241890"/>
                <a:gd name="connsiteX115" fmla="*/ 306663 w 596847"/>
                <a:gd name="connsiteY115" fmla="*/ 863550 h 1241890"/>
                <a:gd name="connsiteX116" fmla="*/ 306323 w 596847"/>
                <a:gd name="connsiteY116" fmla="*/ 809232 h 1241890"/>
                <a:gd name="connsiteX117" fmla="*/ 301275 w 596847"/>
                <a:gd name="connsiteY117" fmla="*/ 779635 h 1241890"/>
                <a:gd name="connsiteX118" fmla="*/ 301275 w 596847"/>
                <a:gd name="connsiteY118" fmla="*/ 768857 h 1241890"/>
                <a:gd name="connsiteX119" fmla="*/ 301960 w 596847"/>
                <a:gd name="connsiteY119" fmla="*/ 744649 h 1241890"/>
                <a:gd name="connsiteX120" fmla="*/ 299222 w 596847"/>
                <a:gd name="connsiteY120" fmla="*/ 739090 h 1241890"/>
                <a:gd name="connsiteX121" fmla="*/ 298880 w 596847"/>
                <a:gd name="connsiteY121" fmla="*/ 739090 h 1241890"/>
                <a:gd name="connsiteX122" fmla="*/ 288958 w 596847"/>
                <a:gd name="connsiteY122" fmla="*/ 765350 h 1241890"/>
                <a:gd name="connsiteX123" fmla="*/ 289301 w 596847"/>
                <a:gd name="connsiteY123" fmla="*/ 787334 h 1241890"/>
                <a:gd name="connsiteX124" fmla="*/ 288187 w 596847"/>
                <a:gd name="connsiteY124" fmla="*/ 791097 h 1241890"/>
                <a:gd name="connsiteX125" fmla="*/ 286905 w 596847"/>
                <a:gd name="connsiteY125" fmla="*/ 798625 h 1241890"/>
                <a:gd name="connsiteX126" fmla="*/ 277409 w 596847"/>
                <a:gd name="connsiteY126" fmla="*/ 832584 h 1241890"/>
                <a:gd name="connsiteX127" fmla="*/ 272021 w 596847"/>
                <a:gd name="connsiteY127" fmla="*/ 877834 h 1241890"/>
                <a:gd name="connsiteX128" fmla="*/ 263722 w 596847"/>
                <a:gd name="connsiteY128" fmla="*/ 910596 h 1241890"/>
                <a:gd name="connsiteX129" fmla="*/ 261926 w 596847"/>
                <a:gd name="connsiteY129" fmla="*/ 944555 h 1241890"/>
                <a:gd name="connsiteX130" fmla="*/ 257735 w 596847"/>
                <a:gd name="connsiteY130" fmla="*/ 994596 h 1241890"/>
                <a:gd name="connsiteX131" fmla="*/ 251148 w 596847"/>
                <a:gd name="connsiteY131" fmla="*/ 1041044 h 1241890"/>
                <a:gd name="connsiteX132" fmla="*/ 253544 w 596847"/>
                <a:gd name="connsiteY132" fmla="*/ 1090486 h 1241890"/>
                <a:gd name="connsiteX133" fmla="*/ 249952 w 596847"/>
                <a:gd name="connsiteY133" fmla="*/ 1146514 h 1241890"/>
                <a:gd name="connsiteX134" fmla="*/ 240456 w 596847"/>
                <a:gd name="connsiteY134" fmla="*/ 1197154 h 1241890"/>
                <a:gd name="connsiteX135" fmla="*/ 238660 w 596847"/>
                <a:gd name="connsiteY135" fmla="*/ 1237100 h 1241890"/>
                <a:gd name="connsiteX136" fmla="*/ 205300 w 596847"/>
                <a:gd name="connsiteY136" fmla="*/ 1241891 h 1241890"/>
                <a:gd name="connsiteX137" fmla="*/ 154659 w 596847"/>
                <a:gd name="connsiteY137" fmla="*/ 1238298 h 1241890"/>
                <a:gd name="connsiteX138" fmla="*/ 157654 w 596847"/>
                <a:gd name="connsiteY138" fmla="*/ 1219223 h 1241890"/>
                <a:gd name="connsiteX139" fmla="*/ 169545 w 596847"/>
                <a:gd name="connsiteY139" fmla="*/ 1207932 h 1241890"/>
                <a:gd name="connsiteX140" fmla="*/ 173137 w 596847"/>
                <a:gd name="connsiteY140" fmla="*/ 1200746 h 1241890"/>
                <a:gd name="connsiteX141" fmla="*/ 176130 w 596847"/>
                <a:gd name="connsiteY141" fmla="*/ 1195357 h 1241890"/>
                <a:gd name="connsiteX142" fmla="*/ 165437 w 596847"/>
                <a:gd name="connsiteY142" fmla="*/ 1106567 h 1241890"/>
                <a:gd name="connsiteX143" fmla="*/ 177329 w 596847"/>
                <a:gd name="connsiteY143" fmla="*/ 979114 h 1241890"/>
                <a:gd name="connsiteX144" fmla="*/ 181520 w 596847"/>
                <a:gd name="connsiteY144" fmla="*/ 852258 h 1241890"/>
                <a:gd name="connsiteX145" fmla="*/ 176729 w 596847"/>
                <a:gd name="connsiteY145" fmla="*/ 808804 h 1241890"/>
                <a:gd name="connsiteX146" fmla="*/ 171341 w 596847"/>
                <a:gd name="connsiteY146" fmla="*/ 783142 h 1241890"/>
                <a:gd name="connsiteX147" fmla="*/ 167150 w 596847"/>
                <a:gd name="connsiteY147" fmla="*/ 698031 h 1241890"/>
                <a:gd name="connsiteX148" fmla="*/ 161760 w 596847"/>
                <a:gd name="connsiteY148" fmla="*/ 624723 h 1241890"/>
                <a:gd name="connsiteX149" fmla="*/ 161417 w 596847"/>
                <a:gd name="connsiteY149" fmla="*/ 615314 h 1241890"/>
                <a:gd name="connsiteX150" fmla="*/ 147133 w 596847"/>
                <a:gd name="connsiteY150" fmla="*/ 593587 h 1241890"/>
                <a:gd name="connsiteX151" fmla="*/ 158339 w 596847"/>
                <a:gd name="connsiteY151" fmla="*/ 621729 h 1241890"/>
                <a:gd name="connsiteX152" fmla="*/ 156969 w 596847"/>
                <a:gd name="connsiteY152" fmla="*/ 629770 h 1241890"/>
                <a:gd name="connsiteX153" fmla="*/ 147561 w 596847"/>
                <a:gd name="connsiteY153" fmla="*/ 624381 h 1241890"/>
                <a:gd name="connsiteX154" fmla="*/ 125234 w 596847"/>
                <a:gd name="connsiteY154" fmla="*/ 588625 h 1241890"/>
                <a:gd name="connsiteX155" fmla="*/ 128315 w 596847"/>
                <a:gd name="connsiteY155" fmla="*/ 601542 h 1241890"/>
                <a:gd name="connsiteX156" fmla="*/ 137808 w 596847"/>
                <a:gd name="connsiteY156" fmla="*/ 618479 h 1241890"/>
                <a:gd name="connsiteX157" fmla="*/ 137808 w 596847"/>
                <a:gd name="connsiteY157" fmla="*/ 623354 h 1241890"/>
                <a:gd name="connsiteX158" fmla="*/ 124806 w 596847"/>
                <a:gd name="connsiteY158" fmla="*/ 615314 h 1241890"/>
                <a:gd name="connsiteX159" fmla="*/ 110436 w 596847"/>
                <a:gd name="connsiteY159" fmla="*/ 591620 h 1241890"/>
                <a:gd name="connsiteX160" fmla="*/ 96237 w 596847"/>
                <a:gd name="connsiteY160" fmla="*/ 574597 h 1241890"/>
                <a:gd name="connsiteX161" fmla="*/ 88283 w 596847"/>
                <a:gd name="connsiteY161" fmla="*/ 562792 h 1241890"/>
                <a:gd name="connsiteX162" fmla="*/ 76049 w 596847"/>
                <a:gd name="connsiteY162" fmla="*/ 563904 h 1241890"/>
                <a:gd name="connsiteX163" fmla="*/ 66727 w 596847"/>
                <a:gd name="connsiteY163" fmla="*/ 566556 h 1241890"/>
                <a:gd name="connsiteX164" fmla="*/ 52354 w 596847"/>
                <a:gd name="connsiteY164" fmla="*/ 540638 h 1241890"/>
                <a:gd name="connsiteX165" fmla="*/ 47906 w 596847"/>
                <a:gd name="connsiteY165" fmla="*/ 528576 h 1241890"/>
                <a:gd name="connsiteX166" fmla="*/ 40380 w 596847"/>
                <a:gd name="connsiteY166" fmla="*/ 514292 h 1241890"/>
                <a:gd name="connsiteX167" fmla="*/ 11297 w 596847"/>
                <a:gd name="connsiteY167" fmla="*/ 424988 h 1241890"/>
                <a:gd name="connsiteX168" fmla="*/ 177 w 596847"/>
                <a:gd name="connsiteY168" fmla="*/ 370927 h 1241890"/>
                <a:gd name="connsiteX169" fmla="*/ 21647 w 596847"/>
                <a:gd name="connsiteY169" fmla="*/ 341416 h 1241890"/>
                <a:gd name="connsiteX170" fmla="*/ 86059 w 596847"/>
                <a:gd name="connsiteY170" fmla="*/ 275294 h 1241890"/>
                <a:gd name="connsiteX171" fmla="*/ 136098 w 596847"/>
                <a:gd name="connsiteY171" fmla="*/ 225681 h 1241890"/>
                <a:gd name="connsiteX172" fmla="*/ 142342 w 596847"/>
                <a:gd name="connsiteY172" fmla="*/ 211824 h 1241890"/>
                <a:gd name="connsiteX173" fmla="*/ 159707 w 596847"/>
                <a:gd name="connsiteY173" fmla="*/ 204211 h 1241890"/>
                <a:gd name="connsiteX174" fmla="*/ 190074 w 596847"/>
                <a:gd name="connsiteY174" fmla="*/ 192150 h 1241890"/>
                <a:gd name="connsiteX175" fmla="*/ 211116 w 596847"/>
                <a:gd name="connsiteY175" fmla="*/ 184537 h 1241890"/>
                <a:gd name="connsiteX176" fmla="*/ 218302 w 596847"/>
                <a:gd name="connsiteY176" fmla="*/ 180517 h 1241890"/>
                <a:gd name="connsiteX177" fmla="*/ 225914 w 596847"/>
                <a:gd name="connsiteY177" fmla="*/ 176068 h 1241890"/>
                <a:gd name="connsiteX178" fmla="*/ 229506 w 596847"/>
                <a:gd name="connsiteY178" fmla="*/ 173844 h 1241890"/>
                <a:gd name="connsiteX179" fmla="*/ 239345 w 596847"/>
                <a:gd name="connsiteY179" fmla="*/ 170252 h 1241890"/>
                <a:gd name="connsiteX180" fmla="*/ 247813 w 596847"/>
                <a:gd name="connsiteY180" fmla="*/ 165376 h 1241890"/>
                <a:gd name="connsiteX181" fmla="*/ 258077 w 596847"/>
                <a:gd name="connsiteY181" fmla="*/ 160500 h 1241890"/>
                <a:gd name="connsiteX182" fmla="*/ 269284 w 596847"/>
                <a:gd name="connsiteY182" fmla="*/ 140399 h 1241890"/>
                <a:gd name="connsiteX183" fmla="*/ 271679 w 596847"/>
                <a:gd name="connsiteY183" fmla="*/ 138003 h 1241890"/>
                <a:gd name="connsiteX184" fmla="*/ 267316 w 596847"/>
                <a:gd name="connsiteY184" fmla="*/ 127140 h 1241890"/>
                <a:gd name="connsiteX185" fmla="*/ 256025 w 596847"/>
                <a:gd name="connsiteY185" fmla="*/ 115250 h 1241890"/>
                <a:gd name="connsiteX186" fmla="*/ 251833 w 596847"/>
                <a:gd name="connsiteY186" fmla="*/ 87278 h 1241890"/>
                <a:gd name="connsiteX187" fmla="*/ 255425 w 596847"/>
                <a:gd name="connsiteY187" fmla="*/ 83686 h 1241890"/>
                <a:gd name="connsiteX188" fmla="*/ 256624 w 596847"/>
                <a:gd name="connsiteY188" fmla="*/ 36639 h 1241890"/>
                <a:gd name="connsiteX189" fmla="*/ 276298 w 596847"/>
                <a:gd name="connsiteY189" fmla="*/ 9865 h 1241890"/>
                <a:gd name="connsiteX190" fmla="*/ 283397 w 596847"/>
                <a:gd name="connsiteY190" fmla="*/ 5075 h 1241890"/>
                <a:gd name="connsiteX191" fmla="*/ 292293 w 596847"/>
                <a:gd name="connsiteY191" fmla="*/ 2680 h 1241890"/>
                <a:gd name="connsiteX192" fmla="*/ 301875 w 596847"/>
                <a:gd name="connsiteY192" fmla="*/ 28 h 1241890"/>
                <a:gd name="connsiteX193" fmla="*/ 313507 w 596847"/>
                <a:gd name="connsiteY193" fmla="*/ 4219 h 1241890"/>
                <a:gd name="connsiteX194" fmla="*/ 329932 w 596847"/>
                <a:gd name="connsiteY194" fmla="*/ 7470 h 1241890"/>
                <a:gd name="connsiteX195" fmla="*/ 341821 w 596847"/>
                <a:gd name="connsiteY195" fmla="*/ 11661 h 1241890"/>
                <a:gd name="connsiteX196" fmla="*/ 351914 w 596847"/>
                <a:gd name="connsiteY196" fmla="*/ 24749 h 1241890"/>
                <a:gd name="connsiteX197" fmla="*/ 358501 w 596847"/>
                <a:gd name="connsiteY197" fmla="*/ 30737 h 1241890"/>
                <a:gd name="connsiteX198" fmla="*/ 367997 w 596847"/>
                <a:gd name="connsiteY198" fmla="*/ 52207 h 1241890"/>
                <a:gd name="connsiteX199" fmla="*/ 369793 w 596847"/>
                <a:gd name="connsiteY199" fmla="*/ 64696 h 1241890"/>
                <a:gd name="connsiteX200" fmla="*/ 366798 w 596847"/>
                <a:gd name="connsiteY200" fmla="*/ 91470 h 1241890"/>
                <a:gd name="connsiteX201" fmla="*/ 365601 w 596847"/>
                <a:gd name="connsiteY201" fmla="*/ 94977 h 1241890"/>
                <a:gd name="connsiteX202" fmla="*/ 375780 w 596847"/>
                <a:gd name="connsiteY202" fmla="*/ 109348 h 1241890"/>
                <a:gd name="connsiteX203" fmla="*/ 369108 w 596847"/>
                <a:gd name="connsiteY203" fmla="*/ 124146 h 1241890"/>
                <a:gd name="connsiteX204" fmla="*/ 364916 w 596847"/>
                <a:gd name="connsiteY204" fmla="*/ 139030 h 1241890"/>
                <a:gd name="connsiteX205" fmla="*/ 358929 w 596847"/>
                <a:gd name="connsiteY205" fmla="*/ 160500 h 1241890"/>
                <a:gd name="connsiteX206" fmla="*/ 357047 w 596847"/>
                <a:gd name="connsiteY206" fmla="*/ 163152 h 1241890"/>
                <a:gd name="connsiteX207" fmla="*/ 380399 w 596847"/>
                <a:gd name="connsiteY207" fmla="*/ 172048 h 1241890"/>
                <a:gd name="connsiteX208" fmla="*/ 392460 w 596847"/>
                <a:gd name="connsiteY208" fmla="*/ 180517 h 1241890"/>
                <a:gd name="connsiteX209" fmla="*/ 423768 w 596847"/>
                <a:gd name="connsiteY209" fmla="*/ 188557 h 1241890"/>
                <a:gd name="connsiteX210" fmla="*/ 442073 w 596847"/>
                <a:gd name="connsiteY210" fmla="*/ 199249 h 1241890"/>
                <a:gd name="connsiteX211" fmla="*/ 456357 w 596847"/>
                <a:gd name="connsiteY211" fmla="*/ 204125 h 1241890"/>
                <a:gd name="connsiteX212" fmla="*/ 459010 w 596847"/>
                <a:gd name="connsiteY212" fmla="*/ 212594 h 1241890"/>
                <a:gd name="connsiteX213" fmla="*/ 471072 w 596847"/>
                <a:gd name="connsiteY213" fmla="*/ 221062 h 1241890"/>
                <a:gd name="connsiteX214" fmla="*/ 483560 w 596847"/>
                <a:gd name="connsiteY214" fmla="*/ 232182 h 1241890"/>
                <a:gd name="connsiteX215" fmla="*/ 483560 w 596847"/>
                <a:gd name="connsiteY215" fmla="*/ 232182 h 1241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</a:cxnLst>
              <a:rect l="l" t="t" r="r" b="b"/>
              <a:pathLst>
                <a:path w="596847" h="1241890">
                  <a:moveTo>
                    <a:pt x="457471" y="334830"/>
                  </a:moveTo>
                  <a:cubicBezTo>
                    <a:pt x="450798" y="332606"/>
                    <a:pt x="444982" y="328157"/>
                    <a:pt x="442244" y="329441"/>
                  </a:cubicBezTo>
                  <a:lnTo>
                    <a:pt x="440876" y="330809"/>
                  </a:lnTo>
                  <a:cubicBezTo>
                    <a:pt x="439250" y="333290"/>
                    <a:pt x="438652" y="337995"/>
                    <a:pt x="438310" y="341930"/>
                  </a:cubicBezTo>
                  <a:cubicBezTo>
                    <a:pt x="437882" y="346805"/>
                    <a:pt x="434718" y="372724"/>
                    <a:pt x="432920" y="379481"/>
                  </a:cubicBezTo>
                  <a:cubicBezTo>
                    <a:pt x="431723" y="383929"/>
                    <a:pt x="430013" y="389233"/>
                    <a:pt x="428643" y="393595"/>
                  </a:cubicBezTo>
                  <a:cubicBezTo>
                    <a:pt x="428217" y="395905"/>
                    <a:pt x="427703" y="397872"/>
                    <a:pt x="427104" y="399156"/>
                  </a:cubicBezTo>
                  <a:cubicBezTo>
                    <a:pt x="426247" y="403176"/>
                    <a:pt x="431552" y="423705"/>
                    <a:pt x="433348" y="434911"/>
                  </a:cubicBezTo>
                  <a:cubicBezTo>
                    <a:pt x="435144" y="446117"/>
                    <a:pt x="439592" y="477338"/>
                    <a:pt x="436000" y="485807"/>
                  </a:cubicBezTo>
                  <a:cubicBezTo>
                    <a:pt x="432408" y="494276"/>
                    <a:pt x="428386" y="498296"/>
                    <a:pt x="424879" y="498296"/>
                  </a:cubicBezTo>
                  <a:cubicBezTo>
                    <a:pt x="424280" y="498296"/>
                    <a:pt x="422313" y="497954"/>
                    <a:pt x="419406" y="497440"/>
                  </a:cubicBezTo>
                  <a:cubicBezTo>
                    <a:pt x="419663" y="502401"/>
                    <a:pt x="420602" y="516943"/>
                    <a:pt x="423512" y="523786"/>
                  </a:cubicBezTo>
                  <a:cubicBezTo>
                    <a:pt x="424965" y="527294"/>
                    <a:pt x="426761" y="531913"/>
                    <a:pt x="428557" y="537045"/>
                  </a:cubicBezTo>
                  <a:lnTo>
                    <a:pt x="429328" y="535848"/>
                  </a:lnTo>
                  <a:cubicBezTo>
                    <a:pt x="436940" y="524214"/>
                    <a:pt x="440534" y="516174"/>
                    <a:pt x="442758" y="513522"/>
                  </a:cubicBezTo>
                  <a:cubicBezTo>
                    <a:pt x="444982" y="510870"/>
                    <a:pt x="462004" y="503257"/>
                    <a:pt x="466879" y="502401"/>
                  </a:cubicBezTo>
                  <a:cubicBezTo>
                    <a:pt x="466879" y="502401"/>
                    <a:pt x="468677" y="492992"/>
                    <a:pt x="470045" y="490341"/>
                  </a:cubicBezTo>
                  <a:cubicBezTo>
                    <a:pt x="471412" y="487689"/>
                    <a:pt x="478513" y="481445"/>
                    <a:pt x="482105" y="477852"/>
                  </a:cubicBezTo>
                  <a:cubicBezTo>
                    <a:pt x="485699" y="474259"/>
                    <a:pt x="492371" y="465791"/>
                    <a:pt x="495107" y="463139"/>
                  </a:cubicBezTo>
                  <a:cubicBezTo>
                    <a:pt x="497759" y="460487"/>
                    <a:pt x="502721" y="455098"/>
                    <a:pt x="503575" y="449282"/>
                  </a:cubicBezTo>
                  <a:cubicBezTo>
                    <a:pt x="504432" y="443465"/>
                    <a:pt x="500412" y="440813"/>
                    <a:pt x="502636" y="434569"/>
                  </a:cubicBezTo>
                  <a:cubicBezTo>
                    <a:pt x="504860" y="428324"/>
                    <a:pt x="511618" y="423876"/>
                    <a:pt x="514268" y="418060"/>
                  </a:cubicBezTo>
                  <a:cubicBezTo>
                    <a:pt x="516920" y="412243"/>
                    <a:pt x="514268" y="400610"/>
                    <a:pt x="517862" y="398386"/>
                  </a:cubicBezTo>
                  <a:cubicBezTo>
                    <a:pt x="521454" y="396161"/>
                    <a:pt x="530778" y="389404"/>
                    <a:pt x="532146" y="387180"/>
                  </a:cubicBezTo>
                  <a:cubicBezTo>
                    <a:pt x="531290" y="384357"/>
                    <a:pt x="530950" y="382133"/>
                    <a:pt x="530693" y="380251"/>
                  </a:cubicBezTo>
                  <a:cubicBezTo>
                    <a:pt x="529922" y="378712"/>
                    <a:pt x="528980" y="377172"/>
                    <a:pt x="528126" y="376060"/>
                  </a:cubicBezTo>
                  <a:cubicBezTo>
                    <a:pt x="525902" y="372981"/>
                    <a:pt x="515638" y="369815"/>
                    <a:pt x="516492" y="360406"/>
                  </a:cubicBezTo>
                  <a:cubicBezTo>
                    <a:pt x="517348" y="351082"/>
                    <a:pt x="516064" y="351510"/>
                    <a:pt x="512900" y="351510"/>
                  </a:cubicBezTo>
                  <a:cubicBezTo>
                    <a:pt x="509734" y="351510"/>
                    <a:pt x="501266" y="346634"/>
                    <a:pt x="498616" y="345693"/>
                  </a:cubicBezTo>
                  <a:cubicBezTo>
                    <a:pt x="495963" y="344752"/>
                    <a:pt x="487495" y="339449"/>
                    <a:pt x="485185" y="339021"/>
                  </a:cubicBezTo>
                  <a:cubicBezTo>
                    <a:pt x="482961" y="338594"/>
                    <a:pt x="483389" y="336797"/>
                    <a:pt x="477999" y="337225"/>
                  </a:cubicBezTo>
                  <a:cubicBezTo>
                    <a:pt x="472611" y="337653"/>
                    <a:pt x="464143" y="337225"/>
                    <a:pt x="457471" y="335001"/>
                  </a:cubicBezTo>
                  <a:lnTo>
                    <a:pt x="457471" y="335001"/>
                  </a:lnTo>
                  <a:close/>
                  <a:moveTo>
                    <a:pt x="434290" y="556805"/>
                  </a:moveTo>
                  <a:cubicBezTo>
                    <a:pt x="436599" y="551245"/>
                    <a:pt x="440534" y="541237"/>
                    <a:pt x="440534" y="541237"/>
                  </a:cubicBezTo>
                  <a:cubicBezTo>
                    <a:pt x="440534" y="541237"/>
                    <a:pt x="434547" y="544829"/>
                    <a:pt x="431637" y="546369"/>
                  </a:cubicBezTo>
                  <a:cubicBezTo>
                    <a:pt x="432663" y="549876"/>
                    <a:pt x="433605" y="553383"/>
                    <a:pt x="434375" y="556805"/>
                  </a:cubicBezTo>
                  <a:lnTo>
                    <a:pt x="434375" y="556805"/>
                  </a:lnTo>
                  <a:close/>
                  <a:moveTo>
                    <a:pt x="171598" y="443379"/>
                  </a:moveTo>
                  <a:cubicBezTo>
                    <a:pt x="175618" y="436280"/>
                    <a:pt x="180492" y="425929"/>
                    <a:pt x="176472" y="418316"/>
                  </a:cubicBezTo>
                  <a:cubicBezTo>
                    <a:pt x="172452" y="410703"/>
                    <a:pt x="164412" y="380337"/>
                    <a:pt x="164840" y="370500"/>
                  </a:cubicBezTo>
                  <a:cubicBezTo>
                    <a:pt x="165268" y="360663"/>
                    <a:pt x="168432" y="330296"/>
                    <a:pt x="167064" y="327644"/>
                  </a:cubicBezTo>
                  <a:cubicBezTo>
                    <a:pt x="165694" y="324907"/>
                    <a:pt x="158596" y="332520"/>
                    <a:pt x="155002" y="333889"/>
                  </a:cubicBezTo>
                  <a:cubicBezTo>
                    <a:pt x="151410" y="335257"/>
                    <a:pt x="142513" y="335257"/>
                    <a:pt x="138493" y="336541"/>
                  </a:cubicBezTo>
                  <a:cubicBezTo>
                    <a:pt x="134473" y="337909"/>
                    <a:pt x="129169" y="340133"/>
                    <a:pt x="125577" y="342357"/>
                  </a:cubicBezTo>
                  <a:cubicBezTo>
                    <a:pt x="121985" y="344581"/>
                    <a:pt x="114028" y="348602"/>
                    <a:pt x="109411" y="353050"/>
                  </a:cubicBezTo>
                  <a:cubicBezTo>
                    <a:pt x="104962" y="357497"/>
                    <a:pt x="101028" y="360663"/>
                    <a:pt x="96066" y="364683"/>
                  </a:cubicBezTo>
                  <a:cubicBezTo>
                    <a:pt x="91190" y="368704"/>
                    <a:pt x="88111" y="373151"/>
                    <a:pt x="87170" y="378540"/>
                  </a:cubicBezTo>
                  <a:cubicBezTo>
                    <a:pt x="86313" y="383929"/>
                    <a:pt x="82293" y="384357"/>
                    <a:pt x="81439" y="391457"/>
                  </a:cubicBezTo>
                  <a:cubicBezTo>
                    <a:pt x="80497" y="398642"/>
                    <a:pt x="87170" y="400353"/>
                    <a:pt x="89394" y="407111"/>
                  </a:cubicBezTo>
                  <a:cubicBezTo>
                    <a:pt x="91618" y="413783"/>
                    <a:pt x="95638" y="430377"/>
                    <a:pt x="95210" y="443721"/>
                  </a:cubicBezTo>
                  <a:cubicBezTo>
                    <a:pt x="94782" y="457151"/>
                    <a:pt x="96066" y="464251"/>
                    <a:pt x="97862" y="471009"/>
                  </a:cubicBezTo>
                  <a:cubicBezTo>
                    <a:pt x="99658" y="477681"/>
                    <a:pt x="102738" y="478194"/>
                    <a:pt x="102738" y="482129"/>
                  </a:cubicBezTo>
                  <a:cubicBezTo>
                    <a:pt x="102738" y="486064"/>
                    <a:pt x="99230" y="485293"/>
                    <a:pt x="101454" y="492821"/>
                  </a:cubicBezTo>
                  <a:cubicBezTo>
                    <a:pt x="103678" y="500434"/>
                    <a:pt x="102738" y="501717"/>
                    <a:pt x="106330" y="507106"/>
                  </a:cubicBezTo>
                  <a:cubicBezTo>
                    <a:pt x="109922" y="512496"/>
                    <a:pt x="125577" y="533452"/>
                    <a:pt x="126945" y="537473"/>
                  </a:cubicBezTo>
                  <a:cubicBezTo>
                    <a:pt x="127458" y="539440"/>
                    <a:pt x="127458" y="541237"/>
                    <a:pt x="127201" y="542519"/>
                  </a:cubicBezTo>
                  <a:cubicBezTo>
                    <a:pt x="128997" y="543290"/>
                    <a:pt x="139776" y="548080"/>
                    <a:pt x="143798" y="551330"/>
                  </a:cubicBezTo>
                  <a:cubicBezTo>
                    <a:pt x="148244" y="554923"/>
                    <a:pt x="152778" y="558943"/>
                    <a:pt x="155430" y="559799"/>
                  </a:cubicBezTo>
                  <a:cubicBezTo>
                    <a:pt x="157483" y="560483"/>
                    <a:pt x="161760" y="560654"/>
                    <a:pt x="164755" y="561082"/>
                  </a:cubicBezTo>
                  <a:cubicBezTo>
                    <a:pt x="165011" y="559029"/>
                    <a:pt x="165268" y="557233"/>
                    <a:pt x="165523" y="555779"/>
                  </a:cubicBezTo>
                  <a:cubicBezTo>
                    <a:pt x="167918" y="543290"/>
                    <a:pt x="175618" y="520023"/>
                    <a:pt x="179210" y="508133"/>
                  </a:cubicBezTo>
                  <a:cubicBezTo>
                    <a:pt x="181092" y="501803"/>
                    <a:pt x="183402" y="497440"/>
                    <a:pt x="184855" y="494446"/>
                  </a:cubicBezTo>
                  <a:lnTo>
                    <a:pt x="185883" y="490683"/>
                  </a:lnTo>
                  <a:cubicBezTo>
                    <a:pt x="182460" y="489143"/>
                    <a:pt x="173991" y="483583"/>
                    <a:pt x="172367" y="480760"/>
                  </a:cubicBezTo>
                  <a:cubicBezTo>
                    <a:pt x="170571" y="477595"/>
                    <a:pt x="167407" y="450394"/>
                    <a:pt x="171512" y="443208"/>
                  </a:cubicBezTo>
                  <a:lnTo>
                    <a:pt x="171512" y="443208"/>
                  </a:lnTo>
                  <a:close/>
                  <a:moveTo>
                    <a:pt x="162274" y="593672"/>
                  </a:moveTo>
                  <a:cubicBezTo>
                    <a:pt x="162445" y="589224"/>
                    <a:pt x="162787" y="584776"/>
                    <a:pt x="163044" y="580499"/>
                  </a:cubicBezTo>
                  <a:cubicBezTo>
                    <a:pt x="162445" y="580414"/>
                    <a:pt x="154576" y="578789"/>
                    <a:pt x="153720" y="580071"/>
                  </a:cubicBezTo>
                  <a:cubicBezTo>
                    <a:pt x="152949" y="581269"/>
                    <a:pt x="160478" y="590079"/>
                    <a:pt x="162274" y="593672"/>
                  </a:cubicBezTo>
                  <a:lnTo>
                    <a:pt x="162274" y="593672"/>
                  </a:lnTo>
                  <a:close/>
                  <a:moveTo>
                    <a:pt x="483817" y="233038"/>
                  </a:moveTo>
                  <a:cubicBezTo>
                    <a:pt x="488263" y="235262"/>
                    <a:pt x="489205" y="237058"/>
                    <a:pt x="494510" y="244158"/>
                  </a:cubicBezTo>
                  <a:cubicBezTo>
                    <a:pt x="499898" y="251343"/>
                    <a:pt x="512814" y="269221"/>
                    <a:pt x="522225" y="274952"/>
                  </a:cubicBezTo>
                  <a:cubicBezTo>
                    <a:pt x="531547" y="280769"/>
                    <a:pt x="549939" y="299930"/>
                    <a:pt x="554814" y="301726"/>
                  </a:cubicBezTo>
                  <a:cubicBezTo>
                    <a:pt x="559690" y="303522"/>
                    <a:pt x="570040" y="319176"/>
                    <a:pt x="574488" y="324052"/>
                  </a:cubicBezTo>
                  <a:cubicBezTo>
                    <a:pt x="578936" y="328928"/>
                    <a:pt x="583898" y="341502"/>
                    <a:pt x="585180" y="344581"/>
                  </a:cubicBezTo>
                  <a:cubicBezTo>
                    <a:pt x="586550" y="347746"/>
                    <a:pt x="596815" y="369131"/>
                    <a:pt x="596815" y="372296"/>
                  </a:cubicBezTo>
                  <a:cubicBezTo>
                    <a:pt x="596815" y="375461"/>
                    <a:pt x="597243" y="395990"/>
                    <a:pt x="595019" y="400011"/>
                  </a:cubicBezTo>
                  <a:cubicBezTo>
                    <a:pt x="592795" y="404031"/>
                    <a:pt x="583384" y="412500"/>
                    <a:pt x="580732" y="416092"/>
                  </a:cubicBezTo>
                  <a:cubicBezTo>
                    <a:pt x="578080" y="419685"/>
                    <a:pt x="574488" y="424133"/>
                    <a:pt x="572692" y="428581"/>
                  </a:cubicBezTo>
                  <a:cubicBezTo>
                    <a:pt x="570896" y="433029"/>
                    <a:pt x="564224" y="448683"/>
                    <a:pt x="561058" y="454499"/>
                  </a:cubicBezTo>
                  <a:cubicBezTo>
                    <a:pt x="557979" y="460316"/>
                    <a:pt x="552589" y="471009"/>
                    <a:pt x="551222" y="473660"/>
                  </a:cubicBezTo>
                  <a:cubicBezTo>
                    <a:pt x="549854" y="476312"/>
                    <a:pt x="539161" y="493334"/>
                    <a:pt x="535567" y="498210"/>
                  </a:cubicBezTo>
                  <a:cubicBezTo>
                    <a:pt x="531975" y="503086"/>
                    <a:pt x="516834" y="531742"/>
                    <a:pt x="513671" y="535249"/>
                  </a:cubicBezTo>
                  <a:cubicBezTo>
                    <a:pt x="513671" y="535249"/>
                    <a:pt x="509820" y="533624"/>
                    <a:pt x="504260" y="530801"/>
                  </a:cubicBezTo>
                  <a:cubicBezTo>
                    <a:pt x="503747" y="531913"/>
                    <a:pt x="493397" y="556805"/>
                    <a:pt x="487752" y="565102"/>
                  </a:cubicBezTo>
                  <a:cubicBezTo>
                    <a:pt x="481934" y="573570"/>
                    <a:pt x="470901" y="589224"/>
                    <a:pt x="464057" y="587086"/>
                  </a:cubicBezTo>
                  <a:cubicBezTo>
                    <a:pt x="464057" y="587086"/>
                    <a:pt x="461833" y="584177"/>
                    <a:pt x="460037" y="585033"/>
                  </a:cubicBezTo>
                  <a:cubicBezTo>
                    <a:pt x="458241" y="585888"/>
                    <a:pt x="454818" y="595554"/>
                    <a:pt x="451226" y="598206"/>
                  </a:cubicBezTo>
                  <a:cubicBezTo>
                    <a:pt x="447632" y="600857"/>
                    <a:pt x="445665" y="603852"/>
                    <a:pt x="443441" y="601542"/>
                  </a:cubicBezTo>
                  <a:cubicBezTo>
                    <a:pt x="441474" y="599575"/>
                    <a:pt x="439592" y="598206"/>
                    <a:pt x="438224" y="597949"/>
                  </a:cubicBezTo>
                  <a:cubicBezTo>
                    <a:pt x="438395" y="604878"/>
                    <a:pt x="438224" y="611122"/>
                    <a:pt x="437710" y="615314"/>
                  </a:cubicBezTo>
                  <a:cubicBezTo>
                    <a:pt x="435914" y="627803"/>
                    <a:pt x="435914" y="632593"/>
                    <a:pt x="434118" y="642088"/>
                  </a:cubicBezTo>
                  <a:cubicBezTo>
                    <a:pt x="432322" y="651582"/>
                    <a:pt x="435315" y="665355"/>
                    <a:pt x="432920" y="674849"/>
                  </a:cubicBezTo>
                  <a:cubicBezTo>
                    <a:pt x="430524" y="684430"/>
                    <a:pt x="426333" y="700511"/>
                    <a:pt x="425136" y="714197"/>
                  </a:cubicBezTo>
                  <a:cubicBezTo>
                    <a:pt x="423940" y="727884"/>
                    <a:pt x="422142" y="758849"/>
                    <a:pt x="417950" y="773134"/>
                  </a:cubicBezTo>
                  <a:cubicBezTo>
                    <a:pt x="413759" y="787419"/>
                    <a:pt x="403066" y="841651"/>
                    <a:pt x="398875" y="866629"/>
                  </a:cubicBezTo>
                  <a:cubicBezTo>
                    <a:pt x="394684" y="891606"/>
                    <a:pt x="392888" y="914274"/>
                    <a:pt x="394086" y="931554"/>
                  </a:cubicBezTo>
                  <a:cubicBezTo>
                    <a:pt x="395283" y="948832"/>
                    <a:pt x="392888" y="1003663"/>
                    <a:pt x="394684" y="1013757"/>
                  </a:cubicBezTo>
                  <a:cubicBezTo>
                    <a:pt x="396480" y="1023851"/>
                    <a:pt x="401270" y="1052506"/>
                    <a:pt x="401270" y="1069186"/>
                  </a:cubicBezTo>
                  <a:cubicBezTo>
                    <a:pt x="401270" y="1085867"/>
                    <a:pt x="403066" y="1087663"/>
                    <a:pt x="402469" y="1097158"/>
                  </a:cubicBezTo>
                  <a:cubicBezTo>
                    <a:pt x="401870" y="1106653"/>
                    <a:pt x="400671" y="1114437"/>
                    <a:pt x="399474" y="1119826"/>
                  </a:cubicBezTo>
                  <a:cubicBezTo>
                    <a:pt x="398278" y="1125130"/>
                    <a:pt x="400074" y="1184750"/>
                    <a:pt x="400074" y="1190653"/>
                  </a:cubicBezTo>
                  <a:cubicBezTo>
                    <a:pt x="400074" y="1193048"/>
                    <a:pt x="415555" y="1203740"/>
                    <a:pt x="417950" y="1208531"/>
                  </a:cubicBezTo>
                  <a:cubicBezTo>
                    <a:pt x="417950" y="1208531"/>
                    <a:pt x="433433" y="1210925"/>
                    <a:pt x="435229" y="1219223"/>
                  </a:cubicBezTo>
                  <a:cubicBezTo>
                    <a:pt x="437025" y="1227606"/>
                    <a:pt x="441217" y="1235305"/>
                    <a:pt x="434632" y="1237100"/>
                  </a:cubicBezTo>
                  <a:cubicBezTo>
                    <a:pt x="428045" y="1238897"/>
                    <a:pt x="388183" y="1237100"/>
                    <a:pt x="388183" y="1237100"/>
                  </a:cubicBezTo>
                  <a:lnTo>
                    <a:pt x="386986" y="1239496"/>
                  </a:lnTo>
                  <a:cubicBezTo>
                    <a:pt x="386986" y="1239496"/>
                    <a:pt x="338741" y="1241891"/>
                    <a:pt x="328048" y="1235903"/>
                  </a:cubicBezTo>
                  <a:cubicBezTo>
                    <a:pt x="328048" y="1235903"/>
                    <a:pt x="327451" y="1207932"/>
                    <a:pt x="327451" y="1200746"/>
                  </a:cubicBezTo>
                  <a:cubicBezTo>
                    <a:pt x="327451" y="1193561"/>
                    <a:pt x="317356" y="1147712"/>
                    <a:pt x="316159" y="1131630"/>
                  </a:cubicBezTo>
                  <a:cubicBezTo>
                    <a:pt x="314962" y="1115549"/>
                    <a:pt x="316758" y="1019659"/>
                    <a:pt x="315560" y="983305"/>
                  </a:cubicBezTo>
                  <a:cubicBezTo>
                    <a:pt x="314363" y="946951"/>
                    <a:pt x="314363" y="907089"/>
                    <a:pt x="314363" y="902898"/>
                  </a:cubicBezTo>
                  <a:cubicBezTo>
                    <a:pt x="314363" y="898706"/>
                    <a:pt x="306066" y="879631"/>
                    <a:pt x="306663" y="863550"/>
                  </a:cubicBezTo>
                  <a:cubicBezTo>
                    <a:pt x="307091" y="852857"/>
                    <a:pt x="307177" y="827708"/>
                    <a:pt x="306323" y="809232"/>
                  </a:cubicBezTo>
                  <a:cubicBezTo>
                    <a:pt x="304013" y="802731"/>
                    <a:pt x="301703" y="786992"/>
                    <a:pt x="301275" y="779635"/>
                  </a:cubicBezTo>
                  <a:cubicBezTo>
                    <a:pt x="300419" y="776213"/>
                    <a:pt x="300248" y="773305"/>
                    <a:pt x="301275" y="768857"/>
                  </a:cubicBezTo>
                  <a:cubicBezTo>
                    <a:pt x="302472" y="763554"/>
                    <a:pt x="303157" y="751749"/>
                    <a:pt x="301960" y="744649"/>
                  </a:cubicBezTo>
                  <a:cubicBezTo>
                    <a:pt x="300762" y="742169"/>
                    <a:pt x="299907" y="740287"/>
                    <a:pt x="299222" y="739090"/>
                  </a:cubicBezTo>
                  <a:lnTo>
                    <a:pt x="298880" y="739090"/>
                  </a:lnTo>
                  <a:cubicBezTo>
                    <a:pt x="294346" y="739090"/>
                    <a:pt x="290412" y="749183"/>
                    <a:pt x="288958" y="765350"/>
                  </a:cubicBezTo>
                  <a:cubicBezTo>
                    <a:pt x="289641" y="771338"/>
                    <a:pt x="291865" y="779721"/>
                    <a:pt x="289301" y="787334"/>
                  </a:cubicBezTo>
                  <a:cubicBezTo>
                    <a:pt x="288787" y="788788"/>
                    <a:pt x="288444" y="789986"/>
                    <a:pt x="288187" y="791097"/>
                  </a:cubicBezTo>
                  <a:cubicBezTo>
                    <a:pt x="288016" y="793493"/>
                    <a:pt x="287674" y="795802"/>
                    <a:pt x="286905" y="798625"/>
                  </a:cubicBezTo>
                  <a:cubicBezTo>
                    <a:pt x="284510" y="807521"/>
                    <a:pt x="279120" y="826596"/>
                    <a:pt x="277409" y="832584"/>
                  </a:cubicBezTo>
                  <a:cubicBezTo>
                    <a:pt x="275613" y="838572"/>
                    <a:pt x="273817" y="868340"/>
                    <a:pt x="272021" y="877834"/>
                  </a:cubicBezTo>
                  <a:cubicBezTo>
                    <a:pt x="270223" y="887329"/>
                    <a:pt x="266032" y="900503"/>
                    <a:pt x="263722" y="910596"/>
                  </a:cubicBezTo>
                  <a:cubicBezTo>
                    <a:pt x="261329" y="920690"/>
                    <a:pt x="262526" y="935659"/>
                    <a:pt x="261926" y="944555"/>
                  </a:cubicBezTo>
                  <a:cubicBezTo>
                    <a:pt x="261329" y="953452"/>
                    <a:pt x="260130" y="979712"/>
                    <a:pt x="257735" y="994596"/>
                  </a:cubicBezTo>
                  <a:cubicBezTo>
                    <a:pt x="255340" y="1009480"/>
                    <a:pt x="254143" y="1034543"/>
                    <a:pt x="251148" y="1041044"/>
                  </a:cubicBezTo>
                  <a:cubicBezTo>
                    <a:pt x="248156" y="1047631"/>
                    <a:pt x="254143" y="1072608"/>
                    <a:pt x="253544" y="1090486"/>
                  </a:cubicBezTo>
                  <a:cubicBezTo>
                    <a:pt x="252946" y="1108364"/>
                    <a:pt x="252946" y="1125643"/>
                    <a:pt x="249952" y="1146514"/>
                  </a:cubicBezTo>
                  <a:cubicBezTo>
                    <a:pt x="246957" y="1167386"/>
                    <a:pt x="242168" y="1184066"/>
                    <a:pt x="240456" y="1197154"/>
                  </a:cubicBezTo>
                  <a:cubicBezTo>
                    <a:pt x="238660" y="1210241"/>
                    <a:pt x="242254" y="1236502"/>
                    <a:pt x="238660" y="1237100"/>
                  </a:cubicBezTo>
                  <a:cubicBezTo>
                    <a:pt x="235068" y="1237699"/>
                    <a:pt x="215393" y="1241891"/>
                    <a:pt x="205300" y="1241891"/>
                  </a:cubicBezTo>
                  <a:cubicBezTo>
                    <a:pt x="195207" y="1241891"/>
                    <a:pt x="160049" y="1241891"/>
                    <a:pt x="154659" y="1238298"/>
                  </a:cubicBezTo>
                  <a:cubicBezTo>
                    <a:pt x="154659" y="1238298"/>
                    <a:pt x="152266" y="1223414"/>
                    <a:pt x="157654" y="1219223"/>
                  </a:cubicBezTo>
                  <a:cubicBezTo>
                    <a:pt x="163044" y="1215031"/>
                    <a:pt x="168347" y="1210925"/>
                    <a:pt x="169545" y="1207932"/>
                  </a:cubicBezTo>
                  <a:cubicBezTo>
                    <a:pt x="170742" y="1204938"/>
                    <a:pt x="171938" y="1203740"/>
                    <a:pt x="173137" y="1200746"/>
                  </a:cubicBezTo>
                  <a:cubicBezTo>
                    <a:pt x="174334" y="1197753"/>
                    <a:pt x="177928" y="1197753"/>
                    <a:pt x="176130" y="1195357"/>
                  </a:cubicBezTo>
                  <a:cubicBezTo>
                    <a:pt x="174334" y="1192962"/>
                    <a:pt x="161845" y="1119142"/>
                    <a:pt x="165437" y="1106567"/>
                  </a:cubicBezTo>
                  <a:cubicBezTo>
                    <a:pt x="169031" y="1094079"/>
                    <a:pt x="174933" y="997590"/>
                    <a:pt x="177329" y="979114"/>
                  </a:cubicBezTo>
                  <a:cubicBezTo>
                    <a:pt x="179724" y="960637"/>
                    <a:pt x="182717" y="879032"/>
                    <a:pt x="181520" y="852258"/>
                  </a:cubicBezTo>
                  <a:cubicBezTo>
                    <a:pt x="180321" y="825484"/>
                    <a:pt x="179125" y="818898"/>
                    <a:pt x="176729" y="808804"/>
                  </a:cubicBezTo>
                  <a:cubicBezTo>
                    <a:pt x="174334" y="798710"/>
                    <a:pt x="171938" y="798710"/>
                    <a:pt x="171341" y="783142"/>
                  </a:cubicBezTo>
                  <a:cubicBezTo>
                    <a:pt x="170742" y="767660"/>
                    <a:pt x="168347" y="712829"/>
                    <a:pt x="167150" y="698031"/>
                  </a:cubicBezTo>
                  <a:cubicBezTo>
                    <a:pt x="165951" y="683146"/>
                    <a:pt x="162959" y="640890"/>
                    <a:pt x="161760" y="624723"/>
                  </a:cubicBezTo>
                  <a:cubicBezTo>
                    <a:pt x="161589" y="622157"/>
                    <a:pt x="161503" y="618907"/>
                    <a:pt x="161417" y="615314"/>
                  </a:cubicBezTo>
                  <a:cubicBezTo>
                    <a:pt x="158339" y="610096"/>
                    <a:pt x="148244" y="593245"/>
                    <a:pt x="147133" y="593587"/>
                  </a:cubicBezTo>
                  <a:cubicBezTo>
                    <a:pt x="145765" y="594014"/>
                    <a:pt x="157825" y="619505"/>
                    <a:pt x="158339" y="621729"/>
                  </a:cubicBezTo>
                  <a:cubicBezTo>
                    <a:pt x="158767" y="623953"/>
                    <a:pt x="160135" y="628915"/>
                    <a:pt x="156969" y="629770"/>
                  </a:cubicBezTo>
                  <a:cubicBezTo>
                    <a:pt x="153805" y="630626"/>
                    <a:pt x="150299" y="629342"/>
                    <a:pt x="147561" y="624381"/>
                  </a:cubicBezTo>
                  <a:cubicBezTo>
                    <a:pt x="144909" y="619505"/>
                    <a:pt x="127886" y="586829"/>
                    <a:pt x="125234" y="588625"/>
                  </a:cubicBezTo>
                  <a:cubicBezTo>
                    <a:pt x="122582" y="590422"/>
                    <a:pt x="127030" y="599318"/>
                    <a:pt x="128315" y="601542"/>
                  </a:cubicBezTo>
                  <a:cubicBezTo>
                    <a:pt x="129682" y="603766"/>
                    <a:pt x="136355" y="617196"/>
                    <a:pt x="137808" y="618479"/>
                  </a:cubicBezTo>
                  <a:cubicBezTo>
                    <a:pt x="139093" y="619848"/>
                    <a:pt x="140461" y="622499"/>
                    <a:pt x="137808" y="623354"/>
                  </a:cubicBezTo>
                  <a:cubicBezTo>
                    <a:pt x="134987" y="624210"/>
                    <a:pt x="127458" y="619334"/>
                    <a:pt x="124806" y="615314"/>
                  </a:cubicBezTo>
                  <a:cubicBezTo>
                    <a:pt x="122156" y="611294"/>
                    <a:pt x="113688" y="593416"/>
                    <a:pt x="110436" y="591620"/>
                  </a:cubicBezTo>
                  <a:cubicBezTo>
                    <a:pt x="107358" y="589823"/>
                    <a:pt x="99744" y="577334"/>
                    <a:pt x="96237" y="574597"/>
                  </a:cubicBezTo>
                  <a:cubicBezTo>
                    <a:pt x="92900" y="572202"/>
                    <a:pt x="88966" y="564247"/>
                    <a:pt x="88283" y="562792"/>
                  </a:cubicBezTo>
                  <a:cubicBezTo>
                    <a:pt x="80583" y="562194"/>
                    <a:pt x="80583" y="562622"/>
                    <a:pt x="76049" y="563904"/>
                  </a:cubicBezTo>
                  <a:cubicBezTo>
                    <a:pt x="71175" y="565273"/>
                    <a:pt x="68523" y="566556"/>
                    <a:pt x="66727" y="566556"/>
                  </a:cubicBezTo>
                  <a:cubicBezTo>
                    <a:pt x="64928" y="566556"/>
                    <a:pt x="56034" y="544658"/>
                    <a:pt x="52354" y="540638"/>
                  </a:cubicBezTo>
                  <a:cubicBezTo>
                    <a:pt x="48848" y="536617"/>
                    <a:pt x="49704" y="530373"/>
                    <a:pt x="47906" y="528576"/>
                  </a:cubicBezTo>
                  <a:cubicBezTo>
                    <a:pt x="46110" y="526780"/>
                    <a:pt x="42604" y="516516"/>
                    <a:pt x="40380" y="514292"/>
                  </a:cubicBezTo>
                  <a:cubicBezTo>
                    <a:pt x="38156" y="512067"/>
                    <a:pt x="11809" y="436108"/>
                    <a:pt x="11297" y="424988"/>
                  </a:cubicBezTo>
                  <a:cubicBezTo>
                    <a:pt x="10869" y="413783"/>
                    <a:pt x="-1619" y="378968"/>
                    <a:pt x="177" y="370927"/>
                  </a:cubicBezTo>
                  <a:cubicBezTo>
                    <a:pt x="1973" y="362886"/>
                    <a:pt x="12751" y="349970"/>
                    <a:pt x="21647" y="341416"/>
                  </a:cubicBezTo>
                  <a:cubicBezTo>
                    <a:pt x="30543" y="332948"/>
                    <a:pt x="69462" y="292744"/>
                    <a:pt x="86059" y="275294"/>
                  </a:cubicBezTo>
                  <a:cubicBezTo>
                    <a:pt x="102481" y="257844"/>
                    <a:pt x="130624" y="231498"/>
                    <a:pt x="136098" y="225681"/>
                  </a:cubicBezTo>
                  <a:cubicBezTo>
                    <a:pt x="141402" y="219865"/>
                    <a:pt x="140546" y="214989"/>
                    <a:pt x="142342" y="211824"/>
                  </a:cubicBezTo>
                  <a:cubicBezTo>
                    <a:pt x="144138" y="208659"/>
                    <a:pt x="154405" y="206007"/>
                    <a:pt x="159707" y="204211"/>
                  </a:cubicBezTo>
                  <a:cubicBezTo>
                    <a:pt x="165097" y="202415"/>
                    <a:pt x="181177" y="195742"/>
                    <a:pt x="190074" y="192150"/>
                  </a:cubicBezTo>
                  <a:cubicBezTo>
                    <a:pt x="198970" y="188557"/>
                    <a:pt x="206582" y="184964"/>
                    <a:pt x="211116" y="184537"/>
                  </a:cubicBezTo>
                  <a:cubicBezTo>
                    <a:pt x="215564" y="184109"/>
                    <a:pt x="215136" y="184109"/>
                    <a:pt x="218302" y="180517"/>
                  </a:cubicBezTo>
                  <a:cubicBezTo>
                    <a:pt x="221466" y="176924"/>
                    <a:pt x="222322" y="178293"/>
                    <a:pt x="225914" y="176068"/>
                  </a:cubicBezTo>
                  <a:cubicBezTo>
                    <a:pt x="229506" y="173844"/>
                    <a:pt x="224118" y="176496"/>
                    <a:pt x="229506" y="173844"/>
                  </a:cubicBezTo>
                  <a:cubicBezTo>
                    <a:pt x="234897" y="171193"/>
                    <a:pt x="233955" y="174272"/>
                    <a:pt x="239345" y="170252"/>
                  </a:cubicBezTo>
                  <a:cubicBezTo>
                    <a:pt x="244733" y="166231"/>
                    <a:pt x="243365" y="166231"/>
                    <a:pt x="247813" y="165376"/>
                  </a:cubicBezTo>
                  <a:cubicBezTo>
                    <a:pt x="252261" y="164520"/>
                    <a:pt x="255853" y="164948"/>
                    <a:pt x="258077" y="160500"/>
                  </a:cubicBezTo>
                  <a:cubicBezTo>
                    <a:pt x="260301" y="156052"/>
                    <a:pt x="266546" y="143564"/>
                    <a:pt x="269284" y="140399"/>
                  </a:cubicBezTo>
                  <a:lnTo>
                    <a:pt x="271679" y="138003"/>
                  </a:lnTo>
                  <a:lnTo>
                    <a:pt x="267316" y="127140"/>
                  </a:lnTo>
                  <a:cubicBezTo>
                    <a:pt x="267316" y="127140"/>
                    <a:pt x="259531" y="125942"/>
                    <a:pt x="256025" y="115250"/>
                  </a:cubicBezTo>
                  <a:cubicBezTo>
                    <a:pt x="252433" y="104558"/>
                    <a:pt x="251234" y="90272"/>
                    <a:pt x="251833" y="87278"/>
                  </a:cubicBezTo>
                  <a:cubicBezTo>
                    <a:pt x="252433" y="84285"/>
                    <a:pt x="255425" y="83686"/>
                    <a:pt x="255425" y="83686"/>
                  </a:cubicBezTo>
                  <a:cubicBezTo>
                    <a:pt x="255425" y="83686"/>
                    <a:pt x="254828" y="45022"/>
                    <a:pt x="256624" y="36639"/>
                  </a:cubicBezTo>
                  <a:cubicBezTo>
                    <a:pt x="258420" y="28256"/>
                    <a:pt x="273304" y="11062"/>
                    <a:pt x="276298" y="9865"/>
                  </a:cubicBezTo>
                  <a:cubicBezTo>
                    <a:pt x="279291" y="8668"/>
                    <a:pt x="280490" y="7470"/>
                    <a:pt x="283397" y="5075"/>
                  </a:cubicBezTo>
                  <a:cubicBezTo>
                    <a:pt x="286391" y="2680"/>
                    <a:pt x="290583" y="3278"/>
                    <a:pt x="292293" y="2680"/>
                  </a:cubicBezTo>
                  <a:cubicBezTo>
                    <a:pt x="294089" y="2081"/>
                    <a:pt x="293492" y="285"/>
                    <a:pt x="301875" y="28"/>
                  </a:cubicBezTo>
                  <a:cubicBezTo>
                    <a:pt x="313678" y="-400"/>
                    <a:pt x="313507" y="4219"/>
                    <a:pt x="313507" y="4219"/>
                  </a:cubicBezTo>
                  <a:cubicBezTo>
                    <a:pt x="313507" y="4219"/>
                    <a:pt x="319751" y="370"/>
                    <a:pt x="329932" y="7470"/>
                  </a:cubicBezTo>
                  <a:cubicBezTo>
                    <a:pt x="329932" y="7470"/>
                    <a:pt x="337630" y="8668"/>
                    <a:pt x="341821" y="11661"/>
                  </a:cubicBezTo>
                  <a:cubicBezTo>
                    <a:pt x="346012" y="14655"/>
                    <a:pt x="350717" y="18847"/>
                    <a:pt x="351914" y="24749"/>
                  </a:cubicBezTo>
                  <a:cubicBezTo>
                    <a:pt x="353113" y="30737"/>
                    <a:pt x="358501" y="30737"/>
                    <a:pt x="358501" y="30737"/>
                  </a:cubicBezTo>
                  <a:cubicBezTo>
                    <a:pt x="358501" y="30737"/>
                    <a:pt x="367997" y="45022"/>
                    <a:pt x="367997" y="52207"/>
                  </a:cubicBezTo>
                  <a:cubicBezTo>
                    <a:pt x="367997" y="59392"/>
                    <a:pt x="372188" y="60590"/>
                    <a:pt x="369793" y="64696"/>
                  </a:cubicBezTo>
                  <a:cubicBezTo>
                    <a:pt x="367397" y="68887"/>
                    <a:pt x="367997" y="87963"/>
                    <a:pt x="366798" y="91470"/>
                  </a:cubicBezTo>
                  <a:lnTo>
                    <a:pt x="365601" y="94977"/>
                  </a:lnTo>
                  <a:cubicBezTo>
                    <a:pt x="365601" y="94977"/>
                    <a:pt x="375095" y="106439"/>
                    <a:pt x="375780" y="109348"/>
                  </a:cubicBezTo>
                  <a:cubicBezTo>
                    <a:pt x="376379" y="111743"/>
                    <a:pt x="371503" y="122349"/>
                    <a:pt x="369108" y="124146"/>
                  </a:cubicBezTo>
                  <a:cubicBezTo>
                    <a:pt x="369108" y="124146"/>
                    <a:pt x="365516" y="135437"/>
                    <a:pt x="364916" y="139030"/>
                  </a:cubicBezTo>
                  <a:cubicBezTo>
                    <a:pt x="364317" y="142622"/>
                    <a:pt x="360725" y="156908"/>
                    <a:pt x="358929" y="160500"/>
                  </a:cubicBezTo>
                  <a:lnTo>
                    <a:pt x="357047" y="163152"/>
                  </a:lnTo>
                  <a:cubicBezTo>
                    <a:pt x="360896" y="164007"/>
                    <a:pt x="369536" y="166488"/>
                    <a:pt x="380399" y="172048"/>
                  </a:cubicBezTo>
                  <a:cubicBezTo>
                    <a:pt x="380399" y="172048"/>
                    <a:pt x="388011" y="176924"/>
                    <a:pt x="392460" y="180517"/>
                  </a:cubicBezTo>
                  <a:cubicBezTo>
                    <a:pt x="396908" y="184109"/>
                    <a:pt x="418378" y="184537"/>
                    <a:pt x="423768" y="188557"/>
                  </a:cubicBezTo>
                  <a:cubicBezTo>
                    <a:pt x="429156" y="192578"/>
                    <a:pt x="440277" y="199249"/>
                    <a:pt x="442073" y="199249"/>
                  </a:cubicBezTo>
                  <a:cubicBezTo>
                    <a:pt x="443869" y="199249"/>
                    <a:pt x="453707" y="202329"/>
                    <a:pt x="456357" y="204125"/>
                  </a:cubicBezTo>
                  <a:cubicBezTo>
                    <a:pt x="456357" y="204125"/>
                    <a:pt x="459523" y="204981"/>
                    <a:pt x="459010" y="212594"/>
                  </a:cubicBezTo>
                  <a:cubicBezTo>
                    <a:pt x="459010" y="212594"/>
                    <a:pt x="467050" y="216614"/>
                    <a:pt x="471072" y="221062"/>
                  </a:cubicBezTo>
                  <a:cubicBezTo>
                    <a:pt x="475092" y="225510"/>
                    <a:pt x="479112" y="229958"/>
                    <a:pt x="483560" y="232182"/>
                  </a:cubicBezTo>
                  <a:lnTo>
                    <a:pt x="483560" y="232182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BCE277D3-DD99-2257-822C-744DB97B285F}"/>
                </a:ext>
              </a:extLst>
            </p:cNvPr>
            <p:cNvSpPr/>
            <p:nvPr/>
          </p:nvSpPr>
          <p:spPr>
            <a:xfrm>
              <a:off x="6018147" y="4205049"/>
              <a:ext cx="410589" cy="1261212"/>
            </a:xfrm>
            <a:custGeom>
              <a:avLst/>
              <a:gdLst>
                <a:gd name="connsiteX0" fmla="*/ 338736 w 410589"/>
                <a:gd name="connsiteY0" fmla="*/ 742244 h 1261212"/>
                <a:gd name="connsiteX1" fmla="*/ 334887 w 410589"/>
                <a:gd name="connsiteY1" fmla="*/ 745067 h 1261212"/>
                <a:gd name="connsiteX2" fmla="*/ 326418 w 410589"/>
                <a:gd name="connsiteY2" fmla="*/ 749857 h 1261212"/>
                <a:gd name="connsiteX3" fmla="*/ 319747 w 410589"/>
                <a:gd name="connsiteY3" fmla="*/ 750542 h 1261212"/>
                <a:gd name="connsiteX4" fmla="*/ 319747 w 410589"/>
                <a:gd name="connsiteY4" fmla="*/ 751311 h 1261212"/>
                <a:gd name="connsiteX5" fmla="*/ 321457 w 410589"/>
                <a:gd name="connsiteY5" fmla="*/ 760379 h 1261212"/>
                <a:gd name="connsiteX6" fmla="*/ 338651 w 410589"/>
                <a:gd name="connsiteY6" fmla="*/ 747719 h 1261212"/>
                <a:gd name="connsiteX7" fmla="*/ 338736 w 410589"/>
                <a:gd name="connsiteY7" fmla="*/ 742159 h 1261212"/>
                <a:gd name="connsiteX8" fmla="*/ 338736 w 410589"/>
                <a:gd name="connsiteY8" fmla="*/ 742159 h 1261212"/>
                <a:gd name="connsiteX9" fmla="*/ 337967 w 410589"/>
                <a:gd name="connsiteY9" fmla="*/ 716155 h 1261212"/>
                <a:gd name="connsiteX10" fmla="*/ 337539 w 410589"/>
                <a:gd name="connsiteY10" fmla="*/ 716155 h 1261212"/>
                <a:gd name="connsiteX11" fmla="*/ 337624 w 410589"/>
                <a:gd name="connsiteY11" fmla="*/ 716155 h 1261212"/>
                <a:gd name="connsiteX12" fmla="*/ 338908 w 410589"/>
                <a:gd name="connsiteY12" fmla="*/ 716925 h 1261212"/>
                <a:gd name="connsiteX13" fmla="*/ 337881 w 410589"/>
                <a:gd name="connsiteY13" fmla="*/ 716240 h 1261212"/>
                <a:gd name="connsiteX14" fmla="*/ 337881 w 410589"/>
                <a:gd name="connsiteY14" fmla="*/ 716240 h 1261212"/>
                <a:gd name="connsiteX15" fmla="*/ 309481 w 410589"/>
                <a:gd name="connsiteY15" fmla="*/ 740277 h 1261212"/>
                <a:gd name="connsiteX16" fmla="*/ 306659 w 410589"/>
                <a:gd name="connsiteY16" fmla="*/ 735316 h 1261212"/>
                <a:gd name="connsiteX17" fmla="*/ 300244 w 410589"/>
                <a:gd name="connsiteY17" fmla="*/ 749002 h 1261212"/>
                <a:gd name="connsiteX18" fmla="*/ 301954 w 410589"/>
                <a:gd name="connsiteY18" fmla="*/ 773637 h 1261212"/>
                <a:gd name="connsiteX19" fmla="*/ 311449 w 410589"/>
                <a:gd name="connsiteY19" fmla="*/ 765426 h 1261212"/>
                <a:gd name="connsiteX20" fmla="*/ 310081 w 410589"/>
                <a:gd name="connsiteY20" fmla="*/ 749087 h 1261212"/>
                <a:gd name="connsiteX21" fmla="*/ 312134 w 410589"/>
                <a:gd name="connsiteY21" fmla="*/ 744383 h 1261212"/>
                <a:gd name="connsiteX22" fmla="*/ 309567 w 410589"/>
                <a:gd name="connsiteY22" fmla="*/ 740191 h 1261212"/>
                <a:gd name="connsiteX23" fmla="*/ 309567 w 410589"/>
                <a:gd name="connsiteY23" fmla="*/ 740191 h 1261212"/>
                <a:gd name="connsiteX24" fmla="*/ 307343 w 410589"/>
                <a:gd name="connsiteY24" fmla="*/ 520954 h 1261212"/>
                <a:gd name="connsiteX25" fmla="*/ 304606 w 410589"/>
                <a:gd name="connsiteY25" fmla="*/ 507781 h 1261212"/>
                <a:gd name="connsiteX26" fmla="*/ 301013 w 410589"/>
                <a:gd name="connsiteY26" fmla="*/ 527711 h 1261212"/>
                <a:gd name="connsiteX27" fmla="*/ 307343 w 410589"/>
                <a:gd name="connsiteY27" fmla="*/ 554400 h 1261212"/>
                <a:gd name="connsiteX28" fmla="*/ 309140 w 410589"/>
                <a:gd name="connsiteY28" fmla="*/ 534897 h 1261212"/>
                <a:gd name="connsiteX29" fmla="*/ 307343 w 410589"/>
                <a:gd name="connsiteY29" fmla="*/ 520868 h 1261212"/>
                <a:gd name="connsiteX30" fmla="*/ 307343 w 410589"/>
                <a:gd name="connsiteY30" fmla="*/ 520868 h 1261212"/>
                <a:gd name="connsiteX31" fmla="*/ 403319 w 410589"/>
                <a:gd name="connsiteY31" fmla="*/ 736513 h 1261212"/>
                <a:gd name="connsiteX32" fmla="*/ 409649 w 410589"/>
                <a:gd name="connsiteY32" fmla="*/ 746008 h 1261212"/>
                <a:gd name="connsiteX33" fmla="*/ 410590 w 410589"/>
                <a:gd name="connsiteY33" fmla="*/ 891767 h 1261212"/>
                <a:gd name="connsiteX34" fmla="*/ 410590 w 410589"/>
                <a:gd name="connsiteY34" fmla="*/ 953783 h 1261212"/>
                <a:gd name="connsiteX35" fmla="*/ 309995 w 410589"/>
                <a:gd name="connsiteY35" fmla="*/ 1004765 h 1261212"/>
                <a:gd name="connsiteX36" fmla="*/ 318976 w 410589"/>
                <a:gd name="connsiteY36" fmla="*/ 1109038 h 1261212"/>
                <a:gd name="connsiteX37" fmla="*/ 321372 w 410589"/>
                <a:gd name="connsiteY37" fmla="*/ 1155229 h 1261212"/>
                <a:gd name="connsiteX38" fmla="*/ 321628 w 410589"/>
                <a:gd name="connsiteY38" fmla="*/ 1202618 h 1261212"/>
                <a:gd name="connsiteX39" fmla="*/ 311364 w 410589"/>
                <a:gd name="connsiteY39" fmla="*/ 1231274 h 1261212"/>
                <a:gd name="connsiteX40" fmla="*/ 311022 w 410589"/>
                <a:gd name="connsiteY40" fmla="*/ 1236748 h 1261212"/>
                <a:gd name="connsiteX41" fmla="*/ 311620 w 410589"/>
                <a:gd name="connsiteY41" fmla="*/ 1256679 h 1261212"/>
                <a:gd name="connsiteX42" fmla="*/ 267824 w 410589"/>
                <a:gd name="connsiteY42" fmla="*/ 1259673 h 1261212"/>
                <a:gd name="connsiteX43" fmla="*/ 232240 w 410589"/>
                <a:gd name="connsiteY43" fmla="*/ 1254883 h 1261212"/>
                <a:gd name="connsiteX44" fmla="*/ 234379 w 410589"/>
                <a:gd name="connsiteY44" fmla="*/ 1242479 h 1261212"/>
                <a:gd name="connsiteX45" fmla="*/ 240109 w 410589"/>
                <a:gd name="connsiteY45" fmla="*/ 1232814 h 1261212"/>
                <a:gd name="connsiteX46" fmla="*/ 241649 w 410589"/>
                <a:gd name="connsiteY46" fmla="*/ 1217759 h 1261212"/>
                <a:gd name="connsiteX47" fmla="*/ 231042 w 410589"/>
                <a:gd name="connsiteY47" fmla="*/ 1180891 h 1261212"/>
                <a:gd name="connsiteX48" fmla="*/ 237372 w 410589"/>
                <a:gd name="connsiteY48" fmla="*/ 1157624 h 1261212"/>
                <a:gd name="connsiteX49" fmla="*/ 234036 w 410589"/>
                <a:gd name="connsiteY49" fmla="*/ 1123238 h 1261212"/>
                <a:gd name="connsiteX50" fmla="*/ 229845 w 410589"/>
                <a:gd name="connsiteY50" fmla="*/ 1073710 h 1261212"/>
                <a:gd name="connsiteX51" fmla="*/ 227706 w 410589"/>
                <a:gd name="connsiteY51" fmla="*/ 956606 h 1261212"/>
                <a:gd name="connsiteX52" fmla="*/ 223172 w 410589"/>
                <a:gd name="connsiteY52" fmla="*/ 933939 h 1261212"/>
                <a:gd name="connsiteX53" fmla="*/ 217099 w 410589"/>
                <a:gd name="connsiteY53" fmla="*/ 909474 h 1261212"/>
                <a:gd name="connsiteX54" fmla="*/ 210770 w 410589"/>
                <a:gd name="connsiteY54" fmla="*/ 865079 h 1261212"/>
                <a:gd name="connsiteX55" fmla="*/ 203498 w 410589"/>
                <a:gd name="connsiteY55" fmla="*/ 843438 h 1261212"/>
                <a:gd name="connsiteX56" fmla="*/ 201104 w 410589"/>
                <a:gd name="connsiteY56" fmla="*/ 839503 h 1261212"/>
                <a:gd name="connsiteX57" fmla="*/ 200847 w 410589"/>
                <a:gd name="connsiteY57" fmla="*/ 839503 h 1261212"/>
                <a:gd name="connsiteX58" fmla="*/ 198708 w 410589"/>
                <a:gd name="connsiteY58" fmla="*/ 867217 h 1261212"/>
                <a:gd name="connsiteX59" fmla="*/ 196570 w 410589"/>
                <a:gd name="connsiteY59" fmla="*/ 899808 h 1261212"/>
                <a:gd name="connsiteX60" fmla="*/ 203840 w 410589"/>
                <a:gd name="connsiteY60" fmla="*/ 945743 h 1261212"/>
                <a:gd name="connsiteX61" fmla="*/ 200247 w 410589"/>
                <a:gd name="connsiteY61" fmla="*/ 968069 h 1261212"/>
                <a:gd name="connsiteX62" fmla="*/ 196912 w 410589"/>
                <a:gd name="connsiteY62" fmla="*/ 1043515 h 1261212"/>
                <a:gd name="connsiteX63" fmla="*/ 194517 w 410589"/>
                <a:gd name="connsiteY63" fmla="*/ 1087910 h 1261212"/>
                <a:gd name="connsiteX64" fmla="*/ 189385 w 410589"/>
                <a:gd name="connsiteY64" fmla="*/ 1114769 h 1261212"/>
                <a:gd name="connsiteX65" fmla="*/ 192207 w 410589"/>
                <a:gd name="connsiteY65" fmla="*/ 1121270 h 1261212"/>
                <a:gd name="connsiteX66" fmla="*/ 189385 w 410589"/>
                <a:gd name="connsiteY66" fmla="*/ 1114769 h 1261212"/>
                <a:gd name="connsiteX67" fmla="*/ 192805 w 410589"/>
                <a:gd name="connsiteY67" fmla="*/ 1122382 h 1261212"/>
                <a:gd name="connsiteX68" fmla="*/ 199649 w 410589"/>
                <a:gd name="connsiteY68" fmla="*/ 1138891 h 1261212"/>
                <a:gd name="connsiteX69" fmla="*/ 201445 w 410589"/>
                <a:gd name="connsiteY69" fmla="*/ 1166691 h 1261212"/>
                <a:gd name="connsiteX70" fmla="*/ 197254 w 410589"/>
                <a:gd name="connsiteY70" fmla="*/ 1202019 h 1261212"/>
                <a:gd name="connsiteX71" fmla="*/ 200847 w 410589"/>
                <a:gd name="connsiteY71" fmla="*/ 1224687 h 1261212"/>
                <a:gd name="connsiteX72" fmla="*/ 200247 w 410589"/>
                <a:gd name="connsiteY72" fmla="*/ 1235209 h 1261212"/>
                <a:gd name="connsiteX73" fmla="*/ 202044 w 410589"/>
                <a:gd name="connsiteY73" fmla="*/ 1243078 h 1261212"/>
                <a:gd name="connsiteX74" fmla="*/ 203242 w 410589"/>
                <a:gd name="connsiteY74" fmla="*/ 1256080 h 1261212"/>
                <a:gd name="connsiteX75" fmla="*/ 140798 w 410589"/>
                <a:gd name="connsiteY75" fmla="*/ 1257877 h 1261212"/>
                <a:gd name="connsiteX76" fmla="*/ 139857 w 410589"/>
                <a:gd name="connsiteY76" fmla="*/ 1252744 h 1261212"/>
                <a:gd name="connsiteX77" fmla="*/ 98798 w 410589"/>
                <a:gd name="connsiteY77" fmla="*/ 1260870 h 1261212"/>
                <a:gd name="connsiteX78" fmla="*/ 46276 w 410589"/>
                <a:gd name="connsiteY78" fmla="*/ 1254541 h 1261212"/>
                <a:gd name="connsiteX79" fmla="*/ 47474 w 410589"/>
                <a:gd name="connsiteY79" fmla="*/ 1248211 h 1261212"/>
                <a:gd name="connsiteX80" fmla="*/ 49869 w 410589"/>
                <a:gd name="connsiteY80" fmla="*/ 1238545 h 1261212"/>
                <a:gd name="connsiteX81" fmla="*/ 80920 w 410589"/>
                <a:gd name="connsiteY81" fmla="*/ 1230675 h 1261212"/>
                <a:gd name="connsiteX82" fmla="*/ 108720 w 410589"/>
                <a:gd name="connsiteY82" fmla="*/ 1206211 h 1261212"/>
                <a:gd name="connsiteX83" fmla="*/ 106924 w 410589"/>
                <a:gd name="connsiteY83" fmla="*/ 1192353 h 1261212"/>
                <a:gd name="connsiteX84" fmla="*/ 111457 w 410589"/>
                <a:gd name="connsiteY84" fmla="*/ 1117506 h 1261212"/>
                <a:gd name="connsiteX85" fmla="*/ 106924 w 410589"/>
                <a:gd name="connsiteY85" fmla="*/ 1089449 h 1261212"/>
                <a:gd name="connsiteX86" fmla="*/ 104786 w 410589"/>
                <a:gd name="connsiteY86" fmla="*/ 1002199 h 1261212"/>
                <a:gd name="connsiteX87" fmla="*/ 92725 w 410589"/>
                <a:gd name="connsiteY87" fmla="*/ 853360 h 1261212"/>
                <a:gd name="connsiteX88" fmla="*/ 72537 w 410589"/>
                <a:gd name="connsiteY88" fmla="*/ 711193 h 1261212"/>
                <a:gd name="connsiteX89" fmla="*/ 69715 w 410589"/>
                <a:gd name="connsiteY89" fmla="*/ 711193 h 1261212"/>
                <a:gd name="connsiteX90" fmla="*/ 59278 w 410589"/>
                <a:gd name="connsiteY90" fmla="*/ 708799 h 1261212"/>
                <a:gd name="connsiteX91" fmla="*/ 59107 w 410589"/>
                <a:gd name="connsiteY91" fmla="*/ 707857 h 1261212"/>
                <a:gd name="connsiteX92" fmla="*/ 57225 w 410589"/>
                <a:gd name="connsiteY92" fmla="*/ 699133 h 1261212"/>
                <a:gd name="connsiteX93" fmla="*/ 56113 w 410589"/>
                <a:gd name="connsiteY93" fmla="*/ 699731 h 1261212"/>
                <a:gd name="connsiteX94" fmla="*/ 55686 w 410589"/>
                <a:gd name="connsiteY94" fmla="*/ 706916 h 1261212"/>
                <a:gd name="connsiteX95" fmla="*/ 55429 w 410589"/>
                <a:gd name="connsiteY95" fmla="*/ 707088 h 1261212"/>
                <a:gd name="connsiteX96" fmla="*/ 62358 w 410589"/>
                <a:gd name="connsiteY96" fmla="*/ 723854 h 1261212"/>
                <a:gd name="connsiteX97" fmla="*/ 53291 w 410589"/>
                <a:gd name="connsiteY97" fmla="*/ 734118 h 1261212"/>
                <a:gd name="connsiteX98" fmla="*/ 50297 w 410589"/>
                <a:gd name="connsiteY98" fmla="*/ 726847 h 1261212"/>
                <a:gd name="connsiteX99" fmla="*/ 46106 w 410589"/>
                <a:gd name="connsiteY99" fmla="*/ 713589 h 1261212"/>
                <a:gd name="connsiteX100" fmla="*/ 43111 w 410589"/>
                <a:gd name="connsiteY100" fmla="*/ 720859 h 1261212"/>
                <a:gd name="connsiteX101" fmla="*/ 46704 w 410589"/>
                <a:gd name="connsiteY101" fmla="*/ 729927 h 1261212"/>
                <a:gd name="connsiteX102" fmla="*/ 50981 w 410589"/>
                <a:gd name="connsiteY102" fmla="*/ 736000 h 1261212"/>
                <a:gd name="connsiteX103" fmla="*/ 51580 w 410589"/>
                <a:gd name="connsiteY103" fmla="*/ 741389 h 1261212"/>
                <a:gd name="connsiteX104" fmla="*/ 60049 w 410589"/>
                <a:gd name="connsiteY104" fmla="*/ 739593 h 1261212"/>
                <a:gd name="connsiteX105" fmla="*/ 50383 w 410589"/>
                <a:gd name="connsiteY105" fmla="*/ 751654 h 1261212"/>
                <a:gd name="connsiteX106" fmla="*/ 27458 w 410589"/>
                <a:gd name="connsiteY106" fmla="*/ 759523 h 1261212"/>
                <a:gd name="connsiteX107" fmla="*/ 16594 w 410589"/>
                <a:gd name="connsiteY107" fmla="*/ 737796 h 1261212"/>
                <a:gd name="connsiteX108" fmla="*/ 7528 w 410589"/>
                <a:gd name="connsiteY108" fmla="*/ 723340 h 1261212"/>
                <a:gd name="connsiteX109" fmla="*/ 8640 w 410589"/>
                <a:gd name="connsiteY109" fmla="*/ 705291 h 1261212"/>
                <a:gd name="connsiteX110" fmla="*/ 7869 w 410589"/>
                <a:gd name="connsiteY110" fmla="*/ 704436 h 1261212"/>
                <a:gd name="connsiteX111" fmla="*/ 0 w 410589"/>
                <a:gd name="connsiteY111" fmla="*/ 698876 h 1261212"/>
                <a:gd name="connsiteX112" fmla="*/ 4790 w 410589"/>
                <a:gd name="connsiteY112" fmla="*/ 476730 h 1261212"/>
                <a:gd name="connsiteX113" fmla="*/ 12317 w 410589"/>
                <a:gd name="connsiteY113" fmla="*/ 380412 h 1261212"/>
                <a:gd name="connsiteX114" fmla="*/ 11976 w 410589"/>
                <a:gd name="connsiteY114" fmla="*/ 334820 h 1261212"/>
                <a:gd name="connsiteX115" fmla="*/ 18647 w 410589"/>
                <a:gd name="connsiteY115" fmla="*/ 285035 h 1261212"/>
                <a:gd name="connsiteX116" fmla="*/ 24379 w 410589"/>
                <a:gd name="connsiteY116" fmla="*/ 238844 h 1261212"/>
                <a:gd name="connsiteX117" fmla="*/ 59963 w 410589"/>
                <a:gd name="connsiteY117" fmla="*/ 216176 h 1261212"/>
                <a:gd name="connsiteX118" fmla="*/ 117274 w 410589"/>
                <a:gd name="connsiteY118" fmla="*/ 190514 h 1261212"/>
                <a:gd name="connsiteX119" fmla="*/ 131645 w 410589"/>
                <a:gd name="connsiteY119" fmla="*/ 171781 h 1261212"/>
                <a:gd name="connsiteX120" fmla="*/ 131645 w 410589"/>
                <a:gd name="connsiteY120" fmla="*/ 171781 h 1261212"/>
                <a:gd name="connsiteX121" fmla="*/ 131645 w 410589"/>
                <a:gd name="connsiteY121" fmla="*/ 171610 h 1261212"/>
                <a:gd name="connsiteX122" fmla="*/ 131645 w 410589"/>
                <a:gd name="connsiteY122" fmla="*/ 171781 h 1261212"/>
                <a:gd name="connsiteX123" fmla="*/ 127112 w 410589"/>
                <a:gd name="connsiteY123" fmla="*/ 146291 h 1261212"/>
                <a:gd name="connsiteX124" fmla="*/ 117788 w 410589"/>
                <a:gd name="connsiteY124" fmla="*/ 123024 h 1261212"/>
                <a:gd name="connsiteX125" fmla="*/ 114024 w 410589"/>
                <a:gd name="connsiteY125" fmla="*/ 110877 h 1261212"/>
                <a:gd name="connsiteX126" fmla="*/ 114024 w 410589"/>
                <a:gd name="connsiteY126" fmla="*/ 88038 h 1261212"/>
                <a:gd name="connsiteX127" fmla="*/ 115905 w 410589"/>
                <a:gd name="connsiteY127" fmla="*/ 77773 h 1261212"/>
                <a:gd name="connsiteX128" fmla="*/ 115478 w 410589"/>
                <a:gd name="connsiteY128" fmla="*/ 62376 h 1261212"/>
                <a:gd name="connsiteX129" fmla="*/ 117788 w 410589"/>
                <a:gd name="connsiteY129" fmla="*/ 40906 h 1261212"/>
                <a:gd name="connsiteX130" fmla="*/ 124288 w 410589"/>
                <a:gd name="connsiteY130" fmla="*/ 28332 h 1261212"/>
                <a:gd name="connsiteX131" fmla="*/ 134040 w 410589"/>
                <a:gd name="connsiteY131" fmla="*/ 12934 h 1261212"/>
                <a:gd name="connsiteX132" fmla="*/ 145673 w 410589"/>
                <a:gd name="connsiteY132" fmla="*/ 4124 h 1261212"/>
                <a:gd name="connsiteX133" fmla="*/ 162011 w 410589"/>
                <a:gd name="connsiteY133" fmla="*/ 1301 h 1261212"/>
                <a:gd name="connsiteX134" fmla="*/ 171335 w 410589"/>
                <a:gd name="connsiteY134" fmla="*/ 873 h 1261212"/>
                <a:gd name="connsiteX135" fmla="*/ 182969 w 410589"/>
                <a:gd name="connsiteY135" fmla="*/ 3183 h 1261212"/>
                <a:gd name="connsiteX136" fmla="*/ 195543 w 410589"/>
                <a:gd name="connsiteY136" fmla="*/ 6433 h 1261212"/>
                <a:gd name="connsiteX137" fmla="*/ 208631 w 410589"/>
                <a:gd name="connsiteY137" fmla="*/ 12507 h 1261212"/>
                <a:gd name="connsiteX138" fmla="*/ 216073 w 410589"/>
                <a:gd name="connsiteY138" fmla="*/ 23199 h 1261212"/>
                <a:gd name="connsiteX139" fmla="*/ 222146 w 410589"/>
                <a:gd name="connsiteY139" fmla="*/ 31154 h 1261212"/>
                <a:gd name="connsiteX140" fmla="*/ 227706 w 410589"/>
                <a:gd name="connsiteY140" fmla="*/ 51598 h 1261212"/>
                <a:gd name="connsiteX141" fmla="*/ 230529 w 410589"/>
                <a:gd name="connsiteY141" fmla="*/ 67423 h 1261212"/>
                <a:gd name="connsiteX142" fmla="*/ 228647 w 410589"/>
                <a:gd name="connsiteY142" fmla="*/ 86071 h 1261212"/>
                <a:gd name="connsiteX143" fmla="*/ 224883 w 410589"/>
                <a:gd name="connsiteY143" fmla="*/ 100955 h 1261212"/>
                <a:gd name="connsiteX144" fmla="*/ 223515 w 410589"/>
                <a:gd name="connsiteY144" fmla="*/ 116779 h 1261212"/>
                <a:gd name="connsiteX145" fmla="*/ 214020 w 410589"/>
                <a:gd name="connsiteY145" fmla="*/ 127301 h 1261212"/>
                <a:gd name="connsiteX146" fmla="*/ 212394 w 410589"/>
                <a:gd name="connsiteY146" fmla="*/ 136796 h 1261212"/>
                <a:gd name="connsiteX147" fmla="*/ 208203 w 410589"/>
                <a:gd name="connsiteY147" fmla="*/ 147060 h 1261212"/>
                <a:gd name="connsiteX148" fmla="*/ 204695 w 410589"/>
                <a:gd name="connsiteY148" fmla="*/ 151936 h 1261212"/>
                <a:gd name="connsiteX149" fmla="*/ 206663 w 410589"/>
                <a:gd name="connsiteY149" fmla="*/ 156641 h 1261212"/>
                <a:gd name="connsiteX150" fmla="*/ 207091 w 410589"/>
                <a:gd name="connsiteY150" fmla="*/ 156812 h 1261212"/>
                <a:gd name="connsiteX151" fmla="*/ 216414 w 410589"/>
                <a:gd name="connsiteY151" fmla="*/ 167077 h 1261212"/>
                <a:gd name="connsiteX152" fmla="*/ 231213 w 410589"/>
                <a:gd name="connsiteY152" fmla="*/ 179736 h 1261212"/>
                <a:gd name="connsiteX153" fmla="*/ 279543 w 410589"/>
                <a:gd name="connsiteY153" fmla="*/ 206339 h 1261212"/>
                <a:gd name="connsiteX154" fmla="*/ 317864 w 410589"/>
                <a:gd name="connsiteY154" fmla="*/ 222335 h 1261212"/>
                <a:gd name="connsiteX155" fmla="*/ 341132 w 410589"/>
                <a:gd name="connsiteY155" fmla="*/ 268526 h 1261212"/>
                <a:gd name="connsiteX156" fmla="*/ 360464 w 410589"/>
                <a:gd name="connsiteY156" fmla="*/ 347907 h 1261212"/>
                <a:gd name="connsiteX157" fmla="*/ 362602 w 410589"/>
                <a:gd name="connsiteY157" fmla="*/ 395895 h 1261212"/>
                <a:gd name="connsiteX158" fmla="*/ 359607 w 410589"/>
                <a:gd name="connsiteY158" fmla="*/ 425149 h 1261212"/>
                <a:gd name="connsiteX159" fmla="*/ 366879 w 410589"/>
                <a:gd name="connsiteY159" fmla="*/ 497601 h 1261212"/>
                <a:gd name="connsiteX160" fmla="*/ 368076 w 410589"/>
                <a:gd name="connsiteY160" fmla="*/ 597854 h 1261212"/>
                <a:gd name="connsiteX161" fmla="*/ 370814 w 410589"/>
                <a:gd name="connsiteY161" fmla="*/ 678432 h 1261212"/>
                <a:gd name="connsiteX162" fmla="*/ 366708 w 410589"/>
                <a:gd name="connsiteY162" fmla="*/ 678347 h 1261212"/>
                <a:gd name="connsiteX163" fmla="*/ 367820 w 410589"/>
                <a:gd name="connsiteY163" fmla="*/ 694770 h 1261212"/>
                <a:gd name="connsiteX164" fmla="*/ 354390 w 410589"/>
                <a:gd name="connsiteY164" fmla="*/ 695026 h 1261212"/>
                <a:gd name="connsiteX165" fmla="*/ 355330 w 410589"/>
                <a:gd name="connsiteY165" fmla="*/ 713503 h 1261212"/>
                <a:gd name="connsiteX166" fmla="*/ 347119 w 410589"/>
                <a:gd name="connsiteY166" fmla="*/ 731894 h 1261212"/>
                <a:gd name="connsiteX167" fmla="*/ 347119 w 410589"/>
                <a:gd name="connsiteY167" fmla="*/ 735829 h 1261212"/>
                <a:gd name="connsiteX168" fmla="*/ 346178 w 410589"/>
                <a:gd name="connsiteY168" fmla="*/ 741731 h 1261212"/>
                <a:gd name="connsiteX169" fmla="*/ 362517 w 410589"/>
                <a:gd name="connsiteY169" fmla="*/ 734888 h 1261212"/>
                <a:gd name="connsiteX170" fmla="*/ 403233 w 410589"/>
                <a:gd name="connsiteY170" fmla="*/ 736256 h 1261212"/>
                <a:gd name="connsiteX171" fmla="*/ 403233 w 410589"/>
                <a:gd name="connsiteY171" fmla="*/ 736256 h 1261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</a:cxnLst>
              <a:rect l="l" t="t" r="r" b="b"/>
              <a:pathLst>
                <a:path w="410589" h="1261212">
                  <a:moveTo>
                    <a:pt x="338736" y="742244"/>
                  </a:moveTo>
                  <a:cubicBezTo>
                    <a:pt x="337367" y="743613"/>
                    <a:pt x="335998" y="744725"/>
                    <a:pt x="334887" y="745067"/>
                  </a:cubicBezTo>
                  <a:cubicBezTo>
                    <a:pt x="331294" y="746265"/>
                    <a:pt x="328215" y="747462"/>
                    <a:pt x="326418" y="749857"/>
                  </a:cubicBezTo>
                  <a:cubicBezTo>
                    <a:pt x="324708" y="752167"/>
                    <a:pt x="322997" y="751141"/>
                    <a:pt x="319747" y="750542"/>
                  </a:cubicBezTo>
                  <a:lnTo>
                    <a:pt x="319747" y="751311"/>
                  </a:lnTo>
                  <a:cubicBezTo>
                    <a:pt x="319661" y="754049"/>
                    <a:pt x="321457" y="760379"/>
                    <a:pt x="321457" y="760379"/>
                  </a:cubicBezTo>
                  <a:cubicBezTo>
                    <a:pt x="321457" y="760379"/>
                    <a:pt x="336427" y="749515"/>
                    <a:pt x="338651" y="747719"/>
                  </a:cubicBezTo>
                  <a:cubicBezTo>
                    <a:pt x="339677" y="746864"/>
                    <a:pt x="339420" y="744554"/>
                    <a:pt x="338736" y="742159"/>
                  </a:cubicBezTo>
                  <a:lnTo>
                    <a:pt x="338736" y="742159"/>
                  </a:lnTo>
                  <a:close/>
                  <a:moveTo>
                    <a:pt x="337967" y="716155"/>
                  </a:moveTo>
                  <a:lnTo>
                    <a:pt x="337539" y="716155"/>
                  </a:lnTo>
                  <a:cubicBezTo>
                    <a:pt x="337539" y="716155"/>
                    <a:pt x="337624" y="716155"/>
                    <a:pt x="337624" y="716155"/>
                  </a:cubicBezTo>
                  <a:lnTo>
                    <a:pt x="338908" y="716925"/>
                  </a:lnTo>
                  <a:lnTo>
                    <a:pt x="337881" y="716240"/>
                  </a:lnTo>
                  <a:lnTo>
                    <a:pt x="337881" y="716240"/>
                  </a:lnTo>
                  <a:close/>
                  <a:moveTo>
                    <a:pt x="309481" y="740277"/>
                  </a:moveTo>
                  <a:cubicBezTo>
                    <a:pt x="308626" y="738737"/>
                    <a:pt x="307600" y="737112"/>
                    <a:pt x="306659" y="735316"/>
                  </a:cubicBezTo>
                  <a:cubicBezTo>
                    <a:pt x="303921" y="741303"/>
                    <a:pt x="301184" y="746350"/>
                    <a:pt x="300244" y="749002"/>
                  </a:cubicBezTo>
                  <a:cubicBezTo>
                    <a:pt x="299217" y="751910"/>
                    <a:pt x="300756" y="762346"/>
                    <a:pt x="301954" y="773637"/>
                  </a:cubicBezTo>
                  <a:lnTo>
                    <a:pt x="311449" y="765426"/>
                  </a:lnTo>
                  <a:cubicBezTo>
                    <a:pt x="311449" y="765426"/>
                    <a:pt x="309140" y="752338"/>
                    <a:pt x="310081" y="749087"/>
                  </a:cubicBezTo>
                  <a:cubicBezTo>
                    <a:pt x="310593" y="747206"/>
                    <a:pt x="311449" y="745495"/>
                    <a:pt x="312134" y="744383"/>
                  </a:cubicBezTo>
                  <a:cubicBezTo>
                    <a:pt x="311193" y="743014"/>
                    <a:pt x="310252" y="741560"/>
                    <a:pt x="309567" y="740191"/>
                  </a:cubicBezTo>
                  <a:lnTo>
                    <a:pt x="309567" y="740191"/>
                  </a:lnTo>
                  <a:close/>
                  <a:moveTo>
                    <a:pt x="307343" y="520954"/>
                  </a:moveTo>
                  <a:cubicBezTo>
                    <a:pt x="307343" y="519157"/>
                    <a:pt x="304606" y="507781"/>
                    <a:pt x="304606" y="507781"/>
                  </a:cubicBezTo>
                  <a:cubicBezTo>
                    <a:pt x="303237" y="513170"/>
                    <a:pt x="301013" y="523605"/>
                    <a:pt x="301013" y="527711"/>
                  </a:cubicBezTo>
                  <a:cubicBezTo>
                    <a:pt x="301013" y="531817"/>
                    <a:pt x="306916" y="556196"/>
                    <a:pt x="307343" y="554400"/>
                  </a:cubicBezTo>
                  <a:cubicBezTo>
                    <a:pt x="307771" y="552603"/>
                    <a:pt x="308712" y="537634"/>
                    <a:pt x="309140" y="534897"/>
                  </a:cubicBezTo>
                  <a:cubicBezTo>
                    <a:pt x="309567" y="532159"/>
                    <a:pt x="307343" y="522664"/>
                    <a:pt x="307343" y="520868"/>
                  </a:cubicBezTo>
                  <a:lnTo>
                    <a:pt x="307343" y="520868"/>
                  </a:lnTo>
                  <a:close/>
                  <a:moveTo>
                    <a:pt x="403319" y="736513"/>
                  </a:moveTo>
                  <a:cubicBezTo>
                    <a:pt x="406056" y="737882"/>
                    <a:pt x="409649" y="743271"/>
                    <a:pt x="409649" y="746008"/>
                  </a:cubicBezTo>
                  <a:cubicBezTo>
                    <a:pt x="409649" y="748745"/>
                    <a:pt x="410590" y="891767"/>
                    <a:pt x="410590" y="891767"/>
                  </a:cubicBezTo>
                  <a:lnTo>
                    <a:pt x="410590" y="953783"/>
                  </a:lnTo>
                  <a:lnTo>
                    <a:pt x="309995" y="1004765"/>
                  </a:lnTo>
                  <a:cubicBezTo>
                    <a:pt x="312561" y="1037869"/>
                    <a:pt x="317351" y="1092614"/>
                    <a:pt x="318976" y="1109038"/>
                  </a:cubicBezTo>
                  <a:cubicBezTo>
                    <a:pt x="321115" y="1130166"/>
                    <a:pt x="319319" y="1146162"/>
                    <a:pt x="321372" y="1155229"/>
                  </a:cubicBezTo>
                  <a:cubicBezTo>
                    <a:pt x="323510" y="1164297"/>
                    <a:pt x="322912" y="1197742"/>
                    <a:pt x="321628" y="1202618"/>
                  </a:cubicBezTo>
                  <a:cubicBezTo>
                    <a:pt x="320431" y="1207494"/>
                    <a:pt x="311706" y="1224687"/>
                    <a:pt x="311364" y="1231274"/>
                  </a:cubicBezTo>
                  <a:lnTo>
                    <a:pt x="311022" y="1236748"/>
                  </a:lnTo>
                  <a:cubicBezTo>
                    <a:pt x="311022" y="1236748"/>
                    <a:pt x="313417" y="1255481"/>
                    <a:pt x="311620" y="1256679"/>
                  </a:cubicBezTo>
                  <a:cubicBezTo>
                    <a:pt x="309824" y="1257877"/>
                    <a:pt x="304349" y="1260272"/>
                    <a:pt x="267824" y="1259673"/>
                  </a:cubicBezTo>
                  <a:cubicBezTo>
                    <a:pt x="231298" y="1259074"/>
                    <a:pt x="232240" y="1254883"/>
                    <a:pt x="232240" y="1254883"/>
                  </a:cubicBezTo>
                  <a:cubicBezTo>
                    <a:pt x="232240" y="1254883"/>
                    <a:pt x="230102" y="1247013"/>
                    <a:pt x="234379" y="1242479"/>
                  </a:cubicBezTo>
                  <a:cubicBezTo>
                    <a:pt x="238570" y="1237946"/>
                    <a:pt x="240366" y="1234610"/>
                    <a:pt x="240109" y="1232814"/>
                  </a:cubicBezTo>
                  <a:cubicBezTo>
                    <a:pt x="239766" y="1231017"/>
                    <a:pt x="242504" y="1218614"/>
                    <a:pt x="241649" y="1217759"/>
                  </a:cubicBezTo>
                  <a:cubicBezTo>
                    <a:pt x="240708" y="1216817"/>
                    <a:pt x="231384" y="1186365"/>
                    <a:pt x="231042" y="1180891"/>
                  </a:cubicBezTo>
                  <a:cubicBezTo>
                    <a:pt x="230785" y="1175502"/>
                    <a:pt x="236517" y="1164297"/>
                    <a:pt x="237372" y="1157624"/>
                  </a:cubicBezTo>
                  <a:cubicBezTo>
                    <a:pt x="238313" y="1150952"/>
                    <a:pt x="236773" y="1135897"/>
                    <a:pt x="234036" y="1123238"/>
                  </a:cubicBezTo>
                  <a:cubicBezTo>
                    <a:pt x="231298" y="1110577"/>
                    <a:pt x="229245" y="1090903"/>
                    <a:pt x="229845" y="1073710"/>
                  </a:cubicBezTo>
                  <a:cubicBezTo>
                    <a:pt x="230443" y="1056516"/>
                    <a:pt x="231042" y="970464"/>
                    <a:pt x="227706" y="956606"/>
                  </a:cubicBezTo>
                  <a:cubicBezTo>
                    <a:pt x="224370" y="942749"/>
                    <a:pt x="224370" y="944802"/>
                    <a:pt x="223172" y="933939"/>
                  </a:cubicBezTo>
                  <a:cubicBezTo>
                    <a:pt x="221975" y="923075"/>
                    <a:pt x="220179" y="918798"/>
                    <a:pt x="217099" y="909474"/>
                  </a:cubicBezTo>
                  <a:cubicBezTo>
                    <a:pt x="214105" y="900150"/>
                    <a:pt x="214362" y="875943"/>
                    <a:pt x="210770" y="865079"/>
                  </a:cubicBezTo>
                  <a:cubicBezTo>
                    <a:pt x="208374" y="857808"/>
                    <a:pt x="205636" y="848570"/>
                    <a:pt x="203498" y="843438"/>
                  </a:cubicBezTo>
                  <a:cubicBezTo>
                    <a:pt x="202643" y="841984"/>
                    <a:pt x="201787" y="840615"/>
                    <a:pt x="201104" y="839503"/>
                  </a:cubicBezTo>
                  <a:lnTo>
                    <a:pt x="200847" y="839503"/>
                  </a:lnTo>
                  <a:cubicBezTo>
                    <a:pt x="198708" y="839760"/>
                    <a:pt x="199051" y="858749"/>
                    <a:pt x="198708" y="867217"/>
                  </a:cubicBezTo>
                  <a:cubicBezTo>
                    <a:pt x="198366" y="875686"/>
                    <a:pt x="195115" y="892281"/>
                    <a:pt x="196570" y="899808"/>
                  </a:cubicBezTo>
                  <a:cubicBezTo>
                    <a:pt x="198109" y="907335"/>
                    <a:pt x="203242" y="937274"/>
                    <a:pt x="203840" y="945743"/>
                  </a:cubicBezTo>
                  <a:cubicBezTo>
                    <a:pt x="204440" y="954211"/>
                    <a:pt x="200847" y="959601"/>
                    <a:pt x="200247" y="968069"/>
                  </a:cubicBezTo>
                  <a:cubicBezTo>
                    <a:pt x="199649" y="976537"/>
                    <a:pt x="197254" y="1028460"/>
                    <a:pt x="196912" y="1043515"/>
                  </a:cubicBezTo>
                  <a:cubicBezTo>
                    <a:pt x="196570" y="1058569"/>
                    <a:pt x="195970" y="1079441"/>
                    <a:pt x="194517" y="1087910"/>
                  </a:cubicBezTo>
                  <a:cubicBezTo>
                    <a:pt x="192977" y="1096378"/>
                    <a:pt x="188187" y="1109295"/>
                    <a:pt x="189385" y="1114769"/>
                  </a:cubicBezTo>
                  <a:cubicBezTo>
                    <a:pt x="189812" y="1116565"/>
                    <a:pt x="190838" y="1118789"/>
                    <a:pt x="192207" y="1121270"/>
                  </a:cubicBezTo>
                  <a:cubicBezTo>
                    <a:pt x="190753" y="1117849"/>
                    <a:pt x="189385" y="1114769"/>
                    <a:pt x="189385" y="1114769"/>
                  </a:cubicBezTo>
                  <a:cubicBezTo>
                    <a:pt x="191181" y="1116223"/>
                    <a:pt x="192207" y="1118961"/>
                    <a:pt x="192805" y="1122382"/>
                  </a:cubicBezTo>
                  <a:cubicBezTo>
                    <a:pt x="195458" y="1127258"/>
                    <a:pt x="198708" y="1133074"/>
                    <a:pt x="199649" y="1138891"/>
                  </a:cubicBezTo>
                  <a:cubicBezTo>
                    <a:pt x="201189" y="1148215"/>
                    <a:pt x="202643" y="1163954"/>
                    <a:pt x="201445" y="1166691"/>
                  </a:cubicBezTo>
                  <a:cubicBezTo>
                    <a:pt x="200247" y="1169429"/>
                    <a:pt x="196056" y="1192353"/>
                    <a:pt x="197254" y="1202019"/>
                  </a:cubicBezTo>
                  <a:cubicBezTo>
                    <a:pt x="198451" y="1211685"/>
                    <a:pt x="201445" y="1219213"/>
                    <a:pt x="200847" y="1224687"/>
                  </a:cubicBezTo>
                  <a:cubicBezTo>
                    <a:pt x="200247" y="1230076"/>
                    <a:pt x="200504" y="1232557"/>
                    <a:pt x="200247" y="1235209"/>
                  </a:cubicBezTo>
                  <a:cubicBezTo>
                    <a:pt x="199906" y="1237946"/>
                    <a:pt x="202386" y="1238545"/>
                    <a:pt x="202044" y="1243078"/>
                  </a:cubicBezTo>
                  <a:cubicBezTo>
                    <a:pt x="201702" y="1247612"/>
                    <a:pt x="203242" y="1256080"/>
                    <a:pt x="203242" y="1256080"/>
                  </a:cubicBezTo>
                  <a:cubicBezTo>
                    <a:pt x="203242" y="1256080"/>
                    <a:pt x="164321" y="1260870"/>
                    <a:pt x="140798" y="1257877"/>
                  </a:cubicBezTo>
                  <a:lnTo>
                    <a:pt x="139857" y="1252744"/>
                  </a:lnTo>
                  <a:cubicBezTo>
                    <a:pt x="139857" y="1252744"/>
                    <a:pt x="132586" y="1259416"/>
                    <a:pt x="98798" y="1260870"/>
                  </a:cubicBezTo>
                  <a:cubicBezTo>
                    <a:pt x="65010" y="1262410"/>
                    <a:pt x="48671" y="1258476"/>
                    <a:pt x="46276" y="1254541"/>
                  </a:cubicBezTo>
                  <a:lnTo>
                    <a:pt x="47474" y="1248211"/>
                  </a:lnTo>
                  <a:cubicBezTo>
                    <a:pt x="47816" y="1247355"/>
                    <a:pt x="47474" y="1239742"/>
                    <a:pt x="49869" y="1238545"/>
                  </a:cubicBezTo>
                  <a:cubicBezTo>
                    <a:pt x="52265" y="1237347"/>
                    <a:pt x="68603" y="1233412"/>
                    <a:pt x="80920" y="1230675"/>
                  </a:cubicBezTo>
                  <a:cubicBezTo>
                    <a:pt x="93323" y="1227938"/>
                    <a:pt x="107780" y="1211086"/>
                    <a:pt x="108720" y="1206211"/>
                  </a:cubicBezTo>
                  <a:cubicBezTo>
                    <a:pt x="109661" y="1201420"/>
                    <a:pt x="107523" y="1196887"/>
                    <a:pt x="106924" y="1192353"/>
                  </a:cubicBezTo>
                  <a:cubicBezTo>
                    <a:pt x="106325" y="1187820"/>
                    <a:pt x="112399" y="1126573"/>
                    <a:pt x="111457" y="1117506"/>
                  </a:cubicBezTo>
                  <a:cubicBezTo>
                    <a:pt x="110516" y="1108439"/>
                    <a:pt x="107865" y="1097918"/>
                    <a:pt x="106924" y="1089449"/>
                  </a:cubicBezTo>
                  <a:cubicBezTo>
                    <a:pt x="105984" y="1080981"/>
                    <a:pt x="105984" y="1024268"/>
                    <a:pt x="104786" y="1002199"/>
                  </a:cubicBezTo>
                  <a:cubicBezTo>
                    <a:pt x="103588" y="980215"/>
                    <a:pt x="96916" y="883299"/>
                    <a:pt x="92725" y="853360"/>
                  </a:cubicBezTo>
                  <a:cubicBezTo>
                    <a:pt x="88448" y="823507"/>
                    <a:pt x="75189" y="720517"/>
                    <a:pt x="72537" y="711193"/>
                  </a:cubicBezTo>
                  <a:lnTo>
                    <a:pt x="69715" y="711193"/>
                  </a:lnTo>
                  <a:cubicBezTo>
                    <a:pt x="66379" y="711279"/>
                    <a:pt x="61075" y="711023"/>
                    <a:pt x="59278" y="708799"/>
                  </a:cubicBezTo>
                  <a:lnTo>
                    <a:pt x="59107" y="707857"/>
                  </a:lnTo>
                  <a:lnTo>
                    <a:pt x="57225" y="699133"/>
                  </a:lnTo>
                  <a:lnTo>
                    <a:pt x="56113" y="699731"/>
                  </a:lnTo>
                  <a:lnTo>
                    <a:pt x="55686" y="706916"/>
                  </a:lnTo>
                  <a:lnTo>
                    <a:pt x="55429" y="707088"/>
                  </a:lnTo>
                  <a:cubicBezTo>
                    <a:pt x="58081" y="711707"/>
                    <a:pt x="63299" y="721116"/>
                    <a:pt x="62358" y="723854"/>
                  </a:cubicBezTo>
                  <a:cubicBezTo>
                    <a:pt x="61161" y="727446"/>
                    <a:pt x="55686" y="735316"/>
                    <a:pt x="53291" y="734118"/>
                  </a:cubicBezTo>
                  <a:cubicBezTo>
                    <a:pt x="50896" y="732921"/>
                    <a:pt x="49698" y="731723"/>
                    <a:pt x="50297" y="726847"/>
                  </a:cubicBezTo>
                  <a:cubicBezTo>
                    <a:pt x="50896" y="722057"/>
                    <a:pt x="49100" y="714786"/>
                    <a:pt x="46106" y="713589"/>
                  </a:cubicBezTo>
                  <a:cubicBezTo>
                    <a:pt x="43111" y="712391"/>
                    <a:pt x="43111" y="720859"/>
                    <a:pt x="43111" y="720859"/>
                  </a:cubicBezTo>
                  <a:lnTo>
                    <a:pt x="46704" y="729927"/>
                  </a:lnTo>
                  <a:cubicBezTo>
                    <a:pt x="46704" y="729927"/>
                    <a:pt x="52607" y="731039"/>
                    <a:pt x="50981" y="736000"/>
                  </a:cubicBezTo>
                  <a:cubicBezTo>
                    <a:pt x="50383" y="737796"/>
                    <a:pt x="51580" y="741389"/>
                    <a:pt x="51580" y="741389"/>
                  </a:cubicBezTo>
                  <a:cubicBezTo>
                    <a:pt x="51580" y="741389"/>
                    <a:pt x="56969" y="736685"/>
                    <a:pt x="60049" y="739593"/>
                  </a:cubicBezTo>
                  <a:cubicBezTo>
                    <a:pt x="62443" y="741817"/>
                    <a:pt x="53975" y="749259"/>
                    <a:pt x="50383" y="751654"/>
                  </a:cubicBezTo>
                  <a:cubicBezTo>
                    <a:pt x="46790" y="754049"/>
                    <a:pt x="31649" y="760721"/>
                    <a:pt x="27458" y="759523"/>
                  </a:cubicBezTo>
                  <a:cubicBezTo>
                    <a:pt x="23267" y="758326"/>
                    <a:pt x="18391" y="741988"/>
                    <a:pt x="16594" y="737796"/>
                  </a:cubicBezTo>
                  <a:cubicBezTo>
                    <a:pt x="14798" y="733605"/>
                    <a:pt x="8725" y="726334"/>
                    <a:pt x="7528" y="723340"/>
                  </a:cubicBezTo>
                  <a:cubicBezTo>
                    <a:pt x="6587" y="720945"/>
                    <a:pt x="8040" y="709654"/>
                    <a:pt x="8640" y="705291"/>
                  </a:cubicBezTo>
                  <a:lnTo>
                    <a:pt x="7869" y="704436"/>
                  </a:lnTo>
                  <a:cubicBezTo>
                    <a:pt x="1368" y="701527"/>
                    <a:pt x="0" y="698876"/>
                    <a:pt x="0" y="698876"/>
                  </a:cubicBezTo>
                  <a:cubicBezTo>
                    <a:pt x="0" y="698876"/>
                    <a:pt x="2994" y="503846"/>
                    <a:pt x="4790" y="476730"/>
                  </a:cubicBezTo>
                  <a:cubicBezTo>
                    <a:pt x="6587" y="449614"/>
                    <a:pt x="12317" y="390677"/>
                    <a:pt x="12317" y="380412"/>
                  </a:cubicBezTo>
                  <a:cubicBezTo>
                    <a:pt x="12317" y="370147"/>
                    <a:pt x="11976" y="341149"/>
                    <a:pt x="11976" y="334820"/>
                  </a:cubicBezTo>
                  <a:cubicBezTo>
                    <a:pt x="11976" y="328490"/>
                    <a:pt x="18049" y="294701"/>
                    <a:pt x="18647" y="285035"/>
                  </a:cubicBezTo>
                  <a:cubicBezTo>
                    <a:pt x="19246" y="275369"/>
                    <a:pt x="21641" y="244319"/>
                    <a:pt x="24379" y="238844"/>
                  </a:cubicBezTo>
                  <a:cubicBezTo>
                    <a:pt x="27115" y="233370"/>
                    <a:pt x="46704" y="221052"/>
                    <a:pt x="59963" y="216176"/>
                  </a:cubicBezTo>
                  <a:cubicBezTo>
                    <a:pt x="73221" y="211386"/>
                    <a:pt x="112485" y="194706"/>
                    <a:pt x="117274" y="190514"/>
                  </a:cubicBezTo>
                  <a:cubicBezTo>
                    <a:pt x="122150" y="186323"/>
                    <a:pt x="129934" y="176657"/>
                    <a:pt x="131645" y="171781"/>
                  </a:cubicBezTo>
                  <a:lnTo>
                    <a:pt x="131645" y="171781"/>
                  </a:lnTo>
                  <a:cubicBezTo>
                    <a:pt x="131645" y="171781"/>
                    <a:pt x="131645" y="171610"/>
                    <a:pt x="131645" y="171610"/>
                  </a:cubicBezTo>
                  <a:lnTo>
                    <a:pt x="131645" y="171781"/>
                  </a:lnTo>
                  <a:cubicBezTo>
                    <a:pt x="131645" y="171781"/>
                    <a:pt x="128565" y="147745"/>
                    <a:pt x="127112" y="146291"/>
                  </a:cubicBezTo>
                  <a:cubicBezTo>
                    <a:pt x="125743" y="144922"/>
                    <a:pt x="118729" y="129525"/>
                    <a:pt x="117788" y="123024"/>
                  </a:cubicBezTo>
                  <a:cubicBezTo>
                    <a:pt x="116846" y="116523"/>
                    <a:pt x="114965" y="117464"/>
                    <a:pt x="114024" y="110877"/>
                  </a:cubicBezTo>
                  <a:cubicBezTo>
                    <a:pt x="113083" y="104376"/>
                    <a:pt x="112655" y="94111"/>
                    <a:pt x="114024" y="88038"/>
                  </a:cubicBezTo>
                  <a:cubicBezTo>
                    <a:pt x="115393" y="81965"/>
                    <a:pt x="115905" y="83419"/>
                    <a:pt x="115905" y="77773"/>
                  </a:cubicBezTo>
                  <a:cubicBezTo>
                    <a:pt x="115905" y="72128"/>
                    <a:pt x="115905" y="68022"/>
                    <a:pt x="115478" y="62376"/>
                  </a:cubicBezTo>
                  <a:cubicBezTo>
                    <a:pt x="114965" y="56816"/>
                    <a:pt x="116846" y="44242"/>
                    <a:pt x="117788" y="40906"/>
                  </a:cubicBezTo>
                  <a:cubicBezTo>
                    <a:pt x="118729" y="37655"/>
                    <a:pt x="121979" y="33892"/>
                    <a:pt x="124288" y="28332"/>
                  </a:cubicBezTo>
                  <a:cubicBezTo>
                    <a:pt x="126598" y="22771"/>
                    <a:pt x="131303" y="17126"/>
                    <a:pt x="134040" y="12934"/>
                  </a:cubicBezTo>
                  <a:cubicBezTo>
                    <a:pt x="136863" y="8743"/>
                    <a:pt x="138659" y="5920"/>
                    <a:pt x="145673" y="4124"/>
                  </a:cubicBezTo>
                  <a:cubicBezTo>
                    <a:pt x="152688" y="2242"/>
                    <a:pt x="159189" y="2755"/>
                    <a:pt x="162011" y="1301"/>
                  </a:cubicBezTo>
                  <a:cubicBezTo>
                    <a:pt x="164835" y="-67"/>
                    <a:pt x="165262" y="-581"/>
                    <a:pt x="171335" y="873"/>
                  </a:cubicBezTo>
                  <a:cubicBezTo>
                    <a:pt x="181943" y="3354"/>
                    <a:pt x="178778" y="1814"/>
                    <a:pt x="182969" y="3183"/>
                  </a:cubicBezTo>
                  <a:cubicBezTo>
                    <a:pt x="187161" y="4552"/>
                    <a:pt x="190924" y="5492"/>
                    <a:pt x="195543" y="6433"/>
                  </a:cubicBezTo>
                  <a:cubicBezTo>
                    <a:pt x="200163" y="7374"/>
                    <a:pt x="206236" y="7802"/>
                    <a:pt x="208631" y="12507"/>
                  </a:cubicBezTo>
                  <a:cubicBezTo>
                    <a:pt x="210940" y="17126"/>
                    <a:pt x="212822" y="20889"/>
                    <a:pt x="216073" y="23199"/>
                  </a:cubicBezTo>
                  <a:cubicBezTo>
                    <a:pt x="219323" y="25509"/>
                    <a:pt x="220777" y="26450"/>
                    <a:pt x="222146" y="31154"/>
                  </a:cubicBezTo>
                  <a:cubicBezTo>
                    <a:pt x="223515" y="35774"/>
                    <a:pt x="225396" y="43729"/>
                    <a:pt x="227706" y="51598"/>
                  </a:cubicBezTo>
                  <a:cubicBezTo>
                    <a:pt x="230016" y="59553"/>
                    <a:pt x="231384" y="61350"/>
                    <a:pt x="230529" y="67423"/>
                  </a:cubicBezTo>
                  <a:cubicBezTo>
                    <a:pt x="229588" y="73496"/>
                    <a:pt x="231469" y="78115"/>
                    <a:pt x="228647" y="86071"/>
                  </a:cubicBezTo>
                  <a:cubicBezTo>
                    <a:pt x="225825" y="94026"/>
                    <a:pt x="225396" y="93085"/>
                    <a:pt x="224883" y="100955"/>
                  </a:cubicBezTo>
                  <a:cubicBezTo>
                    <a:pt x="224370" y="108910"/>
                    <a:pt x="227192" y="111647"/>
                    <a:pt x="223515" y="116779"/>
                  </a:cubicBezTo>
                  <a:cubicBezTo>
                    <a:pt x="220606" y="120800"/>
                    <a:pt x="215474" y="125847"/>
                    <a:pt x="214020" y="127301"/>
                  </a:cubicBezTo>
                  <a:cubicBezTo>
                    <a:pt x="215302" y="126445"/>
                    <a:pt x="216329" y="129011"/>
                    <a:pt x="212394" y="136796"/>
                  </a:cubicBezTo>
                  <a:cubicBezTo>
                    <a:pt x="208203" y="145179"/>
                    <a:pt x="210085" y="143810"/>
                    <a:pt x="208203" y="147060"/>
                  </a:cubicBezTo>
                  <a:cubicBezTo>
                    <a:pt x="206748" y="149627"/>
                    <a:pt x="205295" y="151337"/>
                    <a:pt x="204695" y="151936"/>
                  </a:cubicBezTo>
                  <a:lnTo>
                    <a:pt x="206663" y="156641"/>
                  </a:lnTo>
                  <a:lnTo>
                    <a:pt x="207091" y="156812"/>
                  </a:lnTo>
                  <a:cubicBezTo>
                    <a:pt x="207091" y="156812"/>
                    <a:pt x="207689" y="158950"/>
                    <a:pt x="216414" y="167077"/>
                  </a:cubicBezTo>
                  <a:cubicBezTo>
                    <a:pt x="226080" y="176144"/>
                    <a:pt x="230272" y="178539"/>
                    <a:pt x="231213" y="179736"/>
                  </a:cubicBezTo>
                  <a:cubicBezTo>
                    <a:pt x="232154" y="180934"/>
                    <a:pt x="272015" y="200865"/>
                    <a:pt x="279543" y="206339"/>
                  </a:cubicBezTo>
                  <a:cubicBezTo>
                    <a:pt x="287070" y="211728"/>
                    <a:pt x="292802" y="209076"/>
                    <a:pt x="317864" y="222335"/>
                  </a:cubicBezTo>
                  <a:cubicBezTo>
                    <a:pt x="342928" y="235594"/>
                    <a:pt x="339592" y="265789"/>
                    <a:pt x="341132" y="268526"/>
                  </a:cubicBezTo>
                  <a:cubicBezTo>
                    <a:pt x="342671" y="271264"/>
                    <a:pt x="360464" y="332510"/>
                    <a:pt x="360464" y="347907"/>
                  </a:cubicBezTo>
                  <a:cubicBezTo>
                    <a:pt x="360464" y="363304"/>
                    <a:pt x="361404" y="382893"/>
                    <a:pt x="362602" y="395895"/>
                  </a:cubicBezTo>
                  <a:cubicBezTo>
                    <a:pt x="363799" y="408897"/>
                    <a:pt x="356871" y="414628"/>
                    <a:pt x="359607" y="425149"/>
                  </a:cubicBezTo>
                  <a:cubicBezTo>
                    <a:pt x="362345" y="435756"/>
                    <a:pt x="365339" y="483744"/>
                    <a:pt x="366879" y="497601"/>
                  </a:cubicBezTo>
                  <a:cubicBezTo>
                    <a:pt x="368418" y="511459"/>
                    <a:pt x="369018" y="575186"/>
                    <a:pt x="368076" y="597854"/>
                  </a:cubicBezTo>
                  <a:cubicBezTo>
                    <a:pt x="367135" y="620522"/>
                    <a:pt x="369616" y="663633"/>
                    <a:pt x="370814" y="678432"/>
                  </a:cubicBezTo>
                  <a:cubicBezTo>
                    <a:pt x="370814" y="678432"/>
                    <a:pt x="369188" y="678432"/>
                    <a:pt x="366708" y="678347"/>
                  </a:cubicBezTo>
                  <a:lnTo>
                    <a:pt x="367820" y="694770"/>
                  </a:lnTo>
                  <a:cubicBezTo>
                    <a:pt x="367820" y="694770"/>
                    <a:pt x="362088" y="694941"/>
                    <a:pt x="354390" y="695026"/>
                  </a:cubicBezTo>
                  <a:cubicBezTo>
                    <a:pt x="354989" y="699475"/>
                    <a:pt x="356272" y="710253"/>
                    <a:pt x="355330" y="713503"/>
                  </a:cubicBezTo>
                  <a:cubicBezTo>
                    <a:pt x="354134" y="717609"/>
                    <a:pt x="350113" y="727959"/>
                    <a:pt x="347119" y="731894"/>
                  </a:cubicBezTo>
                  <a:cubicBezTo>
                    <a:pt x="347290" y="733348"/>
                    <a:pt x="347376" y="734717"/>
                    <a:pt x="347119" y="735829"/>
                  </a:cubicBezTo>
                  <a:lnTo>
                    <a:pt x="346178" y="741731"/>
                  </a:lnTo>
                  <a:lnTo>
                    <a:pt x="362517" y="734888"/>
                  </a:lnTo>
                  <a:cubicBezTo>
                    <a:pt x="362517" y="734888"/>
                    <a:pt x="400581" y="734888"/>
                    <a:pt x="403233" y="736256"/>
                  </a:cubicBezTo>
                  <a:lnTo>
                    <a:pt x="403233" y="736256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1FDC7C48-AF40-B118-A869-C9A213F4E191}"/>
                </a:ext>
              </a:extLst>
            </p:cNvPr>
            <p:cNvSpPr/>
            <p:nvPr/>
          </p:nvSpPr>
          <p:spPr>
            <a:xfrm>
              <a:off x="5558628" y="4241147"/>
              <a:ext cx="287584" cy="1224172"/>
            </a:xfrm>
            <a:custGeom>
              <a:avLst/>
              <a:gdLst>
                <a:gd name="connsiteX0" fmla="*/ 207178 w 287584"/>
                <a:gd name="connsiteY0" fmla="*/ 173662 h 1224172"/>
                <a:gd name="connsiteX1" fmla="*/ 210257 w 287584"/>
                <a:gd name="connsiteY1" fmla="*/ 187006 h 1224172"/>
                <a:gd name="connsiteX2" fmla="*/ 218041 w 287584"/>
                <a:gd name="connsiteY2" fmla="*/ 191968 h 1224172"/>
                <a:gd name="connsiteX3" fmla="*/ 228904 w 287584"/>
                <a:gd name="connsiteY3" fmla="*/ 196929 h 1224172"/>
                <a:gd name="connsiteX4" fmla="*/ 243189 w 287584"/>
                <a:gd name="connsiteY4" fmla="*/ 214636 h 1224172"/>
                <a:gd name="connsiteX5" fmla="*/ 269279 w 287584"/>
                <a:gd name="connsiteY5" fmla="*/ 242265 h 1224172"/>
                <a:gd name="connsiteX6" fmla="*/ 281084 w 287584"/>
                <a:gd name="connsiteY6" fmla="*/ 272717 h 1224172"/>
                <a:gd name="connsiteX7" fmla="*/ 287585 w 287584"/>
                <a:gd name="connsiteY7" fmla="*/ 292904 h 1224172"/>
                <a:gd name="connsiteX8" fmla="*/ 286387 w 287584"/>
                <a:gd name="connsiteY8" fmla="*/ 314973 h 1224172"/>
                <a:gd name="connsiteX9" fmla="*/ 279886 w 287584"/>
                <a:gd name="connsiteY9" fmla="*/ 362790 h 1224172"/>
                <a:gd name="connsiteX10" fmla="*/ 280228 w 287584"/>
                <a:gd name="connsiteY10" fmla="*/ 398802 h 1224172"/>
                <a:gd name="connsiteX11" fmla="*/ 275267 w 287584"/>
                <a:gd name="connsiteY11" fmla="*/ 464924 h 1224172"/>
                <a:gd name="connsiteX12" fmla="*/ 268766 w 287584"/>
                <a:gd name="connsiteY12" fmla="*/ 491612 h 1224172"/>
                <a:gd name="connsiteX13" fmla="*/ 274411 w 287584"/>
                <a:gd name="connsiteY13" fmla="*/ 560301 h 1224172"/>
                <a:gd name="connsiteX14" fmla="*/ 273128 w 287584"/>
                <a:gd name="connsiteY14" fmla="*/ 631127 h 1224172"/>
                <a:gd name="connsiteX15" fmla="*/ 270306 w 287584"/>
                <a:gd name="connsiteY15" fmla="*/ 647637 h 1224172"/>
                <a:gd name="connsiteX16" fmla="*/ 266884 w 287584"/>
                <a:gd name="connsiteY16" fmla="*/ 692374 h 1224172"/>
                <a:gd name="connsiteX17" fmla="*/ 268423 w 287584"/>
                <a:gd name="connsiteY17" fmla="*/ 768761 h 1224172"/>
                <a:gd name="connsiteX18" fmla="*/ 278945 w 287584"/>
                <a:gd name="connsiteY18" fmla="*/ 878422 h 1224172"/>
                <a:gd name="connsiteX19" fmla="*/ 278346 w 287584"/>
                <a:gd name="connsiteY19" fmla="*/ 976279 h 1224172"/>
                <a:gd name="connsiteX20" fmla="*/ 266200 w 287584"/>
                <a:gd name="connsiteY20" fmla="*/ 1121355 h 1224172"/>
                <a:gd name="connsiteX21" fmla="*/ 270220 w 287584"/>
                <a:gd name="connsiteY21" fmla="*/ 1171053 h 1224172"/>
                <a:gd name="connsiteX22" fmla="*/ 275524 w 287584"/>
                <a:gd name="connsiteY22" fmla="*/ 1196544 h 1224172"/>
                <a:gd name="connsiteX23" fmla="*/ 277405 w 287584"/>
                <a:gd name="connsiteY23" fmla="*/ 1219554 h 1224172"/>
                <a:gd name="connsiteX24" fmla="*/ 205637 w 287584"/>
                <a:gd name="connsiteY24" fmla="*/ 1224173 h 1224172"/>
                <a:gd name="connsiteX25" fmla="*/ 130790 w 287584"/>
                <a:gd name="connsiteY25" fmla="*/ 1223232 h 1224172"/>
                <a:gd name="connsiteX26" fmla="*/ 126770 w 287584"/>
                <a:gd name="connsiteY26" fmla="*/ 1213310 h 1224172"/>
                <a:gd name="connsiteX27" fmla="*/ 102819 w 287584"/>
                <a:gd name="connsiteY27" fmla="*/ 1218271 h 1224172"/>
                <a:gd name="connsiteX28" fmla="*/ 52180 w 287584"/>
                <a:gd name="connsiteY28" fmla="*/ 1222291 h 1224172"/>
                <a:gd name="connsiteX29" fmla="*/ 0 w 287584"/>
                <a:gd name="connsiteY29" fmla="*/ 1212368 h 1224172"/>
                <a:gd name="connsiteX30" fmla="*/ 9666 w 287584"/>
                <a:gd name="connsiteY30" fmla="*/ 1198083 h 1224172"/>
                <a:gd name="connsiteX31" fmla="*/ 38578 w 287584"/>
                <a:gd name="connsiteY31" fmla="*/ 1198083 h 1224172"/>
                <a:gd name="connsiteX32" fmla="*/ 78354 w 287584"/>
                <a:gd name="connsiteY32" fmla="*/ 1177896 h 1224172"/>
                <a:gd name="connsiteX33" fmla="*/ 87678 w 287584"/>
                <a:gd name="connsiteY33" fmla="*/ 1164210 h 1224172"/>
                <a:gd name="connsiteX34" fmla="*/ 96403 w 287584"/>
                <a:gd name="connsiteY34" fmla="*/ 1149925 h 1224172"/>
                <a:gd name="connsiteX35" fmla="*/ 90844 w 287584"/>
                <a:gd name="connsiteY35" fmla="*/ 1131962 h 1224172"/>
                <a:gd name="connsiteX36" fmla="*/ 105728 w 287584"/>
                <a:gd name="connsiteY36" fmla="*/ 1098687 h 1224172"/>
                <a:gd name="connsiteX37" fmla="*/ 102647 w 287584"/>
                <a:gd name="connsiteY37" fmla="*/ 1066695 h 1224172"/>
                <a:gd name="connsiteX38" fmla="*/ 103845 w 287584"/>
                <a:gd name="connsiteY38" fmla="*/ 1038467 h 1224172"/>
                <a:gd name="connsiteX39" fmla="*/ 102306 w 287584"/>
                <a:gd name="connsiteY39" fmla="*/ 999632 h 1224172"/>
                <a:gd name="connsiteX40" fmla="*/ 106326 w 287584"/>
                <a:gd name="connsiteY40" fmla="*/ 979444 h 1224172"/>
                <a:gd name="connsiteX41" fmla="*/ 100424 w 287584"/>
                <a:gd name="connsiteY41" fmla="*/ 938471 h 1224172"/>
                <a:gd name="connsiteX42" fmla="*/ 97344 w 287584"/>
                <a:gd name="connsiteY42" fmla="*/ 905881 h 1224172"/>
                <a:gd name="connsiteX43" fmla="*/ 90501 w 287584"/>
                <a:gd name="connsiteY43" fmla="*/ 868329 h 1224172"/>
                <a:gd name="connsiteX44" fmla="*/ 81519 w 287584"/>
                <a:gd name="connsiteY44" fmla="*/ 796561 h 1224172"/>
                <a:gd name="connsiteX45" fmla="*/ 67576 w 287584"/>
                <a:gd name="connsiteY45" fmla="*/ 741901 h 1224172"/>
                <a:gd name="connsiteX46" fmla="*/ 66037 w 287584"/>
                <a:gd name="connsiteY46" fmla="*/ 702724 h 1224172"/>
                <a:gd name="connsiteX47" fmla="*/ 58253 w 287584"/>
                <a:gd name="connsiteY47" fmla="*/ 699388 h 1224172"/>
                <a:gd name="connsiteX48" fmla="*/ 48929 w 287584"/>
                <a:gd name="connsiteY48" fmla="*/ 698789 h 1224172"/>
                <a:gd name="connsiteX49" fmla="*/ 35927 w 287584"/>
                <a:gd name="connsiteY49" fmla="*/ 686985 h 1224172"/>
                <a:gd name="connsiteX50" fmla="*/ 29683 w 287584"/>
                <a:gd name="connsiteY50" fmla="*/ 647893 h 1224172"/>
                <a:gd name="connsiteX51" fmla="*/ 30024 w 287584"/>
                <a:gd name="connsiteY51" fmla="*/ 646867 h 1224172"/>
                <a:gd name="connsiteX52" fmla="*/ 19760 w 287584"/>
                <a:gd name="connsiteY52" fmla="*/ 646012 h 1224172"/>
                <a:gd name="connsiteX53" fmla="*/ 27202 w 287584"/>
                <a:gd name="connsiteY53" fmla="*/ 601617 h 1224172"/>
                <a:gd name="connsiteX54" fmla="*/ 43369 w 287584"/>
                <a:gd name="connsiteY54" fmla="*/ 495120 h 1224172"/>
                <a:gd name="connsiteX55" fmla="*/ 57655 w 287584"/>
                <a:gd name="connsiteY55" fmla="*/ 408810 h 1224172"/>
                <a:gd name="connsiteX56" fmla="*/ 69202 w 287584"/>
                <a:gd name="connsiteY56" fmla="*/ 335760 h 1224172"/>
                <a:gd name="connsiteX57" fmla="*/ 84086 w 287584"/>
                <a:gd name="connsiteY57" fmla="*/ 276138 h 1224172"/>
                <a:gd name="connsiteX58" fmla="*/ 94350 w 287584"/>
                <a:gd name="connsiteY58" fmla="*/ 232000 h 1224172"/>
                <a:gd name="connsiteX59" fmla="*/ 122322 w 287584"/>
                <a:gd name="connsiteY59" fmla="*/ 204371 h 1224172"/>
                <a:gd name="connsiteX60" fmla="*/ 124289 w 287584"/>
                <a:gd name="connsiteY60" fmla="*/ 203515 h 1224172"/>
                <a:gd name="connsiteX61" fmla="*/ 122322 w 287584"/>
                <a:gd name="connsiteY61" fmla="*/ 203173 h 1224172"/>
                <a:gd name="connsiteX62" fmla="*/ 124032 w 287584"/>
                <a:gd name="connsiteY62" fmla="*/ 195218 h 1224172"/>
                <a:gd name="connsiteX63" fmla="*/ 114880 w 287584"/>
                <a:gd name="connsiteY63" fmla="*/ 172122 h 1224172"/>
                <a:gd name="connsiteX64" fmla="*/ 97515 w 287584"/>
                <a:gd name="connsiteY64" fmla="*/ 165279 h 1224172"/>
                <a:gd name="connsiteX65" fmla="*/ 81348 w 287584"/>
                <a:gd name="connsiteY65" fmla="*/ 155356 h 1224172"/>
                <a:gd name="connsiteX66" fmla="*/ 84000 w 287584"/>
                <a:gd name="connsiteY66" fmla="*/ 144664 h 1224172"/>
                <a:gd name="connsiteX67" fmla="*/ 83829 w 287584"/>
                <a:gd name="connsiteY67" fmla="*/ 134998 h 1224172"/>
                <a:gd name="connsiteX68" fmla="*/ 85112 w 287584"/>
                <a:gd name="connsiteY68" fmla="*/ 129695 h 1224172"/>
                <a:gd name="connsiteX69" fmla="*/ 84599 w 287584"/>
                <a:gd name="connsiteY69" fmla="*/ 125760 h 1224172"/>
                <a:gd name="connsiteX70" fmla="*/ 82974 w 287584"/>
                <a:gd name="connsiteY70" fmla="*/ 120371 h 1224172"/>
                <a:gd name="connsiteX71" fmla="*/ 89389 w 287584"/>
                <a:gd name="connsiteY71" fmla="*/ 108395 h 1224172"/>
                <a:gd name="connsiteX72" fmla="*/ 80664 w 287584"/>
                <a:gd name="connsiteY72" fmla="*/ 102151 h 1224172"/>
                <a:gd name="connsiteX73" fmla="*/ 107438 w 287584"/>
                <a:gd name="connsiteY73" fmla="*/ 78970 h 1224172"/>
                <a:gd name="connsiteX74" fmla="*/ 107781 w 287584"/>
                <a:gd name="connsiteY74" fmla="*/ 71870 h 1224172"/>
                <a:gd name="connsiteX75" fmla="*/ 113511 w 287584"/>
                <a:gd name="connsiteY75" fmla="*/ 63316 h 1224172"/>
                <a:gd name="connsiteX76" fmla="*/ 136265 w 287584"/>
                <a:gd name="connsiteY76" fmla="*/ 37056 h 1224172"/>
                <a:gd name="connsiteX77" fmla="*/ 141654 w 287584"/>
                <a:gd name="connsiteY77" fmla="*/ 13104 h 1224172"/>
                <a:gd name="connsiteX78" fmla="*/ 159617 w 287584"/>
                <a:gd name="connsiteY78" fmla="*/ 6946 h 1224172"/>
                <a:gd name="connsiteX79" fmla="*/ 170224 w 287584"/>
                <a:gd name="connsiteY79" fmla="*/ 1984 h 1224172"/>
                <a:gd name="connsiteX80" fmla="*/ 187589 w 287584"/>
                <a:gd name="connsiteY80" fmla="*/ 3267 h 1224172"/>
                <a:gd name="connsiteX81" fmla="*/ 198195 w 287584"/>
                <a:gd name="connsiteY81" fmla="*/ 1385 h 1224172"/>
                <a:gd name="connsiteX82" fmla="*/ 206835 w 287584"/>
                <a:gd name="connsiteY82" fmla="*/ 11907 h 1224172"/>
                <a:gd name="connsiteX83" fmla="*/ 218041 w 287584"/>
                <a:gd name="connsiteY83" fmla="*/ 8827 h 1224172"/>
                <a:gd name="connsiteX84" fmla="*/ 227963 w 287584"/>
                <a:gd name="connsiteY84" fmla="*/ 16868 h 1224172"/>
                <a:gd name="connsiteX85" fmla="*/ 242847 w 287584"/>
                <a:gd name="connsiteY85" fmla="*/ 28074 h 1224172"/>
                <a:gd name="connsiteX86" fmla="*/ 252770 w 287584"/>
                <a:gd name="connsiteY86" fmla="*/ 43642 h 1224172"/>
                <a:gd name="connsiteX87" fmla="*/ 257132 w 287584"/>
                <a:gd name="connsiteY87" fmla="*/ 56045 h 1224172"/>
                <a:gd name="connsiteX88" fmla="*/ 257731 w 287584"/>
                <a:gd name="connsiteY88" fmla="*/ 67850 h 1224172"/>
                <a:gd name="connsiteX89" fmla="*/ 253369 w 287584"/>
                <a:gd name="connsiteY89" fmla="*/ 88978 h 1224172"/>
                <a:gd name="connsiteX90" fmla="*/ 247723 w 287584"/>
                <a:gd name="connsiteY90" fmla="*/ 97703 h 1224172"/>
                <a:gd name="connsiteX91" fmla="*/ 242761 w 287584"/>
                <a:gd name="connsiteY91" fmla="*/ 116350 h 1224172"/>
                <a:gd name="connsiteX92" fmla="*/ 236517 w 287584"/>
                <a:gd name="connsiteY92" fmla="*/ 127556 h 1224172"/>
                <a:gd name="connsiteX93" fmla="*/ 229075 w 287584"/>
                <a:gd name="connsiteY93" fmla="*/ 141243 h 1224172"/>
                <a:gd name="connsiteX94" fmla="*/ 221035 w 287584"/>
                <a:gd name="connsiteY94" fmla="*/ 149283 h 1224172"/>
                <a:gd name="connsiteX95" fmla="*/ 215475 w 287584"/>
                <a:gd name="connsiteY95" fmla="*/ 158607 h 1224172"/>
                <a:gd name="connsiteX96" fmla="*/ 208631 w 287584"/>
                <a:gd name="connsiteY96" fmla="*/ 161687 h 1224172"/>
                <a:gd name="connsiteX97" fmla="*/ 204184 w 287584"/>
                <a:gd name="connsiteY97" fmla="*/ 165365 h 1224172"/>
                <a:gd name="connsiteX98" fmla="*/ 204953 w 287584"/>
                <a:gd name="connsiteY98" fmla="*/ 165365 h 1224172"/>
                <a:gd name="connsiteX99" fmla="*/ 203927 w 287584"/>
                <a:gd name="connsiteY99" fmla="*/ 165536 h 1224172"/>
                <a:gd name="connsiteX100" fmla="*/ 203670 w 287584"/>
                <a:gd name="connsiteY100" fmla="*/ 165536 h 1224172"/>
                <a:gd name="connsiteX101" fmla="*/ 207433 w 287584"/>
                <a:gd name="connsiteY101" fmla="*/ 174090 h 1224172"/>
                <a:gd name="connsiteX102" fmla="*/ 207433 w 287584"/>
                <a:gd name="connsiteY102" fmla="*/ 174090 h 1224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287584" h="1224172">
                  <a:moveTo>
                    <a:pt x="207178" y="173662"/>
                  </a:moveTo>
                  <a:cubicBezTo>
                    <a:pt x="207776" y="177426"/>
                    <a:pt x="210257" y="187006"/>
                    <a:pt x="210257" y="187006"/>
                  </a:cubicBezTo>
                  <a:cubicBezTo>
                    <a:pt x="210257" y="187006"/>
                    <a:pt x="214876" y="191626"/>
                    <a:pt x="218041" y="191968"/>
                  </a:cubicBezTo>
                  <a:cubicBezTo>
                    <a:pt x="221121" y="192310"/>
                    <a:pt x="226424" y="192908"/>
                    <a:pt x="228904" y="196929"/>
                  </a:cubicBezTo>
                  <a:cubicBezTo>
                    <a:pt x="231385" y="200949"/>
                    <a:pt x="237886" y="211813"/>
                    <a:pt x="243189" y="214636"/>
                  </a:cubicBezTo>
                  <a:cubicBezTo>
                    <a:pt x="248493" y="217458"/>
                    <a:pt x="264660" y="234224"/>
                    <a:pt x="269279" y="242265"/>
                  </a:cubicBezTo>
                  <a:cubicBezTo>
                    <a:pt x="273898" y="250306"/>
                    <a:pt x="278603" y="264591"/>
                    <a:pt x="281084" y="272717"/>
                  </a:cubicBezTo>
                  <a:cubicBezTo>
                    <a:pt x="283564" y="280758"/>
                    <a:pt x="287585" y="284521"/>
                    <a:pt x="287585" y="292904"/>
                  </a:cubicBezTo>
                  <a:cubicBezTo>
                    <a:pt x="287585" y="301287"/>
                    <a:pt x="286387" y="306248"/>
                    <a:pt x="286387" y="314973"/>
                  </a:cubicBezTo>
                  <a:cubicBezTo>
                    <a:pt x="286387" y="323699"/>
                    <a:pt x="280827" y="351328"/>
                    <a:pt x="279886" y="362790"/>
                  </a:cubicBezTo>
                  <a:cubicBezTo>
                    <a:pt x="278945" y="374338"/>
                    <a:pt x="280827" y="380839"/>
                    <a:pt x="280228" y="398802"/>
                  </a:cubicBezTo>
                  <a:cubicBezTo>
                    <a:pt x="279629" y="416851"/>
                    <a:pt x="278945" y="450383"/>
                    <a:pt x="275267" y="464924"/>
                  </a:cubicBezTo>
                  <a:cubicBezTo>
                    <a:pt x="271588" y="479466"/>
                    <a:pt x="269706" y="480749"/>
                    <a:pt x="268766" y="491612"/>
                  </a:cubicBezTo>
                  <a:cubicBezTo>
                    <a:pt x="267825" y="502476"/>
                    <a:pt x="271247" y="533527"/>
                    <a:pt x="274411" y="560301"/>
                  </a:cubicBezTo>
                  <a:cubicBezTo>
                    <a:pt x="277491" y="586989"/>
                    <a:pt x="274069" y="623685"/>
                    <a:pt x="273128" y="631127"/>
                  </a:cubicBezTo>
                  <a:cubicBezTo>
                    <a:pt x="272187" y="638570"/>
                    <a:pt x="270306" y="642932"/>
                    <a:pt x="270306" y="647637"/>
                  </a:cubicBezTo>
                  <a:cubicBezTo>
                    <a:pt x="270306" y="652341"/>
                    <a:pt x="266884" y="684247"/>
                    <a:pt x="266884" y="692374"/>
                  </a:cubicBezTo>
                  <a:cubicBezTo>
                    <a:pt x="266884" y="700500"/>
                    <a:pt x="268167" y="755758"/>
                    <a:pt x="268423" y="768761"/>
                  </a:cubicBezTo>
                  <a:cubicBezTo>
                    <a:pt x="268766" y="781848"/>
                    <a:pt x="277748" y="849510"/>
                    <a:pt x="278945" y="878422"/>
                  </a:cubicBezTo>
                  <a:cubicBezTo>
                    <a:pt x="280228" y="907335"/>
                    <a:pt x="279886" y="944887"/>
                    <a:pt x="278346" y="976279"/>
                  </a:cubicBezTo>
                  <a:cubicBezTo>
                    <a:pt x="276807" y="1007672"/>
                    <a:pt x="267141" y="1103648"/>
                    <a:pt x="266200" y="1121355"/>
                  </a:cubicBezTo>
                  <a:cubicBezTo>
                    <a:pt x="265258" y="1139061"/>
                    <a:pt x="269279" y="1162670"/>
                    <a:pt x="270220" y="1171053"/>
                  </a:cubicBezTo>
                  <a:cubicBezTo>
                    <a:pt x="271161" y="1179436"/>
                    <a:pt x="275524" y="1190642"/>
                    <a:pt x="275524" y="1196544"/>
                  </a:cubicBezTo>
                  <a:cubicBezTo>
                    <a:pt x="275524" y="1202446"/>
                    <a:pt x="279544" y="1215790"/>
                    <a:pt x="277405" y="1219554"/>
                  </a:cubicBezTo>
                  <a:cubicBezTo>
                    <a:pt x="277405" y="1219554"/>
                    <a:pt x="284249" y="1224173"/>
                    <a:pt x="205637" y="1224173"/>
                  </a:cubicBezTo>
                  <a:cubicBezTo>
                    <a:pt x="127027" y="1224173"/>
                    <a:pt x="130790" y="1223232"/>
                    <a:pt x="130790" y="1223232"/>
                  </a:cubicBezTo>
                  <a:cubicBezTo>
                    <a:pt x="130790" y="1223232"/>
                    <a:pt x="131988" y="1212026"/>
                    <a:pt x="126770" y="1213310"/>
                  </a:cubicBezTo>
                  <a:cubicBezTo>
                    <a:pt x="121467" y="1214593"/>
                    <a:pt x="105984" y="1216132"/>
                    <a:pt x="102819" y="1218271"/>
                  </a:cubicBezTo>
                  <a:cubicBezTo>
                    <a:pt x="99739" y="1220409"/>
                    <a:pt x="69629" y="1222975"/>
                    <a:pt x="52180" y="1222291"/>
                  </a:cubicBezTo>
                  <a:cubicBezTo>
                    <a:pt x="34815" y="1221692"/>
                    <a:pt x="2823" y="1214849"/>
                    <a:pt x="0" y="1212368"/>
                  </a:cubicBezTo>
                  <a:cubicBezTo>
                    <a:pt x="0" y="1212368"/>
                    <a:pt x="3422" y="1199965"/>
                    <a:pt x="9666" y="1198083"/>
                  </a:cubicBezTo>
                  <a:cubicBezTo>
                    <a:pt x="15911" y="1196202"/>
                    <a:pt x="33532" y="1199024"/>
                    <a:pt x="38578" y="1198083"/>
                  </a:cubicBezTo>
                  <a:cubicBezTo>
                    <a:pt x="43540" y="1197143"/>
                    <a:pt x="76473" y="1184140"/>
                    <a:pt x="78354" y="1177896"/>
                  </a:cubicBezTo>
                  <a:cubicBezTo>
                    <a:pt x="80236" y="1171651"/>
                    <a:pt x="82119" y="1170112"/>
                    <a:pt x="87678" y="1164210"/>
                  </a:cubicBezTo>
                  <a:cubicBezTo>
                    <a:pt x="93238" y="1158307"/>
                    <a:pt x="95121" y="1157025"/>
                    <a:pt x="96403" y="1149925"/>
                  </a:cubicBezTo>
                  <a:cubicBezTo>
                    <a:pt x="97601" y="1142740"/>
                    <a:pt x="92041" y="1139403"/>
                    <a:pt x="90844" y="1131962"/>
                  </a:cubicBezTo>
                  <a:cubicBezTo>
                    <a:pt x="89561" y="1124434"/>
                    <a:pt x="102990" y="1111432"/>
                    <a:pt x="105728" y="1098687"/>
                  </a:cubicBezTo>
                  <a:cubicBezTo>
                    <a:pt x="108550" y="1085941"/>
                    <a:pt x="102904" y="1069517"/>
                    <a:pt x="102647" y="1066695"/>
                  </a:cubicBezTo>
                  <a:cubicBezTo>
                    <a:pt x="102306" y="1063872"/>
                    <a:pt x="103845" y="1045310"/>
                    <a:pt x="103845" y="1038467"/>
                  </a:cubicBezTo>
                  <a:cubicBezTo>
                    <a:pt x="103845" y="1031623"/>
                    <a:pt x="101963" y="1008613"/>
                    <a:pt x="102306" y="999632"/>
                  </a:cubicBezTo>
                  <a:cubicBezTo>
                    <a:pt x="102647" y="990650"/>
                    <a:pt x="107010" y="985347"/>
                    <a:pt x="106326" y="979444"/>
                  </a:cubicBezTo>
                  <a:cubicBezTo>
                    <a:pt x="105728" y="973542"/>
                    <a:pt x="99825" y="949334"/>
                    <a:pt x="100424" y="938471"/>
                  </a:cubicBezTo>
                  <a:cubicBezTo>
                    <a:pt x="101023" y="927607"/>
                    <a:pt x="98542" y="915461"/>
                    <a:pt x="97344" y="905881"/>
                  </a:cubicBezTo>
                  <a:cubicBezTo>
                    <a:pt x="96062" y="896215"/>
                    <a:pt x="92383" y="875172"/>
                    <a:pt x="90501" y="868329"/>
                  </a:cubicBezTo>
                  <a:cubicBezTo>
                    <a:pt x="88620" y="861486"/>
                    <a:pt x="81776" y="804687"/>
                    <a:pt x="81519" y="796561"/>
                  </a:cubicBezTo>
                  <a:cubicBezTo>
                    <a:pt x="81178" y="788520"/>
                    <a:pt x="70314" y="745323"/>
                    <a:pt x="67576" y="741901"/>
                  </a:cubicBezTo>
                  <a:cubicBezTo>
                    <a:pt x="64840" y="738565"/>
                    <a:pt x="66293" y="710679"/>
                    <a:pt x="66037" y="702724"/>
                  </a:cubicBezTo>
                  <a:cubicBezTo>
                    <a:pt x="63214" y="701270"/>
                    <a:pt x="60734" y="699388"/>
                    <a:pt x="58253" y="699388"/>
                  </a:cubicBezTo>
                  <a:cubicBezTo>
                    <a:pt x="54574" y="699388"/>
                    <a:pt x="52693" y="700586"/>
                    <a:pt x="48929" y="698789"/>
                  </a:cubicBezTo>
                  <a:cubicBezTo>
                    <a:pt x="45251" y="696907"/>
                    <a:pt x="39007" y="689465"/>
                    <a:pt x="35927" y="686985"/>
                  </a:cubicBezTo>
                  <a:cubicBezTo>
                    <a:pt x="32848" y="684504"/>
                    <a:pt x="27800" y="654052"/>
                    <a:pt x="29683" y="647893"/>
                  </a:cubicBezTo>
                  <a:lnTo>
                    <a:pt x="30024" y="646867"/>
                  </a:lnTo>
                  <a:cubicBezTo>
                    <a:pt x="24551" y="646695"/>
                    <a:pt x="20274" y="646439"/>
                    <a:pt x="19760" y="646012"/>
                  </a:cubicBezTo>
                  <a:cubicBezTo>
                    <a:pt x="18220" y="644728"/>
                    <a:pt x="25064" y="609058"/>
                    <a:pt x="27202" y="601617"/>
                  </a:cubicBezTo>
                  <a:cubicBezTo>
                    <a:pt x="29341" y="594175"/>
                    <a:pt x="41488" y="512484"/>
                    <a:pt x="43369" y="495120"/>
                  </a:cubicBezTo>
                  <a:cubicBezTo>
                    <a:pt x="45251" y="477755"/>
                    <a:pt x="56371" y="421470"/>
                    <a:pt x="57655" y="408810"/>
                  </a:cubicBezTo>
                  <a:cubicBezTo>
                    <a:pt x="58937" y="396065"/>
                    <a:pt x="66636" y="346024"/>
                    <a:pt x="69202" y="335760"/>
                  </a:cubicBezTo>
                  <a:cubicBezTo>
                    <a:pt x="71682" y="325495"/>
                    <a:pt x="80664" y="284521"/>
                    <a:pt x="84086" y="276138"/>
                  </a:cubicBezTo>
                  <a:cubicBezTo>
                    <a:pt x="87508" y="267756"/>
                    <a:pt x="90330" y="242265"/>
                    <a:pt x="94350" y="232000"/>
                  </a:cubicBezTo>
                  <a:cubicBezTo>
                    <a:pt x="98370" y="221735"/>
                    <a:pt x="119157" y="206253"/>
                    <a:pt x="122322" y="204371"/>
                  </a:cubicBezTo>
                  <a:lnTo>
                    <a:pt x="124289" y="203515"/>
                  </a:lnTo>
                  <a:lnTo>
                    <a:pt x="122322" y="203173"/>
                  </a:lnTo>
                  <a:cubicBezTo>
                    <a:pt x="121979" y="200436"/>
                    <a:pt x="122750" y="197699"/>
                    <a:pt x="124032" y="195218"/>
                  </a:cubicBezTo>
                  <a:cubicBezTo>
                    <a:pt x="122236" y="188460"/>
                    <a:pt x="117788" y="172636"/>
                    <a:pt x="114880" y="172122"/>
                  </a:cubicBezTo>
                  <a:cubicBezTo>
                    <a:pt x="111117" y="171524"/>
                    <a:pt x="103675" y="168444"/>
                    <a:pt x="97515" y="165279"/>
                  </a:cubicBezTo>
                  <a:cubicBezTo>
                    <a:pt x="91271" y="162200"/>
                    <a:pt x="83829" y="159120"/>
                    <a:pt x="81348" y="155356"/>
                  </a:cubicBezTo>
                  <a:cubicBezTo>
                    <a:pt x="81348" y="155356"/>
                    <a:pt x="77927" y="149112"/>
                    <a:pt x="84000" y="144664"/>
                  </a:cubicBezTo>
                  <a:cubicBezTo>
                    <a:pt x="84000" y="144664"/>
                    <a:pt x="87080" y="138591"/>
                    <a:pt x="83829" y="134998"/>
                  </a:cubicBezTo>
                  <a:cubicBezTo>
                    <a:pt x="83829" y="134998"/>
                    <a:pt x="80579" y="131064"/>
                    <a:pt x="85112" y="129695"/>
                  </a:cubicBezTo>
                  <a:cubicBezTo>
                    <a:pt x="85112" y="129695"/>
                    <a:pt x="87935" y="127556"/>
                    <a:pt x="84599" y="125760"/>
                  </a:cubicBezTo>
                  <a:cubicBezTo>
                    <a:pt x="81178" y="123964"/>
                    <a:pt x="82460" y="120970"/>
                    <a:pt x="82974" y="120371"/>
                  </a:cubicBezTo>
                  <a:lnTo>
                    <a:pt x="89389" y="108395"/>
                  </a:lnTo>
                  <a:cubicBezTo>
                    <a:pt x="89218" y="107283"/>
                    <a:pt x="80493" y="105915"/>
                    <a:pt x="80664" y="102151"/>
                  </a:cubicBezTo>
                  <a:cubicBezTo>
                    <a:pt x="80835" y="98387"/>
                    <a:pt x="84429" y="93939"/>
                    <a:pt x="107438" y="78970"/>
                  </a:cubicBezTo>
                  <a:cubicBezTo>
                    <a:pt x="107438" y="78970"/>
                    <a:pt x="109748" y="76489"/>
                    <a:pt x="107781" y="71870"/>
                  </a:cubicBezTo>
                  <a:cubicBezTo>
                    <a:pt x="105813" y="67251"/>
                    <a:pt x="110090" y="65797"/>
                    <a:pt x="113511" y="63316"/>
                  </a:cubicBezTo>
                  <a:cubicBezTo>
                    <a:pt x="116933" y="60835"/>
                    <a:pt x="123691" y="45181"/>
                    <a:pt x="136265" y="37056"/>
                  </a:cubicBezTo>
                  <a:cubicBezTo>
                    <a:pt x="139259" y="35174"/>
                    <a:pt x="127540" y="19691"/>
                    <a:pt x="141654" y="13104"/>
                  </a:cubicBezTo>
                  <a:cubicBezTo>
                    <a:pt x="151491" y="8571"/>
                    <a:pt x="155939" y="7544"/>
                    <a:pt x="159617" y="6946"/>
                  </a:cubicBezTo>
                  <a:cubicBezTo>
                    <a:pt x="163381" y="6347"/>
                    <a:pt x="165177" y="2583"/>
                    <a:pt x="170224" y="1984"/>
                  </a:cubicBezTo>
                  <a:cubicBezTo>
                    <a:pt x="175186" y="1385"/>
                    <a:pt x="184509" y="1984"/>
                    <a:pt x="187589" y="3267"/>
                  </a:cubicBezTo>
                  <a:cubicBezTo>
                    <a:pt x="190668" y="4465"/>
                    <a:pt x="194432" y="-2977"/>
                    <a:pt x="198195" y="1385"/>
                  </a:cubicBezTo>
                  <a:cubicBezTo>
                    <a:pt x="201960" y="5748"/>
                    <a:pt x="205039" y="11308"/>
                    <a:pt x="206835" y="11907"/>
                  </a:cubicBezTo>
                  <a:cubicBezTo>
                    <a:pt x="208717" y="12506"/>
                    <a:pt x="210599" y="3182"/>
                    <a:pt x="218041" y="8827"/>
                  </a:cubicBezTo>
                  <a:cubicBezTo>
                    <a:pt x="225483" y="14387"/>
                    <a:pt x="223002" y="10709"/>
                    <a:pt x="227963" y="16868"/>
                  </a:cubicBezTo>
                  <a:cubicBezTo>
                    <a:pt x="232925" y="23113"/>
                    <a:pt x="235405" y="19349"/>
                    <a:pt x="242847" y="28074"/>
                  </a:cubicBezTo>
                  <a:cubicBezTo>
                    <a:pt x="250289" y="36799"/>
                    <a:pt x="252171" y="36799"/>
                    <a:pt x="252770" y="43642"/>
                  </a:cubicBezTo>
                  <a:cubicBezTo>
                    <a:pt x="253369" y="50485"/>
                    <a:pt x="255849" y="48004"/>
                    <a:pt x="257132" y="56045"/>
                  </a:cubicBezTo>
                  <a:cubicBezTo>
                    <a:pt x="258416" y="64086"/>
                    <a:pt x="261495" y="61007"/>
                    <a:pt x="257731" y="67850"/>
                  </a:cubicBezTo>
                  <a:cubicBezTo>
                    <a:pt x="253967" y="74693"/>
                    <a:pt x="255849" y="83332"/>
                    <a:pt x="253369" y="88978"/>
                  </a:cubicBezTo>
                  <a:cubicBezTo>
                    <a:pt x="250888" y="94538"/>
                    <a:pt x="250888" y="88978"/>
                    <a:pt x="247723" y="97703"/>
                  </a:cubicBezTo>
                  <a:cubicBezTo>
                    <a:pt x="244644" y="106428"/>
                    <a:pt x="246525" y="109507"/>
                    <a:pt x="242761" y="116350"/>
                  </a:cubicBezTo>
                  <a:cubicBezTo>
                    <a:pt x="238998" y="123194"/>
                    <a:pt x="240880" y="121312"/>
                    <a:pt x="236517" y="127556"/>
                  </a:cubicBezTo>
                  <a:cubicBezTo>
                    <a:pt x="232154" y="133801"/>
                    <a:pt x="233438" y="133801"/>
                    <a:pt x="229075" y="141243"/>
                  </a:cubicBezTo>
                  <a:cubicBezTo>
                    <a:pt x="224712" y="148685"/>
                    <a:pt x="225996" y="144921"/>
                    <a:pt x="221035" y="149283"/>
                  </a:cubicBezTo>
                  <a:cubicBezTo>
                    <a:pt x="216073" y="153646"/>
                    <a:pt x="218554" y="155528"/>
                    <a:pt x="215475" y="158607"/>
                  </a:cubicBezTo>
                  <a:cubicBezTo>
                    <a:pt x="212395" y="161687"/>
                    <a:pt x="216672" y="159206"/>
                    <a:pt x="208631" y="161687"/>
                  </a:cubicBezTo>
                  <a:cubicBezTo>
                    <a:pt x="200933" y="164082"/>
                    <a:pt x="207349" y="163312"/>
                    <a:pt x="204184" y="165365"/>
                  </a:cubicBezTo>
                  <a:lnTo>
                    <a:pt x="204953" y="165365"/>
                  </a:lnTo>
                  <a:lnTo>
                    <a:pt x="203927" y="165536"/>
                  </a:lnTo>
                  <a:lnTo>
                    <a:pt x="203670" y="165536"/>
                  </a:lnTo>
                  <a:cubicBezTo>
                    <a:pt x="205894" y="165707"/>
                    <a:pt x="206749" y="170326"/>
                    <a:pt x="207433" y="174090"/>
                  </a:cubicBezTo>
                  <a:lnTo>
                    <a:pt x="207433" y="174090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0CB20995-2597-9CAF-F2D4-8F6072B61039}"/>
                </a:ext>
              </a:extLst>
            </p:cNvPr>
            <p:cNvSpPr/>
            <p:nvPr/>
          </p:nvSpPr>
          <p:spPr>
            <a:xfrm>
              <a:off x="5056512" y="4250946"/>
              <a:ext cx="465425" cy="1213689"/>
            </a:xfrm>
            <a:custGeom>
              <a:avLst/>
              <a:gdLst>
                <a:gd name="connsiteX0" fmla="*/ 384499 w 465425"/>
                <a:gd name="connsiteY0" fmla="*/ 180287 h 1213689"/>
                <a:gd name="connsiteX1" fmla="*/ 390745 w 465425"/>
                <a:gd name="connsiteY1" fmla="*/ 198935 h 1213689"/>
                <a:gd name="connsiteX2" fmla="*/ 448484 w 465425"/>
                <a:gd name="connsiteY2" fmla="*/ 246152 h 1213689"/>
                <a:gd name="connsiteX3" fmla="*/ 455326 w 465425"/>
                <a:gd name="connsiteY3" fmla="*/ 269162 h 1213689"/>
                <a:gd name="connsiteX4" fmla="*/ 465249 w 465425"/>
                <a:gd name="connsiteY4" fmla="*/ 307056 h 1213689"/>
                <a:gd name="connsiteX5" fmla="*/ 452931 w 465425"/>
                <a:gd name="connsiteY5" fmla="*/ 412783 h 1213689"/>
                <a:gd name="connsiteX6" fmla="*/ 453445 w 465425"/>
                <a:gd name="connsiteY6" fmla="*/ 420140 h 1213689"/>
                <a:gd name="connsiteX7" fmla="*/ 452761 w 465425"/>
                <a:gd name="connsiteY7" fmla="*/ 415606 h 1213689"/>
                <a:gd name="connsiteX8" fmla="*/ 451649 w 465425"/>
                <a:gd name="connsiteY8" fmla="*/ 443749 h 1213689"/>
                <a:gd name="connsiteX9" fmla="*/ 439245 w 465425"/>
                <a:gd name="connsiteY9" fmla="*/ 635699 h 1213689"/>
                <a:gd name="connsiteX10" fmla="*/ 434882 w 465425"/>
                <a:gd name="connsiteY10" fmla="*/ 687878 h 1213689"/>
                <a:gd name="connsiteX11" fmla="*/ 439245 w 465425"/>
                <a:gd name="connsiteY11" fmla="*/ 814562 h 1213689"/>
                <a:gd name="connsiteX12" fmla="*/ 440442 w 465425"/>
                <a:gd name="connsiteY12" fmla="*/ 1019515 h 1213689"/>
                <a:gd name="connsiteX13" fmla="*/ 437363 w 465425"/>
                <a:gd name="connsiteY13" fmla="*/ 1094105 h 1213689"/>
                <a:gd name="connsiteX14" fmla="*/ 433684 w 465425"/>
                <a:gd name="connsiteY14" fmla="*/ 1104627 h 1213689"/>
                <a:gd name="connsiteX15" fmla="*/ 435567 w 465425"/>
                <a:gd name="connsiteY15" fmla="*/ 1123275 h 1213689"/>
                <a:gd name="connsiteX16" fmla="*/ 421881 w 465425"/>
                <a:gd name="connsiteY16" fmla="*/ 1162451 h 1213689"/>
                <a:gd name="connsiteX17" fmla="*/ 418545 w 465425"/>
                <a:gd name="connsiteY17" fmla="*/ 1167242 h 1213689"/>
                <a:gd name="connsiteX18" fmla="*/ 422822 w 465425"/>
                <a:gd name="connsiteY18" fmla="*/ 1189397 h 1213689"/>
                <a:gd name="connsiteX19" fmla="*/ 423763 w 465425"/>
                <a:gd name="connsiteY19" fmla="*/ 1205734 h 1213689"/>
                <a:gd name="connsiteX20" fmla="*/ 424703 w 465425"/>
                <a:gd name="connsiteY20" fmla="*/ 1213176 h 1213689"/>
                <a:gd name="connsiteX21" fmla="*/ 338993 w 465425"/>
                <a:gd name="connsiteY21" fmla="*/ 1213690 h 1213689"/>
                <a:gd name="connsiteX22" fmla="*/ 337111 w 465425"/>
                <a:gd name="connsiteY22" fmla="*/ 1206676 h 1213689"/>
                <a:gd name="connsiteX23" fmla="*/ 344125 w 465425"/>
                <a:gd name="connsiteY23" fmla="*/ 1188028 h 1213689"/>
                <a:gd name="connsiteX24" fmla="*/ 350113 w 465425"/>
                <a:gd name="connsiteY24" fmla="*/ 1169295 h 1213689"/>
                <a:gd name="connsiteX25" fmla="*/ 346178 w 465425"/>
                <a:gd name="connsiteY25" fmla="*/ 1166301 h 1213689"/>
                <a:gd name="connsiteX26" fmla="*/ 341815 w 465425"/>
                <a:gd name="connsiteY26" fmla="*/ 1147653 h 1213689"/>
                <a:gd name="connsiteX27" fmla="*/ 327531 w 465425"/>
                <a:gd name="connsiteY27" fmla="*/ 1129605 h 1213689"/>
                <a:gd name="connsiteX28" fmla="*/ 316324 w 465425"/>
                <a:gd name="connsiteY28" fmla="*/ 1101633 h 1213689"/>
                <a:gd name="connsiteX29" fmla="*/ 307001 w 465425"/>
                <a:gd name="connsiteY29" fmla="*/ 1089828 h 1213689"/>
                <a:gd name="connsiteX30" fmla="*/ 252341 w 465425"/>
                <a:gd name="connsiteY30" fmla="*/ 1089828 h 1213689"/>
                <a:gd name="connsiteX31" fmla="*/ 247380 w 465425"/>
                <a:gd name="connsiteY31" fmla="*/ 1102232 h 1213689"/>
                <a:gd name="connsiteX32" fmla="*/ 235917 w 465425"/>
                <a:gd name="connsiteY32" fmla="*/ 1123018 h 1213689"/>
                <a:gd name="connsiteX33" fmla="*/ 235233 w 465425"/>
                <a:gd name="connsiteY33" fmla="*/ 1125584 h 1213689"/>
                <a:gd name="connsiteX34" fmla="*/ 231213 w 465425"/>
                <a:gd name="connsiteY34" fmla="*/ 1127209 h 1213689"/>
                <a:gd name="connsiteX35" fmla="*/ 221205 w 465425"/>
                <a:gd name="connsiteY35" fmla="*/ 1134565 h 1213689"/>
                <a:gd name="connsiteX36" fmla="*/ 217441 w 465425"/>
                <a:gd name="connsiteY36" fmla="*/ 1151930 h 1213689"/>
                <a:gd name="connsiteX37" fmla="*/ 217184 w 465425"/>
                <a:gd name="connsiteY37" fmla="*/ 1153128 h 1213689"/>
                <a:gd name="connsiteX38" fmla="*/ 219921 w 465425"/>
                <a:gd name="connsiteY38" fmla="*/ 1163991 h 1213689"/>
                <a:gd name="connsiteX39" fmla="*/ 217270 w 465425"/>
                <a:gd name="connsiteY39" fmla="*/ 1173058 h 1213689"/>
                <a:gd name="connsiteX40" fmla="*/ 213506 w 465425"/>
                <a:gd name="connsiteY40" fmla="*/ 1188712 h 1213689"/>
                <a:gd name="connsiteX41" fmla="*/ 213934 w 465425"/>
                <a:gd name="connsiteY41" fmla="*/ 1194957 h 1213689"/>
                <a:gd name="connsiteX42" fmla="*/ 214448 w 465425"/>
                <a:gd name="connsiteY42" fmla="*/ 1211722 h 1213689"/>
                <a:gd name="connsiteX43" fmla="*/ 40203 w 465425"/>
                <a:gd name="connsiteY43" fmla="*/ 1211295 h 1213689"/>
                <a:gd name="connsiteX44" fmla="*/ 29938 w 465425"/>
                <a:gd name="connsiteY44" fmla="*/ 1201457 h 1213689"/>
                <a:gd name="connsiteX45" fmla="*/ 44395 w 465425"/>
                <a:gd name="connsiteY45" fmla="*/ 1182810 h 1213689"/>
                <a:gd name="connsiteX46" fmla="*/ 69115 w 465425"/>
                <a:gd name="connsiteY46" fmla="*/ 1183237 h 1213689"/>
                <a:gd name="connsiteX47" fmla="*/ 80321 w 465425"/>
                <a:gd name="connsiteY47" fmla="*/ 1174855 h 1213689"/>
                <a:gd name="connsiteX48" fmla="*/ 93836 w 465425"/>
                <a:gd name="connsiteY48" fmla="*/ 1166900 h 1213689"/>
                <a:gd name="connsiteX49" fmla="*/ 105983 w 465425"/>
                <a:gd name="connsiteY49" fmla="*/ 1154069 h 1213689"/>
                <a:gd name="connsiteX50" fmla="*/ 106240 w 465425"/>
                <a:gd name="connsiteY50" fmla="*/ 1150562 h 1213689"/>
                <a:gd name="connsiteX51" fmla="*/ 116162 w 465425"/>
                <a:gd name="connsiteY51" fmla="*/ 1137560 h 1213689"/>
                <a:gd name="connsiteX52" fmla="*/ 107438 w 465425"/>
                <a:gd name="connsiteY52" fmla="*/ 1126953 h 1213689"/>
                <a:gd name="connsiteX53" fmla="*/ 108036 w 465425"/>
                <a:gd name="connsiteY53" fmla="*/ 1090342 h 1213689"/>
                <a:gd name="connsiteX54" fmla="*/ 106838 w 465425"/>
                <a:gd name="connsiteY54" fmla="*/ 1080419 h 1213689"/>
                <a:gd name="connsiteX55" fmla="*/ 83829 w 465425"/>
                <a:gd name="connsiteY55" fmla="*/ 1071095 h 1213689"/>
                <a:gd name="connsiteX56" fmla="*/ 85710 w 465425"/>
                <a:gd name="connsiteY56" fmla="*/ 1050651 h 1213689"/>
                <a:gd name="connsiteX57" fmla="*/ 52778 w 465425"/>
                <a:gd name="connsiteY57" fmla="*/ 1046887 h 1213689"/>
                <a:gd name="connsiteX58" fmla="*/ 49099 w 465425"/>
                <a:gd name="connsiteY58" fmla="*/ 1056810 h 1213689"/>
                <a:gd name="connsiteX59" fmla="*/ 48501 w 465425"/>
                <a:gd name="connsiteY59" fmla="*/ 1068016 h 1213689"/>
                <a:gd name="connsiteX60" fmla="*/ 683 w 465425"/>
                <a:gd name="connsiteY60" fmla="*/ 1053731 h 1213689"/>
                <a:gd name="connsiteX61" fmla="*/ 1283 w 465425"/>
                <a:gd name="connsiteY61" fmla="*/ 1050651 h 1213689"/>
                <a:gd name="connsiteX62" fmla="*/ 19930 w 465425"/>
                <a:gd name="connsiteY62" fmla="*/ 968619 h 1213689"/>
                <a:gd name="connsiteX63" fmla="*/ 60904 w 465425"/>
                <a:gd name="connsiteY63" fmla="*/ 802758 h 1213689"/>
                <a:gd name="connsiteX64" fmla="*/ 77669 w 465425"/>
                <a:gd name="connsiteY64" fmla="*/ 723891 h 1213689"/>
                <a:gd name="connsiteX65" fmla="*/ 79637 w 465425"/>
                <a:gd name="connsiteY65" fmla="*/ 713797 h 1213689"/>
                <a:gd name="connsiteX66" fmla="*/ 70998 w 465425"/>
                <a:gd name="connsiteY66" fmla="*/ 706184 h 1213689"/>
                <a:gd name="connsiteX67" fmla="*/ 59364 w 465425"/>
                <a:gd name="connsiteY67" fmla="*/ 677785 h 1213689"/>
                <a:gd name="connsiteX68" fmla="*/ 62358 w 465425"/>
                <a:gd name="connsiteY68" fmla="*/ 659992 h 1213689"/>
                <a:gd name="connsiteX69" fmla="*/ 36611 w 465425"/>
                <a:gd name="connsiteY69" fmla="*/ 652465 h 1213689"/>
                <a:gd name="connsiteX70" fmla="*/ 54659 w 465425"/>
                <a:gd name="connsiteY70" fmla="*/ 551186 h 1213689"/>
                <a:gd name="connsiteX71" fmla="*/ 67662 w 465425"/>
                <a:gd name="connsiteY71" fmla="*/ 474201 h 1213689"/>
                <a:gd name="connsiteX72" fmla="*/ 80064 w 465425"/>
                <a:gd name="connsiteY72" fmla="*/ 431944 h 1213689"/>
                <a:gd name="connsiteX73" fmla="*/ 97429 w 465425"/>
                <a:gd name="connsiteY73" fmla="*/ 374205 h 1213689"/>
                <a:gd name="connsiteX74" fmla="*/ 122920 w 465425"/>
                <a:gd name="connsiteY74" fmla="*/ 278572 h 1213689"/>
                <a:gd name="connsiteX75" fmla="*/ 136606 w 465425"/>
                <a:gd name="connsiteY75" fmla="*/ 214588 h 1213689"/>
                <a:gd name="connsiteX76" fmla="*/ 160215 w 465425"/>
                <a:gd name="connsiteY76" fmla="*/ 194059 h 1213689"/>
                <a:gd name="connsiteX77" fmla="*/ 167657 w 465425"/>
                <a:gd name="connsiteY77" fmla="*/ 190979 h 1213689"/>
                <a:gd name="connsiteX78" fmla="*/ 180061 w 465425"/>
                <a:gd name="connsiteY78" fmla="*/ 124515 h 1213689"/>
                <a:gd name="connsiteX79" fmla="*/ 200589 w 465425"/>
                <a:gd name="connsiteY79" fmla="*/ 59334 h 1213689"/>
                <a:gd name="connsiteX80" fmla="*/ 213591 w 465425"/>
                <a:gd name="connsiteY80" fmla="*/ 54971 h 1213689"/>
                <a:gd name="connsiteX81" fmla="*/ 213677 w 465425"/>
                <a:gd name="connsiteY81" fmla="*/ 54971 h 1213689"/>
                <a:gd name="connsiteX82" fmla="*/ 215474 w 465425"/>
                <a:gd name="connsiteY82" fmla="*/ 32646 h 1213689"/>
                <a:gd name="connsiteX83" fmla="*/ 227877 w 465425"/>
                <a:gd name="connsiteY83" fmla="*/ 27000 h 1213689"/>
                <a:gd name="connsiteX84" fmla="*/ 226679 w 465425"/>
                <a:gd name="connsiteY84" fmla="*/ 32475 h 1213689"/>
                <a:gd name="connsiteX85" fmla="*/ 235319 w 465425"/>
                <a:gd name="connsiteY85" fmla="*/ 18360 h 1213689"/>
                <a:gd name="connsiteX86" fmla="*/ 245242 w 465425"/>
                <a:gd name="connsiteY86" fmla="*/ 15281 h 1213689"/>
                <a:gd name="connsiteX87" fmla="*/ 320430 w 465425"/>
                <a:gd name="connsiteY87" fmla="*/ 2878 h 1213689"/>
                <a:gd name="connsiteX88" fmla="*/ 365168 w 465425"/>
                <a:gd name="connsiteY88" fmla="*/ 55057 h 1213689"/>
                <a:gd name="connsiteX89" fmla="*/ 364997 w 465425"/>
                <a:gd name="connsiteY89" fmla="*/ 62927 h 1213689"/>
                <a:gd name="connsiteX90" fmla="*/ 373892 w 465425"/>
                <a:gd name="connsiteY90" fmla="*/ 71823 h 1213689"/>
                <a:gd name="connsiteX91" fmla="*/ 362003 w 465425"/>
                <a:gd name="connsiteY91" fmla="*/ 90813 h 1213689"/>
                <a:gd name="connsiteX92" fmla="*/ 362687 w 465425"/>
                <a:gd name="connsiteY92" fmla="*/ 94149 h 1213689"/>
                <a:gd name="connsiteX93" fmla="*/ 384415 w 465425"/>
                <a:gd name="connsiteY93" fmla="*/ 180458 h 1213689"/>
                <a:gd name="connsiteX94" fmla="*/ 384415 w 465425"/>
                <a:gd name="connsiteY94" fmla="*/ 180458 h 1213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465425" h="1213689">
                  <a:moveTo>
                    <a:pt x="384499" y="180287"/>
                  </a:moveTo>
                  <a:cubicBezTo>
                    <a:pt x="387580" y="187130"/>
                    <a:pt x="387580" y="192690"/>
                    <a:pt x="390745" y="198935"/>
                  </a:cubicBezTo>
                  <a:cubicBezTo>
                    <a:pt x="393824" y="205179"/>
                    <a:pt x="441042" y="242388"/>
                    <a:pt x="448484" y="246152"/>
                  </a:cubicBezTo>
                  <a:cubicBezTo>
                    <a:pt x="455926" y="249916"/>
                    <a:pt x="452161" y="260438"/>
                    <a:pt x="455326" y="269162"/>
                  </a:cubicBezTo>
                  <a:cubicBezTo>
                    <a:pt x="458406" y="277887"/>
                    <a:pt x="463367" y="291488"/>
                    <a:pt x="465249" y="307056"/>
                  </a:cubicBezTo>
                  <a:cubicBezTo>
                    <a:pt x="466874" y="320486"/>
                    <a:pt x="456866" y="351195"/>
                    <a:pt x="452931" y="412783"/>
                  </a:cubicBezTo>
                  <a:cubicBezTo>
                    <a:pt x="453701" y="417916"/>
                    <a:pt x="454129" y="420995"/>
                    <a:pt x="453445" y="420140"/>
                  </a:cubicBezTo>
                  <a:cubicBezTo>
                    <a:pt x="453188" y="419797"/>
                    <a:pt x="452931" y="418258"/>
                    <a:pt x="452761" y="415606"/>
                  </a:cubicBezTo>
                  <a:cubicBezTo>
                    <a:pt x="452247" y="424331"/>
                    <a:pt x="451820" y="433740"/>
                    <a:pt x="451649" y="443749"/>
                  </a:cubicBezTo>
                  <a:cubicBezTo>
                    <a:pt x="449766" y="526380"/>
                    <a:pt x="441726" y="617736"/>
                    <a:pt x="439245" y="635699"/>
                  </a:cubicBezTo>
                  <a:cubicBezTo>
                    <a:pt x="436765" y="653748"/>
                    <a:pt x="430520" y="674192"/>
                    <a:pt x="434882" y="687878"/>
                  </a:cubicBezTo>
                  <a:cubicBezTo>
                    <a:pt x="439245" y="701564"/>
                    <a:pt x="441726" y="784795"/>
                    <a:pt x="439245" y="814562"/>
                  </a:cubicBezTo>
                  <a:cubicBezTo>
                    <a:pt x="436765" y="844416"/>
                    <a:pt x="436765" y="970501"/>
                    <a:pt x="440442" y="1019515"/>
                  </a:cubicBezTo>
                  <a:cubicBezTo>
                    <a:pt x="444207" y="1068615"/>
                    <a:pt x="437363" y="1094105"/>
                    <a:pt x="437363" y="1094105"/>
                  </a:cubicBezTo>
                  <a:cubicBezTo>
                    <a:pt x="437363" y="1094105"/>
                    <a:pt x="434284" y="1099666"/>
                    <a:pt x="433684" y="1104627"/>
                  </a:cubicBezTo>
                  <a:cubicBezTo>
                    <a:pt x="433086" y="1109588"/>
                    <a:pt x="434882" y="1117030"/>
                    <a:pt x="435567" y="1123275"/>
                  </a:cubicBezTo>
                  <a:cubicBezTo>
                    <a:pt x="436165" y="1129519"/>
                    <a:pt x="426243" y="1156806"/>
                    <a:pt x="421881" y="1162451"/>
                  </a:cubicBezTo>
                  <a:cubicBezTo>
                    <a:pt x="420170" y="1164676"/>
                    <a:pt x="419143" y="1166130"/>
                    <a:pt x="418545" y="1167242"/>
                  </a:cubicBezTo>
                  <a:cubicBezTo>
                    <a:pt x="420341" y="1174000"/>
                    <a:pt x="422479" y="1183751"/>
                    <a:pt x="422822" y="1189397"/>
                  </a:cubicBezTo>
                  <a:cubicBezTo>
                    <a:pt x="423249" y="1195898"/>
                    <a:pt x="423249" y="1203853"/>
                    <a:pt x="423763" y="1205734"/>
                  </a:cubicBezTo>
                  <a:cubicBezTo>
                    <a:pt x="424275" y="1207617"/>
                    <a:pt x="424703" y="1213176"/>
                    <a:pt x="424703" y="1213176"/>
                  </a:cubicBezTo>
                  <a:lnTo>
                    <a:pt x="338993" y="1213690"/>
                  </a:lnTo>
                  <a:cubicBezTo>
                    <a:pt x="338993" y="1213690"/>
                    <a:pt x="336683" y="1211380"/>
                    <a:pt x="337111" y="1206676"/>
                  </a:cubicBezTo>
                  <a:cubicBezTo>
                    <a:pt x="337538" y="1202056"/>
                    <a:pt x="340362" y="1200175"/>
                    <a:pt x="344125" y="1188028"/>
                  </a:cubicBezTo>
                  <a:cubicBezTo>
                    <a:pt x="347375" y="1177506"/>
                    <a:pt x="349599" y="1170835"/>
                    <a:pt x="350113" y="1169295"/>
                  </a:cubicBezTo>
                  <a:cubicBezTo>
                    <a:pt x="347975" y="1168354"/>
                    <a:pt x="346606" y="1167327"/>
                    <a:pt x="346178" y="1166301"/>
                  </a:cubicBezTo>
                  <a:cubicBezTo>
                    <a:pt x="343098" y="1158859"/>
                    <a:pt x="342500" y="1158260"/>
                    <a:pt x="341815" y="1147653"/>
                  </a:cubicBezTo>
                  <a:cubicBezTo>
                    <a:pt x="341217" y="1137132"/>
                    <a:pt x="330610" y="1138329"/>
                    <a:pt x="327531" y="1129605"/>
                  </a:cubicBezTo>
                  <a:cubicBezTo>
                    <a:pt x="324451" y="1120879"/>
                    <a:pt x="322569" y="1106594"/>
                    <a:pt x="316324" y="1101633"/>
                  </a:cubicBezTo>
                  <a:cubicBezTo>
                    <a:pt x="310080" y="1096672"/>
                    <a:pt x="307001" y="1089828"/>
                    <a:pt x="307001" y="1089828"/>
                  </a:cubicBezTo>
                  <a:lnTo>
                    <a:pt x="252341" y="1089828"/>
                  </a:lnTo>
                  <a:lnTo>
                    <a:pt x="247380" y="1102232"/>
                  </a:lnTo>
                  <a:cubicBezTo>
                    <a:pt x="247038" y="1110187"/>
                    <a:pt x="241906" y="1117287"/>
                    <a:pt x="235917" y="1123018"/>
                  </a:cubicBezTo>
                  <a:cubicBezTo>
                    <a:pt x="235404" y="1124472"/>
                    <a:pt x="235233" y="1125584"/>
                    <a:pt x="235233" y="1125584"/>
                  </a:cubicBezTo>
                  <a:cubicBezTo>
                    <a:pt x="235233" y="1125584"/>
                    <a:pt x="233608" y="1126268"/>
                    <a:pt x="231213" y="1127209"/>
                  </a:cubicBezTo>
                  <a:cubicBezTo>
                    <a:pt x="227534" y="1130288"/>
                    <a:pt x="223857" y="1132769"/>
                    <a:pt x="221205" y="1134565"/>
                  </a:cubicBezTo>
                  <a:cubicBezTo>
                    <a:pt x="213164" y="1140126"/>
                    <a:pt x="219323" y="1145772"/>
                    <a:pt x="217441" y="1151930"/>
                  </a:cubicBezTo>
                  <a:lnTo>
                    <a:pt x="217184" y="1153128"/>
                  </a:lnTo>
                  <a:cubicBezTo>
                    <a:pt x="218211" y="1156378"/>
                    <a:pt x="219066" y="1160057"/>
                    <a:pt x="219921" y="1163991"/>
                  </a:cubicBezTo>
                  <a:cubicBezTo>
                    <a:pt x="220948" y="1168696"/>
                    <a:pt x="219237" y="1170578"/>
                    <a:pt x="217270" y="1173058"/>
                  </a:cubicBezTo>
                  <a:cubicBezTo>
                    <a:pt x="217099" y="1179474"/>
                    <a:pt x="216329" y="1185547"/>
                    <a:pt x="213506" y="1188712"/>
                  </a:cubicBezTo>
                  <a:cubicBezTo>
                    <a:pt x="213591" y="1190081"/>
                    <a:pt x="213763" y="1192048"/>
                    <a:pt x="213934" y="1194957"/>
                  </a:cubicBezTo>
                  <a:cubicBezTo>
                    <a:pt x="214448" y="1203853"/>
                    <a:pt x="216756" y="1210781"/>
                    <a:pt x="214448" y="1211722"/>
                  </a:cubicBezTo>
                  <a:cubicBezTo>
                    <a:pt x="212138" y="1212663"/>
                    <a:pt x="49954" y="1214032"/>
                    <a:pt x="40203" y="1211295"/>
                  </a:cubicBezTo>
                  <a:cubicBezTo>
                    <a:pt x="30366" y="1208472"/>
                    <a:pt x="30879" y="1207531"/>
                    <a:pt x="29938" y="1201457"/>
                  </a:cubicBezTo>
                  <a:cubicBezTo>
                    <a:pt x="28998" y="1195384"/>
                    <a:pt x="34558" y="1184692"/>
                    <a:pt x="44395" y="1182810"/>
                  </a:cubicBezTo>
                  <a:cubicBezTo>
                    <a:pt x="54231" y="1180928"/>
                    <a:pt x="65352" y="1184692"/>
                    <a:pt x="69115" y="1183237"/>
                  </a:cubicBezTo>
                  <a:cubicBezTo>
                    <a:pt x="72879" y="1181869"/>
                    <a:pt x="74675" y="1178533"/>
                    <a:pt x="80321" y="1174855"/>
                  </a:cubicBezTo>
                  <a:cubicBezTo>
                    <a:pt x="85882" y="1171091"/>
                    <a:pt x="86822" y="1172973"/>
                    <a:pt x="93836" y="1166900"/>
                  </a:cubicBezTo>
                  <a:cubicBezTo>
                    <a:pt x="98969" y="1162451"/>
                    <a:pt x="102818" y="1157747"/>
                    <a:pt x="105983" y="1154069"/>
                  </a:cubicBezTo>
                  <a:cubicBezTo>
                    <a:pt x="105299" y="1152615"/>
                    <a:pt x="105385" y="1151417"/>
                    <a:pt x="106240" y="1150562"/>
                  </a:cubicBezTo>
                  <a:cubicBezTo>
                    <a:pt x="110603" y="1146199"/>
                    <a:pt x="114280" y="1142521"/>
                    <a:pt x="116162" y="1137560"/>
                  </a:cubicBezTo>
                  <a:cubicBezTo>
                    <a:pt x="118044" y="1132598"/>
                    <a:pt x="108720" y="1132598"/>
                    <a:pt x="107438" y="1126953"/>
                  </a:cubicBezTo>
                  <a:cubicBezTo>
                    <a:pt x="106154" y="1121393"/>
                    <a:pt x="107438" y="1093421"/>
                    <a:pt x="108036" y="1090342"/>
                  </a:cubicBezTo>
                  <a:cubicBezTo>
                    <a:pt x="108634" y="1087262"/>
                    <a:pt x="106838" y="1080419"/>
                    <a:pt x="106838" y="1080419"/>
                  </a:cubicBezTo>
                  <a:cubicBezTo>
                    <a:pt x="91356" y="1077938"/>
                    <a:pt x="84513" y="1072977"/>
                    <a:pt x="83829" y="1071095"/>
                  </a:cubicBezTo>
                  <a:cubicBezTo>
                    <a:pt x="83229" y="1069214"/>
                    <a:pt x="85710" y="1053047"/>
                    <a:pt x="85710" y="1050651"/>
                  </a:cubicBezTo>
                  <a:lnTo>
                    <a:pt x="52778" y="1046887"/>
                  </a:lnTo>
                  <a:cubicBezTo>
                    <a:pt x="52778" y="1046887"/>
                    <a:pt x="48415" y="1053047"/>
                    <a:pt x="49099" y="1056810"/>
                  </a:cubicBezTo>
                  <a:cubicBezTo>
                    <a:pt x="49698" y="1060574"/>
                    <a:pt x="48501" y="1068016"/>
                    <a:pt x="48501" y="1068016"/>
                  </a:cubicBezTo>
                  <a:cubicBezTo>
                    <a:pt x="15568" y="1069898"/>
                    <a:pt x="683" y="1053731"/>
                    <a:pt x="683" y="1053731"/>
                  </a:cubicBezTo>
                  <a:cubicBezTo>
                    <a:pt x="683" y="1053731"/>
                    <a:pt x="-1198" y="1056810"/>
                    <a:pt x="1283" y="1050651"/>
                  </a:cubicBezTo>
                  <a:cubicBezTo>
                    <a:pt x="3764" y="1044407"/>
                    <a:pt x="16167" y="984187"/>
                    <a:pt x="19930" y="968619"/>
                  </a:cubicBezTo>
                  <a:cubicBezTo>
                    <a:pt x="23694" y="953136"/>
                    <a:pt x="55943" y="825169"/>
                    <a:pt x="60904" y="802758"/>
                  </a:cubicBezTo>
                  <a:cubicBezTo>
                    <a:pt x="65865" y="780432"/>
                    <a:pt x="75787" y="735011"/>
                    <a:pt x="77669" y="723891"/>
                  </a:cubicBezTo>
                  <a:cubicBezTo>
                    <a:pt x="78012" y="721752"/>
                    <a:pt x="78695" y="718159"/>
                    <a:pt x="79637" y="713797"/>
                  </a:cubicBezTo>
                  <a:cubicBezTo>
                    <a:pt x="76557" y="711915"/>
                    <a:pt x="72879" y="709178"/>
                    <a:pt x="70998" y="706184"/>
                  </a:cubicBezTo>
                  <a:cubicBezTo>
                    <a:pt x="68688" y="702506"/>
                    <a:pt x="59364" y="681548"/>
                    <a:pt x="59364" y="677785"/>
                  </a:cubicBezTo>
                  <a:cubicBezTo>
                    <a:pt x="59364" y="674449"/>
                    <a:pt x="61588" y="663414"/>
                    <a:pt x="62358" y="659992"/>
                  </a:cubicBezTo>
                  <a:cubicBezTo>
                    <a:pt x="48928" y="657512"/>
                    <a:pt x="36011" y="654347"/>
                    <a:pt x="36611" y="652465"/>
                  </a:cubicBezTo>
                  <a:cubicBezTo>
                    <a:pt x="37894" y="648701"/>
                    <a:pt x="51494" y="568636"/>
                    <a:pt x="54659" y="551186"/>
                  </a:cubicBezTo>
                  <a:cubicBezTo>
                    <a:pt x="57739" y="533822"/>
                    <a:pt x="65865" y="483524"/>
                    <a:pt x="67662" y="474201"/>
                  </a:cubicBezTo>
                  <a:cubicBezTo>
                    <a:pt x="69543" y="464877"/>
                    <a:pt x="73906" y="447512"/>
                    <a:pt x="80064" y="431944"/>
                  </a:cubicBezTo>
                  <a:cubicBezTo>
                    <a:pt x="86309" y="416376"/>
                    <a:pt x="91271" y="389688"/>
                    <a:pt x="97429" y="374205"/>
                  </a:cubicBezTo>
                  <a:cubicBezTo>
                    <a:pt x="103673" y="358637"/>
                    <a:pt x="117959" y="292172"/>
                    <a:pt x="122920" y="278572"/>
                  </a:cubicBezTo>
                  <a:cubicBezTo>
                    <a:pt x="127881" y="264885"/>
                    <a:pt x="130961" y="226991"/>
                    <a:pt x="136606" y="214588"/>
                  </a:cubicBezTo>
                  <a:cubicBezTo>
                    <a:pt x="142166" y="202185"/>
                    <a:pt x="157735" y="198421"/>
                    <a:pt x="160215" y="194059"/>
                  </a:cubicBezTo>
                  <a:cubicBezTo>
                    <a:pt x="162696" y="189696"/>
                    <a:pt x="165177" y="194059"/>
                    <a:pt x="167657" y="190979"/>
                  </a:cubicBezTo>
                  <a:cubicBezTo>
                    <a:pt x="170138" y="187900"/>
                    <a:pt x="172619" y="158645"/>
                    <a:pt x="180061" y="124515"/>
                  </a:cubicBezTo>
                  <a:cubicBezTo>
                    <a:pt x="187503" y="90385"/>
                    <a:pt x="198708" y="63611"/>
                    <a:pt x="200589" y="59334"/>
                  </a:cubicBezTo>
                  <a:cubicBezTo>
                    <a:pt x="202472" y="54971"/>
                    <a:pt x="208631" y="56169"/>
                    <a:pt x="213591" y="54971"/>
                  </a:cubicBezTo>
                  <a:lnTo>
                    <a:pt x="213677" y="54971"/>
                  </a:lnTo>
                  <a:cubicBezTo>
                    <a:pt x="210255" y="48898"/>
                    <a:pt x="210769" y="41969"/>
                    <a:pt x="215474" y="32646"/>
                  </a:cubicBezTo>
                  <a:cubicBezTo>
                    <a:pt x="215474" y="32646"/>
                    <a:pt x="222916" y="27000"/>
                    <a:pt x="227877" y="27000"/>
                  </a:cubicBezTo>
                  <a:cubicBezTo>
                    <a:pt x="227877" y="27000"/>
                    <a:pt x="227107" y="29224"/>
                    <a:pt x="226679" y="32475"/>
                  </a:cubicBezTo>
                  <a:cubicBezTo>
                    <a:pt x="229759" y="26315"/>
                    <a:pt x="232752" y="20670"/>
                    <a:pt x="235319" y="18360"/>
                  </a:cubicBezTo>
                  <a:cubicBezTo>
                    <a:pt x="242162" y="12116"/>
                    <a:pt x="245242" y="15281"/>
                    <a:pt x="245242" y="15281"/>
                  </a:cubicBezTo>
                  <a:cubicBezTo>
                    <a:pt x="285616" y="-8927"/>
                    <a:pt x="320430" y="2878"/>
                    <a:pt x="320430" y="2878"/>
                  </a:cubicBezTo>
                  <a:cubicBezTo>
                    <a:pt x="361404" y="14083"/>
                    <a:pt x="363885" y="45733"/>
                    <a:pt x="365168" y="55057"/>
                  </a:cubicBezTo>
                  <a:cubicBezTo>
                    <a:pt x="365424" y="57110"/>
                    <a:pt x="365338" y="59847"/>
                    <a:pt x="364997" y="62927"/>
                  </a:cubicBezTo>
                  <a:cubicBezTo>
                    <a:pt x="367905" y="64723"/>
                    <a:pt x="373380" y="68658"/>
                    <a:pt x="373892" y="71823"/>
                  </a:cubicBezTo>
                  <a:cubicBezTo>
                    <a:pt x="374492" y="75929"/>
                    <a:pt x="375604" y="89016"/>
                    <a:pt x="362003" y="90813"/>
                  </a:cubicBezTo>
                  <a:cubicBezTo>
                    <a:pt x="362088" y="92181"/>
                    <a:pt x="362345" y="93293"/>
                    <a:pt x="362687" y="94149"/>
                  </a:cubicBezTo>
                  <a:cubicBezTo>
                    <a:pt x="368248" y="106552"/>
                    <a:pt x="381334" y="173700"/>
                    <a:pt x="384415" y="180458"/>
                  </a:cubicBezTo>
                  <a:lnTo>
                    <a:pt x="384415" y="180458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1B7BF318-8603-8330-AC9B-62CABE533F46}"/>
                </a:ext>
              </a:extLst>
            </p:cNvPr>
            <p:cNvSpPr/>
            <p:nvPr/>
          </p:nvSpPr>
          <p:spPr>
            <a:xfrm>
              <a:off x="4188574" y="4303176"/>
              <a:ext cx="327586" cy="1167019"/>
            </a:xfrm>
            <a:custGeom>
              <a:avLst/>
              <a:gdLst>
                <a:gd name="connsiteX0" fmla="*/ 196281 w 327586"/>
                <a:gd name="connsiteY0" fmla="*/ 851721 h 1167019"/>
                <a:gd name="connsiteX1" fmla="*/ 183793 w 327586"/>
                <a:gd name="connsiteY1" fmla="*/ 798174 h 1167019"/>
                <a:gd name="connsiteX2" fmla="*/ 183793 w 327586"/>
                <a:gd name="connsiteY2" fmla="*/ 797917 h 1167019"/>
                <a:gd name="connsiteX3" fmla="*/ 152913 w 327586"/>
                <a:gd name="connsiteY3" fmla="*/ 796292 h 1167019"/>
                <a:gd name="connsiteX4" fmla="*/ 147439 w 327586"/>
                <a:gd name="connsiteY4" fmla="*/ 813571 h 1167019"/>
                <a:gd name="connsiteX5" fmla="*/ 145643 w 327586"/>
                <a:gd name="connsiteY5" fmla="*/ 865322 h 1167019"/>
                <a:gd name="connsiteX6" fmla="*/ 154538 w 327586"/>
                <a:gd name="connsiteY6" fmla="*/ 923574 h 1167019"/>
                <a:gd name="connsiteX7" fmla="*/ 152742 w 327586"/>
                <a:gd name="connsiteY7" fmla="*/ 1005607 h 1167019"/>
                <a:gd name="connsiteX8" fmla="*/ 154538 w 327586"/>
                <a:gd name="connsiteY8" fmla="*/ 1059155 h 1167019"/>
                <a:gd name="connsiteX9" fmla="*/ 161724 w 327586"/>
                <a:gd name="connsiteY9" fmla="*/ 1073440 h 1167019"/>
                <a:gd name="connsiteX10" fmla="*/ 174811 w 327586"/>
                <a:gd name="connsiteY10" fmla="*/ 1103721 h 1167019"/>
                <a:gd name="connsiteX11" fmla="*/ 168054 w 327586"/>
                <a:gd name="connsiteY11" fmla="*/ 1136140 h 1167019"/>
                <a:gd name="connsiteX12" fmla="*/ 184991 w 327586"/>
                <a:gd name="connsiteY12" fmla="*/ 1096022 h 1167019"/>
                <a:gd name="connsiteX13" fmla="*/ 189780 w 327586"/>
                <a:gd name="connsiteY13" fmla="*/ 1071643 h 1167019"/>
                <a:gd name="connsiteX14" fmla="*/ 193972 w 327586"/>
                <a:gd name="connsiteY14" fmla="*/ 1058556 h 1167019"/>
                <a:gd name="connsiteX15" fmla="*/ 196367 w 327586"/>
                <a:gd name="connsiteY15" fmla="*/ 989611 h 1167019"/>
                <a:gd name="connsiteX16" fmla="*/ 194571 w 327586"/>
                <a:gd name="connsiteY16" fmla="*/ 930760 h 1167019"/>
                <a:gd name="connsiteX17" fmla="*/ 196367 w 327586"/>
                <a:gd name="connsiteY17" fmla="*/ 851636 h 1167019"/>
                <a:gd name="connsiteX18" fmla="*/ 196367 w 327586"/>
                <a:gd name="connsiteY18" fmla="*/ 851636 h 1167019"/>
                <a:gd name="connsiteX19" fmla="*/ 133324 w 327586"/>
                <a:gd name="connsiteY19" fmla="*/ 153719 h 1167019"/>
                <a:gd name="connsiteX20" fmla="*/ 125284 w 327586"/>
                <a:gd name="connsiteY20" fmla="*/ 157226 h 1167019"/>
                <a:gd name="connsiteX21" fmla="*/ 133410 w 327586"/>
                <a:gd name="connsiteY21" fmla="*/ 154061 h 1167019"/>
                <a:gd name="connsiteX22" fmla="*/ 133410 w 327586"/>
                <a:gd name="connsiteY22" fmla="*/ 153634 h 1167019"/>
                <a:gd name="connsiteX23" fmla="*/ 133324 w 327586"/>
                <a:gd name="connsiteY23" fmla="*/ 153634 h 1167019"/>
                <a:gd name="connsiteX24" fmla="*/ 66176 w 327586"/>
                <a:gd name="connsiteY24" fmla="*/ 375865 h 1167019"/>
                <a:gd name="connsiteX25" fmla="*/ 65919 w 327586"/>
                <a:gd name="connsiteY25" fmla="*/ 376293 h 1167019"/>
                <a:gd name="connsiteX26" fmla="*/ 61130 w 327586"/>
                <a:gd name="connsiteY26" fmla="*/ 383221 h 1167019"/>
                <a:gd name="connsiteX27" fmla="*/ 59846 w 327586"/>
                <a:gd name="connsiteY27" fmla="*/ 387413 h 1167019"/>
                <a:gd name="connsiteX28" fmla="*/ 59761 w 327586"/>
                <a:gd name="connsiteY28" fmla="*/ 392032 h 1167019"/>
                <a:gd name="connsiteX29" fmla="*/ 62412 w 327586"/>
                <a:gd name="connsiteY29" fmla="*/ 405718 h 1167019"/>
                <a:gd name="connsiteX30" fmla="*/ 64807 w 327586"/>
                <a:gd name="connsiteY30" fmla="*/ 400928 h 1167019"/>
                <a:gd name="connsiteX31" fmla="*/ 66604 w 327586"/>
                <a:gd name="connsiteY31" fmla="*/ 393743 h 1167019"/>
                <a:gd name="connsiteX32" fmla="*/ 66176 w 327586"/>
                <a:gd name="connsiteY32" fmla="*/ 375779 h 1167019"/>
                <a:gd name="connsiteX33" fmla="*/ 66176 w 327586"/>
                <a:gd name="connsiteY33" fmla="*/ 375779 h 1167019"/>
                <a:gd name="connsiteX34" fmla="*/ 218521 w 327586"/>
                <a:gd name="connsiteY34" fmla="*/ 148928 h 1167019"/>
                <a:gd name="connsiteX35" fmla="*/ 220917 w 327586"/>
                <a:gd name="connsiteY35" fmla="*/ 151837 h 1167019"/>
                <a:gd name="connsiteX36" fmla="*/ 243927 w 327586"/>
                <a:gd name="connsiteY36" fmla="*/ 166036 h 1167019"/>
                <a:gd name="connsiteX37" fmla="*/ 275662 w 327586"/>
                <a:gd name="connsiteY37" fmla="*/ 176130 h 1167019"/>
                <a:gd name="connsiteX38" fmla="*/ 311931 w 327586"/>
                <a:gd name="connsiteY38" fmla="*/ 192896 h 1167019"/>
                <a:gd name="connsiteX39" fmla="*/ 322281 w 327586"/>
                <a:gd name="connsiteY39" fmla="*/ 244134 h 1167019"/>
                <a:gd name="connsiteX40" fmla="*/ 327414 w 327586"/>
                <a:gd name="connsiteY40" fmla="*/ 324883 h 1167019"/>
                <a:gd name="connsiteX41" fmla="*/ 321340 w 327586"/>
                <a:gd name="connsiteY41" fmla="*/ 362093 h 1167019"/>
                <a:gd name="connsiteX42" fmla="*/ 317063 w 327586"/>
                <a:gd name="connsiteY42" fmla="*/ 398961 h 1167019"/>
                <a:gd name="connsiteX43" fmla="*/ 295080 w 327586"/>
                <a:gd name="connsiteY43" fmla="*/ 452337 h 1167019"/>
                <a:gd name="connsiteX44" fmla="*/ 295422 w 327586"/>
                <a:gd name="connsiteY44" fmla="*/ 463286 h 1167019"/>
                <a:gd name="connsiteX45" fmla="*/ 299100 w 327586"/>
                <a:gd name="connsiteY45" fmla="*/ 469360 h 1167019"/>
                <a:gd name="connsiteX46" fmla="*/ 292685 w 327586"/>
                <a:gd name="connsiteY46" fmla="*/ 474577 h 1167019"/>
                <a:gd name="connsiteX47" fmla="*/ 296363 w 327586"/>
                <a:gd name="connsiteY47" fmla="*/ 498358 h 1167019"/>
                <a:gd name="connsiteX48" fmla="*/ 313471 w 327586"/>
                <a:gd name="connsiteY48" fmla="*/ 562085 h 1167019"/>
                <a:gd name="connsiteX49" fmla="*/ 300640 w 327586"/>
                <a:gd name="connsiteY49" fmla="*/ 570639 h 1167019"/>
                <a:gd name="connsiteX50" fmla="*/ 292685 w 327586"/>
                <a:gd name="connsiteY50" fmla="*/ 577054 h 1167019"/>
                <a:gd name="connsiteX51" fmla="*/ 295166 w 327586"/>
                <a:gd name="connsiteY51" fmla="*/ 598952 h 1167019"/>
                <a:gd name="connsiteX52" fmla="*/ 292428 w 327586"/>
                <a:gd name="connsiteY52" fmla="*/ 619396 h 1167019"/>
                <a:gd name="connsiteX53" fmla="*/ 283275 w 327586"/>
                <a:gd name="connsiteY53" fmla="*/ 759852 h 1167019"/>
                <a:gd name="connsiteX54" fmla="*/ 273181 w 327586"/>
                <a:gd name="connsiteY54" fmla="*/ 792443 h 1167019"/>
                <a:gd name="connsiteX55" fmla="*/ 264029 w 327586"/>
                <a:gd name="connsiteY55" fmla="*/ 801595 h 1167019"/>
                <a:gd name="connsiteX56" fmla="*/ 266937 w 327586"/>
                <a:gd name="connsiteY56" fmla="*/ 824434 h 1167019"/>
                <a:gd name="connsiteX57" fmla="*/ 274636 w 327586"/>
                <a:gd name="connsiteY57" fmla="*/ 916047 h 1167019"/>
                <a:gd name="connsiteX58" fmla="*/ 250856 w 327586"/>
                <a:gd name="connsiteY58" fmla="*/ 1009970 h 1167019"/>
                <a:gd name="connsiteX59" fmla="*/ 239565 w 327586"/>
                <a:gd name="connsiteY59" fmla="*/ 1074210 h 1167019"/>
                <a:gd name="connsiteX60" fmla="*/ 243756 w 327586"/>
                <a:gd name="connsiteY60" fmla="*/ 1114670 h 1167019"/>
                <a:gd name="connsiteX61" fmla="*/ 227161 w 327586"/>
                <a:gd name="connsiteY61" fmla="*/ 1161032 h 1167019"/>
                <a:gd name="connsiteX62" fmla="*/ 225365 w 327586"/>
                <a:gd name="connsiteY62" fmla="*/ 1167020 h 1167019"/>
                <a:gd name="connsiteX63" fmla="*/ 167113 w 327586"/>
                <a:gd name="connsiteY63" fmla="*/ 1166421 h 1167019"/>
                <a:gd name="connsiteX64" fmla="*/ 166428 w 327586"/>
                <a:gd name="connsiteY64" fmla="*/ 1159407 h 1167019"/>
                <a:gd name="connsiteX65" fmla="*/ 167113 w 327586"/>
                <a:gd name="connsiteY65" fmla="*/ 1166421 h 1167019"/>
                <a:gd name="connsiteX66" fmla="*/ 108262 w 327586"/>
                <a:gd name="connsiteY66" fmla="*/ 1166421 h 1167019"/>
                <a:gd name="connsiteX67" fmla="*/ 98766 w 327586"/>
                <a:gd name="connsiteY67" fmla="*/ 1155130 h 1167019"/>
                <a:gd name="connsiteX68" fmla="*/ 114848 w 327586"/>
                <a:gd name="connsiteY68" fmla="*/ 1118262 h 1167019"/>
                <a:gd name="connsiteX69" fmla="*/ 114249 w 327586"/>
                <a:gd name="connsiteY69" fmla="*/ 1090291 h 1167019"/>
                <a:gd name="connsiteX70" fmla="*/ 110656 w 327586"/>
                <a:gd name="connsiteY70" fmla="*/ 1067709 h 1167019"/>
                <a:gd name="connsiteX71" fmla="*/ 80290 w 327586"/>
                <a:gd name="connsiteY71" fmla="*/ 935122 h 1167019"/>
                <a:gd name="connsiteX72" fmla="*/ 74302 w 327586"/>
                <a:gd name="connsiteY72" fmla="*/ 828626 h 1167019"/>
                <a:gd name="connsiteX73" fmla="*/ 70367 w 327586"/>
                <a:gd name="connsiteY73" fmla="*/ 793982 h 1167019"/>
                <a:gd name="connsiteX74" fmla="*/ 64636 w 327586"/>
                <a:gd name="connsiteY74" fmla="*/ 792443 h 1167019"/>
                <a:gd name="connsiteX75" fmla="*/ 51549 w 327586"/>
                <a:gd name="connsiteY75" fmla="*/ 702541 h 1167019"/>
                <a:gd name="connsiteX76" fmla="*/ 36580 w 327586"/>
                <a:gd name="connsiteY76" fmla="*/ 634536 h 1167019"/>
                <a:gd name="connsiteX77" fmla="*/ 35382 w 327586"/>
                <a:gd name="connsiteY77" fmla="*/ 604683 h 1167019"/>
                <a:gd name="connsiteX78" fmla="*/ 35382 w 327586"/>
                <a:gd name="connsiteY78" fmla="*/ 602972 h 1167019"/>
                <a:gd name="connsiteX79" fmla="*/ 35040 w 327586"/>
                <a:gd name="connsiteY79" fmla="*/ 597241 h 1167019"/>
                <a:gd name="connsiteX80" fmla="*/ 35468 w 327586"/>
                <a:gd name="connsiteY80" fmla="*/ 597840 h 1167019"/>
                <a:gd name="connsiteX81" fmla="*/ 32644 w 327586"/>
                <a:gd name="connsiteY81" fmla="*/ 586378 h 1167019"/>
                <a:gd name="connsiteX82" fmla="*/ 16477 w 327586"/>
                <a:gd name="connsiteY82" fmla="*/ 575685 h 1167019"/>
                <a:gd name="connsiteX83" fmla="*/ 24690 w 327586"/>
                <a:gd name="connsiteY83" fmla="*/ 541897 h 1167019"/>
                <a:gd name="connsiteX84" fmla="*/ 28624 w 327586"/>
                <a:gd name="connsiteY84" fmla="*/ 518459 h 1167019"/>
                <a:gd name="connsiteX85" fmla="*/ 30763 w 327586"/>
                <a:gd name="connsiteY85" fmla="*/ 503234 h 1167019"/>
                <a:gd name="connsiteX86" fmla="*/ 9121 w 327586"/>
                <a:gd name="connsiteY86" fmla="*/ 437368 h 1167019"/>
                <a:gd name="connsiteX87" fmla="*/ 311 w 327586"/>
                <a:gd name="connsiteY87" fmla="*/ 415726 h 1167019"/>
                <a:gd name="connsiteX88" fmla="*/ 652 w 327586"/>
                <a:gd name="connsiteY88" fmla="*/ 395283 h 1167019"/>
                <a:gd name="connsiteX89" fmla="*/ 6470 w 327586"/>
                <a:gd name="connsiteY89" fmla="*/ 348065 h 1167019"/>
                <a:gd name="connsiteX90" fmla="*/ 11602 w 327586"/>
                <a:gd name="connsiteY90" fmla="*/ 281943 h 1167019"/>
                <a:gd name="connsiteX91" fmla="*/ 12200 w 327586"/>
                <a:gd name="connsiteY91" fmla="*/ 260643 h 1167019"/>
                <a:gd name="connsiteX92" fmla="*/ 14339 w 327586"/>
                <a:gd name="connsiteY92" fmla="*/ 231389 h 1167019"/>
                <a:gd name="connsiteX93" fmla="*/ 29907 w 327586"/>
                <a:gd name="connsiteY93" fmla="*/ 200937 h 1167019"/>
                <a:gd name="connsiteX94" fmla="*/ 112539 w 327586"/>
                <a:gd name="connsiteY94" fmla="*/ 165267 h 1167019"/>
                <a:gd name="connsiteX95" fmla="*/ 120151 w 327586"/>
                <a:gd name="connsiteY95" fmla="*/ 159707 h 1167019"/>
                <a:gd name="connsiteX96" fmla="*/ 131528 w 327586"/>
                <a:gd name="connsiteY96" fmla="*/ 147303 h 1167019"/>
                <a:gd name="connsiteX97" fmla="*/ 128791 w 327586"/>
                <a:gd name="connsiteY97" fmla="*/ 138664 h 1167019"/>
                <a:gd name="connsiteX98" fmla="*/ 123744 w 327586"/>
                <a:gd name="connsiteY98" fmla="*/ 128228 h 1167019"/>
                <a:gd name="connsiteX99" fmla="*/ 113992 w 327586"/>
                <a:gd name="connsiteY99" fmla="*/ 114371 h 1167019"/>
                <a:gd name="connsiteX100" fmla="*/ 109288 w 327586"/>
                <a:gd name="connsiteY100" fmla="*/ 119418 h 1167019"/>
                <a:gd name="connsiteX101" fmla="*/ 103985 w 327586"/>
                <a:gd name="connsiteY101" fmla="*/ 120016 h 1167019"/>
                <a:gd name="connsiteX102" fmla="*/ 100990 w 327586"/>
                <a:gd name="connsiteY102" fmla="*/ 109409 h 1167019"/>
                <a:gd name="connsiteX103" fmla="*/ 98596 w 327586"/>
                <a:gd name="connsiteY103" fmla="*/ 93756 h 1167019"/>
                <a:gd name="connsiteX104" fmla="*/ 102445 w 327586"/>
                <a:gd name="connsiteY104" fmla="*/ 86057 h 1167019"/>
                <a:gd name="connsiteX105" fmla="*/ 107748 w 327586"/>
                <a:gd name="connsiteY105" fmla="*/ 45597 h 1167019"/>
                <a:gd name="connsiteX106" fmla="*/ 160013 w 327586"/>
                <a:gd name="connsiteY106" fmla="*/ 432 h 1167019"/>
                <a:gd name="connsiteX107" fmla="*/ 214929 w 327586"/>
                <a:gd name="connsiteY107" fmla="*/ 33536 h 1167019"/>
                <a:gd name="connsiteX108" fmla="*/ 225879 w 327586"/>
                <a:gd name="connsiteY108" fmla="*/ 73141 h 1167019"/>
                <a:gd name="connsiteX109" fmla="*/ 228872 w 327586"/>
                <a:gd name="connsiteY109" fmla="*/ 85544 h 1167019"/>
                <a:gd name="connsiteX110" fmla="*/ 217666 w 327586"/>
                <a:gd name="connsiteY110" fmla="*/ 103251 h 1167019"/>
                <a:gd name="connsiteX111" fmla="*/ 212106 w 327586"/>
                <a:gd name="connsiteY111" fmla="*/ 112147 h 1167019"/>
                <a:gd name="connsiteX112" fmla="*/ 208171 w 327586"/>
                <a:gd name="connsiteY112" fmla="*/ 132676 h 1167019"/>
                <a:gd name="connsiteX113" fmla="*/ 218607 w 327586"/>
                <a:gd name="connsiteY113" fmla="*/ 149357 h 1167019"/>
                <a:gd name="connsiteX114" fmla="*/ 218607 w 327586"/>
                <a:gd name="connsiteY114" fmla="*/ 149357 h 1167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</a:cxnLst>
              <a:rect l="l" t="t" r="r" b="b"/>
              <a:pathLst>
                <a:path w="327586" h="1167019">
                  <a:moveTo>
                    <a:pt x="196281" y="851721"/>
                  </a:moveTo>
                  <a:cubicBezTo>
                    <a:pt x="194485" y="840430"/>
                    <a:pt x="185589" y="805359"/>
                    <a:pt x="183793" y="798174"/>
                  </a:cubicBezTo>
                  <a:lnTo>
                    <a:pt x="183793" y="797917"/>
                  </a:lnTo>
                  <a:cubicBezTo>
                    <a:pt x="175581" y="797404"/>
                    <a:pt x="164718" y="796890"/>
                    <a:pt x="152913" y="796292"/>
                  </a:cubicBezTo>
                  <a:cubicBezTo>
                    <a:pt x="150775" y="799542"/>
                    <a:pt x="148123" y="805102"/>
                    <a:pt x="147439" y="813571"/>
                  </a:cubicBezTo>
                  <a:cubicBezTo>
                    <a:pt x="146241" y="828454"/>
                    <a:pt x="140339" y="842740"/>
                    <a:pt x="145643" y="865322"/>
                  </a:cubicBezTo>
                  <a:cubicBezTo>
                    <a:pt x="151032" y="887905"/>
                    <a:pt x="153940" y="907578"/>
                    <a:pt x="154538" y="923574"/>
                  </a:cubicBezTo>
                  <a:cubicBezTo>
                    <a:pt x="155137" y="939656"/>
                    <a:pt x="152144" y="985420"/>
                    <a:pt x="152742" y="1005607"/>
                  </a:cubicBezTo>
                  <a:cubicBezTo>
                    <a:pt x="153340" y="1025794"/>
                    <a:pt x="154538" y="1051969"/>
                    <a:pt x="154538" y="1059155"/>
                  </a:cubicBezTo>
                  <a:cubicBezTo>
                    <a:pt x="154538" y="1066340"/>
                    <a:pt x="158131" y="1068650"/>
                    <a:pt x="161724" y="1073440"/>
                  </a:cubicBezTo>
                  <a:cubicBezTo>
                    <a:pt x="165316" y="1078230"/>
                    <a:pt x="176608" y="1094226"/>
                    <a:pt x="174811" y="1103721"/>
                  </a:cubicBezTo>
                  <a:cubicBezTo>
                    <a:pt x="173784" y="1109195"/>
                    <a:pt x="170192" y="1122112"/>
                    <a:pt x="168054" y="1136140"/>
                  </a:cubicBezTo>
                  <a:cubicBezTo>
                    <a:pt x="172074" y="1125448"/>
                    <a:pt x="181911" y="1103037"/>
                    <a:pt x="184991" y="1096022"/>
                  </a:cubicBezTo>
                  <a:cubicBezTo>
                    <a:pt x="188583" y="1087725"/>
                    <a:pt x="188583" y="1075236"/>
                    <a:pt x="189780" y="1071643"/>
                  </a:cubicBezTo>
                  <a:cubicBezTo>
                    <a:pt x="190978" y="1068051"/>
                    <a:pt x="192176" y="1063346"/>
                    <a:pt x="193972" y="1058556"/>
                  </a:cubicBezTo>
                  <a:cubicBezTo>
                    <a:pt x="195769" y="1053766"/>
                    <a:pt x="196367" y="999705"/>
                    <a:pt x="196367" y="989611"/>
                  </a:cubicBezTo>
                  <a:cubicBezTo>
                    <a:pt x="196367" y="979518"/>
                    <a:pt x="193972" y="952744"/>
                    <a:pt x="194571" y="930760"/>
                  </a:cubicBezTo>
                  <a:cubicBezTo>
                    <a:pt x="195169" y="908776"/>
                    <a:pt x="198163" y="862927"/>
                    <a:pt x="196367" y="851636"/>
                  </a:cubicBezTo>
                  <a:lnTo>
                    <a:pt x="196367" y="851636"/>
                  </a:lnTo>
                  <a:close/>
                  <a:moveTo>
                    <a:pt x="133324" y="153719"/>
                  </a:moveTo>
                  <a:cubicBezTo>
                    <a:pt x="130502" y="154831"/>
                    <a:pt x="127678" y="156114"/>
                    <a:pt x="125284" y="157226"/>
                  </a:cubicBezTo>
                  <a:cubicBezTo>
                    <a:pt x="127935" y="156200"/>
                    <a:pt x="131100" y="155173"/>
                    <a:pt x="133410" y="154061"/>
                  </a:cubicBezTo>
                  <a:lnTo>
                    <a:pt x="133410" y="153634"/>
                  </a:lnTo>
                  <a:lnTo>
                    <a:pt x="133324" y="153634"/>
                  </a:lnTo>
                  <a:close/>
                  <a:moveTo>
                    <a:pt x="66176" y="375865"/>
                  </a:moveTo>
                  <a:lnTo>
                    <a:pt x="65919" y="376293"/>
                  </a:lnTo>
                  <a:cubicBezTo>
                    <a:pt x="64550" y="378517"/>
                    <a:pt x="63182" y="379372"/>
                    <a:pt x="61130" y="383221"/>
                  </a:cubicBezTo>
                  <a:cubicBezTo>
                    <a:pt x="60359" y="384675"/>
                    <a:pt x="60017" y="386044"/>
                    <a:pt x="59846" y="387413"/>
                  </a:cubicBezTo>
                  <a:cubicBezTo>
                    <a:pt x="59761" y="389124"/>
                    <a:pt x="59761" y="390749"/>
                    <a:pt x="59761" y="392032"/>
                  </a:cubicBezTo>
                  <a:cubicBezTo>
                    <a:pt x="59761" y="395026"/>
                    <a:pt x="62412" y="405718"/>
                    <a:pt x="62412" y="405718"/>
                  </a:cubicBezTo>
                  <a:cubicBezTo>
                    <a:pt x="62412" y="405718"/>
                    <a:pt x="63866" y="403922"/>
                    <a:pt x="64807" y="400928"/>
                  </a:cubicBezTo>
                  <a:cubicBezTo>
                    <a:pt x="65662" y="397934"/>
                    <a:pt x="66262" y="398533"/>
                    <a:pt x="66604" y="393743"/>
                  </a:cubicBezTo>
                  <a:cubicBezTo>
                    <a:pt x="66774" y="390321"/>
                    <a:pt x="66433" y="380741"/>
                    <a:pt x="66176" y="375779"/>
                  </a:cubicBezTo>
                  <a:lnTo>
                    <a:pt x="66176" y="375779"/>
                  </a:lnTo>
                  <a:close/>
                  <a:moveTo>
                    <a:pt x="218521" y="148928"/>
                  </a:moveTo>
                  <a:lnTo>
                    <a:pt x="220917" y="151837"/>
                  </a:lnTo>
                  <a:cubicBezTo>
                    <a:pt x="228958" y="156798"/>
                    <a:pt x="240506" y="164069"/>
                    <a:pt x="243927" y="166036"/>
                  </a:cubicBezTo>
                  <a:cubicBezTo>
                    <a:pt x="248803" y="168774"/>
                    <a:pt x="274893" y="175788"/>
                    <a:pt x="275662" y="176130"/>
                  </a:cubicBezTo>
                  <a:cubicBezTo>
                    <a:pt x="286612" y="181263"/>
                    <a:pt x="304575" y="187079"/>
                    <a:pt x="311931" y="192896"/>
                  </a:cubicBezTo>
                  <a:cubicBezTo>
                    <a:pt x="318261" y="197943"/>
                    <a:pt x="319202" y="225829"/>
                    <a:pt x="322281" y="244134"/>
                  </a:cubicBezTo>
                  <a:cubicBezTo>
                    <a:pt x="325276" y="262440"/>
                    <a:pt x="328355" y="310855"/>
                    <a:pt x="327414" y="324883"/>
                  </a:cubicBezTo>
                  <a:cubicBezTo>
                    <a:pt x="326472" y="338912"/>
                    <a:pt x="322538" y="350203"/>
                    <a:pt x="321340" y="362093"/>
                  </a:cubicBezTo>
                  <a:cubicBezTo>
                    <a:pt x="320142" y="373983"/>
                    <a:pt x="321939" y="387413"/>
                    <a:pt x="317063" y="398961"/>
                  </a:cubicBezTo>
                  <a:cubicBezTo>
                    <a:pt x="312188" y="410508"/>
                    <a:pt x="304575" y="434289"/>
                    <a:pt x="295080" y="452337"/>
                  </a:cubicBezTo>
                  <a:cubicBezTo>
                    <a:pt x="295080" y="452337"/>
                    <a:pt x="293882" y="460549"/>
                    <a:pt x="295422" y="463286"/>
                  </a:cubicBezTo>
                  <a:cubicBezTo>
                    <a:pt x="296962" y="466024"/>
                    <a:pt x="300298" y="468162"/>
                    <a:pt x="299100" y="469360"/>
                  </a:cubicBezTo>
                  <a:cubicBezTo>
                    <a:pt x="297902" y="470557"/>
                    <a:pt x="293284" y="472439"/>
                    <a:pt x="292685" y="474577"/>
                  </a:cubicBezTo>
                  <a:cubicBezTo>
                    <a:pt x="292086" y="476716"/>
                    <a:pt x="293882" y="486126"/>
                    <a:pt x="296363" y="498358"/>
                  </a:cubicBezTo>
                  <a:cubicBezTo>
                    <a:pt x="298758" y="510590"/>
                    <a:pt x="313727" y="558064"/>
                    <a:pt x="313471" y="562085"/>
                  </a:cubicBezTo>
                  <a:cubicBezTo>
                    <a:pt x="313129" y="566019"/>
                    <a:pt x="306115" y="567559"/>
                    <a:pt x="300640" y="570639"/>
                  </a:cubicBezTo>
                  <a:cubicBezTo>
                    <a:pt x="295166" y="573718"/>
                    <a:pt x="292685" y="575172"/>
                    <a:pt x="292685" y="577054"/>
                  </a:cubicBezTo>
                  <a:cubicBezTo>
                    <a:pt x="292685" y="578936"/>
                    <a:pt x="295678" y="595017"/>
                    <a:pt x="295166" y="598952"/>
                  </a:cubicBezTo>
                  <a:cubicBezTo>
                    <a:pt x="294566" y="602887"/>
                    <a:pt x="292428" y="612980"/>
                    <a:pt x="292428" y="619396"/>
                  </a:cubicBezTo>
                  <a:cubicBezTo>
                    <a:pt x="292428" y="625811"/>
                    <a:pt x="286355" y="745823"/>
                    <a:pt x="283275" y="759852"/>
                  </a:cubicBezTo>
                  <a:cubicBezTo>
                    <a:pt x="280196" y="773880"/>
                    <a:pt x="274122" y="790304"/>
                    <a:pt x="273181" y="792443"/>
                  </a:cubicBezTo>
                  <a:cubicBezTo>
                    <a:pt x="272412" y="794324"/>
                    <a:pt x="269761" y="800740"/>
                    <a:pt x="264029" y="801595"/>
                  </a:cubicBezTo>
                  <a:cubicBezTo>
                    <a:pt x="263858" y="808011"/>
                    <a:pt x="264286" y="816821"/>
                    <a:pt x="266937" y="824434"/>
                  </a:cubicBezTo>
                  <a:cubicBezTo>
                    <a:pt x="271728" y="838120"/>
                    <a:pt x="278827" y="894577"/>
                    <a:pt x="274636" y="916047"/>
                  </a:cubicBezTo>
                  <a:cubicBezTo>
                    <a:pt x="270444" y="937432"/>
                    <a:pt x="259752" y="980886"/>
                    <a:pt x="250856" y="1009970"/>
                  </a:cubicBezTo>
                  <a:cubicBezTo>
                    <a:pt x="241960" y="1039138"/>
                    <a:pt x="233576" y="1046837"/>
                    <a:pt x="239565" y="1074210"/>
                  </a:cubicBezTo>
                  <a:cubicBezTo>
                    <a:pt x="245467" y="1101582"/>
                    <a:pt x="251455" y="1095595"/>
                    <a:pt x="243756" y="1114670"/>
                  </a:cubicBezTo>
                  <a:cubicBezTo>
                    <a:pt x="236057" y="1133659"/>
                    <a:pt x="227247" y="1157867"/>
                    <a:pt x="227161" y="1161032"/>
                  </a:cubicBezTo>
                  <a:cubicBezTo>
                    <a:pt x="226991" y="1164197"/>
                    <a:pt x="225365" y="1167020"/>
                    <a:pt x="225365" y="1167020"/>
                  </a:cubicBezTo>
                  <a:lnTo>
                    <a:pt x="167113" y="1166421"/>
                  </a:lnTo>
                  <a:cubicBezTo>
                    <a:pt x="166771" y="1164197"/>
                    <a:pt x="166514" y="1161802"/>
                    <a:pt x="166428" y="1159407"/>
                  </a:cubicBezTo>
                  <a:cubicBezTo>
                    <a:pt x="166771" y="1163428"/>
                    <a:pt x="167113" y="1166421"/>
                    <a:pt x="167113" y="1166421"/>
                  </a:cubicBezTo>
                  <a:lnTo>
                    <a:pt x="108262" y="1166421"/>
                  </a:lnTo>
                  <a:cubicBezTo>
                    <a:pt x="108262" y="1166421"/>
                    <a:pt x="94062" y="1161973"/>
                    <a:pt x="98766" y="1155130"/>
                  </a:cubicBezTo>
                  <a:cubicBezTo>
                    <a:pt x="110058" y="1138450"/>
                    <a:pt x="114848" y="1118262"/>
                    <a:pt x="114848" y="1118262"/>
                  </a:cubicBezTo>
                  <a:cubicBezTo>
                    <a:pt x="113052" y="1100385"/>
                    <a:pt x="117842" y="1098075"/>
                    <a:pt x="114249" y="1090291"/>
                  </a:cubicBezTo>
                  <a:cubicBezTo>
                    <a:pt x="110656" y="1082507"/>
                    <a:pt x="112453" y="1082507"/>
                    <a:pt x="110656" y="1067709"/>
                  </a:cubicBezTo>
                  <a:cubicBezTo>
                    <a:pt x="110656" y="1067709"/>
                    <a:pt x="88673" y="983281"/>
                    <a:pt x="80290" y="935122"/>
                  </a:cubicBezTo>
                  <a:cubicBezTo>
                    <a:pt x="71992" y="886964"/>
                    <a:pt x="70796" y="857196"/>
                    <a:pt x="74302" y="828626"/>
                  </a:cubicBezTo>
                  <a:cubicBezTo>
                    <a:pt x="73361" y="808524"/>
                    <a:pt x="71137" y="797318"/>
                    <a:pt x="70367" y="793982"/>
                  </a:cubicBezTo>
                  <a:cubicBezTo>
                    <a:pt x="67288" y="793555"/>
                    <a:pt x="65235" y="793041"/>
                    <a:pt x="64636" y="792443"/>
                  </a:cubicBezTo>
                  <a:cubicBezTo>
                    <a:pt x="60701" y="788166"/>
                    <a:pt x="55227" y="715628"/>
                    <a:pt x="51549" y="702541"/>
                  </a:cubicBezTo>
                  <a:cubicBezTo>
                    <a:pt x="47870" y="689453"/>
                    <a:pt x="37521" y="647367"/>
                    <a:pt x="36580" y="634536"/>
                  </a:cubicBezTo>
                  <a:cubicBezTo>
                    <a:pt x="35638" y="621706"/>
                    <a:pt x="35040" y="610500"/>
                    <a:pt x="35382" y="604683"/>
                  </a:cubicBezTo>
                  <a:lnTo>
                    <a:pt x="35382" y="602972"/>
                  </a:lnTo>
                  <a:cubicBezTo>
                    <a:pt x="35125" y="600663"/>
                    <a:pt x="34954" y="598695"/>
                    <a:pt x="35040" y="597241"/>
                  </a:cubicBezTo>
                  <a:lnTo>
                    <a:pt x="35468" y="597840"/>
                  </a:lnTo>
                  <a:cubicBezTo>
                    <a:pt x="35296" y="593734"/>
                    <a:pt x="34611" y="589628"/>
                    <a:pt x="32644" y="586378"/>
                  </a:cubicBezTo>
                  <a:cubicBezTo>
                    <a:pt x="29565" y="581160"/>
                    <a:pt x="16477" y="577567"/>
                    <a:pt x="16477" y="575685"/>
                  </a:cubicBezTo>
                  <a:cubicBezTo>
                    <a:pt x="16477" y="573804"/>
                    <a:pt x="24690" y="547372"/>
                    <a:pt x="24690" y="541897"/>
                  </a:cubicBezTo>
                  <a:cubicBezTo>
                    <a:pt x="24690" y="536423"/>
                    <a:pt x="28367" y="523335"/>
                    <a:pt x="28624" y="518459"/>
                  </a:cubicBezTo>
                  <a:cubicBezTo>
                    <a:pt x="28967" y="513583"/>
                    <a:pt x="31703" y="505372"/>
                    <a:pt x="30763" y="503234"/>
                  </a:cubicBezTo>
                  <a:cubicBezTo>
                    <a:pt x="29822" y="501095"/>
                    <a:pt x="13997" y="449258"/>
                    <a:pt x="9121" y="437368"/>
                  </a:cubicBezTo>
                  <a:cubicBezTo>
                    <a:pt x="4246" y="425478"/>
                    <a:pt x="567" y="425478"/>
                    <a:pt x="311" y="415726"/>
                  </a:cubicBezTo>
                  <a:cubicBezTo>
                    <a:pt x="-31" y="405975"/>
                    <a:pt x="-288" y="400757"/>
                    <a:pt x="652" y="395283"/>
                  </a:cubicBezTo>
                  <a:cubicBezTo>
                    <a:pt x="1593" y="389808"/>
                    <a:pt x="4588" y="357816"/>
                    <a:pt x="6470" y="348065"/>
                  </a:cubicBezTo>
                  <a:cubicBezTo>
                    <a:pt x="8266" y="338313"/>
                    <a:pt x="11944" y="288358"/>
                    <a:pt x="11602" y="281943"/>
                  </a:cubicBezTo>
                  <a:cubicBezTo>
                    <a:pt x="11259" y="275527"/>
                    <a:pt x="12200" y="267657"/>
                    <a:pt x="12200" y="260643"/>
                  </a:cubicBezTo>
                  <a:cubicBezTo>
                    <a:pt x="12200" y="253629"/>
                    <a:pt x="12543" y="242338"/>
                    <a:pt x="14339" y="231389"/>
                  </a:cubicBezTo>
                  <a:cubicBezTo>
                    <a:pt x="16136" y="220440"/>
                    <a:pt x="22294" y="206411"/>
                    <a:pt x="29907" y="200937"/>
                  </a:cubicBezTo>
                  <a:cubicBezTo>
                    <a:pt x="37521" y="195462"/>
                    <a:pt x="106979" y="169201"/>
                    <a:pt x="112539" y="165267"/>
                  </a:cubicBezTo>
                  <a:cubicBezTo>
                    <a:pt x="116986" y="162102"/>
                    <a:pt x="118269" y="160904"/>
                    <a:pt x="120151" y="159707"/>
                  </a:cubicBezTo>
                  <a:cubicBezTo>
                    <a:pt x="119724" y="153719"/>
                    <a:pt x="126909" y="149357"/>
                    <a:pt x="131528" y="147303"/>
                  </a:cubicBezTo>
                  <a:cubicBezTo>
                    <a:pt x="130588" y="143882"/>
                    <a:pt x="129647" y="140717"/>
                    <a:pt x="128791" y="138664"/>
                  </a:cubicBezTo>
                  <a:cubicBezTo>
                    <a:pt x="126652" y="134302"/>
                    <a:pt x="124685" y="130195"/>
                    <a:pt x="123744" y="128228"/>
                  </a:cubicBezTo>
                  <a:cubicBezTo>
                    <a:pt x="121349" y="123523"/>
                    <a:pt x="114848" y="115226"/>
                    <a:pt x="113992" y="114371"/>
                  </a:cubicBezTo>
                  <a:cubicBezTo>
                    <a:pt x="113137" y="113430"/>
                    <a:pt x="110742" y="118476"/>
                    <a:pt x="109288" y="119418"/>
                  </a:cubicBezTo>
                  <a:cubicBezTo>
                    <a:pt x="107834" y="120273"/>
                    <a:pt x="105781" y="121471"/>
                    <a:pt x="103985" y="120016"/>
                  </a:cubicBezTo>
                  <a:cubicBezTo>
                    <a:pt x="102188" y="118562"/>
                    <a:pt x="102188" y="112061"/>
                    <a:pt x="100990" y="109409"/>
                  </a:cubicBezTo>
                  <a:cubicBezTo>
                    <a:pt x="99793" y="106758"/>
                    <a:pt x="96884" y="97605"/>
                    <a:pt x="98596" y="93756"/>
                  </a:cubicBezTo>
                  <a:cubicBezTo>
                    <a:pt x="100392" y="89906"/>
                    <a:pt x="102188" y="88110"/>
                    <a:pt x="102445" y="86057"/>
                  </a:cubicBezTo>
                  <a:cubicBezTo>
                    <a:pt x="102702" y="84004"/>
                    <a:pt x="106294" y="50302"/>
                    <a:pt x="107748" y="45597"/>
                  </a:cubicBezTo>
                  <a:cubicBezTo>
                    <a:pt x="109203" y="40892"/>
                    <a:pt x="113651" y="6676"/>
                    <a:pt x="160013" y="432"/>
                  </a:cubicBezTo>
                  <a:cubicBezTo>
                    <a:pt x="172417" y="-1193"/>
                    <a:pt x="193972" y="176"/>
                    <a:pt x="214929" y="33536"/>
                  </a:cubicBezTo>
                  <a:cubicBezTo>
                    <a:pt x="214929" y="33536"/>
                    <a:pt x="226135" y="43544"/>
                    <a:pt x="225879" y="73141"/>
                  </a:cubicBezTo>
                  <a:cubicBezTo>
                    <a:pt x="225879" y="73141"/>
                    <a:pt x="230925" y="80497"/>
                    <a:pt x="228872" y="85544"/>
                  </a:cubicBezTo>
                  <a:cubicBezTo>
                    <a:pt x="226820" y="90591"/>
                    <a:pt x="227075" y="100000"/>
                    <a:pt x="217666" y="103251"/>
                  </a:cubicBezTo>
                  <a:cubicBezTo>
                    <a:pt x="217666" y="103251"/>
                    <a:pt x="213218" y="107955"/>
                    <a:pt x="212106" y="112147"/>
                  </a:cubicBezTo>
                  <a:cubicBezTo>
                    <a:pt x="210909" y="116253"/>
                    <a:pt x="206974" y="127373"/>
                    <a:pt x="208171" y="132676"/>
                  </a:cubicBezTo>
                  <a:cubicBezTo>
                    <a:pt x="209369" y="137980"/>
                    <a:pt x="214244" y="143454"/>
                    <a:pt x="218607" y="149357"/>
                  </a:cubicBezTo>
                  <a:lnTo>
                    <a:pt x="218607" y="149357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8550D7B-E248-E862-EEA9-788B81A0F701}"/>
                </a:ext>
              </a:extLst>
            </p:cNvPr>
            <p:cNvSpPr/>
            <p:nvPr/>
          </p:nvSpPr>
          <p:spPr>
            <a:xfrm>
              <a:off x="3255204" y="4224024"/>
              <a:ext cx="411876" cy="1242105"/>
            </a:xfrm>
            <a:custGeom>
              <a:avLst/>
              <a:gdLst>
                <a:gd name="connsiteX0" fmla="*/ 189059 w 411876"/>
                <a:gd name="connsiteY0" fmla="*/ 135784 h 1242105"/>
                <a:gd name="connsiteX1" fmla="*/ 189743 w 411876"/>
                <a:gd name="connsiteY1" fmla="*/ 135099 h 1242105"/>
                <a:gd name="connsiteX2" fmla="*/ 191540 w 411876"/>
                <a:gd name="connsiteY2" fmla="*/ 133303 h 1242105"/>
                <a:gd name="connsiteX3" fmla="*/ 189059 w 411876"/>
                <a:gd name="connsiteY3" fmla="*/ 135784 h 1242105"/>
                <a:gd name="connsiteX4" fmla="*/ 189059 w 411876"/>
                <a:gd name="connsiteY4" fmla="*/ 135784 h 1242105"/>
                <a:gd name="connsiteX5" fmla="*/ 84444 w 411876"/>
                <a:gd name="connsiteY5" fmla="*/ 607363 h 1242105"/>
                <a:gd name="connsiteX6" fmla="*/ 78456 w 411876"/>
                <a:gd name="connsiteY6" fmla="*/ 631229 h 1242105"/>
                <a:gd name="connsiteX7" fmla="*/ 75120 w 411876"/>
                <a:gd name="connsiteY7" fmla="*/ 647823 h 1242105"/>
                <a:gd name="connsiteX8" fmla="*/ 75035 w 411876"/>
                <a:gd name="connsiteY8" fmla="*/ 647823 h 1242105"/>
                <a:gd name="connsiteX9" fmla="*/ 75805 w 411876"/>
                <a:gd name="connsiteY9" fmla="*/ 658430 h 1242105"/>
                <a:gd name="connsiteX10" fmla="*/ 74778 w 411876"/>
                <a:gd name="connsiteY10" fmla="*/ 678618 h 1242105"/>
                <a:gd name="connsiteX11" fmla="*/ 77429 w 411876"/>
                <a:gd name="connsiteY11" fmla="*/ 702825 h 1242105"/>
                <a:gd name="connsiteX12" fmla="*/ 78798 w 411876"/>
                <a:gd name="connsiteY12" fmla="*/ 717453 h 1242105"/>
                <a:gd name="connsiteX13" fmla="*/ 68876 w 411876"/>
                <a:gd name="connsiteY13" fmla="*/ 715485 h 1242105"/>
                <a:gd name="connsiteX14" fmla="*/ 67763 w 411876"/>
                <a:gd name="connsiteY14" fmla="*/ 714031 h 1242105"/>
                <a:gd name="connsiteX15" fmla="*/ 67508 w 411876"/>
                <a:gd name="connsiteY15" fmla="*/ 717196 h 1242105"/>
                <a:gd name="connsiteX16" fmla="*/ 62888 w 411876"/>
                <a:gd name="connsiteY16" fmla="*/ 722842 h 1242105"/>
                <a:gd name="connsiteX17" fmla="*/ 66908 w 411876"/>
                <a:gd name="connsiteY17" fmla="*/ 724809 h 1242105"/>
                <a:gd name="connsiteX18" fmla="*/ 82563 w 411876"/>
                <a:gd name="connsiteY18" fmla="*/ 744483 h 1242105"/>
                <a:gd name="connsiteX19" fmla="*/ 85812 w 411876"/>
                <a:gd name="connsiteY19" fmla="*/ 723526 h 1242105"/>
                <a:gd name="connsiteX20" fmla="*/ 88379 w 411876"/>
                <a:gd name="connsiteY20" fmla="*/ 698035 h 1242105"/>
                <a:gd name="connsiteX21" fmla="*/ 85642 w 411876"/>
                <a:gd name="connsiteY21" fmla="*/ 691791 h 1242105"/>
                <a:gd name="connsiteX22" fmla="*/ 86412 w 411876"/>
                <a:gd name="connsiteY22" fmla="*/ 674341 h 1242105"/>
                <a:gd name="connsiteX23" fmla="*/ 87780 w 411876"/>
                <a:gd name="connsiteY23" fmla="*/ 653897 h 1242105"/>
                <a:gd name="connsiteX24" fmla="*/ 89748 w 411876"/>
                <a:gd name="connsiteY24" fmla="*/ 598210 h 1242105"/>
                <a:gd name="connsiteX25" fmla="*/ 84444 w 411876"/>
                <a:gd name="connsiteY25" fmla="*/ 607534 h 1242105"/>
                <a:gd name="connsiteX26" fmla="*/ 84444 w 411876"/>
                <a:gd name="connsiteY26" fmla="*/ 607534 h 1242105"/>
                <a:gd name="connsiteX27" fmla="*/ 60236 w 411876"/>
                <a:gd name="connsiteY27" fmla="*/ 682638 h 1242105"/>
                <a:gd name="connsiteX28" fmla="*/ 58611 w 411876"/>
                <a:gd name="connsiteY28" fmla="*/ 684948 h 1242105"/>
                <a:gd name="connsiteX29" fmla="*/ 58611 w 411876"/>
                <a:gd name="connsiteY29" fmla="*/ 684948 h 1242105"/>
                <a:gd name="connsiteX30" fmla="*/ 60407 w 411876"/>
                <a:gd name="connsiteY30" fmla="*/ 685461 h 1242105"/>
                <a:gd name="connsiteX31" fmla="*/ 60407 w 411876"/>
                <a:gd name="connsiteY31" fmla="*/ 682638 h 1242105"/>
                <a:gd name="connsiteX32" fmla="*/ 60322 w 411876"/>
                <a:gd name="connsiteY32" fmla="*/ 682638 h 1242105"/>
                <a:gd name="connsiteX33" fmla="*/ 408554 w 411876"/>
                <a:gd name="connsiteY33" fmla="*/ 467934 h 1242105"/>
                <a:gd name="connsiteX34" fmla="*/ 401112 w 411876"/>
                <a:gd name="connsiteY34" fmla="*/ 543123 h 1242105"/>
                <a:gd name="connsiteX35" fmla="*/ 396150 w 411876"/>
                <a:gd name="connsiteY35" fmla="*/ 582899 h 1242105"/>
                <a:gd name="connsiteX36" fmla="*/ 388708 w 411876"/>
                <a:gd name="connsiteY36" fmla="*/ 613950 h 1242105"/>
                <a:gd name="connsiteX37" fmla="*/ 388110 w 411876"/>
                <a:gd name="connsiteY37" fmla="*/ 618911 h 1242105"/>
                <a:gd name="connsiteX38" fmla="*/ 385629 w 411876"/>
                <a:gd name="connsiteY38" fmla="*/ 619082 h 1242105"/>
                <a:gd name="connsiteX39" fmla="*/ 383918 w 411876"/>
                <a:gd name="connsiteY39" fmla="*/ 626610 h 1242105"/>
                <a:gd name="connsiteX40" fmla="*/ 375193 w 411876"/>
                <a:gd name="connsiteY40" fmla="*/ 628919 h 1242105"/>
                <a:gd name="connsiteX41" fmla="*/ 374423 w 411876"/>
                <a:gd name="connsiteY41" fmla="*/ 635420 h 1242105"/>
                <a:gd name="connsiteX42" fmla="*/ 370317 w 411876"/>
                <a:gd name="connsiteY42" fmla="*/ 650732 h 1242105"/>
                <a:gd name="connsiteX43" fmla="*/ 364244 w 411876"/>
                <a:gd name="connsiteY43" fmla="*/ 672117 h 1242105"/>
                <a:gd name="connsiteX44" fmla="*/ 361421 w 411876"/>
                <a:gd name="connsiteY44" fmla="*/ 673314 h 1242105"/>
                <a:gd name="connsiteX45" fmla="*/ 364928 w 411876"/>
                <a:gd name="connsiteY45" fmla="*/ 797090 h 1242105"/>
                <a:gd name="connsiteX46" fmla="*/ 366211 w 411876"/>
                <a:gd name="connsiteY46" fmla="*/ 890584 h 1242105"/>
                <a:gd name="connsiteX47" fmla="*/ 375536 w 411876"/>
                <a:gd name="connsiteY47" fmla="*/ 1006576 h 1242105"/>
                <a:gd name="connsiteX48" fmla="*/ 382806 w 411876"/>
                <a:gd name="connsiteY48" fmla="*/ 1144466 h 1242105"/>
                <a:gd name="connsiteX49" fmla="*/ 376818 w 411876"/>
                <a:gd name="connsiteY49" fmla="*/ 1172951 h 1242105"/>
                <a:gd name="connsiteX50" fmla="*/ 371514 w 411876"/>
                <a:gd name="connsiteY50" fmla="*/ 1206054 h 1242105"/>
                <a:gd name="connsiteX51" fmla="*/ 374167 w 411876"/>
                <a:gd name="connsiteY51" fmla="*/ 1227268 h 1242105"/>
                <a:gd name="connsiteX52" fmla="*/ 370147 w 411876"/>
                <a:gd name="connsiteY52" fmla="*/ 1241211 h 1242105"/>
                <a:gd name="connsiteX53" fmla="*/ 309841 w 411876"/>
                <a:gd name="connsiteY53" fmla="*/ 1241895 h 1242105"/>
                <a:gd name="connsiteX54" fmla="*/ 292647 w 411876"/>
                <a:gd name="connsiteY54" fmla="*/ 1235224 h 1242105"/>
                <a:gd name="connsiteX55" fmla="*/ 297267 w 411876"/>
                <a:gd name="connsiteY55" fmla="*/ 1216661 h 1242105"/>
                <a:gd name="connsiteX56" fmla="*/ 294614 w 411876"/>
                <a:gd name="connsiteY56" fmla="*/ 1204087 h 1242105"/>
                <a:gd name="connsiteX57" fmla="*/ 285975 w 411876"/>
                <a:gd name="connsiteY57" fmla="*/ 1166963 h 1242105"/>
                <a:gd name="connsiteX58" fmla="*/ 277335 w 411876"/>
                <a:gd name="connsiteY58" fmla="*/ 1122568 h 1242105"/>
                <a:gd name="connsiteX59" fmla="*/ 291963 w 411876"/>
                <a:gd name="connsiteY59" fmla="*/ 1094083 h 1242105"/>
                <a:gd name="connsiteX60" fmla="*/ 293931 w 411876"/>
                <a:gd name="connsiteY60" fmla="*/ 1056959 h 1242105"/>
                <a:gd name="connsiteX61" fmla="*/ 277335 w 411876"/>
                <a:gd name="connsiteY61" fmla="*/ 988014 h 1242105"/>
                <a:gd name="connsiteX62" fmla="*/ 274684 w 411876"/>
                <a:gd name="connsiteY62" fmla="*/ 960813 h 1242105"/>
                <a:gd name="connsiteX63" fmla="*/ 268696 w 411876"/>
                <a:gd name="connsiteY63" fmla="*/ 942935 h 1242105"/>
                <a:gd name="connsiteX64" fmla="*/ 269979 w 411876"/>
                <a:gd name="connsiteY64" fmla="*/ 930361 h 1242105"/>
                <a:gd name="connsiteX65" fmla="*/ 264676 w 411876"/>
                <a:gd name="connsiteY65" fmla="*/ 913766 h 1242105"/>
                <a:gd name="connsiteX66" fmla="*/ 258003 w 411876"/>
                <a:gd name="connsiteY66" fmla="*/ 895204 h 1242105"/>
                <a:gd name="connsiteX67" fmla="*/ 249365 w 411876"/>
                <a:gd name="connsiteY67" fmla="*/ 846788 h 1242105"/>
                <a:gd name="connsiteX68" fmla="*/ 232171 w 411876"/>
                <a:gd name="connsiteY68" fmla="*/ 771257 h 1242105"/>
                <a:gd name="connsiteX69" fmla="*/ 222847 w 411876"/>
                <a:gd name="connsiteY69" fmla="*/ 747391 h 1242105"/>
                <a:gd name="connsiteX70" fmla="*/ 220195 w 411876"/>
                <a:gd name="connsiteY70" fmla="*/ 754406 h 1242105"/>
                <a:gd name="connsiteX71" fmla="*/ 212240 w 411876"/>
                <a:gd name="connsiteY71" fmla="*/ 791786 h 1242105"/>
                <a:gd name="connsiteX72" fmla="*/ 209844 w 411876"/>
                <a:gd name="connsiteY72" fmla="*/ 812914 h 1242105"/>
                <a:gd name="connsiteX73" fmla="*/ 209844 w 411876"/>
                <a:gd name="connsiteY73" fmla="*/ 814112 h 1242105"/>
                <a:gd name="connsiteX74" fmla="*/ 206252 w 411876"/>
                <a:gd name="connsiteY74" fmla="*/ 832161 h 1242105"/>
                <a:gd name="connsiteX75" fmla="*/ 205397 w 411876"/>
                <a:gd name="connsiteY75" fmla="*/ 835069 h 1242105"/>
                <a:gd name="connsiteX76" fmla="*/ 193678 w 411876"/>
                <a:gd name="connsiteY76" fmla="*/ 911713 h 1242105"/>
                <a:gd name="connsiteX77" fmla="*/ 190171 w 411876"/>
                <a:gd name="connsiteY77" fmla="*/ 934979 h 1242105"/>
                <a:gd name="connsiteX78" fmla="*/ 185980 w 411876"/>
                <a:gd name="connsiteY78" fmla="*/ 973301 h 1242105"/>
                <a:gd name="connsiteX79" fmla="*/ 185723 w 411876"/>
                <a:gd name="connsiteY79" fmla="*/ 992547 h 1242105"/>
                <a:gd name="connsiteX80" fmla="*/ 191026 w 411876"/>
                <a:gd name="connsiteY80" fmla="*/ 1089977 h 1242105"/>
                <a:gd name="connsiteX81" fmla="*/ 185723 w 411876"/>
                <a:gd name="connsiteY81" fmla="*/ 1117777 h 1242105"/>
                <a:gd name="connsiteX82" fmla="*/ 198297 w 411876"/>
                <a:gd name="connsiteY82" fmla="*/ 1184755 h 1242105"/>
                <a:gd name="connsiteX83" fmla="*/ 191026 w 411876"/>
                <a:gd name="connsiteY83" fmla="*/ 1211957 h 1242105"/>
                <a:gd name="connsiteX84" fmla="*/ 191026 w 411876"/>
                <a:gd name="connsiteY84" fmla="*/ 1239158 h 1242105"/>
                <a:gd name="connsiteX85" fmla="*/ 77686 w 411876"/>
                <a:gd name="connsiteY85" fmla="*/ 1238474 h 1242105"/>
                <a:gd name="connsiteX86" fmla="*/ 65112 w 411876"/>
                <a:gd name="connsiteY86" fmla="*/ 1231203 h 1242105"/>
                <a:gd name="connsiteX87" fmla="*/ 67080 w 411876"/>
                <a:gd name="connsiteY87" fmla="*/ 1221281 h 1242105"/>
                <a:gd name="connsiteX88" fmla="*/ 80339 w 411876"/>
                <a:gd name="connsiteY88" fmla="*/ 1208706 h 1242105"/>
                <a:gd name="connsiteX89" fmla="*/ 98216 w 411876"/>
                <a:gd name="connsiteY89" fmla="*/ 1200751 h 1242105"/>
                <a:gd name="connsiteX90" fmla="*/ 103519 w 411876"/>
                <a:gd name="connsiteY90" fmla="*/ 1189460 h 1242105"/>
                <a:gd name="connsiteX91" fmla="*/ 94880 w 411876"/>
                <a:gd name="connsiteY91" fmla="*/ 1176201 h 1242105"/>
                <a:gd name="connsiteX92" fmla="*/ 85214 w 411876"/>
                <a:gd name="connsiteY92" fmla="*/ 1166706 h 1242105"/>
                <a:gd name="connsiteX93" fmla="*/ 84957 w 411876"/>
                <a:gd name="connsiteY93" fmla="*/ 1165594 h 1242105"/>
                <a:gd name="connsiteX94" fmla="*/ 86240 w 411876"/>
                <a:gd name="connsiteY94" fmla="*/ 1160975 h 1242105"/>
                <a:gd name="connsiteX95" fmla="*/ 90774 w 411876"/>
                <a:gd name="connsiteY95" fmla="*/ 1145321 h 1242105"/>
                <a:gd name="connsiteX96" fmla="*/ 94196 w 411876"/>
                <a:gd name="connsiteY96" fmla="*/ 1133174 h 1242105"/>
                <a:gd name="connsiteX97" fmla="*/ 92228 w 411876"/>
                <a:gd name="connsiteY97" fmla="*/ 1108625 h 1242105"/>
                <a:gd name="connsiteX98" fmla="*/ 83589 w 411876"/>
                <a:gd name="connsiteY98" fmla="*/ 1060894 h 1242105"/>
                <a:gd name="connsiteX99" fmla="*/ 85556 w 411876"/>
                <a:gd name="connsiteY99" fmla="*/ 995884 h 1242105"/>
                <a:gd name="connsiteX100" fmla="*/ 87609 w 411876"/>
                <a:gd name="connsiteY100" fmla="*/ 953713 h 1242105"/>
                <a:gd name="connsiteX101" fmla="*/ 83247 w 411876"/>
                <a:gd name="connsiteY101" fmla="*/ 951147 h 1242105"/>
                <a:gd name="connsiteX102" fmla="*/ 58354 w 411876"/>
                <a:gd name="connsiteY102" fmla="*/ 951745 h 1242105"/>
                <a:gd name="connsiteX103" fmla="*/ 55018 w 411876"/>
                <a:gd name="connsiteY103" fmla="*/ 955766 h 1242105"/>
                <a:gd name="connsiteX104" fmla="*/ 49373 w 411876"/>
                <a:gd name="connsiteY104" fmla="*/ 951745 h 1242105"/>
                <a:gd name="connsiteX105" fmla="*/ 11222 w 411876"/>
                <a:gd name="connsiteY105" fmla="*/ 929248 h 1242105"/>
                <a:gd name="connsiteX106" fmla="*/ 7287 w 411876"/>
                <a:gd name="connsiteY106" fmla="*/ 924630 h 1242105"/>
                <a:gd name="connsiteX107" fmla="*/ 17 w 411876"/>
                <a:gd name="connsiteY107" fmla="*/ 715143 h 1242105"/>
                <a:gd name="connsiteX108" fmla="*/ 7971 w 411876"/>
                <a:gd name="connsiteY108" fmla="*/ 707530 h 1242105"/>
                <a:gd name="connsiteX109" fmla="*/ 38765 w 411876"/>
                <a:gd name="connsiteY109" fmla="*/ 705905 h 1242105"/>
                <a:gd name="connsiteX110" fmla="*/ 38851 w 411876"/>
                <a:gd name="connsiteY110" fmla="*/ 703681 h 1242105"/>
                <a:gd name="connsiteX111" fmla="*/ 33121 w 411876"/>
                <a:gd name="connsiteY111" fmla="*/ 694614 h 1242105"/>
                <a:gd name="connsiteX112" fmla="*/ 26448 w 411876"/>
                <a:gd name="connsiteY112" fmla="*/ 685632 h 1242105"/>
                <a:gd name="connsiteX113" fmla="*/ 25165 w 411876"/>
                <a:gd name="connsiteY113" fmla="*/ 673998 h 1242105"/>
                <a:gd name="connsiteX114" fmla="*/ 28758 w 411876"/>
                <a:gd name="connsiteY114" fmla="*/ 650389 h 1242105"/>
                <a:gd name="connsiteX115" fmla="*/ 26534 w 411876"/>
                <a:gd name="connsiteY115" fmla="*/ 649962 h 1242105"/>
                <a:gd name="connsiteX116" fmla="*/ 26277 w 411876"/>
                <a:gd name="connsiteY116" fmla="*/ 641665 h 1242105"/>
                <a:gd name="connsiteX117" fmla="*/ 29442 w 411876"/>
                <a:gd name="connsiteY117" fmla="*/ 642691 h 1242105"/>
                <a:gd name="connsiteX118" fmla="*/ 23198 w 411876"/>
                <a:gd name="connsiteY118" fmla="*/ 637815 h 1242105"/>
                <a:gd name="connsiteX119" fmla="*/ 26534 w 411876"/>
                <a:gd name="connsiteY119" fmla="*/ 595387 h 1242105"/>
                <a:gd name="connsiteX120" fmla="*/ 31153 w 411876"/>
                <a:gd name="connsiteY120" fmla="*/ 555612 h 1242105"/>
                <a:gd name="connsiteX121" fmla="*/ 34488 w 411876"/>
                <a:gd name="connsiteY121" fmla="*/ 510532 h 1242105"/>
                <a:gd name="connsiteX122" fmla="*/ 40477 w 411876"/>
                <a:gd name="connsiteY122" fmla="*/ 485983 h 1242105"/>
                <a:gd name="connsiteX123" fmla="*/ 45780 w 411876"/>
                <a:gd name="connsiteY123" fmla="*/ 435600 h 1242105"/>
                <a:gd name="connsiteX124" fmla="*/ 51084 w 411876"/>
                <a:gd name="connsiteY124" fmla="*/ 399160 h 1242105"/>
                <a:gd name="connsiteX125" fmla="*/ 57071 w 411876"/>
                <a:gd name="connsiteY125" fmla="*/ 342790 h 1242105"/>
                <a:gd name="connsiteX126" fmla="*/ 65027 w 411876"/>
                <a:gd name="connsiteY126" fmla="*/ 291038 h 1242105"/>
                <a:gd name="connsiteX127" fmla="*/ 68961 w 411876"/>
                <a:gd name="connsiteY127" fmla="*/ 255881 h 1242105"/>
                <a:gd name="connsiteX128" fmla="*/ 71185 w 411876"/>
                <a:gd name="connsiteY128" fmla="*/ 227568 h 1242105"/>
                <a:gd name="connsiteX129" fmla="*/ 88379 w 411876"/>
                <a:gd name="connsiteY129" fmla="*/ 196774 h 1242105"/>
                <a:gd name="connsiteX130" fmla="*/ 101038 w 411876"/>
                <a:gd name="connsiteY130" fmla="*/ 189845 h 1242105"/>
                <a:gd name="connsiteX131" fmla="*/ 136109 w 411876"/>
                <a:gd name="connsiteY131" fmla="*/ 172224 h 1242105"/>
                <a:gd name="connsiteX132" fmla="*/ 162199 w 411876"/>
                <a:gd name="connsiteY132" fmla="*/ 160761 h 1242105"/>
                <a:gd name="connsiteX133" fmla="*/ 175116 w 411876"/>
                <a:gd name="connsiteY133" fmla="*/ 151352 h 1242105"/>
                <a:gd name="connsiteX134" fmla="*/ 186578 w 411876"/>
                <a:gd name="connsiteY134" fmla="*/ 140146 h 1242105"/>
                <a:gd name="connsiteX135" fmla="*/ 187177 w 411876"/>
                <a:gd name="connsiteY135" fmla="*/ 139462 h 1242105"/>
                <a:gd name="connsiteX136" fmla="*/ 187604 w 411876"/>
                <a:gd name="connsiteY136" fmla="*/ 138094 h 1242105"/>
                <a:gd name="connsiteX137" fmla="*/ 183413 w 411876"/>
                <a:gd name="connsiteY137" fmla="*/ 122268 h 1242105"/>
                <a:gd name="connsiteX138" fmla="*/ 182900 w 411876"/>
                <a:gd name="connsiteY138" fmla="*/ 115340 h 1242105"/>
                <a:gd name="connsiteX139" fmla="*/ 175458 w 411876"/>
                <a:gd name="connsiteY139" fmla="*/ 111320 h 1242105"/>
                <a:gd name="connsiteX140" fmla="*/ 168017 w 411876"/>
                <a:gd name="connsiteY140" fmla="*/ 78045 h 1242105"/>
                <a:gd name="connsiteX141" fmla="*/ 175971 w 411876"/>
                <a:gd name="connsiteY141" fmla="*/ 77531 h 1242105"/>
                <a:gd name="connsiteX142" fmla="*/ 171010 w 411876"/>
                <a:gd name="connsiteY142" fmla="*/ 57173 h 1242105"/>
                <a:gd name="connsiteX143" fmla="*/ 220708 w 411876"/>
                <a:gd name="connsiteY143" fmla="*/ 33 h 1242105"/>
                <a:gd name="connsiteX144" fmla="*/ 277849 w 411876"/>
                <a:gd name="connsiteY144" fmla="*/ 32880 h 1242105"/>
                <a:gd name="connsiteX145" fmla="*/ 275882 w 411876"/>
                <a:gd name="connsiteY145" fmla="*/ 74623 h 1242105"/>
                <a:gd name="connsiteX146" fmla="*/ 280330 w 411876"/>
                <a:gd name="connsiteY146" fmla="*/ 74110 h 1242105"/>
                <a:gd name="connsiteX147" fmla="*/ 284777 w 411876"/>
                <a:gd name="connsiteY147" fmla="*/ 84546 h 1242105"/>
                <a:gd name="connsiteX148" fmla="*/ 279304 w 411876"/>
                <a:gd name="connsiteY148" fmla="*/ 107385 h 1242105"/>
                <a:gd name="connsiteX149" fmla="*/ 273315 w 411876"/>
                <a:gd name="connsiteY149" fmla="*/ 113372 h 1242105"/>
                <a:gd name="connsiteX150" fmla="*/ 269808 w 411876"/>
                <a:gd name="connsiteY150" fmla="*/ 125776 h 1242105"/>
                <a:gd name="connsiteX151" fmla="*/ 268354 w 411876"/>
                <a:gd name="connsiteY151" fmla="*/ 133731 h 1242105"/>
                <a:gd name="connsiteX152" fmla="*/ 267926 w 411876"/>
                <a:gd name="connsiteY152" fmla="*/ 132875 h 1242105"/>
                <a:gd name="connsiteX153" fmla="*/ 268354 w 411876"/>
                <a:gd name="connsiteY153" fmla="*/ 133731 h 1242105"/>
                <a:gd name="connsiteX154" fmla="*/ 264676 w 411876"/>
                <a:gd name="connsiteY154" fmla="*/ 131678 h 1242105"/>
                <a:gd name="connsiteX155" fmla="*/ 274770 w 411876"/>
                <a:gd name="connsiteY155" fmla="*/ 150326 h 1242105"/>
                <a:gd name="connsiteX156" fmla="*/ 274941 w 411876"/>
                <a:gd name="connsiteY156" fmla="*/ 150326 h 1242105"/>
                <a:gd name="connsiteX157" fmla="*/ 274770 w 411876"/>
                <a:gd name="connsiteY157" fmla="*/ 150326 h 1242105"/>
                <a:gd name="connsiteX158" fmla="*/ 275368 w 411876"/>
                <a:gd name="connsiteY158" fmla="*/ 151951 h 1242105"/>
                <a:gd name="connsiteX159" fmla="*/ 303682 w 411876"/>
                <a:gd name="connsiteY159" fmla="*/ 166065 h 1242105"/>
                <a:gd name="connsiteX160" fmla="*/ 383833 w 411876"/>
                <a:gd name="connsiteY160" fmla="*/ 204729 h 1242105"/>
                <a:gd name="connsiteX161" fmla="*/ 400256 w 411876"/>
                <a:gd name="connsiteY161" fmla="*/ 245018 h 1242105"/>
                <a:gd name="connsiteX162" fmla="*/ 405218 w 411876"/>
                <a:gd name="connsiteY162" fmla="*/ 284110 h 1242105"/>
                <a:gd name="connsiteX163" fmla="*/ 402138 w 411876"/>
                <a:gd name="connsiteY163" fmla="*/ 309001 h 1242105"/>
                <a:gd name="connsiteX164" fmla="*/ 407697 w 411876"/>
                <a:gd name="connsiteY164" fmla="*/ 349376 h 1242105"/>
                <a:gd name="connsiteX165" fmla="*/ 408297 w 411876"/>
                <a:gd name="connsiteY165" fmla="*/ 468020 h 1242105"/>
                <a:gd name="connsiteX166" fmla="*/ 408297 w 411876"/>
                <a:gd name="connsiteY166" fmla="*/ 468020 h 1242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</a:cxnLst>
              <a:rect l="l" t="t" r="r" b="b"/>
              <a:pathLst>
                <a:path w="411876" h="1242105">
                  <a:moveTo>
                    <a:pt x="189059" y="135784"/>
                  </a:moveTo>
                  <a:lnTo>
                    <a:pt x="189743" y="135099"/>
                  </a:lnTo>
                  <a:lnTo>
                    <a:pt x="191540" y="133303"/>
                  </a:lnTo>
                  <a:lnTo>
                    <a:pt x="189059" y="135784"/>
                  </a:lnTo>
                  <a:lnTo>
                    <a:pt x="189059" y="135784"/>
                  </a:lnTo>
                  <a:close/>
                  <a:moveTo>
                    <a:pt x="84444" y="607363"/>
                  </a:moveTo>
                  <a:cubicBezTo>
                    <a:pt x="82477" y="613950"/>
                    <a:pt x="79825" y="626610"/>
                    <a:pt x="78456" y="631229"/>
                  </a:cubicBezTo>
                  <a:cubicBezTo>
                    <a:pt x="77174" y="635848"/>
                    <a:pt x="75120" y="647823"/>
                    <a:pt x="75120" y="647823"/>
                  </a:cubicBezTo>
                  <a:lnTo>
                    <a:pt x="75035" y="647823"/>
                  </a:lnTo>
                  <a:cubicBezTo>
                    <a:pt x="75035" y="648422"/>
                    <a:pt x="76147" y="654923"/>
                    <a:pt x="75805" y="658430"/>
                  </a:cubicBezTo>
                  <a:cubicBezTo>
                    <a:pt x="75462" y="662023"/>
                    <a:pt x="76831" y="672972"/>
                    <a:pt x="74778" y="678618"/>
                  </a:cubicBezTo>
                  <a:cubicBezTo>
                    <a:pt x="72811" y="684263"/>
                    <a:pt x="76746" y="697180"/>
                    <a:pt x="77429" y="702825"/>
                  </a:cubicBezTo>
                  <a:cubicBezTo>
                    <a:pt x="78114" y="708471"/>
                    <a:pt x="82049" y="715400"/>
                    <a:pt x="78798" y="717453"/>
                  </a:cubicBezTo>
                  <a:cubicBezTo>
                    <a:pt x="75462" y="719420"/>
                    <a:pt x="71185" y="717453"/>
                    <a:pt x="68876" y="715485"/>
                  </a:cubicBezTo>
                  <a:lnTo>
                    <a:pt x="67763" y="714031"/>
                  </a:lnTo>
                  <a:lnTo>
                    <a:pt x="67508" y="717196"/>
                  </a:lnTo>
                  <a:cubicBezTo>
                    <a:pt x="67165" y="719505"/>
                    <a:pt x="62888" y="722842"/>
                    <a:pt x="62888" y="722842"/>
                  </a:cubicBezTo>
                  <a:cubicBezTo>
                    <a:pt x="62888" y="722842"/>
                    <a:pt x="64257" y="723184"/>
                    <a:pt x="66908" y="724809"/>
                  </a:cubicBezTo>
                  <a:cubicBezTo>
                    <a:pt x="68704" y="725921"/>
                    <a:pt x="77174" y="737127"/>
                    <a:pt x="82563" y="744483"/>
                  </a:cubicBezTo>
                  <a:cubicBezTo>
                    <a:pt x="83161" y="737811"/>
                    <a:pt x="85299" y="728658"/>
                    <a:pt x="85812" y="723526"/>
                  </a:cubicBezTo>
                  <a:cubicBezTo>
                    <a:pt x="86155" y="719933"/>
                    <a:pt x="89063" y="707530"/>
                    <a:pt x="88379" y="698035"/>
                  </a:cubicBezTo>
                  <a:cubicBezTo>
                    <a:pt x="88122" y="695041"/>
                    <a:pt x="85556" y="694186"/>
                    <a:pt x="85642" y="691791"/>
                  </a:cubicBezTo>
                  <a:cubicBezTo>
                    <a:pt x="85642" y="687771"/>
                    <a:pt x="86412" y="674341"/>
                    <a:pt x="86412" y="674341"/>
                  </a:cubicBezTo>
                  <a:cubicBezTo>
                    <a:pt x="86412" y="674341"/>
                    <a:pt x="87181" y="670491"/>
                    <a:pt x="87780" y="653897"/>
                  </a:cubicBezTo>
                  <a:cubicBezTo>
                    <a:pt x="88464" y="637302"/>
                    <a:pt x="89748" y="598210"/>
                    <a:pt x="89748" y="598210"/>
                  </a:cubicBezTo>
                  <a:cubicBezTo>
                    <a:pt x="89748" y="598210"/>
                    <a:pt x="86412" y="600862"/>
                    <a:pt x="84444" y="607534"/>
                  </a:cubicBezTo>
                  <a:lnTo>
                    <a:pt x="84444" y="607534"/>
                  </a:lnTo>
                  <a:close/>
                  <a:moveTo>
                    <a:pt x="60236" y="682638"/>
                  </a:moveTo>
                  <a:cubicBezTo>
                    <a:pt x="60236" y="682638"/>
                    <a:pt x="58868" y="682296"/>
                    <a:pt x="58611" y="684948"/>
                  </a:cubicBezTo>
                  <a:lnTo>
                    <a:pt x="58611" y="684948"/>
                  </a:lnTo>
                  <a:cubicBezTo>
                    <a:pt x="58611" y="684948"/>
                    <a:pt x="60407" y="685461"/>
                    <a:pt x="60407" y="685461"/>
                  </a:cubicBezTo>
                  <a:lnTo>
                    <a:pt x="60407" y="682638"/>
                  </a:lnTo>
                  <a:lnTo>
                    <a:pt x="60322" y="682638"/>
                  </a:lnTo>
                  <a:close/>
                  <a:moveTo>
                    <a:pt x="408554" y="467934"/>
                  </a:moveTo>
                  <a:cubicBezTo>
                    <a:pt x="404875" y="508308"/>
                    <a:pt x="401112" y="543123"/>
                    <a:pt x="401112" y="543123"/>
                  </a:cubicBezTo>
                  <a:cubicBezTo>
                    <a:pt x="401112" y="543123"/>
                    <a:pt x="398631" y="574174"/>
                    <a:pt x="396150" y="582899"/>
                  </a:cubicBezTo>
                  <a:cubicBezTo>
                    <a:pt x="393670" y="591624"/>
                    <a:pt x="388708" y="612068"/>
                    <a:pt x="388708" y="613950"/>
                  </a:cubicBezTo>
                  <a:cubicBezTo>
                    <a:pt x="388708" y="615832"/>
                    <a:pt x="388110" y="618911"/>
                    <a:pt x="388110" y="618911"/>
                  </a:cubicBezTo>
                  <a:cubicBezTo>
                    <a:pt x="388110" y="618911"/>
                    <a:pt x="387169" y="618911"/>
                    <a:pt x="385629" y="619082"/>
                  </a:cubicBezTo>
                  <a:cubicBezTo>
                    <a:pt x="385286" y="620450"/>
                    <a:pt x="384773" y="622675"/>
                    <a:pt x="383918" y="626610"/>
                  </a:cubicBezTo>
                  <a:cubicBezTo>
                    <a:pt x="383747" y="627208"/>
                    <a:pt x="379813" y="628235"/>
                    <a:pt x="375193" y="628919"/>
                  </a:cubicBezTo>
                  <a:cubicBezTo>
                    <a:pt x="375022" y="630202"/>
                    <a:pt x="374679" y="633025"/>
                    <a:pt x="374423" y="635420"/>
                  </a:cubicBezTo>
                  <a:cubicBezTo>
                    <a:pt x="373995" y="639954"/>
                    <a:pt x="372114" y="645086"/>
                    <a:pt x="370317" y="650732"/>
                  </a:cubicBezTo>
                  <a:cubicBezTo>
                    <a:pt x="368435" y="656634"/>
                    <a:pt x="365613" y="671518"/>
                    <a:pt x="364244" y="672117"/>
                  </a:cubicBezTo>
                  <a:cubicBezTo>
                    <a:pt x="363816" y="672288"/>
                    <a:pt x="362705" y="672801"/>
                    <a:pt x="361421" y="673314"/>
                  </a:cubicBezTo>
                  <a:cubicBezTo>
                    <a:pt x="365013" y="707701"/>
                    <a:pt x="365527" y="785542"/>
                    <a:pt x="364928" y="797090"/>
                  </a:cubicBezTo>
                  <a:cubicBezTo>
                    <a:pt x="364244" y="809664"/>
                    <a:pt x="365613" y="875958"/>
                    <a:pt x="366211" y="890584"/>
                  </a:cubicBezTo>
                  <a:cubicBezTo>
                    <a:pt x="366896" y="905126"/>
                    <a:pt x="372199" y="989382"/>
                    <a:pt x="375536" y="1006576"/>
                  </a:cubicBezTo>
                  <a:cubicBezTo>
                    <a:pt x="378871" y="1023855"/>
                    <a:pt x="383490" y="1131207"/>
                    <a:pt x="382806" y="1144466"/>
                  </a:cubicBezTo>
                  <a:cubicBezTo>
                    <a:pt x="382121" y="1157725"/>
                    <a:pt x="377503" y="1162344"/>
                    <a:pt x="376818" y="1172951"/>
                  </a:cubicBezTo>
                  <a:cubicBezTo>
                    <a:pt x="376134" y="1183557"/>
                    <a:pt x="372199" y="1196816"/>
                    <a:pt x="371514" y="1206054"/>
                  </a:cubicBezTo>
                  <a:cubicBezTo>
                    <a:pt x="370830" y="1215378"/>
                    <a:pt x="372199" y="1223932"/>
                    <a:pt x="374167" y="1227268"/>
                  </a:cubicBezTo>
                  <a:cubicBezTo>
                    <a:pt x="376134" y="1230604"/>
                    <a:pt x="370147" y="1241211"/>
                    <a:pt x="370147" y="1241211"/>
                  </a:cubicBezTo>
                  <a:cubicBezTo>
                    <a:pt x="370147" y="1241211"/>
                    <a:pt x="312492" y="1241211"/>
                    <a:pt x="309841" y="1241895"/>
                  </a:cubicBezTo>
                  <a:cubicBezTo>
                    <a:pt x="307189" y="1242580"/>
                    <a:pt x="295898" y="1241895"/>
                    <a:pt x="292647" y="1235224"/>
                  </a:cubicBezTo>
                  <a:cubicBezTo>
                    <a:pt x="289311" y="1228637"/>
                    <a:pt x="294614" y="1220682"/>
                    <a:pt x="297267" y="1216661"/>
                  </a:cubicBezTo>
                  <a:cubicBezTo>
                    <a:pt x="299918" y="1212727"/>
                    <a:pt x="296582" y="1211358"/>
                    <a:pt x="294614" y="1204087"/>
                  </a:cubicBezTo>
                  <a:cubicBezTo>
                    <a:pt x="292647" y="1196816"/>
                    <a:pt x="285975" y="1176201"/>
                    <a:pt x="285975" y="1166963"/>
                  </a:cubicBezTo>
                  <a:cubicBezTo>
                    <a:pt x="285975" y="1157725"/>
                    <a:pt x="275368" y="1132490"/>
                    <a:pt x="277335" y="1122568"/>
                  </a:cubicBezTo>
                  <a:cubicBezTo>
                    <a:pt x="279304" y="1112645"/>
                    <a:pt x="291963" y="1102722"/>
                    <a:pt x="291963" y="1094083"/>
                  </a:cubicBezTo>
                  <a:cubicBezTo>
                    <a:pt x="291963" y="1085444"/>
                    <a:pt x="298635" y="1072185"/>
                    <a:pt x="293931" y="1056959"/>
                  </a:cubicBezTo>
                  <a:cubicBezTo>
                    <a:pt x="289311" y="1041733"/>
                    <a:pt x="279304" y="994601"/>
                    <a:pt x="277335" y="988014"/>
                  </a:cubicBezTo>
                  <a:cubicBezTo>
                    <a:pt x="275368" y="981427"/>
                    <a:pt x="273999" y="970136"/>
                    <a:pt x="274684" y="960813"/>
                  </a:cubicBezTo>
                  <a:cubicBezTo>
                    <a:pt x="275368" y="951489"/>
                    <a:pt x="269381" y="946870"/>
                    <a:pt x="268696" y="942935"/>
                  </a:cubicBezTo>
                  <a:cubicBezTo>
                    <a:pt x="268012" y="939000"/>
                    <a:pt x="269979" y="934979"/>
                    <a:pt x="269979" y="930361"/>
                  </a:cubicBezTo>
                  <a:cubicBezTo>
                    <a:pt x="269979" y="925741"/>
                    <a:pt x="267328" y="919754"/>
                    <a:pt x="264676" y="913766"/>
                  </a:cubicBezTo>
                  <a:cubicBezTo>
                    <a:pt x="262024" y="907778"/>
                    <a:pt x="257405" y="901876"/>
                    <a:pt x="258003" y="895204"/>
                  </a:cubicBezTo>
                  <a:cubicBezTo>
                    <a:pt x="258688" y="888532"/>
                    <a:pt x="252016" y="856112"/>
                    <a:pt x="249365" y="846788"/>
                  </a:cubicBezTo>
                  <a:cubicBezTo>
                    <a:pt x="246713" y="837550"/>
                    <a:pt x="234737" y="778528"/>
                    <a:pt x="232171" y="771257"/>
                  </a:cubicBezTo>
                  <a:cubicBezTo>
                    <a:pt x="229519" y="763986"/>
                    <a:pt x="224900" y="748076"/>
                    <a:pt x="222847" y="747391"/>
                  </a:cubicBezTo>
                  <a:cubicBezTo>
                    <a:pt x="222334" y="747477"/>
                    <a:pt x="221393" y="750214"/>
                    <a:pt x="220195" y="754406"/>
                  </a:cubicBezTo>
                  <a:cubicBezTo>
                    <a:pt x="217800" y="764328"/>
                    <a:pt x="214464" y="782120"/>
                    <a:pt x="212240" y="791786"/>
                  </a:cubicBezTo>
                  <a:cubicBezTo>
                    <a:pt x="210444" y="799314"/>
                    <a:pt x="210358" y="805901"/>
                    <a:pt x="209844" y="812914"/>
                  </a:cubicBezTo>
                  <a:lnTo>
                    <a:pt x="209844" y="814112"/>
                  </a:lnTo>
                  <a:cubicBezTo>
                    <a:pt x="209332" y="819587"/>
                    <a:pt x="208477" y="825403"/>
                    <a:pt x="206252" y="832161"/>
                  </a:cubicBezTo>
                  <a:lnTo>
                    <a:pt x="205397" y="835069"/>
                  </a:lnTo>
                  <a:cubicBezTo>
                    <a:pt x="200521" y="852862"/>
                    <a:pt x="196758" y="892295"/>
                    <a:pt x="193678" y="911713"/>
                  </a:cubicBezTo>
                  <a:cubicBezTo>
                    <a:pt x="192652" y="918043"/>
                    <a:pt x="191369" y="926169"/>
                    <a:pt x="190171" y="934979"/>
                  </a:cubicBezTo>
                  <a:cubicBezTo>
                    <a:pt x="188631" y="949264"/>
                    <a:pt x="187092" y="962865"/>
                    <a:pt x="185980" y="973301"/>
                  </a:cubicBezTo>
                  <a:cubicBezTo>
                    <a:pt x="185466" y="980658"/>
                    <a:pt x="185295" y="987330"/>
                    <a:pt x="185723" y="992547"/>
                  </a:cubicBezTo>
                  <a:cubicBezTo>
                    <a:pt x="187006" y="1012478"/>
                    <a:pt x="191026" y="1074067"/>
                    <a:pt x="191026" y="1089977"/>
                  </a:cubicBezTo>
                  <a:cubicBezTo>
                    <a:pt x="191026" y="1105887"/>
                    <a:pt x="185039" y="1105203"/>
                    <a:pt x="185723" y="1117777"/>
                  </a:cubicBezTo>
                  <a:cubicBezTo>
                    <a:pt x="186407" y="1130352"/>
                    <a:pt x="198297" y="1177484"/>
                    <a:pt x="198297" y="1184755"/>
                  </a:cubicBezTo>
                  <a:cubicBezTo>
                    <a:pt x="198297" y="1192026"/>
                    <a:pt x="189059" y="1206653"/>
                    <a:pt x="191026" y="1211957"/>
                  </a:cubicBezTo>
                  <a:cubicBezTo>
                    <a:pt x="192993" y="1217260"/>
                    <a:pt x="191026" y="1239158"/>
                    <a:pt x="191026" y="1239158"/>
                  </a:cubicBezTo>
                  <a:cubicBezTo>
                    <a:pt x="185039" y="1241810"/>
                    <a:pt x="82990" y="1238474"/>
                    <a:pt x="77686" y="1238474"/>
                  </a:cubicBezTo>
                  <a:cubicBezTo>
                    <a:pt x="72383" y="1238474"/>
                    <a:pt x="67763" y="1235138"/>
                    <a:pt x="65112" y="1231203"/>
                  </a:cubicBezTo>
                  <a:cubicBezTo>
                    <a:pt x="62460" y="1227268"/>
                    <a:pt x="65796" y="1225899"/>
                    <a:pt x="67080" y="1221281"/>
                  </a:cubicBezTo>
                  <a:cubicBezTo>
                    <a:pt x="68363" y="1216661"/>
                    <a:pt x="74350" y="1209989"/>
                    <a:pt x="80339" y="1208706"/>
                  </a:cubicBezTo>
                  <a:cubicBezTo>
                    <a:pt x="86326" y="1207423"/>
                    <a:pt x="94965" y="1203403"/>
                    <a:pt x="98216" y="1200751"/>
                  </a:cubicBezTo>
                  <a:cubicBezTo>
                    <a:pt x="101552" y="1198099"/>
                    <a:pt x="104203" y="1193480"/>
                    <a:pt x="103519" y="1189460"/>
                  </a:cubicBezTo>
                  <a:cubicBezTo>
                    <a:pt x="102836" y="1185439"/>
                    <a:pt x="97532" y="1178853"/>
                    <a:pt x="94880" y="1176201"/>
                  </a:cubicBezTo>
                  <a:cubicBezTo>
                    <a:pt x="92485" y="1173806"/>
                    <a:pt x="86497" y="1169871"/>
                    <a:pt x="85214" y="1166706"/>
                  </a:cubicBezTo>
                  <a:lnTo>
                    <a:pt x="84957" y="1165594"/>
                  </a:lnTo>
                  <a:cubicBezTo>
                    <a:pt x="84957" y="1164225"/>
                    <a:pt x="85556" y="1162600"/>
                    <a:pt x="86240" y="1160975"/>
                  </a:cubicBezTo>
                  <a:cubicBezTo>
                    <a:pt x="87267" y="1157126"/>
                    <a:pt x="88807" y="1151394"/>
                    <a:pt x="90774" y="1145321"/>
                  </a:cubicBezTo>
                  <a:cubicBezTo>
                    <a:pt x="91801" y="1141130"/>
                    <a:pt x="93084" y="1136425"/>
                    <a:pt x="94196" y="1133174"/>
                  </a:cubicBezTo>
                  <a:cubicBezTo>
                    <a:pt x="96163" y="1127187"/>
                    <a:pt x="92228" y="1112645"/>
                    <a:pt x="92228" y="1108625"/>
                  </a:cubicBezTo>
                  <a:cubicBezTo>
                    <a:pt x="92228" y="1104605"/>
                    <a:pt x="83589" y="1068849"/>
                    <a:pt x="83589" y="1060894"/>
                  </a:cubicBezTo>
                  <a:cubicBezTo>
                    <a:pt x="83589" y="1052939"/>
                    <a:pt x="85556" y="1003240"/>
                    <a:pt x="85556" y="995884"/>
                  </a:cubicBezTo>
                  <a:cubicBezTo>
                    <a:pt x="85556" y="989725"/>
                    <a:pt x="86497" y="965432"/>
                    <a:pt x="87609" y="953713"/>
                  </a:cubicBezTo>
                  <a:cubicBezTo>
                    <a:pt x="86240" y="953541"/>
                    <a:pt x="83247" y="951147"/>
                    <a:pt x="83247" y="951147"/>
                  </a:cubicBezTo>
                  <a:lnTo>
                    <a:pt x="58354" y="951745"/>
                  </a:lnTo>
                  <a:cubicBezTo>
                    <a:pt x="57328" y="951403"/>
                    <a:pt x="56387" y="955424"/>
                    <a:pt x="55018" y="955766"/>
                  </a:cubicBezTo>
                  <a:cubicBezTo>
                    <a:pt x="53735" y="956108"/>
                    <a:pt x="49373" y="951745"/>
                    <a:pt x="49373" y="951745"/>
                  </a:cubicBezTo>
                  <a:lnTo>
                    <a:pt x="11222" y="929248"/>
                  </a:lnTo>
                  <a:lnTo>
                    <a:pt x="7287" y="924630"/>
                  </a:lnTo>
                  <a:cubicBezTo>
                    <a:pt x="7287" y="924630"/>
                    <a:pt x="358" y="719762"/>
                    <a:pt x="17" y="715143"/>
                  </a:cubicBezTo>
                  <a:cubicBezTo>
                    <a:pt x="-326" y="710524"/>
                    <a:pt x="4635" y="707872"/>
                    <a:pt x="7971" y="707530"/>
                  </a:cubicBezTo>
                  <a:cubicBezTo>
                    <a:pt x="11308" y="707188"/>
                    <a:pt x="38765" y="705905"/>
                    <a:pt x="38765" y="705905"/>
                  </a:cubicBezTo>
                  <a:cubicBezTo>
                    <a:pt x="38765" y="705905"/>
                    <a:pt x="38765" y="705049"/>
                    <a:pt x="38851" y="703681"/>
                  </a:cubicBezTo>
                  <a:cubicBezTo>
                    <a:pt x="33633" y="699831"/>
                    <a:pt x="35002" y="696752"/>
                    <a:pt x="33121" y="694614"/>
                  </a:cubicBezTo>
                  <a:cubicBezTo>
                    <a:pt x="31153" y="692304"/>
                    <a:pt x="28844" y="688626"/>
                    <a:pt x="26448" y="685632"/>
                  </a:cubicBezTo>
                  <a:cubicBezTo>
                    <a:pt x="24139" y="682638"/>
                    <a:pt x="25764" y="676308"/>
                    <a:pt x="25165" y="673998"/>
                  </a:cubicBezTo>
                  <a:cubicBezTo>
                    <a:pt x="24481" y="671774"/>
                    <a:pt x="27988" y="653212"/>
                    <a:pt x="28758" y="650389"/>
                  </a:cubicBezTo>
                  <a:lnTo>
                    <a:pt x="26534" y="649962"/>
                  </a:lnTo>
                  <a:lnTo>
                    <a:pt x="26277" y="641665"/>
                  </a:lnTo>
                  <a:cubicBezTo>
                    <a:pt x="26277" y="641665"/>
                    <a:pt x="27303" y="642092"/>
                    <a:pt x="29442" y="642691"/>
                  </a:cubicBezTo>
                  <a:cubicBezTo>
                    <a:pt x="24994" y="640125"/>
                    <a:pt x="23198" y="637815"/>
                    <a:pt x="23198" y="637815"/>
                  </a:cubicBezTo>
                  <a:cubicBezTo>
                    <a:pt x="23198" y="637815"/>
                    <a:pt x="26534" y="608647"/>
                    <a:pt x="26534" y="595387"/>
                  </a:cubicBezTo>
                  <a:cubicBezTo>
                    <a:pt x="26534" y="582129"/>
                    <a:pt x="29185" y="562284"/>
                    <a:pt x="31153" y="555612"/>
                  </a:cubicBezTo>
                  <a:cubicBezTo>
                    <a:pt x="33121" y="548940"/>
                    <a:pt x="33805" y="517803"/>
                    <a:pt x="34488" y="510532"/>
                  </a:cubicBezTo>
                  <a:cubicBezTo>
                    <a:pt x="35173" y="503262"/>
                    <a:pt x="39793" y="495905"/>
                    <a:pt x="40477" y="485983"/>
                  </a:cubicBezTo>
                  <a:cubicBezTo>
                    <a:pt x="41161" y="476060"/>
                    <a:pt x="43128" y="442186"/>
                    <a:pt x="45780" y="435600"/>
                  </a:cubicBezTo>
                  <a:cubicBezTo>
                    <a:pt x="48431" y="429014"/>
                    <a:pt x="49116" y="421657"/>
                    <a:pt x="51084" y="399160"/>
                  </a:cubicBezTo>
                  <a:cubicBezTo>
                    <a:pt x="53051" y="376578"/>
                    <a:pt x="54420" y="347408"/>
                    <a:pt x="57071" y="342790"/>
                  </a:cubicBezTo>
                  <a:cubicBezTo>
                    <a:pt x="59723" y="338170"/>
                    <a:pt x="60407" y="297710"/>
                    <a:pt x="65027" y="291038"/>
                  </a:cubicBezTo>
                  <a:cubicBezTo>
                    <a:pt x="69646" y="284452"/>
                    <a:pt x="67678" y="265890"/>
                    <a:pt x="68961" y="255881"/>
                  </a:cubicBezTo>
                  <a:cubicBezTo>
                    <a:pt x="70330" y="245959"/>
                    <a:pt x="71185" y="227568"/>
                    <a:pt x="71185" y="227568"/>
                  </a:cubicBezTo>
                  <a:cubicBezTo>
                    <a:pt x="73152" y="196260"/>
                    <a:pt x="85385" y="198998"/>
                    <a:pt x="88379" y="196774"/>
                  </a:cubicBezTo>
                  <a:cubicBezTo>
                    <a:pt x="91372" y="194549"/>
                    <a:pt x="93853" y="193523"/>
                    <a:pt x="101038" y="189845"/>
                  </a:cubicBezTo>
                  <a:cubicBezTo>
                    <a:pt x="108225" y="186081"/>
                    <a:pt x="130636" y="174961"/>
                    <a:pt x="136109" y="172224"/>
                  </a:cubicBezTo>
                  <a:cubicBezTo>
                    <a:pt x="141584" y="169486"/>
                    <a:pt x="159718" y="161274"/>
                    <a:pt x="162199" y="160761"/>
                  </a:cubicBezTo>
                  <a:cubicBezTo>
                    <a:pt x="164680" y="160248"/>
                    <a:pt x="173149" y="152293"/>
                    <a:pt x="175116" y="151352"/>
                  </a:cubicBezTo>
                  <a:cubicBezTo>
                    <a:pt x="177083" y="150326"/>
                    <a:pt x="180591" y="148872"/>
                    <a:pt x="186578" y="140146"/>
                  </a:cubicBezTo>
                  <a:lnTo>
                    <a:pt x="187177" y="139462"/>
                  </a:lnTo>
                  <a:lnTo>
                    <a:pt x="187604" y="138094"/>
                  </a:lnTo>
                  <a:cubicBezTo>
                    <a:pt x="186835" y="134929"/>
                    <a:pt x="184611" y="125519"/>
                    <a:pt x="183413" y="122268"/>
                  </a:cubicBezTo>
                  <a:cubicBezTo>
                    <a:pt x="181960" y="118334"/>
                    <a:pt x="184440" y="115767"/>
                    <a:pt x="182900" y="115340"/>
                  </a:cubicBezTo>
                  <a:cubicBezTo>
                    <a:pt x="181446" y="114826"/>
                    <a:pt x="177426" y="116794"/>
                    <a:pt x="175458" y="111320"/>
                  </a:cubicBezTo>
                  <a:cubicBezTo>
                    <a:pt x="173490" y="105845"/>
                    <a:pt x="165536" y="83519"/>
                    <a:pt x="168017" y="78045"/>
                  </a:cubicBezTo>
                  <a:cubicBezTo>
                    <a:pt x="168017" y="78045"/>
                    <a:pt x="169984" y="74538"/>
                    <a:pt x="175971" y="77531"/>
                  </a:cubicBezTo>
                  <a:cubicBezTo>
                    <a:pt x="175971" y="77531"/>
                    <a:pt x="172037" y="72570"/>
                    <a:pt x="171010" y="57173"/>
                  </a:cubicBezTo>
                  <a:cubicBezTo>
                    <a:pt x="169984" y="41776"/>
                    <a:pt x="176998" y="1487"/>
                    <a:pt x="220708" y="33"/>
                  </a:cubicBezTo>
                  <a:cubicBezTo>
                    <a:pt x="239613" y="-566"/>
                    <a:pt x="266985" y="6961"/>
                    <a:pt x="277849" y="32880"/>
                  </a:cubicBezTo>
                  <a:cubicBezTo>
                    <a:pt x="277849" y="32880"/>
                    <a:pt x="283836" y="60680"/>
                    <a:pt x="275882" y="74623"/>
                  </a:cubicBezTo>
                  <a:cubicBezTo>
                    <a:pt x="275882" y="74623"/>
                    <a:pt x="277849" y="75136"/>
                    <a:pt x="280330" y="74110"/>
                  </a:cubicBezTo>
                  <a:cubicBezTo>
                    <a:pt x="282810" y="73083"/>
                    <a:pt x="285291" y="74623"/>
                    <a:pt x="284777" y="84546"/>
                  </a:cubicBezTo>
                  <a:cubicBezTo>
                    <a:pt x="284265" y="94468"/>
                    <a:pt x="282810" y="101910"/>
                    <a:pt x="279304" y="107385"/>
                  </a:cubicBezTo>
                  <a:cubicBezTo>
                    <a:pt x="275796" y="112859"/>
                    <a:pt x="273315" y="113372"/>
                    <a:pt x="273315" y="113372"/>
                  </a:cubicBezTo>
                  <a:cubicBezTo>
                    <a:pt x="273315" y="113372"/>
                    <a:pt x="271861" y="122354"/>
                    <a:pt x="269808" y="125776"/>
                  </a:cubicBezTo>
                  <a:cubicBezTo>
                    <a:pt x="267841" y="129283"/>
                    <a:pt x="268354" y="133731"/>
                    <a:pt x="268354" y="133731"/>
                  </a:cubicBezTo>
                  <a:lnTo>
                    <a:pt x="267926" y="132875"/>
                  </a:lnTo>
                  <a:lnTo>
                    <a:pt x="268354" y="133731"/>
                  </a:lnTo>
                  <a:cubicBezTo>
                    <a:pt x="267242" y="132961"/>
                    <a:pt x="265959" y="132277"/>
                    <a:pt x="264676" y="131678"/>
                  </a:cubicBezTo>
                  <a:cubicBezTo>
                    <a:pt x="269124" y="137067"/>
                    <a:pt x="273144" y="146476"/>
                    <a:pt x="274770" y="150326"/>
                  </a:cubicBezTo>
                  <a:lnTo>
                    <a:pt x="274941" y="150326"/>
                  </a:lnTo>
                  <a:cubicBezTo>
                    <a:pt x="274941" y="150326"/>
                    <a:pt x="274770" y="150326"/>
                    <a:pt x="274770" y="150326"/>
                  </a:cubicBezTo>
                  <a:lnTo>
                    <a:pt x="275368" y="151951"/>
                  </a:lnTo>
                  <a:cubicBezTo>
                    <a:pt x="275368" y="151951"/>
                    <a:pt x="291193" y="158623"/>
                    <a:pt x="303682" y="166065"/>
                  </a:cubicBezTo>
                  <a:cubicBezTo>
                    <a:pt x="316085" y="173506"/>
                    <a:pt x="368692" y="192497"/>
                    <a:pt x="383833" y="204729"/>
                  </a:cubicBezTo>
                  <a:cubicBezTo>
                    <a:pt x="383833" y="204729"/>
                    <a:pt x="391787" y="220382"/>
                    <a:pt x="400256" y="245018"/>
                  </a:cubicBezTo>
                  <a:cubicBezTo>
                    <a:pt x="405816" y="261184"/>
                    <a:pt x="404447" y="266317"/>
                    <a:pt x="405218" y="284110"/>
                  </a:cubicBezTo>
                  <a:cubicBezTo>
                    <a:pt x="405559" y="293091"/>
                    <a:pt x="401881" y="299335"/>
                    <a:pt x="402138" y="309001"/>
                  </a:cubicBezTo>
                  <a:cubicBezTo>
                    <a:pt x="402394" y="322089"/>
                    <a:pt x="405559" y="335946"/>
                    <a:pt x="407697" y="349376"/>
                  </a:cubicBezTo>
                  <a:cubicBezTo>
                    <a:pt x="415739" y="399075"/>
                    <a:pt x="410007" y="449543"/>
                    <a:pt x="408297" y="468020"/>
                  </a:cubicBezTo>
                  <a:lnTo>
                    <a:pt x="408297" y="468020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BEDD4546-41FD-30C2-7DA6-812D9C4B5F1A}"/>
                </a:ext>
              </a:extLst>
            </p:cNvPr>
            <p:cNvSpPr/>
            <p:nvPr/>
          </p:nvSpPr>
          <p:spPr>
            <a:xfrm>
              <a:off x="2833276" y="4234997"/>
              <a:ext cx="324986" cy="1229382"/>
            </a:xfrm>
            <a:custGeom>
              <a:avLst/>
              <a:gdLst>
                <a:gd name="connsiteX0" fmla="*/ 272251 w 324986"/>
                <a:gd name="connsiteY0" fmla="*/ 398879 h 1229382"/>
                <a:gd name="connsiteX1" fmla="*/ 269684 w 324986"/>
                <a:gd name="connsiteY1" fmla="*/ 382113 h 1229382"/>
                <a:gd name="connsiteX2" fmla="*/ 260873 w 324986"/>
                <a:gd name="connsiteY2" fmla="*/ 408630 h 1229382"/>
                <a:gd name="connsiteX3" fmla="*/ 260104 w 324986"/>
                <a:gd name="connsiteY3" fmla="*/ 421632 h 1229382"/>
                <a:gd name="connsiteX4" fmla="*/ 264723 w 324986"/>
                <a:gd name="connsiteY4" fmla="*/ 422146 h 1229382"/>
                <a:gd name="connsiteX5" fmla="*/ 274475 w 324986"/>
                <a:gd name="connsiteY5" fmla="*/ 421205 h 1229382"/>
                <a:gd name="connsiteX6" fmla="*/ 272165 w 324986"/>
                <a:gd name="connsiteY6" fmla="*/ 398879 h 1229382"/>
                <a:gd name="connsiteX7" fmla="*/ 272165 w 324986"/>
                <a:gd name="connsiteY7" fmla="*/ 398879 h 1229382"/>
                <a:gd name="connsiteX8" fmla="*/ 324430 w 324986"/>
                <a:gd name="connsiteY8" fmla="*/ 433779 h 1229382"/>
                <a:gd name="connsiteX9" fmla="*/ 315533 w 324986"/>
                <a:gd name="connsiteY9" fmla="*/ 473384 h 1229382"/>
                <a:gd name="connsiteX10" fmla="*/ 298768 w 324986"/>
                <a:gd name="connsiteY10" fmla="*/ 476634 h 1229382"/>
                <a:gd name="connsiteX11" fmla="*/ 260703 w 324986"/>
                <a:gd name="connsiteY11" fmla="*/ 471673 h 1229382"/>
                <a:gd name="connsiteX12" fmla="*/ 258393 w 324986"/>
                <a:gd name="connsiteY12" fmla="*/ 473213 h 1229382"/>
                <a:gd name="connsiteX13" fmla="*/ 245989 w 324986"/>
                <a:gd name="connsiteY13" fmla="*/ 476292 h 1229382"/>
                <a:gd name="connsiteX14" fmla="*/ 246161 w 324986"/>
                <a:gd name="connsiteY14" fmla="*/ 478431 h 1229382"/>
                <a:gd name="connsiteX15" fmla="*/ 246930 w 324986"/>
                <a:gd name="connsiteY15" fmla="*/ 478773 h 1229382"/>
                <a:gd name="connsiteX16" fmla="*/ 247957 w 324986"/>
                <a:gd name="connsiteY16" fmla="*/ 497249 h 1229382"/>
                <a:gd name="connsiteX17" fmla="*/ 248470 w 324986"/>
                <a:gd name="connsiteY17" fmla="*/ 504606 h 1229382"/>
                <a:gd name="connsiteX18" fmla="*/ 266177 w 324986"/>
                <a:gd name="connsiteY18" fmla="*/ 557726 h 1229382"/>
                <a:gd name="connsiteX19" fmla="*/ 269941 w 324986"/>
                <a:gd name="connsiteY19" fmla="*/ 644377 h 1229382"/>
                <a:gd name="connsiteX20" fmla="*/ 248470 w 324986"/>
                <a:gd name="connsiteY20" fmla="*/ 739412 h 1229382"/>
                <a:gd name="connsiteX21" fmla="*/ 214939 w 324986"/>
                <a:gd name="connsiteY21" fmla="*/ 950010 h 1229382"/>
                <a:gd name="connsiteX22" fmla="*/ 209379 w 324986"/>
                <a:gd name="connsiteY22" fmla="*/ 1033839 h 1229382"/>
                <a:gd name="connsiteX23" fmla="*/ 216821 w 324986"/>
                <a:gd name="connsiteY23" fmla="*/ 1085077 h 1229382"/>
                <a:gd name="connsiteX24" fmla="*/ 218703 w 324986"/>
                <a:gd name="connsiteY24" fmla="*/ 1112107 h 1229382"/>
                <a:gd name="connsiteX25" fmla="*/ 228026 w 324986"/>
                <a:gd name="connsiteY25" fmla="*/ 1144698 h 1229382"/>
                <a:gd name="connsiteX26" fmla="*/ 230849 w 324986"/>
                <a:gd name="connsiteY26" fmla="*/ 1154022 h 1229382"/>
                <a:gd name="connsiteX27" fmla="*/ 238291 w 324986"/>
                <a:gd name="connsiteY27" fmla="*/ 1177288 h 1229382"/>
                <a:gd name="connsiteX28" fmla="*/ 233672 w 324986"/>
                <a:gd name="connsiteY28" fmla="*/ 1207997 h 1229382"/>
                <a:gd name="connsiteX29" fmla="*/ 233672 w 324986"/>
                <a:gd name="connsiteY29" fmla="*/ 1228527 h 1229382"/>
                <a:gd name="connsiteX30" fmla="*/ 207582 w 324986"/>
                <a:gd name="connsiteY30" fmla="*/ 1228527 h 1229382"/>
                <a:gd name="connsiteX31" fmla="*/ 204760 w 324986"/>
                <a:gd name="connsiteY31" fmla="*/ 1198673 h 1229382"/>
                <a:gd name="connsiteX32" fmla="*/ 181493 w 324986"/>
                <a:gd name="connsiteY32" fmla="*/ 1212616 h 1229382"/>
                <a:gd name="connsiteX33" fmla="*/ 174992 w 324986"/>
                <a:gd name="connsiteY33" fmla="*/ 1221940 h 1229382"/>
                <a:gd name="connsiteX34" fmla="*/ 133078 w 324986"/>
                <a:gd name="connsiteY34" fmla="*/ 1229382 h 1229382"/>
                <a:gd name="connsiteX35" fmla="*/ 90222 w 324986"/>
                <a:gd name="connsiteY35" fmla="*/ 1221940 h 1229382"/>
                <a:gd name="connsiteX36" fmla="*/ 119135 w 324986"/>
                <a:gd name="connsiteY36" fmla="*/ 1207056 h 1229382"/>
                <a:gd name="connsiteX37" fmla="*/ 121016 w 324986"/>
                <a:gd name="connsiteY37" fmla="*/ 1179085 h 1229382"/>
                <a:gd name="connsiteX38" fmla="*/ 116312 w 324986"/>
                <a:gd name="connsiteY38" fmla="*/ 1110140 h 1229382"/>
                <a:gd name="connsiteX39" fmla="*/ 122812 w 324986"/>
                <a:gd name="connsiteY39" fmla="*/ 998340 h 1229382"/>
                <a:gd name="connsiteX40" fmla="*/ 101343 w 324986"/>
                <a:gd name="connsiteY40" fmla="*/ 872597 h 1229382"/>
                <a:gd name="connsiteX41" fmla="*/ 52927 w 324986"/>
                <a:gd name="connsiteY41" fmla="*/ 706736 h 1229382"/>
                <a:gd name="connsiteX42" fmla="*/ 35220 w 324986"/>
                <a:gd name="connsiteY42" fmla="*/ 638732 h 1229382"/>
                <a:gd name="connsiteX43" fmla="*/ 36162 w 324986"/>
                <a:gd name="connsiteY43" fmla="*/ 558581 h 1229382"/>
                <a:gd name="connsiteX44" fmla="*/ 63192 w 324986"/>
                <a:gd name="connsiteY44" fmla="*/ 507343 h 1229382"/>
                <a:gd name="connsiteX45" fmla="*/ 73884 w 324986"/>
                <a:gd name="connsiteY45" fmla="*/ 487840 h 1229382"/>
                <a:gd name="connsiteX46" fmla="*/ 75253 w 324986"/>
                <a:gd name="connsiteY46" fmla="*/ 474752 h 1229382"/>
                <a:gd name="connsiteX47" fmla="*/ 69607 w 324986"/>
                <a:gd name="connsiteY47" fmla="*/ 472699 h 1229382"/>
                <a:gd name="connsiteX48" fmla="*/ 61224 w 324986"/>
                <a:gd name="connsiteY48" fmla="*/ 464830 h 1229382"/>
                <a:gd name="connsiteX49" fmla="*/ 51473 w 324986"/>
                <a:gd name="connsiteY49" fmla="*/ 473726 h 1229382"/>
                <a:gd name="connsiteX50" fmla="*/ 21192 w 324986"/>
                <a:gd name="connsiteY50" fmla="*/ 472529 h 1229382"/>
                <a:gd name="connsiteX51" fmla="*/ 6736 w 324986"/>
                <a:gd name="connsiteY51" fmla="*/ 450202 h 1229382"/>
                <a:gd name="connsiteX52" fmla="*/ 5367 w 324986"/>
                <a:gd name="connsiteY52" fmla="*/ 425482 h 1229382"/>
                <a:gd name="connsiteX53" fmla="*/ 14263 w 324986"/>
                <a:gd name="connsiteY53" fmla="*/ 395457 h 1229382"/>
                <a:gd name="connsiteX54" fmla="*/ 21107 w 324986"/>
                <a:gd name="connsiteY54" fmla="*/ 355082 h 1229382"/>
                <a:gd name="connsiteX55" fmla="*/ 1946 w 324986"/>
                <a:gd name="connsiteY55" fmla="*/ 346358 h 1229382"/>
                <a:gd name="connsiteX56" fmla="*/ 63 w 324986"/>
                <a:gd name="connsiteY56" fmla="*/ 339514 h 1229382"/>
                <a:gd name="connsiteX57" fmla="*/ 44202 w 324986"/>
                <a:gd name="connsiteY57" fmla="*/ 230195 h 1229382"/>
                <a:gd name="connsiteX58" fmla="*/ 113746 w 324986"/>
                <a:gd name="connsiteY58" fmla="*/ 195380 h 1229382"/>
                <a:gd name="connsiteX59" fmla="*/ 126748 w 324986"/>
                <a:gd name="connsiteY59" fmla="*/ 180497 h 1229382"/>
                <a:gd name="connsiteX60" fmla="*/ 134275 w 324986"/>
                <a:gd name="connsiteY60" fmla="*/ 171258 h 1229382"/>
                <a:gd name="connsiteX61" fmla="*/ 134104 w 324986"/>
                <a:gd name="connsiteY61" fmla="*/ 140635 h 1229382"/>
                <a:gd name="connsiteX62" fmla="*/ 113403 w 324986"/>
                <a:gd name="connsiteY62" fmla="*/ 99148 h 1229382"/>
                <a:gd name="connsiteX63" fmla="*/ 176531 w 324986"/>
                <a:gd name="connsiteY63" fmla="*/ 8 h 1229382"/>
                <a:gd name="connsiteX64" fmla="*/ 234185 w 324986"/>
                <a:gd name="connsiteY64" fmla="*/ 43291 h 1229382"/>
                <a:gd name="connsiteX65" fmla="*/ 235126 w 324986"/>
                <a:gd name="connsiteY65" fmla="*/ 86574 h 1229382"/>
                <a:gd name="connsiteX66" fmla="*/ 230593 w 324986"/>
                <a:gd name="connsiteY66" fmla="*/ 109156 h 1229382"/>
                <a:gd name="connsiteX67" fmla="*/ 226059 w 324986"/>
                <a:gd name="connsiteY67" fmla="*/ 131739 h 1229382"/>
                <a:gd name="connsiteX68" fmla="*/ 211602 w 324986"/>
                <a:gd name="connsiteY68" fmla="*/ 146110 h 1229382"/>
                <a:gd name="connsiteX69" fmla="*/ 210662 w 324986"/>
                <a:gd name="connsiteY69" fmla="*/ 156032 h 1229382"/>
                <a:gd name="connsiteX70" fmla="*/ 207070 w 324986"/>
                <a:gd name="connsiteY70" fmla="*/ 159625 h 1229382"/>
                <a:gd name="connsiteX71" fmla="*/ 204589 w 324986"/>
                <a:gd name="connsiteY71" fmla="*/ 163047 h 1229382"/>
                <a:gd name="connsiteX72" fmla="*/ 213057 w 324986"/>
                <a:gd name="connsiteY72" fmla="*/ 163731 h 1229382"/>
                <a:gd name="connsiteX73" fmla="*/ 234185 w 324986"/>
                <a:gd name="connsiteY73" fmla="*/ 189820 h 1229382"/>
                <a:gd name="connsiteX74" fmla="*/ 235383 w 324986"/>
                <a:gd name="connsiteY74" fmla="*/ 195380 h 1229382"/>
                <a:gd name="connsiteX75" fmla="*/ 270198 w 324986"/>
                <a:gd name="connsiteY75" fmla="*/ 217107 h 1229382"/>
                <a:gd name="connsiteX76" fmla="*/ 298768 w 324986"/>
                <a:gd name="connsiteY76" fmla="*/ 233274 h 1229382"/>
                <a:gd name="connsiteX77" fmla="*/ 309289 w 324986"/>
                <a:gd name="connsiteY77" fmla="*/ 266806 h 1229382"/>
                <a:gd name="connsiteX78" fmla="*/ 312368 w 324986"/>
                <a:gd name="connsiteY78" fmla="*/ 301620 h 1229382"/>
                <a:gd name="connsiteX79" fmla="*/ 319810 w 324986"/>
                <a:gd name="connsiteY79" fmla="*/ 330191 h 1229382"/>
                <a:gd name="connsiteX80" fmla="*/ 316133 w 324986"/>
                <a:gd name="connsiteY80" fmla="*/ 341995 h 1229382"/>
                <a:gd name="connsiteX81" fmla="*/ 319212 w 324986"/>
                <a:gd name="connsiteY81" fmla="*/ 355681 h 1229382"/>
                <a:gd name="connsiteX82" fmla="*/ 315790 w 324986"/>
                <a:gd name="connsiteY82" fmla="*/ 357820 h 1229382"/>
                <a:gd name="connsiteX83" fmla="*/ 321522 w 324986"/>
                <a:gd name="connsiteY83" fmla="*/ 382455 h 1229382"/>
                <a:gd name="connsiteX84" fmla="*/ 324344 w 324986"/>
                <a:gd name="connsiteY84" fmla="*/ 433693 h 1229382"/>
                <a:gd name="connsiteX85" fmla="*/ 324344 w 324986"/>
                <a:gd name="connsiteY85" fmla="*/ 433693 h 1229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324986" h="1229382">
                  <a:moveTo>
                    <a:pt x="272251" y="398879"/>
                  </a:moveTo>
                  <a:cubicBezTo>
                    <a:pt x="272251" y="394517"/>
                    <a:pt x="270967" y="386903"/>
                    <a:pt x="269684" y="382113"/>
                  </a:cubicBezTo>
                  <a:cubicBezTo>
                    <a:pt x="266262" y="391095"/>
                    <a:pt x="262242" y="402300"/>
                    <a:pt x="260873" y="408630"/>
                  </a:cubicBezTo>
                  <a:cubicBezTo>
                    <a:pt x="259932" y="413250"/>
                    <a:pt x="259761" y="417527"/>
                    <a:pt x="260104" y="421632"/>
                  </a:cubicBezTo>
                  <a:cubicBezTo>
                    <a:pt x="261387" y="421632"/>
                    <a:pt x="263012" y="421718"/>
                    <a:pt x="264723" y="422146"/>
                  </a:cubicBezTo>
                  <a:cubicBezTo>
                    <a:pt x="268915" y="423087"/>
                    <a:pt x="274047" y="422573"/>
                    <a:pt x="274475" y="421205"/>
                  </a:cubicBezTo>
                  <a:cubicBezTo>
                    <a:pt x="274902" y="419836"/>
                    <a:pt x="272165" y="403498"/>
                    <a:pt x="272165" y="398879"/>
                  </a:cubicBezTo>
                  <a:lnTo>
                    <a:pt x="272165" y="398879"/>
                  </a:lnTo>
                  <a:close/>
                  <a:moveTo>
                    <a:pt x="324430" y="433779"/>
                  </a:moveTo>
                  <a:cubicBezTo>
                    <a:pt x="322120" y="446781"/>
                    <a:pt x="320665" y="467824"/>
                    <a:pt x="315533" y="473384"/>
                  </a:cubicBezTo>
                  <a:cubicBezTo>
                    <a:pt x="310401" y="479029"/>
                    <a:pt x="305782" y="478516"/>
                    <a:pt x="298768" y="476634"/>
                  </a:cubicBezTo>
                  <a:cubicBezTo>
                    <a:pt x="292695" y="475009"/>
                    <a:pt x="268658" y="473042"/>
                    <a:pt x="260703" y="471673"/>
                  </a:cubicBezTo>
                  <a:lnTo>
                    <a:pt x="258393" y="473213"/>
                  </a:lnTo>
                  <a:cubicBezTo>
                    <a:pt x="252149" y="476891"/>
                    <a:pt x="249069" y="476292"/>
                    <a:pt x="245989" y="476292"/>
                  </a:cubicBezTo>
                  <a:cubicBezTo>
                    <a:pt x="245989" y="476292"/>
                    <a:pt x="245989" y="477148"/>
                    <a:pt x="246161" y="478431"/>
                  </a:cubicBezTo>
                  <a:lnTo>
                    <a:pt x="246930" y="478773"/>
                  </a:lnTo>
                  <a:cubicBezTo>
                    <a:pt x="248642" y="480227"/>
                    <a:pt x="249839" y="492459"/>
                    <a:pt x="247957" y="497249"/>
                  </a:cubicBezTo>
                  <a:cubicBezTo>
                    <a:pt x="248299" y="500842"/>
                    <a:pt x="248470" y="503750"/>
                    <a:pt x="248470" y="504606"/>
                  </a:cubicBezTo>
                  <a:cubicBezTo>
                    <a:pt x="248470" y="507428"/>
                    <a:pt x="263354" y="536255"/>
                    <a:pt x="266177" y="557726"/>
                  </a:cubicBezTo>
                  <a:cubicBezTo>
                    <a:pt x="269000" y="579196"/>
                    <a:pt x="272678" y="625730"/>
                    <a:pt x="269941" y="644377"/>
                  </a:cubicBezTo>
                  <a:cubicBezTo>
                    <a:pt x="267119" y="663025"/>
                    <a:pt x="259676" y="684410"/>
                    <a:pt x="248470" y="739412"/>
                  </a:cubicBezTo>
                  <a:cubicBezTo>
                    <a:pt x="237264" y="794414"/>
                    <a:pt x="218617" y="922980"/>
                    <a:pt x="214939" y="950010"/>
                  </a:cubicBezTo>
                  <a:cubicBezTo>
                    <a:pt x="211261" y="977041"/>
                    <a:pt x="208438" y="1022719"/>
                    <a:pt x="209379" y="1033839"/>
                  </a:cubicBezTo>
                  <a:cubicBezTo>
                    <a:pt x="210320" y="1045045"/>
                    <a:pt x="215879" y="1076694"/>
                    <a:pt x="216821" y="1085077"/>
                  </a:cubicBezTo>
                  <a:cubicBezTo>
                    <a:pt x="217762" y="1093460"/>
                    <a:pt x="219644" y="1102784"/>
                    <a:pt x="218703" y="1112107"/>
                  </a:cubicBezTo>
                  <a:cubicBezTo>
                    <a:pt x="217762" y="1121431"/>
                    <a:pt x="225204" y="1135374"/>
                    <a:pt x="228026" y="1144698"/>
                  </a:cubicBezTo>
                  <a:cubicBezTo>
                    <a:pt x="230849" y="1154022"/>
                    <a:pt x="227086" y="1149317"/>
                    <a:pt x="230849" y="1154022"/>
                  </a:cubicBezTo>
                  <a:cubicBezTo>
                    <a:pt x="234613" y="1158641"/>
                    <a:pt x="240173" y="1172669"/>
                    <a:pt x="238291" y="1177288"/>
                  </a:cubicBezTo>
                  <a:cubicBezTo>
                    <a:pt x="236409" y="1181908"/>
                    <a:pt x="234613" y="1192173"/>
                    <a:pt x="233672" y="1207997"/>
                  </a:cubicBezTo>
                  <a:cubicBezTo>
                    <a:pt x="232731" y="1223822"/>
                    <a:pt x="233672" y="1228527"/>
                    <a:pt x="233672" y="1228527"/>
                  </a:cubicBezTo>
                  <a:lnTo>
                    <a:pt x="207582" y="1228527"/>
                  </a:lnTo>
                  <a:cubicBezTo>
                    <a:pt x="207582" y="1228527"/>
                    <a:pt x="212202" y="1198673"/>
                    <a:pt x="204760" y="1198673"/>
                  </a:cubicBezTo>
                  <a:cubicBezTo>
                    <a:pt x="197318" y="1198673"/>
                    <a:pt x="186112" y="1207997"/>
                    <a:pt x="181493" y="1212616"/>
                  </a:cubicBezTo>
                  <a:cubicBezTo>
                    <a:pt x="176788" y="1217321"/>
                    <a:pt x="177729" y="1218177"/>
                    <a:pt x="174992" y="1221940"/>
                  </a:cubicBezTo>
                  <a:cubicBezTo>
                    <a:pt x="172169" y="1225618"/>
                    <a:pt x="152667" y="1229382"/>
                    <a:pt x="133078" y="1229382"/>
                  </a:cubicBezTo>
                  <a:cubicBezTo>
                    <a:pt x="113489" y="1229382"/>
                    <a:pt x="90222" y="1226559"/>
                    <a:pt x="90222" y="1221940"/>
                  </a:cubicBezTo>
                  <a:cubicBezTo>
                    <a:pt x="90222" y="1217321"/>
                    <a:pt x="106988" y="1209794"/>
                    <a:pt x="119135" y="1207056"/>
                  </a:cubicBezTo>
                  <a:cubicBezTo>
                    <a:pt x="119135" y="1207056"/>
                    <a:pt x="121016" y="1186527"/>
                    <a:pt x="121016" y="1179085"/>
                  </a:cubicBezTo>
                  <a:cubicBezTo>
                    <a:pt x="121016" y="1171643"/>
                    <a:pt x="115370" y="1121346"/>
                    <a:pt x="116312" y="1110140"/>
                  </a:cubicBezTo>
                  <a:cubicBezTo>
                    <a:pt x="117253" y="1098934"/>
                    <a:pt x="124695" y="1015106"/>
                    <a:pt x="122812" y="998340"/>
                  </a:cubicBezTo>
                  <a:cubicBezTo>
                    <a:pt x="120931" y="981574"/>
                    <a:pt x="106047" y="894923"/>
                    <a:pt x="101343" y="872597"/>
                  </a:cubicBezTo>
                  <a:cubicBezTo>
                    <a:pt x="96723" y="850185"/>
                    <a:pt x="57547" y="724442"/>
                    <a:pt x="52927" y="706736"/>
                  </a:cubicBezTo>
                  <a:cubicBezTo>
                    <a:pt x="48308" y="689029"/>
                    <a:pt x="37188" y="650707"/>
                    <a:pt x="35220" y="638732"/>
                  </a:cubicBezTo>
                  <a:cubicBezTo>
                    <a:pt x="31457" y="616321"/>
                    <a:pt x="30430" y="579282"/>
                    <a:pt x="36162" y="558581"/>
                  </a:cubicBezTo>
                  <a:cubicBezTo>
                    <a:pt x="43604" y="531551"/>
                    <a:pt x="54809" y="525049"/>
                    <a:pt x="63192" y="507343"/>
                  </a:cubicBezTo>
                  <a:cubicBezTo>
                    <a:pt x="68923" y="495196"/>
                    <a:pt x="72516" y="490492"/>
                    <a:pt x="73884" y="487840"/>
                  </a:cubicBezTo>
                  <a:cubicBezTo>
                    <a:pt x="73029" y="483221"/>
                    <a:pt x="74569" y="475437"/>
                    <a:pt x="75253" y="474752"/>
                  </a:cubicBezTo>
                  <a:cubicBezTo>
                    <a:pt x="73371" y="474496"/>
                    <a:pt x="71574" y="473983"/>
                    <a:pt x="69607" y="472699"/>
                  </a:cubicBezTo>
                  <a:cubicBezTo>
                    <a:pt x="65244" y="469962"/>
                    <a:pt x="64304" y="469534"/>
                    <a:pt x="61224" y="464830"/>
                  </a:cubicBezTo>
                  <a:cubicBezTo>
                    <a:pt x="59343" y="467824"/>
                    <a:pt x="55921" y="472443"/>
                    <a:pt x="51473" y="473726"/>
                  </a:cubicBezTo>
                  <a:cubicBezTo>
                    <a:pt x="46597" y="475095"/>
                    <a:pt x="27009" y="479799"/>
                    <a:pt x="21192" y="472529"/>
                  </a:cubicBezTo>
                  <a:cubicBezTo>
                    <a:pt x="15375" y="465257"/>
                    <a:pt x="8190" y="454137"/>
                    <a:pt x="6736" y="450202"/>
                  </a:cubicBezTo>
                  <a:cubicBezTo>
                    <a:pt x="5367" y="446268"/>
                    <a:pt x="4426" y="429246"/>
                    <a:pt x="5367" y="425482"/>
                  </a:cubicBezTo>
                  <a:cubicBezTo>
                    <a:pt x="6308" y="421718"/>
                    <a:pt x="12382" y="400076"/>
                    <a:pt x="14263" y="395457"/>
                  </a:cubicBezTo>
                  <a:cubicBezTo>
                    <a:pt x="15974" y="391180"/>
                    <a:pt x="20336" y="360557"/>
                    <a:pt x="21107" y="355082"/>
                  </a:cubicBezTo>
                  <a:cubicBezTo>
                    <a:pt x="12894" y="352431"/>
                    <a:pt x="3913" y="348838"/>
                    <a:pt x="1946" y="346358"/>
                  </a:cubicBezTo>
                  <a:cubicBezTo>
                    <a:pt x="-535" y="343278"/>
                    <a:pt x="63" y="339514"/>
                    <a:pt x="63" y="339514"/>
                  </a:cubicBezTo>
                  <a:cubicBezTo>
                    <a:pt x="63" y="339514"/>
                    <a:pt x="36760" y="236439"/>
                    <a:pt x="44202" y="230195"/>
                  </a:cubicBezTo>
                  <a:cubicBezTo>
                    <a:pt x="51644" y="224036"/>
                    <a:pt x="105704" y="201026"/>
                    <a:pt x="113746" y="195380"/>
                  </a:cubicBezTo>
                  <a:cubicBezTo>
                    <a:pt x="121786" y="189820"/>
                    <a:pt x="124267" y="184859"/>
                    <a:pt x="126748" y="180497"/>
                  </a:cubicBezTo>
                  <a:cubicBezTo>
                    <a:pt x="128117" y="178101"/>
                    <a:pt x="131196" y="174423"/>
                    <a:pt x="134275" y="171258"/>
                  </a:cubicBezTo>
                  <a:cubicBezTo>
                    <a:pt x="134788" y="164671"/>
                    <a:pt x="136414" y="142945"/>
                    <a:pt x="134104" y="140635"/>
                  </a:cubicBezTo>
                  <a:cubicBezTo>
                    <a:pt x="131366" y="137898"/>
                    <a:pt x="115200" y="115401"/>
                    <a:pt x="113403" y="99148"/>
                  </a:cubicBezTo>
                  <a:cubicBezTo>
                    <a:pt x="111607" y="82896"/>
                    <a:pt x="112462" y="-933"/>
                    <a:pt x="176531" y="8"/>
                  </a:cubicBezTo>
                  <a:cubicBezTo>
                    <a:pt x="210833" y="522"/>
                    <a:pt x="227000" y="23446"/>
                    <a:pt x="234185" y="43291"/>
                  </a:cubicBezTo>
                  <a:cubicBezTo>
                    <a:pt x="241371" y="63136"/>
                    <a:pt x="236923" y="81185"/>
                    <a:pt x="235126" y="86574"/>
                  </a:cubicBezTo>
                  <a:cubicBezTo>
                    <a:pt x="233330" y="91963"/>
                    <a:pt x="231534" y="101031"/>
                    <a:pt x="230593" y="109156"/>
                  </a:cubicBezTo>
                  <a:cubicBezTo>
                    <a:pt x="229737" y="117283"/>
                    <a:pt x="234185" y="120875"/>
                    <a:pt x="226059" y="131739"/>
                  </a:cubicBezTo>
                  <a:cubicBezTo>
                    <a:pt x="217933" y="142517"/>
                    <a:pt x="211602" y="146110"/>
                    <a:pt x="211602" y="146110"/>
                  </a:cubicBezTo>
                  <a:cubicBezTo>
                    <a:pt x="211602" y="146110"/>
                    <a:pt x="214340" y="152439"/>
                    <a:pt x="210662" y="156032"/>
                  </a:cubicBezTo>
                  <a:lnTo>
                    <a:pt x="207070" y="159625"/>
                  </a:lnTo>
                  <a:lnTo>
                    <a:pt x="204589" y="163047"/>
                  </a:lnTo>
                  <a:cubicBezTo>
                    <a:pt x="208609" y="163132"/>
                    <a:pt x="211688" y="163389"/>
                    <a:pt x="213057" y="163731"/>
                  </a:cubicBezTo>
                  <a:cubicBezTo>
                    <a:pt x="213057" y="163731"/>
                    <a:pt x="232903" y="184175"/>
                    <a:pt x="234185" y="189820"/>
                  </a:cubicBezTo>
                  <a:lnTo>
                    <a:pt x="235383" y="195380"/>
                  </a:lnTo>
                  <a:cubicBezTo>
                    <a:pt x="235383" y="195380"/>
                    <a:pt x="255912" y="209066"/>
                    <a:pt x="270198" y="217107"/>
                  </a:cubicBezTo>
                  <a:cubicBezTo>
                    <a:pt x="284482" y="225148"/>
                    <a:pt x="296886" y="229511"/>
                    <a:pt x="298768" y="233274"/>
                  </a:cubicBezTo>
                  <a:cubicBezTo>
                    <a:pt x="300649" y="236952"/>
                    <a:pt x="309973" y="252521"/>
                    <a:pt x="309289" y="266806"/>
                  </a:cubicBezTo>
                  <a:cubicBezTo>
                    <a:pt x="308691" y="281091"/>
                    <a:pt x="312368" y="295975"/>
                    <a:pt x="312368" y="301620"/>
                  </a:cubicBezTo>
                  <a:cubicBezTo>
                    <a:pt x="312368" y="307266"/>
                    <a:pt x="318612" y="322749"/>
                    <a:pt x="319810" y="330191"/>
                  </a:cubicBezTo>
                  <a:cubicBezTo>
                    <a:pt x="321093" y="337633"/>
                    <a:pt x="315448" y="336349"/>
                    <a:pt x="316133" y="341995"/>
                  </a:cubicBezTo>
                  <a:cubicBezTo>
                    <a:pt x="316731" y="347555"/>
                    <a:pt x="321692" y="353115"/>
                    <a:pt x="319212" y="355681"/>
                  </a:cubicBezTo>
                  <a:cubicBezTo>
                    <a:pt x="318784" y="356109"/>
                    <a:pt x="317586" y="356879"/>
                    <a:pt x="315790" y="357820"/>
                  </a:cubicBezTo>
                  <a:cubicBezTo>
                    <a:pt x="316988" y="361840"/>
                    <a:pt x="321179" y="376810"/>
                    <a:pt x="321522" y="382455"/>
                  </a:cubicBezTo>
                  <a:cubicBezTo>
                    <a:pt x="322034" y="388956"/>
                    <a:pt x="326654" y="420692"/>
                    <a:pt x="324344" y="433693"/>
                  </a:cubicBezTo>
                  <a:lnTo>
                    <a:pt x="324344" y="433693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2D36E6D9-7827-7E5D-AE60-D2F8474E140B}"/>
                </a:ext>
              </a:extLst>
            </p:cNvPr>
            <p:cNvSpPr/>
            <p:nvPr/>
          </p:nvSpPr>
          <p:spPr>
            <a:xfrm>
              <a:off x="2466791" y="4303074"/>
              <a:ext cx="287136" cy="1170053"/>
            </a:xfrm>
            <a:custGeom>
              <a:avLst/>
              <a:gdLst>
                <a:gd name="connsiteX0" fmla="*/ 256202 w 287136"/>
                <a:gd name="connsiteY0" fmla="*/ 1107159 h 1170053"/>
                <a:gd name="connsiteX1" fmla="*/ 267665 w 287136"/>
                <a:gd name="connsiteY1" fmla="*/ 1130426 h 1170053"/>
                <a:gd name="connsiteX2" fmla="*/ 283062 w 287136"/>
                <a:gd name="connsiteY2" fmla="*/ 1139664 h 1170053"/>
                <a:gd name="connsiteX3" fmla="*/ 282206 w 287136"/>
                <a:gd name="connsiteY3" fmla="*/ 1164299 h 1170053"/>
                <a:gd name="connsiteX4" fmla="*/ 257999 w 287136"/>
                <a:gd name="connsiteY4" fmla="*/ 1170031 h 1170053"/>
                <a:gd name="connsiteX5" fmla="*/ 225836 w 287136"/>
                <a:gd name="connsiteY5" fmla="*/ 1163444 h 1170053"/>
                <a:gd name="connsiteX6" fmla="*/ 223612 w 287136"/>
                <a:gd name="connsiteY6" fmla="*/ 1144540 h 1170053"/>
                <a:gd name="connsiteX7" fmla="*/ 214374 w 287136"/>
                <a:gd name="connsiteY7" fmla="*/ 1122556 h 1170053"/>
                <a:gd name="connsiteX8" fmla="*/ 212150 w 287136"/>
                <a:gd name="connsiteY8" fmla="*/ 1168320 h 1170053"/>
                <a:gd name="connsiteX9" fmla="*/ 202911 w 287136"/>
                <a:gd name="connsiteY9" fmla="*/ 1168320 h 1170053"/>
                <a:gd name="connsiteX10" fmla="*/ 194528 w 287136"/>
                <a:gd name="connsiteY10" fmla="*/ 1108442 h 1170053"/>
                <a:gd name="connsiteX11" fmla="*/ 189653 w 287136"/>
                <a:gd name="connsiteY11" fmla="*/ 1067468 h 1170053"/>
                <a:gd name="connsiteX12" fmla="*/ 207702 w 287136"/>
                <a:gd name="connsiteY12" fmla="*/ 1043261 h 1170053"/>
                <a:gd name="connsiteX13" fmla="*/ 196240 w 287136"/>
                <a:gd name="connsiteY13" fmla="*/ 953445 h 1170053"/>
                <a:gd name="connsiteX14" fmla="*/ 183066 w 287136"/>
                <a:gd name="connsiteY14" fmla="*/ 883473 h 1170053"/>
                <a:gd name="connsiteX15" fmla="*/ 187001 w 287136"/>
                <a:gd name="connsiteY15" fmla="*/ 839933 h 1170053"/>
                <a:gd name="connsiteX16" fmla="*/ 175539 w 287136"/>
                <a:gd name="connsiteY16" fmla="*/ 788439 h 1170053"/>
                <a:gd name="connsiteX17" fmla="*/ 171091 w 287136"/>
                <a:gd name="connsiteY17" fmla="*/ 743958 h 1170053"/>
                <a:gd name="connsiteX18" fmla="*/ 159629 w 287136"/>
                <a:gd name="connsiteY18" fmla="*/ 709144 h 1170053"/>
                <a:gd name="connsiteX19" fmla="*/ 156036 w 287136"/>
                <a:gd name="connsiteY19" fmla="*/ 694345 h 1170053"/>
                <a:gd name="connsiteX20" fmla="*/ 129005 w 287136"/>
                <a:gd name="connsiteY20" fmla="*/ 694089 h 1170053"/>
                <a:gd name="connsiteX21" fmla="*/ 117800 w 287136"/>
                <a:gd name="connsiteY21" fmla="*/ 756704 h 1170053"/>
                <a:gd name="connsiteX22" fmla="*/ 115147 w 287136"/>
                <a:gd name="connsiteY22" fmla="*/ 789294 h 1170053"/>
                <a:gd name="connsiteX23" fmla="*/ 108134 w 287136"/>
                <a:gd name="connsiteY23" fmla="*/ 823596 h 1170053"/>
                <a:gd name="connsiteX24" fmla="*/ 97184 w 287136"/>
                <a:gd name="connsiteY24" fmla="*/ 859265 h 1170053"/>
                <a:gd name="connsiteX25" fmla="*/ 87091 w 287136"/>
                <a:gd name="connsiteY25" fmla="*/ 938903 h 1170053"/>
                <a:gd name="connsiteX26" fmla="*/ 79649 w 287136"/>
                <a:gd name="connsiteY26" fmla="*/ 1019053 h 1170053"/>
                <a:gd name="connsiteX27" fmla="*/ 87518 w 287136"/>
                <a:gd name="connsiteY27" fmla="*/ 1050275 h 1170053"/>
                <a:gd name="connsiteX28" fmla="*/ 90598 w 287136"/>
                <a:gd name="connsiteY28" fmla="*/ 1071831 h 1170053"/>
                <a:gd name="connsiteX29" fmla="*/ 99837 w 287136"/>
                <a:gd name="connsiteY29" fmla="*/ 1098691 h 1170053"/>
                <a:gd name="connsiteX30" fmla="*/ 116602 w 287136"/>
                <a:gd name="connsiteY30" fmla="*/ 1139151 h 1170053"/>
                <a:gd name="connsiteX31" fmla="*/ 112667 w 287136"/>
                <a:gd name="connsiteY31" fmla="*/ 1166866 h 1170053"/>
                <a:gd name="connsiteX32" fmla="*/ 59377 w 287136"/>
                <a:gd name="connsiteY32" fmla="*/ 1168662 h 1170053"/>
                <a:gd name="connsiteX33" fmla="*/ 53645 w 287136"/>
                <a:gd name="connsiteY33" fmla="*/ 1151981 h 1170053"/>
                <a:gd name="connsiteX34" fmla="*/ 48769 w 287136"/>
                <a:gd name="connsiteY34" fmla="*/ 1118536 h 1170053"/>
                <a:gd name="connsiteX35" fmla="*/ 38676 w 287136"/>
                <a:gd name="connsiteY35" fmla="*/ 1085090 h 1170053"/>
                <a:gd name="connsiteX36" fmla="*/ 48342 w 287136"/>
                <a:gd name="connsiteY36" fmla="*/ 1039754 h 1170053"/>
                <a:gd name="connsiteX37" fmla="*/ 47058 w 287136"/>
                <a:gd name="connsiteY37" fmla="*/ 1023929 h 1170053"/>
                <a:gd name="connsiteX38" fmla="*/ 32089 w 287136"/>
                <a:gd name="connsiteY38" fmla="*/ 957037 h 1170053"/>
                <a:gd name="connsiteX39" fmla="*/ 27214 w 287136"/>
                <a:gd name="connsiteY39" fmla="*/ 837709 h 1170053"/>
                <a:gd name="connsiteX40" fmla="*/ 39531 w 287136"/>
                <a:gd name="connsiteY40" fmla="*/ 773041 h 1170053"/>
                <a:gd name="connsiteX41" fmla="*/ 26700 w 287136"/>
                <a:gd name="connsiteY41" fmla="*/ 689042 h 1170053"/>
                <a:gd name="connsiteX42" fmla="*/ 8651 w 287136"/>
                <a:gd name="connsiteY42" fmla="*/ 686048 h 1170053"/>
                <a:gd name="connsiteX43" fmla="*/ 6941 w 287136"/>
                <a:gd name="connsiteY43" fmla="*/ 685877 h 1170053"/>
                <a:gd name="connsiteX44" fmla="*/ 7882 w 287136"/>
                <a:gd name="connsiteY44" fmla="*/ 685877 h 1170053"/>
                <a:gd name="connsiteX45" fmla="*/ 5829 w 287136"/>
                <a:gd name="connsiteY45" fmla="*/ 684679 h 1170053"/>
                <a:gd name="connsiteX46" fmla="*/ 17034 w 287136"/>
                <a:gd name="connsiteY46" fmla="*/ 542085 h 1170053"/>
                <a:gd name="connsiteX47" fmla="*/ 16607 w 287136"/>
                <a:gd name="connsiteY47" fmla="*/ 495551 h 1170053"/>
                <a:gd name="connsiteX48" fmla="*/ 24818 w 287136"/>
                <a:gd name="connsiteY48" fmla="*/ 470317 h 1170053"/>
                <a:gd name="connsiteX49" fmla="*/ 30977 w 287136"/>
                <a:gd name="connsiteY49" fmla="*/ 454578 h 1170053"/>
                <a:gd name="connsiteX50" fmla="*/ 29865 w 287136"/>
                <a:gd name="connsiteY50" fmla="*/ 447478 h 1170053"/>
                <a:gd name="connsiteX51" fmla="*/ 27555 w 287136"/>
                <a:gd name="connsiteY51" fmla="*/ 440464 h 1170053"/>
                <a:gd name="connsiteX52" fmla="*/ 22851 w 287136"/>
                <a:gd name="connsiteY52" fmla="*/ 416085 h 1170053"/>
                <a:gd name="connsiteX53" fmla="*/ 20798 w 287136"/>
                <a:gd name="connsiteY53" fmla="*/ 397608 h 1170053"/>
                <a:gd name="connsiteX54" fmla="*/ 11730 w 287136"/>
                <a:gd name="connsiteY54" fmla="*/ 361254 h 1170053"/>
                <a:gd name="connsiteX55" fmla="*/ 12 w 287136"/>
                <a:gd name="connsiteY55" fmla="*/ 296416 h 1170053"/>
                <a:gd name="connsiteX56" fmla="*/ 1637 w 287136"/>
                <a:gd name="connsiteY56" fmla="*/ 260232 h 1170053"/>
                <a:gd name="connsiteX57" fmla="*/ 9934 w 287136"/>
                <a:gd name="connsiteY57" fmla="*/ 225760 h 1170053"/>
                <a:gd name="connsiteX58" fmla="*/ 24647 w 287136"/>
                <a:gd name="connsiteY58" fmla="*/ 211132 h 1170053"/>
                <a:gd name="connsiteX59" fmla="*/ 24647 w 287136"/>
                <a:gd name="connsiteY59" fmla="*/ 211132 h 1170053"/>
                <a:gd name="connsiteX60" fmla="*/ 26614 w 287136"/>
                <a:gd name="connsiteY60" fmla="*/ 208738 h 1170053"/>
                <a:gd name="connsiteX61" fmla="*/ 67674 w 287136"/>
                <a:gd name="connsiteY61" fmla="*/ 188807 h 1170053"/>
                <a:gd name="connsiteX62" fmla="*/ 76399 w 287136"/>
                <a:gd name="connsiteY62" fmla="*/ 187780 h 1170053"/>
                <a:gd name="connsiteX63" fmla="*/ 101975 w 287136"/>
                <a:gd name="connsiteY63" fmla="*/ 169732 h 1170053"/>
                <a:gd name="connsiteX64" fmla="*/ 103771 w 287136"/>
                <a:gd name="connsiteY64" fmla="*/ 149459 h 1170053"/>
                <a:gd name="connsiteX65" fmla="*/ 82643 w 287136"/>
                <a:gd name="connsiteY65" fmla="*/ 120461 h 1170053"/>
                <a:gd name="connsiteX66" fmla="*/ 78280 w 287136"/>
                <a:gd name="connsiteY66" fmla="*/ 44758 h 1170053"/>
                <a:gd name="connsiteX67" fmla="*/ 149620 w 287136"/>
                <a:gd name="connsiteY67" fmla="*/ 705 h 1170053"/>
                <a:gd name="connsiteX68" fmla="*/ 181355 w 287136"/>
                <a:gd name="connsiteY68" fmla="*/ 13878 h 1170053"/>
                <a:gd name="connsiteX69" fmla="*/ 218309 w 287136"/>
                <a:gd name="connsiteY69" fmla="*/ 37658 h 1170053"/>
                <a:gd name="connsiteX70" fmla="*/ 226263 w 287136"/>
                <a:gd name="connsiteY70" fmla="*/ 85218 h 1170053"/>
                <a:gd name="connsiteX71" fmla="*/ 200687 w 287136"/>
                <a:gd name="connsiteY71" fmla="*/ 145951 h 1170053"/>
                <a:gd name="connsiteX72" fmla="*/ 175196 w 287136"/>
                <a:gd name="connsiteY72" fmla="*/ 159980 h 1170053"/>
                <a:gd name="connsiteX73" fmla="*/ 176052 w 287136"/>
                <a:gd name="connsiteY73" fmla="*/ 179398 h 1170053"/>
                <a:gd name="connsiteX74" fmla="*/ 180928 w 287136"/>
                <a:gd name="connsiteY74" fmla="*/ 183503 h 1170053"/>
                <a:gd name="connsiteX75" fmla="*/ 185119 w 287136"/>
                <a:gd name="connsiteY75" fmla="*/ 184102 h 1170053"/>
                <a:gd name="connsiteX76" fmla="*/ 193930 w 287136"/>
                <a:gd name="connsiteY76" fmla="*/ 186497 h 1170053"/>
                <a:gd name="connsiteX77" fmla="*/ 214460 w 287136"/>
                <a:gd name="connsiteY77" fmla="*/ 194709 h 1170053"/>
                <a:gd name="connsiteX78" fmla="*/ 214117 w 287136"/>
                <a:gd name="connsiteY78" fmla="*/ 196420 h 1170053"/>
                <a:gd name="connsiteX79" fmla="*/ 214716 w 287136"/>
                <a:gd name="connsiteY79" fmla="*/ 196163 h 1170053"/>
                <a:gd name="connsiteX80" fmla="*/ 246622 w 287136"/>
                <a:gd name="connsiteY80" fmla="*/ 203862 h 1170053"/>
                <a:gd name="connsiteX81" fmla="*/ 260309 w 287136"/>
                <a:gd name="connsiteY81" fmla="*/ 214640 h 1170053"/>
                <a:gd name="connsiteX82" fmla="*/ 270231 w 287136"/>
                <a:gd name="connsiteY82" fmla="*/ 271609 h 1170053"/>
                <a:gd name="connsiteX83" fmla="*/ 268007 w 287136"/>
                <a:gd name="connsiteY83" fmla="*/ 343804 h 1170053"/>
                <a:gd name="connsiteX84" fmla="*/ 257229 w 287136"/>
                <a:gd name="connsiteY84" fmla="*/ 407873 h 1170053"/>
                <a:gd name="connsiteX85" fmla="*/ 246622 w 287136"/>
                <a:gd name="connsiteY85" fmla="*/ 441063 h 1170053"/>
                <a:gd name="connsiteX86" fmla="*/ 237469 w 287136"/>
                <a:gd name="connsiteY86" fmla="*/ 444741 h 1170053"/>
                <a:gd name="connsiteX87" fmla="*/ 238496 w 287136"/>
                <a:gd name="connsiteY87" fmla="*/ 449959 h 1170053"/>
                <a:gd name="connsiteX88" fmla="*/ 241404 w 287136"/>
                <a:gd name="connsiteY88" fmla="*/ 459368 h 1170053"/>
                <a:gd name="connsiteX89" fmla="*/ 243714 w 287136"/>
                <a:gd name="connsiteY89" fmla="*/ 471087 h 1170053"/>
                <a:gd name="connsiteX90" fmla="*/ 247221 w 287136"/>
                <a:gd name="connsiteY90" fmla="*/ 485201 h 1170053"/>
                <a:gd name="connsiteX91" fmla="*/ 251925 w 287136"/>
                <a:gd name="connsiteY91" fmla="*/ 495209 h 1170053"/>
                <a:gd name="connsiteX92" fmla="*/ 253722 w 287136"/>
                <a:gd name="connsiteY92" fmla="*/ 513429 h 1170053"/>
                <a:gd name="connsiteX93" fmla="*/ 254920 w 287136"/>
                <a:gd name="connsiteY93" fmla="*/ 532932 h 1170053"/>
                <a:gd name="connsiteX94" fmla="*/ 256373 w 287136"/>
                <a:gd name="connsiteY94" fmla="*/ 538834 h 1170053"/>
                <a:gd name="connsiteX95" fmla="*/ 260479 w 287136"/>
                <a:gd name="connsiteY95" fmla="*/ 551751 h 1170053"/>
                <a:gd name="connsiteX96" fmla="*/ 265184 w 287136"/>
                <a:gd name="connsiteY96" fmla="*/ 565266 h 1170053"/>
                <a:gd name="connsiteX97" fmla="*/ 262874 w 287136"/>
                <a:gd name="connsiteY97" fmla="*/ 587592 h 1170053"/>
                <a:gd name="connsiteX98" fmla="*/ 263474 w 287136"/>
                <a:gd name="connsiteY98" fmla="*/ 627539 h 1170053"/>
                <a:gd name="connsiteX99" fmla="*/ 264072 w 287136"/>
                <a:gd name="connsiteY99" fmla="*/ 672704 h 1170053"/>
                <a:gd name="connsiteX100" fmla="*/ 264072 w 287136"/>
                <a:gd name="connsiteY100" fmla="*/ 690154 h 1170053"/>
                <a:gd name="connsiteX101" fmla="*/ 264329 w 287136"/>
                <a:gd name="connsiteY101" fmla="*/ 690154 h 1170053"/>
                <a:gd name="connsiteX102" fmla="*/ 264072 w 287136"/>
                <a:gd name="connsiteY102" fmla="*/ 690154 h 1170053"/>
                <a:gd name="connsiteX103" fmla="*/ 264072 w 287136"/>
                <a:gd name="connsiteY103" fmla="*/ 690838 h 1170053"/>
                <a:gd name="connsiteX104" fmla="*/ 262533 w 287136"/>
                <a:gd name="connsiteY104" fmla="*/ 690838 h 1170053"/>
                <a:gd name="connsiteX105" fmla="*/ 259538 w 287136"/>
                <a:gd name="connsiteY105" fmla="*/ 763205 h 1170053"/>
                <a:gd name="connsiteX106" fmla="*/ 255176 w 287136"/>
                <a:gd name="connsiteY106" fmla="*/ 850797 h 1170053"/>
                <a:gd name="connsiteX107" fmla="*/ 258683 w 287136"/>
                <a:gd name="connsiteY107" fmla="*/ 934882 h 1170053"/>
                <a:gd name="connsiteX108" fmla="*/ 249445 w 287136"/>
                <a:gd name="connsiteY108" fmla="*/ 1028634 h 1170053"/>
                <a:gd name="connsiteX109" fmla="*/ 251241 w 287136"/>
                <a:gd name="connsiteY109" fmla="*/ 1082353 h 1170053"/>
                <a:gd name="connsiteX110" fmla="*/ 256117 w 287136"/>
                <a:gd name="connsiteY110" fmla="*/ 1107416 h 1170053"/>
                <a:gd name="connsiteX111" fmla="*/ 256117 w 287136"/>
                <a:gd name="connsiteY111" fmla="*/ 1107416 h 1170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</a:cxnLst>
              <a:rect l="l" t="t" r="r" b="b"/>
              <a:pathLst>
                <a:path w="287136" h="1170053">
                  <a:moveTo>
                    <a:pt x="256202" y="1107159"/>
                  </a:moveTo>
                  <a:cubicBezTo>
                    <a:pt x="257485" y="1115970"/>
                    <a:pt x="265868" y="1126918"/>
                    <a:pt x="267665" y="1130426"/>
                  </a:cubicBezTo>
                  <a:cubicBezTo>
                    <a:pt x="269461" y="1133933"/>
                    <a:pt x="273824" y="1131709"/>
                    <a:pt x="283062" y="1139664"/>
                  </a:cubicBezTo>
                  <a:cubicBezTo>
                    <a:pt x="292300" y="1147619"/>
                    <a:pt x="283062" y="1162589"/>
                    <a:pt x="282206" y="1164299"/>
                  </a:cubicBezTo>
                  <a:cubicBezTo>
                    <a:pt x="281351" y="1166096"/>
                    <a:pt x="283490" y="1169603"/>
                    <a:pt x="257999" y="1170031"/>
                  </a:cubicBezTo>
                  <a:cubicBezTo>
                    <a:pt x="232508" y="1170458"/>
                    <a:pt x="228060" y="1164727"/>
                    <a:pt x="225836" y="1163444"/>
                  </a:cubicBezTo>
                  <a:cubicBezTo>
                    <a:pt x="223612" y="1162161"/>
                    <a:pt x="225836" y="1155061"/>
                    <a:pt x="223612" y="1144540"/>
                  </a:cubicBezTo>
                  <a:cubicBezTo>
                    <a:pt x="221388" y="1133933"/>
                    <a:pt x="217453" y="1122128"/>
                    <a:pt x="214374" y="1122556"/>
                  </a:cubicBezTo>
                  <a:cubicBezTo>
                    <a:pt x="211294" y="1122984"/>
                    <a:pt x="212150" y="1168320"/>
                    <a:pt x="212150" y="1168320"/>
                  </a:cubicBezTo>
                  <a:lnTo>
                    <a:pt x="202911" y="1168320"/>
                  </a:lnTo>
                  <a:cubicBezTo>
                    <a:pt x="202056" y="1149415"/>
                    <a:pt x="197608" y="1117252"/>
                    <a:pt x="194528" y="1108442"/>
                  </a:cubicBezTo>
                  <a:cubicBezTo>
                    <a:pt x="191449" y="1099631"/>
                    <a:pt x="188798" y="1079872"/>
                    <a:pt x="189653" y="1067468"/>
                  </a:cubicBezTo>
                  <a:cubicBezTo>
                    <a:pt x="190508" y="1055151"/>
                    <a:pt x="207702" y="1043261"/>
                    <a:pt x="207702" y="1043261"/>
                  </a:cubicBezTo>
                  <a:cubicBezTo>
                    <a:pt x="208557" y="1032739"/>
                    <a:pt x="205906" y="983811"/>
                    <a:pt x="196240" y="953445"/>
                  </a:cubicBezTo>
                  <a:cubicBezTo>
                    <a:pt x="186574" y="923078"/>
                    <a:pt x="183066" y="907681"/>
                    <a:pt x="183066" y="883473"/>
                  </a:cubicBezTo>
                  <a:cubicBezTo>
                    <a:pt x="183066" y="859265"/>
                    <a:pt x="190080" y="847375"/>
                    <a:pt x="187001" y="839933"/>
                  </a:cubicBezTo>
                  <a:cubicBezTo>
                    <a:pt x="183922" y="832492"/>
                    <a:pt x="178190" y="802040"/>
                    <a:pt x="175539" y="788439"/>
                  </a:cubicBezTo>
                  <a:cubicBezTo>
                    <a:pt x="172887" y="774752"/>
                    <a:pt x="173315" y="753624"/>
                    <a:pt x="171091" y="743958"/>
                  </a:cubicBezTo>
                  <a:cubicBezTo>
                    <a:pt x="168866" y="734292"/>
                    <a:pt x="162280" y="717099"/>
                    <a:pt x="159629" y="709144"/>
                  </a:cubicBezTo>
                  <a:cubicBezTo>
                    <a:pt x="158431" y="705466"/>
                    <a:pt x="157062" y="699563"/>
                    <a:pt x="156036" y="694345"/>
                  </a:cubicBezTo>
                  <a:cubicBezTo>
                    <a:pt x="147396" y="694345"/>
                    <a:pt x="138329" y="694345"/>
                    <a:pt x="129005" y="694089"/>
                  </a:cubicBezTo>
                  <a:cubicBezTo>
                    <a:pt x="126696" y="710256"/>
                    <a:pt x="122162" y="739681"/>
                    <a:pt x="117800" y="756704"/>
                  </a:cubicBezTo>
                  <a:cubicBezTo>
                    <a:pt x="117800" y="756704"/>
                    <a:pt x="115576" y="776549"/>
                    <a:pt x="115147" y="789294"/>
                  </a:cubicBezTo>
                  <a:cubicBezTo>
                    <a:pt x="114720" y="802040"/>
                    <a:pt x="113780" y="813502"/>
                    <a:pt x="108134" y="823596"/>
                  </a:cubicBezTo>
                  <a:cubicBezTo>
                    <a:pt x="102402" y="833689"/>
                    <a:pt x="99323" y="846948"/>
                    <a:pt x="97184" y="859265"/>
                  </a:cubicBezTo>
                  <a:cubicBezTo>
                    <a:pt x="94960" y="871583"/>
                    <a:pt x="88373" y="924874"/>
                    <a:pt x="87091" y="938903"/>
                  </a:cubicBezTo>
                  <a:cubicBezTo>
                    <a:pt x="85722" y="953017"/>
                    <a:pt x="76484" y="1006736"/>
                    <a:pt x="79649" y="1019053"/>
                  </a:cubicBezTo>
                  <a:cubicBezTo>
                    <a:pt x="82729" y="1031371"/>
                    <a:pt x="85380" y="1044544"/>
                    <a:pt x="87518" y="1050275"/>
                  </a:cubicBezTo>
                  <a:cubicBezTo>
                    <a:pt x="89742" y="1056006"/>
                    <a:pt x="90171" y="1068324"/>
                    <a:pt x="90598" y="1071831"/>
                  </a:cubicBezTo>
                  <a:cubicBezTo>
                    <a:pt x="91026" y="1075338"/>
                    <a:pt x="99408" y="1092960"/>
                    <a:pt x="99837" y="1098691"/>
                  </a:cubicBezTo>
                  <a:cubicBezTo>
                    <a:pt x="100264" y="1104422"/>
                    <a:pt x="114806" y="1134360"/>
                    <a:pt x="116602" y="1139151"/>
                  </a:cubicBezTo>
                  <a:cubicBezTo>
                    <a:pt x="118398" y="1144026"/>
                    <a:pt x="118826" y="1162076"/>
                    <a:pt x="112667" y="1166866"/>
                  </a:cubicBezTo>
                  <a:cubicBezTo>
                    <a:pt x="106508" y="1171741"/>
                    <a:pt x="59377" y="1168662"/>
                    <a:pt x="59377" y="1168662"/>
                  </a:cubicBezTo>
                  <a:cubicBezTo>
                    <a:pt x="59377" y="1168662"/>
                    <a:pt x="56296" y="1159423"/>
                    <a:pt x="53645" y="1151981"/>
                  </a:cubicBezTo>
                  <a:cubicBezTo>
                    <a:pt x="50993" y="1144540"/>
                    <a:pt x="52362" y="1126918"/>
                    <a:pt x="48769" y="1118536"/>
                  </a:cubicBezTo>
                  <a:cubicBezTo>
                    <a:pt x="45262" y="1110153"/>
                    <a:pt x="37735" y="1091676"/>
                    <a:pt x="38676" y="1085090"/>
                  </a:cubicBezTo>
                  <a:cubicBezTo>
                    <a:pt x="39531" y="1078503"/>
                    <a:pt x="48342" y="1043689"/>
                    <a:pt x="48342" y="1039754"/>
                  </a:cubicBezTo>
                  <a:cubicBezTo>
                    <a:pt x="48342" y="1035819"/>
                    <a:pt x="48769" y="1030516"/>
                    <a:pt x="47058" y="1023929"/>
                  </a:cubicBezTo>
                  <a:cubicBezTo>
                    <a:pt x="45262" y="1017342"/>
                    <a:pt x="34313" y="973290"/>
                    <a:pt x="32089" y="957037"/>
                  </a:cubicBezTo>
                  <a:cubicBezTo>
                    <a:pt x="29865" y="940784"/>
                    <a:pt x="19344" y="866793"/>
                    <a:pt x="27214" y="837709"/>
                  </a:cubicBezTo>
                  <a:cubicBezTo>
                    <a:pt x="35168" y="808626"/>
                    <a:pt x="45689" y="796309"/>
                    <a:pt x="39531" y="773041"/>
                  </a:cubicBezTo>
                  <a:cubicBezTo>
                    <a:pt x="34142" y="752597"/>
                    <a:pt x="29095" y="702215"/>
                    <a:pt x="26700" y="689042"/>
                  </a:cubicBezTo>
                  <a:cubicBezTo>
                    <a:pt x="18574" y="688272"/>
                    <a:pt x="12330" y="687331"/>
                    <a:pt x="8651" y="686048"/>
                  </a:cubicBezTo>
                  <a:lnTo>
                    <a:pt x="6941" y="685877"/>
                  </a:lnTo>
                  <a:lnTo>
                    <a:pt x="7882" y="685877"/>
                  </a:lnTo>
                  <a:cubicBezTo>
                    <a:pt x="7882" y="685877"/>
                    <a:pt x="5829" y="684679"/>
                    <a:pt x="5829" y="684679"/>
                  </a:cubicBezTo>
                  <a:cubicBezTo>
                    <a:pt x="5829" y="684679"/>
                    <a:pt x="10020" y="567062"/>
                    <a:pt x="17034" y="542085"/>
                  </a:cubicBezTo>
                  <a:cubicBezTo>
                    <a:pt x="16521" y="533189"/>
                    <a:pt x="15152" y="505389"/>
                    <a:pt x="16607" y="495551"/>
                  </a:cubicBezTo>
                  <a:cubicBezTo>
                    <a:pt x="18403" y="483832"/>
                    <a:pt x="22508" y="478529"/>
                    <a:pt x="24818" y="470317"/>
                  </a:cubicBezTo>
                  <a:cubicBezTo>
                    <a:pt x="26016" y="466040"/>
                    <a:pt x="28667" y="460223"/>
                    <a:pt x="30977" y="454578"/>
                  </a:cubicBezTo>
                  <a:cubicBezTo>
                    <a:pt x="30634" y="452696"/>
                    <a:pt x="30036" y="449702"/>
                    <a:pt x="29865" y="447478"/>
                  </a:cubicBezTo>
                  <a:cubicBezTo>
                    <a:pt x="29608" y="443971"/>
                    <a:pt x="29865" y="447478"/>
                    <a:pt x="27555" y="440464"/>
                  </a:cubicBezTo>
                  <a:cubicBezTo>
                    <a:pt x="25161" y="433449"/>
                    <a:pt x="23192" y="425494"/>
                    <a:pt x="22851" y="416085"/>
                  </a:cubicBezTo>
                  <a:cubicBezTo>
                    <a:pt x="22594" y="406676"/>
                    <a:pt x="22252" y="408472"/>
                    <a:pt x="20798" y="397608"/>
                  </a:cubicBezTo>
                  <a:cubicBezTo>
                    <a:pt x="19344" y="386745"/>
                    <a:pt x="16350" y="379389"/>
                    <a:pt x="11730" y="361254"/>
                  </a:cubicBezTo>
                  <a:cubicBezTo>
                    <a:pt x="7026" y="343035"/>
                    <a:pt x="-331" y="312582"/>
                    <a:pt x="12" y="296416"/>
                  </a:cubicBezTo>
                  <a:cubicBezTo>
                    <a:pt x="268" y="280248"/>
                    <a:pt x="-160" y="272293"/>
                    <a:pt x="1637" y="260232"/>
                  </a:cubicBezTo>
                  <a:cubicBezTo>
                    <a:pt x="2749" y="252704"/>
                    <a:pt x="7625" y="232517"/>
                    <a:pt x="9934" y="225760"/>
                  </a:cubicBezTo>
                  <a:cubicBezTo>
                    <a:pt x="12244" y="219002"/>
                    <a:pt x="22937" y="210705"/>
                    <a:pt x="24647" y="211132"/>
                  </a:cubicBezTo>
                  <a:lnTo>
                    <a:pt x="24647" y="211132"/>
                  </a:lnTo>
                  <a:cubicBezTo>
                    <a:pt x="24647" y="211132"/>
                    <a:pt x="26614" y="208738"/>
                    <a:pt x="26614" y="208738"/>
                  </a:cubicBezTo>
                  <a:cubicBezTo>
                    <a:pt x="30122" y="205230"/>
                    <a:pt x="62370" y="189406"/>
                    <a:pt x="67674" y="188807"/>
                  </a:cubicBezTo>
                  <a:cubicBezTo>
                    <a:pt x="68614" y="188721"/>
                    <a:pt x="71694" y="188293"/>
                    <a:pt x="76399" y="187780"/>
                  </a:cubicBezTo>
                  <a:cubicBezTo>
                    <a:pt x="80590" y="185556"/>
                    <a:pt x="99665" y="175206"/>
                    <a:pt x="101975" y="169732"/>
                  </a:cubicBezTo>
                  <a:cubicBezTo>
                    <a:pt x="104626" y="163572"/>
                    <a:pt x="107278" y="150400"/>
                    <a:pt x="103771" y="149459"/>
                  </a:cubicBezTo>
                  <a:cubicBezTo>
                    <a:pt x="100264" y="148603"/>
                    <a:pt x="86150" y="130982"/>
                    <a:pt x="82643" y="120461"/>
                  </a:cubicBezTo>
                  <a:cubicBezTo>
                    <a:pt x="79136" y="109854"/>
                    <a:pt x="66818" y="69393"/>
                    <a:pt x="78280" y="44758"/>
                  </a:cubicBezTo>
                  <a:cubicBezTo>
                    <a:pt x="89742" y="20123"/>
                    <a:pt x="117030" y="-4512"/>
                    <a:pt x="149620" y="705"/>
                  </a:cubicBezTo>
                  <a:cubicBezTo>
                    <a:pt x="182211" y="6009"/>
                    <a:pt x="181355" y="13878"/>
                    <a:pt x="181355" y="13878"/>
                  </a:cubicBezTo>
                  <a:cubicBezTo>
                    <a:pt x="191963" y="13023"/>
                    <a:pt x="207787" y="22689"/>
                    <a:pt x="218309" y="37658"/>
                  </a:cubicBezTo>
                  <a:cubicBezTo>
                    <a:pt x="228830" y="52628"/>
                    <a:pt x="229771" y="69308"/>
                    <a:pt x="226263" y="85218"/>
                  </a:cubicBezTo>
                  <a:cubicBezTo>
                    <a:pt x="222757" y="101043"/>
                    <a:pt x="211294" y="137141"/>
                    <a:pt x="200687" y="145951"/>
                  </a:cubicBezTo>
                  <a:cubicBezTo>
                    <a:pt x="190166" y="154762"/>
                    <a:pt x="176908" y="155617"/>
                    <a:pt x="175196" y="159980"/>
                  </a:cubicBezTo>
                  <a:cubicBezTo>
                    <a:pt x="173486" y="164428"/>
                    <a:pt x="169893" y="173238"/>
                    <a:pt x="176052" y="179398"/>
                  </a:cubicBezTo>
                  <a:lnTo>
                    <a:pt x="180928" y="183503"/>
                  </a:lnTo>
                  <a:cubicBezTo>
                    <a:pt x="182382" y="183675"/>
                    <a:pt x="183750" y="183845"/>
                    <a:pt x="185119" y="184102"/>
                  </a:cubicBezTo>
                  <a:cubicBezTo>
                    <a:pt x="185119" y="184102"/>
                    <a:pt x="186915" y="183503"/>
                    <a:pt x="193930" y="186497"/>
                  </a:cubicBezTo>
                  <a:lnTo>
                    <a:pt x="214460" y="194709"/>
                  </a:lnTo>
                  <a:lnTo>
                    <a:pt x="214117" y="196420"/>
                  </a:lnTo>
                  <a:lnTo>
                    <a:pt x="214716" y="196163"/>
                  </a:lnTo>
                  <a:cubicBezTo>
                    <a:pt x="218309" y="195051"/>
                    <a:pt x="240292" y="199927"/>
                    <a:pt x="246622" y="203862"/>
                  </a:cubicBezTo>
                  <a:cubicBezTo>
                    <a:pt x="253037" y="207796"/>
                    <a:pt x="257828" y="207796"/>
                    <a:pt x="260309" y="214640"/>
                  </a:cubicBezTo>
                  <a:cubicBezTo>
                    <a:pt x="262703" y="221483"/>
                    <a:pt x="269119" y="246118"/>
                    <a:pt x="270231" y="271609"/>
                  </a:cubicBezTo>
                  <a:cubicBezTo>
                    <a:pt x="271343" y="297099"/>
                    <a:pt x="270060" y="320880"/>
                    <a:pt x="268007" y="343804"/>
                  </a:cubicBezTo>
                  <a:cubicBezTo>
                    <a:pt x="266039" y="366643"/>
                    <a:pt x="259368" y="394016"/>
                    <a:pt x="257229" y="407873"/>
                  </a:cubicBezTo>
                  <a:cubicBezTo>
                    <a:pt x="255005" y="421731"/>
                    <a:pt x="257229" y="435588"/>
                    <a:pt x="246622" y="441063"/>
                  </a:cubicBezTo>
                  <a:cubicBezTo>
                    <a:pt x="241489" y="443714"/>
                    <a:pt x="239094" y="444826"/>
                    <a:pt x="237469" y="444741"/>
                  </a:cubicBezTo>
                  <a:cubicBezTo>
                    <a:pt x="238581" y="446024"/>
                    <a:pt x="238838" y="446024"/>
                    <a:pt x="238496" y="449959"/>
                  </a:cubicBezTo>
                  <a:cubicBezTo>
                    <a:pt x="237897" y="456460"/>
                    <a:pt x="240806" y="454664"/>
                    <a:pt x="241404" y="459368"/>
                  </a:cubicBezTo>
                  <a:cubicBezTo>
                    <a:pt x="242003" y="464073"/>
                    <a:pt x="243115" y="465270"/>
                    <a:pt x="243714" y="471087"/>
                  </a:cubicBezTo>
                  <a:cubicBezTo>
                    <a:pt x="244313" y="476989"/>
                    <a:pt x="244911" y="478101"/>
                    <a:pt x="247221" y="485201"/>
                  </a:cubicBezTo>
                  <a:cubicBezTo>
                    <a:pt x="249616" y="492215"/>
                    <a:pt x="253123" y="486398"/>
                    <a:pt x="251925" y="495209"/>
                  </a:cubicBezTo>
                  <a:cubicBezTo>
                    <a:pt x="250728" y="504020"/>
                    <a:pt x="251327" y="501112"/>
                    <a:pt x="253722" y="513429"/>
                  </a:cubicBezTo>
                  <a:cubicBezTo>
                    <a:pt x="255775" y="524036"/>
                    <a:pt x="255176" y="531136"/>
                    <a:pt x="254920" y="532932"/>
                  </a:cubicBezTo>
                  <a:cubicBezTo>
                    <a:pt x="255604" y="534985"/>
                    <a:pt x="256202" y="537123"/>
                    <a:pt x="256373" y="538834"/>
                  </a:cubicBezTo>
                  <a:cubicBezTo>
                    <a:pt x="256973" y="543539"/>
                    <a:pt x="258170" y="547645"/>
                    <a:pt x="260479" y="551751"/>
                  </a:cubicBezTo>
                  <a:cubicBezTo>
                    <a:pt x="262874" y="555857"/>
                    <a:pt x="265184" y="561759"/>
                    <a:pt x="265184" y="565266"/>
                  </a:cubicBezTo>
                  <a:cubicBezTo>
                    <a:pt x="265184" y="568773"/>
                    <a:pt x="263986" y="580492"/>
                    <a:pt x="262874" y="587592"/>
                  </a:cubicBezTo>
                  <a:cubicBezTo>
                    <a:pt x="261677" y="594606"/>
                    <a:pt x="264072" y="619242"/>
                    <a:pt x="263474" y="627539"/>
                  </a:cubicBezTo>
                  <a:cubicBezTo>
                    <a:pt x="262874" y="635751"/>
                    <a:pt x="264072" y="669196"/>
                    <a:pt x="264072" y="672704"/>
                  </a:cubicBezTo>
                  <a:lnTo>
                    <a:pt x="264072" y="690154"/>
                  </a:lnTo>
                  <a:lnTo>
                    <a:pt x="264329" y="690154"/>
                  </a:lnTo>
                  <a:cubicBezTo>
                    <a:pt x="264329" y="690154"/>
                    <a:pt x="264072" y="690154"/>
                    <a:pt x="264072" y="690154"/>
                  </a:cubicBezTo>
                  <a:lnTo>
                    <a:pt x="264072" y="690838"/>
                  </a:lnTo>
                  <a:lnTo>
                    <a:pt x="262533" y="690838"/>
                  </a:lnTo>
                  <a:cubicBezTo>
                    <a:pt x="261934" y="702044"/>
                    <a:pt x="259538" y="746695"/>
                    <a:pt x="259538" y="763205"/>
                  </a:cubicBezTo>
                  <a:cubicBezTo>
                    <a:pt x="259538" y="782109"/>
                    <a:pt x="254235" y="809396"/>
                    <a:pt x="255176" y="850797"/>
                  </a:cubicBezTo>
                  <a:cubicBezTo>
                    <a:pt x="261762" y="896133"/>
                    <a:pt x="260479" y="915893"/>
                    <a:pt x="258683" y="934882"/>
                  </a:cubicBezTo>
                  <a:cubicBezTo>
                    <a:pt x="256973" y="953787"/>
                    <a:pt x="250728" y="1015033"/>
                    <a:pt x="249445" y="1028634"/>
                  </a:cubicBezTo>
                  <a:cubicBezTo>
                    <a:pt x="248162" y="1042320"/>
                    <a:pt x="248590" y="1077904"/>
                    <a:pt x="251241" y="1082353"/>
                  </a:cubicBezTo>
                  <a:cubicBezTo>
                    <a:pt x="253893" y="1086715"/>
                    <a:pt x="254748" y="1098605"/>
                    <a:pt x="256117" y="1107416"/>
                  </a:cubicBezTo>
                  <a:lnTo>
                    <a:pt x="256117" y="1107416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07E8CE-D060-3171-C981-499BEDB24ACB}"/>
                </a:ext>
              </a:extLst>
            </p:cNvPr>
            <p:cNvSpPr/>
            <p:nvPr/>
          </p:nvSpPr>
          <p:spPr>
            <a:xfrm>
              <a:off x="1993659" y="4262267"/>
              <a:ext cx="362882" cy="1204251"/>
            </a:xfrm>
            <a:custGeom>
              <a:avLst/>
              <a:gdLst>
                <a:gd name="connsiteX0" fmla="*/ 292227 w 362882"/>
                <a:gd name="connsiteY0" fmla="*/ 468868 h 1204251"/>
                <a:gd name="connsiteX1" fmla="*/ 290346 w 362882"/>
                <a:gd name="connsiteY1" fmla="*/ 450477 h 1204251"/>
                <a:gd name="connsiteX2" fmla="*/ 288550 w 362882"/>
                <a:gd name="connsiteY2" fmla="*/ 431487 h 1204251"/>
                <a:gd name="connsiteX3" fmla="*/ 285128 w 362882"/>
                <a:gd name="connsiteY3" fmla="*/ 444489 h 1204251"/>
                <a:gd name="connsiteX4" fmla="*/ 285385 w 362882"/>
                <a:gd name="connsiteY4" fmla="*/ 446713 h 1204251"/>
                <a:gd name="connsiteX5" fmla="*/ 287865 w 362882"/>
                <a:gd name="connsiteY5" fmla="*/ 457235 h 1204251"/>
                <a:gd name="connsiteX6" fmla="*/ 292227 w 362882"/>
                <a:gd name="connsiteY6" fmla="*/ 469039 h 1204251"/>
                <a:gd name="connsiteX7" fmla="*/ 292227 w 362882"/>
                <a:gd name="connsiteY7" fmla="*/ 469039 h 1204251"/>
                <a:gd name="connsiteX8" fmla="*/ 108061 w 362882"/>
                <a:gd name="connsiteY8" fmla="*/ 372465 h 1204251"/>
                <a:gd name="connsiteX9" fmla="*/ 101902 w 362882"/>
                <a:gd name="connsiteY9" fmla="*/ 357153 h 1204251"/>
                <a:gd name="connsiteX10" fmla="*/ 100020 w 362882"/>
                <a:gd name="connsiteY10" fmla="*/ 349198 h 1204251"/>
                <a:gd name="connsiteX11" fmla="*/ 94631 w 362882"/>
                <a:gd name="connsiteY11" fmla="*/ 361174 h 1204251"/>
                <a:gd name="connsiteX12" fmla="*/ 92236 w 362882"/>
                <a:gd name="connsiteY12" fmla="*/ 380506 h 1204251"/>
                <a:gd name="connsiteX13" fmla="*/ 87787 w 362882"/>
                <a:gd name="connsiteY13" fmla="*/ 405655 h 1204251"/>
                <a:gd name="connsiteX14" fmla="*/ 84708 w 362882"/>
                <a:gd name="connsiteY14" fmla="*/ 432086 h 1204251"/>
                <a:gd name="connsiteX15" fmla="*/ 77951 w 362882"/>
                <a:gd name="connsiteY15" fmla="*/ 452359 h 1204251"/>
                <a:gd name="connsiteX16" fmla="*/ 73674 w 362882"/>
                <a:gd name="connsiteY16" fmla="*/ 470750 h 1204251"/>
                <a:gd name="connsiteX17" fmla="*/ 64435 w 362882"/>
                <a:gd name="connsiteY17" fmla="*/ 499577 h 1204251"/>
                <a:gd name="connsiteX18" fmla="*/ 64778 w 362882"/>
                <a:gd name="connsiteY18" fmla="*/ 508216 h 1204251"/>
                <a:gd name="connsiteX19" fmla="*/ 66916 w 362882"/>
                <a:gd name="connsiteY19" fmla="*/ 503255 h 1204251"/>
                <a:gd name="connsiteX20" fmla="*/ 74872 w 362882"/>
                <a:gd name="connsiteY20" fmla="*/ 482383 h 1204251"/>
                <a:gd name="connsiteX21" fmla="*/ 84110 w 362882"/>
                <a:gd name="connsiteY21" fmla="*/ 458432 h 1204251"/>
                <a:gd name="connsiteX22" fmla="*/ 97625 w 362882"/>
                <a:gd name="connsiteY22" fmla="*/ 436277 h 1204251"/>
                <a:gd name="connsiteX23" fmla="*/ 104383 w 362882"/>
                <a:gd name="connsiteY23" fmla="*/ 428921 h 1204251"/>
                <a:gd name="connsiteX24" fmla="*/ 103185 w 362882"/>
                <a:gd name="connsiteY24" fmla="*/ 417288 h 1204251"/>
                <a:gd name="connsiteX25" fmla="*/ 104383 w 362882"/>
                <a:gd name="connsiteY25" fmla="*/ 404371 h 1204251"/>
                <a:gd name="connsiteX26" fmla="*/ 107462 w 362882"/>
                <a:gd name="connsiteY26" fmla="*/ 385296 h 1204251"/>
                <a:gd name="connsiteX27" fmla="*/ 108061 w 362882"/>
                <a:gd name="connsiteY27" fmla="*/ 372380 h 1204251"/>
                <a:gd name="connsiteX28" fmla="*/ 108061 w 362882"/>
                <a:gd name="connsiteY28" fmla="*/ 372380 h 1204251"/>
                <a:gd name="connsiteX29" fmla="*/ 50920 w 362882"/>
                <a:gd name="connsiteY29" fmla="*/ 564073 h 1204251"/>
                <a:gd name="connsiteX30" fmla="*/ 50835 w 362882"/>
                <a:gd name="connsiteY30" fmla="*/ 571259 h 1204251"/>
                <a:gd name="connsiteX31" fmla="*/ 50835 w 362882"/>
                <a:gd name="connsiteY31" fmla="*/ 570232 h 1204251"/>
                <a:gd name="connsiteX32" fmla="*/ 51519 w 362882"/>
                <a:gd name="connsiteY32" fmla="*/ 561764 h 1204251"/>
                <a:gd name="connsiteX33" fmla="*/ 50920 w 362882"/>
                <a:gd name="connsiteY33" fmla="*/ 564073 h 1204251"/>
                <a:gd name="connsiteX34" fmla="*/ 50920 w 362882"/>
                <a:gd name="connsiteY34" fmla="*/ 564073 h 1204251"/>
                <a:gd name="connsiteX35" fmla="*/ 362883 w 362882"/>
                <a:gd name="connsiteY35" fmla="*/ 646362 h 1204251"/>
                <a:gd name="connsiteX36" fmla="*/ 357922 w 362882"/>
                <a:gd name="connsiteY36" fmla="*/ 650126 h 1204251"/>
                <a:gd name="connsiteX37" fmla="*/ 357494 w 362882"/>
                <a:gd name="connsiteY37" fmla="*/ 653120 h 1204251"/>
                <a:gd name="connsiteX38" fmla="*/ 346887 w 362882"/>
                <a:gd name="connsiteY38" fmla="*/ 678868 h 1204251"/>
                <a:gd name="connsiteX39" fmla="*/ 329865 w 362882"/>
                <a:gd name="connsiteY39" fmla="*/ 694521 h 1204251"/>
                <a:gd name="connsiteX40" fmla="*/ 318317 w 362882"/>
                <a:gd name="connsiteY40" fmla="*/ 701878 h 1204251"/>
                <a:gd name="connsiteX41" fmla="*/ 311902 w 362882"/>
                <a:gd name="connsiteY41" fmla="*/ 698200 h 1204251"/>
                <a:gd name="connsiteX42" fmla="*/ 313698 w 362882"/>
                <a:gd name="connsiteY42" fmla="*/ 686224 h 1204251"/>
                <a:gd name="connsiteX43" fmla="*/ 310961 w 362882"/>
                <a:gd name="connsiteY43" fmla="*/ 682033 h 1204251"/>
                <a:gd name="connsiteX44" fmla="*/ 312329 w 362882"/>
                <a:gd name="connsiteY44" fmla="*/ 669544 h 1204251"/>
                <a:gd name="connsiteX45" fmla="*/ 311902 w 362882"/>
                <a:gd name="connsiteY45" fmla="*/ 648330 h 1204251"/>
                <a:gd name="connsiteX46" fmla="*/ 311902 w 362882"/>
                <a:gd name="connsiteY46" fmla="*/ 646277 h 1204251"/>
                <a:gd name="connsiteX47" fmla="*/ 308822 w 362882"/>
                <a:gd name="connsiteY47" fmla="*/ 645593 h 1204251"/>
                <a:gd name="connsiteX48" fmla="*/ 312500 w 362882"/>
                <a:gd name="connsiteY48" fmla="*/ 586656 h 1204251"/>
                <a:gd name="connsiteX49" fmla="*/ 310618 w 362882"/>
                <a:gd name="connsiteY49" fmla="*/ 561507 h 1204251"/>
                <a:gd name="connsiteX50" fmla="*/ 308737 w 362882"/>
                <a:gd name="connsiteY50" fmla="*/ 541234 h 1204251"/>
                <a:gd name="connsiteX51" fmla="*/ 305058 w 362882"/>
                <a:gd name="connsiteY51" fmla="*/ 530884 h 1204251"/>
                <a:gd name="connsiteX52" fmla="*/ 306256 w 362882"/>
                <a:gd name="connsiteY52" fmla="*/ 551072 h 1204251"/>
                <a:gd name="connsiteX53" fmla="*/ 307453 w 362882"/>
                <a:gd name="connsiteY53" fmla="*/ 573739 h 1204251"/>
                <a:gd name="connsiteX54" fmla="*/ 304203 w 362882"/>
                <a:gd name="connsiteY54" fmla="*/ 571002 h 1204251"/>
                <a:gd name="connsiteX55" fmla="*/ 304460 w 362882"/>
                <a:gd name="connsiteY55" fmla="*/ 573739 h 1204251"/>
                <a:gd name="connsiteX56" fmla="*/ 305657 w 362882"/>
                <a:gd name="connsiteY56" fmla="*/ 631479 h 1204251"/>
                <a:gd name="connsiteX57" fmla="*/ 287266 w 362882"/>
                <a:gd name="connsiteY57" fmla="*/ 717446 h 1204251"/>
                <a:gd name="connsiteX58" fmla="*/ 274948 w 362882"/>
                <a:gd name="connsiteY58" fmla="*/ 763466 h 1204251"/>
                <a:gd name="connsiteX59" fmla="*/ 269389 w 362882"/>
                <a:gd name="connsiteY59" fmla="*/ 763038 h 1204251"/>
                <a:gd name="connsiteX60" fmla="*/ 262032 w 362882"/>
                <a:gd name="connsiteY60" fmla="*/ 787417 h 1204251"/>
                <a:gd name="connsiteX61" fmla="*/ 239963 w 362882"/>
                <a:gd name="connsiteY61" fmla="*/ 843873 h 1204251"/>
                <a:gd name="connsiteX62" fmla="*/ 235087 w 362882"/>
                <a:gd name="connsiteY62" fmla="*/ 870305 h 1204251"/>
                <a:gd name="connsiteX63" fmla="*/ 227132 w 362882"/>
                <a:gd name="connsiteY63" fmla="*/ 951311 h 1204251"/>
                <a:gd name="connsiteX64" fmla="*/ 205661 w 362882"/>
                <a:gd name="connsiteY64" fmla="*/ 1053873 h 1204251"/>
                <a:gd name="connsiteX65" fmla="*/ 197707 w 362882"/>
                <a:gd name="connsiteY65" fmla="*/ 1114691 h 1204251"/>
                <a:gd name="connsiteX66" fmla="*/ 220459 w 362882"/>
                <a:gd name="connsiteY66" fmla="*/ 1163791 h 1204251"/>
                <a:gd name="connsiteX67" fmla="*/ 229099 w 362882"/>
                <a:gd name="connsiteY67" fmla="*/ 1176109 h 1204251"/>
                <a:gd name="connsiteX68" fmla="*/ 252451 w 362882"/>
                <a:gd name="connsiteY68" fmla="*/ 1184663 h 1204251"/>
                <a:gd name="connsiteX69" fmla="*/ 270244 w 362882"/>
                <a:gd name="connsiteY69" fmla="*/ 1188940 h 1204251"/>
                <a:gd name="connsiteX70" fmla="*/ 269645 w 362882"/>
                <a:gd name="connsiteY70" fmla="*/ 1196296 h 1204251"/>
                <a:gd name="connsiteX71" fmla="*/ 253649 w 362882"/>
                <a:gd name="connsiteY71" fmla="*/ 1201172 h 1204251"/>
                <a:gd name="connsiteX72" fmla="*/ 195311 w 362882"/>
                <a:gd name="connsiteY72" fmla="*/ 1201172 h 1204251"/>
                <a:gd name="connsiteX73" fmla="*/ 195910 w 362882"/>
                <a:gd name="connsiteY73" fmla="*/ 1204251 h 1204251"/>
                <a:gd name="connsiteX74" fmla="*/ 171360 w 362882"/>
                <a:gd name="connsiteY74" fmla="*/ 1203653 h 1204251"/>
                <a:gd name="connsiteX75" fmla="*/ 129018 w 362882"/>
                <a:gd name="connsiteY75" fmla="*/ 1203054 h 1204251"/>
                <a:gd name="connsiteX76" fmla="*/ 130216 w 362882"/>
                <a:gd name="connsiteY76" fmla="*/ 1175425 h 1204251"/>
                <a:gd name="connsiteX77" fmla="*/ 129616 w 362882"/>
                <a:gd name="connsiteY77" fmla="*/ 1156435 h 1204251"/>
                <a:gd name="connsiteX78" fmla="*/ 143731 w 362882"/>
                <a:gd name="connsiteY78" fmla="*/ 1103657 h 1204251"/>
                <a:gd name="connsiteX79" fmla="*/ 141849 w 362882"/>
                <a:gd name="connsiteY79" fmla="*/ 1079706 h 1204251"/>
                <a:gd name="connsiteX80" fmla="*/ 99507 w 362882"/>
                <a:gd name="connsiteY80" fmla="*/ 931723 h 1204251"/>
                <a:gd name="connsiteX81" fmla="*/ 100790 w 362882"/>
                <a:gd name="connsiteY81" fmla="*/ 820607 h 1204251"/>
                <a:gd name="connsiteX82" fmla="*/ 87189 w 362882"/>
                <a:gd name="connsiteY82" fmla="*/ 738574 h 1204251"/>
                <a:gd name="connsiteX83" fmla="*/ 70252 w 362882"/>
                <a:gd name="connsiteY83" fmla="*/ 735581 h 1204251"/>
                <a:gd name="connsiteX84" fmla="*/ 57764 w 362882"/>
                <a:gd name="connsiteY84" fmla="*/ 733356 h 1204251"/>
                <a:gd name="connsiteX85" fmla="*/ 53487 w 362882"/>
                <a:gd name="connsiteY85" fmla="*/ 730277 h 1204251"/>
                <a:gd name="connsiteX86" fmla="*/ 52716 w 362882"/>
                <a:gd name="connsiteY86" fmla="*/ 701963 h 1204251"/>
                <a:gd name="connsiteX87" fmla="*/ 19441 w 362882"/>
                <a:gd name="connsiteY87" fmla="*/ 674676 h 1204251"/>
                <a:gd name="connsiteX88" fmla="*/ 14224 w 362882"/>
                <a:gd name="connsiteY88" fmla="*/ 664582 h 1204251"/>
                <a:gd name="connsiteX89" fmla="*/ 8663 w 362882"/>
                <a:gd name="connsiteY89" fmla="*/ 642171 h 1204251"/>
                <a:gd name="connsiteX90" fmla="*/ 9177 w 362882"/>
                <a:gd name="connsiteY90" fmla="*/ 641487 h 1204251"/>
                <a:gd name="connsiteX91" fmla="*/ 6782 w 362882"/>
                <a:gd name="connsiteY91" fmla="*/ 641316 h 1204251"/>
                <a:gd name="connsiteX92" fmla="*/ 25 w 362882"/>
                <a:gd name="connsiteY92" fmla="*/ 631479 h 1204251"/>
                <a:gd name="connsiteX93" fmla="*/ 9861 w 362882"/>
                <a:gd name="connsiteY93" fmla="*/ 552269 h 1204251"/>
                <a:gd name="connsiteX94" fmla="*/ 6782 w 362882"/>
                <a:gd name="connsiteY94" fmla="*/ 535675 h 1204251"/>
                <a:gd name="connsiteX95" fmla="*/ 9861 w 362882"/>
                <a:gd name="connsiteY95" fmla="*/ 493931 h 1204251"/>
                <a:gd name="connsiteX96" fmla="*/ 12171 w 362882"/>
                <a:gd name="connsiteY96" fmla="*/ 482212 h 1204251"/>
                <a:gd name="connsiteX97" fmla="*/ 10289 w 362882"/>
                <a:gd name="connsiteY97" fmla="*/ 482212 h 1204251"/>
                <a:gd name="connsiteX98" fmla="*/ 12599 w 362882"/>
                <a:gd name="connsiteY98" fmla="*/ 478449 h 1204251"/>
                <a:gd name="connsiteX99" fmla="*/ 12940 w 362882"/>
                <a:gd name="connsiteY99" fmla="*/ 474342 h 1204251"/>
                <a:gd name="connsiteX100" fmla="*/ 13540 w 362882"/>
                <a:gd name="connsiteY100" fmla="*/ 454070 h 1204251"/>
                <a:gd name="connsiteX101" fmla="*/ 18415 w 362882"/>
                <a:gd name="connsiteY101" fmla="*/ 425842 h 1204251"/>
                <a:gd name="connsiteX102" fmla="*/ 29450 w 362882"/>
                <a:gd name="connsiteY102" fmla="*/ 395133 h 1204251"/>
                <a:gd name="connsiteX103" fmla="*/ 38004 w 362882"/>
                <a:gd name="connsiteY103" fmla="*/ 383500 h 1204251"/>
                <a:gd name="connsiteX104" fmla="*/ 39886 w 362882"/>
                <a:gd name="connsiteY104" fmla="*/ 359549 h 1204251"/>
                <a:gd name="connsiteX105" fmla="*/ 41083 w 362882"/>
                <a:gd name="connsiteY105" fmla="*/ 341157 h 1204251"/>
                <a:gd name="connsiteX106" fmla="*/ 39886 w 362882"/>
                <a:gd name="connsiteY106" fmla="*/ 330123 h 1204251"/>
                <a:gd name="connsiteX107" fmla="*/ 41683 w 362882"/>
                <a:gd name="connsiteY107" fmla="*/ 311133 h 1204251"/>
                <a:gd name="connsiteX108" fmla="*/ 43564 w 362882"/>
                <a:gd name="connsiteY108" fmla="*/ 292143 h 1204251"/>
                <a:gd name="connsiteX109" fmla="*/ 49723 w 362882"/>
                <a:gd name="connsiteY109" fmla="*/ 257157 h 1204251"/>
                <a:gd name="connsiteX110" fmla="*/ 68712 w 362882"/>
                <a:gd name="connsiteY110" fmla="*/ 236885 h 1204251"/>
                <a:gd name="connsiteX111" fmla="*/ 73589 w 362882"/>
                <a:gd name="connsiteY111" fmla="*/ 225850 h 1204251"/>
                <a:gd name="connsiteX112" fmla="*/ 115332 w 362882"/>
                <a:gd name="connsiteY112" fmla="*/ 205577 h 1204251"/>
                <a:gd name="connsiteX113" fmla="*/ 130045 w 362882"/>
                <a:gd name="connsiteY113" fmla="*/ 194543 h 1204251"/>
                <a:gd name="connsiteX114" fmla="*/ 137401 w 362882"/>
                <a:gd name="connsiteY114" fmla="*/ 184107 h 1204251"/>
                <a:gd name="connsiteX115" fmla="*/ 139454 w 362882"/>
                <a:gd name="connsiteY115" fmla="*/ 175810 h 1204251"/>
                <a:gd name="connsiteX116" fmla="*/ 136203 w 362882"/>
                <a:gd name="connsiteY116" fmla="*/ 176751 h 1204251"/>
                <a:gd name="connsiteX117" fmla="*/ 136203 w 362882"/>
                <a:gd name="connsiteY117" fmla="*/ 170592 h 1204251"/>
                <a:gd name="connsiteX118" fmla="*/ 141421 w 362882"/>
                <a:gd name="connsiteY118" fmla="*/ 167085 h 1204251"/>
                <a:gd name="connsiteX119" fmla="*/ 140566 w 362882"/>
                <a:gd name="connsiteY119" fmla="*/ 162038 h 1204251"/>
                <a:gd name="connsiteX120" fmla="*/ 141165 w 362882"/>
                <a:gd name="connsiteY120" fmla="*/ 153484 h 1204251"/>
                <a:gd name="connsiteX121" fmla="*/ 148350 w 362882"/>
                <a:gd name="connsiteY121" fmla="*/ 151516 h 1204251"/>
                <a:gd name="connsiteX122" fmla="*/ 150403 w 362882"/>
                <a:gd name="connsiteY122" fmla="*/ 149720 h 1204251"/>
                <a:gd name="connsiteX123" fmla="*/ 149804 w 362882"/>
                <a:gd name="connsiteY123" fmla="*/ 142364 h 1204251"/>
                <a:gd name="connsiteX124" fmla="*/ 151001 w 362882"/>
                <a:gd name="connsiteY124" fmla="*/ 133810 h 1204251"/>
                <a:gd name="connsiteX125" fmla="*/ 143645 w 362882"/>
                <a:gd name="connsiteY125" fmla="*/ 130132 h 1204251"/>
                <a:gd name="connsiteX126" fmla="*/ 131328 w 362882"/>
                <a:gd name="connsiteY126" fmla="*/ 102502 h 1204251"/>
                <a:gd name="connsiteX127" fmla="*/ 131926 w 362882"/>
                <a:gd name="connsiteY127" fmla="*/ 86507 h 1204251"/>
                <a:gd name="connsiteX128" fmla="*/ 130728 w 362882"/>
                <a:gd name="connsiteY128" fmla="*/ 60759 h 1204251"/>
                <a:gd name="connsiteX129" fmla="*/ 141763 w 362882"/>
                <a:gd name="connsiteY129" fmla="*/ 23293 h 1204251"/>
                <a:gd name="connsiteX130" fmla="*/ 179828 w 362882"/>
                <a:gd name="connsiteY130" fmla="*/ 1223 h 1204251"/>
                <a:gd name="connsiteX131" fmla="*/ 213017 w 362882"/>
                <a:gd name="connsiteY131" fmla="*/ 10462 h 1204251"/>
                <a:gd name="connsiteX132" fmla="*/ 243727 w 362882"/>
                <a:gd name="connsiteY132" fmla="*/ 59561 h 1204251"/>
                <a:gd name="connsiteX133" fmla="*/ 246207 w 362882"/>
                <a:gd name="connsiteY133" fmla="*/ 101904 h 1204251"/>
                <a:gd name="connsiteX134" fmla="*/ 243128 w 362882"/>
                <a:gd name="connsiteY134" fmla="*/ 118498 h 1204251"/>
                <a:gd name="connsiteX135" fmla="*/ 238851 w 362882"/>
                <a:gd name="connsiteY135" fmla="*/ 128934 h 1204251"/>
                <a:gd name="connsiteX136" fmla="*/ 230896 w 362882"/>
                <a:gd name="connsiteY136" fmla="*/ 136889 h 1204251"/>
                <a:gd name="connsiteX137" fmla="*/ 227817 w 362882"/>
                <a:gd name="connsiteY137" fmla="*/ 139370 h 1204251"/>
                <a:gd name="connsiteX138" fmla="*/ 256643 w 362882"/>
                <a:gd name="connsiteY138" fmla="*/ 145529 h 1204251"/>
                <a:gd name="connsiteX139" fmla="*/ 278712 w 362882"/>
                <a:gd name="connsiteY139" fmla="*/ 163920 h 1204251"/>
                <a:gd name="connsiteX140" fmla="*/ 295306 w 362882"/>
                <a:gd name="connsiteY140" fmla="*/ 190351 h 1204251"/>
                <a:gd name="connsiteX141" fmla="*/ 270158 w 362882"/>
                <a:gd name="connsiteY141" fmla="*/ 187272 h 1204251"/>
                <a:gd name="connsiteX142" fmla="*/ 268191 w 362882"/>
                <a:gd name="connsiteY142" fmla="*/ 188897 h 1204251"/>
                <a:gd name="connsiteX143" fmla="*/ 271356 w 362882"/>
                <a:gd name="connsiteY143" fmla="*/ 190351 h 1204251"/>
                <a:gd name="connsiteX144" fmla="*/ 283417 w 362882"/>
                <a:gd name="connsiteY144" fmla="*/ 199248 h 1204251"/>
                <a:gd name="connsiteX145" fmla="*/ 299583 w 362882"/>
                <a:gd name="connsiteY145" fmla="*/ 204551 h 1204251"/>
                <a:gd name="connsiteX146" fmla="*/ 330293 w 362882"/>
                <a:gd name="connsiteY146" fmla="*/ 245097 h 1204251"/>
                <a:gd name="connsiteX147" fmla="*/ 348085 w 362882"/>
                <a:gd name="connsiteY147" fmla="*/ 345178 h 1204251"/>
                <a:gd name="connsiteX148" fmla="*/ 361600 w 362882"/>
                <a:gd name="connsiteY148" fmla="*/ 440982 h 1204251"/>
                <a:gd name="connsiteX149" fmla="*/ 362199 w 362882"/>
                <a:gd name="connsiteY149" fmla="*/ 510355 h 1204251"/>
                <a:gd name="connsiteX150" fmla="*/ 358520 w 362882"/>
                <a:gd name="connsiteY150" fmla="*/ 557658 h 1204251"/>
                <a:gd name="connsiteX151" fmla="*/ 357922 w 362882"/>
                <a:gd name="connsiteY151" fmla="*/ 587768 h 1204251"/>
                <a:gd name="connsiteX152" fmla="*/ 362797 w 362882"/>
                <a:gd name="connsiteY152" fmla="*/ 646705 h 1204251"/>
                <a:gd name="connsiteX153" fmla="*/ 362797 w 362882"/>
                <a:gd name="connsiteY153" fmla="*/ 646705 h 1204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</a:cxnLst>
              <a:rect l="l" t="t" r="r" b="b"/>
              <a:pathLst>
                <a:path w="362882" h="1204251">
                  <a:moveTo>
                    <a:pt x="292227" y="468868"/>
                  </a:moveTo>
                  <a:cubicBezTo>
                    <a:pt x="289747" y="462110"/>
                    <a:pt x="290944" y="457833"/>
                    <a:pt x="290346" y="450477"/>
                  </a:cubicBezTo>
                  <a:cubicBezTo>
                    <a:pt x="289747" y="443121"/>
                    <a:pt x="290944" y="438844"/>
                    <a:pt x="288550" y="431487"/>
                  </a:cubicBezTo>
                  <a:cubicBezTo>
                    <a:pt x="287266" y="433198"/>
                    <a:pt x="283759" y="435336"/>
                    <a:pt x="285128" y="444489"/>
                  </a:cubicBezTo>
                  <a:lnTo>
                    <a:pt x="285385" y="446713"/>
                  </a:lnTo>
                  <a:cubicBezTo>
                    <a:pt x="285897" y="449878"/>
                    <a:pt x="286752" y="453300"/>
                    <a:pt x="287865" y="457235"/>
                  </a:cubicBezTo>
                  <a:cubicBezTo>
                    <a:pt x="288550" y="459716"/>
                    <a:pt x="290260" y="463993"/>
                    <a:pt x="292227" y="469039"/>
                  </a:cubicBezTo>
                  <a:lnTo>
                    <a:pt x="292227" y="469039"/>
                  </a:lnTo>
                  <a:close/>
                  <a:moveTo>
                    <a:pt x="108061" y="372465"/>
                  </a:moveTo>
                  <a:cubicBezTo>
                    <a:pt x="103784" y="366306"/>
                    <a:pt x="103784" y="365109"/>
                    <a:pt x="101902" y="357153"/>
                  </a:cubicBezTo>
                  <a:cubicBezTo>
                    <a:pt x="100020" y="349198"/>
                    <a:pt x="102501" y="349198"/>
                    <a:pt x="100020" y="349198"/>
                  </a:cubicBezTo>
                  <a:cubicBezTo>
                    <a:pt x="97539" y="349198"/>
                    <a:pt x="95829" y="357324"/>
                    <a:pt x="94631" y="361174"/>
                  </a:cubicBezTo>
                  <a:cubicBezTo>
                    <a:pt x="93861" y="368017"/>
                    <a:pt x="93092" y="376656"/>
                    <a:pt x="92236" y="380506"/>
                  </a:cubicBezTo>
                  <a:cubicBezTo>
                    <a:pt x="91124" y="385809"/>
                    <a:pt x="89926" y="400779"/>
                    <a:pt x="87787" y="405655"/>
                  </a:cubicBezTo>
                  <a:cubicBezTo>
                    <a:pt x="88130" y="414465"/>
                    <a:pt x="88985" y="423618"/>
                    <a:pt x="84708" y="432086"/>
                  </a:cubicBezTo>
                  <a:cubicBezTo>
                    <a:pt x="79234" y="443121"/>
                    <a:pt x="81031" y="437646"/>
                    <a:pt x="77951" y="452359"/>
                  </a:cubicBezTo>
                  <a:cubicBezTo>
                    <a:pt x="74872" y="467072"/>
                    <a:pt x="77352" y="461597"/>
                    <a:pt x="73674" y="470750"/>
                  </a:cubicBezTo>
                  <a:cubicBezTo>
                    <a:pt x="69996" y="479988"/>
                    <a:pt x="65120" y="494102"/>
                    <a:pt x="64435" y="499577"/>
                  </a:cubicBezTo>
                  <a:cubicBezTo>
                    <a:pt x="64180" y="501715"/>
                    <a:pt x="64521" y="504795"/>
                    <a:pt x="64778" y="508216"/>
                  </a:cubicBezTo>
                  <a:cubicBezTo>
                    <a:pt x="65462" y="506334"/>
                    <a:pt x="66232" y="504624"/>
                    <a:pt x="66916" y="503255"/>
                  </a:cubicBezTo>
                  <a:cubicBezTo>
                    <a:pt x="72477" y="492220"/>
                    <a:pt x="71877" y="492220"/>
                    <a:pt x="74872" y="482383"/>
                  </a:cubicBezTo>
                  <a:cubicBezTo>
                    <a:pt x="77951" y="472546"/>
                    <a:pt x="81031" y="467072"/>
                    <a:pt x="84110" y="458432"/>
                  </a:cubicBezTo>
                  <a:cubicBezTo>
                    <a:pt x="87189" y="449793"/>
                    <a:pt x="93348" y="440041"/>
                    <a:pt x="97625" y="436277"/>
                  </a:cubicBezTo>
                  <a:cubicBezTo>
                    <a:pt x="101902" y="432599"/>
                    <a:pt x="104383" y="436277"/>
                    <a:pt x="104383" y="428921"/>
                  </a:cubicBezTo>
                  <a:cubicBezTo>
                    <a:pt x="104383" y="421565"/>
                    <a:pt x="103185" y="425243"/>
                    <a:pt x="103185" y="417288"/>
                  </a:cubicBezTo>
                  <a:cubicBezTo>
                    <a:pt x="103185" y="409333"/>
                    <a:pt x="106864" y="410530"/>
                    <a:pt x="104383" y="404371"/>
                  </a:cubicBezTo>
                  <a:cubicBezTo>
                    <a:pt x="101902" y="398213"/>
                    <a:pt x="106264" y="392053"/>
                    <a:pt x="107462" y="385296"/>
                  </a:cubicBezTo>
                  <a:cubicBezTo>
                    <a:pt x="108660" y="378538"/>
                    <a:pt x="112338" y="378538"/>
                    <a:pt x="108061" y="372380"/>
                  </a:cubicBezTo>
                  <a:lnTo>
                    <a:pt x="108061" y="372380"/>
                  </a:lnTo>
                  <a:close/>
                  <a:moveTo>
                    <a:pt x="50920" y="564073"/>
                  </a:moveTo>
                  <a:cubicBezTo>
                    <a:pt x="50492" y="565870"/>
                    <a:pt x="50578" y="568350"/>
                    <a:pt x="50835" y="571259"/>
                  </a:cubicBezTo>
                  <a:lnTo>
                    <a:pt x="50835" y="570232"/>
                  </a:lnTo>
                  <a:cubicBezTo>
                    <a:pt x="51349" y="567153"/>
                    <a:pt x="51519" y="564330"/>
                    <a:pt x="51519" y="561764"/>
                  </a:cubicBezTo>
                  <a:lnTo>
                    <a:pt x="50920" y="564073"/>
                  </a:lnTo>
                  <a:lnTo>
                    <a:pt x="50920" y="564073"/>
                  </a:lnTo>
                  <a:close/>
                  <a:moveTo>
                    <a:pt x="362883" y="646362"/>
                  </a:moveTo>
                  <a:cubicBezTo>
                    <a:pt x="362883" y="648758"/>
                    <a:pt x="360232" y="650041"/>
                    <a:pt x="357922" y="650126"/>
                  </a:cubicBezTo>
                  <a:cubicBezTo>
                    <a:pt x="357922" y="651581"/>
                    <a:pt x="357751" y="652521"/>
                    <a:pt x="357494" y="653120"/>
                  </a:cubicBezTo>
                  <a:cubicBezTo>
                    <a:pt x="355184" y="658595"/>
                    <a:pt x="350566" y="674762"/>
                    <a:pt x="346887" y="678868"/>
                  </a:cubicBezTo>
                  <a:cubicBezTo>
                    <a:pt x="343209" y="682973"/>
                    <a:pt x="337221" y="690415"/>
                    <a:pt x="329865" y="694521"/>
                  </a:cubicBezTo>
                  <a:cubicBezTo>
                    <a:pt x="322508" y="698627"/>
                    <a:pt x="321995" y="703760"/>
                    <a:pt x="318317" y="701878"/>
                  </a:cubicBezTo>
                  <a:cubicBezTo>
                    <a:pt x="314638" y="699996"/>
                    <a:pt x="314211" y="699141"/>
                    <a:pt x="311902" y="698200"/>
                  </a:cubicBezTo>
                  <a:cubicBezTo>
                    <a:pt x="309592" y="697258"/>
                    <a:pt x="314211" y="688106"/>
                    <a:pt x="313698" y="686224"/>
                  </a:cubicBezTo>
                  <a:cubicBezTo>
                    <a:pt x="313271" y="684342"/>
                    <a:pt x="311902" y="684342"/>
                    <a:pt x="310961" y="682033"/>
                  </a:cubicBezTo>
                  <a:cubicBezTo>
                    <a:pt x="310020" y="679723"/>
                    <a:pt x="312329" y="672794"/>
                    <a:pt x="312329" y="669544"/>
                  </a:cubicBezTo>
                  <a:cubicBezTo>
                    <a:pt x="312329" y="666293"/>
                    <a:pt x="312329" y="654831"/>
                    <a:pt x="311902" y="648330"/>
                  </a:cubicBezTo>
                  <a:lnTo>
                    <a:pt x="311902" y="646277"/>
                  </a:lnTo>
                  <a:cubicBezTo>
                    <a:pt x="310020" y="645849"/>
                    <a:pt x="308822" y="645593"/>
                    <a:pt x="308822" y="645593"/>
                  </a:cubicBezTo>
                  <a:cubicBezTo>
                    <a:pt x="308822" y="645593"/>
                    <a:pt x="312500" y="598289"/>
                    <a:pt x="312500" y="586656"/>
                  </a:cubicBezTo>
                  <a:cubicBezTo>
                    <a:pt x="312500" y="575023"/>
                    <a:pt x="311302" y="566383"/>
                    <a:pt x="310618" y="561507"/>
                  </a:cubicBezTo>
                  <a:cubicBezTo>
                    <a:pt x="310020" y="556631"/>
                    <a:pt x="311218" y="545511"/>
                    <a:pt x="308737" y="541234"/>
                  </a:cubicBezTo>
                  <a:cubicBezTo>
                    <a:pt x="306341" y="536957"/>
                    <a:pt x="308137" y="538754"/>
                    <a:pt x="305058" y="530884"/>
                  </a:cubicBezTo>
                  <a:cubicBezTo>
                    <a:pt x="305486" y="538155"/>
                    <a:pt x="305999" y="545426"/>
                    <a:pt x="306256" y="551072"/>
                  </a:cubicBezTo>
                  <a:cubicBezTo>
                    <a:pt x="306855" y="564587"/>
                    <a:pt x="308137" y="570746"/>
                    <a:pt x="307453" y="573739"/>
                  </a:cubicBezTo>
                  <a:cubicBezTo>
                    <a:pt x="307453" y="573739"/>
                    <a:pt x="306513" y="572713"/>
                    <a:pt x="304203" y="571002"/>
                  </a:cubicBezTo>
                  <a:cubicBezTo>
                    <a:pt x="305058" y="572713"/>
                    <a:pt x="304460" y="573739"/>
                    <a:pt x="304460" y="573739"/>
                  </a:cubicBezTo>
                  <a:cubicBezTo>
                    <a:pt x="304460" y="573739"/>
                    <a:pt x="308737" y="600171"/>
                    <a:pt x="305657" y="631479"/>
                  </a:cubicBezTo>
                  <a:cubicBezTo>
                    <a:pt x="302578" y="662786"/>
                    <a:pt x="289747" y="705812"/>
                    <a:pt x="287266" y="717446"/>
                  </a:cubicBezTo>
                  <a:cubicBezTo>
                    <a:pt x="284785" y="729079"/>
                    <a:pt x="276231" y="757393"/>
                    <a:pt x="274948" y="763466"/>
                  </a:cubicBezTo>
                  <a:cubicBezTo>
                    <a:pt x="274948" y="763466"/>
                    <a:pt x="272981" y="763295"/>
                    <a:pt x="269389" y="763038"/>
                  </a:cubicBezTo>
                  <a:cubicBezTo>
                    <a:pt x="268362" y="767145"/>
                    <a:pt x="265967" y="775699"/>
                    <a:pt x="262032" y="787417"/>
                  </a:cubicBezTo>
                  <a:cubicBezTo>
                    <a:pt x="256558" y="804012"/>
                    <a:pt x="243641" y="838997"/>
                    <a:pt x="239963" y="843873"/>
                  </a:cubicBezTo>
                  <a:cubicBezTo>
                    <a:pt x="236285" y="848835"/>
                    <a:pt x="237482" y="862265"/>
                    <a:pt x="235087" y="870305"/>
                  </a:cubicBezTo>
                  <a:cubicBezTo>
                    <a:pt x="232606" y="878260"/>
                    <a:pt x="232606" y="925563"/>
                    <a:pt x="227132" y="951311"/>
                  </a:cubicBezTo>
                  <a:cubicBezTo>
                    <a:pt x="221571" y="977058"/>
                    <a:pt x="212419" y="1029922"/>
                    <a:pt x="205661" y="1053873"/>
                  </a:cubicBezTo>
                  <a:cubicBezTo>
                    <a:pt x="198904" y="1077824"/>
                    <a:pt x="192745" y="1097498"/>
                    <a:pt x="197707" y="1114691"/>
                  </a:cubicBezTo>
                  <a:cubicBezTo>
                    <a:pt x="202582" y="1131885"/>
                    <a:pt x="217979" y="1157033"/>
                    <a:pt x="220459" y="1163791"/>
                  </a:cubicBezTo>
                  <a:cubicBezTo>
                    <a:pt x="222940" y="1170549"/>
                    <a:pt x="229099" y="1176109"/>
                    <a:pt x="229099" y="1176109"/>
                  </a:cubicBezTo>
                  <a:cubicBezTo>
                    <a:pt x="229099" y="1176109"/>
                    <a:pt x="244411" y="1185946"/>
                    <a:pt x="252451" y="1184663"/>
                  </a:cubicBezTo>
                  <a:cubicBezTo>
                    <a:pt x="260407" y="1183465"/>
                    <a:pt x="267165" y="1183465"/>
                    <a:pt x="270244" y="1188940"/>
                  </a:cubicBezTo>
                  <a:cubicBezTo>
                    <a:pt x="273323" y="1194414"/>
                    <a:pt x="269645" y="1196296"/>
                    <a:pt x="269645" y="1196296"/>
                  </a:cubicBezTo>
                  <a:cubicBezTo>
                    <a:pt x="269645" y="1196296"/>
                    <a:pt x="256728" y="1201172"/>
                    <a:pt x="253649" y="1201172"/>
                  </a:cubicBezTo>
                  <a:cubicBezTo>
                    <a:pt x="250569" y="1201172"/>
                    <a:pt x="209425" y="1207331"/>
                    <a:pt x="195311" y="1201172"/>
                  </a:cubicBezTo>
                  <a:lnTo>
                    <a:pt x="195910" y="1204251"/>
                  </a:lnTo>
                  <a:cubicBezTo>
                    <a:pt x="195910" y="1204251"/>
                    <a:pt x="173755" y="1203653"/>
                    <a:pt x="171360" y="1203653"/>
                  </a:cubicBezTo>
                  <a:cubicBezTo>
                    <a:pt x="168965" y="1203653"/>
                    <a:pt x="129018" y="1203054"/>
                    <a:pt x="129018" y="1203054"/>
                  </a:cubicBezTo>
                  <a:cubicBezTo>
                    <a:pt x="129018" y="1203054"/>
                    <a:pt x="130216" y="1180300"/>
                    <a:pt x="130216" y="1175425"/>
                  </a:cubicBezTo>
                  <a:cubicBezTo>
                    <a:pt x="130216" y="1170549"/>
                    <a:pt x="127735" y="1163791"/>
                    <a:pt x="129616" y="1156435"/>
                  </a:cubicBezTo>
                  <a:cubicBezTo>
                    <a:pt x="131413" y="1149078"/>
                    <a:pt x="138170" y="1120252"/>
                    <a:pt x="143731" y="1103657"/>
                  </a:cubicBezTo>
                  <a:cubicBezTo>
                    <a:pt x="143731" y="1103657"/>
                    <a:pt x="150489" y="1097498"/>
                    <a:pt x="141849" y="1079706"/>
                  </a:cubicBezTo>
                  <a:cubicBezTo>
                    <a:pt x="133209" y="1061913"/>
                    <a:pt x="103784" y="980223"/>
                    <a:pt x="99507" y="931723"/>
                  </a:cubicBezTo>
                  <a:cubicBezTo>
                    <a:pt x="95230" y="883221"/>
                    <a:pt x="105666" y="854395"/>
                    <a:pt x="100790" y="820607"/>
                  </a:cubicBezTo>
                  <a:cubicBezTo>
                    <a:pt x="96341" y="790069"/>
                    <a:pt x="89413" y="748582"/>
                    <a:pt x="87189" y="738574"/>
                  </a:cubicBezTo>
                  <a:cubicBezTo>
                    <a:pt x="80602" y="737462"/>
                    <a:pt x="74872" y="736436"/>
                    <a:pt x="70252" y="735581"/>
                  </a:cubicBezTo>
                  <a:cubicBezTo>
                    <a:pt x="64435" y="734725"/>
                    <a:pt x="59646" y="733870"/>
                    <a:pt x="57764" y="733356"/>
                  </a:cubicBezTo>
                  <a:lnTo>
                    <a:pt x="53487" y="730277"/>
                  </a:lnTo>
                  <a:cubicBezTo>
                    <a:pt x="53487" y="730277"/>
                    <a:pt x="53145" y="718815"/>
                    <a:pt x="52716" y="701963"/>
                  </a:cubicBezTo>
                  <a:cubicBezTo>
                    <a:pt x="46301" y="698884"/>
                    <a:pt x="22436" y="677756"/>
                    <a:pt x="19441" y="674676"/>
                  </a:cubicBezTo>
                  <a:cubicBezTo>
                    <a:pt x="16362" y="671597"/>
                    <a:pt x="16362" y="668859"/>
                    <a:pt x="14224" y="664582"/>
                  </a:cubicBezTo>
                  <a:cubicBezTo>
                    <a:pt x="12085" y="660305"/>
                    <a:pt x="9006" y="645593"/>
                    <a:pt x="8663" y="642171"/>
                  </a:cubicBezTo>
                  <a:lnTo>
                    <a:pt x="9177" y="641487"/>
                  </a:lnTo>
                  <a:lnTo>
                    <a:pt x="6782" y="641316"/>
                  </a:lnTo>
                  <a:cubicBezTo>
                    <a:pt x="623" y="640717"/>
                    <a:pt x="623" y="639434"/>
                    <a:pt x="25" y="631479"/>
                  </a:cubicBezTo>
                  <a:cubicBezTo>
                    <a:pt x="-574" y="623523"/>
                    <a:pt x="9861" y="561507"/>
                    <a:pt x="9861" y="552269"/>
                  </a:cubicBezTo>
                  <a:cubicBezTo>
                    <a:pt x="9861" y="543031"/>
                    <a:pt x="8065" y="546110"/>
                    <a:pt x="6782" y="535675"/>
                  </a:cubicBezTo>
                  <a:cubicBezTo>
                    <a:pt x="5584" y="525239"/>
                    <a:pt x="8579" y="503768"/>
                    <a:pt x="9861" y="493931"/>
                  </a:cubicBezTo>
                  <a:cubicBezTo>
                    <a:pt x="10717" y="487259"/>
                    <a:pt x="11487" y="485976"/>
                    <a:pt x="12171" y="482212"/>
                  </a:cubicBezTo>
                  <a:lnTo>
                    <a:pt x="10289" y="482212"/>
                  </a:lnTo>
                  <a:cubicBezTo>
                    <a:pt x="10289" y="482212"/>
                    <a:pt x="11316" y="480758"/>
                    <a:pt x="12599" y="478449"/>
                  </a:cubicBezTo>
                  <a:cubicBezTo>
                    <a:pt x="12685" y="477251"/>
                    <a:pt x="12770" y="475968"/>
                    <a:pt x="12940" y="474342"/>
                  </a:cubicBezTo>
                  <a:cubicBezTo>
                    <a:pt x="13540" y="462709"/>
                    <a:pt x="14737" y="460828"/>
                    <a:pt x="13540" y="454070"/>
                  </a:cubicBezTo>
                  <a:cubicBezTo>
                    <a:pt x="12342" y="447312"/>
                    <a:pt x="14737" y="433797"/>
                    <a:pt x="18415" y="425842"/>
                  </a:cubicBezTo>
                  <a:cubicBezTo>
                    <a:pt x="22094" y="417887"/>
                    <a:pt x="24575" y="400094"/>
                    <a:pt x="29450" y="395133"/>
                  </a:cubicBezTo>
                  <a:cubicBezTo>
                    <a:pt x="34325" y="390257"/>
                    <a:pt x="38004" y="394534"/>
                    <a:pt x="38004" y="383500"/>
                  </a:cubicBezTo>
                  <a:cubicBezTo>
                    <a:pt x="38004" y="372465"/>
                    <a:pt x="39202" y="371866"/>
                    <a:pt x="39886" y="359549"/>
                  </a:cubicBezTo>
                  <a:cubicBezTo>
                    <a:pt x="40485" y="347231"/>
                    <a:pt x="42367" y="346632"/>
                    <a:pt x="41083" y="341157"/>
                  </a:cubicBezTo>
                  <a:cubicBezTo>
                    <a:pt x="39886" y="335598"/>
                    <a:pt x="38602" y="335598"/>
                    <a:pt x="39886" y="330123"/>
                  </a:cubicBezTo>
                  <a:cubicBezTo>
                    <a:pt x="41083" y="324648"/>
                    <a:pt x="40485" y="314812"/>
                    <a:pt x="41683" y="311133"/>
                  </a:cubicBezTo>
                  <a:cubicBezTo>
                    <a:pt x="42879" y="307455"/>
                    <a:pt x="43564" y="303178"/>
                    <a:pt x="43564" y="292143"/>
                  </a:cubicBezTo>
                  <a:cubicBezTo>
                    <a:pt x="43564" y="281109"/>
                    <a:pt x="42965" y="266995"/>
                    <a:pt x="49723" y="257157"/>
                  </a:cubicBezTo>
                  <a:cubicBezTo>
                    <a:pt x="56481" y="247321"/>
                    <a:pt x="65633" y="242445"/>
                    <a:pt x="68712" y="236885"/>
                  </a:cubicBezTo>
                  <a:cubicBezTo>
                    <a:pt x="71792" y="231325"/>
                    <a:pt x="66232" y="230726"/>
                    <a:pt x="73589" y="225850"/>
                  </a:cubicBezTo>
                  <a:cubicBezTo>
                    <a:pt x="80945" y="220889"/>
                    <a:pt x="106778" y="211138"/>
                    <a:pt x="115332" y="205577"/>
                  </a:cubicBezTo>
                  <a:cubicBezTo>
                    <a:pt x="123972" y="200017"/>
                    <a:pt x="125169" y="200616"/>
                    <a:pt x="130045" y="194543"/>
                  </a:cubicBezTo>
                  <a:cubicBezTo>
                    <a:pt x="134920" y="188384"/>
                    <a:pt x="136203" y="191463"/>
                    <a:pt x="137401" y="184107"/>
                  </a:cubicBezTo>
                  <a:cubicBezTo>
                    <a:pt x="137829" y="181626"/>
                    <a:pt x="138598" y="178718"/>
                    <a:pt x="139454" y="175810"/>
                  </a:cubicBezTo>
                  <a:lnTo>
                    <a:pt x="136203" y="176751"/>
                  </a:lnTo>
                  <a:cubicBezTo>
                    <a:pt x="131926" y="179830"/>
                    <a:pt x="133124" y="174869"/>
                    <a:pt x="136203" y="170592"/>
                  </a:cubicBezTo>
                  <a:cubicBezTo>
                    <a:pt x="137315" y="169052"/>
                    <a:pt x="139282" y="168025"/>
                    <a:pt x="141421" y="167085"/>
                  </a:cubicBezTo>
                  <a:cubicBezTo>
                    <a:pt x="141678" y="164775"/>
                    <a:pt x="141421" y="162979"/>
                    <a:pt x="140566" y="162038"/>
                  </a:cubicBezTo>
                  <a:cubicBezTo>
                    <a:pt x="137486" y="158958"/>
                    <a:pt x="139368" y="153484"/>
                    <a:pt x="141165" y="153484"/>
                  </a:cubicBezTo>
                  <a:cubicBezTo>
                    <a:pt x="141507" y="153484"/>
                    <a:pt x="144073" y="152714"/>
                    <a:pt x="148350" y="151516"/>
                  </a:cubicBezTo>
                  <a:lnTo>
                    <a:pt x="150403" y="149720"/>
                  </a:lnTo>
                  <a:cubicBezTo>
                    <a:pt x="152884" y="147924"/>
                    <a:pt x="151601" y="143561"/>
                    <a:pt x="149804" y="142364"/>
                  </a:cubicBezTo>
                  <a:cubicBezTo>
                    <a:pt x="147922" y="141166"/>
                    <a:pt x="151001" y="133810"/>
                    <a:pt x="151001" y="133810"/>
                  </a:cubicBezTo>
                  <a:cubicBezTo>
                    <a:pt x="151001" y="133810"/>
                    <a:pt x="147324" y="133810"/>
                    <a:pt x="143645" y="130132"/>
                  </a:cubicBezTo>
                  <a:cubicBezTo>
                    <a:pt x="139967" y="126453"/>
                    <a:pt x="132012" y="108661"/>
                    <a:pt x="131328" y="102502"/>
                  </a:cubicBezTo>
                  <a:cubicBezTo>
                    <a:pt x="130728" y="96343"/>
                    <a:pt x="131926" y="88388"/>
                    <a:pt x="131926" y="86507"/>
                  </a:cubicBezTo>
                  <a:cubicBezTo>
                    <a:pt x="131926" y="84624"/>
                    <a:pt x="131328" y="65036"/>
                    <a:pt x="130728" y="60759"/>
                  </a:cubicBezTo>
                  <a:cubicBezTo>
                    <a:pt x="130130" y="56482"/>
                    <a:pt x="136888" y="28254"/>
                    <a:pt x="141763" y="23293"/>
                  </a:cubicBezTo>
                  <a:cubicBezTo>
                    <a:pt x="146639" y="18417"/>
                    <a:pt x="156476" y="-1257"/>
                    <a:pt x="179828" y="1223"/>
                  </a:cubicBezTo>
                  <a:cubicBezTo>
                    <a:pt x="189665" y="2250"/>
                    <a:pt x="197022" y="-6133"/>
                    <a:pt x="213017" y="10462"/>
                  </a:cubicBezTo>
                  <a:cubicBezTo>
                    <a:pt x="229013" y="27056"/>
                    <a:pt x="241246" y="38690"/>
                    <a:pt x="243727" y="59561"/>
                  </a:cubicBezTo>
                  <a:cubicBezTo>
                    <a:pt x="246207" y="80433"/>
                    <a:pt x="246207" y="93350"/>
                    <a:pt x="246207" y="101904"/>
                  </a:cubicBezTo>
                  <a:cubicBezTo>
                    <a:pt x="246207" y="110458"/>
                    <a:pt x="247405" y="115419"/>
                    <a:pt x="243128" y="118498"/>
                  </a:cubicBezTo>
                  <a:cubicBezTo>
                    <a:pt x="238851" y="121578"/>
                    <a:pt x="241930" y="124058"/>
                    <a:pt x="238851" y="128934"/>
                  </a:cubicBezTo>
                  <a:cubicBezTo>
                    <a:pt x="235771" y="133810"/>
                    <a:pt x="233975" y="134408"/>
                    <a:pt x="230896" y="136889"/>
                  </a:cubicBezTo>
                  <a:lnTo>
                    <a:pt x="227817" y="139370"/>
                  </a:lnTo>
                  <a:cubicBezTo>
                    <a:pt x="227817" y="139370"/>
                    <a:pt x="246207" y="133810"/>
                    <a:pt x="256643" y="145529"/>
                  </a:cubicBezTo>
                  <a:cubicBezTo>
                    <a:pt x="256643" y="145529"/>
                    <a:pt x="270158" y="155366"/>
                    <a:pt x="278712" y="163920"/>
                  </a:cubicBezTo>
                  <a:cubicBezTo>
                    <a:pt x="287266" y="172559"/>
                    <a:pt x="297103" y="190950"/>
                    <a:pt x="295306" y="190351"/>
                  </a:cubicBezTo>
                  <a:cubicBezTo>
                    <a:pt x="293425" y="189753"/>
                    <a:pt x="272554" y="186673"/>
                    <a:pt x="270158" y="187272"/>
                  </a:cubicBezTo>
                  <a:lnTo>
                    <a:pt x="268191" y="188897"/>
                  </a:lnTo>
                  <a:lnTo>
                    <a:pt x="271356" y="190351"/>
                  </a:lnTo>
                  <a:cubicBezTo>
                    <a:pt x="276317" y="191463"/>
                    <a:pt x="281022" y="194971"/>
                    <a:pt x="283417" y="199248"/>
                  </a:cubicBezTo>
                  <a:cubicBezTo>
                    <a:pt x="290003" y="200530"/>
                    <a:pt x="296761" y="202327"/>
                    <a:pt x="299583" y="204551"/>
                  </a:cubicBezTo>
                  <a:cubicBezTo>
                    <a:pt x="305144" y="208828"/>
                    <a:pt x="324733" y="220547"/>
                    <a:pt x="330293" y="245097"/>
                  </a:cubicBezTo>
                  <a:cubicBezTo>
                    <a:pt x="335768" y="269646"/>
                    <a:pt x="345604" y="332860"/>
                    <a:pt x="348085" y="345178"/>
                  </a:cubicBezTo>
                  <a:cubicBezTo>
                    <a:pt x="350566" y="357496"/>
                    <a:pt x="359718" y="429263"/>
                    <a:pt x="361600" y="440982"/>
                  </a:cubicBezTo>
                  <a:cubicBezTo>
                    <a:pt x="363482" y="452616"/>
                    <a:pt x="362199" y="496839"/>
                    <a:pt x="362199" y="510355"/>
                  </a:cubicBezTo>
                  <a:cubicBezTo>
                    <a:pt x="362199" y="523870"/>
                    <a:pt x="360317" y="549019"/>
                    <a:pt x="358520" y="557658"/>
                  </a:cubicBezTo>
                  <a:cubicBezTo>
                    <a:pt x="356639" y="566297"/>
                    <a:pt x="356040" y="577332"/>
                    <a:pt x="357922" y="587768"/>
                  </a:cubicBezTo>
                  <a:cubicBezTo>
                    <a:pt x="359804" y="598204"/>
                    <a:pt x="362797" y="643626"/>
                    <a:pt x="362797" y="646705"/>
                  </a:cubicBezTo>
                  <a:lnTo>
                    <a:pt x="362797" y="646705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D4854462-78A6-CDFC-17E9-216341F7F022}"/>
                </a:ext>
              </a:extLst>
            </p:cNvPr>
            <p:cNvSpPr/>
            <p:nvPr/>
          </p:nvSpPr>
          <p:spPr>
            <a:xfrm>
              <a:off x="1144828" y="4266600"/>
              <a:ext cx="337552" cy="1200249"/>
            </a:xfrm>
            <a:custGeom>
              <a:avLst/>
              <a:gdLst>
                <a:gd name="connsiteX0" fmla="*/ 192426 w 337552"/>
                <a:gd name="connsiteY0" fmla="*/ 807548 h 1200249"/>
                <a:gd name="connsiteX1" fmla="*/ 191912 w 337552"/>
                <a:gd name="connsiteY1" fmla="*/ 800534 h 1200249"/>
                <a:gd name="connsiteX2" fmla="*/ 180108 w 337552"/>
                <a:gd name="connsiteY2" fmla="*/ 801389 h 1200249"/>
                <a:gd name="connsiteX3" fmla="*/ 151110 w 337552"/>
                <a:gd name="connsiteY3" fmla="*/ 802501 h 1200249"/>
                <a:gd name="connsiteX4" fmla="*/ 149742 w 337552"/>
                <a:gd name="connsiteY4" fmla="*/ 810200 h 1200249"/>
                <a:gd name="connsiteX5" fmla="*/ 143582 w 337552"/>
                <a:gd name="connsiteY5" fmla="*/ 825169 h 1200249"/>
                <a:gd name="connsiteX6" fmla="*/ 140075 w 337552"/>
                <a:gd name="connsiteY6" fmla="*/ 844587 h 1200249"/>
                <a:gd name="connsiteX7" fmla="*/ 133916 w 337552"/>
                <a:gd name="connsiteY7" fmla="*/ 873670 h 1200249"/>
                <a:gd name="connsiteX8" fmla="*/ 130409 w 337552"/>
                <a:gd name="connsiteY8" fmla="*/ 924738 h 1200249"/>
                <a:gd name="connsiteX9" fmla="*/ 118092 w 337552"/>
                <a:gd name="connsiteY9" fmla="*/ 1021654 h 1200249"/>
                <a:gd name="connsiteX10" fmla="*/ 119888 w 337552"/>
                <a:gd name="connsiteY10" fmla="*/ 1065279 h 1200249"/>
                <a:gd name="connsiteX11" fmla="*/ 123395 w 337552"/>
                <a:gd name="connsiteY11" fmla="*/ 1073234 h 1200249"/>
                <a:gd name="connsiteX12" fmla="*/ 122112 w 337552"/>
                <a:gd name="connsiteY12" fmla="*/ 1087348 h 1200249"/>
                <a:gd name="connsiteX13" fmla="*/ 127416 w 337552"/>
                <a:gd name="connsiteY13" fmla="*/ 1093079 h 1200249"/>
                <a:gd name="connsiteX14" fmla="*/ 128271 w 337552"/>
                <a:gd name="connsiteY14" fmla="*/ 1113352 h 1200249"/>
                <a:gd name="connsiteX15" fmla="*/ 136654 w 337552"/>
                <a:gd name="connsiteY15" fmla="*/ 1137132 h 1200249"/>
                <a:gd name="connsiteX16" fmla="*/ 151196 w 337552"/>
                <a:gd name="connsiteY16" fmla="*/ 1153898 h 1200249"/>
                <a:gd name="connsiteX17" fmla="*/ 154703 w 337552"/>
                <a:gd name="connsiteY17" fmla="*/ 1156721 h 1200249"/>
                <a:gd name="connsiteX18" fmla="*/ 154703 w 337552"/>
                <a:gd name="connsiteY18" fmla="*/ 1151759 h 1200249"/>
                <a:gd name="connsiteX19" fmla="*/ 145465 w 337552"/>
                <a:gd name="connsiteY19" fmla="*/ 1110786 h 1200249"/>
                <a:gd name="connsiteX20" fmla="*/ 160006 w 337552"/>
                <a:gd name="connsiteY20" fmla="*/ 1078623 h 1200249"/>
                <a:gd name="connsiteX21" fmla="*/ 173692 w 337552"/>
                <a:gd name="connsiteY21" fmla="*/ 1057495 h 1200249"/>
                <a:gd name="connsiteX22" fmla="*/ 178996 w 337552"/>
                <a:gd name="connsiteY22" fmla="*/ 976489 h 1200249"/>
                <a:gd name="connsiteX23" fmla="*/ 177199 w 337552"/>
                <a:gd name="connsiteY23" fmla="*/ 919691 h 1200249"/>
                <a:gd name="connsiteX24" fmla="*/ 178996 w 337552"/>
                <a:gd name="connsiteY24" fmla="*/ 883593 h 1200249"/>
                <a:gd name="connsiteX25" fmla="*/ 195762 w 337552"/>
                <a:gd name="connsiteY25" fmla="*/ 831157 h 1200249"/>
                <a:gd name="connsiteX26" fmla="*/ 192682 w 337552"/>
                <a:gd name="connsiteY26" fmla="*/ 807805 h 1200249"/>
                <a:gd name="connsiteX27" fmla="*/ 192682 w 337552"/>
                <a:gd name="connsiteY27" fmla="*/ 807805 h 1200249"/>
                <a:gd name="connsiteX28" fmla="*/ 329375 w 337552"/>
                <a:gd name="connsiteY28" fmla="*/ 621158 h 1200249"/>
                <a:gd name="connsiteX29" fmla="*/ 337330 w 337552"/>
                <a:gd name="connsiteY29" fmla="*/ 640832 h 1200249"/>
                <a:gd name="connsiteX30" fmla="*/ 330059 w 337552"/>
                <a:gd name="connsiteY30" fmla="*/ 671027 h 1200249"/>
                <a:gd name="connsiteX31" fmla="*/ 314747 w 337552"/>
                <a:gd name="connsiteY31" fmla="*/ 688905 h 1200249"/>
                <a:gd name="connsiteX32" fmla="*/ 314918 w 337552"/>
                <a:gd name="connsiteY32" fmla="*/ 697972 h 1200249"/>
                <a:gd name="connsiteX33" fmla="*/ 312267 w 337552"/>
                <a:gd name="connsiteY33" fmla="*/ 764950 h 1200249"/>
                <a:gd name="connsiteX34" fmla="*/ 313978 w 337552"/>
                <a:gd name="connsiteY34" fmla="*/ 791381 h 1200249"/>
                <a:gd name="connsiteX35" fmla="*/ 293619 w 337552"/>
                <a:gd name="connsiteY35" fmla="*/ 793092 h 1200249"/>
                <a:gd name="connsiteX36" fmla="*/ 291052 w 337552"/>
                <a:gd name="connsiteY36" fmla="*/ 809943 h 1200249"/>
                <a:gd name="connsiteX37" fmla="*/ 281815 w 337552"/>
                <a:gd name="connsiteY37" fmla="*/ 823544 h 1200249"/>
                <a:gd name="connsiteX38" fmla="*/ 277880 w 337552"/>
                <a:gd name="connsiteY38" fmla="*/ 842962 h 1200249"/>
                <a:gd name="connsiteX39" fmla="*/ 272149 w 337552"/>
                <a:gd name="connsiteY39" fmla="*/ 873841 h 1200249"/>
                <a:gd name="connsiteX40" fmla="*/ 259831 w 337552"/>
                <a:gd name="connsiteY40" fmla="*/ 941247 h 1200249"/>
                <a:gd name="connsiteX41" fmla="*/ 233399 w 337552"/>
                <a:gd name="connsiteY41" fmla="*/ 1034228 h 1200249"/>
                <a:gd name="connsiteX42" fmla="*/ 225957 w 337552"/>
                <a:gd name="connsiteY42" fmla="*/ 1060232 h 1200249"/>
                <a:gd name="connsiteX43" fmla="*/ 229464 w 337552"/>
                <a:gd name="connsiteY43" fmla="*/ 1072977 h 1200249"/>
                <a:gd name="connsiteX44" fmla="*/ 225102 w 337552"/>
                <a:gd name="connsiteY44" fmla="*/ 1099837 h 1200249"/>
                <a:gd name="connsiteX45" fmla="*/ 234340 w 337552"/>
                <a:gd name="connsiteY45" fmla="*/ 1125841 h 1200249"/>
                <a:gd name="connsiteX46" fmla="*/ 245375 w 337552"/>
                <a:gd name="connsiteY46" fmla="*/ 1158004 h 1200249"/>
                <a:gd name="connsiteX47" fmla="*/ 260344 w 337552"/>
                <a:gd name="connsiteY47" fmla="*/ 1157576 h 1200249"/>
                <a:gd name="connsiteX48" fmla="*/ 269154 w 337552"/>
                <a:gd name="connsiteY48" fmla="*/ 1162879 h 1200249"/>
                <a:gd name="connsiteX49" fmla="*/ 274886 w 337552"/>
                <a:gd name="connsiteY49" fmla="*/ 1171263 h 1200249"/>
                <a:gd name="connsiteX50" fmla="*/ 252389 w 337552"/>
                <a:gd name="connsiteY50" fmla="*/ 1197694 h 1200249"/>
                <a:gd name="connsiteX51" fmla="*/ 209192 w 337552"/>
                <a:gd name="connsiteY51" fmla="*/ 1194187 h 1200249"/>
                <a:gd name="connsiteX52" fmla="*/ 194650 w 337552"/>
                <a:gd name="connsiteY52" fmla="*/ 1161597 h 1200249"/>
                <a:gd name="connsiteX53" fmla="*/ 172580 w 337552"/>
                <a:gd name="connsiteY53" fmla="*/ 1138672 h 1200249"/>
                <a:gd name="connsiteX54" fmla="*/ 163342 w 337552"/>
                <a:gd name="connsiteY54" fmla="*/ 1154497 h 1200249"/>
                <a:gd name="connsiteX55" fmla="*/ 163770 w 337552"/>
                <a:gd name="connsiteY55" fmla="*/ 1162965 h 1200249"/>
                <a:gd name="connsiteX56" fmla="*/ 170356 w 337552"/>
                <a:gd name="connsiteY56" fmla="*/ 1165018 h 1200249"/>
                <a:gd name="connsiteX57" fmla="*/ 181819 w 337552"/>
                <a:gd name="connsiteY57" fmla="*/ 1164590 h 1200249"/>
                <a:gd name="connsiteX58" fmla="*/ 179167 w 337552"/>
                <a:gd name="connsiteY58" fmla="*/ 1177763 h 1200249"/>
                <a:gd name="connsiteX59" fmla="*/ 173436 w 337552"/>
                <a:gd name="connsiteY59" fmla="*/ 1191022 h 1200249"/>
                <a:gd name="connsiteX60" fmla="*/ 159749 w 337552"/>
                <a:gd name="connsiteY60" fmla="*/ 1199832 h 1200249"/>
                <a:gd name="connsiteX61" fmla="*/ 107314 w 337552"/>
                <a:gd name="connsiteY61" fmla="*/ 1198977 h 1200249"/>
                <a:gd name="connsiteX62" fmla="*/ 86613 w 337552"/>
                <a:gd name="connsiteY62" fmla="*/ 1159800 h 1200249"/>
                <a:gd name="connsiteX63" fmla="*/ 78658 w 337552"/>
                <a:gd name="connsiteY63" fmla="*/ 1148766 h 1200249"/>
                <a:gd name="connsiteX64" fmla="*/ 77802 w 337552"/>
                <a:gd name="connsiteY64" fmla="*/ 1164590 h 1200249"/>
                <a:gd name="connsiteX65" fmla="*/ 78658 w 337552"/>
                <a:gd name="connsiteY65" fmla="*/ 1190594 h 1200249"/>
                <a:gd name="connsiteX66" fmla="*/ 76434 w 337552"/>
                <a:gd name="connsiteY66" fmla="*/ 1198977 h 1200249"/>
                <a:gd name="connsiteX67" fmla="*/ 67623 w 337552"/>
                <a:gd name="connsiteY67" fmla="*/ 1198122 h 1200249"/>
                <a:gd name="connsiteX68" fmla="*/ 67623 w 337552"/>
                <a:gd name="connsiteY68" fmla="*/ 1143547 h 1200249"/>
                <a:gd name="connsiteX69" fmla="*/ 53937 w 337552"/>
                <a:gd name="connsiteY69" fmla="*/ 1105653 h 1200249"/>
                <a:gd name="connsiteX70" fmla="*/ 68907 w 337552"/>
                <a:gd name="connsiteY70" fmla="*/ 1046631 h 1200249"/>
                <a:gd name="connsiteX71" fmla="*/ 47779 w 337552"/>
                <a:gd name="connsiteY71" fmla="*/ 946636 h 1200249"/>
                <a:gd name="connsiteX72" fmla="*/ 43844 w 337552"/>
                <a:gd name="connsiteY72" fmla="*/ 862037 h 1200249"/>
                <a:gd name="connsiteX73" fmla="*/ 58813 w 337552"/>
                <a:gd name="connsiteY73" fmla="*/ 809174 h 1200249"/>
                <a:gd name="connsiteX74" fmla="*/ 59155 w 337552"/>
                <a:gd name="connsiteY74" fmla="*/ 798310 h 1200249"/>
                <a:gd name="connsiteX75" fmla="*/ 52226 w 337552"/>
                <a:gd name="connsiteY75" fmla="*/ 796856 h 1200249"/>
                <a:gd name="connsiteX76" fmla="*/ 40764 w 337552"/>
                <a:gd name="connsiteY76" fmla="*/ 724661 h 1200249"/>
                <a:gd name="connsiteX77" fmla="*/ 30157 w 337552"/>
                <a:gd name="connsiteY77" fmla="*/ 656828 h 1200249"/>
                <a:gd name="connsiteX78" fmla="*/ 28018 w 337552"/>
                <a:gd name="connsiteY78" fmla="*/ 588738 h 1200249"/>
                <a:gd name="connsiteX79" fmla="*/ 16043 w 337552"/>
                <a:gd name="connsiteY79" fmla="*/ 502343 h 1200249"/>
                <a:gd name="connsiteX80" fmla="*/ 10740 w 337552"/>
                <a:gd name="connsiteY80" fmla="*/ 464193 h 1200249"/>
                <a:gd name="connsiteX81" fmla="*/ 8943 w 337552"/>
                <a:gd name="connsiteY81" fmla="*/ 436563 h 1200249"/>
                <a:gd name="connsiteX82" fmla="*/ 6548 w 337552"/>
                <a:gd name="connsiteY82" fmla="*/ 407822 h 1200249"/>
                <a:gd name="connsiteX83" fmla="*/ 3041 w 337552"/>
                <a:gd name="connsiteY83" fmla="*/ 339647 h 1200249"/>
                <a:gd name="connsiteX84" fmla="*/ 732 w 337552"/>
                <a:gd name="connsiteY84" fmla="*/ 297391 h 1200249"/>
                <a:gd name="connsiteX85" fmla="*/ 3640 w 337552"/>
                <a:gd name="connsiteY85" fmla="*/ 277973 h 1200249"/>
                <a:gd name="connsiteX86" fmla="*/ 7746 w 337552"/>
                <a:gd name="connsiteY86" fmla="*/ 245639 h 1200249"/>
                <a:gd name="connsiteX87" fmla="*/ 11852 w 337552"/>
                <a:gd name="connsiteY87" fmla="*/ 234519 h 1200249"/>
                <a:gd name="connsiteX88" fmla="*/ 51029 w 337552"/>
                <a:gd name="connsiteY88" fmla="*/ 202613 h 1200249"/>
                <a:gd name="connsiteX89" fmla="*/ 46495 w 337552"/>
                <a:gd name="connsiteY89" fmla="*/ 196368 h 1200249"/>
                <a:gd name="connsiteX90" fmla="*/ 35888 w 337552"/>
                <a:gd name="connsiteY90" fmla="*/ 180544 h 1200249"/>
                <a:gd name="connsiteX91" fmla="*/ 34776 w 337552"/>
                <a:gd name="connsiteY91" fmla="*/ 185676 h 1200249"/>
                <a:gd name="connsiteX92" fmla="*/ 37086 w 337552"/>
                <a:gd name="connsiteY92" fmla="*/ 174043 h 1200249"/>
                <a:gd name="connsiteX93" fmla="*/ 30671 w 337552"/>
                <a:gd name="connsiteY93" fmla="*/ 172845 h 1200249"/>
                <a:gd name="connsiteX94" fmla="*/ 17754 w 337552"/>
                <a:gd name="connsiteY94" fmla="*/ 168739 h 1200249"/>
                <a:gd name="connsiteX95" fmla="*/ 33664 w 337552"/>
                <a:gd name="connsiteY95" fmla="*/ 164035 h 1200249"/>
                <a:gd name="connsiteX96" fmla="*/ 29559 w 337552"/>
                <a:gd name="connsiteY96" fmla="*/ 147611 h 1200249"/>
                <a:gd name="connsiteX97" fmla="*/ 10740 w 337552"/>
                <a:gd name="connsiteY97" fmla="*/ 125285 h 1200249"/>
                <a:gd name="connsiteX98" fmla="*/ 17155 w 337552"/>
                <a:gd name="connsiteY98" fmla="*/ 82430 h 1200249"/>
                <a:gd name="connsiteX99" fmla="*/ 33579 w 337552"/>
                <a:gd name="connsiteY99" fmla="*/ 56597 h 1200249"/>
                <a:gd name="connsiteX100" fmla="*/ 38283 w 337552"/>
                <a:gd name="connsiteY100" fmla="*/ 40686 h 1200249"/>
                <a:gd name="connsiteX101" fmla="*/ 58813 w 337552"/>
                <a:gd name="connsiteY101" fmla="*/ 32475 h 1200249"/>
                <a:gd name="connsiteX102" fmla="*/ 71730 w 337552"/>
                <a:gd name="connsiteY102" fmla="*/ 12544 h 1200249"/>
                <a:gd name="connsiteX103" fmla="*/ 126389 w 337552"/>
                <a:gd name="connsiteY103" fmla="*/ 740 h 1200249"/>
                <a:gd name="connsiteX104" fmla="*/ 149912 w 337552"/>
                <a:gd name="connsiteY104" fmla="*/ 1338 h 1200249"/>
                <a:gd name="connsiteX105" fmla="*/ 181648 w 337552"/>
                <a:gd name="connsiteY105" fmla="*/ 35982 h 1200249"/>
                <a:gd name="connsiteX106" fmla="*/ 189261 w 337552"/>
                <a:gd name="connsiteY106" fmla="*/ 53603 h 1200249"/>
                <a:gd name="connsiteX107" fmla="*/ 191570 w 337552"/>
                <a:gd name="connsiteY107" fmla="*/ 65322 h 1200249"/>
                <a:gd name="connsiteX108" fmla="*/ 194564 w 337552"/>
                <a:gd name="connsiteY108" fmla="*/ 76527 h 1200249"/>
                <a:gd name="connsiteX109" fmla="*/ 203374 w 337552"/>
                <a:gd name="connsiteY109" fmla="*/ 90043 h 1200249"/>
                <a:gd name="connsiteX110" fmla="*/ 202776 w 337552"/>
                <a:gd name="connsiteY110" fmla="*/ 112967 h 1200249"/>
                <a:gd name="connsiteX111" fmla="*/ 196874 w 337552"/>
                <a:gd name="connsiteY111" fmla="*/ 140596 h 1200249"/>
                <a:gd name="connsiteX112" fmla="*/ 174548 w 337552"/>
                <a:gd name="connsiteY112" fmla="*/ 145302 h 1200249"/>
                <a:gd name="connsiteX113" fmla="*/ 168645 w 337552"/>
                <a:gd name="connsiteY113" fmla="*/ 145302 h 1200249"/>
                <a:gd name="connsiteX114" fmla="*/ 168047 w 337552"/>
                <a:gd name="connsiteY114" fmla="*/ 155908 h 1200249"/>
                <a:gd name="connsiteX115" fmla="*/ 185069 w 337552"/>
                <a:gd name="connsiteY115" fmla="*/ 173529 h 1200249"/>
                <a:gd name="connsiteX116" fmla="*/ 223220 w 337552"/>
                <a:gd name="connsiteY116" fmla="*/ 183537 h 1200249"/>
                <a:gd name="connsiteX117" fmla="*/ 216719 w 337552"/>
                <a:gd name="connsiteY117" fmla="*/ 190039 h 1200249"/>
                <a:gd name="connsiteX118" fmla="*/ 245460 w 337552"/>
                <a:gd name="connsiteY118" fmla="*/ 207061 h 1200249"/>
                <a:gd name="connsiteX119" fmla="*/ 252475 w 337552"/>
                <a:gd name="connsiteY119" fmla="*/ 225880 h 1200249"/>
                <a:gd name="connsiteX120" fmla="*/ 259489 w 337552"/>
                <a:gd name="connsiteY120" fmla="*/ 243501 h 1200249"/>
                <a:gd name="connsiteX121" fmla="*/ 262996 w 337552"/>
                <a:gd name="connsiteY121" fmla="*/ 264629 h 1200249"/>
                <a:gd name="connsiteX122" fmla="*/ 267101 w 337552"/>
                <a:gd name="connsiteY122" fmla="*/ 301069 h 1200249"/>
                <a:gd name="connsiteX123" fmla="*/ 273004 w 337552"/>
                <a:gd name="connsiteY123" fmla="*/ 331007 h 1200249"/>
                <a:gd name="connsiteX124" fmla="*/ 290026 w 337552"/>
                <a:gd name="connsiteY124" fmla="*/ 379765 h 1200249"/>
                <a:gd name="connsiteX125" fmla="*/ 300548 w 337552"/>
                <a:gd name="connsiteY125" fmla="*/ 456665 h 1200249"/>
                <a:gd name="connsiteX126" fmla="*/ 309957 w 337552"/>
                <a:gd name="connsiteY126" fmla="*/ 513635 h 1200249"/>
                <a:gd name="connsiteX127" fmla="*/ 318169 w 337552"/>
                <a:gd name="connsiteY127" fmla="*/ 588824 h 1200249"/>
                <a:gd name="connsiteX128" fmla="*/ 315945 w 337552"/>
                <a:gd name="connsiteY128" fmla="*/ 589508 h 1200249"/>
                <a:gd name="connsiteX129" fmla="*/ 316886 w 337552"/>
                <a:gd name="connsiteY129" fmla="*/ 601483 h 1200249"/>
                <a:gd name="connsiteX130" fmla="*/ 328861 w 337552"/>
                <a:gd name="connsiteY130" fmla="*/ 621671 h 1200249"/>
                <a:gd name="connsiteX131" fmla="*/ 328861 w 337552"/>
                <a:gd name="connsiteY131" fmla="*/ 621671 h 1200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</a:cxnLst>
              <a:rect l="l" t="t" r="r" b="b"/>
              <a:pathLst>
                <a:path w="337552" h="1200249">
                  <a:moveTo>
                    <a:pt x="192426" y="807548"/>
                  </a:moveTo>
                  <a:cubicBezTo>
                    <a:pt x="192254" y="805153"/>
                    <a:pt x="192084" y="802673"/>
                    <a:pt x="191912" y="800534"/>
                  </a:cubicBezTo>
                  <a:cubicBezTo>
                    <a:pt x="187977" y="800791"/>
                    <a:pt x="183957" y="801133"/>
                    <a:pt x="180108" y="801389"/>
                  </a:cubicBezTo>
                  <a:cubicBezTo>
                    <a:pt x="170442" y="802074"/>
                    <a:pt x="160690" y="802416"/>
                    <a:pt x="151110" y="802501"/>
                  </a:cubicBezTo>
                  <a:cubicBezTo>
                    <a:pt x="150597" y="805324"/>
                    <a:pt x="149998" y="808147"/>
                    <a:pt x="149742" y="810200"/>
                  </a:cubicBezTo>
                  <a:cubicBezTo>
                    <a:pt x="148886" y="815931"/>
                    <a:pt x="145807" y="820294"/>
                    <a:pt x="143582" y="825169"/>
                  </a:cubicBezTo>
                  <a:cubicBezTo>
                    <a:pt x="141358" y="830045"/>
                    <a:pt x="142300" y="838856"/>
                    <a:pt x="140075" y="844587"/>
                  </a:cubicBezTo>
                  <a:cubicBezTo>
                    <a:pt x="137851" y="850318"/>
                    <a:pt x="136996" y="861780"/>
                    <a:pt x="133916" y="873670"/>
                  </a:cubicBezTo>
                  <a:cubicBezTo>
                    <a:pt x="130837" y="885560"/>
                    <a:pt x="130837" y="909768"/>
                    <a:pt x="130409" y="924738"/>
                  </a:cubicBezTo>
                  <a:cubicBezTo>
                    <a:pt x="129982" y="939707"/>
                    <a:pt x="120743" y="1004460"/>
                    <a:pt x="118092" y="1021654"/>
                  </a:cubicBezTo>
                  <a:cubicBezTo>
                    <a:pt x="115440" y="1038847"/>
                    <a:pt x="117664" y="1062200"/>
                    <a:pt x="119888" y="1065279"/>
                  </a:cubicBezTo>
                  <a:cubicBezTo>
                    <a:pt x="122112" y="1068358"/>
                    <a:pt x="124764" y="1070155"/>
                    <a:pt x="123395" y="1073234"/>
                  </a:cubicBezTo>
                  <a:cubicBezTo>
                    <a:pt x="122112" y="1076313"/>
                    <a:pt x="118519" y="1086407"/>
                    <a:pt x="122112" y="1087348"/>
                  </a:cubicBezTo>
                  <a:cubicBezTo>
                    <a:pt x="125619" y="1088204"/>
                    <a:pt x="129639" y="1086920"/>
                    <a:pt x="127416" y="1093079"/>
                  </a:cubicBezTo>
                  <a:cubicBezTo>
                    <a:pt x="125192" y="1099238"/>
                    <a:pt x="126133" y="1104114"/>
                    <a:pt x="128271" y="1113352"/>
                  </a:cubicBezTo>
                  <a:cubicBezTo>
                    <a:pt x="130495" y="1122591"/>
                    <a:pt x="131778" y="1129690"/>
                    <a:pt x="136654" y="1137132"/>
                  </a:cubicBezTo>
                  <a:cubicBezTo>
                    <a:pt x="141530" y="1144574"/>
                    <a:pt x="147689" y="1150733"/>
                    <a:pt x="151196" y="1153898"/>
                  </a:cubicBezTo>
                  <a:cubicBezTo>
                    <a:pt x="151966" y="1154582"/>
                    <a:pt x="153248" y="1155609"/>
                    <a:pt x="154703" y="1156721"/>
                  </a:cubicBezTo>
                  <a:cubicBezTo>
                    <a:pt x="154703" y="1154668"/>
                    <a:pt x="154703" y="1152957"/>
                    <a:pt x="154703" y="1151759"/>
                  </a:cubicBezTo>
                  <a:cubicBezTo>
                    <a:pt x="154703" y="1143377"/>
                    <a:pt x="147261" y="1118741"/>
                    <a:pt x="145465" y="1110786"/>
                  </a:cubicBezTo>
                  <a:cubicBezTo>
                    <a:pt x="143668" y="1102831"/>
                    <a:pt x="149827" y="1092737"/>
                    <a:pt x="160006" y="1078623"/>
                  </a:cubicBezTo>
                  <a:cubicBezTo>
                    <a:pt x="170100" y="1064509"/>
                    <a:pt x="171041" y="1076399"/>
                    <a:pt x="173692" y="1057495"/>
                  </a:cubicBezTo>
                  <a:cubicBezTo>
                    <a:pt x="176344" y="1038591"/>
                    <a:pt x="178568" y="988807"/>
                    <a:pt x="178996" y="976489"/>
                  </a:cubicBezTo>
                  <a:cubicBezTo>
                    <a:pt x="179423" y="964171"/>
                    <a:pt x="177199" y="929357"/>
                    <a:pt x="177199" y="919691"/>
                  </a:cubicBezTo>
                  <a:cubicBezTo>
                    <a:pt x="177199" y="910025"/>
                    <a:pt x="173692" y="902497"/>
                    <a:pt x="178996" y="883593"/>
                  </a:cubicBezTo>
                  <a:cubicBezTo>
                    <a:pt x="184299" y="864689"/>
                    <a:pt x="194906" y="843475"/>
                    <a:pt x="195762" y="831157"/>
                  </a:cubicBezTo>
                  <a:cubicBezTo>
                    <a:pt x="196617" y="818840"/>
                    <a:pt x="193110" y="813964"/>
                    <a:pt x="192682" y="807805"/>
                  </a:cubicBezTo>
                  <a:lnTo>
                    <a:pt x="192682" y="807805"/>
                  </a:lnTo>
                  <a:close/>
                  <a:moveTo>
                    <a:pt x="329375" y="621158"/>
                  </a:moveTo>
                  <a:cubicBezTo>
                    <a:pt x="334764" y="630054"/>
                    <a:pt x="338527" y="636127"/>
                    <a:pt x="337330" y="640832"/>
                  </a:cubicBezTo>
                  <a:cubicBezTo>
                    <a:pt x="336132" y="645536"/>
                    <a:pt x="332625" y="668889"/>
                    <a:pt x="330059" y="671027"/>
                  </a:cubicBezTo>
                  <a:cubicBezTo>
                    <a:pt x="328177" y="672567"/>
                    <a:pt x="321163" y="682233"/>
                    <a:pt x="314747" y="688905"/>
                  </a:cubicBezTo>
                  <a:cubicBezTo>
                    <a:pt x="314833" y="692326"/>
                    <a:pt x="314918" y="695406"/>
                    <a:pt x="314918" y="697972"/>
                  </a:cubicBezTo>
                  <a:cubicBezTo>
                    <a:pt x="314918" y="725259"/>
                    <a:pt x="311411" y="749980"/>
                    <a:pt x="312267" y="764950"/>
                  </a:cubicBezTo>
                  <a:cubicBezTo>
                    <a:pt x="313122" y="779919"/>
                    <a:pt x="313978" y="791381"/>
                    <a:pt x="313978" y="791381"/>
                  </a:cubicBezTo>
                  <a:cubicBezTo>
                    <a:pt x="313978" y="791381"/>
                    <a:pt x="306107" y="792066"/>
                    <a:pt x="293619" y="793092"/>
                  </a:cubicBezTo>
                  <a:cubicBezTo>
                    <a:pt x="294218" y="796770"/>
                    <a:pt x="295159" y="805410"/>
                    <a:pt x="291052" y="809943"/>
                  </a:cubicBezTo>
                  <a:cubicBezTo>
                    <a:pt x="285749" y="815675"/>
                    <a:pt x="282670" y="816102"/>
                    <a:pt x="281815" y="823544"/>
                  </a:cubicBezTo>
                  <a:cubicBezTo>
                    <a:pt x="280959" y="830986"/>
                    <a:pt x="281815" y="834579"/>
                    <a:pt x="277880" y="842962"/>
                  </a:cubicBezTo>
                  <a:cubicBezTo>
                    <a:pt x="273945" y="851345"/>
                    <a:pt x="272576" y="857076"/>
                    <a:pt x="272149" y="873841"/>
                  </a:cubicBezTo>
                  <a:cubicBezTo>
                    <a:pt x="271721" y="890607"/>
                    <a:pt x="264193" y="914815"/>
                    <a:pt x="259831" y="941247"/>
                  </a:cubicBezTo>
                  <a:cubicBezTo>
                    <a:pt x="255468" y="967678"/>
                    <a:pt x="238702" y="1016094"/>
                    <a:pt x="233399" y="1034228"/>
                  </a:cubicBezTo>
                  <a:cubicBezTo>
                    <a:pt x="228095" y="1052277"/>
                    <a:pt x="225957" y="1058008"/>
                    <a:pt x="225957" y="1060232"/>
                  </a:cubicBezTo>
                  <a:cubicBezTo>
                    <a:pt x="225957" y="1062456"/>
                    <a:pt x="230405" y="1065108"/>
                    <a:pt x="229464" y="1072977"/>
                  </a:cubicBezTo>
                  <a:cubicBezTo>
                    <a:pt x="228609" y="1080933"/>
                    <a:pt x="221081" y="1087091"/>
                    <a:pt x="225102" y="1099837"/>
                  </a:cubicBezTo>
                  <a:cubicBezTo>
                    <a:pt x="229036" y="1112582"/>
                    <a:pt x="232544" y="1116603"/>
                    <a:pt x="234340" y="1125841"/>
                  </a:cubicBezTo>
                  <a:cubicBezTo>
                    <a:pt x="236136" y="1135079"/>
                    <a:pt x="238275" y="1153128"/>
                    <a:pt x="245375" y="1158004"/>
                  </a:cubicBezTo>
                  <a:cubicBezTo>
                    <a:pt x="252389" y="1162879"/>
                    <a:pt x="255041" y="1158004"/>
                    <a:pt x="260344" y="1157576"/>
                  </a:cubicBezTo>
                  <a:cubicBezTo>
                    <a:pt x="265647" y="1157148"/>
                    <a:pt x="268727" y="1160655"/>
                    <a:pt x="269154" y="1162879"/>
                  </a:cubicBezTo>
                  <a:cubicBezTo>
                    <a:pt x="269582" y="1165103"/>
                    <a:pt x="274886" y="1165959"/>
                    <a:pt x="274886" y="1171263"/>
                  </a:cubicBezTo>
                  <a:cubicBezTo>
                    <a:pt x="274886" y="1176566"/>
                    <a:pt x="274886" y="1198550"/>
                    <a:pt x="252389" y="1197694"/>
                  </a:cubicBezTo>
                  <a:cubicBezTo>
                    <a:pt x="229892" y="1196839"/>
                    <a:pt x="209192" y="1194187"/>
                    <a:pt x="209192" y="1194187"/>
                  </a:cubicBezTo>
                  <a:cubicBezTo>
                    <a:pt x="209192" y="1194187"/>
                    <a:pt x="201236" y="1169552"/>
                    <a:pt x="194650" y="1161597"/>
                  </a:cubicBezTo>
                  <a:cubicBezTo>
                    <a:pt x="188063" y="1153641"/>
                    <a:pt x="176088" y="1135165"/>
                    <a:pt x="172580" y="1138672"/>
                  </a:cubicBezTo>
                  <a:cubicBezTo>
                    <a:pt x="169074" y="1142179"/>
                    <a:pt x="163770" y="1149193"/>
                    <a:pt x="163342" y="1154497"/>
                  </a:cubicBezTo>
                  <a:cubicBezTo>
                    <a:pt x="163257" y="1156122"/>
                    <a:pt x="163428" y="1159287"/>
                    <a:pt x="163770" y="1162965"/>
                  </a:cubicBezTo>
                  <a:cubicBezTo>
                    <a:pt x="166336" y="1164334"/>
                    <a:pt x="168731" y="1165189"/>
                    <a:pt x="170356" y="1165018"/>
                  </a:cubicBezTo>
                  <a:cubicBezTo>
                    <a:pt x="175232" y="1164590"/>
                    <a:pt x="181391" y="1158859"/>
                    <a:pt x="181819" y="1164590"/>
                  </a:cubicBezTo>
                  <a:cubicBezTo>
                    <a:pt x="182246" y="1170321"/>
                    <a:pt x="183615" y="1171605"/>
                    <a:pt x="179167" y="1177763"/>
                  </a:cubicBezTo>
                  <a:cubicBezTo>
                    <a:pt x="174805" y="1183922"/>
                    <a:pt x="177884" y="1183495"/>
                    <a:pt x="173436" y="1191022"/>
                  </a:cubicBezTo>
                  <a:cubicBezTo>
                    <a:pt x="169074" y="1198464"/>
                    <a:pt x="172580" y="1199832"/>
                    <a:pt x="159749" y="1199832"/>
                  </a:cubicBezTo>
                  <a:cubicBezTo>
                    <a:pt x="146919" y="1199832"/>
                    <a:pt x="113045" y="1201201"/>
                    <a:pt x="107314" y="1198977"/>
                  </a:cubicBezTo>
                  <a:cubicBezTo>
                    <a:pt x="101583" y="1196753"/>
                    <a:pt x="90548" y="1165959"/>
                    <a:pt x="86613" y="1159800"/>
                  </a:cubicBezTo>
                  <a:cubicBezTo>
                    <a:pt x="82678" y="1153641"/>
                    <a:pt x="80882" y="1145258"/>
                    <a:pt x="78658" y="1148766"/>
                  </a:cubicBezTo>
                  <a:cubicBezTo>
                    <a:pt x="76434" y="1152273"/>
                    <a:pt x="77802" y="1158004"/>
                    <a:pt x="77802" y="1164590"/>
                  </a:cubicBezTo>
                  <a:cubicBezTo>
                    <a:pt x="77802" y="1171177"/>
                    <a:pt x="79086" y="1181784"/>
                    <a:pt x="78658" y="1190594"/>
                  </a:cubicBezTo>
                  <a:cubicBezTo>
                    <a:pt x="78231" y="1199405"/>
                    <a:pt x="76434" y="1198977"/>
                    <a:pt x="76434" y="1198977"/>
                  </a:cubicBezTo>
                  <a:lnTo>
                    <a:pt x="67623" y="1198122"/>
                  </a:lnTo>
                  <a:cubicBezTo>
                    <a:pt x="67623" y="1198122"/>
                    <a:pt x="75579" y="1162024"/>
                    <a:pt x="67623" y="1143547"/>
                  </a:cubicBezTo>
                  <a:cubicBezTo>
                    <a:pt x="59668" y="1125071"/>
                    <a:pt x="54365" y="1110957"/>
                    <a:pt x="53937" y="1105653"/>
                  </a:cubicBezTo>
                  <a:cubicBezTo>
                    <a:pt x="53510" y="1100350"/>
                    <a:pt x="72413" y="1064253"/>
                    <a:pt x="68907" y="1046631"/>
                  </a:cubicBezTo>
                  <a:cubicBezTo>
                    <a:pt x="65400" y="1029010"/>
                    <a:pt x="51713" y="970415"/>
                    <a:pt x="47779" y="946636"/>
                  </a:cubicBezTo>
                  <a:cubicBezTo>
                    <a:pt x="43844" y="922855"/>
                    <a:pt x="38540" y="881455"/>
                    <a:pt x="43844" y="862037"/>
                  </a:cubicBezTo>
                  <a:cubicBezTo>
                    <a:pt x="49147" y="842619"/>
                    <a:pt x="58385" y="824571"/>
                    <a:pt x="58813" y="809174"/>
                  </a:cubicBezTo>
                  <a:cubicBezTo>
                    <a:pt x="58984" y="804041"/>
                    <a:pt x="59069" y="800620"/>
                    <a:pt x="59155" y="798310"/>
                  </a:cubicBezTo>
                  <a:cubicBezTo>
                    <a:pt x="55648" y="797797"/>
                    <a:pt x="53253" y="797284"/>
                    <a:pt x="52226" y="796856"/>
                  </a:cubicBezTo>
                  <a:cubicBezTo>
                    <a:pt x="52226" y="796856"/>
                    <a:pt x="43416" y="743137"/>
                    <a:pt x="40764" y="724661"/>
                  </a:cubicBezTo>
                  <a:cubicBezTo>
                    <a:pt x="38113" y="706184"/>
                    <a:pt x="33750" y="676160"/>
                    <a:pt x="30157" y="656828"/>
                  </a:cubicBezTo>
                  <a:cubicBezTo>
                    <a:pt x="28018" y="645023"/>
                    <a:pt x="27163" y="614486"/>
                    <a:pt x="28018" y="588738"/>
                  </a:cubicBezTo>
                  <a:cubicBezTo>
                    <a:pt x="27249" y="582750"/>
                    <a:pt x="18866" y="519708"/>
                    <a:pt x="16043" y="502343"/>
                  </a:cubicBezTo>
                  <a:cubicBezTo>
                    <a:pt x="13135" y="484123"/>
                    <a:pt x="13135" y="481215"/>
                    <a:pt x="10740" y="464193"/>
                  </a:cubicBezTo>
                  <a:cubicBezTo>
                    <a:pt x="8344" y="447170"/>
                    <a:pt x="11339" y="451276"/>
                    <a:pt x="8943" y="436563"/>
                  </a:cubicBezTo>
                  <a:cubicBezTo>
                    <a:pt x="6548" y="421850"/>
                    <a:pt x="7746" y="424246"/>
                    <a:pt x="6548" y="407822"/>
                  </a:cubicBezTo>
                  <a:cubicBezTo>
                    <a:pt x="5351" y="391398"/>
                    <a:pt x="5351" y="358466"/>
                    <a:pt x="3041" y="339647"/>
                  </a:cubicBezTo>
                  <a:cubicBezTo>
                    <a:pt x="732" y="320828"/>
                    <a:pt x="-1065" y="309109"/>
                    <a:pt x="732" y="297391"/>
                  </a:cubicBezTo>
                  <a:cubicBezTo>
                    <a:pt x="2528" y="285672"/>
                    <a:pt x="3640" y="287981"/>
                    <a:pt x="3640" y="277973"/>
                  </a:cubicBezTo>
                  <a:cubicBezTo>
                    <a:pt x="3640" y="267965"/>
                    <a:pt x="9542" y="256246"/>
                    <a:pt x="7746" y="245639"/>
                  </a:cubicBezTo>
                  <a:cubicBezTo>
                    <a:pt x="5950" y="235118"/>
                    <a:pt x="10141" y="238625"/>
                    <a:pt x="11852" y="234519"/>
                  </a:cubicBezTo>
                  <a:cubicBezTo>
                    <a:pt x="13477" y="230755"/>
                    <a:pt x="40764" y="210996"/>
                    <a:pt x="51029" y="202613"/>
                  </a:cubicBezTo>
                  <a:cubicBezTo>
                    <a:pt x="48719" y="201159"/>
                    <a:pt x="47864" y="199448"/>
                    <a:pt x="46495" y="196368"/>
                  </a:cubicBezTo>
                  <a:cubicBezTo>
                    <a:pt x="44100" y="191065"/>
                    <a:pt x="39994" y="176352"/>
                    <a:pt x="35888" y="180544"/>
                  </a:cubicBezTo>
                  <a:cubicBezTo>
                    <a:pt x="35888" y="180544"/>
                    <a:pt x="34691" y="183024"/>
                    <a:pt x="34776" y="185676"/>
                  </a:cubicBezTo>
                  <a:cubicBezTo>
                    <a:pt x="33579" y="181741"/>
                    <a:pt x="32723" y="176267"/>
                    <a:pt x="37086" y="174043"/>
                  </a:cubicBezTo>
                  <a:cubicBezTo>
                    <a:pt x="37086" y="174043"/>
                    <a:pt x="38283" y="168739"/>
                    <a:pt x="30671" y="172845"/>
                  </a:cubicBezTo>
                  <a:cubicBezTo>
                    <a:pt x="23057" y="176951"/>
                    <a:pt x="17155" y="172845"/>
                    <a:pt x="17754" y="168739"/>
                  </a:cubicBezTo>
                  <a:cubicBezTo>
                    <a:pt x="17754" y="168739"/>
                    <a:pt x="27163" y="179346"/>
                    <a:pt x="33664" y="164035"/>
                  </a:cubicBezTo>
                  <a:cubicBezTo>
                    <a:pt x="33664" y="164035"/>
                    <a:pt x="37770" y="153513"/>
                    <a:pt x="29559" y="147611"/>
                  </a:cubicBezTo>
                  <a:cubicBezTo>
                    <a:pt x="21347" y="141708"/>
                    <a:pt x="12536" y="137004"/>
                    <a:pt x="10740" y="125285"/>
                  </a:cubicBezTo>
                  <a:cubicBezTo>
                    <a:pt x="8943" y="113566"/>
                    <a:pt x="9542" y="91839"/>
                    <a:pt x="17155" y="82430"/>
                  </a:cubicBezTo>
                  <a:cubicBezTo>
                    <a:pt x="24768" y="73021"/>
                    <a:pt x="32381" y="66605"/>
                    <a:pt x="33579" y="56597"/>
                  </a:cubicBezTo>
                  <a:cubicBezTo>
                    <a:pt x="34776" y="46589"/>
                    <a:pt x="28874" y="47786"/>
                    <a:pt x="38283" y="40686"/>
                  </a:cubicBezTo>
                  <a:cubicBezTo>
                    <a:pt x="47693" y="33672"/>
                    <a:pt x="55306" y="41285"/>
                    <a:pt x="58813" y="32475"/>
                  </a:cubicBezTo>
                  <a:cubicBezTo>
                    <a:pt x="62320" y="23664"/>
                    <a:pt x="63518" y="17163"/>
                    <a:pt x="71730" y="12544"/>
                  </a:cubicBezTo>
                  <a:cubicBezTo>
                    <a:pt x="79941" y="7839"/>
                    <a:pt x="115782" y="-971"/>
                    <a:pt x="126389" y="740"/>
                  </a:cubicBezTo>
                  <a:cubicBezTo>
                    <a:pt x="136911" y="2536"/>
                    <a:pt x="136911" y="-2169"/>
                    <a:pt x="149912" y="1338"/>
                  </a:cubicBezTo>
                  <a:cubicBezTo>
                    <a:pt x="171468" y="7241"/>
                    <a:pt x="170442" y="20157"/>
                    <a:pt x="181648" y="35982"/>
                  </a:cubicBezTo>
                  <a:cubicBezTo>
                    <a:pt x="181648" y="35982"/>
                    <a:pt x="185155" y="49497"/>
                    <a:pt x="189261" y="53603"/>
                  </a:cubicBezTo>
                  <a:cubicBezTo>
                    <a:pt x="193366" y="57709"/>
                    <a:pt x="192768" y="63013"/>
                    <a:pt x="191570" y="65322"/>
                  </a:cubicBezTo>
                  <a:cubicBezTo>
                    <a:pt x="190373" y="67631"/>
                    <a:pt x="192169" y="74133"/>
                    <a:pt x="194564" y="76527"/>
                  </a:cubicBezTo>
                  <a:cubicBezTo>
                    <a:pt x="196874" y="78837"/>
                    <a:pt x="202776" y="86536"/>
                    <a:pt x="203374" y="90043"/>
                  </a:cubicBezTo>
                  <a:cubicBezTo>
                    <a:pt x="203973" y="93550"/>
                    <a:pt x="205684" y="102959"/>
                    <a:pt x="202776" y="112967"/>
                  </a:cubicBezTo>
                  <a:cubicBezTo>
                    <a:pt x="199868" y="122975"/>
                    <a:pt x="200980" y="137004"/>
                    <a:pt x="196874" y="140596"/>
                  </a:cubicBezTo>
                  <a:cubicBezTo>
                    <a:pt x="192768" y="144104"/>
                    <a:pt x="180450" y="145302"/>
                    <a:pt x="174548" y="145302"/>
                  </a:cubicBezTo>
                  <a:lnTo>
                    <a:pt x="168645" y="145302"/>
                  </a:lnTo>
                  <a:cubicBezTo>
                    <a:pt x="168645" y="145302"/>
                    <a:pt x="167448" y="151204"/>
                    <a:pt x="168047" y="155908"/>
                  </a:cubicBezTo>
                  <a:cubicBezTo>
                    <a:pt x="168645" y="160613"/>
                    <a:pt x="180963" y="170022"/>
                    <a:pt x="185069" y="173529"/>
                  </a:cubicBezTo>
                  <a:cubicBezTo>
                    <a:pt x="189175" y="177036"/>
                    <a:pt x="205085" y="183537"/>
                    <a:pt x="223220" y="183537"/>
                  </a:cubicBezTo>
                  <a:cubicBezTo>
                    <a:pt x="223220" y="183537"/>
                    <a:pt x="222023" y="190552"/>
                    <a:pt x="216719" y="190039"/>
                  </a:cubicBezTo>
                  <a:cubicBezTo>
                    <a:pt x="216719" y="190039"/>
                    <a:pt x="233741" y="198849"/>
                    <a:pt x="245460" y="207061"/>
                  </a:cubicBezTo>
                  <a:cubicBezTo>
                    <a:pt x="257265" y="215273"/>
                    <a:pt x="251961" y="222372"/>
                    <a:pt x="252475" y="225880"/>
                  </a:cubicBezTo>
                  <a:cubicBezTo>
                    <a:pt x="253073" y="229386"/>
                    <a:pt x="257778" y="238197"/>
                    <a:pt x="259489" y="243501"/>
                  </a:cubicBezTo>
                  <a:cubicBezTo>
                    <a:pt x="261285" y="248804"/>
                    <a:pt x="262996" y="258812"/>
                    <a:pt x="262996" y="264629"/>
                  </a:cubicBezTo>
                  <a:cubicBezTo>
                    <a:pt x="262996" y="270446"/>
                    <a:pt x="267101" y="289264"/>
                    <a:pt x="267101" y="301069"/>
                  </a:cubicBezTo>
                  <a:cubicBezTo>
                    <a:pt x="267101" y="312873"/>
                    <a:pt x="269497" y="319887"/>
                    <a:pt x="273004" y="331007"/>
                  </a:cubicBezTo>
                  <a:cubicBezTo>
                    <a:pt x="276511" y="342128"/>
                    <a:pt x="287717" y="365053"/>
                    <a:pt x="290026" y="379765"/>
                  </a:cubicBezTo>
                  <a:cubicBezTo>
                    <a:pt x="292336" y="394478"/>
                    <a:pt x="299436" y="445545"/>
                    <a:pt x="300548" y="456665"/>
                  </a:cubicBezTo>
                  <a:cubicBezTo>
                    <a:pt x="301745" y="467785"/>
                    <a:pt x="308759" y="499520"/>
                    <a:pt x="309957" y="513635"/>
                  </a:cubicBezTo>
                  <a:cubicBezTo>
                    <a:pt x="311155" y="527748"/>
                    <a:pt x="319367" y="575308"/>
                    <a:pt x="318169" y="588824"/>
                  </a:cubicBezTo>
                  <a:cubicBezTo>
                    <a:pt x="318169" y="588824"/>
                    <a:pt x="317313" y="589081"/>
                    <a:pt x="315945" y="589508"/>
                  </a:cubicBezTo>
                  <a:cubicBezTo>
                    <a:pt x="316372" y="590705"/>
                    <a:pt x="316116" y="596523"/>
                    <a:pt x="316886" y="601483"/>
                  </a:cubicBezTo>
                  <a:cubicBezTo>
                    <a:pt x="317826" y="607129"/>
                    <a:pt x="323472" y="612775"/>
                    <a:pt x="328861" y="621671"/>
                  </a:cubicBezTo>
                  <a:lnTo>
                    <a:pt x="328861" y="621671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AB2D9E2-3288-CF87-7E66-AE2F10D4DDA3}"/>
                </a:ext>
              </a:extLst>
            </p:cNvPr>
            <p:cNvSpPr/>
            <p:nvPr/>
          </p:nvSpPr>
          <p:spPr>
            <a:xfrm>
              <a:off x="606426" y="4243562"/>
              <a:ext cx="432843" cy="1231338"/>
            </a:xfrm>
            <a:custGeom>
              <a:avLst/>
              <a:gdLst>
                <a:gd name="connsiteX0" fmla="*/ 353427 w 432843"/>
                <a:gd name="connsiteY0" fmla="*/ 598175 h 1231338"/>
                <a:gd name="connsiteX1" fmla="*/ 355224 w 432843"/>
                <a:gd name="connsiteY1" fmla="*/ 618619 h 1231338"/>
                <a:gd name="connsiteX2" fmla="*/ 356507 w 432843"/>
                <a:gd name="connsiteY2" fmla="*/ 604334 h 1231338"/>
                <a:gd name="connsiteX3" fmla="*/ 360784 w 432843"/>
                <a:gd name="connsiteY3" fmla="*/ 568151 h 1231338"/>
                <a:gd name="connsiteX4" fmla="*/ 355908 w 432843"/>
                <a:gd name="connsiteY4" fmla="*/ 558313 h 1231338"/>
                <a:gd name="connsiteX5" fmla="*/ 353427 w 432843"/>
                <a:gd name="connsiteY5" fmla="*/ 598175 h 1231338"/>
                <a:gd name="connsiteX6" fmla="*/ 353427 w 432843"/>
                <a:gd name="connsiteY6" fmla="*/ 598175 h 1231338"/>
                <a:gd name="connsiteX7" fmla="*/ 406804 w 432843"/>
                <a:gd name="connsiteY7" fmla="*/ 1198235 h 1231338"/>
                <a:gd name="connsiteX8" fmla="*/ 431354 w 432843"/>
                <a:gd name="connsiteY8" fmla="*/ 1207387 h 1231338"/>
                <a:gd name="connsiteX9" fmla="*/ 421517 w 432843"/>
                <a:gd name="connsiteY9" fmla="*/ 1231338 h 1231338"/>
                <a:gd name="connsiteX10" fmla="*/ 254030 w 432843"/>
                <a:gd name="connsiteY10" fmla="*/ 1225864 h 1231338"/>
                <a:gd name="connsiteX11" fmla="*/ 260788 w 432843"/>
                <a:gd name="connsiteY11" fmla="*/ 1187200 h 1231338"/>
                <a:gd name="connsiteX12" fmla="*/ 252833 w 432843"/>
                <a:gd name="connsiteY12" fmla="*/ 1176165 h 1231338"/>
                <a:gd name="connsiteX13" fmla="*/ 258992 w 432843"/>
                <a:gd name="connsiteY13" fmla="*/ 1151017 h 1231338"/>
                <a:gd name="connsiteX14" fmla="*/ 255313 w 432843"/>
                <a:gd name="connsiteY14" fmla="*/ 1125868 h 1231338"/>
                <a:gd name="connsiteX15" fmla="*/ 240601 w 432843"/>
                <a:gd name="connsiteY15" fmla="*/ 1049139 h 1231338"/>
                <a:gd name="connsiteX16" fmla="*/ 240601 w 432843"/>
                <a:gd name="connsiteY16" fmla="*/ 977371 h 1231338"/>
                <a:gd name="connsiteX17" fmla="*/ 241199 w 432843"/>
                <a:gd name="connsiteY17" fmla="*/ 933832 h 1231338"/>
                <a:gd name="connsiteX18" fmla="*/ 235639 w 432843"/>
                <a:gd name="connsiteY18" fmla="*/ 893970 h 1231338"/>
                <a:gd name="connsiteX19" fmla="*/ 235040 w 432843"/>
                <a:gd name="connsiteY19" fmla="*/ 870704 h 1231338"/>
                <a:gd name="connsiteX20" fmla="*/ 220927 w 432843"/>
                <a:gd name="connsiteY20" fmla="*/ 824684 h 1231338"/>
                <a:gd name="connsiteX21" fmla="*/ 218446 w 432843"/>
                <a:gd name="connsiteY21" fmla="*/ 804411 h 1231338"/>
                <a:gd name="connsiteX22" fmla="*/ 215965 w 432843"/>
                <a:gd name="connsiteY22" fmla="*/ 780460 h 1231338"/>
                <a:gd name="connsiteX23" fmla="*/ 212886 w 432843"/>
                <a:gd name="connsiteY23" fmla="*/ 762069 h 1231338"/>
                <a:gd name="connsiteX24" fmla="*/ 195521 w 432843"/>
                <a:gd name="connsiteY24" fmla="*/ 799791 h 1231338"/>
                <a:gd name="connsiteX25" fmla="*/ 191415 w 432843"/>
                <a:gd name="connsiteY25" fmla="*/ 812965 h 1231338"/>
                <a:gd name="connsiteX26" fmla="*/ 168063 w 432843"/>
                <a:gd name="connsiteY26" fmla="*/ 900129 h 1231338"/>
                <a:gd name="connsiteX27" fmla="*/ 167464 w 432843"/>
                <a:gd name="connsiteY27" fmla="*/ 931437 h 1231338"/>
                <a:gd name="connsiteX28" fmla="*/ 149672 w 432843"/>
                <a:gd name="connsiteY28" fmla="*/ 1017319 h 1231338"/>
                <a:gd name="connsiteX29" fmla="*/ 141118 w 432843"/>
                <a:gd name="connsiteY29" fmla="*/ 1062141 h 1231338"/>
                <a:gd name="connsiteX30" fmla="*/ 136841 w 432843"/>
                <a:gd name="connsiteY30" fmla="*/ 1086691 h 1231338"/>
                <a:gd name="connsiteX31" fmla="*/ 139920 w 432843"/>
                <a:gd name="connsiteY31" fmla="*/ 1118597 h 1231338"/>
                <a:gd name="connsiteX32" fmla="*/ 141118 w 432843"/>
                <a:gd name="connsiteY32" fmla="*/ 1140667 h 1231338"/>
                <a:gd name="connsiteX33" fmla="*/ 144197 w 432843"/>
                <a:gd name="connsiteY33" fmla="*/ 1160341 h 1231338"/>
                <a:gd name="connsiteX34" fmla="*/ 143000 w 432843"/>
                <a:gd name="connsiteY34" fmla="*/ 1183693 h 1231338"/>
                <a:gd name="connsiteX35" fmla="*/ 139322 w 432843"/>
                <a:gd name="connsiteY35" fmla="*/ 1197807 h 1231338"/>
                <a:gd name="connsiteX36" fmla="*/ 130768 w 432843"/>
                <a:gd name="connsiteY36" fmla="*/ 1226035 h 1231338"/>
                <a:gd name="connsiteX37" fmla="*/ 64474 w 432843"/>
                <a:gd name="connsiteY37" fmla="*/ 1228516 h 1231338"/>
                <a:gd name="connsiteX38" fmla="*/ 52242 w 432843"/>
                <a:gd name="connsiteY38" fmla="*/ 1229713 h 1231338"/>
                <a:gd name="connsiteX39" fmla="*/ 50361 w 432843"/>
                <a:gd name="connsiteY39" fmla="*/ 1207644 h 1231338"/>
                <a:gd name="connsiteX40" fmla="*/ 40524 w 432843"/>
                <a:gd name="connsiteY40" fmla="*/ 1187371 h 1231338"/>
                <a:gd name="connsiteX41" fmla="*/ 36247 w 432843"/>
                <a:gd name="connsiteY41" fmla="*/ 1165901 h 1231338"/>
                <a:gd name="connsiteX42" fmla="*/ 44800 w 432843"/>
                <a:gd name="connsiteY42" fmla="*/ 1137074 h 1231338"/>
                <a:gd name="connsiteX43" fmla="*/ 47880 w 432843"/>
                <a:gd name="connsiteY43" fmla="*/ 1078137 h 1231338"/>
                <a:gd name="connsiteX44" fmla="*/ 39326 w 432843"/>
                <a:gd name="connsiteY44" fmla="*/ 1039473 h 1231338"/>
                <a:gd name="connsiteX45" fmla="*/ 42406 w 432843"/>
                <a:gd name="connsiteY45" fmla="*/ 958468 h 1231338"/>
                <a:gd name="connsiteX46" fmla="*/ 54039 w 432843"/>
                <a:gd name="connsiteY46" fmla="*/ 872586 h 1231338"/>
                <a:gd name="connsiteX47" fmla="*/ 55237 w 432843"/>
                <a:gd name="connsiteY47" fmla="*/ 831441 h 1231338"/>
                <a:gd name="connsiteX48" fmla="*/ 58316 w 432843"/>
                <a:gd name="connsiteY48" fmla="*/ 803812 h 1231338"/>
                <a:gd name="connsiteX49" fmla="*/ 66271 w 432843"/>
                <a:gd name="connsiteY49" fmla="*/ 752317 h 1231338"/>
                <a:gd name="connsiteX50" fmla="*/ 64389 w 432843"/>
                <a:gd name="connsiteY50" fmla="*/ 719213 h 1231338"/>
                <a:gd name="connsiteX51" fmla="*/ 64560 w 432843"/>
                <a:gd name="connsiteY51" fmla="*/ 714851 h 1231338"/>
                <a:gd name="connsiteX52" fmla="*/ 50788 w 432843"/>
                <a:gd name="connsiteY52" fmla="*/ 703731 h 1231338"/>
                <a:gd name="connsiteX53" fmla="*/ 44373 w 432843"/>
                <a:gd name="connsiteY53" fmla="*/ 681661 h 1231338"/>
                <a:gd name="connsiteX54" fmla="*/ 38813 w 432843"/>
                <a:gd name="connsiteY54" fmla="*/ 663271 h 1231338"/>
                <a:gd name="connsiteX55" fmla="*/ 34279 w 432843"/>
                <a:gd name="connsiteY55" fmla="*/ 640432 h 1231338"/>
                <a:gd name="connsiteX56" fmla="*/ 31029 w 432843"/>
                <a:gd name="connsiteY56" fmla="*/ 636668 h 1231338"/>
                <a:gd name="connsiteX57" fmla="*/ 28206 w 432843"/>
                <a:gd name="connsiteY57" fmla="*/ 628883 h 1231338"/>
                <a:gd name="connsiteX58" fmla="*/ 22731 w 432843"/>
                <a:gd name="connsiteY58" fmla="*/ 619303 h 1231338"/>
                <a:gd name="connsiteX59" fmla="*/ 8019 w 432843"/>
                <a:gd name="connsiteY59" fmla="*/ 552411 h 1231338"/>
                <a:gd name="connsiteX60" fmla="*/ 63 w 432843"/>
                <a:gd name="connsiteY60" fmla="*/ 471405 h 1231338"/>
                <a:gd name="connsiteX61" fmla="*/ 1945 w 432843"/>
                <a:gd name="connsiteY61" fmla="*/ 400835 h 1231338"/>
                <a:gd name="connsiteX62" fmla="*/ 8703 w 432843"/>
                <a:gd name="connsiteY62" fmla="*/ 375088 h 1231338"/>
                <a:gd name="connsiteX63" fmla="*/ 9900 w 432843"/>
                <a:gd name="connsiteY63" fmla="*/ 352334 h 1231338"/>
                <a:gd name="connsiteX64" fmla="*/ 18454 w 432843"/>
                <a:gd name="connsiteY64" fmla="*/ 300754 h 1231338"/>
                <a:gd name="connsiteX65" fmla="*/ 31970 w 432843"/>
                <a:gd name="connsiteY65" fmla="*/ 269446 h 1231338"/>
                <a:gd name="connsiteX66" fmla="*/ 38728 w 432843"/>
                <a:gd name="connsiteY66" fmla="*/ 230184 h 1231338"/>
                <a:gd name="connsiteX67" fmla="*/ 127089 w 432843"/>
                <a:gd name="connsiteY67" fmla="*/ 198278 h 1231338"/>
                <a:gd name="connsiteX68" fmla="*/ 141289 w 432843"/>
                <a:gd name="connsiteY68" fmla="*/ 191947 h 1231338"/>
                <a:gd name="connsiteX69" fmla="*/ 140605 w 432843"/>
                <a:gd name="connsiteY69" fmla="*/ 192204 h 1231338"/>
                <a:gd name="connsiteX70" fmla="*/ 142572 w 432843"/>
                <a:gd name="connsiteY70" fmla="*/ 191178 h 1231338"/>
                <a:gd name="connsiteX71" fmla="*/ 143684 w 432843"/>
                <a:gd name="connsiteY71" fmla="*/ 190322 h 1231338"/>
                <a:gd name="connsiteX72" fmla="*/ 158568 w 432843"/>
                <a:gd name="connsiteY72" fmla="*/ 171846 h 1231338"/>
                <a:gd name="connsiteX73" fmla="*/ 156601 w 432843"/>
                <a:gd name="connsiteY73" fmla="*/ 172530 h 1231338"/>
                <a:gd name="connsiteX74" fmla="*/ 152324 w 432843"/>
                <a:gd name="connsiteY74" fmla="*/ 163976 h 1231338"/>
                <a:gd name="connsiteX75" fmla="*/ 133933 w 432843"/>
                <a:gd name="connsiteY75" fmla="*/ 136347 h 1231338"/>
                <a:gd name="connsiteX76" fmla="*/ 116740 w 432843"/>
                <a:gd name="connsiteY76" fmla="*/ 94604 h 1231338"/>
                <a:gd name="connsiteX77" fmla="*/ 118022 w 432843"/>
                <a:gd name="connsiteY77" fmla="*/ 47386 h 1231338"/>
                <a:gd name="connsiteX78" fmla="*/ 139493 w 432843"/>
                <a:gd name="connsiteY78" fmla="*/ 18559 h 1231338"/>
                <a:gd name="connsiteX79" fmla="*/ 164641 w 432843"/>
                <a:gd name="connsiteY79" fmla="*/ 5044 h 1231338"/>
                <a:gd name="connsiteX80" fmla="*/ 175676 w 432843"/>
                <a:gd name="connsiteY80" fmla="*/ 5643 h 1231338"/>
                <a:gd name="connsiteX81" fmla="*/ 187310 w 432843"/>
                <a:gd name="connsiteY81" fmla="*/ 2563 h 1231338"/>
                <a:gd name="connsiteX82" fmla="*/ 230849 w 432843"/>
                <a:gd name="connsiteY82" fmla="*/ 11117 h 1231338"/>
                <a:gd name="connsiteX83" fmla="*/ 255741 w 432843"/>
                <a:gd name="connsiteY83" fmla="*/ 24889 h 1231338"/>
                <a:gd name="connsiteX84" fmla="*/ 275672 w 432843"/>
                <a:gd name="connsiteY84" fmla="*/ 62612 h 1231338"/>
                <a:gd name="connsiteX85" fmla="*/ 273191 w 432843"/>
                <a:gd name="connsiteY85" fmla="*/ 81602 h 1231338"/>
                <a:gd name="connsiteX86" fmla="*/ 270711 w 432843"/>
                <a:gd name="connsiteY86" fmla="*/ 109830 h 1231338"/>
                <a:gd name="connsiteX87" fmla="*/ 268230 w 432843"/>
                <a:gd name="connsiteY87" fmla="*/ 133182 h 1231338"/>
                <a:gd name="connsiteX88" fmla="*/ 264552 w 432843"/>
                <a:gd name="connsiteY88" fmla="*/ 155251 h 1231338"/>
                <a:gd name="connsiteX89" fmla="*/ 261472 w 432843"/>
                <a:gd name="connsiteY89" fmla="*/ 167483 h 1231338"/>
                <a:gd name="connsiteX90" fmla="*/ 249839 w 432843"/>
                <a:gd name="connsiteY90" fmla="*/ 174241 h 1231338"/>
                <a:gd name="connsiteX91" fmla="*/ 262071 w 432843"/>
                <a:gd name="connsiteY91" fmla="*/ 193830 h 1231338"/>
                <a:gd name="connsiteX92" fmla="*/ 373101 w 432843"/>
                <a:gd name="connsiteY92" fmla="*/ 234974 h 1231338"/>
                <a:gd name="connsiteX93" fmla="*/ 392091 w 432843"/>
                <a:gd name="connsiteY93" fmla="*/ 288351 h 1231338"/>
                <a:gd name="connsiteX94" fmla="*/ 400046 w 432843"/>
                <a:gd name="connsiteY94" fmla="*/ 365080 h 1231338"/>
                <a:gd name="connsiteX95" fmla="*/ 414160 w 432843"/>
                <a:gd name="connsiteY95" fmla="*/ 449165 h 1231338"/>
                <a:gd name="connsiteX96" fmla="*/ 419122 w 432843"/>
                <a:gd name="connsiteY96" fmla="*/ 515458 h 1231338"/>
                <a:gd name="connsiteX97" fmla="*/ 419122 w 432843"/>
                <a:gd name="connsiteY97" fmla="*/ 608097 h 1231338"/>
                <a:gd name="connsiteX98" fmla="*/ 416042 w 432843"/>
                <a:gd name="connsiteY98" fmla="*/ 644879 h 1231338"/>
                <a:gd name="connsiteX99" fmla="*/ 405521 w 432843"/>
                <a:gd name="connsiteY99" fmla="*/ 644879 h 1231338"/>
                <a:gd name="connsiteX100" fmla="*/ 408857 w 432843"/>
                <a:gd name="connsiteY100" fmla="*/ 645222 h 1231338"/>
                <a:gd name="connsiteX101" fmla="*/ 405949 w 432843"/>
                <a:gd name="connsiteY101" fmla="*/ 659763 h 1231338"/>
                <a:gd name="connsiteX102" fmla="*/ 403382 w 432843"/>
                <a:gd name="connsiteY102" fmla="*/ 676957 h 1231338"/>
                <a:gd name="connsiteX103" fmla="*/ 391407 w 432843"/>
                <a:gd name="connsiteY103" fmla="*/ 710060 h 1231338"/>
                <a:gd name="connsiteX104" fmla="*/ 371647 w 432843"/>
                <a:gd name="connsiteY104" fmla="*/ 729392 h 1231338"/>
                <a:gd name="connsiteX105" fmla="*/ 353684 w 432843"/>
                <a:gd name="connsiteY105" fmla="*/ 741368 h 1231338"/>
                <a:gd name="connsiteX106" fmla="*/ 352058 w 432843"/>
                <a:gd name="connsiteY106" fmla="*/ 742052 h 1231338"/>
                <a:gd name="connsiteX107" fmla="*/ 346755 w 432843"/>
                <a:gd name="connsiteY107" fmla="*/ 809971 h 1231338"/>
                <a:gd name="connsiteX108" fmla="*/ 339399 w 432843"/>
                <a:gd name="connsiteY108" fmla="*/ 902011 h 1231338"/>
                <a:gd name="connsiteX109" fmla="*/ 340596 w 432843"/>
                <a:gd name="connsiteY109" fmla="*/ 992769 h 1231338"/>
                <a:gd name="connsiteX110" fmla="*/ 348551 w 432843"/>
                <a:gd name="connsiteY110" fmla="*/ 1092166 h 1231338"/>
                <a:gd name="connsiteX111" fmla="*/ 358389 w 432843"/>
                <a:gd name="connsiteY111" fmla="*/ 1136988 h 1231338"/>
                <a:gd name="connsiteX112" fmla="*/ 363863 w 432843"/>
                <a:gd name="connsiteY112" fmla="*/ 1149221 h 1231338"/>
                <a:gd name="connsiteX113" fmla="*/ 364462 w 432843"/>
                <a:gd name="connsiteY113" fmla="*/ 1158373 h 1231338"/>
                <a:gd name="connsiteX114" fmla="*/ 361981 w 432843"/>
                <a:gd name="connsiteY114" fmla="*/ 1176165 h 1231338"/>
                <a:gd name="connsiteX115" fmla="*/ 406804 w 432843"/>
                <a:gd name="connsiteY115" fmla="*/ 1198235 h 1231338"/>
                <a:gd name="connsiteX116" fmla="*/ 406804 w 432843"/>
                <a:gd name="connsiteY116" fmla="*/ 1198235 h 1231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432843" h="1231338">
                  <a:moveTo>
                    <a:pt x="353427" y="598175"/>
                  </a:moveTo>
                  <a:cubicBezTo>
                    <a:pt x="353427" y="601939"/>
                    <a:pt x="354282" y="609980"/>
                    <a:pt x="355224" y="618619"/>
                  </a:cubicBezTo>
                  <a:cubicBezTo>
                    <a:pt x="355822" y="612546"/>
                    <a:pt x="356507" y="605873"/>
                    <a:pt x="356507" y="604334"/>
                  </a:cubicBezTo>
                  <a:cubicBezTo>
                    <a:pt x="356507" y="601254"/>
                    <a:pt x="363863" y="575507"/>
                    <a:pt x="360784" y="568151"/>
                  </a:cubicBezTo>
                  <a:cubicBezTo>
                    <a:pt x="357704" y="560794"/>
                    <a:pt x="358902" y="558912"/>
                    <a:pt x="355908" y="558313"/>
                  </a:cubicBezTo>
                  <a:cubicBezTo>
                    <a:pt x="352828" y="557715"/>
                    <a:pt x="353427" y="589022"/>
                    <a:pt x="353427" y="598175"/>
                  </a:cubicBezTo>
                  <a:lnTo>
                    <a:pt x="353427" y="598175"/>
                  </a:lnTo>
                  <a:close/>
                  <a:moveTo>
                    <a:pt x="406804" y="1198235"/>
                  </a:moveTo>
                  <a:cubicBezTo>
                    <a:pt x="428274" y="1197037"/>
                    <a:pt x="427675" y="1200117"/>
                    <a:pt x="431354" y="1207387"/>
                  </a:cubicBezTo>
                  <a:cubicBezTo>
                    <a:pt x="435032" y="1214744"/>
                    <a:pt x="431952" y="1231338"/>
                    <a:pt x="421517" y="1231338"/>
                  </a:cubicBezTo>
                  <a:cubicBezTo>
                    <a:pt x="411081" y="1231338"/>
                    <a:pt x="266262" y="1231338"/>
                    <a:pt x="254030" y="1225864"/>
                  </a:cubicBezTo>
                  <a:cubicBezTo>
                    <a:pt x="254030" y="1225864"/>
                    <a:pt x="257110" y="1194556"/>
                    <a:pt x="260788" y="1187200"/>
                  </a:cubicBezTo>
                  <a:cubicBezTo>
                    <a:pt x="260788" y="1187200"/>
                    <a:pt x="254030" y="1178646"/>
                    <a:pt x="252833" y="1176165"/>
                  </a:cubicBezTo>
                  <a:cubicBezTo>
                    <a:pt x="251635" y="1173685"/>
                    <a:pt x="260189" y="1154695"/>
                    <a:pt x="258992" y="1151017"/>
                  </a:cubicBezTo>
                  <a:cubicBezTo>
                    <a:pt x="257709" y="1147338"/>
                    <a:pt x="257709" y="1137502"/>
                    <a:pt x="255313" y="1125868"/>
                  </a:cubicBezTo>
                  <a:cubicBezTo>
                    <a:pt x="252833" y="1114235"/>
                    <a:pt x="240002" y="1066333"/>
                    <a:pt x="240601" y="1049139"/>
                  </a:cubicBezTo>
                  <a:cubicBezTo>
                    <a:pt x="241199" y="1031946"/>
                    <a:pt x="238804" y="998842"/>
                    <a:pt x="240601" y="977371"/>
                  </a:cubicBezTo>
                  <a:cubicBezTo>
                    <a:pt x="242482" y="955901"/>
                    <a:pt x="245476" y="947347"/>
                    <a:pt x="241199" y="933832"/>
                  </a:cubicBezTo>
                  <a:cubicBezTo>
                    <a:pt x="236922" y="920317"/>
                    <a:pt x="236324" y="908683"/>
                    <a:pt x="235639" y="893970"/>
                  </a:cubicBezTo>
                  <a:cubicBezTo>
                    <a:pt x="235040" y="879258"/>
                    <a:pt x="238718" y="879857"/>
                    <a:pt x="235040" y="870704"/>
                  </a:cubicBezTo>
                  <a:cubicBezTo>
                    <a:pt x="231362" y="861465"/>
                    <a:pt x="222808" y="836916"/>
                    <a:pt x="220927" y="824684"/>
                  </a:cubicBezTo>
                  <a:cubicBezTo>
                    <a:pt x="219044" y="812451"/>
                    <a:pt x="219729" y="814846"/>
                    <a:pt x="218446" y="804411"/>
                  </a:cubicBezTo>
                  <a:cubicBezTo>
                    <a:pt x="217248" y="793975"/>
                    <a:pt x="218446" y="789698"/>
                    <a:pt x="215965" y="780460"/>
                  </a:cubicBezTo>
                  <a:cubicBezTo>
                    <a:pt x="213485" y="771221"/>
                    <a:pt x="217163" y="762069"/>
                    <a:pt x="212886" y="762069"/>
                  </a:cubicBezTo>
                  <a:cubicBezTo>
                    <a:pt x="212201" y="766859"/>
                    <a:pt x="203476" y="784651"/>
                    <a:pt x="195521" y="799791"/>
                  </a:cubicBezTo>
                  <a:cubicBezTo>
                    <a:pt x="193468" y="805694"/>
                    <a:pt x="191929" y="810655"/>
                    <a:pt x="191415" y="812965"/>
                  </a:cubicBezTo>
                  <a:cubicBezTo>
                    <a:pt x="189533" y="821519"/>
                    <a:pt x="169945" y="892773"/>
                    <a:pt x="168063" y="900129"/>
                  </a:cubicBezTo>
                  <a:cubicBezTo>
                    <a:pt x="166267" y="907486"/>
                    <a:pt x="171741" y="910565"/>
                    <a:pt x="167464" y="931437"/>
                  </a:cubicBezTo>
                  <a:cubicBezTo>
                    <a:pt x="163187" y="952308"/>
                    <a:pt x="152751" y="1008765"/>
                    <a:pt x="149672" y="1017319"/>
                  </a:cubicBezTo>
                  <a:cubicBezTo>
                    <a:pt x="146593" y="1025873"/>
                    <a:pt x="144796" y="1052903"/>
                    <a:pt x="141118" y="1062141"/>
                  </a:cubicBezTo>
                  <a:cubicBezTo>
                    <a:pt x="137440" y="1071379"/>
                    <a:pt x="138039" y="1070097"/>
                    <a:pt x="136841" y="1086691"/>
                  </a:cubicBezTo>
                  <a:cubicBezTo>
                    <a:pt x="135643" y="1103286"/>
                    <a:pt x="139322" y="1105082"/>
                    <a:pt x="139920" y="1118597"/>
                  </a:cubicBezTo>
                  <a:cubicBezTo>
                    <a:pt x="140519" y="1132113"/>
                    <a:pt x="141118" y="1129033"/>
                    <a:pt x="141118" y="1140667"/>
                  </a:cubicBezTo>
                  <a:cubicBezTo>
                    <a:pt x="141118" y="1152300"/>
                    <a:pt x="145994" y="1149306"/>
                    <a:pt x="144197" y="1160341"/>
                  </a:cubicBezTo>
                  <a:cubicBezTo>
                    <a:pt x="142316" y="1171375"/>
                    <a:pt x="143000" y="1176935"/>
                    <a:pt x="143000" y="1183693"/>
                  </a:cubicBezTo>
                  <a:cubicBezTo>
                    <a:pt x="143000" y="1190451"/>
                    <a:pt x="141803" y="1189852"/>
                    <a:pt x="139322" y="1197807"/>
                  </a:cubicBezTo>
                  <a:cubicBezTo>
                    <a:pt x="136841" y="1205762"/>
                    <a:pt x="132564" y="1222956"/>
                    <a:pt x="130768" y="1226035"/>
                  </a:cubicBezTo>
                  <a:cubicBezTo>
                    <a:pt x="128886" y="1229114"/>
                    <a:pt x="67554" y="1227831"/>
                    <a:pt x="64474" y="1228516"/>
                  </a:cubicBezTo>
                  <a:cubicBezTo>
                    <a:pt x="61395" y="1229114"/>
                    <a:pt x="54039" y="1230996"/>
                    <a:pt x="52242" y="1229713"/>
                  </a:cubicBezTo>
                  <a:cubicBezTo>
                    <a:pt x="50361" y="1228516"/>
                    <a:pt x="43005" y="1219277"/>
                    <a:pt x="50361" y="1207644"/>
                  </a:cubicBezTo>
                  <a:cubicBezTo>
                    <a:pt x="50361" y="1207644"/>
                    <a:pt x="48479" y="1195412"/>
                    <a:pt x="40524" y="1187371"/>
                  </a:cubicBezTo>
                  <a:cubicBezTo>
                    <a:pt x="32568" y="1179416"/>
                    <a:pt x="36247" y="1173257"/>
                    <a:pt x="36247" y="1165901"/>
                  </a:cubicBezTo>
                  <a:cubicBezTo>
                    <a:pt x="36247" y="1158544"/>
                    <a:pt x="44800" y="1137074"/>
                    <a:pt x="44800" y="1137074"/>
                  </a:cubicBezTo>
                  <a:cubicBezTo>
                    <a:pt x="44800" y="1137074"/>
                    <a:pt x="50960" y="1087974"/>
                    <a:pt x="47880" y="1078137"/>
                  </a:cubicBezTo>
                  <a:cubicBezTo>
                    <a:pt x="44800" y="1068300"/>
                    <a:pt x="39925" y="1053587"/>
                    <a:pt x="39326" y="1039473"/>
                  </a:cubicBezTo>
                  <a:cubicBezTo>
                    <a:pt x="38728" y="1025359"/>
                    <a:pt x="39925" y="972581"/>
                    <a:pt x="42406" y="958468"/>
                  </a:cubicBezTo>
                  <a:cubicBezTo>
                    <a:pt x="44886" y="944353"/>
                    <a:pt x="54723" y="887299"/>
                    <a:pt x="54039" y="872586"/>
                  </a:cubicBezTo>
                  <a:cubicBezTo>
                    <a:pt x="53440" y="857873"/>
                    <a:pt x="52242" y="840679"/>
                    <a:pt x="55237" y="831441"/>
                  </a:cubicBezTo>
                  <a:cubicBezTo>
                    <a:pt x="58316" y="822203"/>
                    <a:pt x="57033" y="815445"/>
                    <a:pt x="58316" y="803812"/>
                  </a:cubicBezTo>
                  <a:cubicBezTo>
                    <a:pt x="59514" y="792179"/>
                    <a:pt x="65073" y="762069"/>
                    <a:pt x="66271" y="752317"/>
                  </a:cubicBezTo>
                  <a:cubicBezTo>
                    <a:pt x="67469" y="742480"/>
                    <a:pt x="64389" y="728965"/>
                    <a:pt x="64389" y="719213"/>
                  </a:cubicBezTo>
                  <a:cubicBezTo>
                    <a:pt x="64389" y="717588"/>
                    <a:pt x="64389" y="716220"/>
                    <a:pt x="64560" y="714851"/>
                  </a:cubicBezTo>
                  <a:cubicBezTo>
                    <a:pt x="61566" y="714167"/>
                    <a:pt x="56177" y="709120"/>
                    <a:pt x="50788" y="703731"/>
                  </a:cubicBezTo>
                  <a:cubicBezTo>
                    <a:pt x="43860" y="696802"/>
                    <a:pt x="46683" y="689959"/>
                    <a:pt x="44373" y="681661"/>
                  </a:cubicBezTo>
                  <a:cubicBezTo>
                    <a:pt x="42063" y="673364"/>
                    <a:pt x="40695" y="670627"/>
                    <a:pt x="38813" y="663271"/>
                  </a:cubicBezTo>
                  <a:cubicBezTo>
                    <a:pt x="37444" y="657710"/>
                    <a:pt x="35220" y="645906"/>
                    <a:pt x="34279" y="640432"/>
                  </a:cubicBezTo>
                  <a:cubicBezTo>
                    <a:pt x="32312" y="638293"/>
                    <a:pt x="31029" y="636668"/>
                    <a:pt x="31029" y="636668"/>
                  </a:cubicBezTo>
                  <a:lnTo>
                    <a:pt x="28206" y="628883"/>
                  </a:lnTo>
                  <a:cubicBezTo>
                    <a:pt x="25468" y="625205"/>
                    <a:pt x="23330" y="621698"/>
                    <a:pt x="22731" y="619303"/>
                  </a:cubicBezTo>
                  <a:cubicBezTo>
                    <a:pt x="20850" y="611947"/>
                    <a:pt x="9815" y="567723"/>
                    <a:pt x="8019" y="552411"/>
                  </a:cubicBezTo>
                  <a:cubicBezTo>
                    <a:pt x="6136" y="537100"/>
                    <a:pt x="63" y="480643"/>
                    <a:pt x="63" y="471405"/>
                  </a:cubicBezTo>
                  <a:cubicBezTo>
                    <a:pt x="63" y="462167"/>
                    <a:pt x="-535" y="409988"/>
                    <a:pt x="1945" y="400835"/>
                  </a:cubicBezTo>
                  <a:cubicBezTo>
                    <a:pt x="4340" y="391597"/>
                    <a:pt x="8104" y="381845"/>
                    <a:pt x="8703" y="375088"/>
                  </a:cubicBezTo>
                  <a:cubicBezTo>
                    <a:pt x="9302" y="368330"/>
                    <a:pt x="9900" y="362856"/>
                    <a:pt x="9900" y="352334"/>
                  </a:cubicBezTo>
                  <a:cubicBezTo>
                    <a:pt x="9900" y="341813"/>
                    <a:pt x="17856" y="313671"/>
                    <a:pt x="18454" y="300754"/>
                  </a:cubicBezTo>
                  <a:cubicBezTo>
                    <a:pt x="19053" y="287837"/>
                    <a:pt x="31970" y="277487"/>
                    <a:pt x="31970" y="269446"/>
                  </a:cubicBezTo>
                  <a:cubicBezTo>
                    <a:pt x="31970" y="261406"/>
                    <a:pt x="38728" y="238139"/>
                    <a:pt x="38728" y="230184"/>
                  </a:cubicBezTo>
                  <a:cubicBezTo>
                    <a:pt x="38728" y="222229"/>
                    <a:pt x="96381" y="207516"/>
                    <a:pt x="127089" y="198278"/>
                  </a:cubicBezTo>
                  <a:cubicBezTo>
                    <a:pt x="127089" y="198278"/>
                    <a:pt x="136414" y="194599"/>
                    <a:pt x="141289" y="191947"/>
                  </a:cubicBezTo>
                  <a:lnTo>
                    <a:pt x="140605" y="192204"/>
                  </a:lnTo>
                  <a:lnTo>
                    <a:pt x="142572" y="191178"/>
                  </a:lnTo>
                  <a:lnTo>
                    <a:pt x="143684" y="190322"/>
                  </a:lnTo>
                  <a:cubicBezTo>
                    <a:pt x="145908" y="188099"/>
                    <a:pt x="151212" y="176294"/>
                    <a:pt x="158568" y="171846"/>
                  </a:cubicBezTo>
                  <a:lnTo>
                    <a:pt x="156601" y="172530"/>
                  </a:lnTo>
                  <a:cubicBezTo>
                    <a:pt x="156601" y="172530"/>
                    <a:pt x="156601" y="164575"/>
                    <a:pt x="152324" y="163976"/>
                  </a:cubicBezTo>
                  <a:cubicBezTo>
                    <a:pt x="148047" y="163378"/>
                    <a:pt x="136414" y="140624"/>
                    <a:pt x="133933" y="136347"/>
                  </a:cubicBezTo>
                  <a:cubicBezTo>
                    <a:pt x="131452" y="132070"/>
                    <a:pt x="119220" y="102559"/>
                    <a:pt x="116740" y="94604"/>
                  </a:cubicBezTo>
                  <a:cubicBezTo>
                    <a:pt x="114259" y="86648"/>
                    <a:pt x="108784" y="62099"/>
                    <a:pt x="118022" y="47386"/>
                  </a:cubicBezTo>
                  <a:cubicBezTo>
                    <a:pt x="127175" y="32673"/>
                    <a:pt x="129057" y="24718"/>
                    <a:pt x="139493" y="18559"/>
                  </a:cubicBezTo>
                  <a:cubicBezTo>
                    <a:pt x="149929" y="12400"/>
                    <a:pt x="159766" y="3247"/>
                    <a:pt x="164641" y="5044"/>
                  </a:cubicBezTo>
                  <a:cubicBezTo>
                    <a:pt x="169517" y="6926"/>
                    <a:pt x="173880" y="9321"/>
                    <a:pt x="175676" y="5643"/>
                  </a:cubicBezTo>
                  <a:cubicBezTo>
                    <a:pt x="177558" y="1965"/>
                    <a:pt x="180552" y="5044"/>
                    <a:pt x="187310" y="2563"/>
                  </a:cubicBezTo>
                  <a:cubicBezTo>
                    <a:pt x="206556" y="-4451"/>
                    <a:pt x="225374" y="4445"/>
                    <a:pt x="230849" y="11117"/>
                  </a:cubicBezTo>
                  <a:cubicBezTo>
                    <a:pt x="236409" y="17875"/>
                    <a:pt x="242226" y="16335"/>
                    <a:pt x="255741" y="24889"/>
                  </a:cubicBezTo>
                  <a:cubicBezTo>
                    <a:pt x="269256" y="33529"/>
                    <a:pt x="271993" y="55255"/>
                    <a:pt x="275672" y="62612"/>
                  </a:cubicBezTo>
                  <a:cubicBezTo>
                    <a:pt x="279350" y="69969"/>
                    <a:pt x="274389" y="73647"/>
                    <a:pt x="273191" y="81602"/>
                  </a:cubicBezTo>
                  <a:cubicBezTo>
                    <a:pt x="271993" y="89557"/>
                    <a:pt x="270711" y="98196"/>
                    <a:pt x="270711" y="109830"/>
                  </a:cubicBezTo>
                  <a:cubicBezTo>
                    <a:pt x="270711" y="121463"/>
                    <a:pt x="270112" y="128820"/>
                    <a:pt x="268230" y="133182"/>
                  </a:cubicBezTo>
                  <a:cubicBezTo>
                    <a:pt x="266348" y="137459"/>
                    <a:pt x="263354" y="149178"/>
                    <a:pt x="264552" y="155251"/>
                  </a:cubicBezTo>
                  <a:cubicBezTo>
                    <a:pt x="265835" y="161325"/>
                    <a:pt x="266434" y="165088"/>
                    <a:pt x="261472" y="167483"/>
                  </a:cubicBezTo>
                  <a:cubicBezTo>
                    <a:pt x="256596" y="169964"/>
                    <a:pt x="251036" y="168681"/>
                    <a:pt x="249839" y="174241"/>
                  </a:cubicBezTo>
                  <a:cubicBezTo>
                    <a:pt x="249839" y="174241"/>
                    <a:pt x="255399" y="190836"/>
                    <a:pt x="262071" y="193830"/>
                  </a:cubicBezTo>
                  <a:cubicBezTo>
                    <a:pt x="268829" y="196909"/>
                    <a:pt x="350433" y="221459"/>
                    <a:pt x="373101" y="234974"/>
                  </a:cubicBezTo>
                  <a:cubicBezTo>
                    <a:pt x="382767" y="240705"/>
                    <a:pt x="389097" y="274835"/>
                    <a:pt x="392091" y="288351"/>
                  </a:cubicBezTo>
                  <a:cubicBezTo>
                    <a:pt x="395171" y="301866"/>
                    <a:pt x="396967" y="342326"/>
                    <a:pt x="400046" y="365080"/>
                  </a:cubicBezTo>
                  <a:cubicBezTo>
                    <a:pt x="403126" y="387748"/>
                    <a:pt x="411081" y="438729"/>
                    <a:pt x="414160" y="449165"/>
                  </a:cubicBezTo>
                  <a:cubicBezTo>
                    <a:pt x="417240" y="459601"/>
                    <a:pt x="416042" y="494586"/>
                    <a:pt x="419122" y="515458"/>
                  </a:cubicBezTo>
                  <a:cubicBezTo>
                    <a:pt x="422201" y="536330"/>
                    <a:pt x="420319" y="589108"/>
                    <a:pt x="419122" y="608097"/>
                  </a:cubicBezTo>
                  <a:cubicBezTo>
                    <a:pt x="417924" y="627087"/>
                    <a:pt x="416042" y="644879"/>
                    <a:pt x="416042" y="644879"/>
                  </a:cubicBezTo>
                  <a:cubicBezTo>
                    <a:pt x="416042" y="644879"/>
                    <a:pt x="411851" y="645051"/>
                    <a:pt x="405521" y="644879"/>
                  </a:cubicBezTo>
                  <a:cubicBezTo>
                    <a:pt x="407146" y="645222"/>
                    <a:pt x="408258" y="645393"/>
                    <a:pt x="408857" y="645222"/>
                  </a:cubicBezTo>
                  <a:lnTo>
                    <a:pt x="405949" y="659763"/>
                  </a:lnTo>
                  <a:cubicBezTo>
                    <a:pt x="405692" y="664981"/>
                    <a:pt x="405093" y="672680"/>
                    <a:pt x="403382" y="676957"/>
                  </a:cubicBezTo>
                  <a:cubicBezTo>
                    <a:pt x="400645" y="683885"/>
                    <a:pt x="395598" y="706382"/>
                    <a:pt x="391407" y="710060"/>
                  </a:cubicBezTo>
                  <a:cubicBezTo>
                    <a:pt x="387301" y="713739"/>
                    <a:pt x="376181" y="726142"/>
                    <a:pt x="371647" y="729392"/>
                  </a:cubicBezTo>
                  <a:cubicBezTo>
                    <a:pt x="367028" y="732557"/>
                    <a:pt x="357362" y="739486"/>
                    <a:pt x="353684" y="741368"/>
                  </a:cubicBezTo>
                  <a:lnTo>
                    <a:pt x="352058" y="742052"/>
                  </a:lnTo>
                  <a:cubicBezTo>
                    <a:pt x="350091" y="766260"/>
                    <a:pt x="347953" y="797482"/>
                    <a:pt x="346755" y="809971"/>
                  </a:cubicBezTo>
                  <a:cubicBezTo>
                    <a:pt x="344873" y="828362"/>
                    <a:pt x="338800" y="888496"/>
                    <a:pt x="339399" y="902011"/>
                  </a:cubicBezTo>
                  <a:cubicBezTo>
                    <a:pt x="339997" y="915527"/>
                    <a:pt x="336918" y="970700"/>
                    <a:pt x="340596" y="992769"/>
                  </a:cubicBezTo>
                  <a:cubicBezTo>
                    <a:pt x="344274" y="1014838"/>
                    <a:pt x="344274" y="1079249"/>
                    <a:pt x="348551" y="1092166"/>
                  </a:cubicBezTo>
                  <a:cubicBezTo>
                    <a:pt x="352828" y="1105082"/>
                    <a:pt x="358987" y="1133225"/>
                    <a:pt x="358389" y="1136988"/>
                  </a:cubicBezTo>
                  <a:cubicBezTo>
                    <a:pt x="357790" y="1140667"/>
                    <a:pt x="362666" y="1145542"/>
                    <a:pt x="363863" y="1149221"/>
                  </a:cubicBezTo>
                  <a:cubicBezTo>
                    <a:pt x="365061" y="1152899"/>
                    <a:pt x="366943" y="1156577"/>
                    <a:pt x="364462" y="1158373"/>
                  </a:cubicBezTo>
                  <a:cubicBezTo>
                    <a:pt x="361981" y="1160255"/>
                    <a:pt x="354026" y="1166927"/>
                    <a:pt x="361981" y="1176165"/>
                  </a:cubicBezTo>
                  <a:cubicBezTo>
                    <a:pt x="369936" y="1185404"/>
                    <a:pt x="385333" y="1199432"/>
                    <a:pt x="406804" y="1198235"/>
                  </a:cubicBezTo>
                  <a:lnTo>
                    <a:pt x="406804" y="1198235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EBA9F5E-8C74-AA5F-1686-37E264763C2B}"/>
                </a:ext>
              </a:extLst>
            </p:cNvPr>
            <p:cNvSpPr/>
            <p:nvPr/>
          </p:nvSpPr>
          <p:spPr>
            <a:xfrm>
              <a:off x="21756883" y="4124231"/>
              <a:ext cx="327716" cy="1229374"/>
            </a:xfrm>
            <a:custGeom>
              <a:avLst/>
              <a:gdLst>
                <a:gd name="connsiteX0" fmla="*/ 165627 w 327716"/>
                <a:gd name="connsiteY0" fmla="*/ 1040418 h 1229374"/>
                <a:gd name="connsiteX1" fmla="*/ 163831 w 327716"/>
                <a:gd name="connsiteY1" fmla="*/ 988496 h 1229374"/>
                <a:gd name="connsiteX2" fmla="*/ 137741 w 327716"/>
                <a:gd name="connsiteY2" fmla="*/ 1079766 h 1229374"/>
                <a:gd name="connsiteX3" fmla="*/ 142274 w 327716"/>
                <a:gd name="connsiteY3" fmla="*/ 1156068 h 1229374"/>
                <a:gd name="connsiteX4" fmla="*/ 157929 w 327716"/>
                <a:gd name="connsiteY4" fmla="*/ 1140756 h 1229374"/>
                <a:gd name="connsiteX5" fmla="*/ 165712 w 327716"/>
                <a:gd name="connsiteY5" fmla="*/ 1115180 h 1229374"/>
                <a:gd name="connsiteX6" fmla="*/ 165712 w 327716"/>
                <a:gd name="connsiteY6" fmla="*/ 1040418 h 1229374"/>
                <a:gd name="connsiteX7" fmla="*/ 165712 w 327716"/>
                <a:gd name="connsiteY7" fmla="*/ 1040418 h 1229374"/>
                <a:gd name="connsiteX8" fmla="*/ 109172 w 327716"/>
                <a:gd name="connsiteY8" fmla="*/ 447287 h 1229374"/>
                <a:gd name="connsiteX9" fmla="*/ 107033 w 327716"/>
                <a:gd name="connsiteY9" fmla="*/ 447886 h 1229374"/>
                <a:gd name="connsiteX10" fmla="*/ 118665 w 327716"/>
                <a:gd name="connsiteY10" fmla="*/ 446346 h 1229374"/>
                <a:gd name="connsiteX11" fmla="*/ 109172 w 327716"/>
                <a:gd name="connsiteY11" fmla="*/ 447287 h 1229374"/>
                <a:gd name="connsiteX12" fmla="*/ 109172 w 327716"/>
                <a:gd name="connsiteY12" fmla="*/ 447287 h 1229374"/>
                <a:gd name="connsiteX13" fmla="*/ 93517 w 327716"/>
                <a:gd name="connsiteY13" fmla="*/ 402550 h 1229374"/>
                <a:gd name="connsiteX14" fmla="*/ 91122 w 327716"/>
                <a:gd name="connsiteY14" fmla="*/ 389035 h 1229374"/>
                <a:gd name="connsiteX15" fmla="*/ 88384 w 327716"/>
                <a:gd name="connsiteY15" fmla="*/ 374921 h 1229374"/>
                <a:gd name="connsiteX16" fmla="*/ 80258 w 327716"/>
                <a:gd name="connsiteY16" fmla="*/ 361149 h 1229374"/>
                <a:gd name="connsiteX17" fmla="*/ 72132 w 327716"/>
                <a:gd name="connsiteY17" fmla="*/ 353365 h 1229374"/>
                <a:gd name="connsiteX18" fmla="*/ 69395 w 327716"/>
                <a:gd name="connsiteY18" fmla="*/ 368676 h 1229374"/>
                <a:gd name="connsiteX19" fmla="*/ 74785 w 327716"/>
                <a:gd name="connsiteY19" fmla="*/ 378599 h 1229374"/>
                <a:gd name="connsiteX20" fmla="*/ 72987 w 327716"/>
                <a:gd name="connsiteY20" fmla="*/ 388180 h 1229374"/>
                <a:gd name="connsiteX21" fmla="*/ 77520 w 327716"/>
                <a:gd name="connsiteY21" fmla="*/ 396562 h 1229374"/>
                <a:gd name="connsiteX22" fmla="*/ 80173 w 327716"/>
                <a:gd name="connsiteY22" fmla="*/ 406485 h 1229374"/>
                <a:gd name="connsiteX23" fmla="*/ 85220 w 327716"/>
                <a:gd name="connsiteY23" fmla="*/ 415467 h 1229374"/>
                <a:gd name="connsiteX24" fmla="*/ 91978 w 327716"/>
                <a:gd name="connsiteY24" fmla="*/ 417605 h 1229374"/>
                <a:gd name="connsiteX25" fmla="*/ 92149 w 327716"/>
                <a:gd name="connsiteY25" fmla="*/ 417006 h 1229374"/>
                <a:gd name="connsiteX26" fmla="*/ 93346 w 327716"/>
                <a:gd name="connsiteY26" fmla="*/ 402550 h 1229374"/>
                <a:gd name="connsiteX27" fmla="*/ 93346 w 327716"/>
                <a:gd name="connsiteY27" fmla="*/ 402550 h 1229374"/>
                <a:gd name="connsiteX28" fmla="*/ 326270 w 327716"/>
                <a:gd name="connsiteY28" fmla="*/ 418460 h 1229374"/>
                <a:gd name="connsiteX29" fmla="*/ 318487 w 327716"/>
                <a:gd name="connsiteY29" fmla="*/ 437365 h 1229374"/>
                <a:gd name="connsiteX30" fmla="*/ 305570 w 327716"/>
                <a:gd name="connsiteY30" fmla="*/ 452676 h 1229374"/>
                <a:gd name="connsiteX31" fmla="*/ 301036 w 327716"/>
                <a:gd name="connsiteY31" fmla="*/ 455071 h 1229374"/>
                <a:gd name="connsiteX32" fmla="*/ 297187 w 327716"/>
                <a:gd name="connsiteY32" fmla="*/ 461401 h 1229374"/>
                <a:gd name="connsiteX33" fmla="*/ 292654 w 327716"/>
                <a:gd name="connsiteY33" fmla="*/ 477055 h 1229374"/>
                <a:gd name="connsiteX34" fmla="*/ 297444 w 327716"/>
                <a:gd name="connsiteY34" fmla="*/ 496558 h 1229374"/>
                <a:gd name="connsiteX35" fmla="*/ 296759 w 327716"/>
                <a:gd name="connsiteY35" fmla="*/ 506909 h 1229374"/>
                <a:gd name="connsiteX36" fmla="*/ 310359 w 327716"/>
                <a:gd name="connsiteY36" fmla="*/ 623584 h 1229374"/>
                <a:gd name="connsiteX37" fmla="*/ 326613 w 327716"/>
                <a:gd name="connsiteY37" fmla="*/ 757796 h 1229374"/>
                <a:gd name="connsiteX38" fmla="*/ 280080 w 327716"/>
                <a:gd name="connsiteY38" fmla="*/ 765836 h 1229374"/>
                <a:gd name="connsiteX39" fmla="*/ 273750 w 327716"/>
                <a:gd name="connsiteY39" fmla="*/ 791413 h 1229374"/>
                <a:gd name="connsiteX40" fmla="*/ 254503 w 327716"/>
                <a:gd name="connsiteY40" fmla="*/ 864720 h 1229374"/>
                <a:gd name="connsiteX41" fmla="*/ 246718 w 327716"/>
                <a:gd name="connsiteY41" fmla="*/ 964459 h 1229374"/>
                <a:gd name="connsiteX42" fmla="*/ 224479 w 327716"/>
                <a:gd name="connsiteY42" fmla="*/ 1061205 h 1229374"/>
                <a:gd name="connsiteX43" fmla="*/ 208824 w 327716"/>
                <a:gd name="connsiteY43" fmla="*/ 1119457 h 1229374"/>
                <a:gd name="connsiteX44" fmla="*/ 210021 w 327716"/>
                <a:gd name="connsiteY44" fmla="*/ 1137506 h 1229374"/>
                <a:gd name="connsiteX45" fmla="*/ 207628 w 327716"/>
                <a:gd name="connsiteY45" fmla="*/ 1154357 h 1229374"/>
                <a:gd name="connsiteX46" fmla="*/ 221484 w 327716"/>
                <a:gd name="connsiteY46" fmla="*/ 1186777 h 1229374"/>
                <a:gd name="connsiteX47" fmla="*/ 254503 w 327716"/>
                <a:gd name="connsiteY47" fmla="*/ 1213807 h 1229374"/>
                <a:gd name="connsiteX48" fmla="*/ 249713 w 327716"/>
                <a:gd name="connsiteY48" fmla="*/ 1229375 h 1229374"/>
                <a:gd name="connsiteX49" fmla="*/ 192059 w 327716"/>
                <a:gd name="connsiteY49" fmla="*/ 1228177 h 1229374"/>
                <a:gd name="connsiteX50" fmla="*/ 182478 w 327716"/>
                <a:gd name="connsiteY50" fmla="*/ 1220992 h 1229374"/>
                <a:gd name="connsiteX51" fmla="*/ 178286 w 327716"/>
                <a:gd name="connsiteY51" fmla="*/ 1227579 h 1229374"/>
                <a:gd name="connsiteX52" fmla="*/ 166312 w 327716"/>
                <a:gd name="connsiteY52" fmla="*/ 1228776 h 1229374"/>
                <a:gd name="connsiteX53" fmla="*/ 162720 w 327716"/>
                <a:gd name="connsiteY53" fmla="*/ 1224585 h 1229374"/>
                <a:gd name="connsiteX54" fmla="*/ 159725 w 327716"/>
                <a:gd name="connsiteY54" fmla="*/ 1228776 h 1229374"/>
                <a:gd name="connsiteX55" fmla="*/ 103268 w 327716"/>
                <a:gd name="connsiteY55" fmla="*/ 1228776 h 1229374"/>
                <a:gd name="connsiteX56" fmla="*/ 97880 w 327716"/>
                <a:gd name="connsiteY56" fmla="*/ 1223986 h 1229374"/>
                <a:gd name="connsiteX57" fmla="*/ 93089 w 327716"/>
                <a:gd name="connsiteY57" fmla="*/ 1228776 h 1229374"/>
                <a:gd name="connsiteX58" fmla="*/ 85306 w 327716"/>
                <a:gd name="connsiteY58" fmla="*/ 1228177 h 1229374"/>
                <a:gd name="connsiteX59" fmla="*/ 71447 w 327716"/>
                <a:gd name="connsiteY59" fmla="*/ 1183098 h 1229374"/>
                <a:gd name="connsiteX60" fmla="*/ 86503 w 327716"/>
                <a:gd name="connsiteY60" fmla="*/ 1139815 h 1229374"/>
                <a:gd name="connsiteX61" fmla="*/ 97880 w 327716"/>
                <a:gd name="connsiteY61" fmla="*/ 1097131 h 1229374"/>
                <a:gd name="connsiteX62" fmla="*/ 91893 w 327716"/>
                <a:gd name="connsiteY62" fmla="*/ 971559 h 1229374"/>
                <a:gd name="connsiteX63" fmla="*/ 126108 w 327716"/>
                <a:gd name="connsiteY63" fmla="*/ 837604 h 1229374"/>
                <a:gd name="connsiteX64" fmla="*/ 103182 w 327716"/>
                <a:gd name="connsiteY64" fmla="*/ 754032 h 1229374"/>
                <a:gd name="connsiteX65" fmla="*/ 58188 w 327716"/>
                <a:gd name="connsiteY65" fmla="*/ 738806 h 1229374"/>
                <a:gd name="connsiteX66" fmla="*/ 51004 w 327716"/>
                <a:gd name="connsiteY66" fmla="*/ 679356 h 1229374"/>
                <a:gd name="connsiteX67" fmla="*/ 81626 w 327716"/>
                <a:gd name="connsiteY67" fmla="*/ 492880 h 1229374"/>
                <a:gd name="connsiteX68" fmla="*/ 93346 w 327716"/>
                <a:gd name="connsiteY68" fmla="*/ 479365 h 1229374"/>
                <a:gd name="connsiteX69" fmla="*/ 95142 w 327716"/>
                <a:gd name="connsiteY69" fmla="*/ 465849 h 1229374"/>
                <a:gd name="connsiteX70" fmla="*/ 100361 w 327716"/>
                <a:gd name="connsiteY70" fmla="*/ 454387 h 1229374"/>
                <a:gd name="connsiteX71" fmla="*/ 96341 w 327716"/>
                <a:gd name="connsiteY71" fmla="*/ 453617 h 1229374"/>
                <a:gd name="connsiteX72" fmla="*/ 15247 w 327716"/>
                <a:gd name="connsiteY72" fmla="*/ 427100 h 1229374"/>
                <a:gd name="connsiteX73" fmla="*/ 10887 w 327716"/>
                <a:gd name="connsiteY73" fmla="*/ 420941 h 1229374"/>
                <a:gd name="connsiteX74" fmla="*/ 6779 w 327716"/>
                <a:gd name="connsiteY74" fmla="*/ 420513 h 1229374"/>
                <a:gd name="connsiteX75" fmla="*/ 194 w 327716"/>
                <a:gd name="connsiteY75" fmla="*/ 371841 h 1229374"/>
                <a:gd name="connsiteX76" fmla="*/ 4726 w 327716"/>
                <a:gd name="connsiteY76" fmla="*/ 358925 h 1229374"/>
                <a:gd name="connsiteX77" fmla="*/ 9174 w 327716"/>
                <a:gd name="connsiteY77" fmla="*/ 337284 h 1229374"/>
                <a:gd name="connsiteX78" fmla="*/ 11570 w 327716"/>
                <a:gd name="connsiteY78" fmla="*/ 325565 h 1229374"/>
                <a:gd name="connsiteX79" fmla="*/ 15504 w 327716"/>
                <a:gd name="connsiteY79" fmla="*/ 311792 h 1229374"/>
                <a:gd name="connsiteX80" fmla="*/ 22091 w 327716"/>
                <a:gd name="connsiteY80" fmla="*/ 303667 h 1229374"/>
                <a:gd name="connsiteX81" fmla="*/ 24829 w 327716"/>
                <a:gd name="connsiteY81" fmla="*/ 289210 h 1229374"/>
                <a:gd name="connsiteX82" fmla="*/ 24829 w 327716"/>
                <a:gd name="connsiteY82" fmla="*/ 270306 h 1229374"/>
                <a:gd name="connsiteX83" fmla="*/ 26625 w 327716"/>
                <a:gd name="connsiteY83" fmla="*/ 257988 h 1229374"/>
                <a:gd name="connsiteX84" fmla="*/ 23033 w 327716"/>
                <a:gd name="connsiteY84" fmla="*/ 248408 h 1229374"/>
                <a:gd name="connsiteX85" fmla="*/ 32015 w 327716"/>
                <a:gd name="connsiteY85" fmla="*/ 230958 h 1229374"/>
                <a:gd name="connsiteX86" fmla="*/ 35607 w 327716"/>
                <a:gd name="connsiteY86" fmla="*/ 222575 h 1229374"/>
                <a:gd name="connsiteX87" fmla="*/ 45786 w 327716"/>
                <a:gd name="connsiteY87" fmla="*/ 200335 h 1229374"/>
                <a:gd name="connsiteX88" fmla="*/ 56906 w 327716"/>
                <a:gd name="connsiteY88" fmla="*/ 189215 h 1229374"/>
                <a:gd name="connsiteX89" fmla="*/ 66828 w 327716"/>
                <a:gd name="connsiteY89" fmla="*/ 182628 h 1229374"/>
                <a:gd name="connsiteX90" fmla="*/ 90523 w 327716"/>
                <a:gd name="connsiteY90" fmla="*/ 174502 h 1229374"/>
                <a:gd name="connsiteX91" fmla="*/ 97623 w 327716"/>
                <a:gd name="connsiteY91" fmla="*/ 173475 h 1229374"/>
                <a:gd name="connsiteX92" fmla="*/ 97709 w 327716"/>
                <a:gd name="connsiteY92" fmla="*/ 167573 h 1229374"/>
                <a:gd name="connsiteX93" fmla="*/ 95913 w 327716"/>
                <a:gd name="connsiteY93" fmla="*/ 136009 h 1229374"/>
                <a:gd name="connsiteX94" fmla="*/ 100447 w 327716"/>
                <a:gd name="connsiteY94" fmla="*/ 48588 h 1229374"/>
                <a:gd name="connsiteX95" fmla="*/ 159896 w 327716"/>
                <a:gd name="connsiteY95" fmla="*/ 856 h 1229374"/>
                <a:gd name="connsiteX96" fmla="*/ 236454 w 327716"/>
                <a:gd name="connsiteY96" fmla="*/ 23353 h 1229374"/>
                <a:gd name="connsiteX97" fmla="*/ 249969 w 327716"/>
                <a:gd name="connsiteY97" fmla="*/ 63044 h 1229374"/>
                <a:gd name="connsiteX98" fmla="*/ 258095 w 327716"/>
                <a:gd name="connsiteY98" fmla="*/ 95463 h 1229374"/>
                <a:gd name="connsiteX99" fmla="*/ 251765 w 327716"/>
                <a:gd name="connsiteY99" fmla="*/ 133271 h 1229374"/>
                <a:gd name="connsiteX100" fmla="*/ 263483 w 327716"/>
                <a:gd name="connsiteY100" fmla="*/ 186477 h 1229374"/>
                <a:gd name="connsiteX101" fmla="*/ 259378 w 327716"/>
                <a:gd name="connsiteY101" fmla="*/ 184681 h 1229374"/>
                <a:gd name="connsiteX102" fmla="*/ 276657 w 327716"/>
                <a:gd name="connsiteY102" fmla="*/ 200933 h 1229374"/>
                <a:gd name="connsiteX103" fmla="*/ 293508 w 327716"/>
                <a:gd name="connsiteY103" fmla="*/ 214705 h 1229374"/>
                <a:gd name="connsiteX104" fmla="*/ 314552 w 327716"/>
                <a:gd name="connsiteY104" fmla="*/ 247125 h 1229374"/>
                <a:gd name="connsiteX105" fmla="*/ 322336 w 327716"/>
                <a:gd name="connsiteY105" fmla="*/ 280742 h 1229374"/>
                <a:gd name="connsiteX106" fmla="*/ 322336 w 327716"/>
                <a:gd name="connsiteY106" fmla="*/ 330012 h 1229374"/>
                <a:gd name="connsiteX107" fmla="*/ 323532 w 327716"/>
                <a:gd name="connsiteY107" fmla="*/ 361234 h 1229374"/>
                <a:gd name="connsiteX108" fmla="*/ 319940 w 327716"/>
                <a:gd name="connsiteY108" fmla="*/ 379283 h 1229374"/>
                <a:gd name="connsiteX109" fmla="*/ 326527 w 327716"/>
                <a:gd name="connsiteY109" fmla="*/ 399128 h 1229374"/>
                <a:gd name="connsiteX110" fmla="*/ 325671 w 327716"/>
                <a:gd name="connsiteY110" fmla="*/ 410847 h 1229374"/>
                <a:gd name="connsiteX111" fmla="*/ 326270 w 327716"/>
                <a:gd name="connsiteY111" fmla="*/ 418375 h 1229374"/>
                <a:gd name="connsiteX112" fmla="*/ 326270 w 327716"/>
                <a:gd name="connsiteY112" fmla="*/ 418375 h 1229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327716" h="1229374">
                  <a:moveTo>
                    <a:pt x="165627" y="1040418"/>
                  </a:moveTo>
                  <a:cubicBezTo>
                    <a:pt x="164430" y="1019119"/>
                    <a:pt x="163831" y="988496"/>
                    <a:pt x="163831" y="988496"/>
                  </a:cubicBezTo>
                  <a:cubicBezTo>
                    <a:pt x="150657" y="1047090"/>
                    <a:pt x="137741" y="1067791"/>
                    <a:pt x="137741" y="1079766"/>
                  </a:cubicBezTo>
                  <a:cubicBezTo>
                    <a:pt x="137741" y="1091742"/>
                    <a:pt x="141335" y="1155726"/>
                    <a:pt x="142274" y="1156068"/>
                  </a:cubicBezTo>
                  <a:cubicBezTo>
                    <a:pt x="145866" y="1157265"/>
                    <a:pt x="154849" y="1145888"/>
                    <a:pt x="157929" y="1140756"/>
                  </a:cubicBezTo>
                  <a:cubicBezTo>
                    <a:pt x="160921" y="1135624"/>
                    <a:pt x="164516" y="1126300"/>
                    <a:pt x="165712" y="1115180"/>
                  </a:cubicBezTo>
                  <a:cubicBezTo>
                    <a:pt x="166911" y="1104060"/>
                    <a:pt x="166911" y="1061718"/>
                    <a:pt x="165712" y="1040418"/>
                  </a:cubicBezTo>
                  <a:lnTo>
                    <a:pt x="165712" y="1040418"/>
                  </a:lnTo>
                  <a:close/>
                  <a:moveTo>
                    <a:pt x="109172" y="447287"/>
                  </a:moveTo>
                  <a:lnTo>
                    <a:pt x="107033" y="447886"/>
                  </a:lnTo>
                  <a:cubicBezTo>
                    <a:pt x="109769" y="447544"/>
                    <a:pt x="113703" y="446945"/>
                    <a:pt x="118665" y="446346"/>
                  </a:cubicBezTo>
                  <a:cubicBezTo>
                    <a:pt x="115245" y="446346"/>
                    <a:pt x="113449" y="446432"/>
                    <a:pt x="109172" y="447287"/>
                  </a:cubicBezTo>
                  <a:lnTo>
                    <a:pt x="109172" y="447287"/>
                  </a:lnTo>
                  <a:close/>
                  <a:moveTo>
                    <a:pt x="93517" y="402550"/>
                  </a:moveTo>
                  <a:cubicBezTo>
                    <a:pt x="90779" y="391173"/>
                    <a:pt x="90180" y="397760"/>
                    <a:pt x="91122" y="389035"/>
                  </a:cubicBezTo>
                  <a:cubicBezTo>
                    <a:pt x="92064" y="380310"/>
                    <a:pt x="93860" y="383304"/>
                    <a:pt x="88384" y="374921"/>
                  </a:cubicBezTo>
                  <a:cubicBezTo>
                    <a:pt x="82996" y="366538"/>
                    <a:pt x="85734" y="367992"/>
                    <a:pt x="80258" y="361149"/>
                  </a:cubicBezTo>
                  <a:cubicBezTo>
                    <a:pt x="74870" y="354220"/>
                    <a:pt x="75125" y="348232"/>
                    <a:pt x="72132" y="353365"/>
                  </a:cubicBezTo>
                  <a:cubicBezTo>
                    <a:pt x="69138" y="358497"/>
                    <a:pt x="64946" y="362347"/>
                    <a:pt x="69395" y="368676"/>
                  </a:cubicBezTo>
                  <a:cubicBezTo>
                    <a:pt x="73928" y="375006"/>
                    <a:pt x="77520" y="374065"/>
                    <a:pt x="74785" y="378599"/>
                  </a:cubicBezTo>
                  <a:cubicBezTo>
                    <a:pt x="72047" y="383133"/>
                    <a:pt x="70848" y="381593"/>
                    <a:pt x="72987" y="388180"/>
                  </a:cubicBezTo>
                  <a:cubicBezTo>
                    <a:pt x="75125" y="394766"/>
                    <a:pt x="76324" y="392371"/>
                    <a:pt x="77520" y="396562"/>
                  </a:cubicBezTo>
                  <a:cubicBezTo>
                    <a:pt x="78719" y="400754"/>
                    <a:pt x="78719" y="399556"/>
                    <a:pt x="80173" y="406485"/>
                  </a:cubicBezTo>
                  <a:cubicBezTo>
                    <a:pt x="81541" y="412558"/>
                    <a:pt x="84707" y="414440"/>
                    <a:pt x="85220" y="415467"/>
                  </a:cubicBezTo>
                  <a:lnTo>
                    <a:pt x="91978" y="417605"/>
                  </a:lnTo>
                  <a:lnTo>
                    <a:pt x="92149" y="417006"/>
                  </a:lnTo>
                  <a:cubicBezTo>
                    <a:pt x="93603" y="411874"/>
                    <a:pt x="96084" y="414012"/>
                    <a:pt x="93346" y="402550"/>
                  </a:cubicBezTo>
                  <a:lnTo>
                    <a:pt x="93346" y="402550"/>
                  </a:lnTo>
                  <a:close/>
                  <a:moveTo>
                    <a:pt x="326270" y="418460"/>
                  </a:moveTo>
                  <a:cubicBezTo>
                    <a:pt x="323275" y="424191"/>
                    <a:pt x="323532" y="428383"/>
                    <a:pt x="318487" y="437365"/>
                  </a:cubicBezTo>
                  <a:cubicBezTo>
                    <a:pt x="313354" y="446432"/>
                    <a:pt x="308306" y="449683"/>
                    <a:pt x="305570" y="452676"/>
                  </a:cubicBezTo>
                  <a:cubicBezTo>
                    <a:pt x="304457" y="453874"/>
                    <a:pt x="303089" y="454729"/>
                    <a:pt x="301036" y="455071"/>
                  </a:cubicBezTo>
                  <a:cubicBezTo>
                    <a:pt x="299240" y="457894"/>
                    <a:pt x="297870" y="460118"/>
                    <a:pt x="297187" y="461401"/>
                  </a:cubicBezTo>
                  <a:cubicBezTo>
                    <a:pt x="293593" y="467988"/>
                    <a:pt x="291198" y="470469"/>
                    <a:pt x="292654" y="477055"/>
                  </a:cubicBezTo>
                  <a:cubicBezTo>
                    <a:pt x="294193" y="483642"/>
                    <a:pt x="297785" y="488517"/>
                    <a:pt x="297444" y="496558"/>
                  </a:cubicBezTo>
                  <a:cubicBezTo>
                    <a:pt x="297273" y="500236"/>
                    <a:pt x="297102" y="504000"/>
                    <a:pt x="296759" y="506909"/>
                  </a:cubicBezTo>
                  <a:cubicBezTo>
                    <a:pt x="305741" y="543947"/>
                    <a:pt x="300437" y="579617"/>
                    <a:pt x="310359" y="623584"/>
                  </a:cubicBezTo>
                  <a:cubicBezTo>
                    <a:pt x="321137" y="671315"/>
                    <a:pt x="326613" y="757796"/>
                    <a:pt x="326613" y="757796"/>
                  </a:cubicBezTo>
                  <a:cubicBezTo>
                    <a:pt x="326613" y="757796"/>
                    <a:pt x="313182" y="763185"/>
                    <a:pt x="280080" y="765836"/>
                  </a:cubicBezTo>
                  <a:cubicBezTo>
                    <a:pt x="278966" y="774220"/>
                    <a:pt x="276999" y="784313"/>
                    <a:pt x="273750" y="791413"/>
                  </a:cubicBezTo>
                  <a:cubicBezTo>
                    <a:pt x="267163" y="805783"/>
                    <a:pt x="256299" y="839486"/>
                    <a:pt x="254503" y="864720"/>
                  </a:cubicBezTo>
                  <a:cubicBezTo>
                    <a:pt x="252705" y="889954"/>
                    <a:pt x="252705" y="939824"/>
                    <a:pt x="246718" y="964459"/>
                  </a:cubicBezTo>
                  <a:cubicBezTo>
                    <a:pt x="240731" y="989095"/>
                    <a:pt x="231663" y="1037168"/>
                    <a:pt x="224479" y="1061205"/>
                  </a:cubicBezTo>
                  <a:cubicBezTo>
                    <a:pt x="217293" y="1085241"/>
                    <a:pt x="208824" y="1115266"/>
                    <a:pt x="208824" y="1119457"/>
                  </a:cubicBezTo>
                  <a:cubicBezTo>
                    <a:pt x="208824" y="1123648"/>
                    <a:pt x="212416" y="1130235"/>
                    <a:pt x="210021" y="1137506"/>
                  </a:cubicBezTo>
                  <a:cubicBezTo>
                    <a:pt x="207628" y="1144691"/>
                    <a:pt x="206429" y="1148284"/>
                    <a:pt x="207628" y="1154357"/>
                  </a:cubicBezTo>
                  <a:cubicBezTo>
                    <a:pt x="208824" y="1160345"/>
                    <a:pt x="217207" y="1182585"/>
                    <a:pt x="221484" y="1186777"/>
                  </a:cubicBezTo>
                  <a:cubicBezTo>
                    <a:pt x="225675" y="1190968"/>
                    <a:pt x="250909" y="1207221"/>
                    <a:pt x="254503" y="1213807"/>
                  </a:cubicBezTo>
                  <a:cubicBezTo>
                    <a:pt x="258095" y="1220393"/>
                    <a:pt x="255700" y="1229375"/>
                    <a:pt x="249713" y="1229375"/>
                  </a:cubicBezTo>
                  <a:cubicBezTo>
                    <a:pt x="243725" y="1229375"/>
                    <a:pt x="192059" y="1228177"/>
                    <a:pt x="192059" y="1228177"/>
                  </a:cubicBezTo>
                  <a:cubicBezTo>
                    <a:pt x="192059" y="1228177"/>
                    <a:pt x="187268" y="1219795"/>
                    <a:pt x="182478" y="1220992"/>
                  </a:cubicBezTo>
                  <a:cubicBezTo>
                    <a:pt x="182478" y="1220992"/>
                    <a:pt x="178286" y="1224585"/>
                    <a:pt x="178286" y="1227579"/>
                  </a:cubicBezTo>
                  <a:lnTo>
                    <a:pt x="166312" y="1228776"/>
                  </a:lnTo>
                  <a:cubicBezTo>
                    <a:pt x="166312" y="1228776"/>
                    <a:pt x="165712" y="1223986"/>
                    <a:pt x="162720" y="1224585"/>
                  </a:cubicBezTo>
                  <a:cubicBezTo>
                    <a:pt x="159725" y="1225184"/>
                    <a:pt x="159725" y="1228776"/>
                    <a:pt x="159725" y="1228776"/>
                  </a:cubicBezTo>
                  <a:lnTo>
                    <a:pt x="103268" y="1228776"/>
                  </a:lnTo>
                  <a:cubicBezTo>
                    <a:pt x="103268" y="1228776"/>
                    <a:pt x="101472" y="1223986"/>
                    <a:pt x="97880" y="1223986"/>
                  </a:cubicBezTo>
                  <a:cubicBezTo>
                    <a:pt x="94288" y="1223986"/>
                    <a:pt x="93089" y="1228776"/>
                    <a:pt x="93089" y="1228776"/>
                  </a:cubicBezTo>
                  <a:lnTo>
                    <a:pt x="85306" y="1228177"/>
                  </a:lnTo>
                  <a:cubicBezTo>
                    <a:pt x="85306" y="1228177"/>
                    <a:pt x="85903" y="1197555"/>
                    <a:pt x="71447" y="1183098"/>
                  </a:cubicBezTo>
                  <a:cubicBezTo>
                    <a:pt x="67855" y="1164451"/>
                    <a:pt x="81626" y="1156068"/>
                    <a:pt x="86503" y="1139815"/>
                  </a:cubicBezTo>
                  <a:cubicBezTo>
                    <a:pt x="86503" y="1139815"/>
                    <a:pt x="96084" y="1110390"/>
                    <a:pt x="97880" y="1097131"/>
                  </a:cubicBezTo>
                  <a:cubicBezTo>
                    <a:pt x="99676" y="1083958"/>
                    <a:pt x="84022" y="1023225"/>
                    <a:pt x="91893" y="971559"/>
                  </a:cubicBezTo>
                  <a:cubicBezTo>
                    <a:pt x="99077" y="892863"/>
                    <a:pt x="135773" y="885677"/>
                    <a:pt x="126108" y="837604"/>
                  </a:cubicBezTo>
                  <a:cubicBezTo>
                    <a:pt x="126108" y="837604"/>
                    <a:pt x="112336" y="784313"/>
                    <a:pt x="103182" y="754032"/>
                  </a:cubicBezTo>
                  <a:cubicBezTo>
                    <a:pt x="68027" y="746504"/>
                    <a:pt x="58188" y="738806"/>
                    <a:pt x="58188" y="738806"/>
                  </a:cubicBezTo>
                  <a:cubicBezTo>
                    <a:pt x="58188" y="738806"/>
                    <a:pt x="50063" y="694667"/>
                    <a:pt x="51004" y="679356"/>
                  </a:cubicBezTo>
                  <a:cubicBezTo>
                    <a:pt x="51859" y="664045"/>
                    <a:pt x="77094" y="499124"/>
                    <a:pt x="81626" y="492880"/>
                  </a:cubicBezTo>
                  <a:cubicBezTo>
                    <a:pt x="86160" y="486550"/>
                    <a:pt x="94288" y="485694"/>
                    <a:pt x="93346" y="479365"/>
                  </a:cubicBezTo>
                  <a:cubicBezTo>
                    <a:pt x="92404" y="473035"/>
                    <a:pt x="92404" y="471238"/>
                    <a:pt x="95142" y="465849"/>
                  </a:cubicBezTo>
                  <a:cubicBezTo>
                    <a:pt x="96596" y="462941"/>
                    <a:pt x="98734" y="458151"/>
                    <a:pt x="100361" y="454387"/>
                  </a:cubicBezTo>
                  <a:cubicBezTo>
                    <a:pt x="99248" y="454216"/>
                    <a:pt x="97966" y="454045"/>
                    <a:pt x="96341" y="453617"/>
                  </a:cubicBezTo>
                  <a:cubicBezTo>
                    <a:pt x="85903" y="450880"/>
                    <a:pt x="18756" y="429666"/>
                    <a:pt x="15247" y="427100"/>
                  </a:cubicBezTo>
                  <a:cubicBezTo>
                    <a:pt x="13109" y="425560"/>
                    <a:pt x="11741" y="423079"/>
                    <a:pt x="10887" y="420941"/>
                  </a:cubicBezTo>
                  <a:cubicBezTo>
                    <a:pt x="7807" y="420770"/>
                    <a:pt x="6779" y="420513"/>
                    <a:pt x="6779" y="420513"/>
                  </a:cubicBezTo>
                  <a:cubicBezTo>
                    <a:pt x="6779" y="420513"/>
                    <a:pt x="-1347" y="376375"/>
                    <a:pt x="194" y="371841"/>
                  </a:cubicBezTo>
                  <a:cubicBezTo>
                    <a:pt x="1648" y="367308"/>
                    <a:pt x="3530" y="370900"/>
                    <a:pt x="4726" y="358925"/>
                  </a:cubicBezTo>
                  <a:cubicBezTo>
                    <a:pt x="5925" y="346950"/>
                    <a:pt x="8663" y="346008"/>
                    <a:pt x="9174" y="337284"/>
                  </a:cubicBezTo>
                  <a:cubicBezTo>
                    <a:pt x="9774" y="328558"/>
                    <a:pt x="11570" y="325565"/>
                    <a:pt x="11570" y="325565"/>
                  </a:cubicBezTo>
                  <a:cubicBezTo>
                    <a:pt x="11570" y="325565"/>
                    <a:pt x="12769" y="315043"/>
                    <a:pt x="15504" y="311792"/>
                  </a:cubicBezTo>
                  <a:cubicBezTo>
                    <a:pt x="18157" y="308457"/>
                    <a:pt x="20894" y="309996"/>
                    <a:pt x="22091" y="303667"/>
                  </a:cubicBezTo>
                  <a:cubicBezTo>
                    <a:pt x="23290" y="297337"/>
                    <a:pt x="25428" y="299475"/>
                    <a:pt x="24829" y="289210"/>
                  </a:cubicBezTo>
                  <a:cubicBezTo>
                    <a:pt x="24229" y="279031"/>
                    <a:pt x="24229" y="278432"/>
                    <a:pt x="24829" y="270306"/>
                  </a:cubicBezTo>
                  <a:cubicBezTo>
                    <a:pt x="25428" y="262180"/>
                    <a:pt x="27567" y="261923"/>
                    <a:pt x="26625" y="257988"/>
                  </a:cubicBezTo>
                  <a:cubicBezTo>
                    <a:pt x="25771" y="254053"/>
                    <a:pt x="23290" y="251060"/>
                    <a:pt x="23033" y="248408"/>
                  </a:cubicBezTo>
                  <a:cubicBezTo>
                    <a:pt x="22776" y="245756"/>
                    <a:pt x="29363" y="234037"/>
                    <a:pt x="32015" y="230958"/>
                  </a:cubicBezTo>
                  <a:cubicBezTo>
                    <a:pt x="34751" y="227964"/>
                    <a:pt x="35864" y="228819"/>
                    <a:pt x="35607" y="222575"/>
                  </a:cubicBezTo>
                  <a:cubicBezTo>
                    <a:pt x="35350" y="216245"/>
                    <a:pt x="42194" y="206323"/>
                    <a:pt x="45786" y="200335"/>
                  </a:cubicBezTo>
                  <a:cubicBezTo>
                    <a:pt x="49380" y="194347"/>
                    <a:pt x="52972" y="193748"/>
                    <a:pt x="56906" y="189215"/>
                  </a:cubicBezTo>
                  <a:cubicBezTo>
                    <a:pt x="60841" y="184681"/>
                    <a:pt x="59901" y="186220"/>
                    <a:pt x="66828" y="182628"/>
                  </a:cubicBezTo>
                  <a:cubicBezTo>
                    <a:pt x="73757" y="179035"/>
                    <a:pt x="84878" y="175443"/>
                    <a:pt x="90523" y="174502"/>
                  </a:cubicBezTo>
                  <a:cubicBezTo>
                    <a:pt x="91293" y="174416"/>
                    <a:pt x="93774" y="173988"/>
                    <a:pt x="97623" y="173475"/>
                  </a:cubicBezTo>
                  <a:cubicBezTo>
                    <a:pt x="97880" y="170738"/>
                    <a:pt x="97794" y="168599"/>
                    <a:pt x="97709" y="167573"/>
                  </a:cubicBezTo>
                  <a:cubicBezTo>
                    <a:pt x="97109" y="160045"/>
                    <a:pt x="96767" y="152261"/>
                    <a:pt x="95913" y="136009"/>
                  </a:cubicBezTo>
                  <a:cubicBezTo>
                    <a:pt x="95056" y="119757"/>
                    <a:pt x="95913" y="62103"/>
                    <a:pt x="100447" y="48588"/>
                  </a:cubicBezTo>
                  <a:cubicBezTo>
                    <a:pt x="104980" y="35072"/>
                    <a:pt x="113960" y="6245"/>
                    <a:pt x="159896" y="856"/>
                  </a:cubicBezTo>
                  <a:cubicBezTo>
                    <a:pt x="205830" y="-4533"/>
                    <a:pt x="229267" y="17024"/>
                    <a:pt x="236454" y="23353"/>
                  </a:cubicBezTo>
                  <a:cubicBezTo>
                    <a:pt x="243640" y="29683"/>
                    <a:pt x="248173" y="54917"/>
                    <a:pt x="249969" y="63044"/>
                  </a:cubicBezTo>
                  <a:cubicBezTo>
                    <a:pt x="251765" y="71170"/>
                    <a:pt x="257153" y="77500"/>
                    <a:pt x="258095" y="95463"/>
                  </a:cubicBezTo>
                  <a:cubicBezTo>
                    <a:pt x="259035" y="113512"/>
                    <a:pt x="251765" y="133271"/>
                    <a:pt x="251765" y="133271"/>
                  </a:cubicBezTo>
                  <a:cubicBezTo>
                    <a:pt x="255357" y="140457"/>
                    <a:pt x="263483" y="186477"/>
                    <a:pt x="263483" y="186477"/>
                  </a:cubicBezTo>
                  <a:cubicBezTo>
                    <a:pt x="262372" y="185878"/>
                    <a:pt x="261004" y="185280"/>
                    <a:pt x="259378" y="184681"/>
                  </a:cubicBezTo>
                  <a:cubicBezTo>
                    <a:pt x="264596" y="189043"/>
                    <a:pt x="270327" y="194347"/>
                    <a:pt x="276657" y="200933"/>
                  </a:cubicBezTo>
                  <a:cubicBezTo>
                    <a:pt x="276657" y="200933"/>
                    <a:pt x="286238" y="209316"/>
                    <a:pt x="293508" y="214705"/>
                  </a:cubicBezTo>
                  <a:cubicBezTo>
                    <a:pt x="300694" y="220094"/>
                    <a:pt x="311558" y="237544"/>
                    <a:pt x="314552" y="247125"/>
                  </a:cubicBezTo>
                  <a:cubicBezTo>
                    <a:pt x="317545" y="256705"/>
                    <a:pt x="322336" y="264575"/>
                    <a:pt x="322336" y="280742"/>
                  </a:cubicBezTo>
                  <a:cubicBezTo>
                    <a:pt x="322336" y="296909"/>
                    <a:pt x="324132" y="309569"/>
                    <a:pt x="322336" y="330012"/>
                  </a:cubicBezTo>
                  <a:cubicBezTo>
                    <a:pt x="320540" y="350456"/>
                    <a:pt x="327126" y="349858"/>
                    <a:pt x="323532" y="361234"/>
                  </a:cubicBezTo>
                  <a:cubicBezTo>
                    <a:pt x="319940" y="372697"/>
                    <a:pt x="318144" y="374493"/>
                    <a:pt x="319940" y="379283"/>
                  </a:cubicBezTo>
                  <a:cubicBezTo>
                    <a:pt x="319940" y="379283"/>
                    <a:pt x="328066" y="394937"/>
                    <a:pt x="326527" y="399128"/>
                  </a:cubicBezTo>
                  <a:cubicBezTo>
                    <a:pt x="324988" y="403320"/>
                    <a:pt x="324388" y="408110"/>
                    <a:pt x="325671" y="410847"/>
                  </a:cubicBezTo>
                  <a:cubicBezTo>
                    <a:pt x="326869" y="413585"/>
                    <a:pt x="329265" y="412644"/>
                    <a:pt x="326270" y="418375"/>
                  </a:cubicBezTo>
                  <a:lnTo>
                    <a:pt x="326270" y="418375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D81D6814-8802-FE42-CF07-0E5E86D8030D}"/>
                </a:ext>
              </a:extLst>
            </p:cNvPr>
            <p:cNvSpPr/>
            <p:nvPr/>
          </p:nvSpPr>
          <p:spPr>
            <a:xfrm>
              <a:off x="14032345" y="3730911"/>
              <a:ext cx="839826" cy="1635485"/>
            </a:xfrm>
            <a:custGeom>
              <a:avLst/>
              <a:gdLst>
                <a:gd name="connsiteX0" fmla="*/ 72452 w 839826"/>
                <a:gd name="connsiteY0" fmla="*/ 1051719 h 1635485"/>
                <a:gd name="connsiteX1" fmla="*/ 72452 w 839826"/>
                <a:gd name="connsiteY1" fmla="*/ 1051719 h 1635485"/>
                <a:gd name="connsiteX2" fmla="*/ 58936 w 839826"/>
                <a:gd name="connsiteY2" fmla="*/ 1122716 h 1635485"/>
                <a:gd name="connsiteX3" fmla="*/ 58679 w 839826"/>
                <a:gd name="connsiteY3" fmla="*/ 1122716 h 1635485"/>
                <a:gd name="connsiteX4" fmla="*/ 53377 w 839826"/>
                <a:gd name="connsiteY4" fmla="*/ 1123914 h 1635485"/>
                <a:gd name="connsiteX5" fmla="*/ 52520 w 839826"/>
                <a:gd name="connsiteY5" fmla="*/ 1124256 h 1635485"/>
                <a:gd name="connsiteX6" fmla="*/ 52777 w 839826"/>
                <a:gd name="connsiteY6" fmla="*/ 1124256 h 1635485"/>
                <a:gd name="connsiteX7" fmla="*/ 52948 w 839826"/>
                <a:gd name="connsiteY7" fmla="*/ 1127592 h 1635485"/>
                <a:gd name="connsiteX8" fmla="*/ 59193 w 839826"/>
                <a:gd name="connsiteY8" fmla="*/ 1127935 h 1635485"/>
                <a:gd name="connsiteX9" fmla="*/ 58936 w 839826"/>
                <a:gd name="connsiteY9" fmla="*/ 1122802 h 1635485"/>
                <a:gd name="connsiteX10" fmla="*/ 58936 w 839826"/>
                <a:gd name="connsiteY10" fmla="*/ 1122802 h 1635485"/>
                <a:gd name="connsiteX11" fmla="*/ 479704 w 839826"/>
                <a:gd name="connsiteY11" fmla="*/ 57236 h 1635485"/>
                <a:gd name="connsiteX12" fmla="*/ 481074 w 839826"/>
                <a:gd name="connsiteY12" fmla="*/ 59460 h 1635485"/>
                <a:gd name="connsiteX13" fmla="*/ 618194 w 839826"/>
                <a:gd name="connsiteY13" fmla="*/ 78279 h 1635485"/>
                <a:gd name="connsiteX14" fmla="*/ 734270 w 839826"/>
                <a:gd name="connsiteY14" fmla="*/ 143888 h 1635485"/>
                <a:gd name="connsiteX15" fmla="*/ 800906 w 839826"/>
                <a:gd name="connsiteY15" fmla="*/ 217623 h 1635485"/>
                <a:gd name="connsiteX16" fmla="*/ 838801 w 839826"/>
                <a:gd name="connsiteY16" fmla="*/ 269631 h 1635485"/>
                <a:gd name="connsiteX17" fmla="*/ 839826 w 839826"/>
                <a:gd name="connsiteY17" fmla="*/ 271256 h 1635485"/>
                <a:gd name="connsiteX18" fmla="*/ 818784 w 839826"/>
                <a:gd name="connsiteY18" fmla="*/ 260564 h 1635485"/>
                <a:gd name="connsiteX19" fmla="*/ 814764 w 839826"/>
                <a:gd name="connsiteY19" fmla="*/ 260991 h 1635485"/>
                <a:gd name="connsiteX20" fmla="*/ 819638 w 839826"/>
                <a:gd name="connsiteY20" fmla="*/ 273052 h 1635485"/>
                <a:gd name="connsiteX21" fmla="*/ 812454 w 839826"/>
                <a:gd name="connsiteY21" fmla="*/ 267236 h 1635485"/>
                <a:gd name="connsiteX22" fmla="*/ 699371 w 839826"/>
                <a:gd name="connsiteY22" fmla="*/ 255602 h 1635485"/>
                <a:gd name="connsiteX23" fmla="*/ 622643 w 839826"/>
                <a:gd name="connsiteY23" fmla="*/ 265867 h 1635485"/>
                <a:gd name="connsiteX24" fmla="*/ 622643 w 839826"/>
                <a:gd name="connsiteY24" fmla="*/ 271684 h 1635485"/>
                <a:gd name="connsiteX25" fmla="*/ 618620 w 839826"/>
                <a:gd name="connsiteY25" fmla="*/ 267236 h 1635485"/>
                <a:gd name="connsiteX26" fmla="*/ 615028 w 839826"/>
                <a:gd name="connsiteY26" fmla="*/ 269032 h 1635485"/>
                <a:gd name="connsiteX27" fmla="*/ 615542 w 839826"/>
                <a:gd name="connsiteY27" fmla="*/ 273993 h 1635485"/>
                <a:gd name="connsiteX28" fmla="*/ 613746 w 839826"/>
                <a:gd name="connsiteY28" fmla="*/ 274848 h 1635485"/>
                <a:gd name="connsiteX29" fmla="*/ 610152 w 839826"/>
                <a:gd name="connsiteY29" fmla="*/ 268604 h 1635485"/>
                <a:gd name="connsiteX30" fmla="*/ 473460 w 839826"/>
                <a:gd name="connsiteY30" fmla="*/ 256543 h 1635485"/>
                <a:gd name="connsiteX31" fmla="*/ 473460 w 839826"/>
                <a:gd name="connsiteY31" fmla="*/ 520091 h 1635485"/>
                <a:gd name="connsiteX32" fmla="*/ 474830 w 839826"/>
                <a:gd name="connsiteY32" fmla="*/ 523256 h 1635485"/>
                <a:gd name="connsiteX33" fmla="*/ 478764 w 839826"/>
                <a:gd name="connsiteY33" fmla="*/ 525479 h 1635485"/>
                <a:gd name="connsiteX34" fmla="*/ 478764 w 839826"/>
                <a:gd name="connsiteY34" fmla="*/ 530355 h 1635485"/>
                <a:gd name="connsiteX35" fmla="*/ 477480 w 839826"/>
                <a:gd name="connsiteY35" fmla="*/ 530783 h 1635485"/>
                <a:gd name="connsiteX36" fmla="*/ 477480 w 839826"/>
                <a:gd name="connsiteY36" fmla="*/ 546180 h 1635485"/>
                <a:gd name="connsiteX37" fmla="*/ 484152 w 839826"/>
                <a:gd name="connsiteY37" fmla="*/ 549601 h 1635485"/>
                <a:gd name="connsiteX38" fmla="*/ 491424 w 839826"/>
                <a:gd name="connsiteY38" fmla="*/ 552424 h 1635485"/>
                <a:gd name="connsiteX39" fmla="*/ 497240 w 839826"/>
                <a:gd name="connsiteY39" fmla="*/ 554477 h 1635485"/>
                <a:gd name="connsiteX40" fmla="*/ 501260 w 839826"/>
                <a:gd name="connsiteY40" fmla="*/ 568078 h 1635485"/>
                <a:gd name="connsiteX41" fmla="*/ 503484 w 839826"/>
                <a:gd name="connsiteY41" fmla="*/ 573809 h 1635485"/>
                <a:gd name="connsiteX42" fmla="*/ 501688 w 839826"/>
                <a:gd name="connsiteY42" fmla="*/ 579626 h 1635485"/>
                <a:gd name="connsiteX43" fmla="*/ 501688 w 839826"/>
                <a:gd name="connsiteY43" fmla="*/ 587752 h 1635485"/>
                <a:gd name="connsiteX44" fmla="*/ 499721 w 839826"/>
                <a:gd name="connsiteY44" fmla="*/ 594767 h 1635485"/>
                <a:gd name="connsiteX45" fmla="*/ 498439 w 839826"/>
                <a:gd name="connsiteY45" fmla="*/ 606143 h 1635485"/>
                <a:gd name="connsiteX46" fmla="*/ 510585 w 839826"/>
                <a:gd name="connsiteY46" fmla="*/ 622139 h 1635485"/>
                <a:gd name="connsiteX47" fmla="*/ 515290 w 839826"/>
                <a:gd name="connsiteY47" fmla="*/ 625988 h 1635485"/>
                <a:gd name="connsiteX48" fmla="*/ 537189 w 839826"/>
                <a:gd name="connsiteY48" fmla="*/ 654131 h 1635485"/>
                <a:gd name="connsiteX49" fmla="*/ 537443 w 839826"/>
                <a:gd name="connsiteY49" fmla="*/ 665251 h 1635485"/>
                <a:gd name="connsiteX50" fmla="*/ 548564 w 839826"/>
                <a:gd name="connsiteY50" fmla="*/ 685609 h 1635485"/>
                <a:gd name="connsiteX51" fmla="*/ 554723 w 839826"/>
                <a:gd name="connsiteY51" fmla="*/ 701006 h 1635485"/>
                <a:gd name="connsiteX52" fmla="*/ 561138 w 839826"/>
                <a:gd name="connsiteY52" fmla="*/ 727780 h 1635485"/>
                <a:gd name="connsiteX53" fmla="*/ 566442 w 839826"/>
                <a:gd name="connsiteY53" fmla="*/ 751475 h 1635485"/>
                <a:gd name="connsiteX54" fmla="*/ 561823 w 839826"/>
                <a:gd name="connsiteY54" fmla="*/ 766444 h 1635485"/>
                <a:gd name="connsiteX55" fmla="*/ 531028 w 839826"/>
                <a:gd name="connsiteY55" fmla="*/ 780729 h 1635485"/>
                <a:gd name="connsiteX56" fmla="*/ 506822 w 839826"/>
                <a:gd name="connsiteY56" fmla="*/ 773116 h 1635485"/>
                <a:gd name="connsiteX57" fmla="*/ 482271 w 839826"/>
                <a:gd name="connsiteY57" fmla="*/ 765931 h 1635485"/>
                <a:gd name="connsiteX58" fmla="*/ 435138 w 839826"/>
                <a:gd name="connsiteY58" fmla="*/ 750705 h 1635485"/>
                <a:gd name="connsiteX59" fmla="*/ 417688 w 839826"/>
                <a:gd name="connsiteY59" fmla="*/ 742408 h 1635485"/>
                <a:gd name="connsiteX60" fmla="*/ 414182 w 839826"/>
                <a:gd name="connsiteY60" fmla="*/ 763365 h 1635485"/>
                <a:gd name="connsiteX61" fmla="*/ 419486 w 839826"/>
                <a:gd name="connsiteY61" fmla="*/ 836074 h 1635485"/>
                <a:gd name="connsiteX62" fmla="*/ 436765 w 839826"/>
                <a:gd name="connsiteY62" fmla="*/ 906986 h 1635485"/>
                <a:gd name="connsiteX63" fmla="*/ 438048 w 839826"/>
                <a:gd name="connsiteY63" fmla="*/ 911776 h 1635485"/>
                <a:gd name="connsiteX64" fmla="*/ 449339 w 839826"/>
                <a:gd name="connsiteY64" fmla="*/ 976700 h 1635485"/>
                <a:gd name="connsiteX65" fmla="*/ 458234 w 839826"/>
                <a:gd name="connsiteY65" fmla="*/ 1043421 h 1635485"/>
                <a:gd name="connsiteX66" fmla="*/ 408794 w 839826"/>
                <a:gd name="connsiteY66" fmla="*/ 1063095 h 1635485"/>
                <a:gd name="connsiteX67" fmla="*/ 396218 w 839826"/>
                <a:gd name="connsiteY67" fmla="*/ 1282932 h 1635485"/>
                <a:gd name="connsiteX68" fmla="*/ 397502 w 839826"/>
                <a:gd name="connsiteY68" fmla="*/ 1312700 h 1635485"/>
                <a:gd name="connsiteX69" fmla="*/ 396218 w 839826"/>
                <a:gd name="connsiteY69" fmla="*/ 1403799 h 1635485"/>
                <a:gd name="connsiteX70" fmla="*/ 400411 w 839826"/>
                <a:gd name="connsiteY70" fmla="*/ 1449050 h 1635485"/>
                <a:gd name="connsiteX71" fmla="*/ 399298 w 839826"/>
                <a:gd name="connsiteY71" fmla="*/ 1541945 h 1635485"/>
                <a:gd name="connsiteX72" fmla="*/ 396817 w 839826"/>
                <a:gd name="connsiteY72" fmla="*/ 1571799 h 1635485"/>
                <a:gd name="connsiteX73" fmla="*/ 397245 w 839826"/>
                <a:gd name="connsiteY73" fmla="*/ 1585656 h 1635485"/>
                <a:gd name="connsiteX74" fmla="*/ 416063 w 839826"/>
                <a:gd name="connsiteY74" fmla="*/ 1603705 h 1635485"/>
                <a:gd name="connsiteX75" fmla="*/ 434199 w 839826"/>
                <a:gd name="connsiteY75" fmla="*/ 1614568 h 1635485"/>
                <a:gd name="connsiteX76" fmla="*/ 433599 w 839826"/>
                <a:gd name="connsiteY76" fmla="*/ 1632618 h 1635485"/>
                <a:gd name="connsiteX77" fmla="*/ 384585 w 839826"/>
                <a:gd name="connsiteY77" fmla="*/ 1632618 h 1635485"/>
                <a:gd name="connsiteX78" fmla="*/ 383472 w 839826"/>
                <a:gd name="connsiteY78" fmla="*/ 1635013 h 1635485"/>
                <a:gd name="connsiteX79" fmla="*/ 321201 w 839826"/>
                <a:gd name="connsiteY79" fmla="*/ 1631420 h 1635485"/>
                <a:gd name="connsiteX80" fmla="*/ 320602 w 839826"/>
                <a:gd name="connsiteY80" fmla="*/ 1599685 h 1635485"/>
                <a:gd name="connsiteX81" fmla="*/ 311706 w 839826"/>
                <a:gd name="connsiteY81" fmla="*/ 1577787 h 1635485"/>
                <a:gd name="connsiteX82" fmla="*/ 306401 w 839826"/>
                <a:gd name="connsiteY82" fmla="*/ 1511066 h 1635485"/>
                <a:gd name="connsiteX83" fmla="*/ 300927 w 839826"/>
                <a:gd name="connsiteY83" fmla="*/ 1441950 h 1635485"/>
                <a:gd name="connsiteX84" fmla="*/ 299816 w 839826"/>
                <a:gd name="connsiteY84" fmla="*/ 1368129 h 1635485"/>
                <a:gd name="connsiteX85" fmla="*/ 305119 w 839826"/>
                <a:gd name="connsiteY85" fmla="*/ 1338362 h 1635485"/>
                <a:gd name="connsiteX86" fmla="*/ 296222 w 839826"/>
                <a:gd name="connsiteY86" fmla="*/ 1322280 h 1635485"/>
                <a:gd name="connsiteX87" fmla="*/ 289636 w 839826"/>
                <a:gd name="connsiteY87" fmla="*/ 1249058 h 1635485"/>
                <a:gd name="connsiteX88" fmla="*/ 286729 w 839826"/>
                <a:gd name="connsiteY88" fmla="*/ 1210309 h 1635485"/>
                <a:gd name="connsiteX89" fmla="*/ 288097 w 839826"/>
                <a:gd name="connsiteY89" fmla="*/ 1181397 h 1635485"/>
                <a:gd name="connsiteX90" fmla="*/ 286729 w 839826"/>
                <a:gd name="connsiteY90" fmla="*/ 1177547 h 1635485"/>
                <a:gd name="connsiteX91" fmla="*/ 277832 w 839826"/>
                <a:gd name="connsiteY91" fmla="*/ 1155478 h 1635485"/>
                <a:gd name="connsiteX92" fmla="*/ 271845 w 839826"/>
                <a:gd name="connsiteY92" fmla="*/ 1176948 h 1635485"/>
                <a:gd name="connsiteX93" fmla="*/ 272442 w 839826"/>
                <a:gd name="connsiteY93" fmla="*/ 1203209 h 1635485"/>
                <a:gd name="connsiteX94" fmla="*/ 265344 w 839826"/>
                <a:gd name="connsiteY94" fmla="*/ 1265140 h 1635485"/>
                <a:gd name="connsiteX95" fmla="*/ 251657 w 839826"/>
                <a:gd name="connsiteY95" fmla="*/ 1317575 h 1635485"/>
                <a:gd name="connsiteX96" fmla="*/ 243274 w 839826"/>
                <a:gd name="connsiteY96" fmla="*/ 1339645 h 1635485"/>
                <a:gd name="connsiteX97" fmla="*/ 247465 w 839826"/>
                <a:gd name="connsiteY97" fmla="*/ 1370011 h 1635485"/>
                <a:gd name="connsiteX98" fmla="*/ 249861 w 839826"/>
                <a:gd name="connsiteY98" fmla="*/ 1419453 h 1635485"/>
                <a:gd name="connsiteX99" fmla="*/ 248065 w 839826"/>
                <a:gd name="connsiteY99" fmla="*/ 1446227 h 1635485"/>
                <a:gd name="connsiteX100" fmla="*/ 246269 w 839826"/>
                <a:gd name="connsiteY100" fmla="*/ 1472402 h 1635485"/>
                <a:gd name="connsiteX101" fmla="*/ 248065 w 839826"/>
                <a:gd name="connsiteY101" fmla="*/ 1499775 h 1635485"/>
                <a:gd name="connsiteX102" fmla="*/ 250460 w 839826"/>
                <a:gd name="connsiteY102" fmla="*/ 1540235 h 1635485"/>
                <a:gd name="connsiteX103" fmla="*/ 247551 w 839826"/>
                <a:gd name="connsiteY103" fmla="*/ 1607554 h 1635485"/>
                <a:gd name="connsiteX104" fmla="*/ 240450 w 839826"/>
                <a:gd name="connsiteY104" fmla="*/ 1606956 h 1635485"/>
                <a:gd name="connsiteX105" fmla="*/ 239853 w 839826"/>
                <a:gd name="connsiteY105" fmla="*/ 1631163 h 1635485"/>
                <a:gd name="connsiteX106" fmla="*/ 177751 w 839826"/>
                <a:gd name="connsiteY106" fmla="*/ 1634756 h 1635485"/>
                <a:gd name="connsiteX107" fmla="*/ 176467 w 839826"/>
                <a:gd name="connsiteY107" fmla="*/ 1632361 h 1635485"/>
                <a:gd name="connsiteX108" fmla="*/ 127539 w 839826"/>
                <a:gd name="connsiteY108" fmla="*/ 1632361 h 1635485"/>
                <a:gd name="connsiteX109" fmla="*/ 126854 w 839826"/>
                <a:gd name="connsiteY109" fmla="*/ 1614312 h 1635485"/>
                <a:gd name="connsiteX110" fmla="*/ 145075 w 839826"/>
                <a:gd name="connsiteY110" fmla="*/ 1603534 h 1635485"/>
                <a:gd name="connsiteX111" fmla="*/ 163893 w 839826"/>
                <a:gd name="connsiteY111" fmla="*/ 1585485 h 1635485"/>
                <a:gd name="connsiteX112" fmla="*/ 164321 w 839826"/>
                <a:gd name="connsiteY112" fmla="*/ 1564442 h 1635485"/>
                <a:gd name="connsiteX113" fmla="*/ 162097 w 839826"/>
                <a:gd name="connsiteY113" fmla="*/ 1537498 h 1635485"/>
                <a:gd name="connsiteX114" fmla="*/ 158334 w 839826"/>
                <a:gd name="connsiteY114" fmla="*/ 1515685 h 1635485"/>
                <a:gd name="connsiteX115" fmla="*/ 156110 w 839826"/>
                <a:gd name="connsiteY115" fmla="*/ 1468296 h 1635485"/>
                <a:gd name="connsiteX116" fmla="*/ 153286 w 839826"/>
                <a:gd name="connsiteY116" fmla="*/ 1361030 h 1635485"/>
                <a:gd name="connsiteX117" fmla="*/ 152687 w 839826"/>
                <a:gd name="connsiteY117" fmla="*/ 1278227 h 1635485"/>
                <a:gd name="connsiteX118" fmla="*/ 147984 w 839826"/>
                <a:gd name="connsiteY118" fmla="*/ 1194826 h 1635485"/>
                <a:gd name="connsiteX119" fmla="*/ 140198 w 839826"/>
                <a:gd name="connsiteY119" fmla="*/ 1121006 h 1635485"/>
                <a:gd name="connsiteX120" fmla="*/ 139685 w 839826"/>
                <a:gd name="connsiteY120" fmla="*/ 1095344 h 1635485"/>
                <a:gd name="connsiteX121" fmla="*/ 76301 w 839826"/>
                <a:gd name="connsiteY121" fmla="*/ 1085335 h 1635485"/>
                <a:gd name="connsiteX122" fmla="*/ 71424 w 839826"/>
                <a:gd name="connsiteY122" fmla="*/ 1091323 h 1635485"/>
                <a:gd name="connsiteX123" fmla="*/ 70142 w 839826"/>
                <a:gd name="connsiteY123" fmla="*/ 1096798 h 1635485"/>
                <a:gd name="connsiteX124" fmla="*/ 72195 w 839826"/>
                <a:gd name="connsiteY124" fmla="*/ 1106720 h 1635485"/>
                <a:gd name="connsiteX125" fmla="*/ 66890 w 839826"/>
                <a:gd name="connsiteY125" fmla="*/ 1113735 h 1635485"/>
                <a:gd name="connsiteX126" fmla="*/ 65951 w 839826"/>
                <a:gd name="connsiteY126" fmla="*/ 1117584 h 1635485"/>
                <a:gd name="connsiteX127" fmla="*/ 65694 w 839826"/>
                <a:gd name="connsiteY127" fmla="*/ 1118012 h 1635485"/>
                <a:gd name="connsiteX128" fmla="*/ 66379 w 839826"/>
                <a:gd name="connsiteY128" fmla="*/ 1127849 h 1635485"/>
                <a:gd name="connsiteX129" fmla="*/ 67661 w 839826"/>
                <a:gd name="connsiteY129" fmla="*/ 1130329 h 1635485"/>
                <a:gd name="connsiteX130" fmla="*/ 109577 w 839826"/>
                <a:gd name="connsiteY130" fmla="*/ 1140680 h 1635485"/>
                <a:gd name="connsiteX131" fmla="*/ 114194 w 839826"/>
                <a:gd name="connsiteY131" fmla="*/ 1145726 h 1635485"/>
                <a:gd name="connsiteX132" fmla="*/ 120781 w 839826"/>
                <a:gd name="connsiteY132" fmla="*/ 1349738 h 1635485"/>
                <a:gd name="connsiteX133" fmla="*/ 117446 w 839826"/>
                <a:gd name="connsiteY133" fmla="*/ 1355811 h 1635485"/>
                <a:gd name="connsiteX134" fmla="*/ 113425 w 839826"/>
                <a:gd name="connsiteY134" fmla="*/ 1356410 h 1635485"/>
                <a:gd name="connsiteX135" fmla="*/ 110516 w 839826"/>
                <a:gd name="connsiteY135" fmla="*/ 1358891 h 1635485"/>
                <a:gd name="connsiteX136" fmla="*/ 107353 w 839826"/>
                <a:gd name="connsiteY136" fmla="*/ 1356410 h 1635485"/>
                <a:gd name="connsiteX137" fmla="*/ 63983 w 839826"/>
                <a:gd name="connsiteY137" fmla="*/ 1357180 h 1635485"/>
                <a:gd name="connsiteX138" fmla="*/ 60475 w 839826"/>
                <a:gd name="connsiteY138" fmla="*/ 1359918 h 1635485"/>
                <a:gd name="connsiteX139" fmla="*/ 55858 w 839826"/>
                <a:gd name="connsiteY139" fmla="*/ 1355298 h 1635485"/>
                <a:gd name="connsiteX140" fmla="*/ 15738 w 839826"/>
                <a:gd name="connsiteY140" fmla="*/ 1336565 h 1635485"/>
                <a:gd name="connsiteX141" fmla="*/ 11290 w 839826"/>
                <a:gd name="connsiteY141" fmla="*/ 1338703 h 1635485"/>
                <a:gd name="connsiteX142" fmla="*/ 6672 w 839826"/>
                <a:gd name="connsiteY142" fmla="*/ 1333058 h 1635485"/>
                <a:gd name="connsiteX143" fmla="*/ 2652 w 839826"/>
                <a:gd name="connsiteY143" fmla="*/ 1328182 h 1635485"/>
                <a:gd name="connsiteX144" fmla="*/ 0 w 839826"/>
                <a:gd name="connsiteY144" fmla="*/ 1129303 h 1635485"/>
                <a:gd name="connsiteX145" fmla="*/ 2907 w 839826"/>
                <a:gd name="connsiteY145" fmla="*/ 1127506 h 1635485"/>
                <a:gd name="connsiteX146" fmla="*/ 19332 w 839826"/>
                <a:gd name="connsiteY146" fmla="*/ 1126993 h 1635485"/>
                <a:gd name="connsiteX147" fmla="*/ 22153 w 839826"/>
                <a:gd name="connsiteY147" fmla="*/ 1125197 h 1635485"/>
                <a:gd name="connsiteX148" fmla="*/ 27886 w 839826"/>
                <a:gd name="connsiteY148" fmla="*/ 1126737 h 1635485"/>
                <a:gd name="connsiteX149" fmla="*/ 32760 w 839826"/>
                <a:gd name="connsiteY149" fmla="*/ 1127164 h 1635485"/>
                <a:gd name="connsiteX150" fmla="*/ 34473 w 839826"/>
                <a:gd name="connsiteY150" fmla="*/ 1125197 h 1635485"/>
                <a:gd name="connsiteX151" fmla="*/ 39604 w 839826"/>
                <a:gd name="connsiteY151" fmla="*/ 1124855 h 1635485"/>
                <a:gd name="connsiteX152" fmla="*/ 42684 w 839826"/>
                <a:gd name="connsiteY152" fmla="*/ 1126651 h 1635485"/>
                <a:gd name="connsiteX153" fmla="*/ 46019 w 839826"/>
                <a:gd name="connsiteY153" fmla="*/ 1127250 h 1635485"/>
                <a:gd name="connsiteX154" fmla="*/ 46019 w 839826"/>
                <a:gd name="connsiteY154" fmla="*/ 1122460 h 1635485"/>
                <a:gd name="connsiteX155" fmla="*/ 45591 w 839826"/>
                <a:gd name="connsiteY155" fmla="*/ 1122117 h 1635485"/>
                <a:gd name="connsiteX156" fmla="*/ 32334 w 839826"/>
                <a:gd name="connsiteY156" fmla="*/ 1105951 h 1635485"/>
                <a:gd name="connsiteX157" fmla="*/ 22068 w 839826"/>
                <a:gd name="connsiteY157" fmla="*/ 1095600 h 1635485"/>
                <a:gd name="connsiteX158" fmla="*/ 22496 w 839826"/>
                <a:gd name="connsiteY158" fmla="*/ 1089698 h 1635485"/>
                <a:gd name="connsiteX159" fmla="*/ 39347 w 839826"/>
                <a:gd name="connsiteY159" fmla="*/ 1061983 h 1635485"/>
                <a:gd name="connsiteX160" fmla="*/ 39946 w 839826"/>
                <a:gd name="connsiteY160" fmla="*/ 1058476 h 1635485"/>
                <a:gd name="connsiteX161" fmla="*/ 40888 w 839826"/>
                <a:gd name="connsiteY161" fmla="*/ 1058904 h 1635485"/>
                <a:gd name="connsiteX162" fmla="*/ 36012 w 839826"/>
                <a:gd name="connsiteY162" fmla="*/ 1054969 h 1635485"/>
                <a:gd name="connsiteX163" fmla="*/ 37551 w 839826"/>
                <a:gd name="connsiteY163" fmla="*/ 1044105 h 1635485"/>
                <a:gd name="connsiteX164" fmla="*/ 37551 w 839826"/>
                <a:gd name="connsiteY164" fmla="*/ 1044105 h 1635485"/>
                <a:gd name="connsiteX165" fmla="*/ 36697 w 839826"/>
                <a:gd name="connsiteY165" fmla="*/ 1042993 h 1635485"/>
                <a:gd name="connsiteX166" fmla="*/ 52263 w 839826"/>
                <a:gd name="connsiteY166" fmla="*/ 916737 h 1635485"/>
                <a:gd name="connsiteX167" fmla="*/ 62273 w 839826"/>
                <a:gd name="connsiteY167" fmla="*/ 844114 h 1635485"/>
                <a:gd name="connsiteX168" fmla="*/ 64668 w 839826"/>
                <a:gd name="connsiteY168" fmla="*/ 830428 h 1635485"/>
                <a:gd name="connsiteX169" fmla="*/ 65351 w 839826"/>
                <a:gd name="connsiteY169" fmla="*/ 807760 h 1635485"/>
                <a:gd name="connsiteX170" fmla="*/ 68260 w 839826"/>
                <a:gd name="connsiteY170" fmla="*/ 794672 h 1635485"/>
                <a:gd name="connsiteX171" fmla="*/ 74248 w 839826"/>
                <a:gd name="connsiteY171" fmla="*/ 774400 h 1635485"/>
                <a:gd name="connsiteX172" fmla="*/ 83144 w 839826"/>
                <a:gd name="connsiteY172" fmla="*/ 717259 h 1635485"/>
                <a:gd name="connsiteX173" fmla="*/ 86053 w 839826"/>
                <a:gd name="connsiteY173" fmla="*/ 676115 h 1635485"/>
                <a:gd name="connsiteX174" fmla="*/ 89132 w 839826"/>
                <a:gd name="connsiteY174" fmla="*/ 658836 h 1635485"/>
                <a:gd name="connsiteX175" fmla="*/ 173046 w 839826"/>
                <a:gd name="connsiteY175" fmla="*/ 610591 h 1635485"/>
                <a:gd name="connsiteX176" fmla="*/ 189212 w 839826"/>
                <a:gd name="connsiteY176" fmla="*/ 595108 h 1635485"/>
                <a:gd name="connsiteX177" fmla="*/ 205637 w 839826"/>
                <a:gd name="connsiteY177" fmla="*/ 587239 h 1635485"/>
                <a:gd name="connsiteX178" fmla="*/ 208459 w 839826"/>
                <a:gd name="connsiteY178" fmla="*/ 575263 h 1635485"/>
                <a:gd name="connsiteX179" fmla="*/ 215388 w 839826"/>
                <a:gd name="connsiteY179" fmla="*/ 566539 h 1635485"/>
                <a:gd name="connsiteX180" fmla="*/ 211625 w 839826"/>
                <a:gd name="connsiteY180" fmla="*/ 567651 h 1635485"/>
                <a:gd name="connsiteX181" fmla="*/ 208972 w 839826"/>
                <a:gd name="connsiteY181" fmla="*/ 551398 h 1635485"/>
                <a:gd name="connsiteX182" fmla="*/ 201872 w 839826"/>
                <a:gd name="connsiteY182" fmla="*/ 535744 h 1635485"/>
                <a:gd name="connsiteX183" fmla="*/ 199819 w 839826"/>
                <a:gd name="connsiteY183" fmla="*/ 520604 h 1635485"/>
                <a:gd name="connsiteX184" fmla="*/ 190668 w 839826"/>
                <a:gd name="connsiteY184" fmla="*/ 511451 h 1635485"/>
                <a:gd name="connsiteX185" fmla="*/ 186305 w 839826"/>
                <a:gd name="connsiteY185" fmla="*/ 486046 h 1635485"/>
                <a:gd name="connsiteX186" fmla="*/ 188358 w 839826"/>
                <a:gd name="connsiteY186" fmla="*/ 478432 h 1635485"/>
                <a:gd name="connsiteX187" fmla="*/ 187416 w 839826"/>
                <a:gd name="connsiteY187" fmla="*/ 451915 h 1635485"/>
                <a:gd name="connsiteX188" fmla="*/ 188955 w 839826"/>
                <a:gd name="connsiteY188" fmla="*/ 441137 h 1635485"/>
                <a:gd name="connsiteX189" fmla="*/ 193232 w 839826"/>
                <a:gd name="connsiteY189" fmla="*/ 429761 h 1635485"/>
                <a:gd name="connsiteX190" fmla="*/ 198708 w 839826"/>
                <a:gd name="connsiteY190" fmla="*/ 423859 h 1635485"/>
                <a:gd name="connsiteX191" fmla="*/ 205124 w 839826"/>
                <a:gd name="connsiteY191" fmla="*/ 420095 h 1635485"/>
                <a:gd name="connsiteX192" fmla="*/ 209058 w 839826"/>
                <a:gd name="connsiteY192" fmla="*/ 413594 h 1635485"/>
                <a:gd name="connsiteX193" fmla="*/ 217098 w 839826"/>
                <a:gd name="connsiteY193" fmla="*/ 407692 h 1635485"/>
                <a:gd name="connsiteX194" fmla="*/ 221375 w 839826"/>
                <a:gd name="connsiteY194" fmla="*/ 408804 h 1635485"/>
                <a:gd name="connsiteX195" fmla="*/ 228904 w 839826"/>
                <a:gd name="connsiteY195" fmla="*/ 407178 h 1635485"/>
                <a:gd name="connsiteX196" fmla="*/ 236002 w 839826"/>
                <a:gd name="connsiteY196" fmla="*/ 400164 h 1635485"/>
                <a:gd name="connsiteX197" fmla="*/ 246183 w 839826"/>
                <a:gd name="connsiteY197" fmla="*/ 400677 h 1635485"/>
                <a:gd name="connsiteX198" fmla="*/ 250460 w 839826"/>
                <a:gd name="connsiteY198" fmla="*/ 399565 h 1635485"/>
                <a:gd name="connsiteX199" fmla="*/ 255934 w 839826"/>
                <a:gd name="connsiteY199" fmla="*/ 401191 h 1635485"/>
                <a:gd name="connsiteX200" fmla="*/ 261921 w 839826"/>
                <a:gd name="connsiteY200" fmla="*/ 405553 h 1635485"/>
                <a:gd name="connsiteX201" fmla="*/ 271160 w 839826"/>
                <a:gd name="connsiteY201" fmla="*/ 408804 h 1635485"/>
                <a:gd name="connsiteX202" fmla="*/ 279799 w 839826"/>
                <a:gd name="connsiteY202" fmla="*/ 412054 h 1635485"/>
                <a:gd name="connsiteX203" fmla="*/ 285616 w 839826"/>
                <a:gd name="connsiteY203" fmla="*/ 415818 h 1635485"/>
                <a:gd name="connsiteX204" fmla="*/ 293827 w 839826"/>
                <a:gd name="connsiteY204" fmla="*/ 422832 h 1635485"/>
                <a:gd name="connsiteX205" fmla="*/ 301356 w 839826"/>
                <a:gd name="connsiteY205" fmla="*/ 435235 h 1635485"/>
                <a:gd name="connsiteX206" fmla="*/ 307343 w 839826"/>
                <a:gd name="connsiteY206" fmla="*/ 441223 h 1635485"/>
                <a:gd name="connsiteX207" fmla="*/ 309995 w 839826"/>
                <a:gd name="connsiteY207" fmla="*/ 449863 h 1635485"/>
                <a:gd name="connsiteX208" fmla="*/ 307343 w 839826"/>
                <a:gd name="connsiteY208" fmla="*/ 458502 h 1635485"/>
                <a:gd name="connsiteX209" fmla="*/ 307343 w 839826"/>
                <a:gd name="connsiteY209" fmla="*/ 468254 h 1635485"/>
                <a:gd name="connsiteX210" fmla="*/ 303408 w 839826"/>
                <a:gd name="connsiteY210" fmla="*/ 475781 h 1635485"/>
                <a:gd name="connsiteX211" fmla="*/ 301356 w 839826"/>
                <a:gd name="connsiteY211" fmla="*/ 483907 h 1635485"/>
                <a:gd name="connsiteX212" fmla="*/ 304519 w 839826"/>
                <a:gd name="connsiteY212" fmla="*/ 488184 h 1635485"/>
                <a:gd name="connsiteX213" fmla="*/ 301869 w 839826"/>
                <a:gd name="connsiteY213" fmla="*/ 506062 h 1635485"/>
                <a:gd name="connsiteX214" fmla="*/ 296394 w 839826"/>
                <a:gd name="connsiteY214" fmla="*/ 520091 h 1635485"/>
                <a:gd name="connsiteX215" fmla="*/ 289807 w 839826"/>
                <a:gd name="connsiteY215" fmla="*/ 522742 h 1635485"/>
                <a:gd name="connsiteX216" fmla="*/ 288268 w 839826"/>
                <a:gd name="connsiteY216" fmla="*/ 538396 h 1635485"/>
                <a:gd name="connsiteX217" fmla="*/ 287155 w 839826"/>
                <a:gd name="connsiteY217" fmla="*/ 555162 h 1635485"/>
                <a:gd name="connsiteX218" fmla="*/ 287583 w 839826"/>
                <a:gd name="connsiteY218" fmla="*/ 560978 h 1635485"/>
                <a:gd name="connsiteX219" fmla="*/ 289807 w 839826"/>
                <a:gd name="connsiteY219" fmla="*/ 562689 h 1635485"/>
                <a:gd name="connsiteX220" fmla="*/ 294255 w 839826"/>
                <a:gd name="connsiteY220" fmla="*/ 574066 h 1635485"/>
                <a:gd name="connsiteX221" fmla="*/ 298618 w 839826"/>
                <a:gd name="connsiteY221" fmla="*/ 578257 h 1635485"/>
                <a:gd name="connsiteX222" fmla="*/ 315298 w 839826"/>
                <a:gd name="connsiteY222" fmla="*/ 593141 h 1635485"/>
                <a:gd name="connsiteX223" fmla="*/ 403489 w 839826"/>
                <a:gd name="connsiteY223" fmla="*/ 607426 h 1635485"/>
                <a:gd name="connsiteX224" fmla="*/ 415295 w 839826"/>
                <a:gd name="connsiteY224" fmla="*/ 615809 h 1635485"/>
                <a:gd name="connsiteX225" fmla="*/ 423078 w 839826"/>
                <a:gd name="connsiteY225" fmla="*/ 625304 h 1635485"/>
                <a:gd name="connsiteX226" fmla="*/ 440357 w 839826"/>
                <a:gd name="connsiteY226" fmla="*/ 646176 h 1635485"/>
                <a:gd name="connsiteX227" fmla="*/ 446345 w 839826"/>
                <a:gd name="connsiteY227" fmla="*/ 655671 h 1635485"/>
                <a:gd name="connsiteX228" fmla="*/ 464223 w 839826"/>
                <a:gd name="connsiteY228" fmla="*/ 666363 h 1635485"/>
                <a:gd name="connsiteX229" fmla="*/ 471322 w 839826"/>
                <a:gd name="connsiteY229" fmla="*/ 674660 h 1635485"/>
                <a:gd name="connsiteX230" fmla="*/ 482613 w 839826"/>
                <a:gd name="connsiteY230" fmla="*/ 679450 h 1635485"/>
                <a:gd name="connsiteX231" fmla="*/ 480218 w 839826"/>
                <a:gd name="connsiteY231" fmla="*/ 660974 h 1635485"/>
                <a:gd name="connsiteX232" fmla="*/ 476712 w 839826"/>
                <a:gd name="connsiteY232" fmla="*/ 652506 h 1635485"/>
                <a:gd name="connsiteX233" fmla="*/ 471407 w 839826"/>
                <a:gd name="connsiteY233" fmla="*/ 645491 h 1635485"/>
                <a:gd name="connsiteX234" fmla="*/ 466959 w 839826"/>
                <a:gd name="connsiteY234" fmla="*/ 631634 h 1635485"/>
                <a:gd name="connsiteX235" fmla="*/ 466704 w 839826"/>
                <a:gd name="connsiteY235" fmla="*/ 621797 h 1635485"/>
                <a:gd name="connsiteX236" fmla="*/ 462085 w 839826"/>
                <a:gd name="connsiteY236" fmla="*/ 620001 h 1635485"/>
                <a:gd name="connsiteX237" fmla="*/ 460289 w 839826"/>
                <a:gd name="connsiteY237" fmla="*/ 603406 h 1635485"/>
                <a:gd name="connsiteX238" fmla="*/ 451649 w 839826"/>
                <a:gd name="connsiteY238" fmla="*/ 592457 h 1635485"/>
                <a:gd name="connsiteX239" fmla="*/ 452589 w 839826"/>
                <a:gd name="connsiteY239" fmla="*/ 584416 h 1635485"/>
                <a:gd name="connsiteX240" fmla="*/ 449083 w 839826"/>
                <a:gd name="connsiteY240" fmla="*/ 578086 h 1635485"/>
                <a:gd name="connsiteX241" fmla="*/ 451904 w 839826"/>
                <a:gd name="connsiteY241" fmla="*/ 572612 h 1635485"/>
                <a:gd name="connsiteX242" fmla="*/ 450108 w 839826"/>
                <a:gd name="connsiteY242" fmla="*/ 568078 h 1635485"/>
                <a:gd name="connsiteX243" fmla="*/ 450964 w 839826"/>
                <a:gd name="connsiteY243" fmla="*/ 562347 h 1635485"/>
                <a:gd name="connsiteX244" fmla="*/ 446944 w 839826"/>
                <a:gd name="connsiteY244" fmla="*/ 551484 h 1635485"/>
                <a:gd name="connsiteX245" fmla="*/ 453359 w 839826"/>
                <a:gd name="connsiteY245" fmla="*/ 547121 h 1635485"/>
                <a:gd name="connsiteX246" fmla="*/ 458833 w 839826"/>
                <a:gd name="connsiteY246" fmla="*/ 550371 h 1635485"/>
                <a:gd name="connsiteX247" fmla="*/ 460886 w 839826"/>
                <a:gd name="connsiteY247" fmla="*/ 552596 h 1635485"/>
                <a:gd name="connsiteX248" fmla="*/ 461742 w 839826"/>
                <a:gd name="connsiteY248" fmla="*/ 530270 h 1635485"/>
                <a:gd name="connsiteX249" fmla="*/ 460032 w 839826"/>
                <a:gd name="connsiteY249" fmla="*/ 529756 h 1635485"/>
                <a:gd name="connsiteX250" fmla="*/ 460289 w 839826"/>
                <a:gd name="connsiteY250" fmla="*/ 524881 h 1635485"/>
                <a:gd name="connsiteX251" fmla="*/ 462511 w 839826"/>
                <a:gd name="connsiteY251" fmla="*/ 523598 h 1635485"/>
                <a:gd name="connsiteX252" fmla="*/ 464735 w 839826"/>
                <a:gd name="connsiteY252" fmla="*/ 520005 h 1635485"/>
                <a:gd name="connsiteX253" fmla="*/ 464735 w 839826"/>
                <a:gd name="connsiteY253" fmla="*/ 256030 h 1635485"/>
                <a:gd name="connsiteX254" fmla="*/ 333947 w 839826"/>
                <a:gd name="connsiteY254" fmla="*/ 267150 h 1635485"/>
                <a:gd name="connsiteX255" fmla="*/ 331123 w 839826"/>
                <a:gd name="connsiteY255" fmla="*/ 273394 h 1635485"/>
                <a:gd name="connsiteX256" fmla="*/ 330695 w 839826"/>
                <a:gd name="connsiteY256" fmla="*/ 266722 h 1635485"/>
                <a:gd name="connsiteX257" fmla="*/ 314700 w 839826"/>
                <a:gd name="connsiteY257" fmla="*/ 260478 h 1635485"/>
                <a:gd name="connsiteX258" fmla="*/ 303580 w 839826"/>
                <a:gd name="connsiteY258" fmla="*/ 268519 h 1635485"/>
                <a:gd name="connsiteX259" fmla="*/ 302638 w 839826"/>
                <a:gd name="connsiteY259" fmla="*/ 260906 h 1635485"/>
                <a:gd name="connsiteX260" fmla="*/ 278517 w 839826"/>
                <a:gd name="connsiteY260" fmla="*/ 253720 h 1635485"/>
                <a:gd name="connsiteX261" fmla="*/ 161926 w 839826"/>
                <a:gd name="connsiteY261" fmla="*/ 252352 h 1635485"/>
                <a:gd name="connsiteX262" fmla="*/ 130705 w 839826"/>
                <a:gd name="connsiteY262" fmla="*/ 259965 h 1635485"/>
                <a:gd name="connsiteX263" fmla="*/ 125828 w 839826"/>
                <a:gd name="connsiteY263" fmla="*/ 265354 h 1635485"/>
                <a:gd name="connsiteX264" fmla="*/ 127111 w 839826"/>
                <a:gd name="connsiteY264" fmla="*/ 256885 h 1635485"/>
                <a:gd name="connsiteX265" fmla="*/ 105214 w 839826"/>
                <a:gd name="connsiteY265" fmla="*/ 260478 h 1635485"/>
                <a:gd name="connsiteX266" fmla="*/ 100766 w 839826"/>
                <a:gd name="connsiteY266" fmla="*/ 266722 h 1635485"/>
                <a:gd name="connsiteX267" fmla="*/ 98968 w 839826"/>
                <a:gd name="connsiteY267" fmla="*/ 265354 h 1635485"/>
                <a:gd name="connsiteX268" fmla="*/ 134211 w 839826"/>
                <a:gd name="connsiteY268" fmla="*/ 218051 h 1635485"/>
                <a:gd name="connsiteX269" fmla="*/ 257132 w 839826"/>
                <a:gd name="connsiteY269" fmla="*/ 103684 h 1635485"/>
                <a:gd name="connsiteX270" fmla="*/ 459004 w 839826"/>
                <a:gd name="connsiteY270" fmla="*/ 59888 h 1635485"/>
                <a:gd name="connsiteX271" fmla="*/ 460800 w 839826"/>
                <a:gd name="connsiteY271" fmla="*/ 57664 h 1635485"/>
                <a:gd name="connsiteX272" fmla="*/ 462596 w 839826"/>
                <a:gd name="connsiteY272" fmla="*/ 57236 h 1635485"/>
                <a:gd name="connsiteX273" fmla="*/ 466190 w 839826"/>
                <a:gd name="connsiteY273" fmla="*/ 52275 h 1635485"/>
                <a:gd name="connsiteX274" fmla="*/ 470211 w 839826"/>
                <a:gd name="connsiteY274" fmla="*/ 10 h 1635485"/>
                <a:gd name="connsiteX275" fmla="*/ 473289 w 839826"/>
                <a:gd name="connsiteY275" fmla="*/ 52275 h 1635485"/>
                <a:gd name="connsiteX276" fmla="*/ 475941 w 839826"/>
                <a:gd name="connsiteY276" fmla="*/ 56723 h 1635485"/>
                <a:gd name="connsiteX277" fmla="*/ 479535 w 839826"/>
                <a:gd name="connsiteY277" fmla="*/ 57151 h 1635485"/>
                <a:gd name="connsiteX278" fmla="*/ 479535 w 839826"/>
                <a:gd name="connsiteY278" fmla="*/ 57151 h 163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</a:cxnLst>
              <a:rect l="l" t="t" r="r" b="b"/>
              <a:pathLst>
                <a:path w="839826" h="1635485">
                  <a:moveTo>
                    <a:pt x="72452" y="1051719"/>
                  </a:moveTo>
                  <a:lnTo>
                    <a:pt x="72452" y="1051719"/>
                  </a:lnTo>
                  <a:close/>
                  <a:moveTo>
                    <a:pt x="58936" y="1122716"/>
                  </a:moveTo>
                  <a:lnTo>
                    <a:pt x="58679" y="1122716"/>
                  </a:lnTo>
                  <a:cubicBezTo>
                    <a:pt x="55858" y="1122203"/>
                    <a:pt x="55344" y="1122973"/>
                    <a:pt x="53377" y="1123914"/>
                  </a:cubicBezTo>
                  <a:lnTo>
                    <a:pt x="52520" y="1124256"/>
                  </a:lnTo>
                  <a:lnTo>
                    <a:pt x="52777" y="1124256"/>
                  </a:lnTo>
                  <a:cubicBezTo>
                    <a:pt x="52777" y="1124256"/>
                    <a:pt x="52948" y="1127592"/>
                    <a:pt x="52948" y="1127592"/>
                  </a:cubicBezTo>
                  <a:lnTo>
                    <a:pt x="59193" y="1127935"/>
                  </a:lnTo>
                  <a:lnTo>
                    <a:pt x="58936" y="1122802"/>
                  </a:lnTo>
                  <a:lnTo>
                    <a:pt x="58936" y="1122802"/>
                  </a:lnTo>
                  <a:close/>
                  <a:moveTo>
                    <a:pt x="479704" y="57236"/>
                  </a:moveTo>
                  <a:lnTo>
                    <a:pt x="481074" y="59460"/>
                  </a:lnTo>
                  <a:cubicBezTo>
                    <a:pt x="481074" y="59460"/>
                    <a:pt x="558231" y="61855"/>
                    <a:pt x="618194" y="78279"/>
                  </a:cubicBezTo>
                  <a:cubicBezTo>
                    <a:pt x="677986" y="94702"/>
                    <a:pt x="709293" y="124641"/>
                    <a:pt x="734270" y="143888"/>
                  </a:cubicBezTo>
                  <a:cubicBezTo>
                    <a:pt x="759335" y="163134"/>
                    <a:pt x="786621" y="198804"/>
                    <a:pt x="800906" y="217623"/>
                  </a:cubicBezTo>
                  <a:cubicBezTo>
                    <a:pt x="814165" y="235073"/>
                    <a:pt x="833240" y="260991"/>
                    <a:pt x="838801" y="269631"/>
                  </a:cubicBezTo>
                  <a:lnTo>
                    <a:pt x="839826" y="271256"/>
                  </a:lnTo>
                  <a:cubicBezTo>
                    <a:pt x="839826" y="271256"/>
                    <a:pt x="828192" y="261932"/>
                    <a:pt x="818784" y="260564"/>
                  </a:cubicBezTo>
                  <a:cubicBezTo>
                    <a:pt x="818784" y="260564"/>
                    <a:pt x="814336" y="258339"/>
                    <a:pt x="814764" y="260991"/>
                  </a:cubicBezTo>
                  <a:cubicBezTo>
                    <a:pt x="815192" y="263643"/>
                    <a:pt x="819638" y="273052"/>
                    <a:pt x="819638" y="273052"/>
                  </a:cubicBezTo>
                  <a:cubicBezTo>
                    <a:pt x="819638" y="273052"/>
                    <a:pt x="814250" y="268604"/>
                    <a:pt x="812454" y="267236"/>
                  </a:cubicBezTo>
                  <a:cubicBezTo>
                    <a:pt x="810658" y="265953"/>
                    <a:pt x="767375" y="252095"/>
                    <a:pt x="699371" y="255602"/>
                  </a:cubicBezTo>
                  <a:cubicBezTo>
                    <a:pt x="631537" y="259195"/>
                    <a:pt x="624867" y="264070"/>
                    <a:pt x="622643" y="265867"/>
                  </a:cubicBezTo>
                  <a:cubicBezTo>
                    <a:pt x="622643" y="265867"/>
                    <a:pt x="623925" y="271684"/>
                    <a:pt x="622643" y="271684"/>
                  </a:cubicBezTo>
                  <a:cubicBezTo>
                    <a:pt x="621701" y="271684"/>
                    <a:pt x="620418" y="270204"/>
                    <a:pt x="618620" y="267236"/>
                  </a:cubicBezTo>
                  <a:cubicBezTo>
                    <a:pt x="618620" y="267236"/>
                    <a:pt x="615970" y="267236"/>
                    <a:pt x="615028" y="269032"/>
                  </a:cubicBezTo>
                  <a:cubicBezTo>
                    <a:pt x="614174" y="270828"/>
                    <a:pt x="615542" y="273993"/>
                    <a:pt x="615542" y="273993"/>
                  </a:cubicBezTo>
                  <a:lnTo>
                    <a:pt x="613746" y="274848"/>
                  </a:lnTo>
                  <a:cubicBezTo>
                    <a:pt x="613746" y="274848"/>
                    <a:pt x="611950" y="268604"/>
                    <a:pt x="610152" y="268604"/>
                  </a:cubicBezTo>
                  <a:cubicBezTo>
                    <a:pt x="608356" y="268604"/>
                    <a:pt x="563790" y="256115"/>
                    <a:pt x="473460" y="256543"/>
                  </a:cubicBezTo>
                  <a:lnTo>
                    <a:pt x="473460" y="520091"/>
                  </a:lnTo>
                  <a:cubicBezTo>
                    <a:pt x="473460" y="520091"/>
                    <a:pt x="474830" y="521887"/>
                    <a:pt x="474830" y="523256"/>
                  </a:cubicBezTo>
                  <a:lnTo>
                    <a:pt x="478764" y="525479"/>
                  </a:lnTo>
                  <a:lnTo>
                    <a:pt x="478764" y="530355"/>
                  </a:lnTo>
                  <a:lnTo>
                    <a:pt x="477480" y="530783"/>
                  </a:lnTo>
                  <a:lnTo>
                    <a:pt x="477480" y="546180"/>
                  </a:lnTo>
                  <a:cubicBezTo>
                    <a:pt x="478165" y="546522"/>
                    <a:pt x="482528" y="548746"/>
                    <a:pt x="484152" y="549601"/>
                  </a:cubicBezTo>
                  <a:cubicBezTo>
                    <a:pt x="485951" y="550457"/>
                    <a:pt x="489885" y="551740"/>
                    <a:pt x="491424" y="552424"/>
                  </a:cubicBezTo>
                  <a:cubicBezTo>
                    <a:pt x="492963" y="553109"/>
                    <a:pt x="495187" y="553023"/>
                    <a:pt x="497240" y="554477"/>
                  </a:cubicBezTo>
                  <a:cubicBezTo>
                    <a:pt x="499207" y="555932"/>
                    <a:pt x="503484" y="559097"/>
                    <a:pt x="501260" y="568078"/>
                  </a:cubicBezTo>
                  <a:cubicBezTo>
                    <a:pt x="501260" y="568078"/>
                    <a:pt x="503656" y="570901"/>
                    <a:pt x="503484" y="573809"/>
                  </a:cubicBezTo>
                  <a:cubicBezTo>
                    <a:pt x="503228" y="576718"/>
                    <a:pt x="501774" y="578428"/>
                    <a:pt x="501688" y="579626"/>
                  </a:cubicBezTo>
                  <a:cubicBezTo>
                    <a:pt x="501432" y="580824"/>
                    <a:pt x="502545" y="585956"/>
                    <a:pt x="501688" y="587752"/>
                  </a:cubicBezTo>
                  <a:cubicBezTo>
                    <a:pt x="500749" y="589549"/>
                    <a:pt x="500321" y="591003"/>
                    <a:pt x="499721" y="594767"/>
                  </a:cubicBezTo>
                  <a:cubicBezTo>
                    <a:pt x="499122" y="598530"/>
                    <a:pt x="498439" y="605288"/>
                    <a:pt x="498439" y="606143"/>
                  </a:cubicBezTo>
                  <a:cubicBezTo>
                    <a:pt x="500406" y="607426"/>
                    <a:pt x="507933" y="618204"/>
                    <a:pt x="510585" y="622139"/>
                  </a:cubicBezTo>
                  <a:cubicBezTo>
                    <a:pt x="512381" y="623251"/>
                    <a:pt x="514091" y="624534"/>
                    <a:pt x="515290" y="625988"/>
                  </a:cubicBezTo>
                  <a:cubicBezTo>
                    <a:pt x="521449" y="632746"/>
                    <a:pt x="536761" y="653275"/>
                    <a:pt x="537189" y="654131"/>
                  </a:cubicBezTo>
                  <a:cubicBezTo>
                    <a:pt x="537786" y="654986"/>
                    <a:pt x="535476" y="662856"/>
                    <a:pt x="537443" y="665251"/>
                  </a:cubicBezTo>
                  <a:cubicBezTo>
                    <a:pt x="539413" y="667731"/>
                    <a:pt x="544801" y="678681"/>
                    <a:pt x="548564" y="685609"/>
                  </a:cubicBezTo>
                  <a:cubicBezTo>
                    <a:pt x="552498" y="692538"/>
                    <a:pt x="552584" y="695617"/>
                    <a:pt x="554723" y="701006"/>
                  </a:cubicBezTo>
                  <a:cubicBezTo>
                    <a:pt x="556690" y="706395"/>
                    <a:pt x="558914" y="721365"/>
                    <a:pt x="561138" y="727780"/>
                  </a:cubicBezTo>
                  <a:cubicBezTo>
                    <a:pt x="563362" y="734281"/>
                    <a:pt x="566271" y="747198"/>
                    <a:pt x="566442" y="751475"/>
                  </a:cubicBezTo>
                  <a:cubicBezTo>
                    <a:pt x="566699" y="755752"/>
                    <a:pt x="563790" y="764392"/>
                    <a:pt x="561823" y="766444"/>
                  </a:cubicBezTo>
                  <a:cubicBezTo>
                    <a:pt x="559770" y="768412"/>
                    <a:pt x="547025" y="783210"/>
                    <a:pt x="531028" y="780729"/>
                  </a:cubicBezTo>
                  <a:cubicBezTo>
                    <a:pt x="514862" y="778249"/>
                    <a:pt x="511782" y="774656"/>
                    <a:pt x="506822" y="773116"/>
                  </a:cubicBezTo>
                  <a:cubicBezTo>
                    <a:pt x="501945" y="771577"/>
                    <a:pt x="487747" y="767556"/>
                    <a:pt x="482271" y="765931"/>
                  </a:cubicBezTo>
                  <a:cubicBezTo>
                    <a:pt x="476968" y="764392"/>
                    <a:pt x="445234" y="753613"/>
                    <a:pt x="435138" y="750705"/>
                  </a:cubicBezTo>
                  <a:cubicBezTo>
                    <a:pt x="425131" y="747797"/>
                    <a:pt x="421197" y="742921"/>
                    <a:pt x="417688" y="742408"/>
                  </a:cubicBezTo>
                  <a:cubicBezTo>
                    <a:pt x="417688" y="742408"/>
                    <a:pt x="415295" y="737788"/>
                    <a:pt x="414182" y="763365"/>
                  </a:cubicBezTo>
                  <a:cubicBezTo>
                    <a:pt x="412899" y="789027"/>
                    <a:pt x="415892" y="819393"/>
                    <a:pt x="419486" y="836074"/>
                  </a:cubicBezTo>
                  <a:cubicBezTo>
                    <a:pt x="423078" y="852753"/>
                    <a:pt x="435652" y="902196"/>
                    <a:pt x="436765" y="906986"/>
                  </a:cubicBezTo>
                  <a:lnTo>
                    <a:pt x="438048" y="911776"/>
                  </a:lnTo>
                  <a:cubicBezTo>
                    <a:pt x="438048" y="911776"/>
                    <a:pt x="443350" y="939748"/>
                    <a:pt x="449339" y="976700"/>
                  </a:cubicBezTo>
                  <a:cubicBezTo>
                    <a:pt x="455327" y="1013653"/>
                    <a:pt x="458234" y="1043421"/>
                    <a:pt x="458234" y="1043421"/>
                  </a:cubicBezTo>
                  <a:cubicBezTo>
                    <a:pt x="458234" y="1043421"/>
                    <a:pt x="457636" y="1047613"/>
                    <a:pt x="408794" y="1063095"/>
                  </a:cubicBezTo>
                  <a:cubicBezTo>
                    <a:pt x="408794" y="1063095"/>
                    <a:pt x="410590" y="1165572"/>
                    <a:pt x="396218" y="1282932"/>
                  </a:cubicBezTo>
                  <a:cubicBezTo>
                    <a:pt x="396218" y="1282932"/>
                    <a:pt x="395620" y="1297217"/>
                    <a:pt x="397502" y="1312700"/>
                  </a:cubicBezTo>
                  <a:cubicBezTo>
                    <a:pt x="399298" y="1328182"/>
                    <a:pt x="395706" y="1379420"/>
                    <a:pt x="396218" y="1403799"/>
                  </a:cubicBezTo>
                  <a:cubicBezTo>
                    <a:pt x="396903" y="1428264"/>
                    <a:pt x="401094" y="1443661"/>
                    <a:pt x="400411" y="1449050"/>
                  </a:cubicBezTo>
                  <a:cubicBezTo>
                    <a:pt x="399812" y="1454439"/>
                    <a:pt x="399298" y="1519278"/>
                    <a:pt x="399298" y="1541945"/>
                  </a:cubicBezTo>
                  <a:cubicBezTo>
                    <a:pt x="399298" y="1553836"/>
                    <a:pt x="398016" y="1563844"/>
                    <a:pt x="396817" y="1571799"/>
                  </a:cubicBezTo>
                  <a:cubicBezTo>
                    <a:pt x="397074" y="1578813"/>
                    <a:pt x="397245" y="1584031"/>
                    <a:pt x="397245" y="1585656"/>
                  </a:cubicBezTo>
                  <a:cubicBezTo>
                    <a:pt x="397245" y="1588051"/>
                    <a:pt x="413582" y="1598915"/>
                    <a:pt x="416063" y="1603705"/>
                  </a:cubicBezTo>
                  <a:cubicBezTo>
                    <a:pt x="416063" y="1603705"/>
                    <a:pt x="432403" y="1606100"/>
                    <a:pt x="434199" y="1614568"/>
                  </a:cubicBezTo>
                  <a:cubicBezTo>
                    <a:pt x="436166" y="1622952"/>
                    <a:pt x="440443" y="1630821"/>
                    <a:pt x="433599" y="1632618"/>
                  </a:cubicBezTo>
                  <a:cubicBezTo>
                    <a:pt x="426670" y="1634414"/>
                    <a:pt x="384585" y="1632618"/>
                    <a:pt x="384585" y="1632618"/>
                  </a:cubicBezTo>
                  <a:lnTo>
                    <a:pt x="383472" y="1635013"/>
                  </a:lnTo>
                  <a:cubicBezTo>
                    <a:pt x="383472" y="1635013"/>
                    <a:pt x="332491" y="1637408"/>
                    <a:pt x="321201" y="1631420"/>
                  </a:cubicBezTo>
                  <a:cubicBezTo>
                    <a:pt x="321201" y="1631420"/>
                    <a:pt x="320773" y="1609949"/>
                    <a:pt x="320602" y="1599685"/>
                  </a:cubicBezTo>
                  <a:cubicBezTo>
                    <a:pt x="316839" y="1593013"/>
                    <a:pt x="312562" y="1582748"/>
                    <a:pt x="311706" y="1577787"/>
                  </a:cubicBezTo>
                  <a:cubicBezTo>
                    <a:pt x="310595" y="1570602"/>
                    <a:pt x="307000" y="1523555"/>
                    <a:pt x="306401" y="1511066"/>
                  </a:cubicBezTo>
                  <a:cubicBezTo>
                    <a:pt x="305804" y="1498577"/>
                    <a:pt x="299816" y="1468809"/>
                    <a:pt x="300927" y="1441950"/>
                  </a:cubicBezTo>
                  <a:cubicBezTo>
                    <a:pt x="302210" y="1415176"/>
                    <a:pt x="296907" y="1384809"/>
                    <a:pt x="299816" y="1368129"/>
                  </a:cubicBezTo>
                  <a:cubicBezTo>
                    <a:pt x="302723" y="1351449"/>
                    <a:pt x="306915" y="1343665"/>
                    <a:pt x="305119" y="1338362"/>
                  </a:cubicBezTo>
                  <a:cubicBezTo>
                    <a:pt x="303408" y="1332972"/>
                    <a:pt x="297421" y="1330064"/>
                    <a:pt x="296222" y="1322280"/>
                  </a:cubicBezTo>
                  <a:cubicBezTo>
                    <a:pt x="295111" y="1314581"/>
                    <a:pt x="290406" y="1260948"/>
                    <a:pt x="289636" y="1249058"/>
                  </a:cubicBezTo>
                  <a:cubicBezTo>
                    <a:pt x="289038" y="1237168"/>
                    <a:pt x="286729" y="1221685"/>
                    <a:pt x="286729" y="1210309"/>
                  </a:cubicBezTo>
                  <a:cubicBezTo>
                    <a:pt x="286729" y="1200899"/>
                    <a:pt x="289550" y="1188667"/>
                    <a:pt x="288097" y="1181397"/>
                  </a:cubicBezTo>
                  <a:cubicBezTo>
                    <a:pt x="287240" y="1179600"/>
                    <a:pt x="286814" y="1178232"/>
                    <a:pt x="286729" y="1177547"/>
                  </a:cubicBezTo>
                  <a:cubicBezTo>
                    <a:pt x="282537" y="1171559"/>
                    <a:pt x="282024" y="1154280"/>
                    <a:pt x="277832" y="1155478"/>
                  </a:cubicBezTo>
                  <a:cubicBezTo>
                    <a:pt x="273641" y="1156676"/>
                    <a:pt x="272357" y="1169164"/>
                    <a:pt x="271845" y="1176948"/>
                  </a:cubicBezTo>
                  <a:cubicBezTo>
                    <a:pt x="271331" y="1184732"/>
                    <a:pt x="273641" y="1188240"/>
                    <a:pt x="272442" y="1203209"/>
                  </a:cubicBezTo>
                  <a:cubicBezTo>
                    <a:pt x="271331" y="1218093"/>
                    <a:pt x="270047" y="1249657"/>
                    <a:pt x="265344" y="1265140"/>
                  </a:cubicBezTo>
                  <a:cubicBezTo>
                    <a:pt x="260639" y="1280622"/>
                    <a:pt x="256961" y="1302692"/>
                    <a:pt x="251657" y="1317575"/>
                  </a:cubicBezTo>
                  <a:cubicBezTo>
                    <a:pt x="246183" y="1332459"/>
                    <a:pt x="241478" y="1323563"/>
                    <a:pt x="243274" y="1339645"/>
                  </a:cubicBezTo>
                  <a:cubicBezTo>
                    <a:pt x="245070" y="1355726"/>
                    <a:pt x="248578" y="1359918"/>
                    <a:pt x="247465" y="1370011"/>
                  </a:cubicBezTo>
                  <a:cubicBezTo>
                    <a:pt x="246183" y="1380105"/>
                    <a:pt x="248065" y="1405168"/>
                    <a:pt x="249861" y="1419453"/>
                  </a:cubicBezTo>
                  <a:cubicBezTo>
                    <a:pt x="251657" y="1433738"/>
                    <a:pt x="248578" y="1433738"/>
                    <a:pt x="248065" y="1446227"/>
                  </a:cubicBezTo>
                  <a:cubicBezTo>
                    <a:pt x="247465" y="1458716"/>
                    <a:pt x="245669" y="1463506"/>
                    <a:pt x="246269" y="1472402"/>
                  </a:cubicBezTo>
                  <a:cubicBezTo>
                    <a:pt x="246866" y="1481298"/>
                    <a:pt x="247551" y="1486687"/>
                    <a:pt x="248065" y="1499775"/>
                  </a:cubicBezTo>
                  <a:cubicBezTo>
                    <a:pt x="248662" y="1512862"/>
                    <a:pt x="249176" y="1520732"/>
                    <a:pt x="250460" y="1540235"/>
                  </a:cubicBezTo>
                  <a:cubicBezTo>
                    <a:pt x="251742" y="1559481"/>
                    <a:pt x="248065" y="1593269"/>
                    <a:pt x="247551" y="1607554"/>
                  </a:cubicBezTo>
                  <a:lnTo>
                    <a:pt x="240450" y="1606956"/>
                  </a:lnTo>
                  <a:cubicBezTo>
                    <a:pt x="240194" y="1617648"/>
                    <a:pt x="239853" y="1631163"/>
                    <a:pt x="239853" y="1631163"/>
                  </a:cubicBezTo>
                  <a:cubicBezTo>
                    <a:pt x="228561" y="1637151"/>
                    <a:pt x="177751" y="1634756"/>
                    <a:pt x="177751" y="1634756"/>
                  </a:cubicBezTo>
                  <a:lnTo>
                    <a:pt x="176467" y="1632361"/>
                  </a:lnTo>
                  <a:cubicBezTo>
                    <a:pt x="176467" y="1632361"/>
                    <a:pt x="134382" y="1634157"/>
                    <a:pt x="127539" y="1632361"/>
                  </a:cubicBezTo>
                  <a:cubicBezTo>
                    <a:pt x="120609" y="1630564"/>
                    <a:pt x="125058" y="1622780"/>
                    <a:pt x="126854" y="1614312"/>
                  </a:cubicBezTo>
                  <a:cubicBezTo>
                    <a:pt x="128823" y="1605929"/>
                    <a:pt x="145075" y="1603534"/>
                    <a:pt x="145075" y="1603534"/>
                  </a:cubicBezTo>
                  <a:cubicBezTo>
                    <a:pt x="147556" y="1598744"/>
                    <a:pt x="163893" y="1587880"/>
                    <a:pt x="163893" y="1585485"/>
                  </a:cubicBezTo>
                  <a:cubicBezTo>
                    <a:pt x="163893" y="1583432"/>
                    <a:pt x="164150" y="1574879"/>
                    <a:pt x="164321" y="1564442"/>
                  </a:cubicBezTo>
                  <a:cubicBezTo>
                    <a:pt x="163379" y="1551953"/>
                    <a:pt x="162354" y="1540406"/>
                    <a:pt x="162097" y="1537498"/>
                  </a:cubicBezTo>
                  <a:cubicBezTo>
                    <a:pt x="161498" y="1530911"/>
                    <a:pt x="157820" y="1527575"/>
                    <a:pt x="158334" y="1515685"/>
                  </a:cubicBezTo>
                  <a:cubicBezTo>
                    <a:pt x="158931" y="1503795"/>
                    <a:pt x="155425" y="1476080"/>
                    <a:pt x="156110" y="1468296"/>
                  </a:cubicBezTo>
                  <a:cubicBezTo>
                    <a:pt x="156707" y="1460512"/>
                    <a:pt x="154057" y="1380105"/>
                    <a:pt x="153286" y="1361030"/>
                  </a:cubicBezTo>
                  <a:cubicBezTo>
                    <a:pt x="152687" y="1341954"/>
                    <a:pt x="153971" y="1290117"/>
                    <a:pt x="152687" y="1278227"/>
                  </a:cubicBezTo>
                  <a:cubicBezTo>
                    <a:pt x="151405" y="1266337"/>
                    <a:pt x="151405" y="1212704"/>
                    <a:pt x="147984" y="1194826"/>
                  </a:cubicBezTo>
                  <a:cubicBezTo>
                    <a:pt x="144390" y="1176948"/>
                    <a:pt x="140198" y="1135205"/>
                    <a:pt x="140198" y="1121006"/>
                  </a:cubicBezTo>
                  <a:cubicBezTo>
                    <a:pt x="140198" y="1106806"/>
                    <a:pt x="139685" y="1095344"/>
                    <a:pt x="139685" y="1095344"/>
                  </a:cubicBezTo>
                  <a:cubicBezTo>
                    <a:pt x="139685" y="1095344"/>
                    <a:pt x="96915" y="1092350"/>
                    <a:pt x="76301" y="1085335"/>
                  </a:cubicBezTo>
                  <a:cubicBezTo>
                    <a:pt x="74333" y="1087816"/>
                    <a:pt x="72366" y="1090126"/>
                    <a:pt x="71424" y="1091323"/>
                  </a:cubicBezTo>
                  <a:cubicBezTo>
                    <a:pt x="69885" y="1093205"/>
                    <a:pt x="70056" y="1095429"/>
                    <a:pt x="70142" y="1096798"/>
                  </a:cubicBezTo>
                  <a:cubicBezTo>
                    <a:pt x="70313" y="1098166"/>
                    <a:pt x="73306" y="1105523"/>
                    <a:pt x="72195" y="1106720"/>
                  </a:cubicBezTo>
                  <a:cubicBezTo>
                    <a:pt x="71253" y="1107918"/>
                    <a:pt x="67147" y="1111596"/>
                    <a:pt x="66890" y="1113735"/>
                  </a:cubicBezTo>
                  <a:cubicBezTo>
                    <a:pt x="66636" y="1115873"/>
                    <a:pt x="66721" y="1116472"/>
                    <a:pt x="65951" y="1117584"/>
                  </a:cubicBezTo>
                  <a:lnTo>
                    <a:pt x="65694" y="1118012"/>
                  </a:lnTo>
                  <a:cubicBezTo>
                    <a:pt x="65951" y="1123059"/>
                    <a:pt x="66122" y="1127592"/>
                    <a:pt x="66379" y="1127849"/>
                  </a:cubicBezTo>
                  <a:lnTo>
                    <a:pt x="67661" y="1130329"/>
                  </a:lnTo>
                  <a:lnTo>
                    <a:pt x="109577" y="1140680"/>
                  </a:lnTo>
                  <a:cubicBezTo>
                    <a:pt x="109577" y="1140680"/>
                    <a:pt x="114194" y="1141706"/>
                    <a:pt x="114194" y="1145726"/>
                  </a:cubicBezTo>
                  <a:cubicBezTo>
                    <a:pt x="114194" y="1149747"/>
                    <a:pt x="120781" y="1349738"/>
                    <a:pt x="120781" y="1349738"/>
                  </a:cubicBezTo>
                  <a:cubicBezTo>
                    <a:pt x="120781" y="1349738"/>
                    <a:pt x="121637" y="1355213"/>
                    <a:pt x="117446" y="1355811"/>
                  </a:cubicBezTo>
                  <a:lnTo>
                    <a:pt x="113425" y="1356410"/>
                  </a:lnTo>
                  <a:cubicBezTo>
                    <a:pt x="113425" y="1356410"/>
                    <a:pt x="113854" y="1358976"/>
                    <a:pt x="110516" y="1358891"/>
                  </a:cubicBezTo>
                  <a:cubicBezTo>
                    <a:pt x="107181" y="1358720"/>
                    <a:pt x="107353" y="1356410"/>
                    <a:pt x="107353" y="1356410"/>
                  </a:cubicBezTo>
                  <a:lnTo>
                    <a:pt x="63983" y="1357180"/>
                  </a:lnTo>
                  <a:cubicBezTo>
                    <a:pt x="63983" y="1357180"/>
                    <a:pt x="63983" y="1360088"/>
                    <a:pt x="60475" y="1359918"/>
                  </a:cubicBezTo>
                  <a:cubicBezTo>
                    <a:pt x="56969" y="1359746"/>
                    <a:pt x="55601" y="1357009"/>
                    <a:pt x="55858" y="1355298"/>
                  </a:cubicBezTo>
                  <a:lnTo>
                    <a:pt x="15738" y="1336565"/>
                  </a:lnTo>
                  <a:cubicBezTo>
                    <a:pt x="15738" y="1336565"/>
                    <a:pt x="15567" y="1339302"/>
                    <a:pt x="11290" y="1338703"/>
                  </a:cubicBezTo>
                  <a:cubicBezTo>
                    <a:pt x="7098" y="1338105"/>
                    <a:pt x="6672" y="1333058"/>
                    <a:pt x="6672" y="1333058"/>
                  </a:cubicBezTo>
                  <a:cubicBezTo>
                    <a:pt x="6672" y="1333058"/>
                    <a:pt x="2481" y="1329979"/>
                    <a:pt x="2652" y="1328182"/>
                  </a:cubicBezTo>
                  <a:cubicBezTo>
                    <a:pt x="2821" y="1326301"/>
                    <a:pt x="0" y="1129303"/>
                    <a:pt x="0" y="1129303"/>
                  </a:cubicBezTo>
                  <a:cubicBezTo>
                    <a:pt x="0" y="1129303"/>
                    <a:pt x="514" y="1127592"/>
                    <a:pt x="2907" y="1127506"/>
                  </a:cubicBezTo>
                  <a:cubicBezTo>
                    <a:pt x="5388" y="1127336"/>
                    <a:pt x="19332" y="1126993"/>
                    <a:pt x="19332" y="1126993"/>
                  </a:cubicBezTo>
                  <a:cubicBezTo>
                    <a:pt x="19332" y="1126993"/>
                    <a:pt x="20015" y="1125283"/>
                    <a:pt x="22153" y="1125197"/>
                  </a:cubicBezTo>
                  <a:cubicBezTo>
                    <a:pt x="24206" y="1125026"/>
                    <a:pt x="26858" y="1126138"/>
                    <a:pt x="27886" y="1126737"/>
                  </a:cubicBezTo>
                  <a:lnTo>
                    <a:pt x="32760" y="1127164"/>
                  </a:lnTo>
                  <a:lnTo>
                    <a:pt x="34473" y="1125197"/>
                  </a:lnTo>
                  <a:lnTo>
                    <a:pt x="39604" y="1124855"/>
                  </a:lnTo>
                  <a:lnTo>
                    <a:pt x="42684" y="1126651"/>
                  </a:lnTo>
                  <a:lnTo>
                    <a:pt x="46019" y="1127250"/>
                  </a:lnTo>
                  <a:lnTo>
                    <a:pt x="46019" y="1122460"/>
                  </a:lnTo>
                  <a:lnTo>
                    <a:pt x="45591" y="1122117"/>
                  </a:lnTo>
                  <a:cubicBezTo>
                    <a:pt x="42941" y="1119551"/>
                    <a:pt x="36012" y="1108859"/>
                    <a:pt x="32334" y="1105951"/>
                  </a:cubicBezTo>
                  <a:cubicBezTo>
                    <a:pt x="28826" y="1103042"/>
                    <a:pt x="23010" y="1098338"/>
                    <a:pt x="22068" y="1095600"/>
                  </a:cubicBezTo>
                  <a:cubicBezTo>
                    <a:pt x="21214" y="1092863"/>
                    <a:pt x="22496" y="1091067"/>
                    <a:pt x="22496" y="1089698"/>
                  </a:cubicBezTo>
                  <a:cubicBezTo>
                    <a:pt x="22496" y="1088330"/>
                    <a:pt x="39090" y="1063951"/>
                    <a:pt x="39347" y="1061983"/>
                  </a:cubicBezTo>
                  <a:cubicBezTo>
                    <a:pt x="39604" y="1060016"/>
                    <a:pt x="39946" y="1058476"/>
                    <a:pt x="39946" y="1058476"/>
                  </a:cubicBezTo>
                  <a:lnTo>
                    <a:pt x="40888" y="1058904"/>
                  </a:lnTo>
                  <a:cubicBezTo>
                    <a:pt x="38065" y="1057279"/>
                    <a:pt x="36269" y="1055824"/>
                    <a:pt x="36012" y="1054969"/>
                  </a:cubicBezTo>
                  <a:cubicBezTo>
                    <a:pt x="35156" y="1052403"/>
                    <a:pt x="37551" y="1044105"/>
                    <a:pt x="37551" y="1044105"/>
                  </a:cubicBezTo>
                  <a:lnTo>
                    <a:pt x="37551" y="1044105"/>
                  </a:lnTo>
                  <a:cubicBezTo>
                    <a:pt x="37551" y="1044105"/>
                    <a:pt x="36697" y="1042993"/>
                    <a:pt x="36697" y="1042993"/>
                  </a:cubicBezTo>
                  <a:cubicBezTo>
                    <a:pt x="34984" y="1040000"/>
                    <a:pt x="48671" y="936411"/>
                    <a:pt x="52263" y="916737"/>
                  </a:cubicBezTo>
                  <a:cubicBezTo>
                    <a:pt x="55772" y="897063"/>
                    <a:pt x="61160" y="852412"/>
                    <a:pt x="62273" y="844114"/>
                  </a:cubicBezTo>
                  <a:cubicBezTo>
                    <a:pt x="63555" y="835731"/>
                    <a:pt x="64668" y="842318"/>
                    <a:pt x="64668" y="830428"/>
                  </a:cubicBezTo>
                  <a:cubicBezTo>
                    <a:pt x="64668" y="818538"/>
                    <a:pt x="64668" y="816742"/>
                    <a:pt x="65351" y="807760"/>
                  </a:cubicBezTo>
                  <a:cubicBezTo>
                    <a:pt x="65951" y="798778"/>
                    <a:pt x="67062" y="800575"/>
                    <a:pt x="68260" y="794672"/>
                  </a:cubicBezTo>
                  <a:cubicBezTo>
                    <a:pt x="69543" y="788684"/>
                    <a:pt x="71167" y="783381"/>
                    <a:pt x="74248" y="774400"/>
                  </a:cubicBezTo>
                  <a:cubicBezTo>
                    <a:pt x="77157" y="765504"/>
                    <a:pt x="82630" y="742835"/>
                    <a:pt x="83144" y="717259"/>
                  </a:cubicBezTo>
                  <a:cubicBezTo>
                    <a:pt x="83744" y="691683"/>
                    <a:pt x="86053" y="685695"/>
                    <a:pt x="86053" y="676115"/>
                  </a:cubicBezTo>
                  <a:cubicBezTo>
                    <a:pt x="86053" y="666534"/>
                    <a:pt x="86053" y="659434"/>
                    <a:pt x="89132" y="658836"/>
                  </a:cubicBezTo>
                  <a:cubicBezTo>
                    <a:pt x="92041" y="658237"/>
                    <a:pt x="161155" y="617178"/>
                    <a:pt x="173046" y="610591"/>
                  </a:cubicBezTo>
                  <a:cubicBezTo>
                    <a:pt x="185021" y="604005"/>
                    <a:pt x="186134" y="598103"/>
                    <a:pt x="189212" y="595108"/>
                  </a:cubicBezTo>
                  <a:cubicBezTo>
                    <a:pt x="190497" y="593826"/>
                    <a:pt x="196912" y="590661"/>
                    <a:pt x="205637" y="587239"/>
                  </a:cubicBezTo>
                  <a:cubicBezTo>
                    <a:pt x="206577" y="583903"/>
                    <a:pt x="207433" y="579284"/>
                    <a:pt x="208459" y="575263"/>
                  </a:cubicBezTo>
                  <a:cubicBezTo>
                    <a:pt x="209315" y="571671"/>
                    <a:pt x="209572" y="569276"/>
                    <a:pt x="215388" y="566539"/>
                  </a:cubicBezTo>
                  <a:cubicBezTo>
                    <a:pt x="212993" y="567223"/>
                    <a:pt x="211625" y="567651"/>
                    <a:pt x="211625" y="567651"/>
                  </a:cubicBezTo>
                  <a:cubicBezTo>
                    <a:pt x="211625" y="567651"/>
                    <a:pt x="210512" y="554648"/>
                    <a:pt x="208972" y="551398"/>
                  </a:cubicBezTo>
                  <a:cubicBezTo>
                    <a:pt x="207262" y="548147"/>
                    <a:pt x="201872" y="539508"/>
                    <a:pt x="201872" y="535744"/>
                  </a:cubicBezTo>
                  <a:cubicBezTo>
                    <a:pt x="201872" y="531980"/>
                    <a:pt x="202386" y="520604"/>
                    <a:pt x="199819" y="520604"/>
                  </a:cubicBezTo>
                  <a:cubicBezTo>
                    <a:pt x="196998" y="520604"/>
                    <a:pt x="194431" y="518979"/>
                    <a:pt x="190668" y="511451"/>
                  </a:cubicBezTo>
                  <a:cubicBezTo>
                    <a:pt x="186903" y="503924"/>
                    <a:pt x="185792" y="490408"/>
                    <a:pt x="186305" y="486046"/>
                  </a:cubicBezTo>
                  <a:cubicBezTo>
                    <a:pt x="186903" y="481683"/>
                    <a:pt x="187844" y="482282"/>
                    <a:pt x="188358" y="478432"/>
                  </a:cubicBezTo>
                  <a:cubicBezTo>
                    <a:pt x="188870" y="474669"/>
                    <a:pt x="187759" y="456278"/>
                    <a:pt x="187416" y="451915"/>
                  </a:cubicBezTo>
                  <a:cubicBezTo>
                    <a:pt x="186903" y="447638"/>
                    <a:pt x="185706" y="444388"/>
                    <a:pt x="188955" y="441137"/>
                  </a:cubicBezTo>
                  <a:cubicBezTo>
                    <a:pt x="192121" y="437887"/>
                    <a:pt x="191779" y="433610"/>
                    <a:pt x="193232" y="429761"/>
                  </a:cubicBezTo>
                  <a:cubicBezTo>
                    <a:pt x="194945" y="425997"/>
                    <a:pt x="194346" y="422747"/>
                    <a:pt x="198708" y="423859"/>
                  </a:cubicBezTo>
                  <a:cubicBezTo>
                    <a:pt x="201615" y="424603"/>
                    <a:pt x="203754" y="423345"/>
                    <a:pt x="205124" y="420095"/>
                  </a:cubicBezTo>
                  <a:cubicBezTo>
                    <a:pt x="207348" y="415219"/>
                    <a:pt x="206834" y="415475"/>
                    <a:pt x="209058" y="413594"/>
                  </a:cubicBezTo>
                  <a:cubicBezTo>
                    <a:pt x="214874" y="408718"/>
                    <a:pt x="212821" y="406580"/>
                    <a:pt x="217098" y="407692"/>
                  </a:cubicBezTo>
                  <a:cubicBezTo>
                    <a:pt x="221375" y="408804"/>
                    <a:pt x="215987" y="409317"/>
                    <a:pt x="221375" y="408804"/>
                  </a:cubicBezTo>
                  <a:cubicBezTo>
                    <a:pt x="226851" y="408290"/>
                    <a:pt x="225824" y="409146"/>
                    <a:pt x="228904" y="407178"/>
                  </a:cubicBezTo>
                  <a:cubicBezTo>
                    <a:pt x="234891" y="403415"/>
                    <a:pt x="232068" y="397940"/>
                    <a:pt x="236002" y="400164"/>
                  </a:cubicBezTo>
                  <a:cubicBezTo>
                    <a:pt x="239768" y="402303"/>
                    <a:pt x="246183" y="400677"/>
                    <a:pt x="246183" y="400677"/>
                  </a:cubicBezTo>
                  <a:cubicBezTo>
                    <a:pt x="245241" y="397940"/>
                    <a:pt x="251057" y="396914"/>
                    <a:pt x="250460" y="399565"/>
                  </a:cubicBezTo>
                  <a:cubicBezTo>
                    <a:pt x="249861" y="402217"/>
                    <a:pt x="253281" y="401191"/>
                    <a:pt x="255934" y="401191"/>
                  </a:cubicBezTo>
                  <a:cubicBezTo>
                    <a:pt x="258757" y="401191"/>
                    <a:pt x="261921" y="405553"/>
                    <a:pt x="261921" y="405553"/>
                  </a:cubicBezTo>
                  <a:cubicBezTo>
                    <a:pt x="261921" y="405553"/>
                    <a:pt x="269450" y="409317"/>
                    <a:pt x="271160" y="408804"/>
                  </a:cubicBezTo>
                  <a:cubicBezTo>
                    <a:pt x="272699" y="408290"/>
                    <a:pt x="277575" y="408804"/>
                    <a:pt x="279799" y="412054"/>
                  </a:cubicBezTo>
                  <a:cubicBezTo>
                    <a:pt x="281852" y="415305"/>
                    <a:pt x="281852" y="412054"/>
                    <a:pt x="285616" y="415818"/>
                  </a:cubicBezTo>
                  <a:cubicBezTo>
                    <a:pt x="289550" y="419582"/>
                    <a:pt x="292716" y="417956"/>
                    <a:pt x="293827" y="422832"/>
                  </a:cubicBezTo>
                  <a:cubicBezTo>
                    <a:pt x="294769" y="427708"/>
                    <a:pt x="298532" y="432070"/>
                    <a:pt x="301356" y="435235"/>
                  </a:cubicBezTo>
                  <a:cubicBezTo>
                    <a:pt x="304008" y="438486"/>
                    <a:pt x="308285" y="437972"/>
                    <a:pt x="307343" y="441223"/>
                  </a:cubicBezTo>
                  <a:cubicBezTo>
                    <a:pt x="306232" y="444474"/>
                    <a:pt x="311620" y="446099"/>
                    <a:pt x="309995" y="449863"/>
                  </a:cubicBezTo>
                  <a:cubicBezTo>
                    <a:pt x="308285" y="453626"/>
                    <a:pt x="307343" y="455765"/>
                    <a:pt x="307343" y="458502"/>
                  </a:cubicBezTo>
                  <a:cubicBezTo>
                    <a:pt x="307343" y="461239"/>
                    <a:pt x="309396" y="463891"/>
                    <a:pt x="307343" y="468254"/>
                  </a:cubicBezTo>
                  <a:cubicBezTo>
                    <a:pt x="305119" y="472616"/>
                    <a:pt x="304519" y="471504"/>
                    <a:pt x="303408" y="475781"/>
                  </a:cubicBezTo>
                  <a:cubicBezTo>
                    <a:pt x="302467" y="480143"/>
                    <a:pt x="301356" y="483907"/>
                    <a:pt x="301356" y="483907"/>
                  </a:cubicBezTo>
                  <a:cubicBezTo>
                    <a:pt x="301356" y="483907"/>
                    <a:pt x="306232" y="485019"/>
                    <a:pt x="304519" y="488184"/>
                  </a:cubicBezTo>
                  <a:cubicBezTo>
                    <a:pt x="302980" y="491435"/>
                    <a:pt x="302980" y="500587"/>
                    <a:pt x="301869" y="506062"/>
                  </a:cubicBezTo>
                  <a:cubicBezTo>
                    <a:pt x="300756" y="511451"/>
                    <a:pt x="299645" y="519577"/>
                    <a:pt x="296394" y="520091"/>
                  </a:cubicBezTo>
                  <a:cubicBezTo>
                    <a:pt x="293230" y="520604"/>
                    <a:pt x="289807" y="519577"/>
                    <a:pt x="289807" y="522742"/>
                  </a:cubicBezTo>
                  <a:cubicBezTo>
                    <a:pt x="289807" y="525907"/>
                    <a:pt x="289807" y="534119"/>
                    <a:pt x="288268" y="538396"/>
                  </a:cubicBezTo>
                  <a:cubicBezTo>
                    <a:pt x="286557" y="542758"/>
                    <a:pt x="287155" y="550799"/>
                    <a:pt x="287155" y="555162"/>
                  </a:cubicBezTo>
                  <a:cubicBezTo>
                    <a:pt x="287155" y="557813"/>
                    <a:pt x="287326" y="559866"/>
                    <a:pt x="287583" y="560978"/>
                  </a:cubicBezTo>
                  <a:lnTo>
                    <a:pt x="289807" y="562689"/>
                  </a:lnTo>
                  <a:cubicBezTo>
                    <a:pt x="291517" y="563459"/>
                    <a:pt x="293315" y="570473"/>
                    <a:pt x="294255" y="574066"/>
                  </a:cubicBezTo>
                  <a:cubicBezTo>
                    <a:pt x="295794" y="575178"/>
                    <a:pt x="297335" y="576547"/>
                    <a:pt x="298618" y="578257"/>
                  </a:cubicBezTo>
                  <a:cubicBezTo>
                    <a:pt x="308199" y="591345"/>
                    <a:pt x="311706" y="591944"/>
                    <a:pt x="315298" y="593141"/>
                  </a:cubicBezTo>
                  <a:cubicBezTo>
                    <a:pt x="318892" y="594339"/>
                    <a:pt x="398101" y="606827"/>
                    <a:pt x="403489" y="607426"/>
                  </a:cubicBezTo>
                  <a:cubicBezTo>
                    <a:pt x="408794" y="608025"/>
                    <a:pt x="414182" y="611618"/>
                    <a:pt x="415295" y="615809"/>
                  </a:cubicBezTo>
                  <a:cubicBezTo>
                    <a:pt x="416577" y="620001"/>
                    <a:pt x="418887" y="620001"/>
                    <a:pt x="423078" y="625304"/>
                  </a:cubicBezTo>
                  <a:cubicBezTo>
                    <a:pt x="427270" y="630693"/>
                    <a:pt x="436765" y="638391"/>
                    <a:pt x="440357" y="646176"/>
                  </a:cubicBezTo>
                  <a:cubicBezTo>
                    <a:pt x="443864" y="653874"/>
                    <a:pt x="442753" y="652677"/>
                    <a:pt x="446345" y="655671"/>
                  </a:cubicBezTo>
                  <a:cubicBezTo>
                    <a:pt x="449851" y="658664"/>
                    <a:pt x="458150" y="661060"/>
                    <a:pt x="464223" y="666363"/>
                  </a:cubicBezTo>
                  <a:cubicBezTo>
                    <a:pt x="470211" y="671752"/>
                    <a:pt x="462939" y="668160"/>
                    <a:pt x="471322" y="674660"/>
                  </a:cubicBezTo>
                  <a:cubicBezTo>
                    <a:pt x="479704" y="681247"/>
                    <a:pt x="482613" y="683557"/>
                    <a:pt x="482613" y="679450"/>
                  </a:cubicBezTo>
                  <a:cubicBezTo>
                    <a:pt x="482613" y="675345"/>
                    <a:pt x="483298" y="666962"/>
                    <a:pt x="480218" y="660974"/>
                  </a:cubicBezTo>
                  <a:cubicBezTo>
                    <a:pt x="478508" y="657467"/>
                    <a:pt x="477737" y="654815"/>
                    <a:pt x="476712" y="652506"/>
                  </a:cubicBezTo>
                  <a:cubicBezTo>
                    <a:pt x="475342" y="650966"/>
                    <a:pt x="472092" y="647373"/>
                    <a:pt x="471407" y="645491"/>
                  </a:cubicBezTo>
                  <a:cubicBezTo>
                    <a:pt x="470553" y="643011"/>
                    <a:pt x="466959" y="633002"/>
                    <a:pt x="466959" y="631634"/>
                  </a:cubicBezTo>
                  <a:cubicBezTo>
                    <a:pt x="466959" y="630608"/>
                    <a:pt x="466105" y="626502"/>
                    <a:pt x="466704" y="621797"/>
                  </a:cubicBezTo>
                  <a:cubicBezTo>
                    <a:pt x="464906" y="621882"/>
                    <a:pt x="463196" y="621455"/>
                    <a:pt x="462085" y="620001"/>
                  </a:cubicBezTo>
                  <a:cubicBezTo>
                    <a:pt x="460972" y="618717"/>
                    <a:pt x="460543" y="612302"/>
                    <a:pt x="460289" y="603406"/>
                  </a:cubicBezTo>
                  <a:cubicBezTo>
                    <a:pt x="457208" y="599813"/>
                    <a:pt x="452760" y="594595"/>
                    <a:pt x="451649" y="592457"/>
                  </a:cubicBezTo>
                  <a:cubicBezTo>
                    <a:pt x="450108" y="589292"/>
                    <a:pt x="450365" y="585442"/>
                    <a:pt x="452589" y="584416"/>
                  </a:cubicBezTo>
                  <a:cubicBezTo>
                    <a:pt x="452589" y="584416"/>
                    <a:pt x="448997" y="580995"/>
                    <a:pt x="449083" y="578086"/>
                  </a:cubicBezTo>
                  <a:cubicBezTo>
                    <a:pt x="449254" y="575178"/>
                    <a:pt x="451904" y="573980"/>
                    <a:pt x="451904" y="572612"/>
                  </a:cubicBezTo>
                  <a:cubicBezTo>
                    <a:pt x="451904" y="571243"/>
                    <a:pt x="449937" y="569704"/>
                    <a:pt x="450108" y="568078"/>
                  </a:cubicBezTo>
                  <a:cubicBezTo>
                    <a:pt x="450279" y="566367"/>
                    <a:pt x="450964" y="563288"/>
                    <a:pt x="450964" y="562347"/>
                  </a:cubicBezTo>
                  <a:cubicBezTo>
                    <a:pt x="450793" y="561492"/>
                    <a:pt x="445917" y="554477"/>
                    <a:pt x="446944" y="551484"/>
                  </a:cubicBezTo>
                  <a:cubicBezTo>
                    <a:pt x="447884" y="548489"/>
                    <a:pt x="449339" y="546266"/>
                    <a:pt x="453359" y="547121"/>
                  </a:cubicBezTo>
                  <a:cubicBezTo>
                    <a:pt x="457294" y="548062"/>
                    <a:pt x="458065" y="549687"/>
                    <a:pt x="458833" y="550371"/>
                  </a:cubicBezTo>
                  <a:lnTo>
                    <a:pt x="460886" y="552596"/>
                  </a:lnTo>
                  <a:cubicBezTo>
                    <a:pt x="461314" y="539765"/>
                    <a:pt x="461742" y="530270"/>
                    <a:pt x="461742" y="530270"/>
                  </a:cubicBezTo>
                  <a:lnTo>
                    <a:pt x="460032" y="529756"/>
                  </a:lnTo>
                  <a:lnTo>
                    <a:pt x="460289" y="524881"/>
                  </a:lnTo>
                  <a:lnTo>
                    <a:pt x="462511" y="523598"/>
                  </a:lnTo>
                  <a:lnTo>
                    <a:pt x="464735" y="520005"/>
                  </a:lnTo>
                  <a:lnTo>
                    <a:pt x="464735" y="256030"/>
                  </a:lnTo>
                  <a:cubicBezTo>
                    <a:pt x="464735" y="256030"/>
                    <a:pt x="359266" y="258254"/>
                    <a:pt x="333947" y="267150"/>
                  </a:cubicBezTo>
                  <a:lnTo>
                    <a:pt x="331123" y="273394"/>
                  </a:lnTo>
                  <a:lnTo>
                    <a:pt x="330695" y="266722"/>
                  </a:lnTo>
                  <a:cubicBezTo>
                    <a:pt x="330695" y="266722"/>
                    <a:pt x="317779" y="260478"/>
                    <a:pt x="314700" y="260478"/>
                  </a:cubicBezTo>
                  <a:cubicBezTo>
                    <a:pt x="311620" y="260478"/>
                    <a:pt x="306658" y="260906"/>
                    <a:pt x="303580" y="268519"/>
                  </a:cubicBezTo>
                  <a:cubicBezTo>
                    <a:pt x="303580" y="268519"/>
                    <a:pt x="304862" y="260478"/>
                    <a:pt x="302638" y="260906"/>
                  </a:cubicBezTo>
                  <a:cubicBezTo>
                    <a:pt x="300414" y="261334"/>
                    <a:pt x="285616" y="254661"/>
                    <a:pt x="278517" y="253720"/>
                  </a:cubicBezTo>
                  <a:cubicBezTo>
                    <a:pt x="271417" y="252865"/>
                    <a:pt x="195885" y="248331"/>
                    <a:pt x="161926" y="252352"/>
                  </a:cubicBezTo>
                  <a:cubicBezTo>
                    <a:pt x="161926" y="252352"/>
                    <a:pt x="146357" y="253207"/>
                    <a:pt x="130705" y="259965"/>
                  </a:cubicBezTo>
                  <a:cubicBezTo>
                    <a:pt x="130705" y="259965"/>
                    <a:pt x="127453" y="264841"/>
                    <a:pt x="125828" y="265354"/>
                  </a:cubicBezTo>
                  <a:cubicBezTo>
                    <a:pt x="124032" y="265781"/>
                    <a:pt x="128907" y="257313"/>
                    <a:pt x="127111" y="256885"/>
                  </a:cubicBezTo>
                  <a:cubicBezTo>
                    <a:pt x="125315" y="256458"/>
                    <a:pt x="111544" y="257741"/>
                    <a:pt x="105214" y="260478"/>
                  </a:cubicBezTo>
                  <a:cubicBezTo>
                    <a:pt x="105214" y="260478"/>
                    <a:pt x="102562" y="264499"/>
                    <a:pt x="100766" y="266722"/>
                  </a:cubicBezTo>
                  <a:cubicBezTo>
                    <a:pt x="98968" y="268946"/>
                    <a:pt x="98968" y="265354"/>
                    <a:pt x="98968" y="265354"/>
                  </a:cubicBezTo>
                  <a:cubicBezTo>
                    <a:pt x="98968" y="265354"/>
                    <a:pt x="115136" y="240376"/>
                    <a:pt x="134211" y="218051"/>
                  </a:cubicBezTo>
                  <a:cubicBezTo>
                    <a:pt x="153457" y="195724"/>
                    <a:pt x="211967" y="127378"/>
                    <a:pt x="257132" y="103684"/>
                  </a:cubicBezTo>
                  <a:cubicBezTo>
                    <a:pt x="302295" y="79990"/>
                    <a:pt x="310764" y="70580"/>
                    <a:pt x="459004" y="59888"/>
                  </a:cubicBezTo>
                  <a:cubicBezTo>
                    <a:pt x="459004" y="59888"/>
                    <a:pt x="462596" y="57236"/>
                    <a:pt x="460800" y="57664"/>
                  </a:cubicBezTo>
                  <a:lnTo>
                    <a:pt x="462596" y="57236"/>
                  </a:lnTo>
                  <a:lnTo>
                    <a:pt x="466190" y="52275"/>
                  </a:lnTo>
                  <a:cubicBezTo>
                    <a:pt x="466190" y="52275"/>
                    <a:pt x="465677" y="-845"/>
                    <a:pt x="470211" y="10"/>
                  </a:cubicBezTo>
                  <a:cubicBezTo>
                    <a:pt x="473717" y="694"/>
                    <a:pt x="473289" y="29094"/>
                    <a:pt x="473289" y="52275"/>
                  </a:cubicBezTo>
                  <a:lnTo>
                    <a:pt x="475941" y="56723"/>
                  </a:lnTo>
                  <a:lnTo>
                    <a:pt x="479535" y="57151"/>
                  </a:lnTo>
                  <a:lnTo>
                    <a:pt x="479535" y="57151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F49B523-7CA3-28D5-E21C-84AC21B00F55}"/>
                </a:ext>
              </a:extLst>
            </p:cNvPr>
            <p:cNvSpPr/>
            <p:nvPr/>
          </p:nvSpPr>
          <p:spPr>
            <a:xfrm>
              <a:off x="21229708" y="4122245"/>
              <a:ext cx="479294" cy="1230505"/>
            </a:xfrm>
            <a:custGeom>
              <a:avLst/>
              <a:gdLst>
                <a:gd name="connsiteX0" fmla="*/ 292733 w 479294"/>
                <a:gd name="connsiteY0" fmla="*/ 932058 h 1230505"/>
                <a:gd name="connsiteX1" fmla="*/ 255439 w 479294"/>
                <a:gd name="connsiteY1" fmla="*/ 855158 h 1230505"/>
                <a:gd name="connsiteX2" fmla="*/ 254497 w 479294"/>
                <a:gd name="connsiteY2" fmla="*/ 848914 h 1230505"/>
                <a:gd name="connsiteX3" fmla="*/ 252701 w 479294"/>
                <a:gd name="connsiteY3" fmla="*/ 845235 h 1230505"/>
                <a:gd name="connsiteX4" fmla="*/ 251588 w 479294"/>
                <a:gd name="connsiteY4" fmla="*/ 838649 h 1230505"/>
                <a:gd name="connsiteX5" fmla="*/ 247653 w 479294"/>
                <a:gd name="connsiteY5" fmla="*/ 834714 h 1230505"/>
                <a:gd name="connsiteX6" fmla="*/ 238674 w 479294"/>
                <a:gd name="connsiteY6" fmla="*/ 824535 h 1230505"/>
                <a:gd name="connsiteX7" fmla="*/ 238160 w 479294"/>
                <a:gd name="connsiteY7" fmla="*/ 825647 h 1230505"/>
                <a:gd name="connsiteX8" fmla="*/ 238674 w 479294"/>
                <a:gd name="connsiteY8" fmla="*/ 841386 h 1230505"/>
                <a:gd name="connsiteX9" fmla="*/ 232427 w 479294"/>
                <a:gd name="connsiteY9" fmla="*/ 869187 h 1230505"/>
                <a:gd name="connsiteX10" fmla="*/ 229606 w 479294"/>
                <a:gd name="connsiteY10" fmla="*/ 882787 h 1230505"/>
                <a:gd name="connsiteX11" fmla="*/ 229006 w 479294"/>
                <a:gd name="connsiteY11" fmla="*/ 930262 h 1230505"/>
                <a:gd name="connsiteX12" fmla="*/ 223618 w 479294"/>
                <a:gd name="connsiteY12" fmla="*/ 1002970 h 1230505"/>
                <a:gd name="connsiteX13" fmla="*/ 232598 w 479294"/>
                <a:gd name="connsiteY13" fmla="*/ 1086457 h 1230505"/>
                <a:gd name="connsiteX14" fmla="*/ 223618 w 479294"/>
                <a:gd name="connsiteY14" fmla="*/ 1138721 h 1230505"/>
                <a:gd name="connsiteX15" fmla="*/ 226012 w 479294"/>
                <a:gd name="connsiteY15" fmla="*/ 1160363 h 1230505"/>
                <a:gd name="connsiteX16" fmla="*/ 242865 w 479294"/>
                <a:gd name="connsiteY16" fmla="*/ 1175418 h 1230505"/>
                <a:gd name="connsiteX17" fmla="*/ 245857 w 479294"/>
                <a:gd name="connsiteY17" fmla="*/ 1188591 h 1230505"/>
                <a:gd name="connsiteX18" fmla="*/ 247056 w 479294"/>
                <a:gd name="connsiteY18" fmla="*/ 1200567 h 1230505"/>
                <a:gd name="connsiteX19" fmla="*/ 261341 w 479294"/>
                <a:gd name="connsiteY19" fmla="*/ 1202363 h 1230505"/>
                <a:gd name="connsiteX20" fmla="*/ 261512 w 479294"/>
                <a:gd name="connsiteY20" fmla="*/ 1195777 h 1230505"/>
                <a:gd name="connsiteX21" fmla="*/ 274172 w 479294"/>
                <a:gd name="connsiteY21" fmla="*/ 1153691 h 1230505"/>
                <a:gd name="connsiteX22" fmla="*/ 273572 w 479294"/>
                <a:gd name="connsiteY22" fmla="*/ 1136840 h 1230505"/>
                <a:gd name="connsiteX23" fmla="*/ 280758 w 479294"/>
                <a:gd name="connsiteY23" fmla="*/ 1062335 h 1230505"/>
                <a:gd name="connsiteX24" fmla="*/ 286746 w 479294"/>
                <a:gd name="connsiteY24" fmla="*/ 974058 h 1230505"/>
                <a:gd name="connsiteX25" fmla="*/ 299405 w 479294"/>
                <a:gd name="connsiteY25" fmla="*/ 944034 h 1230505"/>
                <a:gd name="connsiteX26" fmla="*/ 292819 w 479294"/>
                <a:gd name="connsiteY26" fmla="*/ 932058 h 1230505"/>
                <a:gd name="connsiteX27" fmla="*/ 292819 w 479294"/>
                <a:gd name="connsiteY27" fmla="*/ 932058 h 1230505"/>
                <a:gd name="connsiteX28" fmla="*/ 97533 w 479294"/>
                <a:gd name="connsiteY28" fmla="*/ 537721 h 1230505"/>
                <a:gd name="connsiteX29" fmla="*/ 93939 w 479294"/>
                <a:gd name="connsiteY29" fmla="*/ 528739 h 1230505"/>
                <a:gd name="connsiteX30" fmla="*/ 90005 w 479294"/>
                <a:gd name="connsiteY30" fmla="*/ 515823 h 1230505"/>
                <a:gd name="connsiteX31" fmla="*/ 90947 w 479294"/>
                <a:gd name="connsiteY31" fmla="*/ 497774 h 1230505"/>
                <a:gd name="connsiteX32" fmla="*/ 96335 w 479294"/>
                <a:gd name="connsiteY32" fmla="*/ 475277 h 1230505"/>
                <a:gd name="connsiteX33" fmla="*/ 87010 w 479294"/>
                <a:gd name="connsiteY33" fmla="*/ 462617 h 1230505"/>
                <a:gd name="connsiteX34" fmla="*/ 80425 w 479294"/>
                <a:gd name="connsiteY34" fmla="*/ 467749 h 1230505"/>
                <a:gd name="connsiteX35" fmla="*/ 79227 w 479294"/>
                <a:gd name="connsiteY35" fmla="*/ 485200 h 1230505"/>
                <a:gd name="connsiteX36" fmla="*/ 78030 w 479294"/>
                <a:gd name="connsiteY36" fmla="*/ 495379 h 1230505"/>
                <a:gd name="connsiteX37" fmla="*/ 73496 w 479294"/>
                <a:gd name="connsiteY37" fmla="*/ 509493 h 1230505"/>
                <a:gd name="connsiteX38" fmla="*/ 80425 w 479294"/>
                <a:gd name="connsiteY38" fmla="*/ 515823 h 1230505"/>
                <a:gd name="connsiteX39" fmla="*/ 86156 w 479294"/>
                <a:gd name="connsiteY39" fmla="*/ 525745 h 1230505"/>
                <a:gd name="connsiteX40" fmla="*/ 88209 w 479294"/>
                <a:gd name="connsiteY40" fmla="*/ 535326 h 1230505"/>
                <a:gd name="connsiteX41" fmla="*/ 90947 w 479294"/>
                <a:gd name="connsiteY41" fmla="*/ 543452 h 1230505"/>
                <a:gd name="connsiteX42" fmla="*/ 93425 w 479294"/>
                <a:gd name="connsiteY42" fmla="*/ 552691 h 1230505"/>
                <a:gd name="connsiteX43" fmla="*/ 93597 w 479294"/>
                <a:gd name="connsiteY43" fmla="*/ 552519 h 1230505"/>
                <a:gd name="connsiteX44" fmla="*/ 93597 w 479294"/>
                <a:gd name="connsiteY44" fmla="*/ 552691 h 1230505"/>
                <a:gd name="connsiteX45" fmla="*/ 93597 w 479294"/>
                <a:gd name="connsiteY45" fmla="*/ 552519 h 1230505"/>
                <a:gd name="connsiteX46" fmla="*/ 95992 w 479294"/>
                <a:gd name="connsiteY46" fmla="*/ 545933 h 1230505"/>
                <a:gd name="connsiteX47" fmla="*/ 97448 w 479294"/>
                <a:gd name="connsiteY47" fmla="*/ 537806 h 1230505"/>
                <a:gd name="connsiteX48" fmla="*/ 97448 w 479294"/>
                <a:gd name="connsiteY48" fmla="*/ 537806 h 1230505"/>
                <a:gd name="connsiteX49" fmla="*/ 406244 w 479294"/>
                <a:gd name="connsiteY49" fmla="*/ 1190901 h 1230505"/>
                <a:gd name="connsiteX50" fmla="*/ 466293 w 479294"/>
                <a:gd name="connsiteY50" fmla="*/ 1195691 h 1230505"/>
                <a:gd name="connsiteX51" fmla="*/ 478353 w 479294"/>
                <a:gd name="connsiteY51" fmla="*/ 1212542 h 1230505"/>
                <a:gd name="connsiteX52" fmla="*/ 402652 w 479294"/>
                <a:gd name="connsiteY52" fmla="*/ 1228709 h 1230505"/>
                <a:gd name="connsiteX53" fmla="*/ 346195 w 479294"/>
                <a:gd name="connsiteY53" fmla="*/ 1220925 h 1230505"/>
                <a:gd name="connsiteX54" fmla="*/ 331825 w 479294"/>
                <a:gd name="connsiteY54" fmla="*/ 1229308 h 1230505"/>
                <a:gd name="connsiteX55" fmla="*/ 265190 w 479294"/>
                <a:gd name="connsiteY55" fmla="*/ 1229308 h 1230505"/>
                <a:gd name="connsiteX56" fmla="*/ 263736 w 479294"/>
                <a:gd name="connsiteY56" fmla="*/ 1226827 h 1230505"/>
                <a:gd name="connsiteX57" fmla="*/ 260399 w 479294"/>
                <a:gd name="connsiteY57" fmla="*/ 1227511 h 1230505"/>
                <a:gd name="connsiteX58" fmla="*/ 211128 w 479294"/>
                <a:gd name="connsiteY58" fmla="*/ 1227511 h 1230505"/>
                <a:gd name="connsiteX59" fmla="*/ 204541 w 479294"/>
                <a:gd name="connsiteY59" fmla="*/ 1230506 h 1230505"/>
                <a:gd name="connsiteX60" fmla="*/ 126445 w 479294"/>
                <a:gd name="connsiteY60" fmla="*/ 1230506 h 1230505"/>
                <a:gd name="connsiteX61" fmla="*/ 127044 w 479294"/>
                <a:gd name="connsiteY61" fmla="*/ 1205870 h 1230505"/>
                <a:gd name="connsiteX62" fmla="*/ 136026 w 479294"/>
                <a:gd name="connsiteY62" fmla="*/ 1187821 h 1230505"/>
                <a:gd name="connsiteX63" fmla="*/ 131833 w 479294"/>
                <a:gd name="connsiteY63" fmla="*/ 1167377 h 1230505"/>
                <a:gd name="connsiteX64" fmla="*/ 127044 w 479294"/>
                <a:gd name="connsiteY64" fmla="*/ 1084490 h 1230505"/>
                <a:gd name="connsiteX65" fmla="*/ 125845 w 479294"/>
                <a:gd name="connsiteY65" fmla="*/ 919912 h 1230505"/>
                <a:gd name="connsiteX66" fmla="*/ 130636 w 479294"/>
                <a:gd name="connsiteY66" fmla="*/ 804604 h 1230505"/>
                <a:gd name="connsiteX67" fmla="*/ 119259 w 479294"/>
                <a:gd name="connsiteY67" fmla="*/ 731895 h 1230505"/>
                <a:gd name="connsiteX68" fmla="*/ 111133 w 479294"/>
                <a:gd name="connsiteY68" fmla="*/ 673130 h 1230505"/>
                <a:gd name="connsiteX69" fmla="*/ 109936 w 479294"/>
                <a:gd name="connsiteY69" fmla="*/ 673130 h 1230505"/>
                <a:gd name="connsiteX70" fmla="*/ 107798 w 479294"/>
                <a:gd name="connsiteY70" fmla="*/ 665517 h 1230505"/>
                <a:gd name="connsiteX71" fmla="*/ 98473 w 479294"/>
                <a:gd name="connsiteY71" fmla="*/ 653798 h 1230505"/>
                <a:gd name="connsiteX72" fmla="*/ 84957 w 479294"/>
                <a:gd name="connsiteY72" fmla="*/ 643875 h 1230505"/>
                <a:gd name="connsiteX73" fmla="*/ 74778 w 479294"/>
                <a:gd name="connsiteY73" fmla="*/ 628564 h 1230505"/>
                <a:gd name="connsiteX74" fmla="*/ 70245 w 479294"/>
                <a:gd name="connsiteY74" fmla="*/ 616246 h 1230505"/>
                <a:gd name="connsiteX75" fmla="*/ 58869 w 479294"/>
                <a:gd name="connsiteY75" fmla="*/ 599395 h 1230505"/>
                <a:gd name="connsiteX76" fmla="*/ 9939 w 479294"/>
                <a:gd name="connsiteY76" fmla="*/ 531476 h 1230505"/>
                <a:gd name="connsiteX77" fmla="*/ 3354 w 479294"/>
                <a:gd name="connsiteY77" fmla="*/ 520955 h 1230505"/>
                <a:gd name="connsiteX78" fmla="*/ 2755 w 479294"/>
                <a:gd name="connsiteY78" fmla="*/ 499912 h 1230505"/>
                <a:gd name="connsiteX79" fmla="*/ 17 w 479294"/>
                <a:gd name="connsiteY79" fmla="*/ 477073 h 1230505"/>
                <a:gd name="connsiteX80" fmla="*/ 4551 w 479294"/>
                <a:gd name="connsiteY80" fmla="*/ 442516 h 1230505"/>
                <a:gd name="connsiteX81" fmla="*/ 8143 w 479294"/>
                <a:gd name="connsiteY81" fmla="*/ 422670 h 1230505"/>
                <a:gd name="connsiteX82" fmla="*/ 10281 w 479294"/>
                <a:gd name="connsiteY82" fmla="*/ 410353 h 1230505"/>
                <a:gd name="connsiteX83" fmla="*/ 12420 w 479294"/>
                <a:gd name="connsiteY83" fmla="*/ 384862 h 1230505"/>
                <a:gd name="connsiteX84" fmla="*/ 12077 w 479294"/>
                <a:gd name="connsiteY84" fmla="*/ 350047 h 1230505"/>
                <a:gd name="connsiteX85" fmla="*/ 12420 w 479294"/>
                <a:gd name="connsiteY85" fmla="*/ 315233 h 1230505"/>
                <a:gd name="connsiteX86" fmla="*/ 16954 w 479294"/>
                <a:gd name="connsiteY86" fmla="*/ 302316 h 1230505"/>
                <a:gd name="connsiteX87" fmla="*/ 14216 w 479294"/>
                <a:gd name="connsiteY87" fmla="*/ 283412 h 1230505"/>
                <a:gd name="connsiteX88" fmla="*/ 20803 w 479294"/>
                <a:gd name="connsiteY88" fmla="*/ 256381 h 1230505"/>
                <a:gd name="connsiteX89" fmla="*/ 39708 w 479294"/>
                <a:gd name="connsiteY89" fmla="*/ 238931 h 1230505"/>
                <a:gd name="connsiteX90" fmla="*/ 64000 w 479294"/>
                <a:gd name="connsiteY90" fmla="*/ 223278 h 1230505"/>
                <a:gd name="connsiteX91" fmla="*/ 82647 w 479294"/>
                <a:gd name="connsiteY91" fmla="*/ 212158 h 1230505"/>
                <a:gd name="connsiteX92" fmla="*/ 110619 w 479294"/>
                <a:gd name="connsiteY92" fmla="*/ 197103 h 1230505"/>
                <a:gd name="connsiteX93" fmla="*/ 120543 w 479294"/>
                <a:gd name="connsiteY93" fmla="*/ 192312 h 1230505"/>
                <a:gd name="connsiteX94" fmla="*/ 127130 w 479294"/>
                <a:gd name="connsiteY94" fmla="*/ 183330 h 1230505"/>
                <a:gd name="connsiteX95" fmla="*/ 124991 w 479294"/>
                <a:gd name="connsiteY95" fmla="*/ 177942 h 1230505"/>
                <a:gd name="connsiteX96" fmla="*/ 124477 w 479294"/>
                <a:gd name="connsiteY96" fmla="*/ 176744 h 1230505"/>
                <a:gd name="connsiteX97" fmla="*/ 122253 w 479294"/>
                <a:gd name="connsiteY97" fmla="*/ 174349 h 1230505"/>
                <a:gd name="connsiteX98" fmla="*/ 101211 w 479294"/>
                <a:gd name="connsiteY98" fmla="*/ 160834 h 1230505"/>
                <a:gd name="connsiteX99" fmla="*/ 91287 w 479294"/>
                <a:gd name="connsiteY99" fmla="*/ 153306 h 1230505"/>
                <a:gd name="connsiteX100" fmla="*/ 75378 w 479294"/>
                <a:gd name="connsiteY100" fmla="*/ 135001 h 1230505"/>
                <a:gd name="connsiteX101" fmla="*/ 56731 w 479294"/>
                <a:gd name="connsiteY101" fmla="*/ 101983 h 1230505"/>
                <a:gd name="connsiteX102" fmla="*/ 49802 w 479294"/>
                <a:gd name="connsiteY102" fmla="*/ 56903 h 1230505"/>
                <a:gd name="connsiteX103" fmla="*/ 60580 w 479294"/>
                <a:gd name="connsiteY103" fmla="*/ 37400 h 1230505"/>
                <a:gd name="connsiteX104" fmla="*/ 64514 w 479294"/>
                <a:gd name="connsiteY104" fmla="*/ 31070 h 1230505"/>
                <a:gd name="connsiteX105" fmla="*/ 69902 w 479294"/>
                <a:gd name="connsiteY105" fmla="*/ 22089 h 1230505"/>
                <a:gd name="connsiteX106" fmla="*/ 76831 w 479294"/>
                <a:gd name="connsiteY106" fmla="*/ 20891 h 1230505"/>
                <a:gd name="connsiteX107" fmla="*/ 83161 w 479294"/>
                <a:gd name="connsiteY107" fmla="*/ 13107 h 1230505"/>
                <a:gd name="connsiteX108" fmla="*/ 91287 w 479294"/>
                <a:gd name="connsiteY108" fmla="*/ 11909 h 1230505"/>
                <a:gd name="connsiteX109" fmla="*/ 106941 w 479294"/>
                <a:gd name="connsiteY109" fmla="*/ 190 h 1230505"/>
                <a:gd name="connsiteX110" fmla="*/ 131235 w 479294"/>
                <a:gd name="connsiteY110" fmla="*/ 2928 h 1230505"/>
                <a:gd name="connsiteX111" fmla="*/ 187093 w 479294"/>
                <a:gd name="connsiteY111" fmla="*/ 22773 h 1230505"/>
                <a:gd name="connsiteX112" fmla="*/ 222505 w 479294"/>
                <a:gd name="connsiteY112" fmla="*/ 67168 h 1230505"/>
                <a:gd name="connsiteX113" fmla="*/ 234225 w 479294"/>
                <a:gd name="connsiteY113" fmla="*/ 63575 h 1230505"/>
                <a:gd name="connsiteX114" fmla="*/ 241152 w 479294"/>
                <a:gd name="connsiteY114" fmla="*/ 80683 h 1230505"/>
                <a:gd name="connsiteX115" fmla="*/ 237560 w 479294"/>
                <a:gd name="connsiteY115" fmla="*/ 86414 h 1230505"/>
                <a:gd name="connsiteX116" fmla="*/ 253812 w 479294"/>
                <a:gd name="connsiteY116" fmla="*/ 123966 h 1230505"/>
                <a:gd name="connsiteX117" fmla="*/ 256807 w 479294"/>
                <a:gd name="connsiteY117" fmla="*/ 147147 h 1230505"/>
                <a:gd name="connsiteX118" fmla="*/ 245429 w 479294"/>
                <a:gd name="connsiteY118" fmla="*/ 168190 h 1230505"/>
                <a:gd name="connsiteX119" fmla="*/ 242694 w 479294"/>
                <a:gd name="connsiteY119" fmla="*/ 167591 h 1230505"/>
                <a:gd name="connsiteX120" fmla="*/ 272119 w 479294"/>
                <a:gd name="connsiteY120" fmla="*/ 175375 h 1230505"/>
                <a:gd name="connsiteX121" fmla="*/ 303083 w 479294"/>
                <a:gd name="connsiteY121" fmla="*/ 178968 h 1230505"/>
                <a:gd name="connsiteX122" fmla="*/ 327976 w 479294"/>
                <a:gd name="connsiteY122" fmla="*/ 187094 h 1230505"/>
                <a:gd name="connsiteX123" fmla="*/ 350815 w 479294"/>
                <a:gd name="connsiteY123" fmla="*/ 247742 h 1230505"/>
                <a:gd name="connsiteX124" fmla="*/ 376305 w 479294"/>
                <a:gd name="connsiteY124" fmla="*/ 361595 h 1230505"/>
                <a:gd name="connsiteX125" fmla="*/ 379300 w 479294"/>
                <a:gd name="connsiteY125" fmla="*/ 461933 h 1230505"/>
                <a:gd name="connsiteX126" fmla="*/ 383491 w 479294"/>
                <a:gd name="connsiteY126" fmla="*/ 482377 h 1230505"/>
                <a:gd name="connsiteX127" fmla="*/ 391874 w 479294"/>
                <a:gd name="connsiteY127" fmla="*/ 528311 h 1230505"/>
                <a:gd name="connsiteX128" fmla="*/ 398803 w 479294"/>
                <a:gd name="connsiteY128" fmla="*/ 542426 h 1230505"/>
                <a:gd name="connsiteX129" fmla="*/ 400942 w 479294"/>
                <a:gd name="connsiteY129" fmla="*/ 593151 h 1230505"/>
                <a:gd name="connsiteX130" fmla="*/ 395637 w 479294"/>
                <a:gd name="connsiteY130" fmla="*/ 611199 h 1230505"/>
                <a:gd name="connsiteX131" fmla="*/ 393756 w 479294"/>
                <a:gd name="connsiteY131" fmla="*/ 617273 h 1230505"/>
                <a:gd name="connsiteX132" fmla="*/ 399743 w 479294"/>
                <a:gd name="connsiteY132" fmla="*/ 647212 h 1230505"/>
                <a:gd name="connsiteX133" fmla="*/ 389821 w 479294"/>
                <a:gd name="connsiteY133" fmla="*/ 641823 h 1230505"/>
                <a:gd name="connsiteX134" fmla="*/ 388368 w 479294"/>
                <a:gd name="connsiteY134" fmla="*/ 639770 h 1230505"/>
                <a:gd name="connsiteX135" fmla="*/ 385972 w 479294"/>
                <a:gd name="connsiteY135" fmla="*/ 651403 h 1230505"/>
                <a:gd name="connsiteX136" fmla="*/ 385373 w 479294"/>
                <a:gd name="connsiteY136" fmla="*/ 688014 h 1230505"/>
                <a:gd name="connsiteX137" fmla="*/ 407614 w 479294"/>
                <a:gd name="connsiteY137" fmla="*/ 831549 h 1230505"/>
                <a:gd name="connsiteX138" fmla="*/ 410607 w 479294"/>
                <a:gd name="connsiteY138" fmla="*/ 895789 h 1230505"/>
                <a:gd name="connsiteX139" fmla="*/ 400428 w 479294"/>
                <a:gd name="connsiteY139" fmla="*/ 943264 h 1230505"/>
                <a:gd name="connsiteX140" fmla="*/ 393242 w 479294"/>
                <a:gd name="connsiteY140" fmla="*/ 1012979 h 1230505"/>
                <a:gd name="connsiteX141" fmla="*/ 390847 w 479294"/>
                <a:gd name="connsiteY141" fmla="*/ 1071231 h 1230505"/>
                <a:gd name="connsiteX142" fmla="*/ 391446 w 479294"/>
                <a:gd name="connsiteY142" fmla="*/ 1104249 h 1230505"/>
                <a:gd name="connsiteX143" fmla="*/ 392645 w 479294"/>
                <a:gd name="connsiteY143" fmla="*/ 1161304 h 1230505"/>
                <a:gd name="connsiteX144" fmla="*/ 390847 w 479294"/>
                <a:gd name="connsiteY144" fmla="*/ 1175161 h 1230505"/>
                <a:gd name="connsiteX145" fmla="*/ 406501 w 479294"/>
                <a:gd name="connsiteY145" fmla="*/ 1190730 h 1230505"/>
                <a:gd name="connsiteX146" fmla="*/ 406501 w 479294"/>
                <a:gd name="connsiteY146" fmla="*/ 1190730 h 1230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479294" h="1230505">
                  <a:moveTo>
                    <a:pt x="292733" y="932058"/>
                  </a:moveTo>
                  <a:cubicBezTo>
                    <a:pt x="286061" y="924274"/>
                    <a:pt x="259117" y="880392"/>
                    <a:pt x="255439" y="855158"/>
                  </a:cubicBezTo>
                  <a:cubicBezTo>
                    <a:pt x="255096" y="852763"/>
                    <a:pt x="254840" y="850710"/>
                    <a:pt x="254497" y="848914"/>
                  </a:cubicBezTo>
                  <a:cubicBezTo>
                    <a:pt x="253643" y="847203"/>
                    <a:pt x="253044" y="845920"/>
                    <a:pt x="252701" y="845235"/>
                  </a:cubicBezTo>
                  <a:cubicBezTo>
                    <a:pt x="252102" y="843696"/>
                    <a:pt x="251845" y="841215"/>
                    <a:pt x="251588" y="838649"/>
                  </a:cubicBezTo>
                  <a:cubicBezTo>
                    <a:pt x="250734" y="838307"/>
                    <a:pt x="249706" y="838649"/>
                    <a:pt x="247653" y="834714"/>
                  </a:cubicBezTo>
                  <a:cubicBezTo>
                    <a:pt x="242865" y="825733"/>
                    <a:pt x="240470" y="822140"/>
                    <a:pt x="238674" y="824535"/>
                  </a:cubicBezTo>
                  <a:lnTo>
                    <a:pt x="238160" y="825647"/>
                  </a:lnTo>
                  <a:cubicBezTo>
                    <a:pt x="237475" y="828555"/>
                    <a:pt x="239185" y="834030"/>
                    <a:pt x="238674" y="841386"/>
                  </a:cubicBezTo>
                  <a:cubicBezTo>
                    <a:pt x="238245" y="847117"/>
                    <a:pt x="234994" y="858579"/>
                    <a:pt x="232427" y="869187"/>
                  </a:cubicBezTo>
                  <a:cubicBezTo>
                    <a:pt x="232087" y="875003"/>
                    <a:pt x="231402" y="880649"/>
                    <a:pt x="229606" y="882787"/>
                  </a:cubicBezTo>
                  <a:cubicBezTo>
                    <a:pt x="227810" y="895362"/>
                    <a:pt x="230802" y="912213"/>
                    <a:pt x="229006" y="930262"/>
                  </a:cubicBezTo>
                  <a:cubicBezTo>
                    <a:pt x="227210" y="948311"/>
                    <a:pt x="221223" y="982527"/>
                    <a:pt x="223618" y="1002970"/>
                  </a:cubicBezTo>
                  <a:cubicBezTo>
                    <a:pt x="226012" y="1023414"/>
                    <a:pt x="233797" y="1064217"/>
                    <a:pt x="232598" y="1086457"/>
                  </a:cubicBezTo>
                  <a:cubicBezTo>
                    <a:pt x="231402" y="1108697"/>
                    <a:pt x="224216" y="1123667"/>
                    <a:pt x="223618" y="1138721"/>
                  </a:cubicBezTo>
                  <a:cubicBezTo>
                    <a:pt x="223019" y="1153776"/>
                    <a:pt x="222420" y="1155573"/>
                    <a:pt x="226012" y="1160363"/>
                  </a:cubicBezTo>
                  <a:cubicBezTo>
                    <a:pt x="229606" y="1165153"/>
                    <a:pt x="239870" y="1169345"/>
                    <a:pt x="242865" y="1175418"/>
                  </a:cubicBezTo>
                  <a:cubicBezTo>
                    <a:pt x="245857" y="1181406"/>
                    <a:pt x="247056" y="1179011"/>
                    <a:pt x="245857" y="1188591"/>
                  </a:cubicBezTo>
                  <a:cubicBezTo>
                    <a:pt x="244661" y="1198171"/>
                    <a:pt x="242266" y="1199369"/>
                    <a:pt x="247056" y="1200567"/>
                  </a:cubicBezTo>
                  <a:cubicBezTo>
                    <a:pt x="249963" y="1201336"/>
                    <a:pt x="256550" y="1201593"/>
                    <a:pt x="261341" y="1202363"/>
                  </a:cubicBezTo>
                  <a:cubicBezTo>
                    <a:pt x="261341" y="1199626"/>
                    <a:pt x="261341" y="1197316"/>
                    <a:pt x="261512" y="1195777"/>
                  </a:cubicBezTo>
                  <a:cubicBezTo>
                    <a:pt x="262111" y="1188591"/>
                    <a:pt x="274685" y="1159165"/>
                    <a:pt x="274172" y="1153691"/>
                  </a:cubicBezTo>
                  <a:cubicBezTo>
                    <a:pt x="273572" y="1148302"/>
                    <a:pt x="274172" y="1144709"/>
                    <a:pt x="273572" y="1136840"/>
                  </a:cubicBezTo>
                  <a:cubicBezTo>
                    <a:pt x="272973" y="1129056"/>
                    <a:pt x="277764" y="1082180"/>
                    <a:pt x="280758" y="1062335"/>
                  </a:cubicBezTo>
                  <a:cubicBezTo>
                    <a:pt x="283751" y="1042489"/>
                    <a:pt x="286146" y="983040"/>
                    <a:pt x="286746" y="974058"/>
                  </a:cubicBezTo>
                  <a:cubicBezTo>
                    <a:pt x="287345" y="965076"/>
                    <a:pt x="300005" y="951818"/>
                    <a:pt x="299405" y="944034"/>
                  </a:cubicBezTo>
                  <a:cubicBezTo>
                    <a:pt x="298806" y="936249"/>
                    <a:pt x="299405" y="939842"/>
                    <a:pt x="292819" y="932058"/>
                  </a:cubicBezTo>
                  <a:lnTo>
                    <a:pt x="292819" y="932058"/>
                  </a:lnTo>
                  <a:close/>
                  <a:moveTo>
                    <a:pt x="97533" y="537721"/>
                  </a:moveTo>
                  <a:cubicBezTo>
                    <a:pt x="96934" y="533187"/>
                    <a:pt x="94795" y="532931"/>
                    <a:pt x="93939" y="528739"/>
                  </a:cubicBezTo>
                  <a:cubicBezTo>
                    <a:pt x="93085" y="524548"/>
                    <a:pt x="89748" y="521211"/>
                    <a:pt x="90005" y="515823"/>
                  </a:cubicBezTo>
                  <a:cubicBezTo>
                    <a:pt x="90347" y="510434"/>
                    <a:pt x="88466" y="505301"/>
                    <a:pt x="90947" y="497774"/>
                  </a:cubicBezTo>
                  <a:cubicBezTo>
                    <a:pt x="93340" y="490246"/>
                    <a:pt x="96934" y="481522"/>
                    <a:pt x="96335" y="475277"/>
                  </a:cubicBezTo>
                  <a:cubicBezTo>
                    <a:pt x="95735" y="468947"/>
                    <a:pt x="91458" y="463302"/>
                    <a:pt x="87010" y="462617"/>
                  </a:cubicBezTo>
                  <a:cubicBezTo>
                    <a:pt x="83076" y="462018"/>
                    <a:pt x="83675" y="465012"/>
                    <a:pt x="80425" y="467749"/>
                  </a:cubicBezTo>
                  <a:cubicBezTo>
                    <a:pt x="77088" y="470487"/>
                    <a:pt x="78287" y="478870"/>
                    <a:pt x="79227" y="485200"/>
                  </a:cubicBezTo>
                  <a:cubicBezTo>
                    <a:pt x="80169" y="491530"/>
                    <a:pt x="78627" y="490931"/>
                    <a:pt x="78030" y="495379"/>
                  </a:cubicBezTo>
                  <a:cubicBezTo>
                    <a:pt x="77431" y="499912"/>
                    <a:pt x="73496" y="504959"/>
                    <a:pt x="73496" y="509493"/>
                  </a:cubicBezTo>
                  <a:cubicBezTo>
                    <a:pt x="73496" y="514026"/>
                    <a:pt x="76831" y="514625"/>
                    <a:pt x="80425" y="515823"/>
                  </a:cubicBezTo>
                  <a:cubicBezTo>
                    <a:pt x="84017" y="517020"/>
                    <a:pt x="85214" y="522752"/>
                    <a:pt x="86156" y="525745"/>
                  </a:cubicBezTo>
                  <a:cubicBezTo>
                    <a:pt x="87010" y="528739"/>
                    <a:pt x="85813" y="530878"/>
                    <a:pt x="88209" y="535326"/>
                  </a:cubicBezTo>
                  <a:cubicBezTo>
                    <a:pt x="90604" y="539860"/>
                    <a:pt x="90005" y="541057"/>
                    <a:pt x="90947" y="543452"/>
                  </a:cubicBezTo>
                  <a:cubicBezTo>
                    <a:pt x="91715" y="545591"/>
                    <a:pt x="92999" y="552262"/>
                    <a:pt x="93425" y="552691"/>
                  </a:cubicBezTo>
                  <a:lnTo>
                    <a:pt x="93597" y="552519"/>
                  </a:lnTo>
                  <a:lnTo>
                    <a:pt x="93597" y="552691"/>
                  </a:lnTo>
                  <a:cubicBezTo>
                    <a:pt x="93597" y="552691"/>
                    <a:pt x="93597" y="552519"/>
                    <a:pt x="93597" y="552519"/>
                  </a:cubicBezTo>
                  <a:cubicBezTo>
                    <a:pt x="93854" y="550723"/>
                    <a:pt x="95992" y="545933"/>
                    <a:pt x="95992" y="545933"/>
                  </a:cubicBezTo>
                  <a:cubicBezTo>
                    <a:pt x="95992" y="545933"/>
                    <a:pt x="98131" y="542340"/>
                    <a:pt x="97448" y="537806"/>
                  </a:cubicBezTo>
                  <a:lnTo>
                    <a:pt x="97448" y="537806"/>
                  </a:lnTo>
                  <a:close/>
                  <a:moveTo>
                    <a:pt x="406244" y="1190901"/>
                  </a:moveTo>
                  <a:cubicBezTo>
                    <a:pt x="417022" y="1195691"/>
                    <a:pt x="457910" y="1196290"/>
                    <a:pt x="466293" y="1195691"/>
                  </a:cubicBezTo>
                  <a:cubicBezTo>
                    <a:pt x="474676" y="1195092"/>
                    <a:pt x="481947" y="1210147"/>
                    <a:pt x="478353" y="1212542"/>
                  </a:cubicBezTo>
                  <a:cubicBezTo>
                    <a:pt x="474761" y="1214937"/>
                    <a:pt x="438065" y="1231788"/>
                    <a:pt x="402652" y="1228709"/>
                  </a:cubicBezTo>
                  <a:cubicBezTo>
                    <a:pt x="367238" y="1225715"/>
                    <a:pt x="348591" y="1220925"/>
                    <a:pt x="346195" y="1220925"/>
                  </a:cubicBezTo>
                  <a:cubicBezTo>
                    <a:pt x="343800" y="1220925"/>
                    <a:pt x="337812" y="1228196"/>
                    <a:pt x="331825" y="1229308"/>
                  </a:cubicBezTo>
                  <a:cubicBezTo>
                    <a:pt x="325838" y="1230506"/>
                    <a:pt x="268184" y="1229308"/>
                    <a:pt x="265190" y="1229308"/>
                  </a:cubicBezTo>
                  <a:cubicBezTo>
                    <a:pt x="264590" y="1229308"/>
                    <a:pt x="264079" y="1228367"/>
                    <a:pt x="263736" y="1226827"/>
                  </a:cubicBezTo>
                  <a:cubicBezTo>
                    <a:pt x="262794" y="1227255"/>
                    <a:pt x="261769" y="1227511"/>
                    <a:pt x="260399" y="1227511"/>
                  </a:cubicBezTo>
                  <a:cubicBezTo>
                    <a:pt x="248424" y="1227511"/>
                    <a:pt x="213523" y="1226314"/>
                    <a:pt x="211128" y="1227511"/>
                  </a:cubicBezTo>
                  <a:cubicBezTo>
                    <a:pt x="208735" y="1228709"/>
                    <a:pt x="206937" y="1230506"/>
                    <a:pt x="204541" y="1230506"/>
                  </a:cubicBezTo>
                  <a:lnTo>
                    <a:pt x="126445" y="1230506"/>
                  </a:lnTo>
                  <a:cubicBezTo>
                    <a:pt x="126445" y="1230506"/>
                    <a:pt x="123450" y="1213055"/>
                    <a:pt x="127044" y="1205870"/>
                  </a:cubicBezTo>
                  <a:cubicBezTo>
                    <a:pt x="130636" y="1198685"/>
                    <a:pt x="138419" y="1190216"/>
                    <a:pt x="136026" y="1187821"/>
                  </a:cubicBezTo>
                  <a:cubicBezTo>
                    <a:pt x="133631" y="1185426"/>
                    <a:pt x="128840" y="1178839"/>
                    <a:pt x="131833" y="1167377"/>
                  </a:cubicBezTo>
                  <a:cubicBezTo>
                    <a:pt x="134827" y="1156000"/>
                    <a:pt x="130037" y="1103736"/>
                    <a:pt x="127044" y="1084490"/>
                  </a:cubicBezTo>
                  <a:cubicBezTo>
                    <a:pt x="124049" y="1065243"/>
                    <a:pt x="130037" y="937960"/>
                    <a:pt x="125845" y="919912"/>
                  </a:cubicBezTo>
                  <a:cubicBezTo>
                    <a:pt x="121654" y="901862"/>
                    <a:pt x="131833" y="834628"/>
                    <a:pt x="130636" y="804604"/>
                  </a:cubicBezTo>
                  <a:cubicBezTo>
                    <a:pt x="129439" y="774580"/>
                    <a:pt x="123450" y="741561"/>
                    <a:pt x="119259" y="731895"/>
                  </a:cubicBezTo>
                  <a:cubicBezTo>
                    <a:pt x="115495" y="723171"/>
                    <a:pt x="110619" y="685875"/>
                    <a:pt x="111133" y="673130"/>
                  </a:cubicBezTo>
                  <a:lnTo>
                    <a:pt x="109936" y="673130"/>
                  </a:lnTo>
                  <a:cubicBezTo>
                    <a:pt x="109936" y="673130"/>
                    <a:pt x="109594" y="670050"/>
                    <a:pt x="107798" y="665517"/>
                  </a:cubicBezTo>
                  <a:cubicBezTo>
                    <a:pt x="106002" y="660983"/>
                    <a:pt x="102664" y="660384"/>
                    <a:pt x="98473" y="653798"/>
                  </a:cubicBezTo>
                  <a:cubicBezTo>
                    <a:pt x="94282" y="647212"/>
                    <a:pt x="91886" y="649606"/>
                    <a:pt x="84957" y="643875"/>
                  </a:cubicBezTo>
                  <a:cubicBezTo>
                    <a:pt x="78030" y="638144"/>
                    <a:pt x="78627" y="635150"/>
                    <a:pt x="74778" y="628564"/>
                  </a:cubicBezTo>
                  <a:cubicBezTo>
                    <a:pt x="70930" y="621977"/>
                    <a:pt x="72041" y="621635"/>
                    <a:pt x="70245" y="616246"/>
                  </a:cubicBezTo>
                  <a:cubicBezTo>
                    <a:pt x="68449" y="610857"/>
                    <a:pt x="65711" y="606666"/>
                    <a:pt x="58869" y="599395"/>
                  </a:cubicBezTo>
                  <a:cubicBezTo>
                    <a:pt x="51940" y="592210"/>
                    <a:pt x="13190" y="536352"/>
                    <a:pt x="9939" y="531476"/>
                  </a:cubicBezTo>
                  <a:cubicBezTo>
                    <a:pt x="6604" y="526686"/>
                    <a:pt x="4551" y="526686"/>
                    <a:pt x="3354" y="520955"/>
                  </a:cubicBezTo>
                  <a:cubicBezTo>
                    <a:pt x="2155" y="515224"/>
                    <a:pt x="3097" y="503847"/>
                    <a:pt x="2755" y="499912"/>
                  </a:cubicBezTo>
                  <a:cubicBezTo>
                    <a:pt x="2498" y="495978"/>
                    <a:pt x="-240" y="486996"/>
                    <a:pt x="17" y="477073"/>
                  </a:cubicBezTo>
                  <a:cubicBezTo>
                    <a:pt x="359" y="467151"/>
                    <a:pt x="3609" y="450641"/>
                    <a:pt x="4551" y="442516"/>
                  </a:cubicBezTo>
                  <a:cubicBezTo>
                    <a:pt x="5493" y="434389"/>
                    <a:pt x="8143" y="426605"/>
                    <a:pt x="8143" y="422670"/>
                  </a:cubicBezTo>
                  <a:cubicBezTo>
                    <a:pt x="8143" y="418735"/>
                    <a:pt x="9939" y="415742"/>
                    <a:pt x="10281" y="410353"/>
                  </a:cubicBezTo>
                  <a:cubicBezTo>
                    <a:pt x="10538" y="404964"/>
                    <a:pt x="12420" y="392902"/>
                    <a:pt x="12420" y="384862"/>
                  </a:cubicBezTo>
                  <a:cubicBezTo>
                    <a:pt x="12420" y="376821"/>
                    <a:pt x="14558" y="369208"/>
                    <a:pt x="12077" y="350047"/>
                  </a:cubicBezTo>
                  <a:cubicBezTo>
                    <a:pt x="9684" y="330801"/>
                    <a:pt x="11480" y="319680"/>
                    <a:pt x="12420" y="315233"/>
                  </a:cubicBezTo>
                  <a:cubicBezTo>
                    <a:pt x="13362" y="310699"/>
                    <a:pt x="16354" y="307106"/>
                    <a:pt x="16954" y="302316"/>
                  </a:cubicBezTo>
                  <a:cubicBezTo>
                    <a:pt x="17553" y="297526"/>
                    <a:pt x="15500" y="294789"/>
                    <a:pt x="14216" y="283412"/>
                  </a:cubicBezTo>
                  <a:cubicBezTo>
                    <a:pt x="13019" y="271950"/>
                    <a:pt x="16354" y="262711"/>
                    <a:pt x="20803" y="256381"/>
                  </a:cubicBezTo>
                  <a:cubicBezTo>
                    <a:pt x="25336" y="250052"/>
                    <a:pt x="33379" y="241925"/>
                    <a:pt x="39708" y="238931"/>
                  </a:cubicBezTo>
                  <a:cubicBezTo>
                    <a:pt x="46038" y="235937"/>
                    <a:pt x="59210" y="225416"/>
                    <a:pt x="64000" y="223278"/>
                  </a:cubicBezTo>
                  <a:cubicBezTo>
                    <a:pt x="68791" y="221225"/>
                    <a:pt x="77259" y="215151"/>
                    <a:pt x="82647" y="212158"/>
                  </a:cubicBezTo>
                  <a:cubicBezTo>
                    <a:pt x="88037" y="209163"/>
                    <a:pt x="108481" y="199840"/>
                    <a:pt x="110619" y="197103"/>
                  </a:cubicBezTo>
                  <a:cubicBezTo>
                    <a:pt x="112672" y="194365"/>
                    <a:pt x="116009" y="194365"/>
                    <a:pt x="120543" y="192312"/>
                  </a:cubicBezTo>
                  <a:cubicBezTo>
                    <a:pt x="125077" y="190174"/>
                    <a:pt x="126873" y="185127"/>
                    <a:pt x="127130" y="183330"/>
                  </a:cubicBezTo>
                  <a:cubicBezTo>
                    <a:pt x="127472" y="181534"/>
                    <a:pt x="125588" y="180337"/>
                    <a:pt x="124991" y="177942"/>
                  </a:cubicBezTo>
                  <a:lnTo>
                    <a:pt x="124477" y="176744"/>
                  </a:lnTo>
                  <a:cubicBezTo>
                    <a:pt x="124049" y="176402"/>
                    <a:pt x="123279" y="175632"/>
                    <a:pt x="122253" y="174349"/>
                  </a:cubicBezTo>
                  <a:cubicBezTo>
                    <a:pt x="118319" y="169559"/>
                    <a:pt x="109080" y="164683"/>
                    <a:pt x="101211" y="160834"/>
                  </a:cubicBezTo>
                  <a:cubicBezTo>
                    <a:pt x="93425" y="156899"/>
                    <a:pt x="93682" y="155445"/>
                    <a:pt x="91287" y="153306"/>
                  </a:cubicBezTo>
                  <a:cubicBezTo>
                    <a:pt x="88894" y="151168"/>
                    <a:pt x="87353" y="145522"/>
                    <a:pt x="75378" y="135001"/>
                  </a:cubicBezTo>
                  <a:cubicBezTo>
                    <a:pt x="63401" y="124480"/>
                    <a:pt x="62119" y="113359"/>
                    <a:pt x="56731" y="101983"/>
                  </a:cubicBezTo>
                  <a:cubicBezTo>
                    <a:pt x="51341" y="90606"/>
                    <a:pt x="47406" y="62634"/>
                    <a:pt x="49802" y="56903"/>
                  </a:cubicBezTo>
                  <a:cubicBezTo>
                    <a:pt x="52197" y="51172"/>
                    <a:pt x="56731" y="40052"/>
                    <a:pt x="60580" y="37400"/>
                  </a:cubicBezTo>
                  <a:cubicBezTo>
                    <a:pt x="64514" y="34748"/>
                    <a:pt x="63572" y="34748"/>
                    <a:pt x="64514" y="31070"/>
                  </a:cubicBezTo>
                  <a:cubicBezTo>
                    <a:pt x="65456" y="27478"/>
                    <a:pt x="66053" y="24484"/>
                    <a:pt x="69902" y="22089"/>
                  </a:cubicBezTo>
                  <a:cubicBezTo>
                    <a:pt x="73839" y="19694"/>
                    <a:pt x="74436" y="22089"/>
                    <a:pt x="76831" y="20891"/>
                  </a:cubicBezTo>
                  <a:cubicBezTo>
                    <a:pt x="79227" y="19694"/>
                    <a:pt x="79569" y="13962"/>
                    <a:pt x="83161" y="13107"/>
                  </a:cubicBezTo>
                  <a:cubicBezTo>
                    <a:pt x="86755" y="12251"/>
                    <a:pt x="91287" y="11909"/>
                    <a:pt x="91287" y="11909"/>
                  </a:cubicBezTo>
                  <a:cubicBezTo>
                    <a:pt x="90947" y="7718"/>
                    <a:pt x="102664" y="532"/>
                    <a:pt x="106941" y="190"/>
                  </a:cubicBezTo>
                  <a:cubicBezTo>
                    <a:pt x="111133" y="-151"/>
                    <a:pt x="120115" y="-408"/>
                    <a:pt x="131235" y="2928"/>
                  </a:cubicBezTo>
                  <a:cubicBezTo>
                    <a:pt x="142356" y="6178"/>
                    <a:pt x="159464" y="3783"/>
                    <a:pt x="187093" y="22773"/>
                  </a:cubicBezTo>
                  <a:cubicBezTo>
                    <a:pt x="214722" y="41677"/>
                    <a:pt x="222505" y="67168"/>
                    <a:pt x="222505" y="67168"/>
                  </a:cubicBezTo>
                  <a:cubicBezTo>
                    <a:pt x="222505" y="67168"/>
                    <a:pt x="230034" y="64174"/>
                    <a:pt x="234225" y="63575"/>
                  </a:cubicBezTo>
                  <a:cubicBezTo>
                    <a:pt x="238417" y="62977"/>
                    <a:pt x="240555" y="76492"/>
                    <a:pt x="241152" y="80683"/>
                  </a:cubicBezTo>
                  <a:cubicBezTo>
                    <a:pt x="241752" y="84875"/>
                    <a:pt x="237560" y="86414"/>
                    <a:pt x="237560" y="86414"/>
                  </a:cubicBezTo>
                  <a:cubicBezTo>
                    <a:pt x="240555" y="91804"/>
                    <a:pt x="252872" y="118577"/>
                    <a:pt x="253812" y="123966"/>
                  </a:cubicBezTo>
                  <a:cubicBezTo>
                    <a:pt x="254754" y="129355"/>
                    <a:pt x="252359" y="130296"/>
                    <a:pt x="256807" y="147147"/>
                  </a:cubicBezTo>
                  <a:cubicBezTo>
                    <a:pt x="255610" y="161518"/>
                    <a:pt x="245429" y="168190"/>
                    <a:pt x="245429" y="168190"/>
                  </a:cubicBezTo>
                  <a:lnTo>
                    <a:pt x="242694" y="167591"/>
                  </a:lnTo>
                  <a:cubicBezTo>
                    <a:pt x="248767" y="169986"/>
                    <a:pt x="260998" y="173921"/>
                    <a:pt x="272119" y="175375"/>
                  </a:cubicBezTo>
                  <a:cubicBezTo>
                    <a:pt x="283239" y="176830"/>
                    <a:pt x="293161" y="178027"/>
                    <a:pt x="303083" y="178968"/>
                  </a:cubicBezTo>
                  <a:cubicBezTo>
                    <a:pt x="313007" y="179823"/>
                    <a:pt x="318823" y="181706"/>
                    <a:pt x="327976" y="187094"/>
                  </a:cubicBezTo>
                  <a:cubicBezTo>
                    <a:pt x="338754" y="193425"/>
                    <a:pt x="343885" y="230035"/>
                    <a:pt x="350815" y="247742"/>
                  </a:cubicBezTo>
                  <a:cubicBezTo>
                    <a:pt x="357744" y="265449"/>
                    <a:pt x="373056" y="339697"/>
                    <a:pt x="376305" y="361595"/>
                  </a:cubicBezTo>
                  <a:cubicBezTo>
                    <a:pt x="379642" y="383493"/>
                    <a:pt x="382892" y="449273"/>
                    <a:pt x="379300" y="461933"/>
                  </a:cubicBezTo>
                  <a:cubicBezTo>
                    <a:pt x="375706" y="474593"/>
                    <a:pt x="378444" y="469717"/>
                    <a:pt x="383491" y="482377"/>
                  </a:cubicBezTo>
                  <a:cubicBezTo>
                    <a:pt x="388622" y="495036"/>
                    <a:pt x="391617" y="517191"/>
                    <a:pt x="391874" y="528311"/>
                  </a:cubicBezTo>
                  <a:cubicBezTo>
                    <a:pt x="392131" y="539431"/>
                    <a:pt x="394867" y="534299"/>
                    <a:pt x="398803" y="542426"/>
                  </a:cubicBezTo>
                  <a:cubicBezTo>
                    <a:pt x="402738" y="550552"/>
                    <a:pt x="400599" y="580918"/>
                    <a:pt x="400942" y="593151"/>
                  </a:cubicBezTo>
                  <a:cubicBezTo>
                    <a:pt x="401199" y="602902"/>
                    <a:pt x="398033" y="606067"/>
                    <a:pt x="395637" y="611199"/>
                  </a:cubicBezTo>
                  <a:cubicBezTo>
                    <a:pt x="395295" y="612910"/>
                    <a:pt x="394698" y="615049"/>
                    <a:pt x="393756" y="617273"/>
                  </a:cubicBezTo>
                  <a:cubicBezTo>
                    <a:pt x="392814" y="626340"/>
                    <a:pt x="400000" y="644389"/>
                    <a:pt x="399743" y="647212"/>
                  </a:cubicBezTo>
                  <a:cubicBezTo>
                    <a:pt x="399486" y="650205"/>
                    <a:pt x="395552" y="648409"/>
                    <a:pt x="389821" y="641823"/>
                  </a:cubicBezTo>
                  <a:lnTo>
                    <a:pt x="388368" y="639770"/>
                  </a:lnTo>
                  <a:cubicBezTo>
                    <a:pt x="387597" y="642763"/>
                    <a:pt x="386826" y="646613"/>
                    <a:pt x="385972" y="651403"/>
                  </a:cubicBezTo>
                  <a:cubicBezTo>
                    <a:pt x="383577" y="665175"/>
                    <a:pt x="387169" y="675440"/>
                    <a:pt x="385373" y="688014"/>
                  </a:cubicBezTo>
                  <a:cubicBezTo>
                    <a:pt x="383577" y="700588"/>
                    <a:pt x="407614" y="805716"/>
                    <a:pt x="407614" y="831549"/>
                  </a:cubicBezTo>
                  <a:cubicBezTo>
                    <a:pt x="407614" y="857382"/>
                    <a:pt x="415997" y="874746"/>
                    <a:pt x="410607" y="895789"/>
                  </a:cubicBezTo>
                  <a:cubicBezTo>
                    <a:pt x="405219" y="916832"/>
                    <a:pt x="401625" y="931203"/>
                    <a:pt x="400428" y="943264"/>
                  </a:cubicBezTo>
                  <a:cubicBezTo>
                    <a:pt x="399229" y="955239"/>
                    <a:pt x="396836" y="1000917"/>
                    <a:pt x="393242" y="1012979"/>
                  </a:cubicBezTo>
                  <a:cubicBezTo>
                    <a:pt x="389650" y="1024954"/>
                    <a:pt x="390249" y="1062249"/>
                    <a:pt x="390847" y="1071231"/>
                  </a:cubicBezTo>
                  <a:cubicBezTo>
                    <a:pt x="391446" y="1080213"/>
                    <a:pt x="392045" y="1096465"/>
                    <a:pt x="391446" y="1104249"/>
                  </a:cubicBezTo>
                  <a:cubicBezTo>
                    <a:pt x="390847" y="1112033"/>
                    <a:pt x="392645" y="1157113"/>
                    <a:pt x="392645" y="1161304"/>
                  </a:cubicBezTo>
                  <a:cubicBezTo>
                    <a:pt x="392645" y="1165495"/>
                    <a:pt x="386655" y="1169687"/>
                    <a:pt x="390847" y="1175161"/>
                  </a:cubicBezTo>
                  <a:cubicBezTo>
                    <a:pt x="395038" y="1180550"/>
                    <a:pt x="395637" y="1185939"/>
                    <a:pt x="406501" y="1190730"/>
                  </a:cubicBezTo>
                  <a:lnTo>
                    <a:pt x="406501" y="1190730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95709BB-55B7-D5B6-8540-7D298A555C59}"/>
                </a:ext>
              </a:extLst>
            </p:cNvPr>
            <p:cNvSpPr/>
            <p:nvPr/>
          </p:nvSpPr>
          <p:spPr>
            <a:xfrm>
              <a:off x="3757929" y="4229763"/>
              <a:ext cx="344093" cy="1236497"/>
            </a:xfrm>
            <a:custGeom>
              <a:avLst/>
              <a:gdLst>
                <a:gd name="connsiteX0" fmla="*/ 20621 w 344093"/>
                <a:gd name="connsiteY0" fmla="*/ 478105 h 1236497"/>
                <a:gd name="connsiteX1" fmla="*/ 7 w 344093"/>
                <a:gd name="connsiteY1" fmla="*/ 445600 h 1236497"/>
                <a:gd name="connsiteX2" fmla="*/ 2401 w 344093"/>
                <a:gd name="connsiteY2" fmla="*/ 378879 h 1236497"/>
                <a:gd name="connsiteX3" fmla="*/ 18227 w 344093"/>
                <a:gd name="connsiteY3" fmla="*/ 315494 h 1236497"/>
                <a:gd name="connsiteX4" fmla="*/ 31143 w 344093"/>
                <a:gd name="connsiteY4" fmla="*/ 266052 h 1236497"/>
                <a:gd name="connsiteX5" fmla="*/ 68439 w 344093"/>
                <a:gd name="connsiteY5" fmla="*/ 208655 h 1236497"/>
                <a:gd name="connsiteX6" fmla="*/ 127546 w 344093"/>
                <a:gd name="connsiteY6" fmla="*/ 194969 h 1236497"/>
                <a:gd name="connsiteX7" fmla="*/ 146280 w 344093"/>
                <a:gd name="connsiteY7" fmla="*/ 182993 h 1236497"/>
                <a:gd name="connsiteX8" fmla="*/ 148161 w 344093"/>
                <a:gd name="connsiteY8" fmla="*/ 167596 h 1236497"/>
                <a:gd name="connsiteX9" fmla="*/ 147904 w 344093"/>
                <a:gd name="connsiteY9" fmla="*/ 167853 h 1236497"/>
                <a:gd name="connsiteX10" fmla="*/ 152695 w 344093"/>
                <a:gd name="connsiteY10" fmla="*/ 143388 h 1236497"/>
                <a:gd name="connsiteX11" fmla="*/ 140548 w 344093"/>
                <a:gd name="connsiteY11" fmla="*/ 127393 h 1236497"/>
                <a:gd name="connsiteX12" fmla="*/ 141147 w 344093"/>
                <a:gd name="connsiteY12" fmla="*/ 94118 h 1236497"/>
                <a:gd name="connsiteX13" fmla="*/ 143115 w 344093"/>
                <a:gd name="connsiteY13" fmla="*/ 75556 h 1236497"/>
                <a:gd name="connsiteX14" fmla="*/ 151412 w 344093"/>
                <a:gd name="connsiteY14" fmla="*/ 38431 h 1236497"/>
                <a:gd name="connsiteX15" fmla="*/ 171256 w 344093"/>
                <a:gd name="connsiteY15" fmla="*/ 15336 h 1236497"/>
                <a:gd name="connsiteX16" fmla="*/ 200683 w 344093"/>
                <a:gd name="connsiteY16" fmla="*/ 24 h 1236497"/>
                <a:gd name="connsiteX17" fmla="*/ 240971 w 344093"/>
                <a:gd name="connsiteY17" fmla="*/ 17303 h 1236497"/>
                <a:gd name="connsiteX18" fmla="*/ 265264 w 344093"/>
                <a:gd name="connsiteY18" fmla="*/ 59560 h 1236497"/>
                <a:gd name="connsiteX19" fmla="*/ 251835 w 344093"/>
                <a:gd name="connsiteY19" fmla="*/ 119095 h 1236497"/>
                <a:gd name="connsiteX20" fmla="*/ 242853 w 344093"/>
                <a:gd name="connsiteY20" fmla="*/ 136973 h 1236497"/>
                <a:gd name="connsiteX21" fmla="*/ 237122 w 344093"/>
                <a:gd name="connsiteY21" fmla="*/ 151686 h 1236497"/>
                <a:gd name="connsiteX22" fmla="*/ 231990 w 344093"/>
                <a:gd name="connsiteY22" fmla="*/ 159983 h 1236497"/>
                <a:gd name="connsiteX23" fmla="*/ 238406 w 344093"/>
                <a:gd name="connsiteY23" fmla="*/ 177775 h 1236497"/>
                <a:gd name="connsiteX24" fmla="*/ 238406 w 344093"/>
                <a:gd name="connsiteY24" fmla="*/ 181625 h 1236497"/>
                <a:gd name="connsiteX25" fmla="*/ 301277 w 344093"/>
                <a:gd name="connsiteY25" fmla="*/ 215669 h 1236497"/>
                <a:gd name="connsiteX26" fmla="*/ 337717 w 344093"/>
                <a:gd name="connsiteY26" fmla="*/ 252109 h 1236497"/>
                <a:gd name="connsiteX27" fmla="*/ 336262 w 344093"/>
                <a:gd name="connsiteY27" fmla="*/ 326015 h 1236497"/>
                <a:gd name="connsiteX28" fmla="*/ 330959 w 344093"/>
                <a:gd name="connsiteY28" fmla="*/ 340386 h 1236497"/>
                <a:gd name="connsiteX29" fmla="*/ 324715 w 344093"/>
                <a:gd name="connsiteY29" fmla="*/ 356724 h 1236497"/>
                <a:gd name="connsiteX30" fmla="*/ 314621 w 344093"/>
                <a:gd name="connsiteY30" fmla="*/ 388374 h 1236497"/>
                <a:gd name="connsiteX31" fmla="*/ 305040 w 344093"/>
                <a:gd name="connsiteY31" fmla="*/ 405139 h 1236497"/>
                <a:gd name="connsiteX32" fmla="*/ 304528 w 344093"/>
                <a:gd name="connsiteY32" fmla="*/ 429604 h 1236497"/>
                <a:gd name="connsiteX33" fmla="*/ 305040 w 344093"/>
                <a:gd name="connsiteY33" fmla="*/ 465616 h 1236497"/>
                <a:gd name="connsiteX34" fmla="*/ 307093 w 344093"/>
                <a:gd name="connsiteY34" fmla="*/ 542687 h 1236497"/>
                <a:gd name="connsiteX35" fmla="*/ 310429 w 344093"/>
                <a:gd name="connsiteY35" fmla="*/ 579640 h 1236497"/>
                <a:gd name="connsiteX36" fmla="*/ 309317 w 344093"/>
                <a:gd name="connsiteY36" fmla="*/ 606585 h 1236497"/>
                <a:gd name="connsiteX37" fmla="*/ 309317 w 344093"/>
                <a:gd name="connsiteY37" fmla="*/ 623436 h 1236497"/>
                <a:gd name="connsiteX38" fmla="*/ 306409 w 344093"/>
                <a:gd name="connsiteY38" fmla="*/ 634642 h 1236497"/>
                <a:gd name="connsiteX39" fmla="*/ 309317 w 344093"/>
                <a:gd name="connsiteY39" fmla="*/ 662955 h 1236497"/>
                <a:gd name="connsiteX40" fmla="*/ 311200 w 344093"/>
                <a:gd name="connsiteY40" fmla="*/ 691269 h 1236497"/>
                <a:gd name="connsiteX41" fmla="*/ 311200 w 344093"/>
                <a:gd name="connsiteY41" fmla="*/ 717188 h 1236497"/>
                <a:gd name="connsiteX42" fmla="*/ 312141 w 344093"/>
                <a:gd name="connsiteY42" fmla="*/ 729676 h 1236497"/>
                <a:gd name="connsiteX43" fmla="*/ 311200 w 344093"/>
                <a:gd name="connsiteY43" fmla="*/ 743106 h 1236497"/>
                <a:gd name="connsiteX44" fmla="*/ 312653 w 344093"/>
                <a:gd name="connsiteY44" fmla="*/ 759444 h 1236497"/>
                <a:gd name="connsiteX45" fmla="*/ 311200 w 344093"/>
                <a:gd name="connsiteY45" fmla="*/ 772874 h 1236497"/>
                <a:gd name="connsiteX46" fmla="*/ 309745 w 344093"/>
                <a:gd name="connsiteY46" fmla="*/ 784849 h 1236497"/>
                <a:gd name="connsiteX47" fmla="*/ 313082 w 344093"/>
                <a:gd name="connsiteY47" fmla="*/ 800246 h 1236497"/>
                <a:gd name="connsiteX48" fmla="*/ 310686 w 344093"/>
                <a:gd name="connsiteY48" fmla="*/ 822316 h 1236497"/>
                <a:gd name="connsiteX49" fmla="*/ 313594 w 344093"/>
                <a:gd name="connsiteY49" fmla="*/ 841990 h 1236497"/>
                <a:gd name="connsiteX50" fmla="*/ 319838 w 344093"/>
                <a:gd name="connsiteY50" fmla="*/ 878515 h 1236497"/>
                <a:gd name="connsiteX51" fmla="*/ 321721 w 344093"/>
                <a:gd name="connsiteY51" fmla="*/ 903492 h 1236497"/>
                <a:gd name="connsiteX52" fmla="*/ 321721 w 344093"/>
                <a:gd name="connsiteY52" fmla="*/ 947631 h 1236497"/>
                <a:gd name="connsiteX53" fmla="*/ 325570 w 344093"/>
                <a:gd name="connsiteY53" fmla="*/ 975431 h 1236497"/>
                <a:gd name="connsiteX54" fmla="*/ 319326 w 344093"/>
                <a:gd name="connsiteY54" fmla="*/ 1044034 h 1236497"/>
                <a:gd name="connsiteX55" fmla="*/ 315990 w 344093"/>
                <a:gd name="connsiteY55" fmla="*/ 1081928 h 1236497"/>
                <a:gd name="connsiteX56" fmla="*/ 315477 w 344093"/>
                <a:gd name="connsiteY56" fmla="*/ 1110755 h 1236497"/>
                <a:gd name="connsiteX57" fmla="*/ 315990 w 344093"/>
                <a:gd name="connsiteY57" fmla="*/ 1141977 h 1236497"/>
                <a:gd name="connsiteX58" fmla="*/ 313594 w 344093"/>
                <a:gd name="connsiteY58" fmla="*/ 1163618 h 1236497"/>
                <a:gd name="connsiteX59" fmla="*/ 317444 w 344093"/>
                <a:gd name="connsiteY59" fmla="*/ 1185174 h 1236497"/>
                <a:gd name="connsiteX60" fmla="*/ 317957 w 344093"/>
                <a:gd name="connsiteY60" fmla="*/ 1199545 h 1236497"/>
                <a:gd name="connsiteX61" fmla="*/ 314108 w 344093"/>
                <a:gd name="connsiteY61" fmla="*/ 1221101 h 1236497"/>
                <a:gd name="connsiteX62" fmla="*/ 314621 w 344093"/>
                <a:gd name="connsiteY62" fmla="*/ 1234103 h 1236497"/>
                <a:gd name="connsiteX63" fmla="*/ 249868 w 344093"/>
                <a:gd name="connsiteY63" fmla="*/ 1236498 h 1236497"/>
                <a:gd name="connsiteX64" fmla="*/ 241228 w 344093"/>
                <a:gd name="connsiteY64" fmla="*/ 1233590 h 1236497"/>
                <a:gd name="connsiteX65" fmla="*/ 213856 w 344093"/>
                <a:gd name="connsiteY65" fmla="*/ 1235044 h 1236497"/>
                <a:gd name="connsiteX66" fmla="*/ 196063 w 344093"/>
                <a:gd name="connsiteY66" fmla="*/ 1227859 h 1236497"/>
                <a:gd name="connsiteX67" fmla="*/ 199913 w 344093"/>
                <a:gd name="connsiteY67" fmla="*/ 1213916 h 1236497"/>
                <a:gd name="connsiteX68" fmla="*/ 218133 w 344093"/>
                <a:gd name="connsiteY68" fmla="*/ 1204763 h 1236497"/>
                <a:gd name="connsiteX69" fmla="*/ 225318 w 344093"/>
                <a:gd name="connsiteY69" fmla="*/ 1196123 h 1236497"/>
                <a:gd name="connsiteX70" fmla="*/ 217106 w 344093"/>
                <a:gd name="connsiteY70" fmla="*/ 1186971 h 1236497"/>
                <a:gd name="connsiteX71" fmla="*/ 221896 w 344093"/>
                <a:gd name="connsiteY71" fmla="*/ 1172087 h 1236497"/>
                <a:gd name="connsiteX72" fmla="*/ 220015 w 344093"/>
                <a:gd name="connsiteY72" fmla="*/ 1150017 h 1236497"/>
                <a:gd name="connsiteX73" fmla="*/ 232503 w 344093"/>
                <a:gd name="connsiteY73" fmla="*/ 1106820 h 1236497"/>
                <a:gd name="connsiteX74" fmla="*/ 217619 w 344093"/>
                <a:gd name="connsiteY74" fmla="*/ 1004087 h 1236497"/>
                <a:gd name="connsiteX75" fmla="*/ 211888 w 344093"/>
                <a:gd name="connsiteY75" fmla="*/ 905717 h 1236497"/>
                <a:gd name="connsiteX76" fmla="*/ 210177 w 344093"/>
                <a:gd name="connsiteY76" fmla="*/ 883476 h 1236497"/>
                <a:gd name="connsiteX77" fmla="*/ 202479 w 344093"/>
                <a:gd name="connsiteY77" fmla="*/ 831810 h 1236497"/>
                <a:gd name="connsiteX78" fmla="*/ 188108 w 344093"/>
                <a:gd name="connsiteY78" fmla="*/ 775354 h 1236497"/>
                <a:gd name="connsiteX79" fmla="*/ 182034 w 344093"/>
                <a:gd name="connsiteY79" fmla="*/ 760043 h 1236497"/>
                <a:gd name="connsiteX80" fmla="*/ 177502 w 344093"/>
                <a:gd name="connsiteY80" fmla="*/ 751917 h 1236497"/>
                <a:gd name="connsiteX81" fmla="*/ 168948 w 344093"/>
                <a:gd name="connsiteY81" fmla="*/ 737546 h 1236497"/>
                <a:gd name="connsiteX82" fmla="*/ 167322 w 344093"/>
                <a:gd name="connsiteY82" fmla="*/ 738829 h 1236497"/>
                <a:gd name="connsiteX83" fmla="*/ 165867 w 344093"/>
                <a:gd name="connsiteY83" fmla="*/ 759017 h 1236497"/>
                <a:gd name="connsiteX84" fmla="*/ 162018 w 344093"/>
                <a:gd name="connsiteY84" fmla="*/ 773387 h 1236497"/>
                <a:gd name="connsiteX85" fmla="*/ 165355 w 344093"/>
                <a:gd name="connsiteY85" fmla="*/ 782968 h 1236497"/>
                <a:gd name="connsiteX86" fmla="*/ 165867 w 344093"/>
                <a:gd name="connsiteY86" fmla="*/ 812735 h 1236497"/>
                <a:gd name="connsiteX87" fmla="*/ 165355 w 344093"/>
                <a:gd name="connsiteY87" fmla="*/ 831896 h 1236497"/>
                <a:gd name="connsiteX88" fmla="*/ 166809 w 344093"/>
                <a:gd name="connsiteY88" fmla="*/ 882279 h 1236497"/>
                <a:gd name="connsiteX89" fmla="*/ 161506 w 344093"/>
                <a:gd name="connsiteY89" fmla="*/ 906230 h 1236497"/>
                <a:gd name="connsiteX90" fmla="*/ 165783 w 344093"/>
                <a:gd name="connsiteY90" fmla="*/ 926417 h 1236497"/>
                <a:gd name="connsiteX91" fmla="*/ 163814 w 344093"/>
                <a:gd name="connsiteY91" fmla="*/ 957126 h 1236497"/>
                <a:gd name="connsiteX92" fmla="*/ 166210 w 344093"/>
                <a:gd name="connsiteY92" fmla="*/ 994592 h 1236497"/>
                <a:gd name="connsiteX93" fmla="*/ 169118 w 344093"/>
                <a:gd name="connsiteY93" fmla="*/ 1078079 h 1236497"/>
                <a:gd name="connsiteX94" fmla="*/ 173395 w 344093"/>
                <a:gd name="connsiteY94" fmla="*/ 1121789 h 1236497"/>
                <a:gd name="connsiteX95" fmla="*/ 179126 w 344093"/>
                <a:gd name="connsiteY95" fmla="*/ 1140009 h 1236497"/>
                <a:gd name="connsiteX96" fmla="*/ 176218 w 344093"/>
                <a:gd name="connsiteY96" fmla="*/ 1174567 h 1236497"/>
                <a:gd name="connsiteX97" fmla="*/ 181949 w 344093"/>
                <a:gd name="connsiteY97" fmla="*/ 1213488 h 1236497"/>
                <a:gd name="connsiteX98" fmla="*/ 182463 w 344093"/>
                <a:gd name="connsiteY98" fmla="*/ 1234616 h 1236497"/>
                <a:gd name="connsiteX99" fmla="*/ 110952 w 344093"/>
                <a:gd name="connsiteY99" fmla="*/ 1235129 h 1236497"/>
                <a:gd name="connsiteX100" fmla="*/ 98976 w 344093"/>
                <a:gd name="connsiteY100" fmla="*/ 1232734 h 1236497"/>
                <a:gd name="connsiteX101" fmla="*/ 34650 w 344093"/>
                <a:gd name="connsiteY101" fmla="*/ 1236070 h 1236497"/>
                <a:gd name="connsiteX102" fmla="*/ 13522 w 344093"/>
                <a:gd name="connsiteY102" fmla="*/ 1229313 h 1236497"/>
                <a:gd name="connsiteX103" fmla="*/ 19766 w 344093"/>
                <a:gd name="connsiteY103" fmla="*/ 1216824 h 1236497"/>
                <a:gd name="connsiteX104" fmla="*/ 56206 w 344093"/>
                <a:gd name="connsiteY104" fmla="*/ 1207243 h 1236497"/>
                <a:gd name="connsiteX105" fmla="*/ 73998 w 344093"/>
                <a:gd name="connsiteY105" fmla="*/ 1193300 h 1236497"/>
                <a:gd name="connsiteX106" fmla="*/ 83066 w 344093"/>
                <a:gd name="connsiteY106" fmla="*/ 1178930 h 1236497"/>
                <a:gd name="connsiteX107" fmla="*/ 94101 w 344093"/>
                <a:gd name="connsiteY107" fmla="*/ 1164559 h 1236497"/>
                <a:gd name="connsiteX108" fmla="*/ 82125 w 344093"/>
                <a:gd name="connsiteY108" fmla="*/ 1073802 h 1236497"/>
                <a:gd name="connsiteX109" fmla="*/ 77848 w 344093"/>
                <a:gd name="connsiteY109" fmla="*/ 976372 h 1236497"/>
                <a:gd name="connsiteX110" fmla="*/ 65358 w 344093"/>
                <a:gd name="connsiteY110" fmla="*/ 872185 h 1236497"/>
                <a:gd name="connsiteX111" fmla="*/ 35591 w 344093"/>
                <a:gd name="connsiteY111" fmla="*/ 742593 h 1236497"/>
                <a:gd name="connsiteX112" fmla="*/ 32255 w 344093"/>
                <a:gd name="connsiteY112" fmla="*/ 683057 h 1236497"/>
                <a:gd name="connsiteX113" fmla="*/ 28577 w 344093"/>
                <a:gd name="connsiteY113" fmla="*/ 646618 h 1236497"/>
                <a:gd name="connsiteX114" fmla="*/ 15489 w 344093"/>
                <a:gd name="connsiteY114" fmla="*/ 637978 h 1236497"/>
                <a:gd name="connsiteX115" fmla="*/ 32854 w 344093"/>
                <a:gd name="connsiteY115" fmla="*/ 483836 h 1236497"/>
                <a:gd name="connsiteX116" fmla="*/ 20194 w 344093"/>
                <a:gd name="connsiteY116" fmla="*/ 477933 h 1236497"/>
                <a:gd name="connsiteX117" fmla="*/ 20194 w 344093"/>
                <a:gd name="connsiteY117" fmla="*/ 477933 h 123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344093" h="1236497">
                  <a:moveTo>
                    <a:pt x="20621" y="478105"/>
                  </a:moveTo>
                  <a:cubicBezTo>
                    <a:pt x="18569" y="477677"/>
                    <a:pt x="-421" y="466728"/>
                    <a:pt x="7" y="445600"/>
                  </a:cubicBezTo>
                  <a:cubicBezTo>
                    <a:pt x="520" y="424471"/>
                    <a:pt x="-507" y="393250"/>
                    <a:pt x="2401" y="378879"/>
                  </a:cubicBezTo>
                  <a:cubicBezTo>
                    <a:pt x="5311" y="364508"/>
                    <a:pt x="18740" y="330378"/>
                    <a:pt x="18227" y="315494"/>
                  </a:cubicBezTo>
                  <a:cubicBezTo>
                    <a:pt x="17713" y="300610"/>
                    <a:pt x="21135" y="284785"/>
                    <a:pt x="31143" y="266052"/>
                  </a:cubicBezTo>
                  <a:cubicBezTo>
                    <a:pt x="41237" y="247319"/>
                    <a:pt x="53554" y="215413"/>
                    <a:pt x="68439" y="208655"/>
                  </a:cubicBezTo>
                  <a:cubicBezTo>
                    <a:pt x="83323" y="201983"/>
                    <a:pt x="119933" y="201213"/>
                    <a:pt x="127546" y="194969"/>
                  </a:cubicBezTo>
                  <a:cubicBezTo>
                    <a:pt x="135245" y="188724"/>
                    <a:pt x="146707" y="186843"/>
                    <a:pt x="146280" y="182993"/>
                  </a:cubicBezTo>
                  <a:cubicBezTo>
                    <a:pt x="145937" y="180085"/>
                    <a:pt x="146023" y="173071"/>
                    <a:pt x="148161" y="167596"/>
                  </a:cubicBezTo>
                  <a:lnTo>
                    <a:pt x="147904" y="167853"/>
                  </a:lnTo>
                  <a:cubicBezTo>
                    <a:pt x="147904" y="167853"/>
                    <a:pt x="153978" y="145869"/>
                    <a:pt x="152695" y="143388"/>
                  </a:cubicBezTo>
                  <a:cubicBezTo>
                    <a:pt x="151412" y="140822"/>
                    <a:pt x="141831" y="135091"/>
                    <a:pt x="140548" y="127393"/>
                  </a:cubicBezTo>
                  <a:cubicBezTo>
                    <a:pt x="139265" y="119694"/>
                    <a:pt x="142430" y="99849"/>
                    <a:pt x="141147" y="94118"/>
                  </a:cubicBezTo>
                  <a:cubicBezTo>
                    <a:pt x="139864" y="88387"/>
                    <a:pt x="139864" y="79405"/>
                    <a:pt x="143115" y="75556"/>
                  </a:cubicBezTo>
                  <a:cubicBezTo>
                    <a:pt x="146280" y="71706"/>
                    <a:pt x="146280" y="49979"/>
                    <a:pt x="151412" y="38431"/>
                  </a:cubicBezTo>
                  <a:cubicBezTo>
                    <a:pt x="156544" y="26884"/>
                    <a:pt x="168091" y="17303"/>
                    <a:pt x="171256" y="15336"/>
                  </a:cubicBezTo>
                  <a:cubicBezTo>
                    <a:pt x="174507" y="13454"/>
                    <a:pt x="177672" y="-660"/>
                    <a:pt x="200683" y="24"/>
                  </a:cubicBezTo>
                  <a:cubicBezTo>
                    <a:pt x="221212" y="623"/>
                    <a:pt x="232076" y="10289"/>
                    <a:pt x="240971" y="17303"/>
                  </a:cubicBezTo>
                  <a:cubicBezTo>
                    <a:pt x="249953" y="24318"/>
                    <a:pt x="262099" y="36550"/>
                    <a:pt x="265264" y="59560"/>
                  </a:cubicBezTo>
                  <a:cubicBezTo>
                    <a:pt x="268430" y="82570"/>
                    <a:pt x="256967" y="110113"/>
                    <a:pt x="251835" y="119095"/>
                  </a:cubicBezTo>
                  <a:cubicBezTo>
                    <a:pt x="246703" y="128077"/>
                    <a:pt x="243538" y="128676"/>
                    <a:pt x="242853" y="136973"/>
                  </a:cubicBezTo>
                  <a:cubicBezTo>
                    <a:pt x="242255" y="145271"/>
                    <a:pt x="238406" y="147238"/>
                    <a:pt x="237122" y="151686"/>
                  </a:cubicBezTo>
                  <a:cubicBezTo>
                    <a:pt x="235839" y="156134"/>
                    <a:pt x="232674" y="158101"/>
                    <a:pt x="231990" y="159983"/>
                  </a:cubicBezTo>
                  <a:cubicBezTo>
                    <a:pt x="231990" y="159983"/>
                    <a:pt x="238406" y="173926"/>
                    <a:pt x="238406" y="177775"/>
                  </a:cubicBezTo>
                  <a:lnTo>
                    <a:pt x="238406" y="181625"/>
                  </a:lnTo>
                  <a:cubicBezTo>
                    <a:pt x="238406" y="181625"/>
                    <a:pt x="278266" y="200786"/>
                    <a:pt x="301277" y="215669"/>
                  </a:cubicBezTo>
                  <a:cubicBezTo>
                    <a:pt x="324287" y="230553"/>
                    <a:pt x="333867" y="242101"/>
                    <a:pt x="337717" y="252109"/>
                  </a:cubicBezTo>
                  <a:cubicBezTo>
                    <a:pt x="341566" y="262203"/>
                    <a:pt x="350634" y="290944"/>
                    <a:pt x="336262" y="326015"/>
                  </a:cubicBezTo>
                  <a:cubicBezTo>
                    <a:pt x="336262" y="326015"/>
                    <a:pt x="337717" y="330806"/>
                    <a:pt x="330959" y="340386"/>
                  </a:cubicBezTo>
                  <a:cubicBezTo>
                    <a:pt x="324287" y="349967"/>
                    <a:pt x="325656" y="350907"/>
                    <a:pt x="324715" y="356724"/>
                  </a:cubicBezTo>
                  <a:cubicBezTo>
                    <a:pt x="323774" y="362455"/>
                    <a:pt x="318983" y="377852"/>
                    <a:pt x="314621" y="388374"/>
                  </a:cubicBezTo>
                  <a:cubicBezTo>
                    <a:pt x="310258" y="398895"/>
                    <a:pt x="305468" y="401290"/>
                    <a:pt x="305040" y="405139"/>
                  </a:cubicBezTo>
                  <a:cubicBezTo>
                    <a:pt x="304528" y="408988"/>
                    <a:pt x="304100" y="423359"/>
                    <a:pt x="304528" y="429604"/>
                  </a:cubicBezTo>
                  <a:cubicBezTo>
                    <a:pt x="305040" y="435848"/>
                    <a:pt x="306324" y="452870"/>
                    <a:pt x="305040" y="465616"/>
                  </a:cubicBezTo>
                  <a:cubicBezTo>
                    <a:pt x="302646" y="488883"/>
                    <a:pt x="305981" y="528744"/>
                    <a:pt x="307093" y="542687"/>
                  </a:cubicBezTo>
                  <a:cubicBezTo>
                    <a:pt x="309317" y="570744"/>
                    <a:pt x="310429" y="579640"/>
                    <a:pt x="310429" y="579640"/>
                  </a:cubicBezTo>
                  <a:cubicBezTo>
                    <a:pt x="310429" y="579640"/>
                    <a:pt x="314022" y="596748"/>
                    <a:pt x="309317" y="606585"/>
                  </a:cubicBezTo>
                  <a:cubicBezTo>
                    <a:pt x="310686" y="610520"/>
                    <a:pt x="308376" y="621126"/>
                    <a:pt x="309317" y="623436"/>
                  </a:cubicBezTo>
                  <a:cubicBezTo>
                    <a:pt x="312653" y="631562"/>
                    <a:pt x="307864" y="628398"/>
                    <a:pt x="306409" y="634642"/>
                  </a:cubicBezTo>
                  <a:cubicBezTo>
                    <a:pt x="304955" y="640887"/>
                    <a:pt x="309745" y="652862"/>
                    <a:pt x="309317" y="662955"/>
                  </a:cubicBezTo>
                  <a:cubicBezTo>
                    <a:pt x="308805" y="673049"/>
                    <a:pt x="312653" y="681689"/>
                    <a:pt x="311200" y="691269"/>
                  </a:cubicBezTo>
                  <a:cubicBezTo>
                    <a:pt x="309745" y="700849"/>
                    <a:pt x="310686" y="708035"/>
                    <a:pt x="311200" y="717188"/>
                  </a:cubicBezTo>
                  <a:cubicBezTo>
                    <a:pt x="311713" y="726340"/>
                    <a:pt x="314108" y="726340"/>
                    <a:pt x="312141" y="729676"/>
                  </a:cubicBezTo>
                  <a:cubicBezTo>
                    <a:pt x="310172" y="733012"/>
                    <a:pt x="311200" y="739770"/>
                    <a:pt x="311200" y="743106"/>
                  </a:cubicBezTo>
                  <a:cubicBezTo>
                    <a:pt x="311200" y="746442"/>
                    <a:pt x="313594" y="752686"/>
                    <a:pt x="312653" y="759444"/>
                  </a:cubicBezTo>
                  <a:cubicBezTo>
                    <a:pt x="311713" y="766116"/>
                    <a:pt x="313594" y="768084"/>
                    <a:pt x="311200" y="772874"/>
                  </a:cubicBezTo>
                  <a:cubicBezTo>
                    <a:pt x="308805" y="777664"/>
                    <a:pt x="307864" y="778177"/>
                    <a:pt x="309745" y="784849"/>
                  </a:cubicBezTo>
                  <a:cubicBezTo>
                    <a:pt x="311627" y="791607"/>
                    <a:pt x="313082" y="794430"/>
                    <a:pt x="313082" y="800246"/>
                  </a:cubicBezTo>
                  <a:cubicBezTo>
                    <a:pt x="313082" y="806063"/>
                    <a:pt x="311200" y="813676"/>
                    <a:pt x="310686" y="822316"/>
                  </a:cubicBezTo>
                  <a:cubicBezTo>
                    <a:pt x="310172" y="830955"/>
                    <a:pt x="310172" y="831468"/>
                    <a:pt x="313594" y="841990"/>
                  </a:cubicBezTo>
                  <a:cubicBezTo>
                    <a:pt x="316930" y="852597"/>
                    <a:pt x="319326" y="868421"/>
                    <a:pt x="319838" y="878515"/>
                  </a:cubicBezTo>
                  <a:cubicBezTo>
                    <a:pt x="320352" y="888609"/>
                    <a:pt x="322234" y="897248"/>
                    <a:pt x="321721" y="903492"/>
                  </a:cubicBezTo>
                  <a:cubicBezTo>
                    <a:pt x="321207" y="909737"/>
                    <a:pt x="320267" y="937109"/>
                    <a:pt x="321721" y="947631"/>
                  </a:cubicBezTo>
                  <a:cubicBezTo>
                    <a:pt x="323175" y="958152"/>
                    <a:pt x="325998" y="963456"/>
                    <a:pt x="325570" y="975431"/>
                  </a:cubicBezTo>
                  <a:cubicBezTo>
                    <a:pt x="325057" y="987407"/>
                    <a:pt x="319838" y="1028722"/>
                    <a:pt x="319326" y="1044034"/>
                  </a:cubicBezTo>
                  <a:cubicBezTo>
                    <a:pt x="318812" y="1059431"/>
                    <a:pt x="317359" y="1068070"/>
                    <a:pt x="315990" y="1081928"/>
                  </a:cubicBezTo>
                  <a:cubicBezTo>
                    <a:pt x="314535" y="1095871"/>
                    <a:pt x="315990" y="1100148"/>
                    <a:pt x="315477" y="1110755"/>
                  </a:cubicBezTo>
                  <a:cubicBezTo>
                    <a:pt x="314963" y="1121276"/>
                    <a:pt x="316930" y="1139069"/>
                    <a:pt x="315990" y="1141977"/>
                  </a:cubicBezTo>
                  <a:cubicBezTo>
                    <a:pt x="315049" y="1144885"/>
                    <a:pt x="313082" y="1150616"/>
                    <a:pt x="313594" y="1163618"/>
                  </a:cubicBezTo>
                  <a:cubicBezTo>
                    <a:pt x="314108" y="1176535"/>
                    <a:pt x="316930" y="1176535"/>
                    <a:pt x="317444" y="1185174"/>
                  </a:cubicBezTo>
                  <a:cubicBezTo>
                    <a:pt x="317957" y="1193814"/>
                    <a:pt x="320780" y="1192873"/>
                    <a:pt x="317957" y="1199545"/>
                  </a:cubicBezTo>
                  <a:cubicBezTo>
                    <a:pt x="315049" y="1206303"/>
                    <a:pt x="314621" y="1214942"/>
                    <a:pt x="314108" y="1221101"/>
                  </a:cubicBezTo>
                  <a:cubicBezTo>
                    <a:pt x="313594" y="1227345"/>
                    <a:pt x="314621" y="1234103"/>
                    <a:pt x="314621" y="1234103"/>
                  </a:cubicBezTo>
                  <a:cubicBezTo>
                    <a:pt x="314621" y="1234103"/>
                    <a:pt x="291611" y="1236498"/>
                    <a:pt x="249868" y="1236498"/>
                  </a:cubicBezTo>
                  <a:cubicBezTo>
                    <a:pt x="248413" y="1236498"/>
                    <a:pt x="244136" y="1233162"/>
                    <a:pt x="241228" y="1233590"/>
                  </a:cubicBezTo>
                  <a:cubicBezTo>
                    <a:pt x="238320" y="1234103"/>
                    <a:pt x="227285" y="1235985"/>
                    <a:pt x="213856" y="1235044"/>
                  </a:cubicBezTo>
                  <a:cubicBezTo>
                    <a:pt x="200426" y="1234103"/>
                    <a:pt x="196577" y="1230254"/>
                    <a:pt x="196063" y="1227859"/>
                  </a:cubicBezTo>
                  <a:cubicBezTo>
                    <a:pt x="195550" y="1225463"/>
                    <a:pt x="197518" y="1216824"/>
                    <a:pt x="199913" y="1213916"/>
                  </a:cubicBezTo>
                  <a:cubicBezTo>
                    <a:pt x="202307" y="1211007"/>
                    <a:pt x="212914" y="1209553"/>
                    <a:pt x="218133" y="1204763"/>
                  </a:cubicBezTo>
                  <a:cubicBezTo>
                    <a:pt x="223436" y="1199973"/>
                    <a:pt x="227285" y="1197577"/>
                    <a:pt x="225318" y="1196123"/>
                  </a:cubicBezTo>
                  <a:cubicBezTo>
                    <a:pt x="223351" y="1194669"/>
                    <a:pt x="218133" y="1190392"/>
                    <a:pt x="217106" y="1186971"/>
                  </a:cubicBezTo>
                  <a:cubicBezTo>
                    <a:pt x="216165" y="1183634"/>
                    <a:pt x="223351" y="1177390"/>
                    <a:pt x="221896" y="1172087"/>
                  </a:cubicBezTo>
                  <a:cubicBezTo>
                    <a:pt x="220442" y="1166783"/>
                    <a:pt x="218988" y="1153867"/>
                    <a:pt x="220015" y="1150017"/>
                  </a:cubicBezTo>
                  <a:cubicBezTo>
                    <a:pt x="220955" y="1146168"/>
                    <a:pt x="234385" y="1114946"/>
                    <a:pt x="232503" y="1106820"/>
                  </a:cubicBezTo>
                  <a:cubicBezTo>
                    <a:pt x="230621" y="1098694"/>
                    <a:pt x="217106" y="1023333"/>
                    <a:pt x="217619" y="1004087"/>
                  </a:cubicBezTo>
                  <a:cubicBezTo>
                    <a:pt x="218133" y="984926"/>
                    <a:pt x="212316" y="930181"/>
                    <a:pt x="211888" y="905717"/>
                  </a:cubicBezTo>
                  <a:cubicBezTo>
                    <a:pt x="211802" y="899986"/>
                    <a:pt x="211118" y="892201"/>
                    <a:pt x="210177" y="883476"/>
                  </a:cubicBezTo>
                  <a:cubicBezTo>
                    <a:pt x="207525" y="864401"/>
                    <a:pt x="204190" y="837114"/>
                    <a:pt x="202479" y="831810"/>
                  </a:cubicBezTo>
                  <a:cubicBezTo>
                    <a:pt x="200597" y="826336"/>
                    <a:pt x="195806" y="798450"/>
                    <a:pt x="188108" y="775354"/>
                  </a:cubicBezTo>
                  <a:cubicBezTo>
                    <a:pt x="186056" y="770051"/>
                    <a:pt x="184002" y="764748"/>
                    <a:pt x="182034" y="760043"/>
                  </a:cubicBezTo>
                  <a:cubicBezTo>
                    <a:pt x="180581" y="757049"/>
                    <a:pt x="179126" y="754226"/>
                    <a:pt x="177502" y="751917"/>
                  </a:cubicBezTo>
                  <a:cubicBezTo>
                    <a:pt x="173139" y="745416"/>
                    <a:pt x="170487" y="740797"/>
                    <a:pt x="168948" y="737546"/>
                  </a:cubicBezTo>
                  <a:cubicBezTo>
                    <a:pt x="167921" y="736862"/>
                    <a:pt x="167322" y="737033"/>
                    <a:pt x="167322" y="738829"/>
                  </a:cubicBezTo>
                  <a:cubicBezTo>
                    <a:pt x="167322" y="742678"/>
                    <a:pt x="167322" y="753199"/>
                    <a:pt x="165867" y="759017"/>
                  </a:cubicBezTo>
                  <a:cubicBezTo>
                    <a:pt x="164414" y="764833"/>
                    <a:pt x="159623" y="766202"/>
                    <a:pt x="162018" y="773387"/>
                  </a:cubicBezTo>
                  <a:cubicBezTo>
                    <a:pt x="164414" y="780572"/>
                    <a:pt x="166295" y="775782"/>
                    <a:pt x="165355" y="782968"/>
                  </a:cubicBezTo>
                  <a:cubicBezTo>
                    <a:pt x="164414" y="790153"/>
                    <a:pt x="165355" y="803155"/>
                    <a:pt x="165867" y="812735"/>
                  </a:cubicBezTo>
                  <a:cubicBezTo>
                    <a:pt x="166381" y="822316"/>
                    <a:pt x="165867" y="818979"/>
                    <a:pt x="165355" y="831896"/>
                  </a:cubicBezTo>
                  <a:cubicBezTo>
                    <a:pt x="164841" y="844812"/>
                    <a:pt x="168691" y="871758"/>
                    <a:pt x="166809" y="882279"/>
                  </a:cubicBezTo>
                  <a:cubicBezTo>
                    <a:pt x="164927" y="892800"/>
                    <a:pt x="161078" y="895709"/>
                    <a:pt x="161506" y="906230"/>
                  </a:cubicBezTo>
                  <a:cubicBezTo>
                    <a:pt x="162018" y="916751"/>
                    <a:pt x="167750" y="913929"/>
                    <a:pt x="165783" y="926417"/>
                  </a:cubicBezTo>
                  <a:cubicBezTo>
                    <a:pt x="163814" y="938906"/>
                    <a:pt x="164328" y="944124"/>
                    <a:pt x="163814" y="957126"/>
                  </a:cubicBezTo>
                  <a:cubicBezTo>
                    <a:pt x="163387" y="970042"/>
                    <a:pt x="166724" y="977741"/>
                    <a:pt x="166210" y="994592"/>
                  </a:cubicBezTo>
                  <a:cubicBezTo>
                    <a:pt x="165697" y="1011358"/>
                    <a:pt x="164328" y="1053187"/>
                    <a:pt x="169118" y="1078079"/>
                  </a:cubicBezTo>
                  <a:cubicBezTo>
                    <a:pt x="173909" y="1103056"/>
                    <a:pt x="172454" y="1106906"/>
                    <a:pt x="173395" y="1121789"/>
                  </a:cubicBezTo>
                  <a:cubicBezTo>
                    <a:pt x="174337" y="1136673"/>
                    <a:pt x="176731" y="1123671"/>
                    <a:pt x="179126" y="1140009"/>
                  </a:cubicBezTo>
                  <a:cubicBezTo>
                    <a:pt x="181522" y="1156347"/>
                    <a:pt x="175278" y="1157802"/>
                    <a:pt x="176218" y="1174567"/>
                  </a:cubicBezTo>
                  <a:cubicBezTo>
                    <a:pt x="177159" y="1191333"/>
                    <a:pt x="181949" y="1197577"/>
                    <a:pt x="181949" y="1213488"/>
                  </a:cubicBezTo>
                  <a:cubicBezTo>
                    <a:pt x="181949" y="1229398"/>
                    <a:pt x="182463" y="1234616"/>
                    <a:pt x="182463" y="1234616"/>
                  </a:cubicBezTo>
                  <a:cubicBezTo>
                    <a:pt x="182463" y="1234616"/>
                    <a:pt x="119077" y="1233504"/>
                    <a:pt x="110952" y="1235129"/>
                  </a:cubicBezTo>
                  <a:cubicBezTo>
                    <a:pt x="108556" y="1235643"/>
                    <a:pt x="104194" y="1232221"/>
                    <a:pt x="98976" y="1232734"/>
                  </a:cubicBezTo>
                  <a:cubicBezTo>
                    <a:pt x="93672" y="1233248"/>
                    <a:pt x="49021" y="1237097"/>
                    <a:pt x="34650" y="1236070"/>
                  </a:cubicBezTo>
                  <a:cubicBezTo>
                    <a:pt x="20280" y="1235129"/>
                    <a:pt x="14463" y="1231280"/>
                    <a:pt x="13522" y="1229313"/>
                  </a:cubicBezTo>
                  <a:cubicBezTo>
                    <a:pt x="12581" y="1227431"/>
                    <a:pt x="14977" y="1219732"/>
                    <a:pt x="19766" y="1216824"/>
                  </a:cubicBezTo>
                  <a:cubicBezTo>
                    <a:pt x="24557" y="1213916"/>
                    <a:pt x="45685" y="1213916"/>
                    <a:pt x="56206" y="1207243"/>
                  </a:cubicBezTo>
                  <a:cubicBezTo>
                    <a:pt x="66727" y="1200572"/>
                    <a:pt x="68695" y="1197150"/>
                    <a:pt x="73998" y="1193300"/>
                  </a:cubicBezTo>
                  <a:cubicBezTo>
                    <a:pt x="79301" y="1189451"/>
                    <a:pt x="77334" y="1186543"/>
                    <a:pt x="83066" y="1178930"/>
                  </a:cubicBezTo>
                  <a:cubicBezTo>
                    <a:pt x="88797" y="1171232"/>
                    <a:pt x="94101" y="1179871"/>
                    <a:pt x="94101" y="1164559"/>
                  </a:cubicBezTo>
                  <a:cubicBezTo>
                    <a:pt x="94101" y="1149248"/>
                    <a:pt x="82552" y="1086376"/>
                    <a:pt x="82125" y="1073802"/>
                  </a:cubicBezTo>
                  <a:cubicBezTo>
                    <a:pt x="81611" y="1061313"/>
                    <a:pt x="77848" y="998014"/>
                    <a:pt x="77848" y="976372"/>
                  </a:cubicBezTo>
                  <a:cubicBezTo>
                    <a:pt x="77848" y="954731"/>
                    <a:pt x="71604" y="888523"/>
                    <a:pt x="65358" y="872185"/>
                  </a:cubicBezTo>
                  <a:cubicBezTo>
                    <a:pt x="59114" y="855847"/>
                    <a:pt x="38500" y="769965"/>
                    <a:pt x="35591" y="742593"/>
                  </a:cubicBezTo>
                  <a:cubicBezTo>
                    <a:pt x="32683" y="715220"/>
                    <a:pt x="33709" y="705639"/>
                    <a:pt x="32255" y="683057"/>
                  </a:cubicBezTo>
                  <a:cubicBezTo>
                    <a:pt x="31058" y="664666"/>
                    <a:pt x="30544" y="652691"/>
                    <a:pt x="28577" y="646618"/>
                  </a:cubicBezTo>
                  <a:cubicBezTo>
                    <a:pt x="21648" y="644222"/>
                    <a:pt x="16344" y="641400"/>
                    <a:pt x="15489" y="637978"/>
                  </a:cubicBezTo>
                  <a:cubicBezTo>
                    <a:pt x="13693" y="630792"/>
                    <a:pt x="32854" y="528487"/>
                    <a:pt x="32854" y="483836"/>
                  </a:cubicBezTo>
                  <a:cubicBezTo>
                    <a:pt x="32854" y="476308"/>
                    <a:pt x="29004" y="479815"/>
                    <a:pt x="20194" y="477933"/>
                  </a:cubicBezTo>
                  <a:lnTo>
                    <a:pt x="20194" y="477933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146E4FC-AAA9-E4C3-BAF6-B8E84432288E}"/>
                </a:ext>
              </a:extLst>
            </p:cNvPr>
            <p:cNvSpPr/>
            <p:nvPr/>
          </p:nvSpPr>
          <p:spPr>
            <a:xfrm>
              <a:off x="4612197" y="4273757"/>
              <a:ext cx="382811" cy="1203058"/>
            </a:xfrm>
            <a:custGeom>
              <a:avLst/>
              <a:gdLst>
                <a:gd name="connsiteX0" fmla="*/ 12597 w 382811"/>
                <a:gd name="connsiteY0" fmla="*/ 1172317 h 1203058"/>
                <a:gd name="connsiteX1" fmla="*/ 59558 w 382811"/>
                <a:gd name="connsiteY1" fmla="*/ 1165132 h 1203058"/>
                <a:gd name="connsiteX2" fmla="*/ 61354 w 382811"/>
                <a:gd name="connsiteY2" fmla="*/ 1147939 h 1203058"/>
                <a:gd name="connsiteX3" fmla="*/ 66145 w 382811"/>
                <a:gd name="connsiteY3" fmla="*/ 1109275 h 1203058"/>
                <a:gd name="connsiteX4" fmla="*/ 52458 w 382811"/>
                <a:gd name="connsiteY4" fmla="*/ 1049825 h 1203058"/>
                <a:gd name="connsiteX5" fmla="*/ 66145 w 382811"/>
                <a:gd name="connsiteY5" fmla="*/ 895169 h 1203058"/>
                <a:gd name="connsiteX6" fmla="*/ 59558 w 382811"/>
                <a:gd name="connsiteY6" fmla="*/ 795259 h 1203058"/>
                <a:gd name="connsiteX7" fmla="*/ 51945 w 382811"/>
                <a:gd name="connsiteY7" fmla="*/ 722636 h 1203058"/>
                <a:gd name="connsiteX8" fmla="*/ 49294 w 382811"/>
                <a:gd name="connsiteY8" fmla="*/ 723492 h 1203058"/>
                <a:gd name="connsiteX9" fmla="*/ 44246 w 382811"/>
                <a:gd name="connsiteY9" fmla="*/ 722893 h 1203058"/>
                <a:gd name="connsiteX10" fmla="*/ 35949 w 382811"/>
                <a:gd name="connsiteY10" fmla="*/ 725288 h 1203058"/>
                <a:gd name="connsiteX11" fmla="*/ 35949 w 382811"/>
                <a:gd name="connsiteY11" fmla="*/ 729394 h 1203058"/>
                <a:gd name="connsiteX12" fmla="*/ 46556 w 382811"/>
                <a:gd name="connsiteY12" fmla="*/ 732644 h 1203058"/>
                <a:gd name="connsiteX13" fmla="*/ 48951 w 382811"/>
                <a:gd name="connsiteY13" fmla="*/ 737948 h 1203058"/>
                <a:gd name="connsiteX14" fmla="*/ 38943 w 382811"/>
                <a:gd name="connsiteY14" fmla="*/ 738290 h 1203058"/>
                <a:gd name="connsiteX15" fmla="*/ 18243 w 382811"/>
                <a:gd name="connsiteY15" fmla="*/ 728282 h 1203058"/>
                <a:gd name="connsiteX16" fmla="*/ 8234 w 382811"/>
                <a:gd name="connsiteY16" fmla="*/ 705870 h 1203058"/>
                <a:gd name="connsiteX17" fmla="*/ 1733 w 382811"/>
                <a:gd name="connsiteY17" fmla="*/ 695520 h 1203058"/>
                <a:gd name="connsiteX18" fmla="*/ 12682 w 382811"/>
                <a:gd name="connsiteY18" fmla="*/ 652408 h 1203058"/>
                <a:gd name="connsiteX19" fmla="*/ 13024 w 382811"/>
                <a:gd name="connsiteY19" fmla="*/ 650184 h 1203058"/>
                <a:gd name="connsiteX20" fmla="*/ 11742 w 382811"/>
                <a:gd name="connsiteY20" fmla="*/ 641117 h 1203058"/>
                <a:gd name="connsiteX21" fmla="*/ 10201 w 382811"/>
                <a:gd name="connsiteY21" fmla="*/ 640005 h 1203058"/>
                <a:gd name="connsiteX22" fmla="*/ 7208 w 382811"/>
                <a:gd name="connsiteY22" fmla="*/ 594241 h 1203058"/>
                <a:gd name="connsiteX23" fmla="*/ 707 w 382811"/>
                <a:gd name="connsiteY23" fmla="*/ 550787 h 1203058"/>
                <a:gd name="connsiteX24" fmla="*/ 6096 w 382811"/>
                <a:gd name="connsiteY24" fmla="*/ 506734 h 1203058"/>
                <a:gd name="connsiteX25" fmla="*/ 707 w 382811"/>
                <a:gd name="connsiteY25" fmla="*/ 447883 h 1203058"/>
                <a:gd name="connsiteX26" fmla="*/ 16788 w 382811"/>
                <a:gd name="connsiteY26" fmla="*/ 365765 h 1203058"/>
                <a:gd name="connsiteX27" fmla="*/ 28079 w 382811"/>
                <a:gd name="connsiteY27" fmla="*/ 267651 h 1203058"/>
                <a:gd name="connsiteX28" fmla="*/ 72731 w 382811"/>
                <a:gd name="connsiteY28" fmla="*/ 227790 h 1203058"/>
                <a:gd name="connsiteX29" fmla="*/ 138768 w 382811"/>
                <a:gd name="connsiteY29" fmla="*/ 197424 h 1203058"/>
                <a:gd name="connsiteX30" fmla="*/ 140820 w 382811"/>
                <a:gd name="connsiteY30" fmla="*/ 183481 h 1203058"/>
                <a:gd name="connsiteX31" fmla="*/ 135774 w 382811"/>
                <a:gd name="connsiteY31" fmla="*/ 172446 h 1203058"/>
                <a:gd name="connsiteX32" fmla="*/ 117297 w 382811"/>
                <a:gd name="connsiteY32" fmla="*/ 157562 h 1203058"/>
                <a:gd name="connsiteX33" fmla="*/ 116099 w 382811"/>
                <a:gd name="connsiteY33" fmla="*/ 114108 h 1203058"/>
                <a:gd name="connsiteX34" fmla="*/ 119093 w 382811"/>
                <a:gd name="connsiteY34" fmla="*/ 96829 h 1203058"/>
                <a:gd name="connsiteX35" fmla="*/ 125081 w 382811"/>
                <a:gd name="connsiteY35" fmla="*/ 75444 h 1203058"/>
                <a:gd name="connsiteX36" fmla="*/ 132181 w 382811"/>
                <a:gd name="connsiteY36" fmla="*/ 50467 h 1203058"/>
                <a:gd name="connsiteX37" fmla="*/ 174437 w 382811"/>
                <a:gd name="connsiteY37" fmla="*/ 6414 h 1203058"/>
                <a:gd name="connsiteX38" fmla="*/ 259549 w 382811"/>
                <a:gd name="connsiteY38" fmla="*/ 19501 h 1203058"/>
                <a:gd name="connsiteX39" fmla="*/ 260747 w 382811"/>
                <a:gd name="connsiteY39" fmla="*/ 26601 h 1203058"/>
                <a:gd name="connsiteX40" fmla="*/ 267846 w 382811"/>
                <a:gd name="connsiteY40" fmla="*/ 17106 h 1203058"/>
                <a:gd name="connsiteX41" fmla="*/ 265451 w 382811"/>
                <a:gd name="connsiteY41" fmla="*/ 26002 h 1203058"/>
                <a:gd name="connsiteX42" fmla="*/ 273835 w 382811"/>
                <a:gd name="connsiteY42" fmla="*/ 26772 h 1203058"/>
                <a:gd name="connsiteX43" fmla="*/ 269642 w 382811"/>
                <a:gd name="connsiteY43" fmla="*/ 28996 h 1203058"/>
                <a:gd name="connsiteX44" fmla="*/ 284527 w 382811"/>
                <a:gd name="connsiteY44" fmla="*/ 50381 h 1203058"/>
                <a:gd name="connsiteX45" fmla="*/ 276743 w 382811"/>
                <a:gd name="connsiteY45" fmla="*/ 92039 h 1203058"/>
                <a:gd name="connsiteX46" fmla="*/ 255956 w 382811"/>
                <a:gd name="connsiteY46" fmla="*/ 133696 h 1203058"/>
                <a:gd name="connsiteX47" fmla="*/ 235171 w 382811"/>
                <a:gd name="connsiteY47" fmla="*/ 156878 h 1203058"/>
                <a:gd name="connsiteX48" fmla="*/ 230294 w 382811"/>
                <a:gd name="connsiteY48" fmla="*/ 158075 h 1203058"/>
                <a:gd name="connsiteX49" fmla="*/ 244751 w 382811"/>
                <a:gd name="connsiteY49" fmla="*/ 180059 h 1203058"/>
                <a:gd name="connsiteX50" fmla="*/ 325073 w 382811"/>
                <a:gd name="connsiteY50" fmla="*/ 213933 h 1203058"/>
                <a:gd name="connsiteX51" fmla="*/ 345260 w 382811"/>
                <a:gd name="connsiteY51" fmla="*/ 232922 h 1203058"/>
                <a:gd name="connsiteX52" fmla="*/ 367843 w 382811"/>
                <a:gd name="connsiteY52" fmla="*/ 273383 h 1203058"/>
                <a:gd name="connsiteX53" fmla="*/ 372034 w 382811"/>
                <a:gd name="connsiteY53" fmla="*/ 306657 h 1203058"/>
                <a:gd name="connsiteX54" fmla="*/ 382726 w 382811"/>
                <a:gd name="connsiteY54" fmla="*/ 395875 h 1203058"/>
                <a:gd name="connsiteX55" fmla="*/ 380331 w 382811"/>
                <a:gd name="connsiteY55" fmla="*/ 484067 h 1203058"/>
                <a:gd name="connsiteX56" fmla="*/ 379305 w 382811"/>
                <a:gd name="connsiteY56" fmla="*/ 541378 h 1203058"/>
                <a:gd name="connsiteX57" fmla="*/ 369896 w 382811"/>
                <a:gd name="connsiteY57" fmla="*/ 584147 h 1203058"/>
                <a:gd name="connsiteX58" fmla="*/ 362624 w 382811"/>
                <a:gd name="connsiteY58" fmla="*/ 629997 h 1203058"/>
                <a:gd name="connsiteX59" fmla="*/ 361597 w 382811"/>
                <a:gd name="connsiteY59" fmla="*/ 650869 h 1203058"/>
                <a:gd name="connsiteX60" fmla="*/ 357663 w 382811"/>
                <a:gd name="connsiteY60" fmla="*/ 652494 h 1203058"/>
                <a:gd name="connsiteX61" fmla="*/ 356124 w 382811"/>
                <a:gd name="connsiteY61" fmla="*/ 661304 h 1203058"/>
                <a:gd name="connsiteX62" fmla="*/ 349109 w 382811"/>
                <a:gd name="connsiteY62" fmla="*/ 661989 h 1203058"/>
                <a:gd name="connsiteX63" fmla="*/ 350991 w 382811"/>
                <a:gd name="connsiteY63" fmla="*/ 677899 h 1203058"/>
                <a:gd name="connsiteX64" fmla="*/ 351847 w 382811"/>
                <a:gd name="connsiteY64" fmla="*/ 690045 h 1203058"/>
                <a:gd name="connsiteX65" fmla="*/ 349195 w 382811"/>
                <a:gd name="connsiteY65" fmla="*/ 706554 h 1203058"/>
                <a:gd name="connsiteX66" fmla="*/ 330889 w 382811"/>
                <a:gd name="connsiteY66" fmla="*/ 718103 h 1203058"/>
                <a:gd name="connsiteX67" fmla="*/ 329691 w 382811"/>
                <a:gd name="connsiteY67" fmla="*/ 718445 h 1203058"/>
                <a:gd name="connsiteX68" fmla="*/ 334482 w 382811"/>
                <a:gd name="connsiteY68" fmla="*/ 780974 h 1203058"/>
                <a:gd name="connsiteX69" fmla="*/ 336877 w 382811"/>
                <a:gd name="connsiteY69" fmla="*/ 924937 h 1203058"/>
                <a:gd name="connsiteX70" fmla="*/ 342266 w 382811"/>
                <a:gd name="connsiteY70" fmla="*/ 1009450 h 1203058"/>
                <a:gd name="connsiteX71" fmla="*/ 333968 w 382811"/>
                <a:gd name="connsiteY71" fmla="*/ 1124244 h 1203058"/>
                <a:gd name="connsiteX72" fmla="*/ 329179 w 382811"/>
                <a:gd name="connsiteY72" fmla="*/ 1148024 h 1203058"/>
                <a:gd name="connsiteX73" fmla="*/ 329777 w 382811"/>
                <a:gd name="connsiteY73" fmla="*/ 1164106 h 1203058"/>
                <a:gd name="connsiteX74" fmla="*/ 329179 w 382811"/>
                <a:gd name="connsiteY74" fmla="*/ 1182496 h 1203058"/>
                <a:gd name="connsiteX75" fmla="*/ 327382 w 382811"/>
                <a:gd name="connsiteY75" fmla="*/ 1197380 h 1203058"/>
                <a:gd name="connsiteX76" fmla="*/ 258352 w 382811"/>
                <a:gd name="connsiteY76" fmla="*/ 1198578 h 1203058"/>
                <a:gd name="connsiteX77" fmla="*/ 222083 w 382811"/>
                <a:gd name="connsiteY77" fmla="*/ 1193788 h 1203058"/>
                <a:gd name="connsiteX78" fmla="*/ 224478 w 382811"/>
                <a:gd name="connsiteY78" fmla="*/ 1176509 h 1203058"/>
                <a:gd name="connsiteX79" fmla="*/ 219688 w 382811"/>
                <a:gd name="connsiteY79" fmla="*/ 1149735 h 1203058"/>
                <a:gd name="connsiteX80" fmla="*/ 226873 w 382811"/>
                <a:gd name="connsiteY80" fmla="*/ 1106880 h 1203058"/>
                <a:gd name="connsiteX81" fmla="*/ 211989 w 382811"/>
                <a:gd name="connsiteY81" fmla="*/ 1027756 h 1203058"/>
                <a:gd name="connsiteX82" fmla="*/ 198902 w 382811"/>
                <a:gd name="connsiteY82" fmla="*/ 875495 h 1203058"/>
                <a:gd name="connsiteX83" fmla="*/ 200014 w 382811"/>
                <a:gd name="connsiteY83" fmla="*/ 861467 h 1203058"/>
                <a:gd name="connsiteX84" fmla="*/ 200356 w 382811"/>
                <a:gd name="connsiteY84" fmla="*/ 854110 h 1203058"/>
                <a:gd name="connsiteX85" fmla="*/ 197704 w 382811"/>
                <a:gd name="connsiteY85" fmla="*/ 814762 h 1203058"/>
                <a:gd name="connsiteX86" fmla="*/ 197019 w 382811"/>
                <a:gd name="connsiteY86" fmla="*/ 813650 h 1203058"/>
                <a:gd name="connsiteX87" fmla="*/ 193427 w 382811"/>
                <a:gd name="connsiteY87" fmla="*/ 812709 h 1203058"/>
                <a:gd name="connsiteX88" fmla="*/ 188637 w 382811"/>
                <a:gd name="connsiteY88" fmla="*/ 856677 h 1203058"/>
                <a:gd name="connsiteX89" fmla="*/ 188808 w 382811"/>
                <a:gd name="connsiteY89" fmla="*/ 861124 h 1203058"/>
                <a:gd name="connsiteX90" fmla="*/ 185900 w 382811"/>
                <a:gd name="connsiteY90" fmla="*/ 875666 h 1203058"/>
                <a:gd name="connsiteX91" fmla="*/ 191802 w 382811"/>
                <a:gd name="connsiteY91" fmla="*/ 903381 h 1203058"/>
                <a:gd name="connsiteX92" fmla="*/ 193599 w 382811"/>
                <a:gd name="connsiteY92" fmla="*/ 989605 h 1203058"/>
                <a:gd name="connsiteX93" fmla="*/ 188808 w 382811"/>
                <a:gd name="connsiteY93" fmla="*/ 1081816 h 1203058"/>
                <a:gd name="connsiteX94" fmla="*/ 189406 w 382811"/>
                <a:gd name="connsiteY94" fmla="*/ 1110986 h 1203058"/>
                <a:gd name="connsiteX95" fmla="*/ 186157 w 382811"/>
                <a:gd name="connsiteY95" fmla="*/ 1129205 h 1203058"/>
                <a:gd name="connsiteX96" fmla="*/ 185814 w 382811"/>
                <a:gd name="connsiteY96" fmla="*/ 1134765 h 1203058"/>
                <a:gd name="connsiteX97" fmla="*/ 190006 w 382811"/>
                <a:gd name="connsiteY97" fmla="*/ 1162737 h 1203058"/>
                <a:gd name="connsiteX98" fmla="*/ 188210 w 382811"/>
                <a:gd name="connsiteY98" fmla="*/ 1180529 h 1203058"/>
                <a:gd name="connsiteX99" fmla="*/ 187012 w 382811"/>
                <a:gd name="connsiteY99" fmla="*/ 1191222 h 1203058"/>
                <a:gd name="connsiteX100" fmla="*/ 185215 w 382811"/>
                <a:gd name="connsiteY100" fmla="*/ 1197210 h 1203058"/>
                <a:gd name="connsiteX101" fmla="*/ 110282 w 382811"/>
                <a:gd name="connsiteY101" fmla="*/ 1198407 h 1203058"/>
                <a:gd name="connsiteX102" fmla="*/ 98991 w 382811"/>
                <a:gd name="connsiteY102" fmla="*/ 1195413 h 1203058"/>
                <a:gd name="connsiteX103" fmla="*/ 87701 w 382811"/>
                <a:gd name="connsiteY103" fmla="*/ 1197808 h 1203058"/>
                <a:gd name="connsiteX104" fmla="*/ 20466 w 382811"/>
                <a:gd name="connsiteY104" fmla="*/ 1197210 h 1203058"/>
                <a:gd name="connsiteX105" fmla="*/ 279 w 382811"/>
                <a:gd name="connsiteY105" fmla="*/ 1190024 h 1203058"/>
                <a:gd name="connsiteX106" fmla="*/ 12768 w 382811"/>
                <a:gd name="connsiteY106" fmla="*/ 1172146 h 1203058"/>
                <a:gd name="connsiteX107" fmla="*/ 12768 w 382811"/>
                <a:gd name="connsiteY107" fmla="*/ 1172146 h 1203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382811" h="1203058">
                  <a:moveTo>
                    <a:pt x="12597" y="1172317"/>
                  </a:moveTo>
                  <a:cubicBezTo>
                    <a:pt x="23888" y="1169922"/>
                    <a:pt x="54853" y="1175910"/>
                    <a:pt x="59558" y="1165132"/>
                  </a:cubicBezTo>
                  <a:cubicBezTo>
                    <a:pt x="64348" y="1154440"/>
                    <a:pt x="61354" y="1151446"/>
                    <a:pt x="61354" y="1147939"/>
                  </a:cubicBezTo>
                  <a:cubicBezTo>
                    <a:pt x="61354" y="1144431"/>
                    <a:pt x="68454" y="1113979"/>
                    <a:pt x="66145" y="1109275"/>
                  </a:cubicBezTo>
                  <a:cubicBezTo>
                    <a:pt x="63749" y="1104484"/>
                    <a:pt x="53655" y="1062314"/>
                    <a:pt x="52458" y="1049825"/>
                  </a:cubicBezTo>
                  <a:cubicBezTo>
                    <a:pt x="51261" y="1037336"/>
                    <a:pt x="61953" y="920746"/>
                    <a:pt x="66145" y="895169"/>
                  </a:cubicBezTo>
                  <a:cubicBezTo>
                    <a:pt x="70336" y="869593"/>
                    <a:pt x="63151" y="805951"/>
                    <a:pt x="59558" y="795259"/>
                  </a:cubicBezTo>
                  <a:cubicBezTo>
                    <a:pt x="56136" y="784995"/>
                    <a:pt x="52714" y="736151"/>
                    <a:pt x="51945" y="722636"/>
                  </a:cubicBezTo>
                  <a:lnTo>
                    <a:pt x="49294" y="723492"/>
                  </a:lnTo>
                  <a:cubicBezTo>
                    <a:pt x="46898" y="723235"/>
                    <a:pt x="46641" y="722294"/>
                    <a:pt x="44246" y="722893"/>
                  </a:cubicBezTo>
                  <a:cubicBezTo>
                    <a:pt x="41851" y="723492"/>
                    <a:pt x="37147" y="724689"/>
                    <a:pt x="35949" y="725288"/>
                  </a:cubicBezTo>
                  <a:lnTo>
                    <a:pt x="35949" y="729394"/>
                  </a:lnTo>
                  <a:cubicBezTo>
                    <a:pt x="35949" y="729394"/>
                    <a:pt x="45358" y="730591"/>
                    <a:pt x="46556" y="732644"/>
                  </a:cubicBezTo>
                  <a:cubicBezTo>
                    <a:pt x="47753" y="734697"/>
                    <a:pt x="50405" y="737349"/>
                    <a:pt x="48951" y="737948"/>
                  </a:cubicBezTo>
                  <a:cubicBezTo>
                    <a:pt x="47497" y="738547"/>
                    <a:pt x="42193" y="738803"/>
                    <a:pt x="38943" y="738290"/>
                  </a:cubicBezTo>
                  <a:cubicBezTo>
                    <a:pt x="35692" y="737691"/>
                    <a:pt x="20894" y="731789"/>
                    <a:pt x="18243" y="728282"/>
                  </a:cubicBezTo>
                  <a:cubicBezTo>
                    <a:pt x="15590" y="724774"/>
                    <a:pt x="9945" y="708522"/>
                    <a:pt x="8234" y="705870"/>
                  </a:cubicBezTo>
                  <a:cubicBezTo>
                    <a:pt x="6438" y="703219"/>
                    <a:pt x="2674" y="698514"/>
                    <a:pt x="1733" y="695520"/>
                  </a:cubicBezTo>
                  <a:cubicBezTo>
                    <a:pt x="878" y="692611"/>
                    <a:pt x="12083" y="655402"/>
                    <a:pt x="12682" y="652408"/>
                  </a:cubicBezTo>
                  <a:lnTo>
                    <a:pt x="13024" y="650184"/>
                  </a:lnTo>
                  <a:lnTo>
                    <a:pt x="11742" y="641117"/>
                  </a:lnTo>
                  <a:lnTo>
                    <a:pt x="10201" y="640005"/>
                  </a:lnTo>
                  <a:cubicBezTo>
                    <a:pt x="8405" y="637610"/>
                    <a:pt x="9004" y="597150"/>
                    <a:pt x="7208" y="594241"/>
                  </a:cubicBezTo>
                  <a:cubicBezTo>
                    <a:pt x="5412" y="591247"/>
                    <a:pt x="707" y="562079"/>
                    <a:pt x="707" y="550787"/>
                  </a:cubicBezTo>
                  <a:cubicBezTo>
                    <a:pt x="707" y="539496"/>
                    <a:pt x="4898" y="521019"/>
                    <a:pt x="6096" y="506734"/>
                  </a:cubicBezTo>
                  <a:cubicBezTo>
                    <a:pt x="7293" y="492449"/>
                    <a:pt x="-1089" y="459174"/>
                    <a:pt x="707" y="447883"/>
                  </a:cubicBezTo>
                  <a:cubicBezTo>
                    <a:pt x="2503" y="436592"/>
                    <a:pt x="11997" y="396730"/>
                    <a:pt x="16788" y="365765"/>
                  </a:cubicBezTo>
                  <a:cubicBezTo>
                    <a:pt x="21578" y="334886"/>
                    <a:pt x="26881" y="286641"/>
                    <a:pt x="28079" y="267651"/>
                  </a:cubicBezTo>
                  <a:cubicBezTo>
                    <a:pt x="29277" y="248662"/>
                    <a:pt x="51859" y="242075"/>
                    <a:pt x="72731" y="227790"/>
                  </a:cubicBezTo>
                  <a:cubicBezTo>
                    <a:pt x="93517" y="213505"/>
                    <a:pt x="125081" y="201615"/>
                    <a:pt x="138768" y="197424"/>
                  </a:cubicBezTo>
                  <a:cubicBezTo>
                    <a:pt x="138768" y="197424"/>
                    <a:pt x="139452" y="189896"/>
                    <a:pt x="140820" y="183481"/>
                  </a:cubicBezTo>
                  <a:cubicBezTo>
                    <a:pt x="140307" y="179631"/>
                    <a:pt x="139024" y="173643"/>
                    <a:pt x="135774" y="172446"/>
                  </a:cubicBezTo>
                  <a:cubicBezTo>
                    <a:pt x="130983" y="170650"/>
                    <a:pt x="120890" y="164149"/>
                    <a:pt x="117297" y="157562"/>
                  </a:cubicBezTo>
                  <a:cubicBezTo>
                    <a:pt x="113704" y="151061"/>
                    <a:pt x="115501" y="121892"/>
                    <a:pt x="116099" y="114108"/>
                  </a:cubicBezTo>
                  <a:cubicBezTo>
                    <a:pt x="116698" y="106409"/>
                    <a:pt x="117895" y="101020"/>
                    <a:pt x="119093" y="96829"/>
                  </a:cubicBezTo>
                  <a:cubicBezTo>
                    <a:pt x="120291" y="92638"/>
                    <a:pt x="124482" y="86735"/>
                    <a:pt x="125081" y="75444"/>
                  </a:cubicBezTo>
                  <a:cubicBezTo>
                    <a:pt x="125680" y="64153"/>
                    <a:pt x="126279" y="58165"/>
                    <a:pt x="132181" y="50467"/>
                  </a:cubicBezTo>
                  <a:cubicBezTo>
                    <a:pt x="138168" y="42768"/>
                    <a:pt x="140478" y="21896"/>
                    <a:pt x="174437" y="6414"/>
                  </a:cubicBezTo>
                  <a:cubicBezTo>
                    <a:pt x="205745" y="-7871"/>
                    <a:pt x="256556" y="4018"/>
                    <a:pt x="259549" y="19501"/>
                  </a:cubicBezTo>
                  <a:lnTo>
                    <a:pt x="260747" y="26601"/>
                  </a:lnTo>
                  <a:lnTo>
                    <a:pt x="267846" y="17106"/>
                  </a:lnTo>
                  <a:lnTo>
                    <a:pt x="265451" y="26002"/>
                  </a:lnTo>
                  <a:lnTo>
                    <a:pt x="273835" y="26772"/>
                  </a:lnTo>
                  <a:cubicBezTo>
                    <a:pt x="271696" y="26772"/>
                    <a:pt x="269642" y="27285"/>
                    <a:pt x="269642" y="28996"/>
                  </a:cubicBezTo>
                  <a:cubicBezTo>
                    <a:pt x="269642" y="32589"/>
                    <a:pt x="282132" y="42682"/>
                    <a:pt x="284527" y="50381"/>
                  </a:cubicBezTo>
                  <a:cubicBezTo>
                    <a:pt x="286922" y="58079"/>
                    <a:pt x="285724" y="72365"/>
                    <a:pt x="276743" y="92039"/>
                  </a:cubicBezTo>
                  <a:cubicBezTo>
                    <a:pt x="267846" y="111713"/>
                    <a:pt x="263057" y="124116"/>
                    <a:pt x="255956" y="133696"/>
                  </a:cubicBezTo>
                  <a:cubicBezTo>
                    <a:pt x="248857" y="143191"/>
                    <a:pt x="239277" y="155081"/>
                    <a:pt x="235171" y="156878"/>
                  </a:cubicBezTo>
                  <a:cubicBezTo>
                    <a:pt x="234230" y="157305"/>
                    <a:pt x="232519" y="157733"/>
                    <a:pt x="230294" y="158075"/>
                  </a:cubicBezTo>
                  <a:cubicBezTo>
                    <a:pt x="233288" y="163208"/>
                    <a:pt x="242270" y="178091"/>
                    <a:pt x="244751" y="180059"/>
                  </a:cubicBezTo>
                  <a:cubicBezTo>
                    <a:pt x="247745" y="182454"/>
                    <a:pt x="313183" y="207431"/>
                    <a:pt x="325073" y="213933"/>
                  </a:cubicBezTo>
                  <a:cubicBezTo>
                    <a:pt x="336962" y="220434"/>
                    <a:pt x="341154" y="225224"/>
                    <a:pt x="345260" y="232922"/>
                  </a:cubicBezTo>
                  <a:cubicBezTo>
                    <a:pt x="349451" y="240621"/>
                    <a:pt x="366131" y="267395"/>
                    <a:pt x="367843" y="273383"/>
                  </a:cubicBezTo>
                  <a:cubicBezTo>
                    <a:pt x="369639" y="279370"/>
                    <a:pt x="372034" y="296564"/>
                    <a:pt x="372034" y="306657"/>
                  </a:cubicBezTo>
                  <a:cubicBezTo>
                    <a:pt x="372034" y="316751"/>
                    <a:pt x="383924" y="366706"/>
                    <a:pt x="382726" y="395875"/>
                  </a:cubicBezTo>
                  <a:cubicBezTo>
                    <a:pt x="381529" y="425044"/>
                    <a:pt x="382726" y="473972"/>
                    <a:pt x="380331" y="484067"/>
                  </a:cubicBezTo>
                  <a:cubicBezTo>
                    <a:pt x="377936" y="494160"/>
                    <a:pt x="379903" y="531284"/>
                    <a:pt x="379305" y="541378"/>
                  </a:cubicBezTo>
                  <a:cubicBezTo>
                    <a:pt x="378705" y="551471"/>
                    <a:pt x="371093" y="575765"/>
                    <a:pt x="369896" y="584147"/>
                  </a:cubicBezTo>
                  <a:cubicBezTo>
                    <a:pt x="368698" y="592445"/>
                    <a:pt x="365533" y="623496"/>
                    <a:pt x="362624" y="629997"/>
                  </a:cubicBezTo>
                  <a:cubicBezTo>
                    <a:pt x="359630" y="636498"/>
                    <a:pt x="362197" y="647276"/>
                    <a:pt x="361597" y="650869"/>
                  </a:cubicBezTo>
                  <a:cubicBezTo>
                    <a:pt x="361513" y="651638"/>
                    <a:pt x="359973" y="652151"/>
                    <a:pt x="357663" y="652494"/>
                  </a:cubicBezTo>
                  <a:lnTo>
                    <a:pt x="356124" y="661304"/>
                  </a:lnTo>
                  <a:cubicBezTo>
                    <a:pt x="356124" y="661304"/>
                    <a:pt x="353129" y="661646"/>
                    <a:pt x="349109" y="661989"/>
                  </a:cubicBezTo>
                  <a:cubicBezTo>
                    <a:pt x="349964" y="667891"/>
                    <a:pt x="350905" y="674990"/>
                    <a:pt x="350991" y="677899"/>
                  </a:cubicBezTo>
                  <a:cubicBezTo>
                    <a:pt x="351247" y="683202"/>
                    <a:pt x="353043" y="686196"/>
                    <a:pt x="351847" y="690045"/>
                  </a:cubicBezTo>
                  <a:cubicBezTo>
                    <a:pt x="350649" y="693895"/>
                    <a:pt x="351590" y="703304"/>
                    <a:pt x="349195" y="706554"/>
                  </a:cubicBezTo>
                  <a:cubicBezTo>
                    <a:pt x="346799" y="709805"/>
                    <a:pt x="334739" y="716563"/>
                    <a:pt x="330889" y="718103"/>
                  </a:cubicBezTo>
                  <a:lnTo>
                    <a:pt x="329691" y="718445"/>
                  </a:lnTo>
                  <a:cubicBezTo>
                    <a:pt x="331231" y="741882"/>
                    <a:pt x="333199" y="768314"/>
                    <a:pt x="334482" y="780974"/>
                  </a:cubicBezTo>
                  <a:cubicBezTo>
                    <a:pt x="336877" y="805353"/>
                    <a:pt x="335080" y="892774"/>
                    <a:pt x="336877" y="924937"/>
                  </a:cubicBezTo>
                  <a:cubicBezTo>
                    <a:pt x="338673" y="957100"/>
                    <a:pt x="342266" y="978485"/>
                    <a:pt x="342266" y="1009450"/>
                  </a:cubicBezTo>
                  <a:cubicBezTo>
                    <a:pt x="342266" y="1040415"/>
                    <a:pt x="334568" y="1115947"/>
                    <a:pt x="333968" y="1124244"/>
                  </a:cubicBezTo>
                  <a:cubicBezTo>
                    <a:pt x="333370" y="1132542"/>
                    <a:pt x="330376" y="1142635"/>
                    <a:pt x="329179" y="1148024"/>
                  </a:cubicBezTo>
                  <a:cubicBezTo>
                    <a:pt x="327981" y="1153413"/>
                    <a:pt x="330975" y="1154012"/>
                    <a:pt x="329777" y="1164106"/>
                  </a:cubicBezTo>
                  <a:cubicBezTo>
                    <a:pt x="328579" y="1174199"/>
                    <a:pt x="330975" y="1176594"/>
                    <a:pt x="329179" y="1182496"/>
                  </a:cubicBezTo>
                  <a:cubicBezTo>
                    <a:pt x="327382" y="1188484"/>
                    <a:pt x="330975" y="1196183"/>
                    <a:pt x="327382" y="1197380"/>
                  </a:cubicBezTo>
                  <a:cubicBezTo>
                    <a:pt x="323790" y="1198578"/>
                    <a:pt x="288974" y="1208757"/>
                    <a:pt x="258352" y="1198578"/>
                  </a:cubicBezTo>
                  <a:cubicBezTo>
                    <a:pt x="256556" y="1197979"/>
                    <a:pt x="225676" y="1196781"/>
                    <a:pt x="222083" y="1193788"/>
                  </a:cubicBezTo>
                  <a:cubicBezTo>
                    <a:pt x="218490" y="1190794"/>
                    <a:pt x="222681" y="1183095"/>
                    <a:pt x="224478" y="1176509"/>
                  </a:cubicBezTo>
                  <a:cubicBezTo>
                    <a:pt x="226274" y="1169922"/>
                    <a:pt x="219688" y="1156236"/>
                    <a:pt x="219688" y="1149735"/>
                  </a:cubicBezTo>
                  <a:cubicBezTo>
                    <a:pt x="219688" y="1143234"/>
                    <a:pt x="229782" y="1114664"/>
                    <a:pt x="226873" y="1106880"/>
                  </a:cubicBezTo>
                  <a:cubicBezTo>
                    <a:pt x="223879" y="1099181"/>
                    <a:pt x="213786" y="1046232"/>
                    <a:pt x="211989" y="1027756"/>
                  </a:cubicBezTo>
                  <a:cubicBezTo>
                    <a:pt x="210193" y="1009279"/>
                    <a:pt x="197105" y="890892"/>
                    <a:pt x="198902" y="875495"/>
                  </a:cubicBezTo>
                  <a:cubicBezTo>
                    <a:pt x="199329" y="871902"/>
                    <a:pt x="199672" y="866941"/>
                    <a:pt x="200014" y="861467"/>
                  </a:cubicBezTo>
                  <a:cubicBezTo>
                    <a:pt x="200099" y="858815"/>
                    <a:pt x="200184" y="856334"/>
                    <a:pt x="200356" y="854110"/>
                  </a:cubicBezTo>
                  <a:cubicBezTo>
                    <a:pt x="200869" y="837772"/>
                    <a:pt x="200527" y="819552"/>
                    <a:pt x="197704" y="814762"/>
                  </a:cubicBezTo>
                  <a:lnTo>
                    <a:pt x="197019" y="813650"/>
                  </a:lnTo>
                  <a:lnTo>
                    <a:pt x="193427" y="812709"/>
                  </a:lnTo>
                  <a:cubicBezTo>
                    <a:pt x="192828" y="818440"/>
                    <a:pt x="190690" y="840595"/>
                    <a:pt x="188637" y="856677"/>
                  </a:cubicBezTo>
                  <a:cubicBezTo>
                    <a:pt x="188637" y="858644"/>
                    <a:pt x="188637" y="860184"/>
                    <a:pt x="188808" y="861124"/>
                  </a:cubicBezTo>
                  <a:cubicBezTo>
                    <a:pt x="189236" y="866000"/>
                    <a:pt x="186669" y="870620"/>
                    <a:pt x="185900" y="875666"/>
                  </a:cubicBezTo>
                  <a:cubicBezTo>
                    <a:pt x="185386" y="883194"/>
                    <a:pt x="189749" y="884733"/>
                    <a:pt x="191802" y="903381"/>
                  </a:cubicBezTo>
                  <a:cubicBezTo>
                    <a:pt x="194197" y="924766"/>
                    <a:pt x="194795" y="970615"/>
                    <a:pt x="193599" y="989605"/>
                  </a:cubicBezTo>
                  <a:cubicBezTo>
                    <a:pt x="192401" y="1008594"/>
                    <a:pt x="188210" y="1070525"/>
                    <a:pt x="188808" y="1081816"/>
                  </a:cubicBezTo>
                  <a:cubicBezTo>
                    <a:pt x="189406" y="1093108"/>
                    <a:pt x="190006" y="1103800"/>
                    <a:pt x="189406" y="1110986"/>
                  </a:cubicBezTo>
                  <a:cubicBezTo>
                    <a:pt x="191545" y="1114492"/>
                    <a:pt x="189406" y="1121678"/>
                    <a:pt x="186157" y="1129205"/>
                  </a:cubicBezTo>
                  <a:cubicBezTo>
                    <a:pt x="185986" y="1130916"/>
                    <a:pt x="185814" y="1132798"/>
                    <a:pt x="185814" y="1134765"/>
                  </a:cubicBezTo>
                  <a:cubicBezTo>
                    <a:pt x="185814" y="1145458"/>
                    <a:pt x="191203" y="1153841"/>
                    <a:pt x="190006" y="1162737"/>
                  </a:cubicBezTo>
                  <a:cubicBezTo>
                    <a:pt x="188808" y="1171633"/>
                    <a:pt x="190604" y="1174627"/>
                    <a:pt x="188210" y="1180529"/>
                  </a:cubicBezTo>
                  <a:cubicBezTo>
                    <a:pt x="185814" y="1186517"/>
                    <a:pt x="188808" y="1185319"/>
                    <a:pt x="187012" y="1191222"/>
                  </a:cubicBezTo>
                  <a:cubicBezTo>
                    <a:pt x="185215" y="1197210"/>
                    <a:pt x="189406" y="1196012"/>
                    <a:pt x="185215" y="1197210"/>
                  </a:cubicBezTo>
                  <a:cubicBezTo>
                    <a:pt x="181024" y="1198407"/>
                    <a:pt x="118580" y="1199005"/>
                    <a:pt x="110282" y="1198407"/>
                  </a:cubicBezTo>
                  <a:cubicBezTo>
                    <a:pt x="110282" y="1198407"/>
                    <a:pt x="105493" y="1193616"/>
                    <a:pt x="98991" y="1195413"/>
                  </a:cubicBezTo>
                  <a:cubicBezTo>
                    <a:pt x="92490" y="1197210"/>
                    <a:pt x="87701" y="1197808"/>
                    <a:pt x="87701" y="1197808"/>
                  </a:cubicBezTo>
                  <a:cubicBezTo>
                    <a:pt x="87701" y="1197808"/>
                    <a:pt x="37147" y="1199604"/>
                    <a:pt x="20466" y="1197210"/>
                  </a:cubicBezTo>
                  <a:cubicBezTo>
                    <a:pt x="3786" y="1194814"/>
                    <a:pt x="1391" y="1191820"/>
                    <a:pt x="279" y="1190024"/>
                  </a:cubicBezTo>
                  <a:cubicBezTo>
                    <a:pt x="-919" y="1188227"/>
                    <a:pt x="1476" y="1174541"/>
                    <a:pt x="12768" y="1172146"/>
                  </a:cubicBezTo>
                  <a:lnTo>
                    <a:pt x="12768" y="1172146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3C81E1B-3ED5-9984-DAE8-C092465952EC}"/>
                </a:ext>
              </a:extLst>
            </p:cNvPr>
            <p:cNvSpPr/>
            <p:nvPr/>
          </p:nvSpPr>
          <p:spPr>
            <a:xfrm>
              <a:off x="1504808" y="4213068"/>
              <a:ext cx="417978" cy="1256786"/>
            </a:xfrm>
            <a:custGeom>
              <a:avLst/>
              <a:gdLst>
                <a:gd name="connsiteX0" fmla="*/ 97360 w 417978"/>
                <a:gd name="connsiteY0" fmla="*/ 565542 h 1256786"/>
                <a:gd name="connsiteX1" fmla="*/ 98986 w 417978"/>
                <a:gd name="connsiteY1" fmla="*/ 558527 h 1256786"/>
                <a:gd name="connsiteX2" fmla="*/ 94794 w 417978"/>
                <a:gd name="connsiteY2" fmla="*/ 468625 h 1256786"/>
                <a:gd name="connsiteX3" fmla="*/ 94025 w 417978"/>
                <a:gd name="connsiteY3" fmla="*/ 457334 h 1256786"/>
                <a:gd name="connsiteX4" fmla="*/ 92998 w 417978"/>
                <a:gd name="connsiteY4" fmla="*/ 432014 h 1256786"/>
                <a:gd name="connsiteX5" fmla="*/ 89235 w 417978"/>
                <a:gd name="connsiteY5" fmla="*/ 409004 h 1256786"/>
                <a:gd name="connsiteX6" fmla="*/ 85898 w 417978"/>
                <a:gd name="connsiteY6" fmla="*/ 403273 h 1256786"/>
                <a:gd name="connsiteX7" fmla="*/ 81450 w 417978"/>
                <a:gd name="connsiteY7" fmla="*/ 410031 h 1256786"/>
                <a:gd name="connsiteX8" fmla="*/ 81108 w 417978"/>
                <a:gd name="connsiteY8" fmla="*/ 410886 h 1256786"/>
                <a:gd name="connsiteX9" fmla="*/ 79226 w 417978"/>
                <a:gd name="connsiteY9" fmla="*/ 423631 h 1256786"/>
                <a:gd name="connsiteX10" fmla="*/ 76404 w 417978"/>
                <a:gd name="connsiteY10" fmla="*/ 445273 h 1256786"/>
                <a:gd name="connsiteX11" fmla="*/ 73923 w 417978"/>
                <a:gd name="connsiteY11" fmla="*/ 472645 h 1256786"/>
                <a:gd name="connsiteX12" fmla="*/ 73923 w 417978"/>
                <a:gd name="connsiteY12" fmla="*/ 490181 h 1256786"/>
                <a:gd name="connsiteX13" fmla="*/ 73752 w 417978"/>
                <a:gd name="connsiteY13" fmla="*/ 501986 h 1256786"/>
                <a:gd name="connsiteX14" fmla="*/ 82990 w 417978"/>
                <a:gd name="connsiteY14" fmla="*/ 523199 h 1256786"/>
                <a:gd name="connsiteX15" fmla="*/ 90347 w 417978"/>
                <a:gd name="connsiteY15" fmla="*/ 541933 h 1256786"/>
                <a:gd name="connsiteX16" fmla="*/ 94281 w 417978"/>
                <a:gd name="connsiteY16" fmla="*/ 555020 h 1256786"/>
                <a:gd name="connsiteX17" fmla="*/ 97360 w 417978"/>
                <a:gd name="connsiteY17" fmla="*/ 565542 h 1256786"/>
                <a:gd name="connsiteX18" fmla="*/ 97360 w 417978"/>
                <a:gd name="connsiteY18" fmla="*/ 565542 h 1256786"/>
                <a:gd name="connsiteX19" fmla="*/ 273 w 417978"/>
                <a:gd name="connsiteY19" fmla="*/ 453656 h 1256786"/>
                <a:gd name="connsiteX20" fmla="*/ 7715 w 417978"/>
                <a:gd name="connsiteY20" fmla="*/ 416361 h 1256786"/>
                <a:gd name="connsiteX21" fmla="*/ 13275 w 417978"/>
                <a:gd name="connsiteY21" fmla="*/ 388389 h 1256786"/>
                <a:gd name="connsiteX22" fmla="*/ 18236 w 417978"/>
                <a:gd name="connsiteY22" fmla="*/ 361016 h 1256786"/>
                <a:gd name="connsiteX23" fmla="*/ 23625 w 417978"/>
                <a:gd name="connsiteY23" fmla="*/ 326630 h 1256786"/>
                <a:gd name="connsiteX24" fmla="*/ 30725 w 417978"/>
                <a:gd name="connsiteY24" fmla="*/ 294552 h 1256786"/>
                <a:gd name="connsiteX25" fmla="*/ 42444 w 417978"/>
                <a:gd name="connsiteY25" fmla="*/ 262903 h 1256786"/>
                <a:gd name="connsiteX26" fmla="*/ 54077 w 417978"/>
                <a:gd name="connsiteY26" fmla="*/ 241432 h 1256786"/>
                <a:gd name="connsiteX27" fmla="*/ 107112 w 417978"/>
                <a:gd name="connsiteY27" fmla="*/ 213974 h 1256786"/>
                <a:gd name="connsiteX28" fmla="*/ 129951 w 417978"/>
                <a:gd name="connsiteY28" fmla="*/ 203281 h 1256786"/>
                <a:gd name="connsiteX29" fmla="*/ 158521 w 417978"/>
                <a:gd name="connsiteY29" fmla="*/ 189595 h 1256786"/>
                <a:gd name="connsiteX30" fmla="*/ 165364 w 417978"/>
                <a:gd name="connsiteY30" fmla="*/ 175909 h 1256786"/>
                <a:gd name="connsiteX31" fmla="*/ 169984 w 417978"/>
                <a:gd name="connsiteY31" fmla="*/ 158202 h 1256786"/>
                <a:gd name="connsiteX32" fmla="*/ 145177 w 417978"/>
                <a:gd name="connsiteY32" fmla="*/ 123131 h 1256786"/>
                <a:gd name="connsiteX33" fmla="*/ 135853 w 417978"/>
                <a:gd name="connsiteY33" fmla="*/ 43921 h 1256786"/>
                <a:gd name="connsiteX34" fmla="*/ 194534 w 417978"/>
                <a:gd name="connsiteY34" fmla="*/ 125 h 1256786"/>
                <a:gd name="connsiteX35" fmla="*/ 218741 w 417978"/>
                <a:gd name="connsiteY35" fmla="*/ 4830 h 1256786"/>
                <a:gd name="connsiteX36" fmla="*/ 244831 w 417978"/>
                <a:gd name="connsiteY36" fmla="*/ 32801 h 1256786"/>
                <a:gd name="connsiteX37" fmla="*/ 253214 w 417978"/>
                <a:gd name="connsiteY37" fmla="*/ 57950 h 1256786"/>
                <a:gd name="connsiteX38" fmla="*/ 253214 w 417978"/>
                <a:gd name="connsiteY38" fmla="*/ 62654 h 1256786"/>
                <a:gd name="connsiteX39" fmla="*/ 260656 w 417978"/>
                <a:gd name="connsiteY39" fmla="*/ 66418 h 1256786"/>
                <a:gd name="connsiteX40" fmla="*/ 262537 w 417978"/>
                <a:gd name="connsiteY40" fmla="*/ 78565 h 1256786"/>
                <a:gd name="connsiteX41" fmla="*/ 257918 w 417978"/>
                <a:gd name="connsiteY41" fmla="*/ 83270 h 1256786"/>
                <a:gd name="connsiteX42" fmla="*/ 259800 w 417978"/>
                <a:gd name="connsiteY42" fmla="*/ 93535 h 1256786"/>
                <a:gd name="connsiteX43" fmla="*/ 261682 w 417978"/>
                <a:gd name="connsiteY43" fmla="*/ 125184 h 1256786"/>
                <a:gd name="connsiteX44" fmla="*/ 257063 w 417978"/>
                <a:gd name="connsiteY44" fmla="*/ 148451 h 1256786"/>
                <a:gd name="connsiteX45" fmla="*/ 246798 w 417978"/>
                <a:gd name="connsiteY45" fmla="*/ 153155 h 1256786"/>
                <a:gd name="connsiteX46" fmla="*/ 245087 w 417978"/>
                <a:gd name="connsiteY46" fmla="*/ 159828 h 1256786"/>
                <a:gd name="connsiteX47" fmla="*/ 249878 w 417978"/>
                <a:gd name="connsiteY47" fmla="*/ 179844 h 1256786"/>
                <a:gd name="connsiteX48" fmla="*/ 249878 w 417978"/>
                <a:gd name="connsiteY48" fmla="*/ 185404 h 1256786"/>
                <a:gd name="connsiteX49" fmla="*/ 287258 w 417978"/>
                <a:gd name="connsiteY49" fmla="*/ 197722 h 1256786"/>
                <a:gd name="connsiteX50" fmla="*/ 310354 w 417978"/>
                <a:gd name="connsiteY50" fmla="*/ 207131 h 1256786"/>
                <a:gd name="connsiteX51" fmla="*/ 329429 w 417978"/>
                <a:gd name="connsiteY51" fmla="*/ 213546 h 1256786"/>
                <a:gd name="connsiteX52" fmla="*/ 348077 w 417978"/>
                <a:gd name="connsiteY52" fmla="*/ 221416 h 1256786"/>
                <a:gd name="connsiteX53" fmla="*/ 374765 w 417978"/>
                <a:gd name="connsiteY53" fmla="*/ 256829 h 1256786"/>
                <a:gd name="connsiteX54" fmla="*/ 393413 w 417978"/>
                <a:gd name="connsiteY54" fmla="*/ 313371 h 1256786"/>
                <a:gd name="connsiteX55" fmla="*/ 405816 w 417978"/>
                <a:gd name="connsiteY55" fmla="*/ 368031 h 1256786"/>
                <a:gd name="connsiteX56" fmla="*/ 413258 w 417978"/>
                <a:gd name="connsiteY56" fmla="*/ 420808 h 1256786"/>
                <a:gd name="connsiteX57" fmla="*/ 417022 w 417978"/>
                <a:gd name="connsiteY57" fmla="*/ 459900 h 1256786"/>
                <a:gd name="connsiteX58" fmla="*/ 417620 w 417978"/>
                <a:gd name="connsiteY58" fmla="*/ 487871 h 1256786"/>
                <a:gd name="connsiteX59" fmla="*/ 415141 w 417978"/>
                <a:gd name="connsiteY59" fmla="*/ 521403 h 1256786"/>
                <a:gd name="connsiteX60" fmla="*/ 417022 w 417978"/>
                <a:gd name="connsiteY60" fmla="*/ 545953 h 1256786"/>
                <a:gd name="connsiteX61" fmla="*/ 413772 w 417978"/>
                <a:gd name="connsiteY61" fmla="*/ 581879 h 1256786"/>
                <a:gd name="connsiteX62" fmla="*/ 408981 w 417978"/>
                <a:gd name="connsiteY62" fmla="*/ 606772 h 1256786"/>
                <a:gd name="connsiteX63" fmla="*/ 409836 w 417978"/>
                <a:gd name="connsiteY63" fmla="*/ 606600 h 1256786"/>
                <a:gd name="connsiteX64" fmla="*/ 407869 w 417978"/>
                <a:gd name="connsiteY64" fmla="*/ 620372 h 1256786"/>
                <a:gd name="connsiteX65" fmla="*/ 407270 w 417978"/>
                <a:gd name="connsiteY65" fmla="*/ 620885 h 1256786"/>
                <a:gd name="connsiteX66" fmla="*/ 407270 w 417978"/>
                <a:gd name="connsiteY66" fmla="*/ 621057 h 1256786"/>
                <a:gd name="connsiteX67" fmla="*/ 408040 w 417978"/>
                <a:gd name="connsiteY67" fmla="*/ 627130 h 1256786"/>
                <a:gd name="connsiteX68" fmla="*/ 405902 w 417978"/>
                <a:gd name="connsiteY68" fmla="*/ 638849 h 1256786"/>
                <a:gd name="connsiteX69" fmla="*/ 400171 w 417978"/>
                <a:gd name="connsiteY69" fmla="*/ 644836 h 1256786"/>
                <a:gd name="connsiteX70" fmla="*/ 392044 w 417978"/>
                <a:gd name="connsiteY70" fmla="*/ 648943 h 1256786"/>
                <a:gd name="connsiteX71" fmla="*/ 387425 w 417978"/>
                <a:gd name="connsiteY71" fmla="*/ 650568 h 1256786"/>
                <a:gd name="connsiteX72" fmla="*/ 382806 w 417978"/>
                <a:gd name="connsiteY72" fmla="*/ 652706 h 1256786"/>
                <a:gd name="connsiteX73" fmla="*/ 374851 w 417978"/>
                <a:gd name="connsiteY73" fmla="*/ 648857 h 1256786"/>
                <a:gd name="connsiteX74" fmla="*/ 374851 w 417978"/>
                <a:gd name="connsiteY74" fmla="*/ 648857 h 1256786"/>
                <a:gd name="connsiteX75" fmla="*/ 374594 w 417978"/>
                <a:gd name="connsiteY75" fmla="*/ 648001 h 1256786"/>
                <a:gd name="connsiteX76" fmla="*/ 375193 w 417978"/>
                <a:gd name="connsiteY76" fmla="*/ 653818 h 1256786"/>
                <a:gd name="connsiteX77" fmla="*/ 372712 w 417978"/>
                <a:gd name="connsiteY77" fmla="*/ 702234 h 1256786"/>
                <a:gd name="connsiteX78" fmla="*/ 369633 w 417978"/>
                <a:gd name="connsiteY78" fmla="*/ 742950 h 1256786"/>
                <a:gd name="connsiteX79" fmla="*/ 358769 w 417978"/>
                <a:gd name="connsiteY79" fmla="*/ 797952 h 1256786"/>
                <a:gd name="connsiteX80" fmla="*/ 347564 w 417978"/>
                <a:gd name="connsiteY80" fmla="*/ 853809 h 1256786"/>
                <a:gd name="connsiteX81" fmla="*/ 338240 w 417978"/>
                <a:gd name="connsiteY81" fmla="*/ 979125 h 1256786"/>
                <a:gd name="connsiteX82" fmla="*/ 342004 w 417978"/>
                <a:gd name="connsiteY82" fmla="*/ 1037805 h 1256786"/>
                <a:gd name="connsiteX83" fmla="*/ 350386 w 417978"/>
                <a:gd name="connsiteY83" fmla="*/ 1103927 h 1256786"/>
                <a:gd name="connsiteX84" fmla="*/ 347564 w 417978"/>
                <a:gd name="connsiteY84" fmla="*/ 1147296 h 1256786"/>
                <a:gd name="connsiteX85" fmla="*/ 347992 w 417978"/>
                <a:gd name="connsiteY85" fmla="*/ 1192033 h 1256786"/>
                <a:gd name="connsiteX86" fmla="*/ 350301 w 417978"/>
                <a:gd name="connsiteY86" fmla="*/ 1205976 h 1256786"/>
                <a:gd name="connsiteX87" fmla="*/ 362448 w 417978"/>
                <a:gd name="connsiteY87" fmla="*/ 1219063 h 1256786"/>
                <a:gd name="connsiteX88" fmla="*/ 371343 w 417978"/>
                <a:gd name="connsiteY88" fmla="*/ 1228387 h 1256786"/>
                <a:gd name="connsiteX89" fmla="*/ 386741 w 417978"/>
                <a:gd name="connsiteY89" fmla="*/ 1231210 h 1256786"/>
                <a:gd name="connsiteX90" fmla="*/ 392301 w 417978"/>
                <a:gd name="connsiteY90" fmla="*/ 1249430 h 1256786"/>
                <a:gd name="connsiteX91" fmla="*/ 383918 w 417978"/>
                <a:gd name="connsiteY91" fmla="*/ 1255931 h 1256786"/>
                <a:gd name="connsiteX92" fmla="*/ 342945 w 417978"/>
                <a:gd name="connsiteY92" fmla="*/ 1254562 h 1256786"/>
                <a:gd name="connsiteX93" fmla="*/ 337384 w 417978"/>
                <a:gd name="connsiteY93" fmla="*/ 1253621 h 1256786"/>
                <a:gd name="connsiteX94" fmla="*/ 334562 w 417978"/>
                <a:gd name="connsiteY94" fmla="*/ 1256444 h 1256786"/>
                <a:gd name="connsiteX95" fmla="*/ 278191 w 417978"/>
                <a:gd name="connsiteY95" fmla="*/ 1254135 h 1256786"/>
                <a:gd name="connsiteX96" fmla="*/ 277250 w 417978"/>
                <a:gd name="connsiteY96" fmla="*/ 1229927 h 1256786"/>
                <a:gd name="connsiteX97" fmla="*/ 277250 w 417978"/>
                <a:gd name="connsiteY97" fmla="*/ 1206660 h 1256786"/>
                <a:gd name="connsiteX98" fmla="*/ 274000 w 417978"/>
                <a:gd name="connsiteY98" fmla="*/ 1191263 h 1256786"/>
                <a:gd name="connsiteX99" fmla="*/ 266985 w 417978"/>
                <a:gd name="connsiteY99" fmla="*/ 1119496 h 1256786"/>
                <a:gd name="connsiteX100" fmla="*/ 257662 w 417978"/>
                <a:gd name="connsiteY100" fmla="*/ 977842 h 1256786"/>
                <a:gd name="connsiteX101" fmla="*/ 255780 w 417978"/>
                <a:gd name="connsiteY101" fmla="*/ 960563 h 1256786"/>
                <a:gd name="connsiteX102" fmla="*/ 257662 w 417978"/>
                <a:gd name="connsiteY102" fmla="*/ 933105 h 1256786"/>
                <a:gd name="connsiteX103" fmla="*/ 251161 w 417978"/>
                <a:gd name="connsiteY103" fmla="*/ 911206 h 1256786"/>
                <a:gd name="connsiteX104" fmla="*/ 247397 w 417978"/>
                <a:gd name="connsiteY104" fmla="*/ 876306 h 1256786"/>
                <a:gd name="connsiteX105" fmla="*/ 246456 w 417978"/>
                <a:gd name="connsiteY105" fmla="*/ 836701 h 1256786"/>
                <a:gd name="connsiteX106" fmla="*/ 241837 w 417978"/>
                <a:gd name="connsiteY106" fmla="*/ 819936 h 1256786"/>
                <a:gd name="connsiteX107" fmla="*/ 240383 w 417978"/>
                <a:gd name="connsiteY107" fmla="*/ 789826 h 1256786"/>
                <a:gd name="connsiteX108" fmla="*/ 239698 w 417978"/>
                <a:gd name="connsiteY108" fmla="*/ 778706 h 1256786"/>
                <a:gd name="connsiteX109" fmla="*/ 240041 w 417978"/>
                <a:gd name="connsiteY109" fmla="*/ 773231 h 1256786"/>
                <a:gd name="connsiteX110" fmla="*/ 240041 w 417978"/>
                <a:gd name="connsiteY110" fmla="*/ 771863 h 1256786"/>
                <a:gd name="connsiteX111" fmla="*/ 239099 w 417978"/>
                <a:gd name="connsiteY111" fmla="*/ 751333 h 1256786"/>
                <a:gd name="connsiteX112" fmla="*/ 230204 w 417978"/>
                <a:gd name="connsiteY112" fmla="*/ 733626 h 1256786"/>
                <a:gd name="connsiteX113" fmla="*/ 228407 w 417978"/>
                <a:gd name="connsiteY113" fmla="*/ 728152 h 1256786"/>
                <a:gd name="connsiteX114" fmla="*/ 226525 w 417978"/>
                <a:gd name="connsiteY114" fmla="*/ 729264 h 1256786"/>
                <a:gd name="connsiteX115" fmla="*/ 217201 w 417978"/>
                <a:gd name="connsiteY115" fmla="*/ 736022 h 1256786"/>
                <a:gd name="connsiteX116" fmla="*/ 216004 w 417978"/>
                <a:gd name="connsiteY116" fmla="*/ 737903 h 1256786"/>
                <a:gd name="connsiteX117" fmla="*/ 213523 w 417978"/>
                <a:gd name="connsiteY117" fmla="*/ 753728 h 1256786"/>
                <a:gd name="connsiteX118" fmla="*/ 207022 w 417978"/>
                <a:gd name="connsiteY118" fmla="*/ 763480 h 1256786"/>
                <a:gd name="connsiteX119" fmla="*/ 205654 w 417978"/>
                <a:gd name="connsiteY119" fmla="*/ 776054 h 1256786"/>
                <a:gd name="connsiteX120" fmla="*/ 199580 w 417978"/>
                <a:gd name="connsiteY120" fmla="*/ 817027 h 1256786"/>
                <a:gd name="connsiteX121" fmla="*/ 192138 w 417978"/>
                <a:gd name="connsiteY121" fmla="*/ 841748 h 1256786"/>
                <a:gd name="connsiteX122" fmla="*/ 186579 w 417978"/>
                <a:gd name="connsiteY122" fmla="*/ 880412 h 1256786"/>
                <a:gd name="connsiteX123" fmla="*/ 179136 w 417978"/>
                <a:gd name="connsiteY123" fmla="*/ 909752 h 1256786"/>
                <a:gd name="connsiteX124" fmla="*/ 177768 w 417978"/>
                <a:gd name="connsiteY124" fmla="*/ 932591 h 1256786"/>
                <a:gd name="connsiteX125" fmla="*/ 175458 w 417978"/>
                <a:gd name="connsiteY125" fmla="*/ 952608 h 1256786"/>
                <a:gd name="connsiteX126" fmla="*/ 169385 w 417978"/>
                <a:gd name="connsiteY126" fmla="*/ 984771 h 1256786"/>
                <a:gd name="connsiteX127" fmla="*/ 165621 w 417978"/>
                <a:gd name="connsiteY127" fmla="*/ 1056538 h 1256786"/>
                <a:gd name="connsiteX128" fmla="*/ 163739 w 417978"/>
                <a:gd name="connsiteY128" fmla="*/ 1095715 h 1256786"/>
                <a:gd name="connsiteX129" fmla="*/ 159548 w 417978"/>
                <a:gd name="connsiteY129" fmla="*/ 1166029 h 1256786"/>
                <a:gd name="connsiteX130" fmla="*/ 150738 w 417978"/>
                <a:gd name="connsiteY130" fmla="*/ 1194000 h 1256786"/>
                <a:gd name="connsiteX131" fmla="*/ 144236 w 417978"/>
                <a:gd name="connsiteY131" fmla="*/ 1218208 h 1256786"/>
                <a:gd name="connsiteX132" fmla="*/ 141414 w 417978"/>
                <a:gd name="connsiteY132" fmla="*/ 1253108 h 1256786"/>
                <a:gd name="connsiteX133" fmla="*/ 120456 w 417978"/>
                <a:gd name="connsiteY133" fmla="*/ 1256786 h 1256786"/>
                <a:gd name="connsiteX134" fmla="*/ 78970 w 417978"/>
                <a:gd name="connsiteY134" fmla="*/ 1253536 h 1256786"/>
                <a:gd name="connsiteX135" fmla="*/ 66823 w 417978"/>
                <a:gd name="connsiteY135" fmla="*/ 1250285 h 1256786"/>
                <a:gd name="connsiteX136" fmla="*/ 66823 w 417978"/>
                <a:gd name="connsiteY136" fmla="*/ 1236342 h 1256786"/>
                <a:gd name="connsiteX137" fmla="*/ 74265 w 417978"/>
                <a:gd name="connsiteY137" fmla="*/ 1225650 h 1256786"/>
                <a:gd name="connsiteX138" fmla="*/ 77516 w 417978"/>
                <a:gd name="connsiteY138" fmla="*/ 1217267 h 1256786"/>
                <a:gd name="connsiteX139" fmla="*/ 85471 w 417978"/>
                <a:gd name="connsiteY139" fmla="*/ 1208884 h 1256786"/>
                <a:gd name="connsiteX140" fmla="*/ 84102 w 417978"/>
                <a:gd name="connsiteY140" fmla="*/ 1195369 h 1256786"/>
                <a:gd name="connsiteX141" fmla="*/ 76232 w 417978"/>
                <a:gd name="connsiteY141" fmla="*/ 1171589 h 1256786"/>
                <a:gd name="connsiteX142" fmla="*/ 79483 w 417978"/>
                <a:gd name="connsiteY142" fmla="*/ 1140880 h 1256786"/>
                <a:gd name="connsiteX143" fmla="*/ 81793 w 417978"/>
                <a:gd name="connsiteY143" fmla="*/ 1064921 h 1256786"/>
                <a:gd name="connsiteX144" fmla="*/ 86925 w 417978"/>
                <a:gd name="connsiteY144" fmla="*/ 1010860 h 1256786"/>
                <a:gd name="connsiteX145" fmla="*/ 94880 w 417978"/>
                <a:gd name="connsiteY145" fmla="*/ 968432 h 1256786"/>
                <a:gd name="connsiteX146" fmla="*/ 94452 w 417978"/>
                <a:gd name="connsiteY146" fmla="*/ 933960 h 1256786"/>
                <a:gd name="connsiteX147" fmla="*/ 98644 w 417978"/>
                <a:gd name="connsiteY147" fmla="*/ 916254 h 1256786"/>
                <a:gd name="connsiteX148" fmla="*/ 100526 w 417978"/>
                <a:gd name="connsiteY148" fmla="*/ 832853 h 1256786"/>
                <a:gd name="connsiteX149" fmla="*/ 100526 w 417978"/>
                <a:gd name="connsiteY149" fmla="*/ 805822 h 1256786"/>
                <a:gd name="connsiteX150" fmla="*/ 97703 w 417978"/>
                <a:gd name="connsiteY150" fmla="*/ 757834 h 1256786"/>
                <a:gd name="connsiteX151" fmla="*/ 87010 w 417978"/>
                <a:gd name="connsiteY151" fmla="*/ 718229 h 1256786"/>
                <a:gd name="connsiteX152" fmla="*/ 87524 w 417978"/>
                <a:gd name="connsiteY152" fmla="*/ 642783 h 1256786"/>
                <a:gd name="connsiteX153" fmla="*/ 86925 w 417978"/>
                <a:gd name="connsiteY153" fmla="*/ 620287 h 1256786"/>
                <a:gd name="connsiteX154" fmla="*/ 86925 w 417978"/>
                <a:gd name="connsiteY154" fmla="*/ 620543 h 1256786"/>
                <a:gd name="connsiteX155" fmla="*/ 68449 w 417978"/>
                <a:gd name="connsiteY155" fmla="*/ 622853 h 1256786"/>
                <a:gd name="connsiteX156" fmla="*/ 60579 w 417978"/>
                <a:gd name="connsiteY156" fmla="*/ 613871 h 1256786"/>
                <a:gd name="connsiteX157" fmla="*/ 61605 w 417978"/>
                <a:gd name="connsiteY157" fmla="*/ 613871 h 1256786"/>
                <a:gd name="connsiteX158" fmla="*/ 60750 w 417978"/>
                <a:gd name="connsiteY158" fmla="*/ 613016 h 1256786"/>
                <a:gd name="connsiteX159" fmla="*/ 56387 w 417978"/>
                <a:gd name="connsiteY159" fmla="*/ 609252 h 1256786"/>
                <a:gd name="connsiteX160" fmla="*/ 42359 w 417978"/>
                <a:gd name="connsiteY160" fmla="*/ 599843 h 1256786"/>
                <a:gd name="connsiteX161" fmla="*/ 28672 w 417978"/>
                <a:gd name="connsiteY161" fmla="*/ 582478 h 1256786"/>
                <a:gd name="connsiteX162" fmla="*/ 24310 w 417978"/>
                <a:gd name="connsiteY162" fmla="*/ 568792 h 1256786"/>
                <a:gd name="connsiteX163" fmla="*/ 18408 w 417978"/>
                <a:gd name="connsiteY163" fmla="*/ 547407 h 1256786"/>
                <a:gd name="connsiteX164" fmla="*/ 12249 w 417978"/>
                <a:gd name="connsiteY164" fmla="*/ 523713 h 1256786"/>
                <a:gd name="connsiteX165" fmla="*/ 4892 w 417978"/>
                <a:gd name="connsiteY165" fmla="*/ 501301 h 1256786"/>
                <a:gd name="connsiteX166" fmla="*/ 2497 w 417978"/>
                <a:gd name="connsiteY166" fmla="*/ 484365 h 1256786"/>
                <a:gd name="connsiteX167" fmla="*/ 1214 w 417978"/>
                <a:gd name="connsiteY167" fmla="*/ 465118 h 1256786"/>
                <a:gd name="connsiteX168" fmla="*/ 615 w 417978"/>
                <a:gd name="connsiteY168" fmla="*/ 453912 h 1256786"/>
                <a:gd name="connsiteX169" fmla="*/ 615 w 417978"/>
                <a:gd name="connsiteY169" fmla="*/ 453912 h 1256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</a:cxnLst>
              <a:rect l="l" t="t" r="r" b="b"/>
              <a:pathLst>
                <a:path w="417978" h="1256786">
                  <a:moveTo>
                    <a:pt x="97360" y="565542"/>
                  </a:moveTo>
                  <a:cubicBezTo>
                    <a:pt x="97874" y="563146"/>
                    <a:pt x="98472" y="560836"/>
                    <a:pt x="98986" y="558527"/>
                  </a:cubicBezTo>
                  <a:cubicBezTo>
                    <a:pt x="94880" y="552967"/>
                    <a:pt x="94110" y="474100"/>
                    <a:pt x="94794" y="468625"/>
                  </a:cubicBezTo>
                  <a:cubicBezTo>
                    <a:pt x="95393" y="463065"/>
                    <a:pt x="94624" y="462894"/>
                    <a:pt x="94025" y="457334"/>
                  </a:cubicBezTo>
                  <a:cubicBezTo>
                    <a:pt x="93426" y="451774"/>
                    <a:pt x="94538" y="442621"/>
                    <a:pt x="92998" y="432014"/>
                  </a:cubicBezTo>
                  <a:cubicBezTo>
                    <a:pt x="91972" y="425000"/>
                    <a:pt x="91116" y="412084"/>
                    <a:pt x="89235" y="409004"/>
                  </a:cubicBezTo>
                  <a:cubicBezTo>
                    <a:pt x="87951" y="406865"/>
                    <a:pt x="87267" y="403957"/>
                    <a:pt x="85898" y="403273"/>
                  </a:cubicBezTo>
                  <a:cubicBezTo>
                    <a:pt x="84359" y="404385"/>
                    <a:pt x="82391" y="408320"/>
                    <a:pt x="81450" y="410031"/>
                  </a:cubicBezTo>
                  <a:lnTo>
                    <a:pt x="81108" y="410886"/>
                  </a:lnTo>
                  <a:cubicBezTo>
                    <a:pt x="80338" y="415334"/>
                    <a:pt x="80082" y="420552"/>
                    <a:pt x="79226" y="423631"/>
                  </a:cubicBezTo>
                  <a:cubicBezTo>
                    <a:pt x="77772" y="429192"/>
                    <a:pt x="77003" y="439627"/>
                    <a:pt x="76404" y="445273"/>
                  </a:cubicBezTo>
                  <a:cubicBezTo>
                    <a:pt x="75805" y="450833"/>
                    <a:pt x="75548" y="463065"/>
                    <a:pt x="73923" y="472645"/>
                  </a:cubicBezTo>
                  <a:cubicBezTo>
                    <a:pt x="72640" y="480344"/>
                    <a:pt x="72726" y="483936"/>
                    <a:pt x="73923" y="490181"/>
                  </a:cubicBezTo>
                  <a:cubicBezTo>
                    <a:pt x="75206" y="496425"/>
                    <a:pt x="71528" y="493517"/>
                    <a:pt x="73752" y="501986"/>
                  </a:cubicBezTo>
                  <a:cubicBezTo>
                    <a:pt x="75890" y="510112"/>
                    <a:pt x="77003" y="519521"/>
                    <a:pt x="82990" y="523199"/>
                  </a:cubicBezTo>
                  <a:cubicBezTo>
                    <a:pt x="88892" y="526792"/>
                    <a:pt x="90945" y="533892"/>
                    <a:pt x="90347" y="541933"/>
                  </a:cubicBezTo>
                  <a:cubicBezTo>
                    <a:pt x="89748" y="549973"/>
                    <a:pt x="94966" y="550059"/>
                    <a:pt x="94281" y="555020"/>
                  </a:cubicBezTo>
                  <a:cubicBezTo>
                    <a:pt x="93682" y="559554"/>
                    <a:pt x="95222" y="562719"/>
                    <a:pt x="97360" y="565542"/>
                  </a:cubicBezTo>
                  <a:lnTo>
                    <a:pt x="97360" y="565542"/>
                  </a:lnTo>
                  <a:close/>
                  <a:moveTo>
                    <a:pt x="273" y="453656"/>
                  </a:moveTo>
                  <a:cubicBezTo>
                    <a:pt x="1300" y="444161"/>
                    <a:pt x="5235" y="426283"/>
                    <a:pt x="7715" y="416361"/>
                  </a:cubicBezTo>
                  <a:cubicBezTo>
                    <a:pt x="10196" y="406438"/>
                    <a:pt x="11393" y="394633"/>
                    <a:pt x="13275" y="388389"/>
                  </a:cubicBezTo>
                  <a:cubicBezTo>
                    <a:pt x="15157" y="382145"/>
                    <a:pt x="16355" y="373420"/>
                    <a:pt x="18236" y="361016"/>
                  </a:cubicBezTo>
                  <a:cubicBezTo>
                    <a:pt x="20119" y="348613"/>
                    <a:pt x="20290" y="339631"/>
                    <a:pt x="23625" y="326630"/>
                  </a:cubicBezTo>
                  <a:cubicBezTo>
                    <a:pt x="26277" y="316365"/>
                    <a:pt x="29442" y="306955"/>
                    <a:pt x="30725" y="294552"/>
                  </a:cubicBezTo>
                  <a:cubicBezTo>
                    <a:pt x="31923" y="282149"/>
                    <a:pt x="39365" y="272911"/>
                    <a:pt x="42444" y="262903"/>
                  </a:cubicBezTo>
                  <a:cubicBezTo>
                    <a:pt x="45524" y="252980"/>
                    <a:pt x="47833" y="246650"/>
                    <a:pt x="54077" y="241432"/>
                  </a:cubicBezTo>
                  <a:cubicBezTo>
                    <a:pt x="60921" y="235786"/>
                    <a:pt x="98131" y="217738"/>
                    <a:pt x="107112" y="213974"/>
                  </a:cubicBezTo>
                  <a:cubicBezTo>
                    <a:pt x="113613" y="211236"/>
                    <a:pt x="119430" y="208842"/>
                    <a:pt x="129951" y="203281"/>
                  </a:cubicBezTo>
                  <a:cubicBezTo>
                    <a:pt x="140473" y="197722"/>
                    <a:pt x="156041" y="195839"/>
                    <a:pt x="158521" y="189595"/>
                  </a:cubicBezTo>
                  <a:cubicBezTo>
                    <a:pt x="161002" y="183351"/>
                    <a:pt x="163483" y="182153"/>
                    <a:pt x="165364" y="175909"/>
                  </a:cubicBezTo>
                  <a:cubicBezTo>
                    <a:pt x="167161" y="169921"/>
                    <a:pt x="167161" y="159998"/>
                    <a:pt x="169984" y="158202"/>
                  </a:cubicBezTo>
                  <a:cubicBezTo>
                    <a:pt x="167332" y="155636"/>
                    <a:pt x="150309" y="138613"/>
                    <a:pt x="145177" y="123131"/>
                  </a:cubicBezTo>
                  <a:cubicBezTo>
                    <a:pt x="139617" y="106365"/>
                    <a:pt x="123707" y="70011"/>
                    <a:pt x="135853" y="43921"/>
                  </a:cubicBezTo>
                  <a:cubicBezTo>
                    <a:pt x="148000" y="17832"/>
                    <a:pt x="168444" y="-1757"/>
                    <a:pt x="194534" y="125"/>
                  </a:cubicBezTo>
                  <a:cubicBezTo>
                    <a:pt x="201120" y="638"/>
                    <a:pt x="214122" y="4830"/>
                    <a:pt x="218741" y="4830"/>
                  </a:cubicBezTo>
                  <a:cubicBezTo>
                    <a:pt x="223361" y="4830"/>
                    <a:pt x="240212" y="18773"/>
                    <a:pt x="244831" y="32801"/>
                  </a:cubicBezTo>
                  <a:cubicBezTo>
                    <a:pt x="249450" y="46744"/>
                    <a:pt x="253214" y="53331"/>
                    <a:pt x="253214" y="57950"/>
                  </a:cubicBezTo>
                  <a:lnTo>
                    <a:pt x="253214" y="62654"/>
                  </a:lnTo>
                  <a:lnTo>
                    <a:pt x="260656" y="66418"/>
                  </a:lnTo>
                  <a:cubicBezTo>
                    <a:pt x="260656" y="66418"/>
                    <a:pt x="263479" y="74801"/>
                    <a:pt x="262537" y="78565"/>
                  </a:cubicBezTo>
                  <a:cubicBezTo>
                    <a:pt x="261596" y="82329"/>
                    <a:pt x="263479" y="83270"/>
                    <a:pt x="257918" y="83270"/>
                  </a:cubicBezTo>
                  <a:cubicBezTo>
                    <a:pt x="257918" y="83270"/>
                    <a:pt x="257918" y="88829"/>
                    <a:pt x="259800" y="93535"/>
                  </a:cubicBezTo>
                  <a:cubicBezTo>
                    <a:pt x="261682" y="98153"/>
                    <a:pt x="261682" y="115860"/>
                    <a:pt x="261682" y="125184"/>
                  </a:cubicBezTo>
                  <a:cubicBezTo>
                    <a:pt x="261682" y="134508"/>
                    <a:pt x="263564" y="142890"/>
                    <a:pt x="257063" y="148451"/>
                  </a:cubicBezTo>
                  <a:cubicBezTo>
                    <a:pt x="250562" y="154010"/>
                    <a:pt x="246798" y="153155"/>
                    <a:pt x="246798" y="153155"/>
                  </a:cubicBezTo>
                  <a:lnTo>
                    <a:pt x="245087" y="159828"/>
                  </a:lnTo>
                  <a:cubicBezTo>
                    <a:pt x="245087" y="159828"/>
                    <a:pt x="249878" y="174369"/>
                    <a:pt x="249878" y="179844"/>
                  </a:cubicBezTo>
                  <a:lnTo>
                    <a:pt x="249878" y="185404"/>
                  </a:lnTo>
                  <a:cubicBezTo>
                    <a:pt x="249878" y="185404"/>
                    <a:pt x="282297" y="195241"/>
                    <a:pt x="287258" y="197722"/>
                  </a:cubicBezTo>
                  <a:cubicBezTo>
                    <a:pt x="292220" y="200202"/>
                    <a:pt x="304879" y="204736"/>
                    <a:pt x="310354" y="207131"/>
                  </a:cubicBezTo>
                  <a:cubicBezTo>
                    <a:pt x="314802" y="209098"/>
                    <a:pt x="321388" y="211066"/>
                    <a:pt x="329429" y="213546"/>
                  </a:cubicBezTo>
                  <a:cubicBezTo>
                    <a:pt x="337470" y="216027"/>
                    <a:pt x="341833" y="215856"/>
                    <a:pt x="348077" y="221416"/>
                  </a:cubicBezTo>
                  <a:cubicBezTo>
                    <a:pt x="354235" y="227062"/>
                    <a:pt x="367323" y="231339"/>
                    <a:pt x="374765" y="256829"/>
                  </a:cubicBezTo>
                  <a:cubicBezTo>
                    <a:pt x="382207" y="282320"/>
                    <a:pt x="390932" y="300283"/>
                    <a:pt x="393413" y="313371"/>
                  </a:cubicBezTo>
                  <a:cubicBezTo>
                    <a:pt x="395894" y="326458"/>
                    <a:pt x="401453" y="353746"/>
                    <a:pt x="405816" y="368031"/>
                  </a:cubicBezTo>
                  <a:cubicBezTo>
                    <a:pt x="410179" y="382315"/>
                    <a:pt x="412060" y="407122"/>
                    <a:pt x="413258" y="420808"/>
                  </a:cubicBezTo>
                  <a:cubicBezTo>
                    <a:pt x="414541" y="434495"/>
                    <a:pt x="417022" y="447497"/>
                    <a:pt x="417022" y="459900"/>
                  </a:cubicBezTo>
                  <a:cubicBezTo>
                    <a:pt x="417022" y="472303"/>
                    <a:pt x="415739" y="472303"/>
                    <a:pt x="417620" y="487871"/>
                  </a:cubicBezTo>
                  <a:cubicBezTo>
                    <a:pt x="419502" y="503440"/>
                    <a:pt x="413258" y="510197"/>
                    <a:pt x="415141" y="521403"/>
                  </a:cubicBezTo>
                  <a:cubicBezTo>
                    <a:pt x="417022" y="532609"/>
                    <a:pt x="417620" y="538511"/>
                    <a:pt x="417022" y="545953"/>
                  </a:cubicBezTo>
                  <a:cubicBezTo>
                    <a:pt x="416423" y="553395"/>
                    <a:pt x="417449" y="570075"/>
                    <a:pt x="413772" y="581879"/>
                  </a:cubicBezTo>
                  <a:cubicBezTo>
                    <a:pt x="412060" y="587440"/>
                    <a:pt x="410264" y="597191"/>
                    <a:pt x="408981" y="606772"/>
                  </a:cubicBezTo>
                  <a:lnTo>
                    <a:pt x="409836" y="606600"/>
                  </a:lnTo>
                  <a:lnTo>
                    <a:pt x="407869" y="620372"/>
                  </a:lnTo>
                  <a:lnTo>
                    <a:pt x="407270" y="620885"/>
                  </a:lnTo>
                  <a:lnTo>
                    <a:pt x="407270" y="621057"/>
                  </a:lnTo>
                  <a:cubicBezTo>
                    <a:pt x="407869" y="622083"/>
                    <a:pt x="408040" y="624906"/>
                    <a:pt x="408040" y="627130"/>
                  </a:cubicBezTo>
                  <a:cubicBezTo>
                    <a:pt x="408040" y="629867"/>
                    <a:pt x="406671" y="635598"/>
                    <a:pt x="405902" y="638849"/>
                  </a:cubicBezTo>
                  <a:cubicBezTo>
                    <a:pt x="405046" y="642099"/>
                    <a:pt x="401026" y="643724"/>
                    <a:pt x="400171" y="644836"/>
                  </a:cubicBezTo>
                  <a:cubicBezTo>
                    <a:pt x="399400" y="645948"/>
                    <a:pt x="393413" y="648087"/>
                    <a:pt x="392044" y="648943"/>
                  </a:cubicBezTo>
                  <a:cubicBezTo>
                    <a:pt x="390675" y="649798"/>
                    <a:pt x="389051" y="649456"/>
                    <a:pt x="387425" y="650568"/>
                  </a:cubicBezTo>
                  <a:cubicBezTo>
                    <a:pt x="385800" y="651680"/>
                    <a:pt x="384945" y="651423"/>
                    <a:pt x="382806" y="652706"/>
                  </a:cubicBezTo>
                  <a:cubicBezTo>
                    <a:pt x="380668" y="654075"/>
                    <a:pt x="375536" y="651081"/>
                    <a:pt x="374851" y="648857"/>
                  </a:cubicBezTo>
                  <a:lnTo>
                    <a:pt x="374851" y="648857"/>
                  </a:lnTo>
                  <a:cubicBezTo>
                    <a:pt x="374851" y="648857"/>
                    <a:pt x="374594" y="648001"/>
                    <a:pt x="374594" y="648001"/>
                  </a:cubicBezTo>
                  <a:cubicBezTo>
                    <a:pt x="374851" y="650568"/>
                    <a:pt x="375022" y="652535"/>
                    <a:pt x="375193" y="653818"/>
                  </a:cubicBezTo>
                  <a:cubicBezTo>
                    <a:pt x="375536" y="657240"/>
                    <a:pt x="372969" y="689830"/>
                    <a:pt x="372712" y="702234"/>
                  </a:cubicBezTo>
                  <a:cubicBezTo>
                    <a:pt x="372371" y="714637"/>
                    <a:pt x="370232" y="734225"/>
                    <a:pt x="369633" y="742950"/>
                  </a:cubicBezTo>
                  <a:cubicBezTo>
                    <a:pt x="369035" y="751676"/>
                    <a:pt x="362448" y="782384"/>
                    <a:pt x="358769" y="797952"/>
                  </a:cubicBezTo>
                  <a:cubicBezTo>
                    <a:pt x="358769" y="797952"/>
                    <a:pt x="350386" y="823101"/>
                    <a:pt x="347564" y="853809"/>
                  </a:cubicBezTo>
                  <a:cubicBezTo>
                    <a:pt x="344741" y="884518"/>
                    <a:pt x="335930" y="955858"/>
                    <a:pt x="338240" y="979125"/>
                  </a:cubicBezTo>
                  <a:cubicBezTo>
                    <a:pt x="340550" y="1002392"/>
                    <a:pt x="339181" y="1019671"/>
                    <a:pt x="342004" y="1037805"/>
                  </a:cubicBezTo>
                  <a:cubicBezTo>
                    <a:pt x="344827" y="1056025"/>
                    <a:pt x="349446" y="1091353"/>
                    <a:pt x="350386" y="1103927"/>
                  </a:cubicBezTo>
                  <a:cubicBezTo>
                    <a:pt x="351327" y="1116501"/>
                    <a:pt x="347564" y="1127707"/>
                    <a:pt x="347564" y="1147296"/>
                  </a:cubicBezTo>
                  <a:cubicBezTo>
                    <a:pt x="347564" y="1166884"/>
                    <a:pt x="347564" y="1185532"/>
                    <a:pt x="347992" y="1192033"/>
                  </a:cubicBezTo>
                  <a:cubicBezTo>
                    <a:pt x="348505" y="1198534"/>
                    <a:pt x="347992" y="1200843"/>
                    <a:pt x="350301" y="1205976"/>
                  </a:cubicBezTo>
                  <a:cubicBezTo>
                    <a:pt x="352611" y="1211108"/>
                    <a:pt x="357316" y="1214872"/>
                    <a:pt x="362448" y="1219063"/>
                  </a:cubicBezTo>
                  <a:cubicBezTo>
                    <a:pt x="367580" y="1223255"/>
                    <a:pt x="368008" y="1228387"/>
                    <a:pt x="371343" y="1228387"/>
                  </a:cubicBezTo>
                  <a:cubicBezTo>
                    <a:pt x="374679" y="1228387"/>
                    <a:pt x="382978" y="1227446"/>
                    <a:pt x="386741" y="1231210"/>
                  </a:cubicBezTo>
                  <a:cubicBezTo>
                    <a:pt x="390419" y="1234974"/>
                    <a:pt x="393242" y="1245153"/>
                    <a:pt x="392301" y="1249430"/>
                  </a:cubicBezTo>
                  <a:cubicBezTo>
                    <a:pt x="391360" y="1253621"/>
                    <a:pt x="387682" y="1255503"/>
                    <a:pt x="383918" y="1255931"/>
                  </a:cubicBezTo>
                  <a:cubicBezTo>
                    <a:pt x="380154" y="1256444"/>
                    <a:pt x="348505" y="1255417"/>
                    <a:pt x="342945" y="1254562"/>
                  </a:cubicBezTo>
                  <a:lnTo>
                    <a:pt x="337384" y="1253621"/>
                  </a:lnTo>
                  <a:lnTo>
                    <a:pt x="334562" y="1256444"/>
                  </a:lnTo>
                  <a:cubicBezTo>
                    <a:pt x="334562" y="1256444"/>
                    <a:pt x="285633" y="1257385"/>
                    <a:pt x="278191" y="1254135"/>
                  </a:cubicBezTo>
                  <a:cubicBezTo>
                    <a:pt x="278191" y="1254135"/>
                    <a:pt x="277678" y="1233177"/>
                    <a:pt x="277250" y="1229927"/>
                  </a:cubicBezTo>
                  <a:cubicBezTo>
                    <a:pt x="276737" y="1226676"/>
                    <a:pt x="278191" y="1212733"/>
                    <a:pt x="277250" y="1206660"/>
                  </a:cubicBezTo>
                  <a:cubicBezTo>
                    <a:pt x="276310" y="1200587"/>
                    <a:pt x="275368" y="1195454"/>
                    <a:pt x="274000" y="1191263"/>
                  </a:cubicBezTo>
                  <a:cubicBezTo>
                    <a:pt x="272631" y="1187071"/>
                    <a:pt x="267499" y="1136261"/>
                    <a:pt x="266985" y="1119496"/>
                  </a:cubicBezTo>
                  <a:cubicBezTo>
                    <a:pt x="266472" y="1102730"/>
                    <a:pt x="258175" y="987166"/>
                    <a:pt x="257662" y="977842"/>
                  </a:cubicBezTo>
                  <a:cubicBezTo>
                    <a:pt x="257234" y="968518"/>
                    <a:pt x="255780" y="966636"/>
                    <a:pt x="255780" y="960563"/>
                  </a:cubicBezTo>
                  <a:cubicBezTo>
                    <a:pt x="255780" y="954489"/>
                    <a:pt x="258603" y="936783"/>
                    <a:pt x="257662" y="933105"/>
                  </a:cubicBezTo>
                  <a:cubicBezTo>
                    <a:pt x="256721" y="929341"/>
                    <a:pt x="253042" y="914885"/>
                    <a:pt x="251161" y="911206"/>
                  </a:cubicBezTo>
                  <a:cubicBezTo>
                    <a:pt x="249279" y="907443"/>
                    <a:pt x="248851" y="887940"/>
                    <a:pt x="247397" y="876306"/>
                  </a:cubicBezTo>
                  <a:cubicBezTo>
                    <a:pt x="246028" y="864673"/>
                    <a:pt x="245515" y="845598"/>
                    <a:pt x="246456" y="836701"/>
                  </a:cubicBezTo>
                  <a:cubicBezTo>
                    <a:pt x="247397" y="827805"/>
                    <a:pt x="243206" y="826009"/>
                    <a:pt x="241837" y="819936"/>
                  </a:cubicBezTo>
                  <a:cubicBezTo>
                    <a:pt x="240982" y="816087"/>
                    <a:pt x="240639" y="802229"/>
                    <a:pt x="240383" y="789826"/>
                  </a:cubicBezTo>
                  <a:cubicBezTo>
                    <a:pt x="239955" y="785463"/>
                    <a:pt x="239698" y="781186"/>
                    <a:pt x="239698" y="778706"/>
                  </a:cubicBezTo>
                  <a:cubicBezTo>
                    <a:pt x="239698" y="777081"/>
                    <a:pt x="239870" y="775199"/>
                    <a:pt x="240041" y="773231"/>
                  </a:cubicBezTo>
                  <a:lnTo>
                    <a:pt x="240041" y="771863"/>
                  </a:lnTo>
                  <a:cubicBezTo>
                    <a:pt x="239528" y="761170"/>
                    <a:pt x="243719" y="758861"/>
                    <a:pt x="239099" y="751333"/>
                  </a:cubicBezTo>
                  <a:cubicBezTo>
                    <a:pt x="234395" y="743891"/>
                    <a:pt x="233967" y="742010"/>
                    <a:pt x="230204" y="733626"/>
                  </a:cubicBezTo>
                  <a:cubicBezTo>
                    <a:pt x="229348" y="731659"/>
                    <a:pt x="228750" y="729777"/>
                    <a:pt x="228407" y="728152"/>
                  </a:cubicBezTo>
                  <a:lnTo>
                    <a:pt x="226525" y="729264"/>
                  </a:lnTo>
                  <a:cubicBezTo>
                    <a:pt x="224301" y="729264"/>
                    <a:pt x="220709" y="731488"/>
                    <a:pt x="217201" y="736022"/>
                  </a:cubicBezTo>
                  <a:lnTo>
                    <a:pt x="216004" y="737903"/>
                  </a:lnTo>
                  <a:cubicBezTo>
                    <a:pt x="215747" y="743635"/>
                    <a:pt x="215320" y="750307"/>
                    <a:pt x="213523" y="753728"/>
                  </a:cubicBezTo>
                  <a:cubicBezTo>
                    <a:pt x="210273" y="759801"/>
                    <a:pt x="208391" y="756551"/>
                    <a:pt x="207022" y="763480"/>
                  </a:cubicBezTo>
                  <a:cubicBezTo>
                    <a:pt x="205654" y="770494"/>
                    <a:pt x="205141" y="768185"/>
                    <a:pt x="205654" y="776054"/>
                  </a:cubicBezTo>
                  <a:cubicBezTo>
                    <a:pt x="206081" y="783924"/>
                    <a:pt x="203772" y="805394"/>
                    <a:pt x="199580" y="817027"/>
                  </a:cubicBezTo>
                  <a:cubicBezTo>
                    <a:pt x="195389" y="828661"/>
                    <a:pt x="191625" y="833366"/>
                    <a:pt x="192138" y="841748"/>
                  </a:cubicBezTo>
                  <a:cubicBezTo>
                    <a:pt x="192652" y="850131"/>
                    <a:pt x="187519" y="871088"/>
                    <a:pt x="186579" y="880412"/>
                  </a:cubicBezTo>
                  <a:cubicBezTo>
                    <a:pt x="185637" y="889736"/>
                    <a:pt x="180505" y="904192"/>
                    <a:pt x="179136" y="909752"/>
                  </a:cubicBezTo>
                  <a:cubicBezTo>
                    <a:pt x="177768" y="915312"/>
                    <a:pt x="178623" y="922327"/>
                    <a:pt x="177768" y="932591"/>
                  </a:cubicBezTo>
                  <a:cubicBezTo>
                    <a:pt x="176827" y="942856"/>
                    <a:pt x="178195" y="938665"/>
                    <a:pt x="175458" y="952608"/>
                  </a:cubicBezTo>
                  <a:cubicBezTo>
                    <a:pt x="172636" y="966551"/>
                    <a:pt x="170326" y="970828"/>
                    <a:pt x="169385" y="984771"/>
                  </a:cubicBezTo>
                  <a:cubicBezTo>
                    <a:pt x="168444" y="998713"/>
                    <a:pt x="165194" y="1044392"/>
                    <a:pt x="165621" y="1056538"/>
                  </a:cubicBezTo>
                  <a:cubicBezTo>
                    <a:pt x="166135" y="1068685"/>
                    <a:pt x="164252" y="1079378"/>
                    <a:pt x="163739" y="1095715"/>
                  </a:cubicBezTo>
                  <a:cubicBezTo>
                    <a:pt x="163226" y="1112053"/>
                    <a:pt x="159975" y="1152599"/>
                    <a:pt x="159548" y="1166029"/>
                  </a:cubicBezTo>
                  <a:cubicBezTo>
                    <a:pt x="159120" y="1179544"/>
                    <a:pt x="153047" y="1181426"/>
                    <a:pt x="150738" y="1194000"/>
                  </a:cubicBezTo>
                  <a:cubicBezTo>
                    <a:pt x="148428" y="1206575"/>
                    <a:pt x="145177" y="1209397"/>
                    <a:pt x="144236" y="1218208"/>
                  </a:cubicBezTo>
                  <a:cubicBezTo>
                    <a:pt x="143296" y="1227018"/>
                    <a:pt x="143296" y="1251312"/>
                    <a:pt x="141414" y="1253108"/>
                  </a:cubicBezTo>
                  <a:cubicBezTo>
                    <a:pt x="139532" y="1254990"/>
                    <a:pt x="141414" y="1256786"/>
                    <a:pt x="120456" y="1256786"/>
                  </a:cubicBezTo>
                  <a:cubicBezTo>
                    <a:pt x="99499" y="1256786"/>
                    <a:pt x="81793" y="1253963"/>
                    <a:pt x="78970" y="1253536"/>
                  </a:cubicBezTo>
                  <a:cubicBezTo>
                    <a:pt x="76147" y="1253023"/>
                    <a:pt x="68277" y="1252167"/>
                    <a:pt x="66823" y="1250285"/>
                  </a:cubicBezTo>
                  <a:cubicBezTo>
                    <a:pt x="65454" y="1248403"/>
                    <a:pt x="66395" y="1240534"/>
                    <a:pt x="66823" y="1236342"/>
                  </a:cubicBezTo>
                  <a:cubicBezTo>
                    <a:pt x="67251" y="1232151"/>
                    <a:pt x="72896" y="1229841"/>
                    <a:pt x="74265" y="1225650"/>
                  </a:cubicBezTo>
                  <a:cubicBezTo>
                    <a:pt x="75634" y="1221459"/>
                    <a:pt x="75206" y="1220518"/>
                    <a:pt x="77516" y="1217267"/>
                  </a:cubicBezTo>
                  <a:cubicBezTo>
                    <a:pt x="79825" y="1214017"/>
                    <a:pt x="85471" y="1214444"/>
                    <a:pt x="85471" y="1208884"/>
                  </a:cubicBezTo>
                  <a:cubicBezTo>
                    <a:pt x="85471" y="1203324"/>
                    <a:pt x="86839" y="1196737"/>
                    <a:pt x="84102" y="1195369"/>
                  </a:cubicBezTo>
                  <a:cubicBezTo>
                    <a:pt x="81279" y="1194000"/>
                    <a:pt x="77088" y="1173471"/>
                    <a:pt x="76232" y="1171589"/>
                  </a:cubicBezTo>
                  <a:cubicBezTo>
                    <a:pt x="75292" y="1169707"/>
                    <a:pt x="78542" y="1147809"/>
                    <a:pt x="79483" y="1140880"/>
                  </a:cubicBezTo>
                  <a:cubicBezTo>
                    <a:pt x="80424" y="1133866"/>
                    <a:pt x="78542" y="1090583"/>
                    <a:pt x="81793" y="1064921"/>
                  </a:cubicBezTo>
                  <a:cubicBezTo>
                    <a:pt x="85043" y="1039259"/>
                    <a:pt x="81793" y="1024888"/>
                    <a:pt x="86925" y="1010860"/>
                  </a:cubicBezTo>
                  <a:cubicBezTo>
                    <a:pt x="92057" y="996832"/>
                    <a:pt x="94880" y="981520"/>
                    <a:pt x="94880" y="968432"/>
                  </a:cubicBezTo>
                  <a:cubicBezTo>
                    <a:pt x="94880" y="955345"/>
                    <a:pt x="93939" y="941830"/>
                    <a:pt x="94452" y="933960"/>
                  </a:cubicBezTo>
                  <a:cubicBezTo>
                    <a:pt x="94880" y="926005"/>
                    <a:pt x="93512" y="932078"/>
                    <a:pt x="98644" y="916254"/>
                  </a:cubicBezTo>
                  <a:cubicBezTo>
                    <a:pt x="103776" y="900428"/>
                    <a:pt x="100012" y="851928"/>
                    <a:pt x="100526" y="832853"/>
                  </a:cubicBezTo>
                  <a:cubicBezTo>
                    <a:pt x="100953" y="813777"/>
                    <a:pt x="101894" y="814718"/>
                    <a:pt x="100526" y="805822"/>
                  </a:cubicBezTo>
                  <a:cubicBezTo>
                    <a:pt x="99157" y="796926"/>
                    <a:pt x="100012" y="766645"/>
                    <a:pt x="97703" y="757834"/>
                  </a:cubicBezTo>
                  <a:cubicBezTo>
                    <a:pt x="95393" y="749023"/>
                    <a:pt x="85556" y="731317"/>
                    <a:pt x="87010" y="718229"/>
                  </a:cubicBezTo>
                  <a:cubicBezTo>
                    <a:pt x="88379" y="705142"/>
                    <a:pt x="85128" y="663228"/>
                    <a:pt x="87524" y="642783"/>
                  </a:cubicBezTo>
                  <a:cubicBezTo>
                    <a:pt x="88892" y="630295"/>
                    <a:pt x="87181" y="626616"/>
                    <a:pt x="86925" y="620287"/>
                  </a:cubicBezTo>
                  <a:lnTo>
                    <a:pt x="86925" y="620543"/>
                  </a:lnTo>
                  <a:cubicBezTo>
                    <a:pt x="86925" y="620543"/>
                    <a:pt x="70073" y="623623"/>
                    <a:pt x="68449" y="622853"/>
                  </a:cubicBezTo>
                  <a:cubicBezTo>
                    <a:pt x="66823" y="621997"/>
                    <a:pt x="60579" y="613871"/>
                    <a:pt x="60579" y="613871"/>
                  </a:cubicBezTo>
                  <a:lnTo>
                    <a:pt x="61605" y="613871"/>
                  </a:lnTo>
                  <a:cubicBezTo>
                    <a:pt x="61605" y="613871"/>
                    <a:pt x="60750" y="613016"/>
                    <a:pt x="60750" y="613016"/>
                  </a:cubicBezTo>
                  <a:cubicBezTo>
                    <a:pt x="58354" y="611818"/>
                    <a:pt x="57072" y="610364"/>
                    <a:pt x="56387" y="609252"/>
                  </a:cubicBezTo>
                  <a:cubicBezTo>
                    <a:pt x="52709" y="606942"/>
                    <a:pt x="47577" y="604462"/>
                    <a:pt x="42359" y="599843"/>
                  </a:cubicBezTo>
                  <a:cubicBezTo>
                    <a:pt x="36799" y="594882"/>
                    <a:pt x="32436" y="587440"/>
                    <a:pt x="28672" y="582478"/>
                  </a:cubicBezTo>
                  <a:cubicBezTo>
                    <a:pt x="24994" y="577517"/>
                    <a:pt x="25593" y="577517"/>
                    <a:pt x="24310" y="568792"/>
                  </a:cubicBezTo>
                  <a:cubicBezTo>
                    <a:pt x="23027" y="560067"/>
                    <a:pt x="21573" y="558613"/>
                    <a:pt x="18408" y="547407"/>
                  </a:cubicBezTo>
                  <a:cubicBezTo>
                    <a:pt x="15328" y="536202"/>
                    <a:pt x="16013" y="531839"/>
                    <a:pt x="12249" y="523713"/>
                  </a:cubicBezTo>
                  <a:cubicBezTo>
                    <a:pt x="8571" y="515672"/>
                    <a:pt x="7459" y="512935"/>
                    <a:pt x="4892" y="501301"/>
                  </a:cubicBezTo>
                  <a:cubicBezTo>
                    <a:pt x="3267" y="493859"/>
                    <a:pt x="3096" y="491122"/>
                    <a:pt x="2497" y="484365"/>
                  </a:cubicBezTo>
                  <a:cubicBezTo>
                    <a:pt x="1899" y="477521"/>
                    <a:pt x="2497" y="470678"/>
                    <a:pt x="1214" y="465118"/>
                  </a:cubicBezTo>
                  <a:cubicBezTo>
                    <a:pt x="17" y="459558"/>
                    <a:pt x="-497" y="463407"/>
                    <a:pt x="615" y="453912"/>
                  </a:cubicBezTo>
                  <a:lnTo>
                    <a:pt x="615" y="453912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E38D622C-5DB4-4AD2-4E34-B178E0B96205}"/>
                </a:ext>
              </a:extLst>
            </p:cNvPr>
            <p:cNvSpPr/>
            <p:nvPr/>
          </p:nvSpPr>
          <p:spPr>
            <a:xfrm>
              <a:off x="20774704" y="4095405"/>
              <a:ext cx="432735" cy="1257451"/>
            </a:xfrm>
            <a:custGeom>
              <a:avLst/>
              <a:gdLst>
                <a:gd name="connsiteX0" fmla="*/ 86602 w 432735"/>
                <a:gd name="connsiteY0" fmla="*/ 599461 h 1257451"/>
                <a:gd name="connsiteX1" fmla="*/ 94901 w 432735"/>
                <a:gd name="connsiteY1" fmla="*/ 599974 h 1257451"/>
                <a:gd name="connsiteX2" fmla="*/ 95670 w 432735"/>
                <a:gd name="connsiteY2" fmla="*/ 589880 h 1257451"/>
                <a:gd name="connsiteX3" fmla="*/ 99519 w 432735"/>
                <a:gd name="connsiteY3" fmla="*/ 572772 h 1257451"/>
                <a:gd name="connsiteX4" fmla="*/ 92506 w 432735"/>
                <a:gd name="connsiteY4" fmla="*/ 561139 h 1257451"/>
                <a:gd name="connsiteX5" fmla="*/ 97466 w 432735"/>
                <a:gd name="connsiteY5" fmla="*/ 557803 h 1257451"/>
                <a:gd name="connsiteX6" fmla="*/ 101486 w 432735"/>
                <a:gd name="connsiteY6" fmla="*/ 534536 h 1257451"/>
                <a:gd name="connsiteX7" fmla="*/ 99093 w 432735"/>
                <a:gd name="connsiteY7" fmla="*/ 525042 h 1257451"/>
                <a:gd name="connsiteX8" fmla="*/ 96355 w 432735"/>
                <a:gd name="connsiteY8" fmla="*/ 509901 h 1257451"/>
                <a:gd name="connsiteX9" fmla="*/ 113035 w 432735"/>
                <a:gd name="connsiteY9" fmla="*/ 479620 h 1257451"/>
                <a:gd name="connsiteX10" fmla="*/ 117312 w 432735"/>
                <a:gd name="connsiteY10" fmla="*/ 468414 h 1257451"/>
                <a:gd name="connsiteX11" fmla="*/ 116370 w 432735"/>
                <a:gd name="connsiteY11" fmla="*/ 467046 h 1257451"/>
                <a:gd name="connsiteX12" fmla="*/ 111067 w 432735"/>
                <a:gd name="connsiteY12" fmla="*/ 460630 h 1257451"/>
                <a:gd name="connsiteX13" fmla="*/ 102770 w 432735"/>
                <a:gd name="connsiteY13" fmla="*/ 447200 h 1257451"/>
                <a:gd name="connsiteX14" fmla="*/ 102770 w 432735"/>
                <a:gd name="connsiteY14" fmla="*/ 447200 h 1257451"/>
                <a:gd name="connsiteX15" fmla="*/ 102770 w 432735"/>
                <a:gd name="connsiteY15" fmla="*/ 447200 h 1257451"/>
                <a:gd name="connsiteX16" fmla="*/ 102770 w 432735"/>
                <a:gd name="connsiteY16" fmla="*/ 444377 h 1257451"/>
                <a:gd name="connsiteX17" fmla="*/ 108758 w 432735"/>
                <a:gd name="connsiteY17" fmla="*/ 426157 h 1257451"/>
                <a:gd name="connsiteX18" fmla="*/ 99776 w 432735"/>
                <a:gd name="connsiteY18" fmla="*/ 416406 h 1257451"/>
                <a:gd name="connsiteX19" fmla="*/ 97209 w 432735"/>
                <a:gd name="connsiteY19" fmla="*/ 414182 h 1257451"/>
                <a:gd name="connsiteX20" fmla="*/ 97808 w 432735"/>
                <a:gd name="connsiteY20" fmla="*/ 422479 h 1257451"/>
                <a:gd name="connsiteX21" fmla="*/ 84378 w 432735"/>
                <a:gd name="connsiteY21" fmla="*/ 445233 h 1257451"/>
                <a:gd name="connsiteX22" fmla="*/ 82325 w 432735"/>
                <a:gd name="connsiteY22" fmla="*/ 459775 h 1257451"/>
                <a:gd name="connsiteX23" fmla="*/ 81300 w 432735"/>
                <a:gd name="connsiteY23" fmla="*/ 482528 h 1257451"/>
                <a:gd name="connsiteX24" fmla="*/ 79247 w 432735"/>
                <a:gd name="connsiteY24" fmla="*/ 502202 h 1257451"/>
                <a:gd name="connsiteX25" fmla="*/ 78219 w 432735"/>
                <a:gd name="connsiteY25" fmla="*/ 509473 h 1257451"/>
                <a:gd name="connsiteX26" fmla="*/ 83438 w 432735"/>
                <a:gd name="connsiteY26" fmla="*/ 522903 h 1257451"/>
                <a:gd name="connsiteX27" fmla="*/ 85834 w 432735"/>
                <a:gd name="connsiteY27" fmla="*/ 530601 h 1257451"/>
                <a:gd name="connsiteX28" fmla="*/ 85234 w 432735"/>
                <a:gd name="connsiteY28" fmla="*/ 550275 h 1257451"/>
                <a:gd name="connsiteX29" fmla="*/ 90624 w 432735"/>
                <a:gd name="connsiteY29" fmla="*/ 566357 h 1257451"/>
                <a:gd name="connsiteX30" fmla="*/ 82325 w 432735"/>
                <a:gd name="connsiteY30" fmla="*/ 577734 h 1257451"/>
                <a:gd name="connsiteX31" fmla="*/ 86516 w 432735"/>
                <a:gd name="connsiteY31" fmla="*/ 599461 h 1257451"/>
                <a:gd name="connsiteX32" fmla="*/ 86516 w 432735"/>
                <a:gd name="connsiteY32" fmla="*/ 599461 h 1257451"/>
                <a:gd name="connsiteX33" fmla="*/ 314652 w 432735"/>
                <a:gd name="connsiteY33" fmla="*/ 448141 h 1257451"/>
                <a:gd name="connsiteX34" fmla="*/ 321495 w 432735"/>
                <a:gd name="connsiteY34" fmla="*/ 466532 h 1257451"/>
                <a:gd name="connsiteX35" fmla="*/ 321239 w 432735"/>
                <a:gd name="connsiteY35" fmla="*/ 461058 h 1257451"/>
                <a:gd name="connsiteX36" fmla="*/ 318929 w 432735"/>
                <a:gd name="connsiteY36" fmla="*/ 446602 h 1257451"/>
                <a:gd name="connsiteX37" fmla="*/ 318329 w 432735"/>
                <a:gd name="connsiteY37" fmla="*/ 445319 h 1257451"/>
                <a:gd name="connsiteX38" fmla="*/ 314566 w 432735"/>
                <a:gd name="connsiteY38" fmla="*/ 448141 h 1257451"/>
                <a:gd name="connsiteX39" fmla="*/ 314566 w 432735"/>
                <a:gd name="connsiteY39" fmla="*/ 448141 h 1257451"/>
                <a:gd name="connsiteX40" fmla="*/ 637 w 432735"/>
                <a:gd name="connsiteY40" fmla="*/ 530088 h 1257451"/>
                <a:gd name="connsiteX41" fmla="*/ 14065 w 432735"/>
                <a:gd name="connsiteY41" fmla="*/ 532141 h 1257451"/>
                <a:gd name="connsiteX42" fmla="*/ 23389 w 432735"/>
                <a:gd name="connsiteY42" fmla="*/ 519738 h 1257451"/>
                <a:gd name="connsiteX43" fmla="*/ 19284 w 432735"/>
                <a:gd name="connsiteY43" fmla="*/ 501090 h 1257451"/>
                <a:gd name="connsiteX44" fmla="*/ 15178 w 432735"/>
                <a:gd name="connsiteY44" fmla="*/ 458663 h 1257451"/>
                <a:gd name="connsiteX45" fmla="*/ 23475 w 432735"/>
                <a:gd name="connsiteY45" fmla="*/ 417262 h 1257451"/>
                <a:gd name="connsiteX46" fmla="*/ 26553 w 432735"/>
                <a:gd name="connsiteY46" fmla="*/ 395535 h 1257451"/>
                <a:gd name="connsiteX47" fmla="*/ 30747 w 432735"/>
                <a:gd name="connsiteY47" fmla="*/ 364484 h 1257451"/>
                <a:gd name="connsiteX48" fmla="*/ 32799 w 432735"/>
                <a:gd name="connsiteY48" fmla="*/ 340704 h 1257451"/>
                <a:gd name="connsiteX49" fmla="*/ 35878 w 432735"/>
                <a:gd name="connsiteY49" fmla="*/ 313759 h 1257451"/>
                <a:gd name="connsiteX50" fmla="*/ 37931 w 432735"/>
                <a:gd name="connsiteY50" fmla="*/ 271331 h 1257451"/>
                <a:gd name="connsiteX51" fmla="*/ 69239 w 432735"/>
                <a:gd name="connsiteY51" fmla="*/ 245070 h 1257451"/>
                <a:gd name="connsiteX52" fmla="*/ 80529 w 432735"/>
                <a:gd name="connsiteY52" fmla="*/ 224969 h 1257451"/>
                <a:gd name="connsiteX53" fmla="*/ 145797 w 432735"/>
                <a:gd name="connsiteY53" fmla="*/ 193148 h 1257451"/>
                <a:gd name="connsiteX54" fmla="*/ 151870 w 432735"/>
                <a:gd name="connsiteY54" fmla="*/ 191266 h 1257451"/>
                <a:gd name="connsiteX55" fmla="*/ 164273 w 432735"/>
                <a:gd name="connsiteY55" fmla="*/ 163637 h 1257451"/>
                <a:gd name="connsiteX56" fmla="*/ 165641 w 432735"/>
                <a:gd name="connsiteY56" fmla="*/ 163209 h 1257451"/>
                <a:gd name="connsiteX57" fmla="*/ 151270 w 432735"/>
                <a:gd name="connsiteY57" fmla="*/ 137718 h 1257451"/>
                <a:gd name="connsiteX58" fmla="*/ 129031 w 432735"/>
                <a:gd name="connsiteY58" fmla="*/ 104016 h 1257451"/>
                <a:gd name="connsiteX59" fmla="*/ 122359 w 432735"/>
                <a:gd name="connsiteY59" fmla="*/ 62614 h 1257451"/>
                <a:gd name="connsiteX60" fmla="*/ 126465 w 432735"/>
                <a:gd name="connsiteY60" fmla="*/ 48073 h 1257451"/>
                <a:gd name="connsiteX61" fmla="*/ 142032 w 432735"/>
                <a:gd name="connsiteY61" fmla="*/ 24293 h 1257451"/>
                <a:gd name="connsiteX62" fmla="*/ 150331 w 432735"/>
                <a:gd name="connsiteY62" fmla="*/ 14456 h 1257451"/>
                <a:gd name="connsiteX63" fmla="*/ 163247 w 432735"/>
                <a:gd name="connsiteY63" fmla="*/ 4619 h 1257451"/>
                <a:gd name="connsiteX64" fmla="*/ 170003 w 432735"/>
                <a:gd name="connsiteY64" fmla="*/ 0 h 1257451"/>
                <a:gd name="connsiteX65" fmla="*/ 183433 w 432735"/>
                <a:gd name="connsiteY65" fmla="*/ 2053 h 1257451"/>
                <a:gd name="connsiteX66" fmla="*/ 205675 w 432735"/>
                <a:gd name="connsiteY66" fmla="*/ 4106 h 1257451"/>
                <a:gd name="connsiteX67" fmla="*/ 214997 w 432735"/>
                <a:gd name="connsiteY67" fmla="*/ 2566 h 1257451"/>
                <a:gd name="connsiteX68" fmla="*/ 222782 w 432735"/>
                <a:gd name="connsiteY68" fmla="*/ 7784 h 1257451"/>
                <a:gd name="connsiteX69" fmla="*/ 231080 w 432735"/>
                <a:gd name="connsiteY69" fmla="*/ 11890 h 1257451"/>
                <a:gd name="connsiteX70" fmla="*/ 235699 w 432735"/>
                <a:gd name="connsiteY70" fmla="*/ 24293 h 1257451"/>
                <a:gd name="connsiteX71" fmla="*/ 239291 w 432735"/>
                <a:gd name="connsiteY71" fmla="*/ 37723 h 1257451"/>
                <a:gd name="connsiteX72" fmla="*/ 243910 w 432735"/>
                <a:gd name="connsiteY72" fmla="*/ 41401 h 1257451"/>
                <a:gd name="connsiteX73" fmla="*/ 250668 w 432735"/>
                <a:gd name="connsiteY73" fmla="*/ 55857 h 1257451"/>
                <a:gd name="connsiteX74" fmla="*/ 265210 w 432735"/>
                <a:gd name="connsiteY74" fmla="*/ 58936 h 1257451"/>
                <a:gd name="connsiteX75" fmla="*/ 258965 w 432735"/>
                <a:gd name="connsiteY75" fmla="*/ 77071 h 1257451"/>
                <a:gd name="connsiteX76" fmla="*/ 252721 w 432735"/>
                <a:gd name="connsiteY76" fmla="*/ 81263 h 1257451"/>
                <a:gd name="connsiteX77" fmla="*/ 255288 w 432735"/>
                <a:gd name="connsiteY77" fmla="*/ 102989 h 1257451"/>
                <a:gd name="connsiteX78" fmla="*/ 257341 w 432735"/>
                <a:gd name="connsiteY78" fmla="*/ 126855 h 1257451"/>
                <a:gd name="connsiteX79" fmla="*/ 248016 w 432735"/>
                <a:gd name="connsiteY79" fmla="*/ 139258 h 1257451"/>
                <a:gd name="connsiteX80" fmla="*/ 249042 w 432735"/>
                <a:gd name="connsiteY80" fmla="*/ 159275 h 1257451"/>
                <a:gd name="connsiteX81" fmla="*/ 249042 w 432735"/>
                <a:gd name="connsiteY81" fmla="*/ 160215 h 1257451"/>
                <a:gd name="connsiteX82" fmla="*/ 242540 w 432735"/>
                <a:gd name="connsiteY82" fmla="*/ 157649 h 1257451"/>
                <a:gd name="connsiteX83" fmla="*/ 251608 w 432735"/>
                <a:gd name="connsiteY83" fmla="*/ 161499 h 1257451"/>
                <a:gd name="connsiteX84" fmla="*/ 258880 w 432735"/>
                <a:gd name="connsiteY84" fmla="*/ 189983 h 1257451"/>
                <a:gd name="connsiteX85" fmla="*/ 253747 w 432735"/>
                <a:gd name="connsiteY85" fmla="*/ 189128 h 1257451"/>
                <a:gd name="connsiteX86" fmla="*/ 254004 w 432735"/>
                <a:gd name="connsiteY86" fmla="*/ 189128 h 1257451"/>
                <a:gd name="connsiteX87" fmla="*/ 310289 w 432735"/>
                <a:gd name="connsiteY87" fmla="*/ 218724 h 1257451"/>
                <a:gd name="connsiteX88" fmla="*/ 309775 w 432735"/>
                <a:gd name="connsiteY88" fmla="*/ 219665 h 1257451"/>
                <a:gd name="connsiteX89" fmla="*/ 309775 w 432735"/>
                <a:gd name="connsiteY89" fmla="*/ 219665 h 1257451"/>
                <a:gd name="connsiteX90" fmla="*/ 351520 w 432735"/>
                <a:gd name="connsiteY90" fmla="*/ 265942 h 1257451"/>
                <a:gd name="connsiteX91" fmla="*/ 365034 w 432735"/>
                <a:gd name="connsiteY91" fmla="*/ 290919 h 1257451"/>
                <a:gd name="connsiteX92" fmla="*/ 375897 w 432735"/>
                <a:gd name="connsiteY92" fmla="*/ 325135 h 1257451"/>
                <a:gd name="connsiteX93" fmla="*/ 383426 w 432735"/>
                <a:gd name="connsiteY93" fmla="*/ 352851 h 1257451"/>
                <a:gd name="connsiteX94" fmla="*/ 384194 w 432735"/>
                <a:gd name="connsiteY94" fmla="*/ 371070 h 1257451"/>
                <a:gd name="connsiteX95" fmla="*/ 388728 w 432735"/>
                <a:gd name="connsiteY95" fmla="*/ 409648 h 1257451"/>
                <a:gd name="connsiteX96" fmla="*/ 392920 w 432735"/>
                <a:gd name="connsiteY96" fmla="*/ 434284 h 1257451"/>
                <a:gd name="connsiteX97" fmla="*/ 393348 w 432735"/>
                <a:gd name="connsiteY97" fmla="*/ 471921 h 1257451"/>
                <a:gd name="connsiteX98" fmla="*/ 390524 w 432735"/>
                <a:gd name="connsiteY98" fmla="*/ 505966 h 1257451"/>
                <a:gd name="connsiteX99" fmla="*/ 379746 w 432735"/>
                <a:gd name="connsiteY99" fmla="*/ 546427 h 1257451"/>
                <a:gd name="connsiteX100" fmla="*/ 386590 w 432735"/>
                <a:gd name="connsiteY100" fmla="*/ 559685 h 1257451"/>
                <a:gd name="connsiteX101" fmla="*/ 387617 w 432735"/>
                <a:gd name="connsiteY101" fmla="*/ 569180 h 1257451"/>
                <a:gd name="connsiteX102" fmla="*/ 383340 w 432735"/>
                <a:gd name="connsiteY102" fmla="*/ 575595 h 1257451"/>
                <a:gd name="connsiteX103" fmla="*/ 371021 w 432735"/>
                <a:gd name="connsiteY103" fmla="*/ 585090 h 1257451"/>
                <a:gd name="connsiteX104" fmla="*/ 359046 w 432735"/>
                <a:gd name="connsiteY104" fmla="*/ 586801 h 1257451"/>
                <a:gd name="connsiteX105" fmla="*/ 345274 w 432735"/>
                <a:gd name="connsiteY105" fmla="*/ 621787 h 1257451"/>
                <a:gd name="connsiteX106" fmla="*/ 341253 w 432735"/>
                <a:gd name="connsiteY106" fmla="*/ 629485 h 1257451"/>
                <a:gd name="connsiteX107" fmla="*/ 344077 w 432735"/>
                <a:gd name="connsiteY107" fmla="*/ 703563 h 1257451"/>
                <a:gd name="connsiteX108" fmla="*/ 343306 w 432735"/>
                <a:gd name="connsiteY108" fmla="*/ 744707 h 1257451"/>
                <a:gd name="connsiteX109" fmla="*/ 342538 w 432735"/>
                <a:gd name="connsiteY109" fmla="*/ 779692 h 1257451"/>
                <a:gd name="connsiteX110" fmla="*/ 330135 w 432735"/>
                <a:gd name="connsiteY110" fmla="*/ 877550 h 1257451"/>
                <a:gd name="connsiteX111" fmla="*/ 322350 w 432735"/>
                <a:gd name="connsiteY111" fmla="*/ 958299 h 1257451"/>
                <a:gd name="connsiteX112" fmla="*/ 323889 w 432735"/>
                <a:gd name="connsiteY112" fmla="*/ 1006458 h 1257451"/>
                <a:gd name="connsiteX113" fmla="*/ 321581 w 432735"/>
                <a:gd name="connsiteY113" fmla="*/ 1077114 h 1257451"/>
                <a:gd name="connsiteX114" fmla="*/ 323889 w 432735"/>
                <a:gd name="connsiteY114" fmla="*/ 1126042 h 1257451"/>
                <a:gd name="connsiteX115" fmla="*/ 337833 w 432735"/>
                <a:gd name="connsiteY115" fmla="*/ 1159488 h 1257451"/>
                <a:gd name="connsiteX116" fmla="*/ 347926 w 432735"/>
                <a:gd name="connsiteY116" fmla="*/ 1185920 h 1257451"/>
                <a:gd name="connsiteX117" fmla="*/ 356480 w 432735"/>
                <a:gd name="connsiteY117" fmla="*/ 1205337 h 1257451"/>
                <a:gd name="connsiteX118" fmla="*/ 365034 w 432735"/>
                <a:gd name="connsiteY118" fmla="*/ 1213121 h 1257451"/>
                <a:gd name="connsiteX119" fmla="*/ 385222 w 432735"/>
                <a:gd name="connsiteY119" fmla="*/ 1224755 h 1257451"/>
                <a:gd name="connsiteX120" fmla="*/ 429531 w 432735"/>
                <a:gd name="connsiteY120" fmla="*/ 1256575 h 1257451"/>
                <a:gd name="connsiteX121" fmla="*/ 350321 w 432735"/>
                <a:gd name="connsiteY121" fmla="*/ 1256575 h 1257451"/>
                <a:gd name="connsiteX122" fmla="*/ 323889 w 432735"/>
                <a:gd name="connsiteY122" fmla="*/ 1249561 h 1257451"/>
                <a:gd name="connsiteX123" fmla="*/ 320040 w 432735"/>
                <a:gd name="connsiteY123" fmla="*/ 1256575 h 1257451"/>
                <a:gd name="connsiteX124" fmla="*/ 251694 w 432735"/>
                <a:gd name="connsiteY124" fmla="*/ 1254266 h 1257451"/>
                <a:gd name="connsiteX125" fmla="*/ 258709 w 432735"/>
                <a:gd name="connsiteY125" fmla="*/ 1210726 h 1257451"/>
                <a:gd name="connsiteX126" fmla="*/ 256399 w 432735"/>
                <a:gd name="connsiteY126" fmla="*/ 1196783 h 1257451"/>
                <a:gd name="connsiteX127" fmla="*/ 254860 w 432735"/>
                <a:gd name="connsiteY127" fmla="*/ 1173517 h 1257451"/>
                <a:gd name="connsiteX128" fmla="*/ 253319 w 432735"/>
                <a:gd name="connsiteY128" fmla="*/ 1141610 h 1257451"/>
                <a:gd name="connsiteX129" fmla="*/ 245535 w 432735"/>
                <a:gd name="connsiteY129" fmla="*/ 1098071 h 1257451"/>
                <a:gd name="connsiteX130" fmla="*/ 240830 w 432735"/>
                <a:gd name="connsiteY130" fmla="*/ 1007228 h 1257451"/>
                <a:gd name="connsiteX131" fmla="*/ 237752 w 432735"/>
                <a:gd name="connsiteY131" fmla="*/ 959839 h 1257451"/>
                <a:gd name="connsiteX132" fmla="*/ 239291 w 432735"/>
                <a:gd name="connsiteY132" fmla="*/ 925623 h 1257451"/>
                <a:gd name="connsiteX133" fmla="*/ 229966 w 432735"/>
                <a:gd name="connsiteY133" fmla="*/ 878234 h 1257451"/>
                <a:gd name="connsiteX134" fmla="*/ 230737 w 432735"/>
                <a:gd name="connsiteY134" fmla="*/ 842479 h 1257451"/>
                <a:gd name="connsiteX135" fmla="*/ 222183 w 432735"/>
                <a:gd name="connsiteY135" fmla="*/ 795089 h 1257451"/>
                <a:gd name="connsiteX136" fmla="*/ 210549 w 432735"/>
                <a:gd name="connsiteY136" fmla="*/ 752405 h 1257451"/>
                <a:gd name="connsiteX137" fmla="*/ 191902 w 432735"/>
                <a:gd name="connsiteY137" fmla="*/ 794320 h 1257451"/>
                <a:gd name="connsiteX138" fmla="*/ 169406 w 432735"/>
                <a:gd name="connsiteY138" fmla="*/ 934177 h 1257451"/>
                <a:gd name="connsiteX139" fmla="*/ 160852 w 432735"/>
                <a:gd name="connsiteY139" fmla="*/ 972242 h 1257451"/>
                <a:gd name="connsiteX140" fmla="*/ 152298 w 432735"/>
                <a:gd name="connsiteY140" fmla="*/ 1061545 h 1257451"/>
                <a:gd name="connsiteX141" fmla="*/ 165471 w 432735"/>
                <a:gd name="connsiteY141" fmla="*/ 1138445 h 1257451"/>
                <a:gd name="connsiteX142" fmla="*/ 167010 w 432735"/>
                <a:gd name="connsiteY142" fmla="*/ 1169496 h 1257451"/>
                <a:gd name="connsiteX143" fmla="*/ 161535 w 432735"/>
                <a:gd name="connsiteY143" fmla="*/ 1216885 h 1257451"/>
                <a:gd name="connsiteX144" fmla="*/ 152981 w 432735"/>
                <a:gd name="connsiteY144" fmla="*/ 1232453 h 1257451"/>
                <a:gd name="connsiteX145" fmla="*/ 157600 w 432735"/>
                <a:gd name="connsiteY145" fmla="*/ 1254950 h 1257451"/>
                <a:gd name="connsiteX146" fmla="*/ 76852 w 432735"/>
                <a:gd name="connsiteY146" fmla="*/ 1254950 h 1257451"/>
                <a:gd name="connsiteX147" fmla="*/ 81471 w 432735"/>
                <a:gd name="connsiteY147" fmla="*/ 1236302 h 1257451"/>
                <a:gd name="connsiteX148" fmla="*/ 80700 w 432735"/>
                <a:gd name="connsiteY148" fmla="*/ 1214576 h 1257451"/>
                <a:gd name="connsiteX149" fmla="*/ 79161 w 432735"/>
                <a:gd name="connsiteY149" fmla="*/ 1193618 h 1257451"/>
                <a:gd name="connsiteX150" fmla="*/ 80700 w 432735"/>
                <a:gd name="connsiteY150" fmla="*/ 1175740 h 1257451"/>
                <a:gd name="connsiteX151" fmla="*/ 82924 w 432735"/>
                <a:gd name="connsiteY151" fmla="*/ 1164877 h 1257451"/>
                <a:gd name="connsiteX152" fmla="*/ 69751 w 432735"/>
                <a:gd name="connsiteY152" fmla="*/ 1140755 h 1257451"/>
                <a:gd name="connsiteX153" fmla="*/ 68212 w 432735"/>
                <a:gd name="connsiteY153" fmla="*/ 1059150 h 1257451"/>
                <a:gd name="connsiteX154" fmla="*/ 73686 w 432735"/>
                <a:gd name="connsiteY154" fmla="*/ 868055 h 1257451"/>
                <a:gd name="connsiteX155" fmla="*/ 77536 w 432735"/>
                <a:gd name="connsiteY155" fmla="*/ 798169 h 1257451"/>
                <a:gd name="connsiteX156" fmla="*/ 77536 w 432735"/>
                <a:gd name="connsiteY156" fmla="*/ 744536 h 1257451"/>
                <a:gd name="connsiteX157" fmla="*/ 73686 w 432735"/>
                <a:gd name="connsiteY157" fmla="*/ 730507 h 1257451"/>
                <a:gd name="connsiteX158" fmla="*/ 81471 w 432735"/>
                <a:gd name="connsiteY158" fmla="*/ 694752 h 1257451"/>
                <a:gd name="connsiteX159" fmla="*/ 82325 w 432735"/>
                <a:gd name="connsiteY159" fmla="*/ 688764 h 1257451"/>
                <a:gd name="connsiteX160" fmla="*/ 69837 w 432735"/>
                <a:gd name="connsiteY160" fmla="*/ 662674 h 1257451"/>
                <a:gd name="connsiteX161" fmla="*/ 51190 w 432735"/>
                <a:gd name="connsiteY161" fmla="*/ 629485 h 1257451"/>
                <a:gd name="connsiteX162" fmla="*/ 48537 w 432735"/>
                <a:gd name="connsiteY162" fmla="*/ 595782 h 1257451"/>
                <a:gd name="connsiteX163" fmla="*/ 37162 w 432735"/>
                <a:gd name="connsiteY163" fmla="*/ 573115 h 1257451"/>
                <a:gd name="connsiteX164" fmla="*/ 37162 w 432735"/>
                <a:gd name="connsiteY164" fmla="*/ 573115 h 1257451"/>
                <a:gd name="connsiteX165" fmla="*/ 34681 w 432735"/>
                <a:gd name="connsiteY165" fmla="*/ 571490 h 1257451"/>
                <a:gd name="connsiteX166" fmla="*/ 22276 w 432735"/>
                <a:gd name="connsiteY166" fmla="*/ 562165 h 1257451"/>
                <a:gd name="connsiteX167" fmla="*/ 7735 w 432735"/>
                <a:gd name="connsiteY167" fmla="*/ 545571 h 1257451"/>
                <a:gd name="connsiteX168" fmla="*/ 465 w 432735"/>
                <a:gd name="connsiteY168" fmla="*/ 530003 h 1257451"/>
                <a:gd name="connsiteX169" fmla="*/ 465 w 432735"/>
                <a:gd name="connsiteY169" fmla="*/ 530003 h 1257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</a:cxnLst>
              <a:rect l="l" t="t" r="r" b="b"/>
              <a:pathLst>
                <a:path w="432735" h="1257451">
                  <a:moveTo>
                    <a:pt x="86602" y="599461"/>
                  </a:moveTo>
                  <a:lnTo>
                    <a:pt x="94901" y="599974"/>
                  </a:lnTo>
                  <a:cubicBezTo>
                    <a:pt x="98750" y="593730"/>
                    <a:pt x="94901" y="599974"/>
                    <a:pt x="95670" y="589880"/>
                  </a:cubicBezTo>
                  <a:cubicBezTo>
                    <a:pt x="96440" y="579787"/>
                    <a:pt x="100289" y="580557"/>
                    <a:pt x="99519" y="572772"/>
                  </a:cubicBezTo>
                  <a:cubicBezTo>
                    <a:pt x="98750" y="564988"/>
                    <a:pt x="90965" y="564218"/>
                    <a:pt x="92506" y="561139"/>
                  </a:cubicBezTo>
                  <a:cubicBezTo>
                    <a:pt x="93189" y="559685"/>
                    <a:pt x="95242" y="558573"/>
                    <a:pt x="97466" y="557803"/>
                  </a:cubicBezTo>
                  <a:cubicBezTo>
                    <a:pt x="97209" y="549848"/>
                    <a:pt x="99776" y="540011"/>
                    <a:pt x="101486" y="534536"/>
                  </a:cubicBezTo>
                  <a:cubicBezTo>
                    <a:pt x="101743" y="531628"/>
                    <a:pt x="100546" y="531115"/>
                    <a:pt x="99093" y="525042"/>
                  </a:cubicBezTo>
                  <a:cubicBezTo>
                    <a:pt x="97123" y="516915"/>
                    <a:pt x="95584" y="516915"/>
                    <a:pt x="96355" y="509901"/>
                  </a:cubicBezTo>
                  <a:cubicBezTo>
                    <a:pt x="97123" y="502887"/>
                    <a:pt x="105677" y="493221"/>
                    <a:pt x="113035" y="479620"/>
                  </a:cubicBezTo>
                  <a:cubicBezTo>
                    <a:pt x="116969" y="472349"/>
                    <a:pt x="118168" y="470296"/>
                    <a:pt x="117312" y="468414"/>
                  </a:cubicBezTo>
                  <a:lnTo>
                    <a:pt x="116370" y="467046"/>
                  </a:lnTo>
                  <a:cubicBezTo>
                    <a:pt x="115259" y="465762"/>
                    <a:pt x="113463" y="463966"/>
                    <a:pt x="111067" y="460630"/>
                  </a:cubicBezTo>
                  <a:cubicBezTo>
                    <a:pt x="105251" y="452162"/>
                    <a:pt x="102941" y="451306"/>
                    <a:pt x="102770" y="447200"/>
                  </a:cubicBezTo>
                  <a:lnTo>
                    <a:pt x="102770" y="447200"/>
                  </a:lnTo>
                  <a:cubicBezTo>
                    <a:pt x="102770" y="447200"/>
                    <a:pt x="102770" y="447200"/>
                    <a:pt x="102770" y="447200"/>
                  </a:cubicBezTo>
                  <a:lnTo>
                    <a:pt x="102770" y="444377"/>
                  </a:lnTo>
                  <a:cubicBezTo>
                    <a:pt x="103624" y="437364"/>
                    <a:pt x="108758" y="434711"/>
                    <a:pt x="108758" y="426157"/>
                  </a:cubicBezTo>
                  <a:cubicBezTo>
                    <a:pt x="108758" y="417603"/>
                    <a:pt x="107218" y="422651"/>
                    <a:pt x="99776" y="416406"/>
                  </a:cubicBezTo>
                  <a:lnTo>
                    <a:pt x="97209" y="414182"/>
                  </a:lnTo>
                  <a:cubicBezTo>
                    <a:pt x="97808" y="418716"/>
                    <a:pt x="98065" y="421710"/>
                    <a:pt x="97808" y="422479"/>
                  </a:cubicBezTo>
                  <a:cubicBezTo>
                    <a:pt x="95841" y="428553"/>
                    <a:pt x="84378" y="445233"/>
                    <a:pt x="84378" y="445233"/>
                  </a:cubicBezTo>
                  <a:cubicBezTo>
                    <a:pt x="84378" y="445233"/>
                    <a:pt x="82325" y="451477"/>
                    <a:pt x="82325" y="459775"/>
                  </a:cubicBezTo>
                  <a:cubicBezTo>
                    <a:pt x="82325" y="468072"/>
                    <a:pt x="81300" y="473204"/>
                    <a:pt x="81300" y="482528"/>
                  </a:cubicBezTo>
                  <a:cubicBezTo>
                    <a:pt x="81300" y="491852"/>
                    <a:pt x="79247" y="502202"/>
                    <a:pt x="79247" y="502202"/>
                  </a:cubicBezTo>
                  <a:lnTo>
                    <a:pt x="78219" y="509473"/>
                  </a:lnTo>
                  <a:cubicBezTo>
                    <a:pt x="77194" y="516744"/>
                    <a:pt x="78219" y="515718"/>
                    <a:pt x="83438" y="522903"/>
                  </a:cubicBezTo>
                  <a:cubicBezTo>
                    <a:pt x="86090" y="526581"/>
                    <a:pt x="86262" y="528377"/>
                    <a:pt x="85834" y="530601"/>
                  </a:cubicBezTo>
                  <a:cubicBezTo>
                    <a:pt x="86516" y="536589"/>
                    <a:pt x="85662" y="543946"/>
                    <a:pt x="85234" y="550275"/>
                  </a:cubicBezTo>
                  <a:cubicBezTo>
                    <a:pt x="86176" y="556263"/>
                    <a:pt x="87886" y="561567"/>
                    <a:pt x="90624" y="566357"/>
                  </a:cubicBezTo>
                  <a:cubicBezTo>
                    <a:pt x="94730" y="573628"/>
                    <a:pt x="87544" y="573628"/>
                    <a:pt x="82325" y="577734"/>
                  </a:cubicBezTo>
                  <a:cubicBezTo>
                    <a:pt x="82325" y="577734"/>
                    <a:pt x="80272" y="594328"/>
                    <a:pt x="86516" y="599461"/>
                  </a:cubicBezTo>
                  <a:lnTo>
                    <a:pt x="86516" y="599461"/>
                  </a:lnTo>
                  <a:close/>
                  <a:moveTo>
                    <a:pt x="314652" y="448141"/>
                  </a:moveTo>
                  <a:cubicBezTo>
                    <a:pt x="312770" y="451991"/>
                    <a:pt x="313111" y="454386"/>
                    <a:pt x="321495" y="466532"/>
                  </a:cubicBezTo>
                  <a:cubicBezTo>
                    <a:pt x="321410" y="464821"/>
                    <a:pt x="321324" y="463025"/>
                    <a:pt x="321239" y="461058"/>
                  </a:cubicBezTo>
                  <a:cubicBezTo>
                    <a:pt x="321153" y="452761"/>
                    <a:pt x="318929" y="446602"/>
                    <a:pt x="318929" y="446602"/>
                  </a:cubicBezTo>
                  <a:lnTo>
                    <a:pt x="318329" y="445319"/>
                  </a:lnTo>
                  <a:cubicBezTo>
                    <a:pt x="317047" y="446003"/>
                    <a:pt x="315420" y="446431"/>
                    <a:pt x="314566" y="448141"/>
                  </a:cubicBezTo>
                  <a:lnTo>
                    <a:pt x="314566" y="448141"/>
                  </a:lnTo>
                  <a:close/>
                  <a:moveTo>
                    <a:pt x="637" y="530088"/>
                  </a:moveTo>
                  <a:cubicBezTo>
                    <a:pt x="1662" y="524870"/>
                    <a:pt x="8934" y="532141"/>
                    <a:pt x="14065" y="532141"/>
                  </a:cubicBezTo>
                  <a:cubicBezTo>
                    <a:pt x="19198" y="532141"/>
                    <a:pt x="23389" y="519738"/>
                    <a:pt x="23389" y="519738"/>
                  </a:cubicBezTo>
                  <a:cubicBezTo>
                    <a:pt x="23389" y="519738"/>
                    <a:pt x="20309" y="515632"/>
                    <a:pt x="19284" y="501090"/>
                  </a:cubicBezTo>
                  <a:cubicBezTo>
                    <a:pt x="18256" y="486549"/>
                    <a:pt x="12012" y="476198"/>
                    <a:pt x="15178" y="458663"/>
                  </a:cubicBezTo>
                  <a:cubicBezTo>
                    <a:pt x="18256" y="441042"/>
                    <a:pt x="23475" y="417262"/>
                    <a:pt x="23475" y="417262"/>
                  </a:cubicBezTo>
                  <a:lnTo>
                    <a:pt x="26553" y="395535"/>
                  </a:lnTo>
                  <a:lnTo>
                    <a:pt x="30747" y="364484"/>
                  </a:lnTo>
                  <a:cubicBezTo>
                    <a:pt x="30747" y="364484"/>
                    <a:pt x="31772" y="345836"/>
                    <a:pt x="32799" y="340704"/>
                  </a:cubicBezTo>
                  <a:cubicBezTo>
                    <a:pt x="33825" y="335486"/>
                    <a:pt x="32799" y="324109"/>
                    <a:pt x="35878" y="313759"/>
                  </a:cubicBezTo>
                  <a:cubicBezTo>
                    <a:pt x="38958" y="303408"/>
                    <a:pt x="35878" y="285787"/>
                    <a:pt x="37931" y="271331"/>
                  </a:cubicBezTo>
                  <a:cubicBezTo>
                    <a:pt x="39555" y="259954"/>
                    <a:pt x="60429" y="249177"/>
                    <a:pt x="69239" y="245070"/>
                  </a:cubicBezTo>
                  <a:cubicBezTo>
                    <a:pt x="72232" y="236516"/>
                    <a:pt x="80529" y="224969"/>
                    <a:pt x="80529" y="224969"/>
                  </a:cubicBezTo>
                  <a:cubicBezTo>
                    <a:pt x="87886" y="218382"/>
                    <a:pt x="145797" y="193148"/>
                    <a:pt x="145797" y="193148"/>
                  </a:cubicBezTo>
                  <a:cubicBezTo>
                    <a:pt x="147850" y="192378"/>
                    <a:pt x="149903" y="191865"/>
                    <a:pt x="151870" y="191266"/>
                  </a:cubicBezTo>
                  <a:cubicBezTo>
                    <a:pt x="156061" y="187331"/>
                    <a:pt x="162562" y="178949"/>
                    <a:pt x="164273" y="163637"/>
                  </a:cubicBezTo>
                  <a:lnTo>
                    <a:pt x="165641" y="163209"/>
                  </a:lnTo>
                  <a:cubicBezTo>
                    <a:pt x="164701" y="160557"/>
                    <a:pt x="159311" y="145759"/>
                    <a:pt x="151270" y="137718"/>
                  </a:cubicBezTo>
                  <a:cubicBezTo>
                    <a:pt x="142460" y="128908"/>
                    <a:pt x="130057" y="109747"/>
                    <a:pt x="129031" y="104016"/>
                  </a:cubicBezTo>
                  <a:cubicBezTo>
                    <a:pt x="128004" y="98285"/>
                    <a:pt x="121760" y="70313"/>
                    <a:pt x="122359" y="62614"/>
                  </a:cubicBezTo>
                  <a:cubicBezTo>
                    <a:pt x="122871" y="54831"/>
                    <a:pt x="124924" y="53291"/>
                    <a:pt x="126465" y="48073"/>
                  </a:cubicBezTo>
                  <a:cubicBezTo>
                    <a:pt x="128004" y="42940"/>
                    <a:pt x="138868" y="28912"/>
                    <a:pt x="142032" y="24293"/>
                  </a:cubicBezTo>
                  <a:cubicBezTo>
                    <a:pt x="145112" y="19588"/>
                    <a:pt x="148789" y="18562"/>
                    <a:pt x="150331" y="14456"/>
                  </a:cubicBezTo>
                  <a:cubicBezTo>
                    <a:pt x="151870" y="10264"/>
                    <a:pt x="161194" y="7185"/>
                    <a:pt x="163247" y="4619"/>
                  </a:cubicBezTo>
                  <a:cubicBezTo>
                    <a:pt x="165300" y="2053"/>
                    <a:pt x="170003" y="0"/>
                    <a:pt x="170003" y="0"/>
                  </a:cubicBezTo>
                  <a:cubicBezTo>
                    <a:pt x="170003" y="0"/>
                    <a:pt x="179328" y="513"/>
                    <a:pt x="183433" y="2053"/>
                  </a:cubicBezTo>
                  <a:cubicBezTo>
                    <a:pt x="186343" y="3165"/>
                    <a:pt x="201055" y="5132"/>
                    <a:pt x="205675" y="4106"/>
                  </a:cubicBezTo>
                  <a:cubicBezTo>
                    <a:pt x="210294" y="3079"/>
                    <a:pt x="211919" y="-513"/>
                    <a:pt x="214997" y="2566"/>
                  </a:cubicBezTo>
                  <a:cubicBezTo>
                    <a:pt x="218077" y="5645"/>
                    <a:pt x="222782" y="7784"/>
                    <a:pt x="222782" y="7784"/>
                  </a:cubicBezTo>
                  <a:cubicBezTo>
                    <a:pt x="222782" y="7784"/>
                    <a:pt x="226460" y="3593"/>
                    <a:pt x="231080" y="11890"/>
                  </a:cubicBezTo>
                  <a:cubicBezTo>
                    <a:pt x="235699" y="20187"/>
                    <a:pt x="235699" y="24293"/>
                    <a:pt x="235699" y="24293"/>
                  </a:cubicBezTo>
                  <a:lnTo>
                    <a:pt x="239291" y="37723"/>
                  </a:lnTo>
                  <a:lnTo>
                    <a:pt x="243910" y="41401"/>
                  </a:lnTo>
                  <a:cubicBezTo>
                    <a:pt x="243910" y="41401"/>
                    <a:pt x="249127" y="47560"/>
                    <a:pt x="250668" y="55857"/>
                  </a:cubicBezTo>
                  <a:cubicBezTo>
                    <a:pt x="250668" y="55857"/>
                    <a:pt x="260505" y="54831"/>
                    <a:pt x="265210" y="58936"/>
                  </a:cubicBezTo>
                  <a:cubicBezTo>
                    <a:pt x="269829" y="63043"/>
                    <a:pt x="262643" y="73393"/>
                    <a:pt x="258965" y="77071"/>
                  </a:cubicBezTo>
                  <a:cubicBezTo>
                    <a:pt x="255288" y="80664"/>
                    <a:pt x="252721" y="81263"/>
                    <a:pt x="252721" y="81263"/>
                  </a:cubicBezTo>
                  <a:cubicBezTo>
                    <a:pt x="252721" y="81263"/>
                    <a:pt x="253747" y="96232"/>
                    <a:pt x="255288" y="102989"/>
                  </a:cubicBezTo>
                  <a:cubicBezTo>
                    <a:pt x="256827" y="109747"/>
                    <a:pt x="259991" y="120097"/>
                    <a:pt x="257341" y="126855"/>
                  </a:cubicBezTo>
                  <a:cubicBezTo>
                    <a:pt x="254774" y="133613"/>
                    <a:pt x="251094" y="136179"/>
                    <a:pt x="248016" y="139258"/>
                  </a:cubicBezTo>
                  <a:cubicBezTo>
                    <a:pt x="248016" y="139258"/>
                    <a:pt x="247502" y="150977"/>
                    <a:pt x="249042" y="159275"/>
                  </a:cubicBezTo>
                  <a:lnTo>
                    <a:pt x="249042" y="160215"/>
                  </a:lnTo>
                  <a:cubicBezTo>
                    <a:pt x="249042" y="160215"/>
                    <a:pt x="247246" y="158932"/>
                    <a:pt x="242540" y="157649"/>
                  </a:cubicBezTo>
                  <a:cubicBezTo>
                    <a:pt x="245792" y="158676"/>
                    <a:pt x="248872" y="159873"/>
                    <a:pt x="251608" y="161499"/>
                  </a:cubicBezTo>
                  <a:cubicBezTo>
                    <a:pt x="251608" y="161499"/>
                    <a:pt x="254175" y="181173"/>
                    <a:pt x="258880" y="189983"/>
                  </a:cubicBezTo>
                  <a:cubicBezTo>
                    <a:pt x="258880" y="189983"/>
                    <a:pt x="256998" y="189641"/>
                    <a:pt x="253747" y="189128"/>
                  </a:cubicBezTo>
                  <a:lnTo>
                    <a:pt x="254004" y="189128"/>
                  </a:lnTo>
                  <a:cubicBezTo>
                    <a:pt x="265295" y="191181"/>
                    <a:pt x="310289" y="218724"/>
                    <a:pt x="310289" y="218724"/>
                  </a:cubicBezTo>
                  <a:lnTo>
                    <a:pt x="309775" y="219665"/>
                  </a:lnTo>
                  <a:lnTo>
                    <a:pt x="309775" y="219665"/>
                  </a:lnTo>
                  <a:cubicBezTo>
                    <a:pt x="309775" y="219665"/>
                    <a:pt x="349210" y="251486"/>
                    <a:pt x="351520" y="265942"/>
                  </a:cubicBezTo>
                  <a:cubicBezTo>
                    <a:pt x="353827" y="280398"/>
                    <a:pt x="361784" y="280655"/>
                    <a:pt x="365034" y="290919"/>
                  </a:cubicBezTo>
                  <a:cubicBezTo>
                    <a:pt x="368285" y="301270"/>
                    <a:pt x="374786" y="319918"/>
                    <a:pt x="375897" y="325135"/>
                  </a:cubicBezTo>
                  <a:cubicBezTo>
                    <a:pt x="377010" y="330268"/>
                    <a:pt x="383426" y="352851"/>
                    <a:pt x="383426" y="352851"/>
                  </a:cubicBezTo>
                  <a:lnTo>
                    <a:pt x="384194" y="371070"/>
                  </a:lnTo>
                  <a:lnTo>
                    <a:pt x="388728" y="409648"/>
                  </a:lnTo>
                  <a:cubicBezTo>
                    <a:pt x="388728" y="409648"/>
                    <a:pt x="389585" y="416663"/>
                    <a:pt x="392920" y="434284"/>
                  </a:cubicBezTo>
                  <a:cubicBezTo>
                    <a:pt x="396257" y="451819"/>
                    <a:pt x="394204" y="457380"/>
                    <a:pt x="393348" y="471921"/>
                  </a:cubicBezTo>
                  <a:cubicBezTo>
                    <a:pt x="392492" y="486463"/>
                    <a:pt x="390524" y="505966"/>
                    <a:pt x="390524" y="505966"/>
                  </a:cubicBezTo>
                  <a:cubicBezTo>
                    <a:pt x="390524" y="505966"/>
                    <a:pt x="374529" y="546512"/>
                    <a:pt x="379746" y="546427"/>
                  </a:cubicBezTo>
                  <a:cubicBezTo>
                    <a:pt x="384965" y="546427"/>
                    <a:pt x="385479" y="554552"/>
                    <a:pt x="386590" y="559685"/>
                  </a:cubicBezTo>
                  <a:cubicBezTo>
                    <a:pt x="387703" y="564817"/>
                    <a:pt x="395743" y="559685"/>
                    <a:pt x="387617" y="569180"/>
                  </a:cubicBezTo>
                  <a:cubicBezTo>
                    <a:pt x="379489" y="578589"/>
                    <a:pt x="388386" y="568325"/>
                    <a:pt x="383340" y="575595"/>
                  </a:cubicBezTo>
                  <a:cubicBezTo>
                    <a:pt x="378293" y="582952"/>
                    <a:pt x="380260" y="577734"/>
                    <a:pt x="371021" y="585090"/>
                  </a:cubicBezTo>
                  <a:cubicBezTo>
                    <a:pt x="368542" y="587058"/>
                    <a:pt x="364180" y="587400"/>
                    <a:pt x="359046" y="586801"/>
                  </a:cubicBezTo>
                  <a:cubicBezTo>
                    <a:pt x="355626" y="596296"/>
                    <a:pt x="349381" y="612890"/>
                    <a:pt x="345274" y="621787"/>
                  </a:cubicBezTo>
                  <a:cubicBezTo>
                    <a:pt x="343820" y="624866"/>
                    <a:pt x="342538" y="627518"/>
                    <a:pt x="341253" y="629485"/>
                  </a:cubicBezTo>
                  <a:cubicBezTo>
                    <a:pt x="343049" y="659681"/>
                    <a:pt x="344933" y="695094"/>
                    <a:pt x="344077" y="703563"/>
                  </a:cubicBezTo>
                  <a:cubicBezTo>
                    <a:pt x="342538" y="718361"/>
                    <a:pt x="343306" y="744707"/>
                    <a:pt x="343306" y="744707"/>
                  </a:cubicBezTo>
                  <a:cubicBezTo>
                    <a:pt x="343306" y="744707"/>
                    <a:pt x="341767" y="768059"/>
                    <a:pt x="342538" y="779692"/>
                  </a:cubicBezTo>
                  <a:cubicBezTo>
                    <a:pt x="343306" y="791326"/>
                    <a:pt x="335523" y="851118"/>
                    <a:pt x="330135" y="877550"/>
                  </a:cubicBezTo>
                  <a:cubicBezTo>
                    <a:pt x="324659" y="903982"/>
                    <a:pt x="322350" y="958299"/>
                    <a:pt x="322350" y="958299"/>
                  </a:cubicBezTo>
                  <a:cubicBezTo>
                    <a:pt x="322350" y="958299"/>
                    <a:pt x="324659" y="990890"/>
                    <a:pt x="323889" y="1006458"/>
                  </a:cubicBezTo>
                  <a:cubicBezTo>
                    <a:pt x="323120" y="1022026"/>
                    <a:pt x="321581" y="1063171"/>
                    <a:pt x="321581" y="1077114"/>
                  </a:cubicBezTo>
                  <a:cubicBezTo>
                    <a:pt x="321581" y="1091057"/>
                    <a:pt x="323889" y="1116718"/>
                    <a:pt x="323889" y="1126042"/>
                  </a:cubicBezTo>
                  <a:cubicBezTo>
                    <a:pt x="323889" y="1135366"/>
                    <a:pt x="334752" y="1154013"/>
                    <a:pt x="337833" y="1159488"/>
                  </a:cubicBezTo>
                  <a:cubicBezTo>
                    <a:pt x="340911" y="1164963"/>
                    <a:pt x="346387" y="1178136"/>
                    <a:pt x="347926" y="1185920"/>
                  </a:cubicBezTo>
                  <a:cubicBezTo>
                    <a:pt x="349465" y="1193704"/>
                    <a:pt x="353401" y="1198323"/>
                    <a:pt x="356480" y="1205337"/>
                  </a:cubicBezTo>
                  <a:cubicBezTo>
                    <a:pt x="359560" y="1212351"/>
                    <a:pt x="360329" y="1210726"/>
                    <a:pt x="365034" y="1213121"/>
                  </a:cubicBezTo>
                  <a:cubicBezTo>
                    <a:pt x="369653" y="1215431"/>
                    <a:pt x="385222" y="1224755"/>
                    <a:pt x="385222" y="1224755"/>
                  </a:cubicBezTo>
                  <a:cubicBezTo>
                    <a:pt x="450488" y="1227920"/>
                    <a:pt x="429531" y="1256575"/>
                    <a:pt x="429531" y="1256575"/>
                  </a:cubicBezTo>
                  <a:lnTo>
                    <a:pt x="350321" y="1256575"/>
                  </a:lnTo>
                  <a:cubicBezTo>
                    <a:pt x="340997" y="1256575"/>
                    <a:pt x="327055" y="1249561"/>
                    <a:pt x="323889" y="1249561"/>
                  </a:cubicBezTo>
                  <a:cubicBezTo>
                    <a:pt x="320725" y="1249561"/>
                    <a:pt x="320040" y="1256575"/>
                    <a:pt x="320040" y="1256575"/>
                  </a:cubicBezTo>
                  <a:cubicBezTo>
                    <a:pt x="320040" y="1256575"/>
                    <a:pt x="254774" y="1259655"/>
                    <a:pt x="251694" y="1254266"/>
                  </a:cubicBezTo>
                  <a:cubicBezTo>
                    <a:pt x="248616" y="1248791"/>
                    <a:pt x="255543" y="1216201"/>
                    <a:pt x="258709" y="1210726"/>
                  </a:cubicBezTo>
                  <a:cubicBezTo>
                    <a:pt x="261787" y="1205337"/>
                    <a:pt x="255628" y="1203712"/>
                    <a:pt x="256399" y="1196783"/>
                  </a:cubicBezTo>
                  <a:cubicBezTo>
                    <a:pt x="257169" y="1189769"/>
                    <a:pt x="256399" y="1182840"/>
                    <a:pt x="254860" y="1173517"/>
                  </a:cubicBezTo>
                  <a:cubicBezTo>
                    <a:pt x="253319" y="1164193"/>
                    <a:pt x="252550" y="1150250"/>
                    <a:pt x="253319" y="1141610"/>
                  </a:cubicBezTo>
                  <a:cubicBezTo>
                    <a:pt x="254089" y="1133056"/>
                    <a:pt x="250240" y="1112869"/>
                    <a:pt x="245535" y="1098071"/>
                  </a:cubicBezTo>
                  <a:cubicBezTo>
                    <a:pt x="240830" y="1083358"/>
                    <a:pt x="238520" y="1023480"/>
                    <a:pt x="240830" y="1007228"/>
                  </a:cubicBezTo>
                  <a:cubicBezTo>
                    <a:pt x="243140" y="990890"/>
                    <a:pt x="238520" y="979256"/>
                    <a:pt x="237752" y="959839"/>
                  </a:cubicBezTo>
                  <a:cubicBezTo>
                    <a:pt x="236981" y="940422"/>
                    <a:pt x="243996" y="929558"/>
                    <a:pt x="239291" y="925623"/>
                  </a:cubicBezTo>
                  <a:cubicBezTo>
                    <a:pt x="234672" y="921773"/>
                    <a:pt x="231508" y="893802"/>
                    <a:pt x="229966" y="878234"/>
                  </a:cubicBezTo>
                  <a:cubicBezTo>
                    <a:pt x="228427" y="862666"/>
                    <a:pt x="233047" y="851033"/>
                    <a:pt x="230737" y="842479"/>
                  </a:cubicBezTo>
                  <a:cubicBezTo>
                    <a:pt x="229881" y="839484"/>
                    <a:pt x="223722" y="803643"/>
                    <a:pt x="222183" y="795089"/>
                  </a:cubicBezTo>
                  <a:cubicBezTo>
                    <a:pt x="220644" y="786535"/>
                    <a:pt x="215168" y="752405"/>
                    <a:pt x="210549" y="752405"/>
                  </a:cubicBezTo>
                  <a:cubicBezTo>
                    <a:pt x="205931" y="752405"/>
                    <a:pt x="197377" y="781917"/>
                    <a:pt x="191902" y="794320"/>
                  </a:cubicBezTo>
                  <a:cubicBezTo>
                    <a:pt x="186514" y="806723"/>
                    <a:pt x="172484" y="913134"/>
                    <a:pt x="169406" y="934177"/>
                  </a:cubicBezTo>
                  <a:cubicBezTo>
                    <a:pt x="166326" y="955134"/>
                    <a:pt x="167096" y="951285"/>
                    <a:pt x="160852" y="972242"/>
                  </a:cubicBezTo>
                  <a:cubicBezTo>
                    <a:pt x="154608" y="993199"/>
                    <a:pt x="157001" y="1046833"/>
                    <a:pt x="152298" y="1061545"/>
                  </a:cubicBezTo>
                  <a:cubicBezTo>
                    <a:pt x="147678" y="1076258"/>
                    <a:pt x="165471" y="1138445"/>
                    <a:pt x="165471" y="1138445"/>
                  </a:cubicBezTo>
                  <a:cubicBezTo>
                    <a:pt x="171716" y="1154784"/>
                    <a:pt x="167779" y="1151619"/>
                    <a:pt x="167010" y="1169496"/>
                  </a:cubicBezTo>
                  <a:cubicBezTo>
                    <a:pt x="166240" y="1187374"/>
                    <a:pt x="167010" y="1206022"/>
                    <a:pt x="161535" y="1216885"/>
                  </a:cubicBezTo>
                  <a:cubicBezTo>
                    <a:pt x="156061" y="1227749"/>
                    <a:pt x="152212" y="1228519"/>
                    <a:pt x="152981" y="1232453"/>
                  </a:cubicBezTo>
                  <a:cubicBezTo>
                    <a:pt x="153751" y="1236302"/>
                    <a:pt x="157600" y="1254950"/>
                    <a:pt x="157600" y="1254950"/>
                  </a:cubicBezTo>
                  <a:cubicBezTo>
                    <a:pt x="147507" y="1259569"/>
                    <a:pt x="76852" y="1254950"/>
                    <a:pt x="76852" y="1254950"/>
                  </a:cubicBezTo>
                  <a:cubicBezTo>
                    <a:pt x="76852" y="1254950"/>
                    <a:pt x="81471" y="1244087"/>
                    <a:pt x="81471" y="1236302"/>
                  </a:cubicBezTo>
                  <a:cubicBezTo>
                    <a:pt x="81471" y="1228519"/>
                    <a:pt x="79932" y="1222274"/>
                    <a:pt x="80700" y="1214576"/>
                  </a:cubicBezTo>
                  <a:cubicBezTo>
                    <a:pt x="81471" y="1206791"/>
                    <a:pt x="85320" y="1200547"/>
                    <a:pt x="79161" y="1193618"/>
                  </a:cubicBezTo>
                  <a:cubicBezTo>
                    <a:pt x="72917" y="1186604"/>
                    <a:pt x="78391" y="1185834"/>
                    <a:pt x="80700" y="1175740"/>
                  </a:cubicBezTo>
                  <a:cubicBezTo>
                    <a:pt x="81985" y="1170095"/>
                    <a:pt x="82582" y="1167101"/>
                    <a:pt x="82924" y="1164877"/>
                  </a:cubicBezTo>
                  <a:cubicBezTo>
                    <a:pt x="75824" y="1154013"/>
                    <a:pt x="69751" y="1143749"/>
                    <a:pt x="69751" y="1140755"/>
                  </a:cubicBezTo>
                  <a:cubicBezTo>
                    <a:pt x="62738" y="1129122"/>
                    <a:pt x="69751" y="1086352"/>
                    <a:pt x="68212" y="1059150"/>
                  </a:cubicBezTo>
                  <a:cubicBezTo>
                    <a:pt x="66673" y="1031948"/>
                    <a:pt x="72061" y="884393"/>
                    <a:pt x="73686" y="868055"/>
                  </a:cubicBezTo>
                  <a:cubicBezTo>
                    <a:pt x="75227" y="851717"/>
                    <a:pt x="75995" y="809803"/>
                    <a:pt x="77536" y="798169"/>
                  </a:cubicBezTo>
                  <a:cubicBezTo>
                    <a:pt x="79076" y="786535"/>
                    <a:pt x="79076" y="750780"/>
                    <a:pt x="77536" y="744536"/>
                  </a:cubicBezTo>
                  <a:cubicBezTo>
                    <a:pt x="75995" y="738292"/>
                    <a:pt x="73686" y="735982"/>
                    <a:pt x="73686" y="730507"/>
                  </a:cubicBezTo>
                  <a:cubicBezTo>
                    <a:pt x="73686" y="725033"/>
                    <a:pt x="77536" y="720414"/>
                    <a:pt x="81471" y="694752"/>
                  </a:cubicBezTo>
                  <a:cubicBezTo>
                    <a:pt x="81728" y="692955"/>
                    <a:pt x="82070" y="690902"/>
                    <a:pt x="82325" y="688764"/>
                  </a:cubicBezTo>
                  <a:cubicBezTo>
                    <a:pt x="79589" y="682776"/>
                    <a:pt x="72232" y="665925"/>
                    <a:pt x="69837" y="662674"/>
                  </a:cubicBezTo>
                  <a:cubicBezTo>
                    <a:pt x="66758" y="658483"/>
                    <a:pt x="52215" y="635729"/>
                    <a:pt x="51190" y="629485"/>
                  </a:cubicBezTo>
                  <a:cubicBezTo>
                    <a:pt x="50162" y="623241"/>
                    <a:pt x="52729" y="605107"/>
                    <a:pt x="48537" y="595782"/>
                  </a:cubicBezTo>
                  <a:cubicBezTo>
                    <a:pt x="44432" y="586459"/>
                    <a:pt x="39641" y="577306"/>
                    <a:pt x="37162" y="573115"/>
                  </a:cubicBezTo>
                  <a:lnTo>
                    <a:pt x="37162" y="573115"/>
                  </a:lnTo>
                  <a:cubicBezTo>
                    <a:pt x="37162" y="573115"/>
                    <a:pt x="34681" y="571490"/>
                    <a:pt x="34681" y="571490"/>
                  </a:cubicBezTo>
                  <a:cubicBezTo>
                    <a:pt x="25357" y="564218"/>
                    <a:pt x="27409" y="569436"/>
                    <a:pt x="22276" y="562165"/>
                  </a:cubicBezTo>
                  <a:cubicBezTo>
                    <a:pt x="17059" y="554895"/>
                    <a:pt x="16032" y="554895"/>
                    <a:pt x="7735" y="545571"/>
                  </a:cubicBezTo>
                  <a:cubicBezTo>
                    <a:pt x="-562" y="536247"/>
                    <a:pt x="-562" y="535220"/>
                    <a:pt x="465" y="530003"/>
                  </a:cubicBezTo>
                  <a:lnTo>
                    <a:pt x="465" y="530003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3774AE51-A3D9-B58A-E1B4-CCD7043A3C26}"/>
                </a:ext>
              </a:extLst>
            </p:cNvPr>
            <p:cNvSpPr/>
            <p:nvPr/>
          </p:nvSpPr>
          <p:spPr>
            <a:xfrm>
              <a:off x="12104626" y="4105494"/>
              <a:ext cx="332065" cy="1225443"/>
            </a:xfrm>
            <a:custGeom>
              <a:avLst/>
              <a:gdLst>
                <a:gd name="connsiteX0" fmla="*/ 130619 w 332065"/>
                <a:gd name="connsiteY0" fmla="*/ 177413 h 1225443"/>
                <a:gd name="connsiteX1" fmla="*/ 130962 w 332065"/>
                <a:gd name="connsiteY1" fmla="*/ 177071 h 1225443"/>
                <a:gd name="connsiteX2" fmla="*/ 131987 w 332065"/>
                <a:gd name="connsiteY2" fmla="*/ 175788 h 1225443"/>
                <a:gd name="connsiteX3" fmla="*/ 130619 w 332065"/>
                <a:gd name="connsiteY3" fmla="*/ 177413 h 1225443"/>
                <a:gd name="connsiteX4" fmla="*/ 130619 w 332065"/>
                <a:gd name="connsiteY4" fmla="*/ 177413 h 1225443"/>
                <a:gd name="connsiteX5" fmla="*/ 78356 w 332065"/>
                <a:gd name="connsiteY5" fmla="*/ 364744 h 1225443"/>
                <a:gd name="connsiteX6" fmla="*/ 77585 w 332065"/>
                <a:gd name="connsiteY6" fmla="*/ 354651 h 1225443"/>
                <a:gd name="connsiteX7" fmla="*/ 69373 w 332065"/>
                <a:gd name="connsiteY7" fmla="*/ 370562 h 1225443"/>
                <a:gd name="connsiteX8" fmla="*/ 66122 w 332065"/>
                <a:gd name="connsiteY8" fmla="*/ 369706 h 1225443"/>
                <a:gd name="connsiteX9" fmla="*/ 56286 w 332065"/>
                <a:gd name="connsiteY9" fmla="*/ 397079 h 1225443"/>
                <a:gd name="connsiteX10" fmla="*/ 59535 w 332065"/>
                <a:gd name="connsiteY10" fmla="*/ 408541 h 1225443"/>
                <a:gd name="connsiteX11" fmla="*/ 78013 w 332065"/>
                <a:gd name="connsiteY11" fmla="*/ 402296 h 1225443"/>
                <a:gd name="connsiteX12" fmla="*/ 78441 w 332065"/>
                <a:gd name="connsiteY12" fmla="*/ 396822 h 1225443"/>
                <a:gd name="connsiteX13" fmla="*/ 78356 w 332065"/>
                <a:gd name="connsiteY13" fmla="*/ 364659 h 1225443"/>
                <a:gd name="connsiteX14" fmla="*/ 78356 w 332065"/>
                <a:gd name="connsiteY14" fmla="*/ 364659 h 1225443"/>
                <a:gd name="connsiteX15" fmla="*/ 199736 w 332065"/>
                <a:gd name="connsiteY15" fmla="*/ 184000 h 1225443"/>
                <a:gd name="connsiteX16" fmla="*/ 218554 w 332065"/>
                <a:gd name="connsiteY16" fmla="*/ 202647 h 1225443"/>
                <a:gd name="connsiteX17" fmla="*/ 231984 w 332065"/>
                <a:gd name="connsiteY17" fmla="*/ 208378 h 1225443"/>
                <a:gd name="connsiteX18" fmla="*/ 256533 w 332065"/>
                <a:gd name="connsiteY18" fmla="*/ 218643 h 1225443"/>
                <a:gd name="connsiteX19" fmla="*/ 310851 w 332065"/>
                <a:gd name="connsiteY19" fmla="*/ 287674 h 1225443"/>
                <a:gd name="connsiteX20" fmla="*/ 332065 w 332065"/>
                <a:gd name="connsiteY20" fmla="*/ 340366 h 1225443"/>
                <a:gd name="connsiteX21" fmla="*/ 308799 w 332065"/>
                <a:gd name="connsiteY21" fmla="*/ 350203 h 1225443"/>
                <a:gd name="connsiteX22" fmla="*/ 290834 w 332065"/>
                <a:gd name="connsiteY22" fmla="*/ 357987 h 1225443"/>
                <a:gd name="connsiteX23" fmla="*/ 290834 w 332065"/>
                <a:gd name="connsiteY23" fmla="*/ 357987 h 1225443"/>
                <a:gd name="connsiteX24" fmla="*/ 306574 w 332065"/>
                <a:gd name="connsiteY24" fmla="*/ 351230 h 1225443"/>
                <a:gd name="connsiteX25" fmla="*/ 316154 w 332065"/>
                <a:gd name="connsiteY25" fmla="*/ 391861 h 1225443"/>
                <a:gd name="connsiteX26" fmla="*/ 326761 w 332065"/>
                <a:gd name="connsiteY26" fmla="*/ 425392 h 1225443"/>
                <a:gd name="connsiteX27" fmla="*/ 318635 w 332065"/>
                <a:gd name="connsiteY27" fmla="*/ 455245 h 1225443"/>
                <a:gd name="connsiteX28" fmla="*/ 301441 w 332065"/>
                <a:gd name="connsiteY28" fmla="*/ 465852 h 1225443"/>
                <a:gd name="connsiteX29" fmla="*/ 288953 w 332065"/>
                <a:gd name="connsiteY29" fmla="*/ 454133 h 1225443"/>
                <a:gd name="connsiteX30" fmla="*/ 287927 w 332065"/>
                <a:gd name="connsiteY30" fmla="*/ 454476 h 1225443"/>
                <a:gd name="connsiteX31" fmla="*/ 278860 w 332065"/>
                <a:gd name="connsiteY31" fmla="*/ 457555 h 1225443"/>
                <a:gd name="connsiteX32" fmla="*/ 274155 w 332065"/>
                <a:gd name="connsiteY32" fmla="*/ 459352 h 1225443"/>
                <a:gd name="connsiteX33" fmla="*/ 274583 w 332065"/>
                <a:gd name="connsiteY33" fmla="*/ 482276 h 1225443"/>
                <a:gd name="connsiteX34" fmla="*/ 290920 w 332065"/>
                <a:gd name="connsiteY34" fmla="*/ 549852 h 1225443"/>
                <a:gd name="connsiteX35" fmla="*/ 283820 w 332065"/>
                <a:gd name="connsiteY35" fmla="*/ 656606 h 1225443"/>
                <a:gd name="connsiteX36" fmla="*/ 236432 w 332065"/>
                <a:gd name="connsiteY36" fmla="*/ 851636 h 1225443"/>
                <a:gd name="connsiteX37" fmla="*/ 197169 w 332065"/>
                <a:gd name="connsiteY37" fmla="*/ 987815 h 1225443"/>
                <a:gd name="connsiteX38" fmla="*/ 198280 w 332065"/>
                <a:gd name="connsiteY38" fmla="*/ 1021603 h 1225443"/>
                <a:gd name="connsiteX39" fmla="*/ 205894 w 332065"/>
                <a:gd name="connsiteY39" fmla="*/ 1070617 h 1225443"/>
                <a:gd name="connsiteX40" fmla="*/ 216758 w 332065"/>
                <a:gd name="connsiteY40" fmla="*/ 1106030 h 1225443"/>
                <a:gd name="connsiteX41" fmla="*/ 224370 w 332065"/>
                <a:gd name="connsiteY41" fmla="*/ 1143668 h 1225443"/>
                <a:gd name="connsiteX42" fmla="*/ 224370 w 332065"/>
                <a:gd name="connsiteY42" fmla="*/ 1156755 h 1225443"/>
                <a:gd name="connsiteX43" fmla="*/ 218554 w 332065"/>
                <a:gd name="connsiteY43" fmla="*/ 1156755 h 1225443"/>
                <a:gd name="connsiteX44" fmla="*/ 224884 w 332065"/>
                <a:gd name="connsiteY44" fmla="*/ 1178568 h 1225443"/>
                <a:gd name="connsiteX45" fmla="*/ 240196 w 332065"/>
                <a:gd name="connsiteY45" fmla="*/ 1204743 h 1225443"/>
                <a:gd name="connsiteX46" fmla="*/ 238571 w 332065"/>
                <a:gd name="connsiteY46" fmla="*/ 1221081 h 1225443"/>
                <a:gd name="connsiteX47" fmla="*/ 194945 w 332065"/>
                <a:gd name="connsiteY47" fmla="*/ 1225444 h 1225443"/>
                <a:gd name="connsiteX48" fmla="*/ 176384 w 332065"/>
                <a:gd name="connsiteY48" fmla="*/ 1223989 h 1225443"/>
                <a:gd name="connsiteX49" fmla="*/ 176384 w 332065"/>
                <a:gd name="connsiteY49" fmla="*/ 1224332 h 1225443"/>
                <a:gd name="connsiteX50" fmla="*/ 152432 w 332065"/>
                <a:gd name="connsiteY50" fmla="*/ 1218344 h 1225443"/>
                <a:gd name="connsiteX51" fmla="*/ 113768 w 332065"/>
                <a:gd name="connsiteY51" fmla="*/ 1193794 h 1225443"/>
                <a:gd name="connsiteX52" fmla="*/ 95292 w 332065"/>
                <a:gd name="connsiteY52" fmla="*/ 1193281 h 1225443"/>
                <a:gd name="connsiteX53" fmla="*/ 87079 w 332065"/>
                <a:gd name="connsiteY53" fmla="*/ 1224332 h 1225443"/>
                <a:gd name="connsiteX54" fmla="*/ 79980 w 332065"/>
                <a:gd name="connsiteY54" fmla="*/ 1224332 h 1225443"/>
                <a:gd name="connsiteX55" fmla="*/ 76131 w 332065"/>
                <a:gd name="connsiteY55" fmla="*/ 1188405 h 1225443"/>
                <a:gd name="connsiteX56" fmla="*/ 80066 w 332065"/>
                <a:gd name="connsiteY56" fmla="*/ 1153590 h 1225443"/>
                <a:gd name="connsiteX57" fmla="*/ 79895 w 332065"/>
                <a:gd name="connsiteY57" fmla="*/ 1153590 h 1225443"/>
                <a:gd name="connsiteX58" fmla="*/ 82033 w 332065"/>
                <a:gd name="connsiteY58" fmla="*/ 1138792 h 1225443"/>
                <a:gd name="connsiteX59" fmla="*/ 88620 w 332065"/>
                <a:gd name="connsiteY59" fmla="*/ 1112104 h 1225443"/>
                <a:gd name="connsiteX60" fmla="*/ 95718 w 332065"/>
                <a:gd name="connsiteY60" fmla="*/ 1076177 h 1225443"/>
                <a:gd name="connsiteX61" fmla="*/ 101194 w 332065"/>
                <a:gd name="connsiteY61" fmla="*/ 1041277 h 1225443"/>
                <a:gd name="connsiteX62" fmla="*/ 101536 w 332065"/>
                <a:gd name="connsiteY62" fmla="*/ 1039138 h 1225443"/>
                <a:gd name="connsiteX63" fmla="*/ 103161 w 332065"/>
                <a:gd name="connsiteY63" fmla="*/ 1022372 h 1225443"/>
                <a:gd name="connsiteX64" fmla="*/ 104272 w 332065"/>
                <a:gd name="connsiteY64" fmla="*/ 998336 h 1225443"/>
                <a:gd name="connsiteX65" fmla="*/ 104103 w 332065"/>
                <a:gd name="connsiteY65" fmla="*/ 981827 h 1225443"/>
                <a:gd name="connsiteX66" fmla="*/ 101708 w 332065"/>
                <a:gd name="connsiteY66" fmla="*/ 960100 h 1225443"/>
                <a:gd name="connsiteX67" fmla="*/ 98456 w 332065"/>
                <a:gd name="connsiteY67" fmla="*/ 922548 h 1225443"/>
                <a:gd name="connsiteX68" fmla="*/ 92982 w 332065"/>
                <a:gd name="connsiteY68" fmla="*/ 884911 h 1225443"/>
                <a:gd name="connsiteX69" fmla="*/ 85882 w 332065"/>
                <a:gd name="connsiteY69" fmla="*/ 843509 h 1225443"/>
                <a:gd name="connsiteX70" fmla="*/ 65182 w 332065"/>
                <a:gd name="connsiteY70" fmla="*/ 648479 h 1225443"/>
                <a:gd name="connsiteX71" fmla="*/ 88021 w 332065"/>
                <a:gd name="connsiteY71" fmla="*/ 514439 h 1225443"/>
                <a:gd name="connsiteX72" fmla="*/ 101108 w 332065"/>
                <a:gd name="connsiteY72" fmla="*/ 482875 h 1225443"/>
                <a:gd name="connsiteX73" fmla="*/ 102134 w 332065"/>
                <a:gd name="connsiteY73" fmla="*/ 463372 h 1225443"/>
                <a:gd name="connsiteX74" fmla="*/ 89902 w 332065"/>
                <a:gd name="connsiteY74" fmla="*/ 464740 h 1225443"/>
                <a:gd name="connsiteX75" fmla="*/ 78525 w 332065"/>
                <a:gd name="connsiteY75" fmla="*/ 452508 h 1225443"/>
                <a:gd name="connsiteX76" fmla="*/ 59278 w 332065"/>
                <a:gd name="connsiteY76" fmla="*/ 461490 h 1225443"/>
                <a:gd name="connsiteX77" fmla="*/ 16765 w 332065"/>
                <a:gd name="connsiteY77" fmla="*/ 470472 h 1225443"/>
                <a:gd name="connsiteX78" fmla="*/ 8811 w 332065"/>
                <a:gd name="connsiteY78" fmla="*/ 454989 h 1225443"/>
                <a:gd name="connsiteX79" fmla="*/ 2053 w 332065"/>
                <a:gd name="connsiteY79" fmla="*/ 420516 h 1225443"/>
                <a:gd name="connsiteX80" fmla="*/ 12660 w 332065"/>
                <a:gd name="connsiteY80" fmla="*/ 346525 h 1225443"/>
                <a:gd name="connsiteX81" fmla="*/ 22327 w 332065"/>
                <a:gd name="connsiteY81" fmla="*/ 351913 h 1225443"/>
                <a:gd name="connsiteX82" fmla="*/ 0 w 332065"/>
                <a:gd name="connsiteY82" fmla="*/ 338142 h 1225443"/>
                <a:gd name="connsiteX83" fmla="*/ 35158 w 332065"/>
                <a:gd name="connsiteY83" fmla="*/ 237633 h 1225443"/>
                <a:gd name="connsiteX84" fmla="*/ 53120 w 332065"/>
                <a:gd name="connsiteY84" fmla="*/ 225743 h 1225443"/>
                <a:gd name="connsiteX85" fmla="*/ 95207 w 332065"/>
                <a:gd name="connsiteY85" fmla="*/ 202049 h 1225443"/>
                <a:gd name="connsiteX86" fmla="*/ 94008 w 332065"/>
                <a:gd name="connsiteY86" fmla="*/ 199996 h 1225443"/>
                <a:gd name="connsiteX87" fmla="*/ 109491 w 332065"/>
                <a:gd name="connsiteY87" fmla="*/ 175531 h 1225443"/>
                <a:gd name="connsiteX88" fmla="*/ 131903 w 332065"/>
                <a:gd name="connsiteY88" fmla="*/ 175531 h 1225443"/>
                <a:gd name="connsiteX89" fmla="*/ 134982 w 332065"/>
                <a:gd name="connsiteY89" fmla="*/ 149613 h 1225443"/>
                <a:gd name="connsiteX90" fmla="*/ 117189 w 332065"/>
                <a:gd name="connsiteY90" fmla="*/ 126346 h 1225443"/>
                <a:gd name="connsiteX91" fmla="*/ 111030 w 332065"/>
                <a:gd name="connsiteY91" fmla="*/ 120872 h 1225443"/>
                <a:gd name="connsiteX92" fmla="*/ 106753 w 332065"/>
                <a:gd name="connsiteY92" fmla="*/ 108383 h 1225443"/>
                <a:gd name="connsiteX93" fmla="*/ 82887 w 332065"/>
                <a:gd name="connsiteY93" fmla="*/ 76733 h 1225443"/>
                <a:gd name="connsiteX94" fmla="*/ 98199 w 332065"/>
                <a:gd name="connsiteY94" fmla="*/ 49360 h 1225443"/>
                <a:gd name="connsiteX95" fmla="*/ 97431 w 332065"/>
                <a:gd name="connsiteY95" fmla="*/ 43030 h 1225443"/>
                <a:gd name="connsiteX96" fmla="*/ 101108 w 332065"/>
                <a:gd name="connsiteY96" fmla="*/ 31825 h 1225443"/>
                <a:gd name="connsiteX97" fmla="*/ 109234 w 332065"/>
                <a:gd name="connsiteY97" fmla="*/ 29601 h 1225443"/>
                <a:gd name="connsiteX98" fmla="*/ 115821 w 332065"/>
                <a:gd name="connsiteY98" fmla="*/ 27120 h 1225443"/>
                <a:gd name="connsiteX99" fmla="*/ 167487 w 332065"/>
                <a:gd name="connsiteY99" fmla="*/ 346 h 1225443"/>
                <a:gd name="connsiteX100" fmla="*/ 226080 w 332065"/>
                <a:gd name="connsiteY100" fmla="*/ 19764 h 1225443"/>
                <a:gd name="connsiteX101" fmla="*/ 237972 w 332065"/>
                <a:gd name="connsiteY101" fmla="*/ 52269 h 1225443"/>
                <a:gd name="connsiteX102" fmla="*/ 238997 w 332065"/>
                <a:gd name="connsiteY102" fmla="*/ 64758 h 1225443"/>
                <a:gd name="connsiteX103" fmla="*/ 239596 w 332065"/>
                <a:gd name="connsiteY103" fmla="*/ 71088 h 1225443"/>
                <a:gd name="connsiteX104" fmla="*/ 239425 w 332065"/>
                <a:gd name="connsiteY104" fmla="*/ 75792 h 1225443"/>
                <a:gd name="connsiteX105" fmla="*/ 243019 w 332065"/>
                <a:gd name="connsiteY105" fmla="*/ 75535 h 1225443"/>
                <a:gd name="connsiteX106" fmla="*/ 238657 w 332065"/>
                <a:gd name="connsiteY106" fmla="*/ 76904 h 1225443"/>
                <a:gd name="connsiteX107" fmla="*/ 238228 w 332065"/>
                <a:gd name="connsiteY107" fmla="*/ 79642 h 1225443"/>
                <a:gd name="connsiteX108" fmla="*/ 241050 w 332065"/>
                <a:gd name="connsiteY108" fmla="*/ 83747 h 1225443"/>
                <a:gd name="connsiteX109" fmla="*/ 237800 w 332065"/>
                <a:gd name="connsiteY109" fmla="*/ 81010 h 1225443"/>
                <a:gd name="connsiteX110" fmla="*/ 243274 w 332065"/>
                <a:gd name="connsiteY110" fmla="*/ 92130 h 1225443"/>
                <a:gd name="connsiteX111" fmla="*/ 244644 w 332065"/>
                <a:gd name="connsiteY111" fmla="*/ 100855 h 1225443"/>
                <a:gd name="connsiteX112" fmla="*/ 233780 w 332065"/>
                <a:gd name="connsiteY112" fmla="*/ 124037 h 1225443"/>
                <a:gd name="connsiteX113" fmla="*/ 231042 w 332065"/>
                <a:gd name="connsiteY113" fmla="*/ 128912 h 1225443"/>
                <a:gd name="connsiteX114" fmla="*/ 228050 w 332065"/>
                <a:gd name="connsiteY114" fmla="*/ 140631 h 1225443"/>
                <a:gd name="connsiteX115" fmla="*/ 214448 w 332065"/>
                <a:gd name="connsiteY115" fmla="*/ 152093 h 1225443"/>
                <a:gd name="connsiteX116" fmla="*/ 198623 w 332065"/>
                <a:gd name="connsiteY116" fmla="*/ 163299 h 1225443"/>
                <a:gd name="connsiteX117" fmla="*/ 198879 w 332065"/>
                <a:gd name="connsiteY117" fmla="*/ 182631 h 1225443"/>
                <a:gd name="connsiteX118" fmla="*/ 199393 w 332065"/>
                <a:gd name="connsiteY118" fmla="*/ 184427 h 1225443"/>
                <a:gd name="connsiteX119" fmla="*/ 199393 w 332065"/>
                <a:gd name="connsiteY119" fmla="*/ 184427 h 122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332065" h="1225443">
                  <a:moveTo>
                    <a:pt x="130619" y="177413"/>
                  </a:moveTo>
                  <a:lnTo>
                    <a:pt x="130962" y="177071"/>
                  </a:lnTo>
                  <a:lnTo>
                    <a:pt x="131987" y="175788"/>
                  </a:lnTo>
                  <a:lnTo>
                    <a:pt x="130619" y="177413"/>
                  </a:lnTo>
                  <a:lnTo>
                    <a:pt x="130619" y="177413"/>
                  </a:lnTo>
                  <a:close/>
                  <a:moveTo>
                    <a:pt x="78356" y="364744"/>
                  </a:moveTo>
                  <a:cubicBezTo>
                    <a:pt x="77927" y="358843"/>
                    <a:pt x="77585" y="354651"/>
                    <a:pt x="77585" y="354651"/>
                  </a:cubicBezTo>
                  <a:cubicBezTo>
                    <a:pt x="77585" y="354651"/>
                    <a:pt x="73907" y="362435"/>
                    <a:pt x="69373" y="370562"/>
                  </a:cubicBezTo>
                  <a:cubicBezTo>
                    <a:pt x="62958" y="368594"/>
                    <a:pt x="61076" y="368081"/>
                    <a:pt x="66122" y="369706"/>
                  </a:cubicBezTo>
                  <a:cubicBezTo>
                    <a:pt x="66122" y="369706"/>
                    <a:pt x="58339" y="390578"/>
                    <a:pt x="56286" y="397079"/>
                  </a:cubicBezTo>
                  <a:cubicBezTo>
                    <a:pt x="54233" y="403580"/>
                    <a:pt x="53034" y="409311"/>
                    <a:pt x="59535" y="408541"/>
                  </a:cubicBezTo>
                  <a:cubicBezTo>
                    <a:pt x="62444" y="408199"/>
                    <a:pt x="69630" y="405633"/>
                    <a:pt x="78013" y="402296"/>
                  </a:cubicBezTo>
                  <a:cubicBezTo>
                    <a:pt x="78099" y="400415"/>
                    <a:pt x="78270" y="398618"/>
                    <a:pt x="78441" y="396822"/>
                  </a:cubicBezTo>
                  <a:cubicBezTo>
                    <a:pt x="78525" y="389637"/>
                    <a:pt x="78696" y="375009"/>
                    <a:pt x="78356" y="364659"/>
                  </a:cubicBezTo>
                  <a:lnTo>
                    <a:pt x="78356" y="364659"/>
                  </a:lnTo>
                  <a:close/>
                  <a:moveTo>
                    <a:pt x="199736" y="184000"/>
                  </a:moveTo>
                  <a:cubicBezTo>
                    <a:pt x="204184" y="185625"/>
                    <a:pt x="216587" y="201450"/>
                    <a:pt x="218554" y="202647"/>
                  </a:cubicBezTo>
                  <a:cubicBezTo>
                    <a:pt x="220607" y="203845"/>
                    <a:pt x="225055" y="205128"/>
                    <a:pt x="231984" y="208378"/>
                  </a:cubicBezTo>
                  <a:cubicBezTo>
                    <a:pt x="238911" y="211629"/>
                    <a:pt x="241392" y="213682"/>
                    <a:pt x="256533" y="218643"/>
                  </a:cubicBezTo>
                  <a:cubicBezTo>
                    <a:pt x="294086" y="228823"/>
                    <a:pt x="304350" y="268941"/>
                    <a:pt x="310851" y="287674"/>
                  </a:cubicBezTo>
                  <a:cubicBezTo>
                    <a:pt x="317352" y="306492"/>
                    <a:pt x="332065" y="340366"/>
                    <a:pt x="332065" y="340366"/>
                  </a:cubicBezTo>
                  <a:cubicBezTo>
                    <a:pt x="332065" y="340366"/>
                    <a:pt x="317781" y="346525"/>
                    <a:pt x="308799" y="350203"/>
                  </a:cubicBezTo>
                  <a:lnTo>
                    <a:pt x="290834" y="357987"/>
                  </a:lnTo>
                  <a:lnTo>
                    <a:pt x="290834" y="357987"/>
                  </a:lnTo>
                  <a:lnTo>
                    <a:pt x="306574" y="351230"/>
                  </a:lnTo>
                  <a:cubicBezTo>
                    <a:pt x="306574" y="351230"/>
                    <a:pt x="311280" y="378773"/>
                    <a:pt x="316154" y="391861"/>
                  </a:cubicBezTo>
                  <a:cubicBezTo>
                    <a:pt x="321030" y="404948"/>
                    <a:pt x="325564" y="413930"/>
                    <a:pt x="326761" y="425392"/>
                  </a:cubicBezTo>
                  <a:cubicBezTo>
                    <a:pt x="327959" y="436855"/>
                    <a:pt x="322655" y="449514"/>
                    <a:pt x="318635" y="455245"/>
                  </a:cubicBezTo>
                  <a:cubicBezTo>
                    <a:pt x="314529" y="460976"/>
                    <a:pt x="306746" y="468333"/>
                    <a:pt x="301441" y="465852"/>
                  </a:cubicBezTo>
                  <a:cubicBezTo>
                    <a:pt x="297678" y="464142"/>
                    <a:pt x="293144" y="460121"/>
                    <a:pt x="288953" y="454133"/>
                  </a:cubicBezTo>
                  <a:lnTo>
                    <a:pt x="287927" y="454476"/>
                  </a:lnTo>
                  <a:cubicBezTo>
                    <a:pt x="285958" y="454903"/>
                    <a:pt x="282024" y="456357"/>
                    <a:pt x="278860" y="457555"/>
                  </a:cubicBezTo>
                  <a:cubicBezTo>
                    <a:pt x="276721" y="458410"/>
                    <a:pt x="274668" y="459180"/>
                    <a:pt x="274155" y="459352"/>
                  </a:cubicBezTo>
                  <a:cubicBezTo>
                    <a:pt x="278003" y="468248"/>
                    <a:pt x="276464" y="480822"/>
                    <a:pt x="274583" y="482276"/>
                  </a:cubicBezTo>
                  <a:cubicBezTo>
                    <a:pt x="287671" y="499127"/>
                    <a:pt x="288782" y="519828"/>
                    <a:pt x="290920" y="549852"/>
                  </a:cubicBezTo>
                  <a:cubicBezTo>
                    <a:pt x="293059" y="579791"/>
                    <a:pt x="291434" y="620679"/>
                    <a:pt x="283820" y="656606"/>
                  </a:cubicBezTo>
                  <a:cubicBezTo>
                    <a:pt x="276207" y="692532"/>
                    <a:pt x="247893" y="809122"/>
                    <a:pt x="236432" y="851636"/>
                  </a:cubicBezTo>
                  <a:cubicBezTo>
                    <a:pt x="224969" y="894149"/>
                    <a:pt x="200504" y="979089"/>
                    <a:pt x="197169" y="987815"/>
                  </a:cubicBezTo>
                  <a:cubicBezTo>
                    <a:pt x="193920" y="996540"/>
                    <a:pt x="196655" y="1011252"/>
                    <a:pt x="198280" y="1021603"/>
                  </a:cubicBezTo>
                  <a:cubicBezTo>
                    <a:pt x="199907" y="1031953"/>
                    <a:pt x="201532" y="1060780"/>
                    <a:pt x="205894" y="1070617"/>
                  </a:cubicBezTo>
                  <a:cubicBezTo>
                    <a:pt x="210257" y="1080454"/>
                    <a:pt x="213506" y="1091916"/>
                    <a:pt x="216758" y="1106030"/>
                  </a:cubicBezTo>
                  <a:cubicBezTo>
                    <a:pt x="220007" y="1120230"/>
                    <a:pt x="223259" y="1135456"/>
                    <a:pt x="224370" y="1143668"/>
                  </a:cubicBezTo>
                  <a:cubicBezTo>
                    <a:pt x="225483" y="1151794"/>
                    <a:pt x="226508" y="1155643"/>
                    <a:pt x="224370" y="1156755"/>
                  </a:cubicBezTo>
                  <a:cubicBezTo>
                    <a:pt x="222403" y="1156755"/>
                    <a:pt x="220436" y="1156755"/>
                    <a:pt x="218554" y="1156755"/>
                  </a:cubicBezTo>
                  <a:cubicBezTo>
                    <a:pt x="219836" y="1162230"/>
                    <a:pt x="221975" y="1170698"/>
                    <a:pt x="224884" y="1178568"/>
                  </a:cubicBezTo>
                  <a:cubicBezTo>
                    <a:pt x="229760" y="1191655"/>
                    <a:pt x="235833" y="1197643"/>
                    <a:pt x="240196" y="1204743"/>
                  </a:cubicBezTo>
                  <a:cubicBezTo>
                    <a:pt x="244558" y="1211843"/>
                    <a:pt x="242934" y="1217232"/>
                    <a:pt x="238571" y="1221081"/>
                  </a:cubicBezTo>
                  <a:cubicBezTo>
                    <a:pt x="234208" y="1224930"/>
                    <a:pt x="209144" y="1225444"/>
                    <a:pt x="194945" y="1225444"/>
                  </a:cubicBezTo>
                  <a:cubicBezTo>
                    <a:pt x="186990" y="1225444"/>
                    <a:pt x="180575" y="1225444"/>
                    <a:pt x="176384" y="1223989"/>
                  </a:cubicBezTo>
                  <a:lnTo>
                    <a:pt x="176384" y="1224332"/>
                  </a:lnTo>
                  <a:cubicBezTo>
                    <a:pt x="176384" y="1224332"/>
                    <a:pt x="162782" y="1225444"/>
                    <a:pt x="152432" y="1218344"/>
                  </a:cubicBezTo>
                  <a:cubicBezTo>
                    <a:pt x="142082" y="1211244"/>
                    <a:pt x="123007" y="1198156"/>
                    <a:pt x="113768" y="1193794"/>
                  </a:cubicBezTo>
                  <a:cubicBezTo>
                    <a:pt x="104529" y="1189431"/>
                    <a:pt x="101280" y="1186181"/>
                    <a:pt x="95292" y="1193281"/>
                  </a:cubicBezTo>
                  <a:cubicBezTo>
                    <a:pt x="89303" y="1200380"/>
                    <a:pt x="87079" y="1224332"/>
                    <a:pt x="87079" y="1224332"/>
                  </a:cubicBezTo>
                  <a:lnTo>
                    <a:pt x="79980" y="1224332"/>
                  </a:lnTo>
                  <a:cubicBezTo>
                    <a:pt x="79980" y="1224332"/>
                    <a:pt x="79467" y="1200380"/>
                    <a:pt x="76131" y="1188405"/>
                  </a:cubicBezTo>
                  <a:cubicBezTo>
                    <a:pt x="73137" y="1177370"/>
                    <a:pt x="69202" y="1166335"/>
                    <a:pt x="80066" y="1153590"/>
                  </a:cubicBezTo>
                  <a:lnTo>
                    <a:pt x="79895" y="1153590"/>
                  </a:lnTo>
                  <a:cubicBezTo>
                    <a:pt x="75532" y="1151879"/>
                    <a:pt x="81006" y="1144266"/>
                    <a:pt x="82033" y="1138792"/>
                  </a:cubicBezTo>
                  <a:cubicBezTo>
                    <a:pt x="83144" y="1133403"/>
                    <a:pt x="86909" y="1118091"/>
                    <a:pt x="88620" y="1112104"/>
                  </a:cubicBezTo>
                  <a:cubicBezTo>
                    <a:pt x="90245" y="1106116"/>
                    <a:pt x="95121" y="1085929"/>
                    <a:pt x="95718" y="1076177"/>
                  </a:cubicBezTo>
                  <a:cubicBezTo>
                    <a:pt x="96232" y="1066340"/>
                    <a:pt x="98970" y="1053253"/>
                    <a:pt x="101194" y="1041277"/>
                  </a:cubicBezTo>
                  <a:lnTo>
                    <a:pt x="101536" y="1039138"/>
                  </a:lnTo>
                  <a:cubicBezTo>
                    <a:pt x="100851" y="1032980"/>
                    <a:pt x="102134" y="1027077"/>
                    <a:pt x="103161" y="1022372"/>
                  </a:cubicBezTo>
                  <a:cubicBezTo>
                    <a:pt x="103675" y="1013904"/>
                    <a:pt x="104103" y="1004922"/>
                    <a:pt x="104272" y="998336"/>
                  </a:cubicBezTo>
                  <a:cubicBezTo>
                    <a:pt x="104272" y="992348"/>
                    <a:pt x="104187" y="986361"/>
                    <a:pt x="104103" y="981827"/>
                  </a:cubicBezTo>
                  <a:cubicBezTo>
                    <a:pt x="103675" y="975582"/>
                    <a:pt x="102819" y="967542"/>
                    <a:pt x="101708" y="960100"/>
                  </a:cubicBezTo>
                  <a:cubicBezTo>
                    <a:pt x="100081" y="948637"/>
                    <a:pt x="98970" y="931786"/>
                    <a:pt x="98456" y="922548"/>
                  </a:cubicBezTo>
                  <a:cubicBezTo>
                    <a:pt x="97942" y="913309"/>
                    <a:pt x="94607" y="893122"/>
                    <a:pt x="92982" y="884911"/>
                  </a:cubicBezTo>
                  <a:cubicBezTo>
                    <a:pt x="91356" y="876784"/>
                    <a:pt x="89731" y="864210"/>
                    <a:pt x="85882" y="843509"/>
                  </a:cubicBezTo>
                  <a:cubicBezTo>
                    <a:pt x="82119" y="822809"/>
                    <a:pt x="69031" y="710581"/>
                    <a:pt x="65182" y="648479"/>
                  </a:cubicBezTo>
                  <a:cubicBezTo>
                    <a:pt x="61333" y="586378"/>
                    <a:pt x="81519" y="530264"/>
                    <a:pt x="88021" y="514439"/>
                  </a:cubicBezTo>
                  <a:cubicBezTo>
                    <a:pt x="94522" y="498614"/>
                    <a:pt x="101108" y="482875"/>
                    <a:pt x="101108" y="482875"/>
                  </a:cubicBezTo>
                  <a:cubicBezTo>
                    <a:pt x="101108" y="482875"/>
                    <a:pt x="101622" y="472525"/>
                    <a:pt x="102134" y="463372"/>
                  </a:cubicBezTo>
                  <a:cubicBezTo>
                    <a:pt x="98627" y="464655"/>
                    <a:pt x="95889" y="465852"/>
                    <a:pt x="89902" y="464740"/>
                  </a:cubicBezTo>
                  <a:cubicBezTo>
                    <a:pt x="85026" y="463799"/>
                    <a:pt x="81006" y="459009"/>
                    <a:pt x="78525" y="452508"/>
                  </a:cubicBezTo>
                  <a:cubicBezTo>
                    <a:pt x="71341" y="456015"/>
                    <a:pt x="64583" y="459095"/>
                    <a:pt x="59278" y="461490"/>
                  </a:cubicBezTo>
                  <a:cubicBezTo>
                    <a:pt x="43540" y="468419"/>
                    <a:pt x="21299" y="473807"/>
                    <a:pt x="16765" y="470472"/>
                  </a:cubicBezTo>
                  <a:cubicBezTo>
                    <a:pt x="12232" y="467221"/>
                    <a:pt x="10179" y="460634"/>
                    <a:pt x="8811" y="454989"/>
                  </a:cubicBezTo>
                  <a:cubicBezTo>
                    <a:pt x="7357" y="449258"/>
                    <a:pt x="1882" y="434716"/>
                    <a:pt x="2053" y="420516"/>
                  </a:cubicBezTo>
                  <a:cubicBezTo>
                    <a:pt x="2224" y="406231"/>
                    <a:pt x="5902" y="370219"/>
                    <a:pt x="12660" y="346525"/>
                  </a:cubicBezTo>
                  <a:cubicBezTo>
                    <a:pt x="13944" y="347380"/>
                    <a:pt x="17365" y="349347"/>
                    <a:pt x="22327" y="351913"/>
                  </a:cubicBezTo>
                  <a:cubicBezTo>
                    <a:pt x="7529" y="344215"/>
                    <a:pt x="0" y="338142"/>
                    <a:pt x="0" y="338142"/>
                  </a:cubicBezTo>
                  <a:cubicBezTo>
                    <a:pt x="13088" y="293576"/>
                    <a:pt x="30624" y="242509"/>
                    <a:pt x="35158" y="237633"/>
                  </a:cubicBezTo>
                  <a:cubicBezTo>
                    <a:pt x="39606" y="232757"/>
                    <a:pt x="45764" y="229079"/>
                    <a:pt x="53120" y="225743"/>
                  </a:cubicBezTo>
                  <a:cubicBezTo>
                    <a:pt x="60391" y="222493"/>
                    <a:pt x="94350" y="202562"/>
                    <a:pt x="95207" y="202049"/>
                  </a:cubicBezTo>
                  <a:lnTo>
                    <a:pt x="94008" y="199996"/>
                  </a:lnTo>
                  <a:cubicBezTo>
                    <a:pt x="94008" y="199996"/>
                    <a:pt x="107438" y="177499"/>
                    <a:pt x="109491" y="175531"/>
                  </a:cubicBezTo>
                  <a:cubicBezTo>
                    <a:pt x="111544" y="173478"/>
                    <a:pt x="121723" y="175103"/>
                    <a:pt x="131903" y="175531"/>
                  </a:cubicBezTo>
                  <a:cubicBezTo>
                    <a:pt x="134896" y="170228"/>
                    <a:pt x="135153" y="159279"/>
                    <a:pt x="134982" y="149613"/>
                  </a:cubicBezTo>
                  <a:cubicBezTo>
                    <a:pt x="121294" y="151067"/>
                    <a:pt x="117189" y="127971"/>
                    <a:pt x="117189" y="126346"/>
                  </a:cubicBezTo>
                  <a:cubicBezTo>
                    <a:pt x="117189" y="124721"/>
                    <a:pt x="113340" y="123095"/>
                    <a:pt x="111030" y="120872"/>
                  </a:cubicBezTo>
                  <a:cubicBezTo>
                    <a:pt x="108806" y="118648"/>
                    <a:pt x="107781" y="112660"/>
                    <a:pt x="106753" y="108383"/>
                  </a:cubicBezTo>
                  <a:cubicBezTo>
                    <a:pt x="93494" y="109580"/>
                    <a:pt x="81776" y="95723"/>
                    <a:pt x="82887" y="76733"/>
                  </a:cubicBezTo>
                  <a:cubicBezTo>
                    <a:pt x="83915" y="57743"/>
                    <a:pt x="97174" y="50558"/>
                    <a:pt x="98199" y="49360"/>
                  </a:cubicBezTo>
                  <a:cubicBezTo>
                    <a:pt x="99227" y="48163"/>
                    <a:pt x="99227" y="47479"/>
                    <a:pt x="97431" y="43030"/>
                  </a:cubicBezTo>
                  <a:cubicBezTo>
                    <a:pt x="95549" y="38583"/>
                    <a:pt x="98199" y="33793"/>
                    <a:pt x="101108" y="31825"/>
                  </a:cubicBezTo>
                  <a:cubicBezTo>
                    <a:pt x="103932" y="29772"/>
                    <a:pt x="107438" y="30542"/>
                    <a:pt x="109234" y="29601"/>
                  </a:cubicBezTo>
                  <a:cubicBezTo>
                    <a:pt x="111030" y="28574"/>
                    <a:pt x="112741" y="27548"/>
                    <a:pt x="115821" y="27120"/>
                  </a:cubicBezTo>
                  <a:cubicBezTo>
                    <a:pt x="123349" y="20020"/>
                    <a:pt x="139687" y="2570"/>
                    <a:pt x="167487" y="346"/>
                  </a:cubicBezTo>
                  <a:cubicBezTo>
                    <a:pt x="195287" y="-1878"/>
                    <a:pt x="212652" y="6847"/>
                    <a:pt x="226080" y="19764"/>
                  </a:cubicBezTo>
                  <a:cubicBezTo>
                    <a:pt x="239596" y="32680"/>
                    <a:pt x="237715" y="46709"/>
                    <a:pt x="237972" y="52269"/>
                  </a:cubicBezTo>
                  <a:cubicBezTo>
                    <a:pt x="238143" y="57743"/>
                    <a:pt x="237543" y="62876"/>
                    <a:pt x="238997" y="64758"/>
                  </a:cubicBezTo>
                  <a:cubicBezTo>
                    <a:pt x="240453" y="66554"/>
                    <a:pt x="240453" y="69462"/>
                    <a:pt x="239596" y="71088"/>
                  </a:cubicBezTo>
                  <a:cubicBezTo>
                    <a:pt x="238828" y="72713"/>
                    <a:pt x="238400" y="74851"/>
                    <a:pt x="239425" y="75792"/>
                  </a:cubicBezTo>
                  <a:lnTo>
                    <a:pt x="243019" y="75535"/>
                  </a:lnTo>
                  <a:cubicBezTo>
                    <a:pt x="241820" y="76904"/>
                    <a:pt x="239682" y="76990"/>
                    <a:pt x="238657" y="76904"/>
                  </a:cubicBezTo>
                  <a:cubicBezTo>
                    <a:pt x="238828" y="77332"/>
                    <a:pt x="238571" y="78358"/>
                    <a:pt x="238228" y="79642"/>
                  </a:cubicBezTo>
                  <a:cubicBezTo>
                    <a:pt x="239939" y="80924"/>
                    <a:pt x="241050" y="83747"/>
                    <a:pt x="241050" y="83747"/>
                  </a:cubicBezTo>
                  <a:cubicBezTo>
                    <a:pt x="240538" y="82122"/>
                    <a:pt x="237800" y="81010"/>
                    <a:pt x="237800" y="81010"/>
                  </a:cubicBezTo>
                  <a:cubicBezTo>
                    <a:pt x="238057" y="84517"/>
                    <a:pt x="240538" y="88366"/>
                    <a:pt x="243274" y="92130"/>
                  </a:cubicBezTo>
                  <a:cubicBezTo>
                    <a:pt x="246012" y="95979"/>
                    <a:pt x="246269" y="98375"/>
                    <a:pt x="244644" y="100855"/>
                  </a:cubicBezTo>
                  <a:cubicBezTo>
                    <a:pt x="248750" y="111805"/>
                    <a:pt x="234294" y="123181"/>
                    <a:pt x="233780" y="124037"/>
                  </a:cubicBezTo>
                  <a:cubicBezTo>
                    <a:pt x="233266" y="124892"/>
                    <a:pt x="232667" y="127543"/>
                    <a:pt x="231042" y="128912"/>
                  </a:cubicBezTo>
                  <a:cubicBezTo>
                    <a:pt x="229418" y="130281"/>
                    <a:pt x="228561" y="134387"/>
                    <a:pt x="228050" y="140631"/>
                  </a:cubicBezTo>
                  <a:cubicBezTo>
                    <a:pt x="229674" y="153120"/>
                    <a:pt x="221206" y="152607"/>
                    <a:pt x="214448" y="152093"/>
                  </a:cubicBezTo>
                  <a:cubicBezTo>
                    <a:pt x="207605" y="151494"/>
                    <a:pt x="201104" y="155344"/>
                    <a:pt x="198623" y="163299"/>
                  </a:cubicBezTo>
                  <a:cubicBezTo>
                    <a:pt x="196142" y="171169"/>
                    <a:pt x="197768" y="176900"/>
                    <a:pt x="198879" y="182631"/>
                  </a:cubicBezTo>
                  <a:lnTo>
                    <a:pt x="199393" y="184427"/>
                  </a:lnTo>
                  <a:lnTo>
                    <a:pt x="199393" y="184427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C7307D90-A827-FB96-F7AF-2E15348522C2}"/>
                </a:ext>
              </a:extLst>
            </p:cNvPr>
            <p:cNvSpPr/>
            <p:nvPr/>
          </p:nvSpPr>
          <p:spPr>
            <a:xfrm>
              <a:off x="11105631" y="4153658"/>
              <a:ext cx="356875" cy="1260426"/>
            </a:xfrm>
            <a:custGeom>
              <a:avLst/>
              <a:gdLst>
                <a:gd name="connsiteX0" fmla="*/ 353257 w 356875"/>
                <a:gd name="connsiteY0" fmla="*/ 1255207 h 1260426"/>
                <a:gd name="connsiteX1" fmla="*/ 289702 w 356875"/>
                <a:gd name="connsiteY1" fmla="*/ 1258372 h 1260426"/>
                <a:gd name="connsiteX2" fmla="*/ 275929 w 356875"/>
                <a:gd name="connsiteY2" fmla="*/ 1255207 h 1260426"/>
                <a:gd name="connsiteX3" fmla="*/ 271140 w 356875"/>
                <a:gd name="connsiteY3" fmla="*/ 1257345 h 1260426"/>
                <a:gd name="connsiteX4" fmla="*/ 254715 w 356875"/>
                <a:gd name="connsiteY4" fmla="*/ 1255207 h 1260426"/>
                <a:gd name="connsiteX5" fmla="*/ 254715 w 356875"/>
                <a:gd name="connsiteY5" fmla="*/ 1238270 h 1260426"/>
                <a:gd name="connsiteX6" fmla="*/ 252577 w 356875"/>
                <a:gd name="connsiteY6" fmla="*/ 1229288 h 1260426"/>
                <a:gd name="connsiteX7" fmla="*/ 254118 w 356875"/>
                <a:gd name="connsiteY7" fmla="*/ 1220734 h 1260426"/>
                <a:gd name="connsiteX8" fmla="*/ 249070 w 356875"/>
                <a:gd name="connsiteY8" fmla="*/ 1222359 h 1260426"/>
                <a:gd name="connsiteX9" fmla="*/ 246161 w 356875"/>
                <a:gd name="connsiteY9" fmla="*/ 1211325 h 1260426"/>
                <a:gd name="connsiteX10" fmla="*/ 248642 w 356875"/>
                <a:gd name="connsiteY10" fmla="*/ 1207304 h 1260426"/>
                <a:gd name="connsiteX11" fmla="*/ 248899 w 356875"/>
                <a:gd name="connsiteY11" fmla="*/ 1204995 h 1260426"/>
                <a:gd name="connsiteX12" fmla="*/ 234358 w 356875"/>
                <a:gd name="connsiteY12" fmla="*/ 1194046 h 1260426"/>
                <a:gd name="connsiteX13" fmla="*/ 237693 w 356875"/>
                <a:gd name="connsiteY13" fmla="*/ 1138873 h 1260426"/>
                <a:gd name="connsiteX14" fmla="*/ 243595 w 356875"/>
                <a:gd name="connsiteY14" fmla="*/ 1056327 h 1260426"/>
                <a:gd name="connsiteX15" fmla="*/ 235041 w 356875"/>
                <a:gd name="connsiteY15" fmla="*/ 919207 h 1260426"/>
                <a:gd name="connsiteX16" fmla="*/ 231106 w 356875"/>
                <a:gd name="connsiteY16" fmla="*/ 901843 h 1260426"/>
                <a:gd name="connsiteX17" fmla="*/ 227172 w 356875"/>
                <a:gd name="connsiteY17" fmla="*/ 842821 h 1260426"/>
                <a:gd name="connsiteX18" fmla="*/ 215539 w 356875"/>
                <a:gd name="connsiteY18" fmla="*/ 755400 h 1260426"/>
                <a:gd name="connsiteX19" fmla="*/ 209978 w 356875"/>
                <a:gd name="connsiteY19" fmla="*/ 729566 h 1260426"/>
                <a:gd name="connsiteX20" fmla="*/ 202878 w 356875"/>
                <a:gd name="connsiteY20" fmla="*/ 703220 h 1260426"/>
                <a:gd name="connsiteX21" fmla="*/ 193298 w 356875"/>
                <a:gd name="connsiteY21" fmla="*/ 740344 h 1260426"/>
                <a:gd name="connsiteX22" fmla="*/ 187994 w 356875"/>
                <a:gd name="connsiteY22" fmla="*/ 790642 h 1260426"/>
                <a:gd name="connsiteX23" fmla="*/ 187994 w 356875"/>
                <a:gd name="connsiteY23" fmla="*/ 905094 h 1260426"/>
                <a:gd name="connsiteX24" fmla="*/ 187994 w 356875"/>
                <a:gd name="connsiteY24" fmla="*/ 934262 h 1260426"/>
                <a:gd name="connsiteX25" fmla="*/ 181152 w 356875"/>
                <a:gd name="connsiteY25" fmla="*/ 968735 h 1260426"/>
                <a:gd name="connsiteX26" fmla="*/ 185344 w 356875"/>
                <a:gd name="connsiteY26" fmla="*/ 1037594 h 1260426"/>
                <a:gd name="connsiteX27" fmla="*/ 190132 w 356875"/>
                <a:gd name="connsiteY27" fmla="*/ 1152046 h 1260426"/>
                <a:gd name="connsiteX28" fmla="*/ 187908 w 356875"/>
                <a:gd name="connsiteY28" fmla="*/ 1213720 h 1260426"/>
                <a:gd name="connsiteX29" fmla="*/ 191759 w 356875"/>
                <a:gd name="connsiteY29" fmla="*/ 1240494 h 1260426"/>
                <a:gd name="connsiteX30" fmla="*/ 188593 w 356875"/>
                <a:gd name="connsiteY30" fmla="*/ 1246310 h 1260426"/>
                <a:gd name="connsiteX31" fmla="*/ 188080 w 356875"/>
                <a:gd name="connsiteY31" fmla="*/ 1256918 h 1260426"/>
                <a:gd name="connsiteX32" fmla="*/ 161649 w 356875"/>
                <a:gd name="connsiteY32" fmla="*/ 1256918 h 1260426"/>
                <a:gd name="connsiteX33" fmla="*/ 149415 w 356875"/>
                <a:gd name="connsiteY33" fmla="*/ 1254351 h 1260426"/>
                <a:gd name="connsiteX34" fmla="*/ 138809 w 356875"/>
                <a:gd name="connsiteY34" fmla="*/ 1258628 h 1260426"/>
                <a:gd name="connsiteX35" fmla="*/ 54040 w 356875"/>
                <a:gd name="connsiteY35" fmla="*/ 1253838 h 1260426"/>
                <a:gd name="connsiteX36" fmla="*/ 54553 w 356875"/>
                <a:gd name="connsiteY36" fmla="*/ 1248021 h 1260426"/>
                <a:gd name="connsiteX37" fmla="*/ 57206 w 356875"/>
                <a:gd name="connsiteY37" fmla="*/ 1235875 h 1260426"/>
                <a:gd name="connsiteX38" fmla="*/ 75253 w 356875"/>
                <a:gd name="connsiteY38" fmla="*/ 1229545 h 1260426"/>
                <a:gd name="connsiteX39" fmla="*/ 96981 w 356875"/>
                <a:gd name="connsiteY39" fmla="*/ 1213635 h 1260426"/>
                <a:gd name="connsiteX40" fmla="*/ 90993 w 356875"/>
                <a:gd name="connsiteY40" fmla="*/ 1192763 h 1260426"/>
                <a:gd name="connsiteX41" fmla="*/ 95014 w 356875"/>
                <a:gd name="connsiteY41" fmla="*/ 1170694 h 1260426"/>
                <a:gd name="connsiteX42" fmla="*/ 100147 w 356875"/>
                <a:gd name="connsiteY42" fmla="*/ 1134339 h 1260426"/>
                <a:gd name="connsiteX43" fmla="*/ 98691 w 356875"/>
                <a:gd name="connsiteY43" fmla="*/ 1079851 h 1260426"/>
                <a:gd name="connsiteX44" fmla="*/ 98691 w 356875"/>
                <a:gd name="connsiteY44" fmla="*/ 1062829 h 1260426"/>
                <a:gd name="connsiteX45" fmla="*/ 98434 w 356875"/>
                <a:gd name="connsiteY45" fmla="*/ 1030922 h 1260426"/>
                <a:gd name="connsiteX46" fmla="*/ 96467 w 356875"/>
                <a:gd name="connsiteY46" fmla="*/ 1001668 h 1260426"/>
                <a:gd name="connsiteX47" fmla="*/ 79102 w 356875"/>
                <a:gd name="connsiteY47" fmla="*/ 863179 h 1260426"/>
                <a:gd name="connsiteX48" fmla="*/ 60712 w 356875"/>
                <a:gd name="connsiteY48" fmla="*/ 722638 h 1260426"/>
                <a:gd name="connsiteX49" fmla="*/ 63707 w 356875"/>
                <a:gd name="connsiteY49" fmla="*/ 647619 h 1260426"/>
                <a:gd name="connsiteX50" fmla="*/ 64989 w 356875"/>
                <a:gd name="connsiteY50" fmla="*/ 624524 h 1260426"/>
                <a:gd name="connsiteX51" fmla="*/ 78762 w 356875"/>
                <a:gd name="connsiteY51" fmla="*/ 553013 h 1260426"/>
                <a:gd name="connsiteX52" fmla="*/ 78505 w 356875"/>
                <a:gd name="connsiteY52" fmla="*/ 543005 h 1260426"/>
                <a:gd name="connsiteX53" fmla="*/ 73201 w 356875"/>
                <a:gd name="connsiteY53" fmla="*/ 538728 h 1260426"/>
                <a:gd name="connsiteX54" fmla="*/ 73115 w 356875"/>
                <a:gd name="connsiteY54" fmla="*/ 538728 h 1260426"/>
                <a:gd name="connsiteX55" fmla="*/ 72687 w 356875"/>
                <a:gd name="connsiteY55" fmla="*/ 537017 h 1260426"/>
                <a:gd name="connsiteX56" fmla="*/ 72261 w 356875"/>
                <a:gd name="connsiteY56" fmla="*/ 533253 h 1260426"/>
                <a:gd name="connsiteX57" fmla="*/ 72772 w 356875"/>
                <a:gd name="connsiteY57" fmla="*/ 488772 h 1260426"/>
                <a:gd name="connsiteX58" fmla="*/ 31458 w 356875"/>
                <a:gd name="connsiteY58" fmla="*/ 490398 h 1260426"/>
                <a:gd name="connsiteX59" fmla="*/ 1776 w 356875"/>
                <a:gd name="connsiteY59" fmla="*/ 476113 h 1260426"/>
                <a:gd name="connsiteX60" fmla="*/ 1776 w 356875"/>
                <a:gd name="connsiteY60" fmla="*/ 438475 h 1260426"/>
                <a:gd name="connsiteX61" fmla="*/ 8106 w 356875"/>
                <a:gd name="connsiteY61" fmla="*/ 338309 h 1260426"/>
                <a:gd name="connsiteX62" fmla="*/ 10245 w 356875"/>
                <a:gd name="connsiteY62" fmla="*/ 296993 h 1260426"/>
                <a:gd name="connsiteX63" fmla="*/ 18713 w 356875"/>
                <a:gd name="connsiteY63" fmla="*/ 279543 h 1260426"/>
                <a:gd name="connsiteX64" fmla="*/ 22391 w 356875"/>
                <a:gd name="connsiteY64" fmla="*/ 263633 h 1260426"/>
                <a:gd name="connsiteX65" fmla="*/ 36675 w 356875"/>
                <a:gd name="connsiteY65" fmla="*/ 246696 h 1260426"/>
                <a:gd name="connsiteX66" fmla="*/ 56264 w 356875"/>
                <a:gd name="connsiteY66" fmla="*/ 236089 h 1260426"/>
                <a:gd name="connsiteX67" fmla="*/ 79616 w 356875"/>
                <a:gd name="connsiteY67" fmla="*/ 225482 h 1260426"/>
                <a:gd name="connsiteX68" fmla="*/ 115628 w 356875"/>
                <a:gd name="connsiteY68" fmla="*/ 207433 h 1260426"/>
                <a:gd name="connsiteX69" fmla="*/ 119819 w 356875"/>
                <a:gd name="connsiteY69" fmla="*/ 201617 h 1260426"/>
                <a:gd name="connsiteX70" fmla="*/ 120847 w 356875"/>
                <a:gd name="connsiteY70" fmla="*/ 182541 h 1260426"/>
                <a:gd name="connsiteX71" fmla="*/ 122643 w 356875"/>
                <a:gd name="connsiteY71" fmla="*/ 176126 h 1260426"/>
                <a:gd name="connsiteX72" fmla="*/ 124610 w 356875"/>
                <a:gd name="connsiteY72" fmla="*/ 178008 h 1260426"/>
                <a:gd name="connsiteX73" fmla="*/ 120419 w 356875"/>
                <a:gd name="connsiteY73" fmla="*/ 170993 h 1260426"/>
                <a:gd name="connsiteX74" fmla="*/ 112464 w 356875"/>
                <a:gd name="connsiteY74" fmla="*/ 148240 h 1260426"/>
                <a:gd name="connsiteX75" fmla="*/ 107159 w 356875"/>
                <a:gd name="connsiteY75" fmla="*/ 114880 h 1260426"/>
                <a:gd name="connsiteX76" fmla="*/ 103996 w 356875"/>
                <a:gd name="connsiteY76" fmla="*/ 104273 h 1260426"/>
                <a:gd name="connsiteX77" fmla="*/ 103996 w 356875"/>
                <a:gd name="connsiteY77" fmla="*/ 93152 h 1260426"/>
                <a:gd name="connsiteX78" fmla="*/ 101857 w 356875"/>
                <a:gd name="connsiteY78" fmla="*/ 83059 h 1260426"/>
                <a:gd name="connsiteX79" fmla="*/ 106134 w 356875"/>
                <a:gd name="connsiteY79" fmla="*/ 72452 h 1260426"/>
                <a:gd name="connsiteX80" fmla="*/ 106646 w 356875"/>
                <a:gd name="connsiteY80" fmla="*/ 63983 h 1260426"/>
                <a:gd name="connsiteX81" fmla="*/ 111436 w 356875"/>
                <a:gd name="connsiteY81" fmla="*/ 38065 h 1260426"/>
                <a:gd name="connsiteX82" fmla="*/ 115713 w 356875"/>
                <a:gd name="connsiteY82" fmla="*/ 25918 h 1260426"/>
                <a:gd name="connsiteX83" fmla="*/ 124695 w 356875"/>
                <a:gd name="connsiteY83" fmla="*/ 14285 h 1260426"/>
                <a:gd name="connsiteX84" fmla="*/ 142745 w 356875"/>
                <a:gd name="connsiteY84" fmla="*/ 3678 h 1260426"/>
                <a:gd name="connsiteX85" fmla="*/ 153864 w 356875"/>
                <a:gd name="connsiteY85" fmla="*/ 1540 h 1260426"/>
                <a:gd name="connsiteX86" fmla="*/ 159682 w 356875"/>
                <a:gd name="connsiteY86" fmla="*/ 3165 h 1260426"/>
                <a:gd name="connsiteX87" fmla="*/ 159168 w 356875"/>
                <a:gd name="connsiteY87" fmla="*/ 0 h 1260426"/>
                <a:gd name="connsiteX88" fmla="*/ 162332 w 356875"/>
                <a:gd name="connsiteY88" fmla="*/ 2138 h 1260426"/>
                <a:gd name="connsiteX89" fmla="*/ 170289 w 356875"/>
                <a:gd name="connsiteY89" fmla="*/ 2652 h 1260426"/>
                <a:gd name="connsiteX90" fmla="*/ 177730 w 356875"/>
                <a:gd name="connsiteY90" fmla="*/ 4277 h 1260426"/>
                <a:gd name="connsiteX91" fmla="*/ 195779 w 356875"/>
                <a:gd name="connsiteY91" fmla="*/ 14884 h 1260426"/>
                <a:gd name="connsiteX92" fmla="*/ 205872 w 356875"/>
                <a:gd name="connsiteY92" fmla="*/ 20700 h 1260426"/>
                <a:gd name="connsiteX93" fmla="*/ 215965 w 356875"/>
                <a:gd name="connsiteY93" fmla="*/ 29169 h 1260426"/>
                <a:gd name="connsiteX94" fmla="*/ 221784 w 356875"/>
                <a:gd name="connsiteY94" fmla="*/ 47731 h 1260426"/>
                <a:gd name="connsiteX95" fmla="*/ 222809 w 356875"/>
                <a:gd name="connsiteY95" fmla="*/ 68945 h 1260426"/>
                <a:gd name="connsiteX96" fmla="*/ 221784 w 356875"/>
                <a:gd name="connsiteY96" fmla="*/ 86395 h 1260426"/>
                <a:gd name="connsiteX97" fmla="*/ 219645 w 356875"/>
                <a:gd name="connsiteY97" fmla="*/ 95889 h 1260426"/>
                <a:gd name="connsiteX98" fmla="*/ 227086 w 356875"/>
                <a:gd name="connsiteY98" fmla="*/ 101706 h 1260426"/>
                <a:gd name="connsiteX99" fmla="*/ 221784 w 356875"/>
                <a:gd name="connsiteY99" fmla="*/ 122920 h 1260426"/>
                <a:gd name="connsiteX100" fmla="*/ 206986 w 356875"/>
                <a:gd name="connsiteY100" fmla="*/ 137718 h 1260426"/>
                <a:gd name="connsiteX101" fmla="*/ 202794 w 356875"/>
                <a:gd name="connsiteY101" fmla="*/ 163552 h 1260426"/>
                <a:gd name="connsiteX102" fmla="*/ 202963 w 356875"/>
                <a:gd name="connsiteY102" fmla="*/ 163552 h 1260426"/>
                <a:gd name="connsiteX103" fmla="*/ 203220 w 356875"/>
                <a:gd name="connsiteY103" fmla="*/ 164749 h 1260426"/>
                <a:gd name="connsiteX104" fmla="*/ 203391 w 356875"/>
                <a:gd name="connsiteY104" fmla="*/ 164749 h 1260426"/>
                <a:gd name="connsiteX105" fmla="*/ 211689 w 356875"/>
                <a:gd name="connsiteY105" fmla="*/ 176810 h 1260426"/>
                <a:gd name="connsiteX106" fmla="*/ 218532 w 356875"/>
                <a:gd name="connsiteY106" fmla="*/ 190582 h 1260426"/>
                <a:gd name="connsiteX107" fmla="*/ 219046 w 356875"/>
                <a:gd name="connsiteY107" fmla="*/ 193747 h 1260426"/>
                <a:gd name="connsiteX108" fmla="*/ 257196 w 356875"/>
                <a:gd name="connsiteY108" fmla="*/ 206492 h 1260426"/>
                <a:gd name="connsiteX109" fmla="*/ 306981 w 356875"/>
                <a:gd name="connsiteY109" fmla="*/ 234036 h 1260426"/>
                <a:gd name="connsiteX110" fmla="*/ 326570 w 356875"/>
                <a:gd name="connsiteY110" fmla="*/ 277490 h 1260426"/>
                <a:gd name="connsiteX111" fmla="*/ 337176 w 356875"/>
                <a:gd name="connsiteY111" fmla="*/ 343698 h 1260426"/>
                <a:gd name="connsiteX112" fmla="*/ 344617 w 356875"/>
                <a:gd name="connsiteY112" fmla="*/ 413156 h 1260426"/>
                <a:gd name="connsiteX113" fmla="*/ 335038 w 356875"/>
                <a:gd name="connsiteY113" fmla="*/ 445489 h 1260426"/>
                <a:gd name="connsiteX114" fmla="*/ 322890 w 356875"/>
                <a:gd name="connsiteY114" fmla="*/ 462940 h 1260426"/>
                <a:gd name="connsiteX115" fmla="*/ 328708 w 356875"/>
                <a:gd name="connsiteY115" fmla="*/ 502715 h 1260426"/>
                <a:gd name="connsiteX116" fmla="*/ 319726 w 356875"/>
                <a:gd name="connsiteY116" fmla="*/ 523416 h 1260426"/>
                <a:gd name="connsiteX117" fmla="*/ 318527 w 356875"/>
                <a:gd name="connsiteY117" fmla="*/ 524015 h 1260426"/>
                <a:gd name="connsiteX118" fmla="*/ 319812 w 356875"/>
                <a:gd name="connsiteY118" fmla="*/ 532569 h 1260426"/>
                <a:gd name="connsiteX119" fmla="*/ 319812 w 356875"/>
                <a:gd name="connsiteY119" fmla="*/ 543176 h 1260426"/>
                <a:gd name="connsiteX120" fmla="*/ 321950 w 356875"/>
                <a:gd name="connsiteY120" fmla="*/ 552671 h 1260426"/>
                <a:gd name="connsiteX121" fmla="*/ 324003 w 356875"/>
                <a:gd name="connsiteY121" fmla="*/ 561567 h 1260426"/>
                <a:gd name="connsiteX122" fmla="*/ 325114 w 356875"/>
                <a:gd name="connsiteY122" fmla="*/ 563791 h 1260426"/>
                <a:gd name="connsiteX123" fmla="*/ 329391 w 356875"/>
                <a:gd name="connsiteY123" fmla="*/ 581241 h 1260426"/>
                <a:gd name="connsiteX124" fmla="*/ 339998 w 356875"/>
                <a:gd name="connsiteY124" fmla="*/ 675078 h 1260426"/>
                <a:gd name="connsiteX125" fmla="*/ 337348 w 356875"/>
                <a:gd name="connsiteY125" fmla="*/ 697318 h 1260426"/>
                <a:gd name="connsiteX126" fmla="*/ 340512 w 356875"/>
                <a:gd name="connsiteY126" fmla="*/ 740259 h 1260426"/>
                <a:gd name="connsiteX127" fmla="*/ 339486 w 356875"/>
                <a:gd name="connsiteY127" fmla="*/ 774133 h 1260426"/>
                <a:gd name="connsiteX128" fmla="*/ 338972 w 356875"/>
                <a:gd name="connsiteY128" fmla="*/ 862580 h 1260426"/>
                <a:gd name="connsiteX129" fmla="*/ 337859 w 356875"/>
                <a:gd name="connsiteY129" fmla="*/ 904409 h 1260426"/>
                <a:gd name="connsiteX130" fmla="*/ 337859 w 356875"/>
                <a:gd name="connsiteY130" fmla="*/ 965313 h 1260426"/>
                <a:gd name="connsiteX131" fmla="*/ 342051 w 356875"/>
                <a:gd name="connsiteY131" fmla="*/ 1100124 h 1260426"/>
                <a:gd name="connsiteX132" fmla="*/ 345816 w 356875"/>
                <a:gd name="connsiteY132" fmla="*/ 1148710 h 1260426"/>
                <a:gd name="connsiteX133" fmla="*/ 338373 w 356875"/>
                <a:gd name="connsiteY133" fmla="*/ 1165134 h 1260426"/>
                <a:gd name="connsiteX134" fmla="*/ 337348 w 356875"/>
                <a:gd name="connsiteY134" fmla="*/ 1192678 h 1260426"/>
                <a:gd name="connsiteX135" fmla="*/ 334182 w 356875"/>
                <a:gd name="connsiteY135" fmla="*/ 1213891 h 1260426"/>
                <a:gd name="connsiteX136" fmla="*/ 350093 w 356875"/>
                <a:gd name="connsiteY136" fmla="*/ 1231341 h 1260426"/>
                <a:gd name="connsiteX137" fmla="*/ 354882 w 356875"/>
                <a:gd name="connsiteY137" fmla="*/ 1248278 h 1260426"/>
                <a:gd name="connsiteX138" fmla="*/ 353342 w 356875"/>
                <a:gd name="connsiteY138" fmla="*/ 1255720 h 1260426"/>
                <a:gd name="connsiteX139" fmla="*/ 353342 w 356875"/>
                <a:gd name="connsiteY139" fmla="*/ 1255720 h 1260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356875" h="1260426">
                  <a:moveTo>
                    <a:pt x="353257" y="1255207"/>
                  </a:moveTo>
                  <a:cubicBezTo>
                    <a:pt x="347698" y="1256832"/>
                    <a:pt x="296288" y="1258628"/>
                    <a:pt x="289702" y="1258372"/>
                  </a:cubicBezTo>
                  <a:cubicBezTo>
                    <a:pt x="283029" y="1258115"/>
                    <a:pt x="275929" y="1255207"/>
                    <a:pt x="275929" y="1255207"/>
                  </a:cubicBezTo>
                  <a:cubicBezTo>
                    <a:pt x="275929" y="1255207"/>
                    <a:pt x="272765" y="1256832"/>
                    <a:pt x="271140" y="1257345"/>
                  </a:cubicBezTo>
                  <a:cubicBezTo>
                    <a:pt x="269513" y="1257859"/>
                    <a:pt x="255828" y="1256319"/>
                    <a:pt x="254715" y="1255207"/>
                  </a:cubicBezTo>
                  <a:cubicBezTo>
                    <a:pt x="253690" y="1254095"/>
                    <a:pt x="254715" y="1243574"/>
                    <a:pt x="254715" y="1238270"/>
                  </a:cubicBezTo>
                  <a:cubicBezTo>
                    <a:pt x="252834" y="1237500"/>
                    <a:pt x="251808" y="1232966"/>
                    <a:pt x="252577" y="1229288"/>
                  </a:cubicBezTo>
                  <a:cubicBezTo>
                    <a:pt x="253176" y="1226380"/>
                    <a:pt x="254287" y="1223300"/>
                    <a:pt x="254118" y="1220734"/>
                  </a:cubicBezTo>
                  <a:cubicBezTo>
                    <a:pt x="249413" y="1222616"/>
                    <a:pt x="249070" y="1222359"/>
                    <a:pt x="249070" y="1222359"/>
                  </a:cubicBezTo>
                  <a:cubicBezTo>
                    <a:pt x="239489" y="1219793"/>
                    <a:pt x="245050" y="1215688"/>
                    <a:pt x="246161" y="1211325"/>
                  </a:cubicBezTo>
                  <a:cubicBezTo>
                    <a:pt x="246589" y="1209529"/>
                    <a:pt x="247702" y="1208246"/>
                    <a:pt x="248642" y="1207304"/>
                  </a:cubicBezTo>
                  <a:lnTo>
                    <a:pt x="248899" y="1204995"/>
                  </a:lnTo>
                  <a:cubicBezTo>
                    <a:pt x="245393" y="1204482"/>
                    <a:pt x="238035" y="1210299"/>
                    <a:pt x="234358" y="1194046"/>
                  </a:cubicBezTo>
                  <a:cubicBezTo>
                    <a:pt x="230678" y="1177879"/>
                    <a:pt x="235811" y="1153586"/>
                    <a:pt x="237693" y="1138873"/>
                  </a:cubicBezTo>
                  <a:cubicBezTo>
                    <a:pt x="239574" y="1124246"/>
                    <a:pt x="243595" y="1089089"/>
                    <a:pt x="243595" y="1056327"/>
                  </a:cubicBezTo>
                  <a:cubicBezTo>
                    <a:pt x="240773" y="1006800"/>
                    <a:pt x="237265" y="951542"/>
                    <a:pt x="235041" y="919207"/>
                  </a:cubicBezTo>
                  <a:cubicBezTo>
                    <a:pt x="233844" y="913648"/>
                    <a:pt x="232562" y="907831"/>
                    <a:pt x="231106" y="901843"/>
                  </a:cubicBezTo>
                  <a:cubicBezTo>
                    <a:pt x="227257" y="885505"/>
                    <a:pt x="227857" y="860014"/>
                    <a:pt x="227172" y="842821"/>
                  </a:cubicBezTo>
                  <a:cubicBezTo>
                    <a:pt x="223408" y="812369"/>
                    <a:pt x="218703" y="776442"/>
                    <a:pt x="215539" y="755400"/>
                  </a:cubicBezTo>
                  <a:cubicBezTo>
                    <a:pt x="213741" y="747188"/>
                    <a:pt x="211689" y="737693"/>
                    <a:pt x="209978" y="729566"/>
                  </a:cubicBezTo>
                  <a:cubicBezTo>
                    <a:pt x="206986" y="717762"/>
                    <a:pt x="203477" y="701595"/>
                    <a:pt x="202878" y="703220"/>
                  </a:cubicBezTo>
                  <a:cubicBezTo>
                    <a:pt x="202109" y="705359"/>
                    <a:pt x="195437" y="728882"/>
                    <a:pt x="193298" y="740344"/>
                  </a:cubicBezTo>
                  <a:cubicBezTo>
                    <a:pt x="191160" y="751721"/>
                    <a:pt x="187994" y="776870"/>
                    <a:pt x="187994" y="790642"/>
                  </a:cubicBezTo>
                  <a:cubicBezTo>
                    <a:pt x="187994" y="804413"/>
                    <a:pt x="189278" y="900303"/>
                    <a:pt x="187994" y="905094"/>
                  </a:cubicBezTo>
                  <a:cubicBezTo>
                    <a:pt x="186712" y="909884"/>
                    <a:pt x="187739" y="926050"/>
                    <a:pt x="187994" y="934262"/>
                  </a:cubicBezTo>
                  <a:cubicBezTo>
                    <a:pt x="188251" y="942474"/>
                    <a:pt x="182435" y="964458"/>
                    <a:pt x="181152" y="968735"/>
                  </a:cubicBezTo>
                  <a:cubicBezTo>
                    <a:pt x="179782" y="973012"/>
                    <a:pt x="184573" y="1014584"/>
                    <a:pt x="185344" y="1037594"/>
                  </a:cubicBezTo>
                  <a:cubicBezTo>
                    <a:pt x="186112" y="1060690"/>
                    <a:pt x="187482" y="1136820"/>
                    <a:pt x="190132" y="1152046"/>
                  </a:cubicBezTo>
                  <a:cubicBezTo>
                    <a:pt x="194240" y="1175826"/>
                    <a:pt x="186455" y="1194559"/>
                    <a:pt x="187908" y="1213720"/>
                  </a:cubicBezTo>
                  <a:cubicBezTo>
                    <a:pt x="188080" y="1216457"/>
                    <a:pt x="191674" y="1230657"/>
                    <a:pt x="191759" y="1240494"/>
                  </a:cubicBezTo>
                  <a:cubicBezTo>
                    <a:pt x="191759" y="1243830"/>
                    <a:pt x="188593" y="1244771"/>
                    <a:pt x="188593" y="1246310"/>
                  </a:cubicBezTo>
                  <a:cubicBezTo>
                    <a:pt x="188593" y="1252384"/>
                    <a:pt x="189364" y="1256918"/>
                    <a:pt x="188080" y="1256918"/>
                  </a:cubicBezTo>
                  <a:cubicBezTo>
                    <a:pt x="186883" y="1256918"/>
                    <a:pt x="163445" y="1256661"/>
                    <a:pt x="161649" y="1256918"/>
                  </a:cubicBezTo>
                  <a:cubicBezTo>
                    <a:pt x="160194" y="1256490"/>
                    <a:pt x="149415" y="1254351"/>
                    <a:pt x="149415" y="1254351"/>
                  </a:cubicBezTo>
                  <a:cubicBezTo>
                    <a:pt x="149415" y="1254351"/>
                    <a:pt x="146765" y="1255806"/>
                    <a:pt x="138809" y="1258628"/>
                  </a:cubicBezTo>
                  <a:cubicBezTo>
                    <a:pt x="76538" y="1264188"/>
                    <a:pt x="56178" y="1255207"/>
                    <a:pt x="54040" y="1253838"/>
                  </a:cubicBezTo>
                  <a:cubicBezTo>
                    <a:pt x="51901" y="1252470"/>
                    <a:pt x="51901" y="1249048"/>
                    <a:pt x="54553" y="1248021"/>
                  </a:cubicBezTo>
                  <a:cubicBezTo>
                    <a:pt x="54810" y="1244600"/>
                    <a:pt x="54810" y="1237671"/>
                    <a:pt x="57206" y="1235875"/>
                  </a:cubicBezTo>
                  <a:cubicBezTo>
                    <a:pt x="59599" y="1233993"/>
                    <a:pt x="70720" y="1231598"/>
                    <a:pt x="75253" y="1229545"/>
                  </a:cubicBezTo>
                  <a:cubicBezTo>
                    <a:pt x="79787" y="1227407"/>
                    <a:pt x="94585" y="1217399"/>
                    <a:pt x="96981" y="1213635"/>
                  </a:cubicBezTo>
                  <a:cubicBezTo>
                    <a:pt x="97066" y="1207989"/>
                    <a:pt x="93986" y="1202685"/>
                    <a:pt x="90993" y="1192763"/>
                  </a:cubicBezTo>
                  <a:cubicBezTo>
                    <a:pt x="88084" y="1182840"/>
                    <a:pt x="92447" y="1176938"/>
                    <a:pt x="95014" y="1170694"/>
                  </a:cubicBezTo>
                  <a:cubicBezTo>
                    <a:pt x="97580" y="1164450"/>
                    <a:pt x="100915" y="1147170"/>
                    <a:pt x="100147" y="1134339"/>
                  </a:cubicBezTo>
                  <a:cubicBezTo>
                    <a:pt x="99376" y="1121423"/>
                    <a:pt x="98691" y="1104914"/>
                    <a:pt x="98691" y="1079851"/>
                  </a:cubicBezTo>
                  <a:cubicBezTo>
                    <a:pt x="98691" y="1074291"/>
                    <a:pt x="98691" y="1068560"/>
                    <a:pt x="98691" y="1062829"/>
                  </a:cubicBezTo>
                  <a:cubicBezTo>
                    <a:pt x="98434" y="1049741"/>
                    <a:pt x="98349" y="1037766"/>
                    <a:pt x="98434" y="1030922"/>
                  </a:cubicBezTo>
                  <a:cubicBezTo>
                    <a:pt x="98434" y="1025790"/>
                    <a:pt x="97751" y="1015012"/>
                    <a:pt x="96467" y="1001668"/>
                  </a:cubicBezTo>
                  <a:cubicBezTo>
                    <a:pt x="93389" y="975834"/>
                    <a:pt x="84835" y="906120"/>
                    <a:pt x="79102" y="863179"/>
                  </a:cubicBezTo>
                  <a:cubicBezTo>
                    <a:pt x="72858" y="816474"/>
                    <a:pt x="62508" y="737693"/>
                    <a:pt x="60712" y="722638"/>
                  </a:cubicBezTo>
                  <a:cubicBezTo>
                    <a:pt x="59259" y="710833"/>
                    <a:pt x="62337" y="666438"/>
                    <a:pt x="63707" y="647619"/>
                  </a:cubicBezTo>
                  <a:cubicBezTo>
                    <a:pt x="64218" y="637269"/>
                    <a:pt x="64732" y="628886"/>
                    <a:pt x="64989" y="624524"/>
                  </a:cubicBezTo>
                  <a:cubicBezTo>
                    <a:pt x="66014" y="608613"/>
                    <a:pt x="76623" y="555921"/>
                    <a:pt x="78762" y="553013"/>
                  </a:cubicBezTo>
                  <a:cubicBezTo>
                    <a:pt x="78591" y="549677"/>
                    <a:pt x="79017" y="545656"/>
                    <a:pt x="78505" y="543005"/>
                  </a:cubicBezTo>
                  <a:cubicBezTo>
                    <a:pt x="76623" y="542235"/>
                    <a:pt x="74399" y="541465"/>
                    <a:pt x="73201" y="538728"/>
                  </a:cubicBezTo>
                  <a:lnTo>
                    <a:pt x="73115" y="538728"/>
                  </a:lnTo>
                  <a:cubicBezTo>
                    <a:pt x="73115" y="538728"/>
                    <a:pt x="72687" y="537017"/>
                    <a:pt x="72687" y="537017"/>
                  </a:cubicBezTo>
                  <a:cubicBezTo>
                    <a:pt x="72430" y="535990"/>
                    <a:pt x="72261" y="534793"/>
                    <a:pt x="72261" y="533253"/>
                  </a:cubicBezTo>
                  <a:cubicBezTo>
                    <a:pt x="72261" y="520508"/>
                    <a:pt x="72772" y="488772"/>
                    <a:pt x="72772" y="488772"/>
                  </a:cubicBezTo>
                  <a:cubicBezTo>
                    <a:pt x="67470" y="492451"/>
                    <a:pt x="40183" y="491937"/>
                    <a:pt x="31458" y="490398"/>
                  </a:cubicBezTo>
                  <a:cubicBezTo>
                    <a:pt x="22733" y="488772"/>
                    <a:pt x="5197" y="482443"/>
                    <a:pt x="1776" y="476113"/>
                  </a:cubicBezTo>
                  <a:cubicBezTo>
                    <a:pt x="-1647" y="469783"/>
                    <a:pt x="749" y="447200"/>
                    <a:pt x="1776" y="438475"/>
                  </a:cubicBezTo>
                  <a:cubicBezTo>
                    <a:pt x="2802" y="429750"/>
                    <a:pt x="6308" y="359009"/>
                    <a:pt x="8106" y="338309"/>
                  </a:cubicBezTo>
                  <a:cubicBezTo>
                    <a:pt x="9988" y="317608"/>
                    <a:pt x="9988" y="302296"/>
                    <a:pt x="10245" y="296993"/>
                  </a:cubicBezTo>
                  <a:cubicBezTo>
                    <a:pt x="10499" y="291690"/>
                    <a:pt x="16318" y="282451"/>
                    <a:pt x="18713" y="279543"/>
                  </a:cubicBezTo>
                  <a:cubicBezTo>
                    <a:pt x="21106" y="276635"/>
                    <a:pt x="20166" y="271245"/>
                    <a:pt x="22391" y="263633"/>
                  </a:cubicBezTo>
                  <a:cubicBezTo>
                    <a:pt x="24700" y="256020"/>
                    <a:pt x="32484" y="250374"/>
                    <a:pt x="36675" y="246696"/>
                  </a:cubicBezTo>
                  <a:cubicBezTo>
                    <a:pt x="40952" y="243018"/>
                    <a:pt x="47796" y="238569"/>
                    <a:pt x="56264" y="236089"/>
                  </a:cubicBezTo>
                  <a:cubicBezTo>
                    <a:pt x="64732" y="233608"/>
                    <a:pt x="72687" y="228134"/>
                    <a:pt x="79616" y="225482"/>
                  </a:cubicBezTo>
                  <a:cubicBezTo>
                    <a:pt x="86545" y="222830"/>
                    <a:pt x="113318" y="208716"/>
                    <a:pt x="115628" y="207433"/>
                  </a:cubicBezTo>
                  <a:cubicBezTo>
                    <a:pt x="117938" y="206150"/>
                    <a:pt x="119819" y="205637"/>
                    <a:pt x="119819" y="201617"/>
                  </a:cubicBezTo>
                  <a:cubicBezTo>
                    <a:pt x="119819" y="197596"/>
                    <a:pt x="120847" y="185706"/>
                    <a:pt x="120847" y="182541"/>
                  </a:cubicBezTo>
                  <a:cubicBezTo>
                    <a:pt x="120847" y="179376"/>
                    <a:pt x="122985" y="174586"/>
                    <a:pt x="122643" y="176126"/>
                  </a:cubicBezTo>
                  <a:lnTo>
                    <a:pt x="124610" y="178008"/>
                  </a:lnTo>
                  <a:cubicBezTo>
                    <a:pt x="123925" y="176126"/>
                    <a:pt x="121701" y="172447"/>
                    <a:pt x="120419" y="170993"/>
                  </a:cubicBezTo>
                  <a:cubicBezTo>
                    <a:pt x="118451" y="168684"/>
                    <a:pt x="115457" y="161071"/>
                    <a:pt x="112464" y="148240"/>
                  </a:cubicBezTo>
                  <a:cubicBezTo>
                    <a:pt x="109469" y="135324"/>
                    <a:pt x="108784" y="121723"/>
                    <a:pt x="107159" y="114880"/>
                  </a:cubicBezTo>
                  <a:cubicBezTo>
                    <a:pt x="105021" y="112741"/>
                    <a:pt x="104507" y="106924"/>
                    <a:pt x="103996" y="104273"/>
                  </a:cubicBezTo>
                  <a:cubicBezTo>
                    <a:pt x="103482" y="101621"/>
                    <a:pt x="103311" y="96488"/>
                    <a:pt x="103996" y="93152"/>
                  </a:cubicBezTo>
                  <a:cubicBezTo>
                    <a:pt x="104678" y="89816"/>
                    <a:pt x="103139" y="87336"/>
                    <a:pt x="101857" y="83059"/>
                  </a:cubicBezTo>
                  <a:cubicBezTo>
                    <a:pt x="100658" y="78867"/>
                    <a:pt x="105021" y="74761"/>
                    <a:pt x="106134" y="72452"/>
                  </a:cubicBezTo>
                  <a:cubicBezTo>
                    <a:pt x="107159" y="70142"/>
                    <a:pt x="106817" y="67662"/>
                    <a:pt x="106646" y="63983"/>
                  </a:cubicBezTo>
                  <a:cubicBezTo>
                    <a:pt x="106477" y="60305"/>
                    <a:pt x="110154" y="43539"/>
                    <a:pt x="111436" y="38065"/>
                  </a:cubicBezTo>
                  <a:cubicBezTo>
                    <a:pt x="112721" y="32591"/>
                    <a:pt x="113746" y="30623"/>
                    <a:pt x="115713" y="25918"/>
                  </a:cubicBezTo>
                  <a:cubicBezTo>
                    <a:pt x="117681" y="21128"/>
                    <a:pt x="120675" y="19588"/>
                    <a:pt x="124695" y="14285"/>
                  </a:cubicBezTo>
                  <a:cubicBezTo>
                    <a:pt x="128716" y="8982"/>
                    <a:pt x="139151" y="4705"/>
                    <a:pt x="142745" y="3678"/>
                  </a:cubicBezTo>
                  <a:cubicBezTo>
                    <a:pt x="146252" y="2652"/>
                    <a:pt x="150700" y="855"/>
                    <a:pt x="153864" y="1540"/>
                  </a:cubicBezTo>
                  <a:cubicBezTo>
                    <a:pt x="157030" y="2224"/>
                    <a:pt x="160365" y="4191"/>
                    <a:pt x="159682" y="3165"/>
                  </a:cubicBezTo>
                  <a:lnTo>
                    <a:pt x="159168" y="0"/>
                  </a:lnTo>
                  <a:cubicBezTo>
                    <a:pt x="159168" y="0"/>
                    <a:pt x="160365" y="1112"/>
                    <a:pt x="162332" y="2138"/>
                  </a:cubicBezTo>
                  <a:cubicBezTo>
                    <a:pt x="164301" y="3165"/>
                    <a:pt x="166780" y="3165"/>
                    <a:pt x="170289" y="2652"/>
                  </a:cubicBezTo>
                  <a:cubicBezTo>
                    <a:pt x="173795" y="2138"/>
                    <a:pt x="173709" y="2138"/>
                    <a:pt x="177730" y="4277"/>
                  </a:cubicBezTo>
                  <a:cubicBezTo>
                    <a:pt x="181750" y="6415"/>
                    <a:pt x="189963" y="10350"/>
                    <a:pt x="195779" y="14884"/>
                  </a:cubicBezTo>
                  <a:cubicBezTo>
                    <a:pt x="201595" y="19417"/>
                    <a:pt x="201082" y="18305"/>
                    <a:pt x="205872" y="20700"/>
                  </a:cubicBezTo>
                  <a:cubicBezTo>
                    <a:pt x="210663" y="23095"/>
                    <a:pt x="212459" y="25234"/>
                    <a:pt x="215965" y="29169"/>
                  </a:cubicBezTo>
                  <a:cubicBezTo>
                    <a:pt x="219388" y="33104"/>
                    <a:pt x="221013" y="39262"/>
                    <a:pt x="221784" y="47731"/>
                  </a:cubicBezTo>
                  <a:cubicBezTo>
                    <a:pt x="222552" y="56200"/>
                    <a:pt x="222041" y="64668"/>
                    <a:pt x="222809" y="68945"/>
                  </a:cubicBezTo>
                  <a:cubicBezTo>
                    <a:pt x="223580" y="73222"/>
                    <a:pt x="222295" y="82973"/>
                    <a:pt x="221784" y="86395"/>
                  </a:cubicBezTo>
                  <a:cubicBezTo>
                    <a:pt x="221270" y="89816"/>
                    <a:pt x="219131" y="94350"/>
                    <a:pt x="219645" y="95889"/>
                  </a:cubicBezTo>
                  <a:cubicBezTo>
                    <a:pt x="227857" y="91612"/>
                    <a:pt x="228114" y="99311"/>
                    <a:pt x="227086" y="101706"/>
                  </a:cubicBezTo>
                  <a:cubicBezTo>
                    <a:pt x="226061" y="104101"/>
                    <a:pt x="224434" y="112313"/>
                    <a:pt x="221784" y="122920"/>
                  </a:cubicBezTo>
                  <a:cubicBezTo>
                    <a:pt x="219131" y="133527"/>
                    <a:pt x="208782" y="135067"/>
                    <a:pt x="206986" y="137718"/>
                  </a:cubicBezTo>
                  <a:cubicBezTo>
                    <a:pt x="205187" y="140285"/>
                    <a:pt x="203391" y="152773"/>
                    <a:pt x="202794" y="163552"/>
                  </a:cubicBezTo>
                  <a:lnTo>
                    <a:pt x="202963" y="163552"/>
                  </a:lnTo>
                  <a:cubicBezTo>
                    <a:pt x="202963" y="163552"/>
                    <a:pt x="203220" y="164749"/>
                    <a:pt x="203220" y="164749"/>
                  </a:cubicBezTo>
                  <a:lnTo>
                    <a:pt x="203391" y="164749"/>
                  </a:lnTo>
                  <a:cubicBezTo>
                    <a:pt x="207326" y="165776"/>
                    <a:pt x="209038" y="171507"/>
                    <a:pt x="211689" y="176810"/>
                  </a:cubicBezTo>
                  <a:cubicBezTo>
                    <a:pt x="214341" y="182113"/>
                    <a:pt x="218532" y="190582"/>
                    <a:pt x="218532" y="190582"/>
                  </a:cubicBezTo>
                  <a:cubicBezTo>
                    <a:pt x="218532" y="190582"/>
                    <a:pt x="217421" y="192977"/>
                    <a:pt x="219046" y="193747"/>
                  </a:cubicBezTo>
                  <a:cubicBezTo>
                    <a:pt x="220671" y="194517"/>
                    <a:pt x="242655" y="200333"/>
                    <a:pt x="257196" y="206492"/>
                  </a:cubicBezTo>
                  <a:cubicBezTo>
                    <a:pt x="271823" y="212566"/>
                    <a:pt x="292951" y="224199"/>
                    <a:pt x="306981" y="234036"/>
                  </a:cubicBezTo>
                  <a:cubicBezTo>
                    <a:pt x="321008" y="243873"/>
                    <a:pt x="326313" y="266370"/>
                    <a:pt x="326570" y="277490"/>
                  </a:cubicBezTo>
                  <a:cubicBezTo>
                    <a:pt x="326826" y="288610"/>
                    <a:pt x="335892" y="329156"/>
                    <a:pt x="337176" y="343698"/>
                  </a:cubicBezTo>
                  <a:cubicBezTo>
                    <a:pt x="338459" y="358240"/>
                    <a:pt x="345131" y="402805"/>
                    <a:pt x="344617" y="413156"/>
                  </a:cubicBezTo>
                  <a:cubicBezTo>
                    <a:pt x="344104" y="423506"/>
                    <a:pt x="338544" y="439930"/>
                    <a:pt x="335038" y="445489"/>
                  </a:cubicBezTo>
                  <a:cubicBezTo>
                    <a:pt x="331615" y="451050"/>
                    <a:pt x="323404" y="460031"/>
                    <a:pt x="322890" y="462940"/>
                  </a:cubicBezTo>
                  <a:cubicBezTo>
                    <a:pt x="322378" y="465848"/>
                    <a:pt x="327681" y="492365"/>
                    <a:pt x="328708" y="502715"/>
                  </a:cubicBezTo>
                  <a:cubicBezTo>
                    <a:pt x="329733" y="513066"/>
                    <a:pt x="321779" y="522047"/>
                    <a:pt x="319726" y="523416"/>
                  </a:cubicBezTo>
                  <a:lnTo>
                    <a:pt x="318527" y="524015"/>
                  </a:lnTo>
                  <a:cubicBezTo>
                    <a:pt x="318955" y="526324"/>
                    <a:pt x="319555" y="529062"/>
                    <a:pt x="319812" y="532569"/>
                  </a:cubicBezTo>
                  <a:cubicBezTo>
                    <a:pt x="320325" y="538899"/>
                    <a:pt x="319812" y="543176"/>
                    <a:pt x="319812" y="543176"/>
                  </a:cubicBezTo>
                  <a:cubicBezTo>
                    <a:pt x="319812" y="543176"/>
                    <a:pt x="320923" y="547110"/>
                    <a:pt x="321950" y="552671"/>
                  </a:cubicBezTo>
                  <a:cubicBezTo>
                    <a:pt x="322633" y="556092"/>
                    <a:pt x="323232" y="558915"/>
                    <a:pt x="324003" y="561567"/>
                  </a:cubicBezTo>
                  <a:lnTo>
                    <a:pt x="325114" y="563791"/>
                  </a:lnTo>
                  <a:cubicBezTo>
                    <a:pt x="327252" y="567469"/>
                    <a:pt x="328537" y="578161"/>
                    <a:pt x="329391" y="581241"/>
                  </a:cubicBezTo>
                  <a:cubicBezTo>
                    <a:pt x="336491" y="608699"/>
                    <a:pt x="340083" y="653180"/>
                    <a:pt x="339998" y="675078"/>
                  </a:cubicBezTo>
                  <a:cubicBezTo>
                    <a:pt x="339998" y="680124"/>
                    <a:pt x="338373" y="691245"/>
                    <a:pt x="337348" y="697318"/>
                  </a:cubicBezTo>
                  <a:cubicBezTo>
                    <a:pt x="336320" y="703477"/>
                    <a:pt x="339998" y="733330"/>
                    <a:pt x="340512" y="740259"/>
                  </a:cubicBezTo>
                  <a:cubicBezTo>
                    <a:pt x="341025" y="747188"/>
                    <a:pt x="340512" y="766006"/>
                    <a:pt x="339486" y="774133"/>
                  </a:cubicBezTo>
                  <a:cubicBezTo>
                    <a:pt x="338459" y="782344"/>
                    <a:pt x="338972" y="848552"/>
                    <a:pt x="338972" y="862580"/>
                  </a:cubicBezTo>
                  <a:cubicBezTo>
                    <a:pt x="338972" y="876609"/>
                    <a:pt x="337091" y="898593"/>
                    <a:pt x="337859" y="904409"/>
                  </a:cubicBezTo>
                  <a:cubicBezTo>
                    <a:pt x="338630" y="910226"/>
                    <a:pt x="337859" y="954193"/>
                    <a:pt x="337859" y="965313"/>
                  </a:cubicBezTo>
                  <a:cubicBezTo>
                    <a:pt x="337859" y="975749"/>
                    <a:pt x="341710" y="1078568"/>
                    <a:pt x="342051" y="1100124"/>
                  </a:cubicBezTo>
                  <a:cubicBezTo>
                    <a:pt x="342308" y="1118172"/>
                    <a:pt x="346328" y="1141525"/>
                    <a:pt x="345816" y="1148710"/>
                  </a:cubicBezTo>
                  <a:cubicBezTo>
                    <a:pt x="345302" y="1155896"/>
                    <a:pt x="339229" y="1159574"/>
                    <a:pt x="338373" y="1165134"/>
                  </a:cubicBezTo>
                  <a:cubicBezTo>
                    <a:pt x="337602" y="1170694"/>
                    <a:pt x="336235" y="1184466"/>
                    <a:pt x="337348" y="1192678"/>
                  </a:cubicBezTo>
                  <a:cubicBezTo>
                    <a:pt x="338373" y="1200889"/>
                    <a:pt x="333925" y="1211496"/>
                    <a:pt x="334182" y="1213891"/>
                  </a:cubicBezTo>
                  <a:cubicBezTo>
                    <a:pt x="334439" y="1216287"/>
                    <a:pt x="342907" y="1225524"/>
                    <a:pt x="350093" y="1231341"/>
                  </a:cubicBezTo>
                  <a:cubicBezTo>
                    <a:pt x="357277" y="1237158"/>
                    <a:pt x="354882" y="1248278"/>
                    <a:pt x="354882" y="1248278"/>
                  </a:cubicBezTo>
                  <a:cubicBezTo>
                    <a:pt x="356765" y="1248620"/>
                    <a:pt x="358818" y="1254095"/>
                    <a:pt x="353342" y="1255720"/>
                  </a:cubicBezTo>
                  <a:lnTo>
                    <a:pt x="353342" y="1255720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3AA5B2E-2FE9-F0B6-70C2-404E9FD67DB6}"/>
                </a:ext>
              </a:extLst>
            </p:cNvPr>
            <p:cNvSpPr/>
            <p:nvPr/>
          </p:nvSpPr>
          <p:spPr>
            <a:xfrm>
              <a:off x="11282547" y="4195230"/>
              <a:ext cx="541936" cy="1226807"/>
            </a:xfrm>
            <a:custGeom>
              <a:avLst/>
              <a:gdLst>
                <a:gd name="connsiteX0" fmla="*/ 431763 w 541936"/>
                <a:gd name="connsiteY0" fmla="*/ 1085667 h 1226807"/>
                <a:gd name="connsiteX1" fmla="*/ 426630 w 541936"/>
                <a:gd name="connsiteY1" fmla="*/ 1102006 h 1226807"/>
                <a:gd name="connsiteX2" fmla="*/ 420300 w 541936"/>
                <a:gd name="connsiteY2" fmla="*/ 1124246 h 1226807"/>
                <a:gd name="connsiteX3" fmla="*/ 431420 w 541936"/>
                <a:gd name="connsiteY3" fmla="*/ 1140669 h 1226807"/>
                <a:gd name="connsiteX4" fmla="*/ 431420 w 541936"/>
                <a:gd name="connsiteY4" fmla="*/ 1095675 h 1226807"/>
                <a:gd name="connsiteX5" fmla="*/ 432191 w 541936"/>
                <a:gd name="connsiteY5" fmla="*/ 1083871 h 1226807"/>
                <a:gd name="connsiteX6" fmla="*/ 431763 w 541936"/>
                <a:gd name="connsiteY6" fmla="*/ 1085753 h 1226807"/>
                <a:gd name="connsiteX7" fmla="*/ 431763 w 541936"/>
                <a:gd name="connsiteY7" fmla="*/ 1085753 h 1226807"/>
                <a:gd name="connsiteX8" fmla="*/ 307388 w 541936"/>
                <a:gd name="connsiteY8" fmla="*/ 102647 h 1226807"/>
                <a:gd name="connsiteX9" fmla="*/ 298406 w 541936"/>
                <a:gd name="connsiteY9" fmla="*/ 104786 h 1226807"/>
                <a:gd name="connsiteX10" fmla="*/ 300031 w 541936"/>
                <a:gd name="connsiteY10" fmla="*/ 106411 h 1226807"/>
                <a:gd name="connsiteX11" fmla="*/ 307987 w 541936"/>
                <a:gd name="connsiteY11" fmla="*/ 112741 h 1226807"/>
                <a:gd name="connsiteX12" fmla="*/ 307474 w 541936"/>
                <a:gd name="connsiteY12" fmla="*/ 102647 h 1226807"/>
                <a:gd name="connsiteX13" fmla="*/ 307474 w 541936"/>
                <a:gd name="connsiteY13" fmla="*/ 102647 h 1226807"/>
                <a:gd name="connsiteX14" fmla="*/ 191738 w 541936"/>
                <a:gd name="connsiteY14" fmla="*/ 392199 h 1226807"/>
                <a:gd name="connsiteX15" fmla="*/ 191738 w 541936"/>
                <a:gd name="connsiteY15" fmla="*/ 392199 h 1226807"/>
                <a:gd name="connsiteX16" fmla="*/ 191738 w 541936"/>
                <a:gd name="connsiteY16" fmla="*/ 392199 h 1226807"/>
                <a:gd name="connsiteX17" fmla="*/ 191738 w 541936"/>
                <a:gd name="connsiteY17" fmla="*/ 392199 h 1226807"/>
                <a:gd name="connsiteX18" fmla="*/ 191738 w 541936"/>
                <a:gd name="connsiteY18" fmla="*/ 392199 h 1226807"/>
                <a:gd name="connsiteX19" fmla="*/ 538173 w 541936"/>
                <a:gd name="connsiteY19" fmla="*/ 1197126 h 1226807"/>
                <a:gd name="connsiteX20" fmla="*/ 541937 w 541936"/>
                <a:gd name="connsiteY20" fmla="*/ 1216201 h 1226807"/>
                <a:gd name="connsiteX21" fmla="*/ 470938 w 541936"/>
                <a:gd name="connsiteY21" fmla="*/ 1222018 h 1226807"/>
                <a:gd name="connsiteX22" fmla="*/ 467775 w 541936"/>
                <a:gd name="connsiteY22" fmla="*/ 1212437 h 1226807"/>
                <a:gd name="connsiteX23" fmla="*/ 428597 w 541936"/>
                <a:gd name="connsiteY23" fmla="*/ 1219879 h 1226807"/>
                <a:gd name="connsiteX24" fmla="*/ 428597 w 541936"/>
                <a:gd name="connsiteY24" fmla="*/ 1222531 h 1226807"/>
                <a:gd name="connsiteX25" fmla="*/ 403192 w 541936"/>
                <a:gd name="connsiteY25" fmla="*/ 1226808 h 1226807"/>
                <a:gd name="connsiteX26" fmla="*/ 382578 w 541936"/>
                <a:gd name="connsiteY26" fmla="*/ 1223130 h 1226807"/>
                <a:gd name="connsiteX27" fmla="*/ 369832 w 541936"/>
                <a:gd name="connsiteY27" fmla="*/ 1225781 h 1226807"/>
                <a:gd name="connsiteX28" fmla="*/ 272915 w 541936"/>
                <a:gd name="connsiteY28" fmla="*/ 1225781 h 1226807"/>
                <a:gd name="connsiteX29" fmla="*/ 253326 w 541936"/>
                <a:gd name="connsiteY29" fmla="*/ 1221590 h 1226807"/>
                <a:gd name="connsiteX30" fmla="*/ 250163 w 541936"/>
                <a:gd name="connsiteY30" fmla="*/ 1218938 h 1226807"/>
                <a:gd name="connsiteX31" fmla="*/ 252301 w 541936"/>
                <a:gd name="connsiteY31" fmla="*/ 1210470 h 1226807"/>
                <a:gd name="connsiteX32" fmla="*/ 257603 w 541936"/>
                <a:gd name="connsiteY32" fmla="*/ 1205166 h 1226807"/>
                <a:gd name="connsiteX33" fmla="*/ 262394 w 541936"/>
                <a:gd name="connsiteY33" fmla="*/ 1198836 h 1226807"/>
                <a:gd name="connsiteX34" fmla="*/ 290451 w 541936"/>
                <a:gd name="connsiteY34" fmla="*/ 1191394 h 1226807"/>
                <a:gd name="connsiteX35" fmla="*/ 305250 w 541936"/>
                <a:gd name="connsiteY35" fmla="*/ 1181301 h 1226807"/>
                <a:gd name="connsiteX36" fmla="*/ 317995 w 541936"/>
                <a:gd name="connsiteY36" fmla="*/ 1169667 h 1226807"/>
                <a:gd name="connsiteX37" fmla="*/ 328602 w 541936"/>
                <a:gd name="connsiteY37" fmla="*/ 1152217 h 1226807"/>
                <a:gd name="connsiteX38" fmla="*/ 325949 w 541936"/>
                <a:gd name="connsiteY38" fmla="*/ 1131517 h 1226807"/>
                <a:gd name="connsiteX39" fmla="*/ 325436 w 541936"/>
                <a:gd name="connsiteY39" fmla="*/ 1119370 h 1226807"/>
                <a:gd name="connsiteX40" fmla="*/ 334418 w 541936"/>
                <a:gd name="connsiteY40" fmla="*/ 1112441 h 1226807"/>
                <a:gd name="connsiteX41" fmla="*/ 329627 w 541936"/>
                <a:gd name="connsiteY41" fmla="*/ 1095505 h 1226807"/>
                <a:gd name="connsiteX42" fmla="*/ 333820 w 541936"/>
                <a:gd name="connsiteY42" fmla="*/ 1081733 h 1226807"/>
                <a:gd name="connsiteX43" fmla="*/ 343914 w 541936"/>
                <a:gd name="connsiteY43" fmla="*/ 1029810 h 1226807"/>
                <a:gd name="connsiteX44" fmla="*/ 352382 w 541936"/>
                <a:gd name="connsiteY44" fmla="*/ 990633 h 1226807"/>
                <a:gd name="connsiteX45" fmla="*/ 346052 w 541936"/>
                <a:gd name="connsiteY45" fmla="*/ 971558 h 1226807"/>
                <a:gd name="connsiteX46" fmla="*/ 338097 w 541936"/>
                <a:gd name="connsiteY46" fmla="*/ 912707 h 1226807"/>
                <a:gd name="connsiteX47" fmla="*/ 329627 w 541936"/>
                <a:gd name="connsiteY47" fmla="*/ 814678 h 1226807"/>
                <a:gd name="connsiteX48" fmla="*/ 320647 w 541936"/>
                <a:gd name="connsiteY48" fmla="*/ 757452 h 1226807"/>
                <a:gd name="connsiteX49" fmla="*/ 316370 w 541936"/>
                <a:gd name="connsiteY49" fmla="*/ 732047 h 1226807"/>
                <a:gd name="connsiteX50" fmla="*/ 320048 w 541936"/>
                <a:gd name="connsiteY50" fmla="*/ 703391 h 1226807"/>
                <a:gd name="connsiteX51" fmla="*/ 316370 w 541936"/>
                <a:gd name="connsiteY51" fmla="*/ 676361 h 1226807"/>
                <a:gd name="connsiteX52" fmla="*/ 313204 w 541936"/>
                <a:gd name="connsiteY52" fmla="*/ 657799 h 1226807"/>
                <a:gd name="connsiteX53" fmla="*/ 308413 w 541936"/>
                <a:gd name="connsiteY53" fmla="*/ 633933 h 1226807"/>
                <a:gd name="connsiteX54" fmla="*/ 306789 w 541936"/>
                <a:gd name="connsiteY54" fmla="*/ 598435 h 1226807"/>
                <a:gd name="connsiteX55" fmla="*/ 310980 w 541936"/>
                <a:gd name="connsiteY55" fmla="*/ 558145 h 1226807"/>
                <a:gd name="connsiteX56" fmla="*/ 314658 w 541936"/>
                <a:gd name="connsiteY56" fmla="*/ 542748 h 1226807"/>
                <a:gd name="connsiteX57" fmla="*/ 304565 w 541936"/>
                <a:gd name="connsiteY57" fmla="*/ 540610 h 1226807"/>
                <a:gd name="connsiteX58" fmla="*/ 301401 w 541936"/>
                <a:gd name="connsiteY58" fmla="*/ 503999 h 1226807"/>
                <a:gd name="connsiteX59" fmla="*/ 300202 w 541936"/>
                <a:gd name="connsiteY59" fmla="*/ 458406 h 1226807"/>
                <a:gd name="connsiteX60" fmla="*/ 300544 w 541936"/>
                <a:gd name="connsiteY60" fmla="*/ 417091 h 1226807"/>
                <a:gd name="connsiteX61" fmla="*/ 303710 w 541936"/>
                <a:gd name="connsiteY61" fmla="*/ 389547 h 1226807"/>
                <a:gd name="connsiteX62" fmla="*/ 281469 w 541936"/>
                <a:gd name="connsiteY62" fmla="*/ 395535 h 1226807"/>
                <a:gd name="connsiteX63" fmla="*/ 262993 w 541936"/>
                <a:gd name="connsiteY63" fmla="*/ 398871 h 1226807"/>
                <a:gd name="connsiteX64" fmla="*/ 255037 w 541936"/>
                <a:gd name="connsiteY64" fmla="*/ 402207 h 1226807"/>
                <a:gd name="connsiteX65" fmla="*/ 235962 w 541936"/>
                <a:gd name="connsiteY65" fmla="*/ 414353 h 1226807"/>
                <a:gd name="connsiteX66" fmla="*/ 215776 w 541936"/>
                <a:gd name="connsiteY66" fmla="*/ 415722 h 1226807"/>
                <a:gd name="connsiteX67" fmla="*/ 201403 w 541936"/>
                <a:gd name="connsiteY67" fmla="*/ 400239 h 1226807"/>
                <a:gd name="connsiteX68" fmla="*/ 191910 w 541936"/>
                <a:gd name="connsiteY68" fmla="*/ 392284 h 1226807"/>
                <a:gd name="connsiteX69" fmla="*/ 191053 w 541936"/>
                <a:gd name="connsiteY69" fmla="*/ 392028 h 1226807"/>
                <a:gd name="connsiteX70" fmla="*/ 155727 w 541936"/>
                <a:gd name="connsiteY70" fmla="*/ 381164 h 1226807"/>
                <a:gd name="connsiteX71" fmla="*/ 128269 w 541936"/>
                <a:gd name="connsiteY71" fmla="*/ 371840 h 1226807"/>
                <a:gd name="connsiteX72" fmla="*/ 101836 w 541936"/>
                <a:gd name="connsiteY72" fmla="*/ 363457 h 1226807"/>
                <a:gd name="connsiteX73" fmla="*/ 94053 w 541936"/>
                <a:gd name="connsiteY73" fmla="*/ 362602 h 1226807"/>
                <a:gd name="connsiteX74" fmla="*/ 92854 w 541936"/>
                <a:gd name="connsiteY74" fmla="*/ 362944 h 1226807"/>
                <a:gd name="connsiteX75" fmla="*/ 90887 w 541936"/>
                <a:gd name="connsiteY75" fmla="*/ 363971 h 1226807"/>
                <a:gd name="connsiteX76" fmla="*/ 81051 w 541936"/>
                <a:gd name="connsiteY76" fmla="*/ 371755 h 1226807"/>
                <a:gd name="connsiteX77" fmla="*/ 63515 w 541936"/>
                <a:gd name="connsiteY77" fmla="*/ 379026 h 1226807"/>
                <a:gd name="connsiteX78" fmla="*/ 49828 w 541936"/>
                <a:gd name="connsiteY78" fmla="*/ 383987 h 1226807"/>
                <a:gd name="connsiteX79" fmla="*/ 33233 w 541936"/>
                <a:gd name="connsiteY79" fmla="*/ 394337 h 1226807"/>
                <a:gd name="connsiteX80" fmla="*/ 30752 w 541936"/>
                <a:gd name="connsiteY80" fmla="*/ 395877 h 1226807"/>
                <a:gd name="connsiteX81" fmla="*/ 28017 w 541936"/>
                <a:gd name="connsiteY81" fmla="*/ 397417 h 1226807"/>
                <a:gd name="connsiteX82" fmla="*/ 27160 w 541936"/>
                <a:gd name="connsiteY82" fmla="*/ 397930 h 1226807"/>
                <a:gd name="connsiteX83" fmla="*/ 17493 w 541936"/>
                <a:gd name="connsiteY83" fmla="*/ 400154 h 1226807"/>
                <a:gd name="connsiteX84" fmla="*/ 16554 w 541936"/>
                <a:gd name="connsiteY84" fmla="*/ 399384 h 1226807"/>
                <a:gd name="connsiteX85" fmla="*/ 16297 w 541936"/>
                <a:gd name="connsiteY85" fmla="*/ 396134 h 1226807"/>
                <a:gd name="connsiteX86" fmla="*/ 22370 w 541936"/>
                <a:gd name="connsiteY86" fmla="*/ 387238 h 1226807"/>
                <a:gd name="connsiteX87" fmla="*/ 25621 w 541936"/>
                <a:gd name="connsiteY87" fmla="*/ 385013 h 1226807"/>
                <a:gd name="connsiteX88" fmla="*/ 27246 w 541936"/>
                <a:gd name="connsiteY88" fmla="*/ 384072 h 1226807"/>
                <a:gd name="connsiteX89" fmla="*/ 36997 w 541936"/>
                <a:gd name="connsiteY89" fmla="*/ 376716 h 1226807"/>
                <a:gd name="connsiteX90" fmla="*/ 38367 w 541936"/>
                <a:gd name="connsiteY90" fmla="*/ 367991 h 1226807"/>
                <a:gd name="connsiteX91" fmla="*/ 34261 w 541936"/>
                <a:gd name="connsiteY91" fmla="*/ 366023 h 1226807"/>
                <a:gd name="connsiteX92" fmla="*/ 32377 w 541936"/>
                <a:gd name="connsiteY92" fmla="*/ 366537 h 1226807"/>
                <a:gd name="connsiteX93" fmla="*/ 31523 w 541936"/>
                <a:gd name="connsiteY93" fmla="*/ 367050 h 1226807"/>
                <a:gd name="connsiteX94" fmla="*/ 31181 w 541936"/>
                <a:gd name="connsiteY94" fmla="*/ 367307 h 1226807"/>
                <a:gd name="connsiteX95" fmla="*/ 27246 w 541936"/>
                <a:gd name="connsiteY95" fmla="*/ 369958 h 1226807"/>
                <a:gd name="connsiteX96" fmla="*/ 24594 w 541936"/>
                <a:gd name="connsiteY96" fmla="*/ 372439 h 1226807"/>
                <a:gd name="connsiteX97" fmla="*/ 16382 w 541936"/>
                <a:gd name="connsiteY97" fmla="*/ 383217 h 1226807"/>
                <a:gd name="connsiteX98" fmla="*/ 14415 w 541936"/>
                <a:gd name="connsiteY98" fmla="*/ 390231 h 1226807"/>
                <a:gd name="connsiteX99" fmla="*/ 13559 w 541936"/>
                <a:gd name="connsiteY99" fmla="*/ 400154 h 1226807"/>
                <a:gd name="connsiteX100" fmla="*/ 12876 w 541936"/>
                <a:gd name="connsiteY100" fmla="*/ 402720 h 1226807"/>
                <a:gd name="connsiteX101" fmla="*/ 9796 w 541936"/>
                <a:gd name="connsiteY101" fmla="*/ 406912 h 1226807"/>
                <a:gd name="connsiteX102" fmla="*/ 7914 w 541936"/>
                <a:gd name="connsiteY102" fmla="*/ 406912 h 1226807"/>
                <a:gd name="connsiteX103" fmla="*/ 7572 w 541936"/>
                <a:gd name="connsiteY103" fmla="*/ 406740 h 1226807"/>
                <a:gd name="connsiteX104" fmla="*/ 6546 w 541936"/>
                <a:gd name="connsiteY104" fmla="*/ 406227 h 1226807"/>
                <a:gd name="connsiteX105" fmla="*/ 4577 w 541936"/>
                <a:gd name="connsiteY105" fmla="*/ 397673 h 1226807"/>
                <a:gd name="connsiteX106" fmla="*/ 3466 w 541936"/>
                <a:gd name="connsiteY106" fmla="*/ 398272 h 1226807"/>
                <a:gd name="connsiteX107" fmla="*/ 642 w 541936"/>
                <a:gd name="connsiteY107" fmla="*/ 396989 h 1226807"/>
                <a:gd name="connsiteX108" fmla="*/ 642 w 541936"/>
                <a:gd name="connsiteY108" fmla="*/ 395792 h 1226807"/>
                <a:gd name="connsiteX109" fmla="*/ 385 w 541936"/>
                <a:gd name="connsiteY109" fmla="*/ 389974 h 1226807"/>
                <a:gd name="connsiteX110" fmla="*/ 1670 w 541936"/>
                <a:gd name="connsiteY110" fmla="*/ 376545 h 1226807"/>
                <a:gd name="connsiteX111" fmla="*/ 16382 w 541936"/>
                <a:gd name="connsiteY111" fmla="*/ 354732 h 1226807"/>
                <a:gd name="connsiteX112" fmla="*/ 23397 w 541936"/>
                <a:gd name="connsiteY112" fmla="*/ 346264 h 1226807"/>
                <a:gd name="connsiteX113" fmla="*/ 23397 w 541936"/>
                <a:gd name="connsiteY113" fmla="*/ 346264 h 1226807"/>
                <a:gd name="connsiteX114" fmla="*/ 25279 w 541936"/>
                <a:gd name="connsiteY114" fmla="*/ 345152 h 1226807"/>
                <a:gd name="connsiteX115" fmla="*/ 28956 w 541936"/>
                <a:gd name="connsiteY115" fmla="*/ 342928 h 1226807"/>
                <a:gd name="connsiteX116" fmla="*/ 29385 w 541936"/>
                <a:gd name="connsiteY116" fmla="*/ 342500 h 1226807"/>
                <a:gd name="connsiteX117" fmla="*/ 35286 w 541936"/>
                <a:gd name="connsiteY117" fmla="*/ 339079 h 1226807"/>
                <a:gd name="connsiteX118" fmla="*/ 36740 w 541936"/>
                <a:gd name="connsiteY118" fmla="*/ 339079 h 1226807"/>
                <a:gd name="connsiteX119" fmla="*/ 52052 w 541936"/>
                <a:gd name="connsiteY119" fmla="*/ 337025 h 1226807"/>
                <a:gd name="connsiteX120" fmla="*/ 53422 w 541936"/>
                <a:gd name="connsiteY120" fmla="*/ 336855 h 1226807"/>
                <a:gd name="connsiteX121" fmla="*/ 69673 w 541936"/>
                <a:gd name="connsiteY121" fmla="*/ 334289 h 1226807"/>
                <a:gd name="connsiteX122" fmla="*/ 72069 w 541936"/>
                <a:gd name="connsiteY122" fmla="*/ 333946 h 1226807"/>
                <a:gd name="connsiteX123" fmla="*/ 90630 w 541936"/>
                <a:gd name="connsiteY123" fmla="*/ 330525 h 1226807"/>
                <a:gd name="connsiteX124" fmla="*/ 108937 w 541936"/>
                <a:gd name="connsiteY124" fmla="*/ 329926 h 1226807"/>
                <a:gd name="connsiteX125" fmla="*/ 160858 w 541936"/>
                <a:gd name="connsiteY125" fmla="*/ 333091 h 1226807"/>
                <a:gd name="connsiteX126" fmla="*/ 160858 w 541936"/>
                <a:gd name="connsiteY126" fmla="*/ 333091 h 1226807"/>
                <a:gd name="connsiteX127" fmla="*/ 202859 w 541936"/>
                <a:gd name="connsiteY127" fmla="*/ 319062 h 1226807"/>
                <a:gd name="connsiteX128" fmla="*/ 221592 w 541936"/>
                <a:gd name="connsiteY128" fmla="*/ 323853 h 1226807"/>
                <a:gd name="connsiteX129" fmla="*/ 231002 w 541936"/>
                <a:gd name="connsiteY129" fmla="*/ 321372 h 1226807"/>
                <a:gd name="connsiteX130" fmla="*/ 249478 w 541936"/>
                <a:gd name="connsiteY130" fmla="*/ 316924 h 1226807"/>
                <a:gd name="connsiteX131" fmla="*/ 272059 w 541936"/>
                <a:gd name="connsiteY131" fmla="*/ 311620 h 1226807"/>
                <a:gd name="connsiteX132" fmla="*/ 275739 w 541936"/>
                <a:gd name="connsiteY132" fmla="*/ 308712 h 1226807"/>
                <a:gd name="connsiteX133" fmla="*/ 285918 w 541936"/>
                <a:gd name="connsiteY133" fmla="*/ 299645 h 1226807"/>
                <a:gd name="connsiteX134" fmla="*/ 288655 w 541936"/>
                <a:gd name="connsiteY134" fmla="*/ 299645 h 1226807"/>
                <a:gd name="connsiteX135" fmla="*/ 302769 w 541936"/>
                <a:gd name="connsiteY135" fmla="*/ 286130 h 1226807"/>
                <a:gd name="connsiteX136" fmla="*/ 340576 w 541936"/>
                <a:gd name="connsiteY136" fmla="*/ 254908 h 1226807"/>
                <a:gd name="connsiteX137" fmla="*/ 351354 w 541936"/>
                <a:gd name="connsiteY137" fmla="*/ 243103 h 1226807"/>
                <a:gd name="connsiteX138" fmla="*/ 353150 w 541936"/>
                <a:gd name="connsiteY138" fmla="*/ 236346 h 1226807"/>
                <a:gd name="connsiteX139" fmla="*/ 357941 w 541936"/>
                <a:gd name="connsiteY139" fmla="*/ 228904 h 1226807"/>
                <a:gd name="connsiteX140" fmla="*/ 361621 w 541936"/>
                <a:gd name="connsiteY140" fmla="*/ 220949 h 1226807"/>
                <a:gd name="connsiteX141" fmla="*/ 366923 w 541936"/>
                <a:gd name="connsiteY141" fmla="*/ 210341 h 1226807"/>
                <a:gd name="connsiteX142" fmla="*/ 369319 w 541936"/>
                <a:gd name="connsiteY142" fmla="*/ 206321 h 1226807"/>
                <a:gd name="connsiteX143" fmla="*/ 366495 w 541936"/>
                <a:gd name="connsiteY143" fmla="*/ 193918 h 1226807"/>
                <a:gd name="connsiteX144" fmla="*/ 373082 w 541936"/>
                <a:gd name="connsiteY144" fmla="*/ 183739 h 1226807"/>
                <a:gd name="connsiteX145" fmla="*/ 372739 w 541936"/>
                <a:gd name="connsiteY145" fmla="*/ 182798 h 1226807"/>
                <a:gd name="connsiteX146" fmla="*/ 366409 w 541936"/>
                <a:gd name="connsiteY146" fmla="*/ 178008 h 1226807"/>
                <a:gd name="connsiteX147" fmla="*/ 360593 w 541936"/>
                <a:gd name="connsiteY147" fmla="*/ 182199 h 1226807"/>
                <a:gd name="connsiteX148" fmla="*/ 338352 w 541936"/>
                <a:gd name="connsiteY148" fmla="*/ 184338 h 1226807"/>
                <a:gd name="connsiteX149" fmla="*/ 333050 w 541936"/>
                <a:gd name="connsiteY149" fmla="*/ 172704 h 1226807"/>
                <a:gd name="connsiteX150" fmla="*/ 333050 w 541936"/>
                <a:gd name="connsiteY150" fmla="*/ 167914 h 1226807"/>
                <a:gd name="connsiteX151" fmla="*/ 325693 w 541936"/>
                <a:gd name="connsiteY151" fmla="*/ 162611 h 1226807"/>
                <a:gd name="connsiteX152" fmla="*/ 327234 w 541936"/>
                <a:gd name="connsiteY152" fmla="*/ 154142 h 1226807"/>
                <a:gd name="connsiteX153" fmla="*/ 323042 w 541936"/>
                <a:gd name="connsiteY153" fmla="*/ 154142 h 1226807"/>
                <a:gd name="connsiteX154" fmla="*/ 319363 w 541936"/>
                <a:gd name="connsiteY154" fmla="*/ 152517 h 1226807"/>
                <a:gd name="connsiteX155" fmla="*/ 317224 w 541936"/>
                <a:gd name="connsiteY155" fmla="*/ 142937 h 1226807"/>
                <a:gd name="connsiteX156" fmla="*/ 314060 w 541936"/>
                <a:gd name="connsiteY156" fmla="*/ 140798 h 1226807"/>
                <a:gd name="connsiteX157" fmla="*/ 303965 w 541936"/>
                <a:gd name="connsiteY157" fmla="*/ 141825 h 1226807"/>
                <a:gd name="connsiteX158" fmla="*/ 300288 w 541936"/>
                <a:gd name="connsiteY158" fmla="*/ 133869 h 1226807"/>
                <a:gd name="connsiteX159" fmla="*/ 306104 w 541936"/>
                <a:gd name="connsiteY159" fmla="*/ 119584 h 1226807"/>
                <a:gd name="connsiteX160" fmla="*/ 297124 w 541936"/>
                <a:gd name="connsiteY160" fmla="*/ 107951 h 1226807"/>
                <a:gd name="connsiteX161" fmla="*/ 296096 w 541936"/>
                <a:gd name="connsiteY161" fmla="*/ 102647 h 1226807"/>
                <a:gd name="connsiteX162" fmla="*/ 303539 w 541936"/>
                <a:gd name="connsiteY162" fmla="*/ 98456 h 1226807"/>
                <a:gd name="connsiteX163" fmla="*/ 301401 w 541936"/>
                <a:gd name="connsiteY163" fmla="*/ 74590 h 1226807"/>
                <a:gd name="connsiteX164" fmla="*/ 299262 w 541936"/>
                <a:gd name="connsiteY164" fmla="*/ 61332 h 1226807"/>
                <a:gd name="connsiteX165" fmla="*/ 291819 w 541936"/>
                <a:gd name="connsiteY165" fmla="*/ 58680 h 1226807"/>
                <a:gd name="connsiteX166" fmla="*/ 283950 w 541936"/>
                <a:gd name="connsiteY166" fmla="*/ 51067 h 1226807"/>
                <a:gd name="connsiteX167" fmla="*/ 287799 w 541936"/>
                <a:gd name="connsiteY167" fmla="*/ 53548 h 1226807"/>
                <a:gd name="connsiteX168" fmla="*/ 289167 w 541936"/>
                <a:gd name="connsiteY168" fmla="*/ 54489 h 1226807"/>
                <a:gd name="connsiteX169" fmla="*/ 287799 w 541936"/>
                <a:gd name="connsiteY169" fmla="*/ 53548 h 1226807"/>
                <a:gd name="connsiteX170" fmla="*/ 282837 w 541936"/>
                <a:gd name="connsiteY170" fmla="*/ 46020 h 1226807"/>
                <a:gd name="connsiteX171" fmla="*/ 292932 w 541936"/>
                <a:gd name="connsiteY171" fmla="*/ 45507 h 1226807"/>
                <a:gd name="connsiteX172" fmla="*/ 289766 w 541936"/>
                <a:gd name="connsiteY172" fmla="*/ 43967 h 1226807"/>
                <a:gd name="connsiteX173" fmla="*/ 292932 w 541936"/>
                <a:gd name="connsiteY173" fmla="*/ 41316 h 1226807"/>
                <a:gd name="connsiteX174" fmla="*/ 296610 w 541936"/>
                <a:gd name="connsiteY174" fmla="*/ 31820 h 1226807"/>
                <a:gd name="connsiteX175" fmla="*/ 303539 w 541936"/>
                <a:gd name="connsiteY175" fmla="*/ 25491 h 1226807"/>
                <a:gd name="connsiteX176" fmla="*/ 308328 w 541936"/>
                <a:gd name="connsiteY176" fmla="*/ 18562 h 1226807"/>
                <a:gd name="connsiteX177" fmla="*/ 321073 w 541936"/>
                <a:gd name="connsiteY177" fmla="*/ 14884 h 1226807"/>
                <a:gd name="connsiteX178" fmla="*/ 350757 w 541936"/>
                <a:gd name="connsiteY178" fmla="*/ 5303 h 1226807"/>
                <a:gd name="connsiteX179" fmla="*/ 360251 w 541936"/>
                <a:gd name="connsiteY179" fmla="*/ 3764 h 1226807"/>
                <a:gd name="connsiteX180" fmla="*/ 358112 w 541936"/>
                <a:gd name="connsiteY180" fmla="*/ 1625 h 1226807"/>
                <a:gd name="connsiteX181" fmla="*/ 363417 w 541936"/>
                <a:gd name="connsiteY181" fmla="*/ 1625 h 1226807"/>
                <a:gd name="connsiteX182" fmla="*/ 376162 w 541936"/>
                <a:gd name="connsiteY182" fmla="*/ 0 h 1226807"/>
                <a:gd name="connsiteX183" fmla="*/ 386769 w 541936"/>
                <a:gd name="connsiteY183" fmla="*/ 2138 h 1226807"/>
                <a:gd name="connsiteX184" fmla="*/ 395066 w 541936"/>
                <a:gd name="connsiteY184" fmla="*/ 2908 h 1226807"/>
                <a:gd name="connsiteX185" fmla="*/ 398915 w 541936"/>
                <a:gd name="connsiteY185" fmla="*/ 2908 h 1226807"/>
                <a:gd name="connsiteX186" fmla="*/ 411146 w 541936"/>
                <a:gd name="connsiteY186" fmla="*/ 10179 h 1226807"/>
                <a:gd name="connsiteX187" fmla="*/ 420728 w 541936"/>
                <a:gd name="connsiteY187" fmla="*/ 19760 h 1226807"/>
                <a:gd name="connsiteX188" fmla="*/ 433987 w 541936"/>
                <a:gd name="connsiteY188" fmla="*/ 33531 h 1226807"/>
                <a:gd name="connsiteX189" fmla="*/ 450410 w 541936"/>
                <a:gd name="connsiteY189" fmla="*/ 62701 h 1226807"/>
                <a:gd name="connsiteX190" fmla="*/ 449382 w 541936"/>
                <a:gd name="connsiteY190" fmla="*/ 89731 h 1226807"/>
                <a:gd name="connsiteX191" fmla="*/ 444080 w 541936"/>
                <a:gd name="connsiteY191" fmla="*/ 130533 h 1226807"/>
                <a:gd name="connsiteX192" fmla="*/ 447415 w 541936"/>
                <a:gd name="connsiteY192" fmla="*/ 144818 h 1226807"/>
                <a:gd name="connsiteX193" fmla="*/ 466490 w 541936"/>
                <a:gd name="connsiteY193" fmla="*/ 147727 h 1226807"/>
                <a:gd name="connsiteX194" fmla="*/ 469656 w 541936"/>
                <a:gd name="connsiteY194" fmla="*/ 176126 h 1226807"/>
                <a:gd name="connsiteX195" fmla="*/ 491298 w 541936"/>
                <a:gd name="connsiteY195" fmla="*/ 198281 h 1226807"/>
                <a:gd name="connsiteX196" fmla="*/ 505582 w 541936"/>
                <a:gd name="connsiteY196" fmla="*/ 217869 h 1226807"/>
                <a:gd name="connsiteX197" fmla="*/ 522007 w 541936"/>
                <a:gd name="connsiteY197" fmla="*/ 241136 h 1226807"/>
                <a:gd name="connsiteX198" fmla="*/ 533640 w 541936"/>
                <a:gd name="connsiteY198" fmla="*/ 276635 h 1226807"/>
                <a:gd name="connsiteX199" fmla="*/ 536806 w 541936"/>
                <a:gd name="connsiteY199" fmla="*/ 303665 h 1226807"/>
                <a:gd name="connsiteX200" fmla="*/ 520894 w 541936"/>
                <a:gd name="connsiteY200" fmla="*/ 373637 h 1226807"/>
                <a:gd name="connsiteX201" fmla="*/ 501305 w 541936"/>
                <a:gd name="connsiteY201" fmla="*/ 434027 h 1226807"/>
                <a:gd name="connsiteX202" fmla="*/ 481973 w 541936"/>
                <a:gd name="connsiteY202" fmla="*/ 460887 h 1226807"/>
                <a:gd name="connsiteX203" fmla="*/ 469999 w 541936"/>
                <a:gd name="connsiteY203" fmla="*/ 477995 h 1226807"/>
                <a:gd name="connsiteX204" fmla="*/ 469742 w 541936"/>
                <a:gd name="connsiteY204" fmla="*/ 486891 h 1226807"/>
                <a:gd name="connsiteX205" fmla="*/ 471110 w 541936"/>
                <a:gd name="connsiteY205" fmla="*/ 500235 h 1226807"/>
                <a:gd name="connsiteX206" fmla="*/ 474276 w 541936"/>
                <a:gd name="connsiteY206" fmla="*/ 508703 h 1226807"/>
                <a:gd name="connsiteX207" fmla="*/ 475558 w 541936"/>
                <a:gd name="connsiteY207" fmla="*/ 510329 h 1226807"/>
                <a:gd name="connsiteX208" fmla="*/ 476757 w 541936"/>
                <a:gd name="connsiteY208" fmla="*/ 512638 h 1226807"/>
                <a:gd name="connsiteX209" fmla="*/ 480691 w 541936"/>
                <a:gd name="connsiteY209" fmla="*/ 521705 h 1226807"/>
                <a:gd name="connsiteX210" fmla="*/ 482487 w 541936"/>
                <a:gd name="connsiteY210" fmla="*/ 523588 h 1226807"/>
                <a:gd name="connsiteX211" fmla="*/ 485737 w 541936"/>
                <a:gd name="connsiteY211" fmla="*/ 526923 h 1226807"/>
                <a:gd name="connsiteX212" fmla="*/ 482744 w 541936"/>
                <a:gd name="connsiteY212" fmla="*/ 524015 h 1226807"/>
                <a:gd name="connsiteX213" fmla="*/ 485908 w 541936"/>
                <a:gd name="connsiteY213" fmla="*/ 527095 h 1226807"/>
                <a:gd name="connsiteX214" fmla="*/ 485737 w 541936"/>
                <a:gd name="connsiteY214" fmla="*/ 526923 h 1226807"/>
                <a:gd name="connsiteX215" fmla="*/ 485994 w 541936"/>
                <a:gd name="connsiteY215" fmla="*/ 527180 h 1226807"/>
                <a:gd name="connsiteX216" fmla="*/ 491812 w 541936"/>
                <a:gd name="connsiteY216" fmla="*/ 534622 h 1226807"/>
                <a:gd name="connsiteX217" fmla="*/ 493094 w 541936"/>
                <a:gd name="connsiteY217" fmla="*/ 538985 h 1226807"/>
                <a:gd name="connsiteX218" fmla="*/ 484026 w 541936"/>
                <a:gd name="connsiteY218" fmla="*/ 548907 h 1226807"/>
                <a:gd name="connsiteX219" fmla="*/ 483001 w 541936"/>
                <a:gd name="connsiteY219" fmla="*/ 548308 h 1226807"/>
                <a:gd name="connsiteX220" fmla="*/ 482830 w 541936"/>
                <a:gd name="connsiteY220" fmla="*/ 548308 h 1226807"/>
                <a:gd name="connsiteX221" fmla="*/ 485482 w 541936"/>
                <a:gd name="connsiteY221" fmla="*/ 556349 h 1226807"/>
                <a:gd name="connsiteX222" fmla="*/ 489245 w 541936"/>
                <a:gd name="connsiteY222" fmla="*/ 567726 h 1226807"/>
                <a:gd name="connsiteX223" fmla="*/ 496515 w 541936"/>
                <a:gd name="connsiteY223" fmla="*/ 584577 h 1226807"/>
                <a:gd name="connsiteX224" fmla="*/ 496857 w 541936"/>
                <a:gd name="connsiteY224" fmla="*/ 587742 h 1226807"/>
                <a:gd name="connsiteX225" fmla="*/ 498227 w 541936"/>
                <a:gd name="connsiteY225" fmla="*/ 599803 h 1226807"/>
                <a:gd name="connsiteX226" fmla="*/ 492409 w 541936"/>
                <a:gd name="connsiteY226" fmla="*/ 657542 h 1226807"/>
                <a:gd name="connsiteX227" fmla="*/ 487107 w 541936"/>
                <a:gd name="connsiteY227" fmla="*/ 675591 h 1226807"/>
                <a:gd name="connsiteX228" fmla="*/ 471195 w 541936"/>
                <a:gd name="connsiteY228" fmla="*/ 732817 h 1226807"/>
                <a:gd name="connsiteX229" fmla="*/ 468031 w 541936"/>
                <a:gd name="connsiteY229" fmla="*/ 764039 h 1226807"/>
                <a:gd name="connsiteX230" fmla="*/ 468031 w 541936"/>
                <a:gd name="connsiteY230" fmla="*/ 802703 h 1226807"/>
                <a:gd name="connsiteX231" fmla="*/ 474875 w 541936"/>
                <a:gd name="connsiteY231" fmla="*/ 819127 h 1226807"/>
                <a:gd name="connsiteX232" fmla="*/ 475900 w 541936"/>
                <a:gd name="connsiteY232" fmla="*/ 861469 h 1226807"/>
                <a:gd name="connsiteX233" fmla="*/ 487535 w 541936"/>
                <a:gd name="connsiteY233" fmla="*/ 877892 h 1226807"/>
                <a:gd name="connsiteX234" fmla="*/ 491726 w 541936"/>
                <a:gd name="connsiteY234" fmla="*/ 900731 h 1226807"/>
                <a:gd name="connsiteX235" fmla="*/ 499167 w 541936"/>
                <a:gd name="connsiteY235" fmla="*/ 915529 h 1226807"/>
                <a:gd name="connsiteX236" fmla="*/ 505497 w 541936"/>
                <a:gd name="connsiteY236" fmla="*/ 948377 h 1226807"/>
                <a:gd name="connsiteX237" fmla="*/ 510801 w 541936"/>
                <a:gd name="connsiteY237" fmla="*/ 984987 h 1226807"/>
                <a:gd name="connsiteX238" fmla="*/ 514479 w 541936"/>
                <a:gd name="connsiteY238" fmla="*/ 1011505 h 1226807"/>
                <a:gd name="connsiteX239" fmla="*/ 530390 w 541936"/>
                <a:gd name="connsiteY239" fmla="*/ 1097900 h 1226807"/>
                <a:gd name="connsiteX240" fmla="*/ 537317 w 541936"/>
                <a:gd name="connsiteY240" fmla="*/ 1155126 h 1226807"/>
                <a:gd name="connsiteX241" fmla="*/ 537831 w 541936"/>
                <a:gd name="connsiteY241" fmla="*/ 1174714 h 1226807"/>
                <a:gd name="connsiteX242" fmla="*/ 538345 w 541936"/>
                <a:gd name="connsiteY242" fmla="*/ 1191138 h 1226807"/>
                <a:gd name="connsiteX243" fmla="*/ 538345 w 541936"/>
                <a:gd name="connsiteY243" fmla="*/ 1196954 h 1226807"/>
                <a:gd name="connsiteX244" fmla="*/ 538345 w 541936"/>
                <a:gd name="connsiteY244" fmla="*/ 1196954 h 1226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</a:cxnLst>
              <a:rect l="l" t="t" r="r" b="b"/>
              <a:pathLst>
                <a:path w="541936" h="1226807">
                  <a:moveTo>
                    <a:pt x="431763" y="1085667"/>
                  </a:moveTo>
                  <a:cubicBezTo>
                    <a:pt x="430821" y="1090287"/>
                    <a:pt x="428939" y="1098071"/>
                    <a:pt x="426630" y="1102006"/>
                  </a:cubicBezTo>
                  <a:cubicBezTo>
                    <a:pt x="423209" y="1107822"/>
                    <a:pt x="419872" y="1118686"/>
                    <a:pt x="420300" y="1124246"/>
                  </a:cubicBezTo>
                  <a:cubicBezTo>
                    <a:pt x="420728" y="1129806"/>
                    <a:pt x="431420" y="1140669"/>
                    <a:pt x="431420" y="1140669"/>
                  </a:cubicBezTo>
                  <a:cubicBezTo>
                    <a:pt x="431420" y="1140669"/>
                    <a:pt x="430992" y="1105855"/>
                    <a:pt x="431420" y="1095675"/>
                  </a:cubicBezTo>
                  <a:cubicBezTo>
                    <a:pt x="431677" y="1089602"/>
                    <a:pt x="432020" y="1085839"/>
                    <a:pt x="432191" y="1083871"/>
                  </a:cubicBezTo>
                  <a:lnTo>
                    <a:pt x="431763" y="1085753"/>
                  </a:lnTo>
                  <a:lnTo>
                    <a:pt x="431763" y="1085753"/>
                  </a:lnTo>
                  <a:close/>
                  <a:moveTo>
                    <a:pt x="307388" y="102647"/>
                  </a:moveTo>
                  <a:cubicBezTo>
                    <a:pt x="303025" y="103161"/>
                    <a:pt x="298406" y="104786"/>
                    <a:pt x="298406" y="104786"/>
                  </a:cubicBezTo>
                  <a:cubicBezTo>
                    <a:pt x="298406" y="104786"/>
                    <a:pt x="298577" y="105555"/>
                    <a:pt x="300031" y="106411"/>
                  </a:cubicBezTo>
                  <a:cubicBezTo>
                    <a:pt x="301486" y="107181"/>
                    <a:pt x="306104" y="110261"/>
                    <a:pt x="307987" y="112741"/>
                  </a:cubicBezTo>
                  <a:cubicBezTo>
                    <a:pt x="307987" y="112741"/>
                    <a:pt x="310980" y="103759"/>
                    <a:pt x="307474" y="102647"/>
                  </a:cubicBezTo>
                  <a:lnTo>
                    <a:pt x="307474" y="102647"/>
                  </a:lnTo>
                  <a:close/>
                  <a:moveTo>
                    <a:pt x="191738" y="392199"/>
                  </a:moveTo>
                  <a:lnTo>
                    <a:pt x="191738" y="392199"/>
                  </a:lnTo>
                  <a:lnTo>
                    <a:pt x="191738" y="392199"/>
                  </a:lnTo>
                  <a:cubicBezTo>
                    <a:pt x="191738" y="392199"/>
                    <a:pt x="191738" y="392199"/>
                    <a:pt x="191738" y="392199"/>
                  </a:cubicBezTo>
                  <a:lnTo>
                    <a:pt x="191738" y="392199"/>
                  </a:lnTo>
                  <a:close/>
                  <a:moveTo>
                    <a:pt x="538173" y="1197126"/>
                  </a:moveTo>
                  <a:cubicBezTo>
                    <a:pt x="540569" y="1198409"/>
                    <a:pt x="541937" y="1216201"/>
                    <a:pt x="541937" y="1216201"/>
                  </a:cubicBezTo>
                  <a:cubicBezTo>
                    <a:pt x="504471" y="1226808"/>
                    <a:pt x="471623" y="1222788"/>
                    <a:pt x="470938" y="1222018"/>
                  </a:cubicBezTo>
                  <a:lnTo>
                    <a:pt x="467775" y="1212437"/>
                  </a:lnTo>
                  <a:cubicBezTo>
                    <a:pt x="452548" y="1218082"/>
                    <a:pt x="428597" y="1219879"/>
                    <a:pt x="428597" y="1219879"/>
                  </a:cubicBezTo>
                  <a:cubicBezTo>
                    <a:pt x="428939" y="1222189"/>
                    <a:pt x="428597" y="1222531"/>
                    <a:pt x="428597" y="1222531"/>
                  </a:cubicBezTo>
                  <a:cubicBezTo>
                    <a:pt x="423466" y="1225525"/>
                    <a:pt x="403192" y="1226808"/>
                    <a:pt x="403192" y="1226808"/>
                  </a:cubicBezTo>
                  <a:lnTo>
                    <a:pt x="382578" y="1223130"/>
                  </a:lnTo>
                  <a:cubicBezTo>
                    <a:pt x="379925" y="1225268"/>
                    <a:pt x="376162" y="1225439"/>
                    <a:pt x="369832" y="1225781"/>
                  </a:cubicBezTo>
                  <a:cubicBezTo>
                    <a:pt x="363502" y="1226123"/>
                    <a:pt x="280442" y="1225953"/>
                    <a:pt x="272915" y="1225781"/>
                  </a:cubicBezTo>
                  <a:cubicBezTo>
                    <a:pt x="265303" y="1225610"/>
                    <a:pt x="256321" y="1223301"/>
                    <a:pt x="253326" y="1221590"/>
                  </a:cubicBezTo>
                  <a:cubicBezTo>
                    <a:pt x="250334" y="1219793"/>
                    <a:pt x="250163" y="1218938"/>
                    <a:pt x="250163" y="1218938"/>
                  </a:cubicBezTo>
                  <a:cubicBezTo>
                    <a:pt x="250163" y="1218938"/>
                    <a:pt x="251017" y="1212950"/>
                    <a:pt x="252301" y="1210470"/>
                  </a:cubicBezTo>
                  <a:cubicBezTo>
                    <a:pt x="253498" y="1207989"/>
                    <a:pt x="254268" y="1206620"/>
                    <a:pt x="257603" y="1205166"/>
                  </a:cubicBezTo>
                  <a:cubicBezTo>
                    <a:pt x="258117" y="1203028"/>
                    <a:pt x="259742" y="1200718"/>
                    <a:pt x="262394" y="1198836"/>
                  </a:cubicBezTo>
                  <a:cubicBezTo>
                    <a:pt x="268724" y="1194559"/>
                    <a:pt x="284804" y="1193191"/>
                    <a:pt x="290451" y="1191394"/>
                  </a:cubicBezTo>
                  <a:cubicBezTo>
                    <a:pt x="296096" y="1189598"/>
                    <a:pt x="300716" y="1185578"/>
                    <a:pt x="305250" y="1181301"/>
                  </a:cubicBezTo>
                  <a:cubicBezTo>
                    <a:pt x="309869" y="1177024"/>
                    <a:pt x="313375" y="1175655"/>
                    <a:pt x="317995" y="1169667"/>
                  </a:cubicBezTo>
                  <a:cubicBezTo>
                    <a:pt x="322614" y="1163679"/>
                    <a:pt x="327489" y="1156238"/>
                    <a:pt x="328602" y="1152217"/>
                  </a:cubicBezTo>
                  <a:cubicBezTo>
                    <a:pt x="329627" y="1148111"/>
                    <a:pt x="327917" y="1136307"/>
                    <a:pt x="325949" y="1131517"/>
                  </a:cubicBezTo>
                  <a:cubicBezTo>
                    <a:pt x="323982" y="1126726"/>
                    <a:pt x="323297" y="1122364"/>
                    <a:pt x="325436" y="1119370"/>
                  </a:cubicBezTo>
                  <a:cubicBezTo>
                    <a:pt x="327574" y="1116376"/>
                    <a:pt x="332707" y="1115606"/>
                    <a:pt x="334418" y="1112441"/>
                  </a:cubicBezTo>
                  <a:cubicBezTo>
                    <a:pt x="336214" y="1109276"/>
                    <a:pt x="331596" y="1099696"/>
                    <a:pt x="329627" y="1095505"/>
                  </a:cubicBezTo>
                  <a:cubicBezTo>
                    <a:pt x="327660" y="1091313"/>
                    <a:pt x="331766" y="1086865"/>
                    <a:pt x="333820" y="1081733"/>
                  </a:cubicBezTo>
                  <a:cubicBezTo>
                    <a:pt x="335959" y="1076600"/>
                    <a:pt x="340919" y="1044951"/>
                    <a:pt x="343914" y="1029810"/>
                  </a:cubicBezTo>
                  <a:cubicBezTo>
                    <a:pt x="346906" y="1014584"/>
                    <a:pt x="351354" y="994311"/>
                    <a:pt x="352382" y="990633"/>
                  </a:cubicBezTo>
                  <a:cubicBezTo>
                    <a:pt x="353407" y="986955"/>
                    <a:pt x="348362" y="981822"/>
                    <a:pt x="346052" y="971558"/>
                  </a:cubicBezTo>
                  <a:cubicBezTo>
                    <a:pt x="343742" y="961293"/>
                    <a:pt x="340919" y="938539"/>
                    <a:pt x="338097" y="912707"/>
                  </a:cubicBezTo>
                  <a:cubicBezTo>
                    <a:pt x="335274" y="886959"/>
                    <a:pt x="330483" y="829905"/>
                    <a:pt x="329627" y="814678"/>
                  </a:cubicBezTo>
                  <a:cubicBezTo>
                    <a:pt x="328773" y="799538"/>
                    <a:pt x="324153" y="769684"/>
                    <a:pt x="320647" y="757452"/>
                  </a:cubicBezTo>
                  <a:cubicBezTo>
                    <a:pt x="317139" y="745306"/>
                    <a:pt x="315685" y="738206"/>
                    <a:pt x="316370" y="732047"/>
                  </a:cubicBezTo>
                  <a:cubicBezTo>
                    <a:pt x="317053" y="725888"/>
                    <a:pt x="319191" y="716821"/>
                    <a:pt x="320048" y="703391"/>
                  </a:cubicBezTo>
                  <a:cubicBezTo>
                    <a:pt x="320904" y="689962"/>
                    <a:pt x="317567" y="681322"/>
                    <a:pt x="316370" y="676361"/>
                  </a:cubicBezTo>
                  <a:cubicBezTo>
                    <a:pt x="315086" y="671400"/>
                    <a:pt x="313547" y="664385"/>
                    <a:pt x="313204" y="657799"/>
                  </a:cubicBezTo>
                  <a:cubicBezTo>
                    <a:pt x="312862" y="651212"/>
                    <a:pt x="310723" y="642744"/>
                    <a:pt x="308413" y="633933"/>
                  </a:cubicBezTo>
                  <a:cubicBezTo>
                    <a:pt x="306104" y="625123"/>
                    <a:pt x="305592" y="611351"/>
                    <a:pt x="306789" y="598435"/>
                  </a:cubicBezTo>
                  <a:cubicBezTo>
                    <a:pt x="307987" y="585518"/>
                    <a:pt x="310894" y="564903"/>
                    <a:pt x="310980" y="558145"/>
                  </a:cubicBezTo>
                  <a:cubicBezTo>
                    <a:pt x="311151" y="551473"/>
                    <a:pt x="316456" y="542577"/>
                    <a:pt x="314658" y="542748"/>
                  </a:cubicBezTo>
                  <a:cubicBezTo>
                    <a:pt x="312862" y="542919"/>
                    <a:pt x="304565" y="544117"/>
                    <a:pt x="304565" y="540610"/>
                  </a:cubicBezTo>
                  <a:cubicBezTo>
                    <a:pt x="304565" y="537102"/>
                    <a:pt x="303454" y="530601"/>
                    <a:pt x="301401" y="503999"/>
                  </a:cubicBezTo>
                  <a:cubicBezTo>
                    <a:pt x="299348" y="477995"/>
                    <a:pt x="300288" y="460630"/>
                    <a:pt x="300202" y="458406"/>
                  </a:cubicBezTo>
                  <a:cubicBezTo>
                    <a:pt x="300116" y="455327"/>
                    <a:pt x="302084" y="433514"/>
                    <a:pt x="300544" y="417091"/>
                  </a:cubicBezTo>
                  <a:cubicBezTo>
                    <a:pt x="299688" y="407767"/>
                    <a:pt x="301743" y="396903"/>
                    <a:pt x="303710" y="389547"/>
                  </a:cubicBezTo>
                  <a:cubicBezTo>
                    <a:pt x="293958" y="392797"/>
                    <a:pt x="284976" y="394765"/>
                    <a:pt x="281469" y="395535"/>
                  </a:cubicBezTo>
                  <a:cubicBezTo>
                    <a:pt x="275396" y="396903"/>
                    <a:pt x="270434" y="397160"/>
                    <a:pt x="262993" y="398871"/>
                  </a:cubicBezTo>
                  <a:cubicBezTo>
                    <a:pt x="255551" y="400496"/>
                    <a:pt x="256664" y="398871"/>
                    <a:pt x="255037" y="402207"/>
                  </a:cubicBezTo>
                  <a:cubicBezTo>
                    <a:pt x="253412" y="405543"/>
                    <a:pt x="242035" y="411017"/>
                    <a:pt x="235962" y="414353"/>
                  </a:cubicBezTo>
                  <a:cubicBezTo>
                    <a:pt x="229889" y="417690"/>
                    <a:pt x="221592" y="417091"/>
                    <a:pt x="215776" y="415722"/>
                  </a:cubicBezTo>
                  <a:cubicBezTo>
                    <a:pt x="209957" y="414353"/>
                    <a:pt x="204484" y="406569"/>
                    <a:pt x="201403" y="400239"/>
                  </a:cubicBezTo>
                  <a:cubicBezTo>
                    <a:pt x="199265" y="395792"/>
                    <a:pt x="197640" y="395962"/>
                    <a:pt x="191910" y="392284"/>
                  </a:cubicBezTo>
                  <a:lnTo>
                    <a:pt x="191053" y="392028"/>
                  </a:lnTo>
                  <a:cubicBezTo>
                    <a:pt x="180875" y="389376"/>
                    <a:pt x="166505" y="385099"/>
                    <a:pt x="155727" y="381164"/>
                  </a:cubicBezTo>
                  <a:cubicBezTo>
                    <a:pt x="149226" y="378854"/>
                    <a:pt x="138704" y="375262"/>
                    <a:pt x="128269" y="371840"/>
                  </a:cubicBezTo>
                  <a:cubicBezTo>
                    <a:pt x="114325" y="367392"/>
                    <a:pt x="103290" y="363885"/>
                    <a:pt x="101836" y="363457"/>
                  </a:cubicBezTo>
                  <a:cubicBezTo>
                    <a:pt x="97731" y="362345"/>
                    <a:pt x="97474" y="362003"/>
                    <a:pt x="94053" y="362602"/>
                  </a:cubicBezTo>
                  <a:lnTo>
                    <a:pt x="92854" y="362944"/>
                  </a:lnTo>
                  <a:lnTo>
                    <a:pt x="90887" y="363971"/>
                  </a:lnTo>
                  <a:cubicBezTo>
                    <a:pt x="88149" y="365767"/>
                    <a:pt x="84900" y="368761"/>
                    <a:pt x="81051" y="371755"/>
                  </a:cubicBezTo>
                  <a:cubicBezTo>
                    <a:pt x="71641" y="378684"/>
                    <a:pt x="66764" y="378854"/>
                    <a:pt x="63515" y="379026"/>
                  </a:cubicBezTo>
                  <a:cubicBezTo>
                    <a:pt x="60263" y="379197"/>
                    <a:pt x="53250" y="381934"/>
                    <a:pt x="49828" y="383987"/>
                  </a:cubicBezTo>
                  <a:cubicBezTo>
                    <a:pt x="47518" y="385355"/>
                    <a:pt x="39221" y="390659"/>
                    <a:pt x="33233" y="394337"/>
                  </a:cubicBezTo>
                  <a:lnTo>
                    <a:pt x="30752" y="395877"/>
                  </a:lnTo>
                  <a:lnTo>
                    <a:pt x="28017" y="397417"/>
                  </a:lnTo>
                  <a:lnTo>
                    <a:pt x="27160" y="397930"/>
                  </a:lnTo>
                  <a:cubicBezTo>
                    <a:pt x="24423" y="399298"/>
                    <a:pt x="20402" y="401694"/>
                    <a:pt x="17493" y="400154"/>
                  </a:cubicBezTo>
                  <a:lnTo>
                    <a:pt x="16554" y="399384"/>
                  </a:lnTo>
                  <a:cubicBezTo>
                    <a:pt x="15954" y="398528"/>
                    <a:pt x="15954" y="397417"/>
                    <a:pt x="16297" y="396134"/>
                  </a:cubicBezTo>
                  <a:cubicBezTo>
                    <a:pt x="16896" y="393482"/>
                    <a:pt x="18949" y="390146"/>
                    <a:pt x="22370" y="387238"/>
                  </a:cubicBezTo>
                  <a:lnTo>
                    <a:pt x="25621" y="385013"/>
                  </a:lnTo>
                  <a:lnTo>
                    <a:pt x="27246" y="384072"/>
                  </a:lnTo>
                  <a:cubicBezTo>
                    <a:pt x="28700" y="383303"/>
                    <a:pt x="33576" y="380309"/>
                    <a:pt x="36997" y="376716"/>
                  </a:cubicBezTo>
                  <a:cubicBezTo>
                    <a:pt x="40419" y="373038"/>
                    <a:pt x="39392" y="369958"/>
                    <a:pt x="38367" y="367991"/>
                  </a:cubicBezTo>
                  <a:cubicBezTo>
                    <a:pt x="37596" y="366622"/>
                    <a:pt x="35886" y="365938"/>
                    <a:pt x="34261" y="366023"/>
                  </a:cubicBezTo>
                  <a:lnTo>
                    <a:pt x="32377" y="366537"/>
                  </a:lnTo>
                  <a:lnTo>
                    <a:pt x="31523" y="367050"/>
                  </a:lnTo>
                  <a:lnTo>
                    <a:pt x="31181" y="367307"/>
                  </a:lnTo>
                  <a:cubicBezTo>
                    <a:pt x="29813" y="368419"/>
                    <a:pt x="28785" y="368846"/>
                    <a:pt x="27246" y="369958"/>
                  </a:cubicBezTo>
                  <a:lnTo>
                    <a:pt x="24594" y="372439"/>
                  </a:lnTo>
                  <a:cubicBezTo>
                    <a:pt x="23055" y="374407"/>
                    <a:pt x="17922" y="380993"/>
                    <a:pt x="16382" y="383217"/>
                  </a:cubicBezTo>
                  <a:cubicBezTo>
                    <a:pt x="14843" y="385527"/>
                    <a:pt x="14415" y="387751"/>
                    <a:pt x="14415" y="390231"/>
                  </a:cubicBezTo>
                  <a:cubicBezTo>
                    <a:pt x="14415" y="392455"/>
                    <a:pt x="14758" y="395363"/>
                    <a:pt x="13559" y="400154"/>
                  </a:cubicBezTo>
                  <a:lnTo>
                    <a:pt x="12876" y="402720"/>
                  </a:lnTo>
                  <a:cubicBezTo>
                    <a:pt x="12020" y="405372"/>
                    <a:pt x="10909" y="406569"/>
                    <a:pt x="9796" y="406912"/>
                  </a:cubicBezTo>
                  <a:lnTo>
                    <a:pt x="7914" y="406912"/>
                  </a:lnTo>
                  <a:cubicBezTo>
                    <a:pt x="7914" y="406912"/>
                    <a:pt x="7572" y="406740"/>
                    <a:pt x="7572" y="406740"/>
                  </a:cubicBezTo>
                  <a:lnTo>
                    <a:pt x="6546" y="406227"/>
                  </a:lnTo>
                  <a:cubicBezTo>
                    <a:pt x="4748" y="405029"/>
                    <a:pt x="4919" y="400325"/>
                    <a:pt x="4577" y="397673"/>
                  </a:cubicBezTo>
                  <a:lnTo>
                    <a:pt x="3466" y="398272"/>
                  </a:lnTo>
                  <a:cubicBezTo>
                    <a:pt x="1755" y="399298"/>
                    <a:pt x="385" y="398785"/>
                    <a:pt x="642" y="396989"/>
                  </a:cubicBezTo>
                  <a:lnTo>
                    <a:pt x="642" y="395792"/>
                  </a:lnTo>
                  <a:cubicBezTo>
                    <a:pt x="642" y="394251"/>
                    <a:pt x="385" y="392113"/>
                    <a:pt x="385" y="389974"/>
                  </a:cubicBezTo>
                  <a:cubicBezTo>
                    <a:pt x="385" y="387836"/>
                    <a:pt x="-1068" y="381763"/>
                    <a:pt x="1670" y="376545"/>
                  </a:cubicBezTo>
                  <a:cubicBezTo>
                    <a:pt x="4408" y="371327"/>
                    <a:pt x="12020" y="361148"/>
                    <a:pt x="16382" y="354732"/>
                  </a:cubicBezTo>
                  <a:cubicBezTo>
                    <a:pt x="20060" y="349343"/>
                    <a:pt x="21685" y="347461"/>
                    <a:pt x="23397" y="346264"/>
                  </a:cubicBezTo>
                  <a:lnTo>
                    <a:pt x="23397" y="346264"/>
                  </a:lnTo>
                  <a:cubicBezTo>
                    <a:pt x="23397" y="346264"/>
                    <a:pt x="25279" y="345152"/>
                    <a:pt x="25279" y="345152"/>
                  </a:cubicBezTo>
                  <a:cubicBezTo>
                    <a:pt x="26904" y="344382"/>
                    <a:pt x="27503" y="344297"/>
                    <a:pt x="28956" y="342928"/>
                  </a:cubicBezTo>
                  <a:lnTo>
                    <a:pt x="29385" y="342500"/>
                  </a:lnTo>
                  <a:cubicBezTo>
                    <a:pt x="31009" y="340875"/>
                    <a:pt x="33319" y="339079"/>
                    <a:pt x="35286" y="339079"/>
                  </a:cubicBezTo>
                  <a:lnTo>
                    <a:pt x="36740" y="339079"/>
                  </a:lnTo>
                  <a:cubicBezTo>
                    <a:pt x="40077" y="338651"/>
                    <a:pt x="47177" y="337795"/>
                    <a:pt x="52052" y="337025"/>
                  </a:cubicBezTo>
                  <a:lnTo>
                    <a:pt x="53422" y="336855"/>
                  </a:lnTo>
                  <a:cubicBezTo>
                    <a:pt x="59666" y="335914"/>
                    <a:pt x="65653" y="334887"/>
                    <a:pt x="69673" y="334289"/>
                  </a:cubicBezTo>
                  <a:lnTo>
                    <a:pt x="72069" y="333946"/>
                  </a:lnTo>
                  <a:cubicBezTo>
                    <a:pt x="80623" y="332578"/>
                    <a:pt x="88834" y="331209"/>
                    <a:pt x="90630" y="330525"/>
                  </a:cubicBezTo>
                  <a:cubicBezTo>
                    <a:pt x="94139" y="329242"/>
                    <a:pt x="101408" y="329498"/>
                    <a:pt x="108937" y="329926"/>
                  </a:cubicBezTo>
                  <a:cubicBezTo>
                    <a:pt x="116035" y="330354"/>
                    <a:pt x="160603" y="332064"/>
                    <a:pt x="160858" y="333091"/>
                  </a:cubicBezTo>
                  <a:lnTo>
                    <a:pt x="160858" y="333091"/>
                  </a:lnTo>
                  <a:cubicBezTo>
                    <a:pt x="163510" y="331808"/>
                    <a:pt x="182585" y="323168"/>
                    <a:pt x="202859" y="319062"/>
                  </a:cubicBezTo>
                  <a:cubicBezTo>
                    <a:pt x="218597" y="315897"/>
                    <a:pt x="219967" y="322142"/>
                    <a:pt x="221592" y="323853"/>
                  </a:cubicBezTo>
                  <a:cubicBezTo>
                    <a:pt x="223216" y="325563"/>
                    <a:pt x="223816" y="324109"/>
                    <a:pt x="231002" y="321372"/>
                  </a:cubicBezTo>
                  <a:cubicBezTo>
                    <a:pt x="238186" y="318635"/>
                    <a:pt x="241949" y="318635"/>
                    <a:pt x="249478" y="316924"/>
                  </a:cubicBezTo>
                  <a:cubicBezTo>
                    <a:pt x="255465" y="315641"/>
                    <a:pt x="265901" y="314785"/>
                    <a:pt x="272059" y="311620"/>
                  </a:cubicBezTo>
                  <a:cubicBezTo>
                    <a:pt x="273857" y="310081"/>
                    <a:pt x="275739" y="308712"/>
                    <a:pt x="275739" y="308712"/>
                  </a:cubicBezTo>
                  <a:cubicBezTo>
                    <a:pt x="279502" y="303408"/>
                    <a:pt x="281041" y="299987"/>
                    <a:pt x="285918" y="299645"/>
                  </a:cubicBezTo>
                  <a:lnTo>
                    <a:pt x="288655" y="299645"/>
                  </a:lnTo>
                  <a:cubicBezTo>
                    <a:pt x="293958" y="299217"/>
                    <a:pt x="297381" y="294769"/>
                    <a:pt x="302769" y="286130"/>
                  </a:cubicBezTo>
                  <a:cubicBezTo>
                    <a:pt x="308585" y="276720"/>
                    <a:pt x="328174" y="267397"/>
                    <a:pt x="340576" y="254908"/>
                  </a:cubicBezTo>
                  <a:cubicBezTo>
                    <a:pt x="345538" y="249946"/>
                    <a:pt x="348873" y="246182"/>
                    <a:pt x="351354" y="243103"/>
                  </a:cubicBezTo>
                  <a:cubicBezTo>
                    <a:pt x="350928" y="241050"/>
                    <a:pt x="352039" y="238399"/>
                    <a:pt x="353150" y="236346"/>
                  </a:cubicBezTo>
                  <a:cubicBezTo>
                    <a:pt x="354435" y="234036"/>
                    <a:pt x="357258" y="231213"/>
                    <a:pt x="357941" y="228904"/>
                  </a:cubicBezTo>
                  <a:cubicBezTo>
                    <a:pt x="358626" y="226594"/>
                    <a:pt x="360080" y="224114"/>
                    <a:pt x="361621" y="220949"/>
                  </a:cubicBezTo>
                  <a:cubicBezTo>
                    <a:pt x="363160" y="217784"/>
                    <a:pt x="365127" y="214020"/>
                    <a:pt x="366923" y="210341"/>
                  </a:cubicBezTo>
                  <a:cubicBezTo>
                    <a:pt x="367951" y="208289"/>
                    <a:pt x="368805" y="207091"/>
                    <a:pt x="369319" y="206321"/>
                  </a:cubicBezTo>
                  <a:cubicBezTo>
                    <a:pt x="368976" y="201787"/>
                    <a:pt x="368205" y="196655"/>
                    <a:pt x="366495" y="193918"/>
                  </a:cubicBezTo>
                  <a:cubicBezTo>
                    <a:pt x="366495" y="193918"/>
                    <a:pt x="368462" y="189727"/>
                    <a:pt x="373082" y="183739"/>
                  </a:cubicBezTo>
                  <a:lnTo>
                    <a:pt x="372739" y="182798"/>
                  </a:lnTo>
                  <a:cubicBezTo>
                    <a:pt x="372056" y="180659"/>
                    <a:pt x="368120" y="178179"/>
                    <a:pt x="366409" y="178008"/>
                  </a:cubicBezTo>
                  <a:cubicBezTo>
                    <a:pt x="364613" y="177836"/>
                    <a:pt x="363588" y="179975"/>
                    <a:pt x="360593" y="182199"/>
                  </a:cubicBezTo>
                  <a:cubicBezTo>
                    <a:pt x="357599" y="184509"/>
                    <a:pt x="345624" y="186476"/>
                    <a:pt x="338352" y="184338"/>
                  </a:cubicBezTo>
                  <a:cubicBezTo>
                    <a:pt x="331083" y="182199"/>
                    <a:pt x="332536" y="173731"/>
                    <a:pt x="333050" y="172704"/>
                  </a:cubicBezTo>
                  <a:cubicBezTo>
                    <a:pt x="333564" y="171678"/>
                    <a:pt x="334247" y="169881"/>
                    <a:pt x="333050" y="167914"/>
                  </a:cubicBezTo>
                  <a:cubicBezTo>
                    <a:pt x="331851" y="165946"/>
                    <a:pt x="326720" y="163124"/>
                    <a:pt x="325693" y="162611"/>
                  </a:cubicBezTo>
                  <a:cubicBezTo>
                    <a:pt x="324582" y="162098"/>
                    <a:pt x="327063" y="155511"/>
                    <a:pt x="327234" y="154142"/>
                  </a:cubicBezTo>
                  <a:cubicBezTo>
                    <a:pt x="327405" y="152688"/>
                    <a:pt x="323897" y="153629"/>
                    <a:pt x="323042" y="154142"/>
                  </a:cubicBezTo>
                  <a:cubicBezTo>
                    <a:pt x="322186" y="154656"/>
                    <a:pt x="320561" y="154484"/>
                    <a:pt x="319363" y="152517"/>
                  </a:cubicBezTo>
                  <a:cubicBezTo>
                    <a:pt x="318166" y="150549"/>
                    <a:pt x="317224" y="144391"/>
                    <a:pt x="317224" y="142937"/>
                  </a:cubicBezTo>
                  <a:cubicBezTo>
                    <a:pt x="317224" y="141482"/>
                    <a:pt x="315771" y="140456"/>
                    <a:pt x="314060" y="140798"/>
                  </a:cubicBezTo>
                  <a:cubicBezTo>
                    <a:pt x="312264" y="141140"/>
                    <a:pt x="308073" y="142423"/>
                    <a:pt x="303965" y="141825"/>
                  </a:cubicBezTo>
                  <a:cubicBezTo>
                    <a:pt x="299859" y="141311"/>
                    <a:pt x="299688" y="135666"/>
                    <a:pt x="300288" y="133869"/>
                  </a:cubicBezTo>
                  <a:cubicBezTo>
                    <a:pt x="300801" y="132073"/>
                    <a:pt x="303965" y="125230"/>
                    <a:pt x="306104" y="119584"/>
                  </a:cubicBezTo>
                  <a:cubicBezTo>
                    <a:pt x="303454" y="117617"/>
                    <a:pt x="297978" y="109319"/>
                    <a:pt x="297124" y="107951"/>
                  </a:cubicBezTo>
                  <a:cubicBezTo>
                    <a:pt x="296267" y="106582"/>
                    <a:pt x="294985" y="104101"/>
                    <a:pt x="296096" y="102647"/>
                  </a:cubicBezTo>
                  <a:cubicBezTo>
                    <a:pt x="297124" y="101279"/>
                    <a:pt x="303539" y="98456"/>
                    <a:pt x="303539" y="98456"/>
                  </a:cubicBezTo>
                  <a:cubicBezTo>
                    <a:pt x="301743" y="97002"/>
                    <a:pt x="301229" y="82545"/>
                    <a:pt x="301401" y="74590"/>
                  </a:cubicBezTo>
                  <a:cubicBezTo>
                    <a:pt x="301572" y="66635"/>
                    <a:pt x="300202" y="63128"/>
                    <a:pt x="299262" y="61332"/>
                  </a:cubicBezTo>
                  <a:cubicBezTo>
                    <a:pt x="298406" y="59536"/>
                    <a:pt x="297892" y="60134"/>
                    <a:pt x="291819" y="58680"/>
                  </a:cubicBezTo>
                  <a:cubicBezTo>
                    <a:pt x="285661" y="57226"/>
                    <a:pt x="284122" y="51837"/>
                    <a:pt x="283950" y="51067"/>
                  </a:cubicBezTo>
                  <a:cubicBezTo>
                    <a:pt x="285746" y="52265"/>
                    <a:pt x="286943" y="53035"/>
                    <a:pt x="287799" y="53548"/>
                  </a:cubicBezTo>
                  <a:lnTo>
                    <a:pt x="289167" y="54489"/>
                  </a:lnTo>
                  <a:lnTo>
                    <a:pt x="287799" y="53548"/>
                  </a:lnTo>
                  <a:cubicBezTo>
                    <a:pt x="281726" y="49185"/>
                    <a:pt x="282837" y="46020"/>
                    <a:pt x="282837" y="46020"/>
                  </a:cubicBezTo>
                  <a:cubicBezTo>
                    <a:pt x="286943" y="50040"/>
                    <a:pt x="292932" y="45507"/>
                    <a:pt x="292932" y="45507"/>
                  </a:cubicBezTo>
                  <a:cubicBezTo>
                    <a:pt x="291562" y="45678"/>
                    <a:pt x="289766" y="43967"/>
                    <a:pt x="289766" y="43967"/>
                  </a:cubicBezTo>
                  <a:cubicBezTo>
                    <a:pt x="291305" y="44481"/>
                    <a:pt x="292076" y="44309"/>
                    <a:pt x="292932" y="41316"/>
                  </a:cubicBezTo>
                  <a:cubicBezTo>
                    <a:pt x="293786" y="38322"/>
                    <a:pt x="293273" y="35499"/>
                    <a:pt x="296610" y="31820"/>
                  </a:cubicBezTo>
                  <a:cubicBezTo>
                    <a:pt x="299945" y="28142"/>
                    <a:pt x="301572" y="27030"/>
                    <a:pt x="303539" y="25491"/>
                  </a:cubicBezTo>
                  <a:cubicBezTo>
                    <a:pt x="305506" y="23865"/>
                    <a:pt x="305335" y="21641"/>
                    <a:pt x="308328" y="18562"/>
                  </a:cubicBezTo>
                  <a:cubicBezTo>
                    <a:pt x="311322" y="15568"/>
                    <a:pt x="314829" y="17194"/>
                    <a:pt x="321073" y="14884"/>
                  </a:cubicBezTo>
                  <a:cubicBezTo>
                    <a:pt x="327234" y="12574"/>
                    <a:pt x="348276" y="6244"/>
                    <a:pt x="350757" y="5303"/>
                  </a:cubicBezTo>
                  <a:cubicBezTo>
                    <a:pt x="353236" y="4448"/>
                    <a:pt x="361704" y="3764"/>
                    <a:pt x="360251" y="3764"/>
                  </a:cubicBezTo>
                  <a:cubicBezTo>
                    <a:pt x="358797" y="3764"/>
                    <a:pt x="358112" y="1625"/>
                    <a:pt x="358112" y="1625"/>
                  </a:cubicBezTo>
                  <a:cubicBezTo>
                    <a:pt x="358112" y="1625"/>
                    <a:pt x="359737" y="2480"/>
                    <a:pt x="363417" y="1625"/>
                  </a:cubicBezTo>
                  <a:cubicBezTo>
                    <a:pt x="367094" y="770"/>
                    <a:pt x="372228" y="0"/>
                    <a:pt x="376162" y="0"/>
                  </a:cubicBezTo>
                  <a:cubicBezTo>
                    <a:pt x="380097" y="0"/>
                    <a:pt x="382834" y="1198"/>
                    <a:pt x="386769" y="2138"/>
                  </a:cubicBezTo>
                  <a:cubicBezTo>
                    <a:pt x="390104" y="2908"/>
                    <a:pt x="393356" y="3421"/>
                    <a:pt x="395066" y="2908"/>
                  </a:cubicBezTo>
                  <a:cubicBezTo>
                    <a:pt x="397376" y="2138"/>
                    <a:pt x="398915" y="2908"/>
                    <a:pt x="398915" y="2908"/>
                  </a:cubicBezTo>
                  <a:cubicBezTo>
                    <a:pt x="402252" y="3079"/>
                    <a:pt x="405587" y="5988"/>
                    <a:pt x="411146" y="10179"/>
                  </a:cubicBezTo>
                  <a:cubicBezTo>
                    <a:pt x="416708" y="14371"/>
                    <a:pt x="416194" y="16509"/>
                    <a:pt x="420728" y="19760"/>
                  </a:cubicBezTo>
                  <a:cubicBezTo>
                    <a:pt x="425262" y="22925"/>
                    <a:pt x="428939" y="26089"/>
                    <a:pt x="433987" y="33531"/>
                  </a:cubicBezTo>
                  <a:cubicBezTo>
                    <a:pt x="439032" y="40973"/>
                    <a:pt x="445705" y="52863"/>
                    <a:pt x="450410" y="62701"/>
                  </a:cubicBezTo>
                  <a:cubicBezTo>
                    <a:pt x="455201" y="72537"/>
                    <a:pt x="451180" y="82545"/>
                    <a:pt x="449382" y="89731"/>
                  </a:cubicBezTo>
                  <a:cubicBezTo>
                    <a:pt x="447501" y="96916"/>
                    <a:pt x="444080" y="125230"/>
                    <a:pt x="444080" y="130533"/>
                  </a:cubicBezTo>
                  <a:cubicBezTo>
                    <a:pt x="444080" y="134810"/>
                    <a:pt x="446475" y="142081"/>
                    <a:pt x="447415" y="144818"/>
                  </a:cubicBezTo>
                  <a:cubicBezTo>
                    <a:pt x="455201" y="143364"/>
                    <a:pt x="465294" y="142594"/>
                    <a:pt x="466490" y="147727"/>
                  </a:cubicBezTo>
                  <a:cubicBezTo>
                    <a:pt x="468288" y="155768"/>
                    <a:pt x="468886" y="172619"/>
                    <a:pt x="469656" y="176126"/>
                  </a:cubicBezTo>
                  <a:cubicBezTo>
                    <a:pt x="474789" y="180659"/>
                    <a:pt x="485994" y="192464"/>
                    <a:pt x="491298" y="198281"/>
                  </a:cubicBezTo>
                  <a:cubicBezTo>
                    <a:pt x="496600" y="204097"/>
                    <a:pt x="500023" y="211026"/>
                    <a:pt x="505582" y="217869"/>
                  </a:cubicBezTo>
                  <a:cubicBezTo>
                    <a:pt x="511144" y="224712"/>
                    <a:pt x="515932" y="231641"/>
                    <a:pt x="522007" y="241136"/>
                  </a:cubicBezTo>
                  <a:cubicBezTo>
                    <a:pt x="528080" y="250716"/>
                    <a:pt x="531587" y="268166"/>
                    <a:pt x="533640" y="276635"/>
                  </a:cubicBezTo>
                  <a:cubicBezTo>
                    <a:pt x="535778" y="285103"/>
                    <a:pt x="535778" y="293828"/>
                    <a:pt x="536806" y="303665"/>
                  </a:cubicBezTo>
                  <a:cubicBezTo>
                    <a:pt x="537831" y="313502"/>
                    <a:pt x="525428" y="360378"/>
                    <a:pt x="520894" y="373637"/>
                  </a:cubicBezTo>
                  <a:cubicBezTo>
                    <a:pt x="516360" y="386895"/>
                    <a:pt x="506610" y="420512"/>
                    <a:pt x="501305" y="434027"/>
                  </a:cubicBezTo>
                  <a:cubicBezTo>
                    <a:pt x="497285" y="444292"/>
                    <a:pt x="488046" y="454985"/>
                    <a:pt x="481973" y="460887"/>
                  </a:cubicBezTo>
                  <a:cubicBezTo>
                    <a:pt x="476500" y="467302"/>
                    <a:pt x="470938" y="473290"/>
                    <a:pt x="469999" y="477995"/>
                  </a:cubicBezTo>
                  <a:cubicBezTo>
                    <a:pt x="469228" y="481759"/>
                    <a:pt x="469399" y="484496"/>
                    <a:pt x="469742" y="486891"/>
                  </a:cubicBezTo>
                  <a:cubicBezTo>
                    <a:pt x="471452" y="490313"/>
                    <a:pt x="472137" y="497669"/>
                    <a:pt x="471110" y="500235"/>
                  </a:cubicBezTo>
                  <a:cubicBezTo>
                    <a:pt x="469999" y="502887"/>
                    <a:pt x="471623" y="506308"/>
                    <a:pt x="474276" y="508703"/>
                  </a:cubicBezTo>
                  <a:lnTo>
                    <a:pt x="475558" y="510329"/>
                  </a:lnTo>
                  <a:lnTo>
                    <a:pt x="476757" y="512638"/>
                  </a:lnTo>
                  <a:cubicBezTo>
                    <a:pt x="478210" y="515803"/>
                    <a:pt x="479492" y="519738"/>
                    <a:pt x="480691" y="521705"/>
                  </a:cubicBezTo>
                  <a:lnTo>
                    <a:pt x="482487" y="523588"/>
                  </a:lnTo>
                  <a:lnTo>
                    <a:pt x="485737" y="526923"/>
                  </a:lnTo>
                  <a:lnTo>
                    <a:pt x="482744" y="524015"/>
                  </a:lnTo>
                  <a:lnTo>
                    <a:pt x="485908" y="527095"/>
                  </a:lnTo>
                  <a:lnTo>
                    <a:pt x="485737" y="526923"/>
                  </a:lnTo>
                  <a:lnTo>
                    <a:pt x="485994" y="527180"/>
                  </a:lnTo>
                  <a:cubicBezTo>
                    <a:pt x="488132" y="529319"/>
                    <a:pt x="490442" y="531885"/>
                    <a:pt x="491812" y="534622"/>
                  </a:cubicBezTo>
                  <a:cubicBezTo>
                    <a:pt x="492666" y="536333"/>
                    <a:pt x="493008" y="537701"/>
                    <a:pt x="493094" y="538985"/>
                  </a:cubicBezTo>
                  <a:cubicBezTo>
                    <a:pt x="495232" y="547966"/>
                    <a:pt x="488646" y="551045"/>
                    <a:pt x="484026" y="548907"/>
                  </a:cubicBezTo>
                  <a:lnTo>
                    <a:pt x="483001" y="548308"/>
                  </a:lnTo>
                  <a:lnTo>
                    <a:pt x="482830" y="548308"/>
                  </a:lnTo>
                  <a:cubicBezTo>
                    <a:pt x="482830" y="548308"/>
                    <a:pt x="483855" y="552158"/>
                    <a:pt x="485482" y="556349"/>
                  </a:cubicBezTo>
                  <a:cubicBezTo>
                    <a:pt x="486336" y="558573"/>
                    <a:pt x="487706" y="563192"/>
                    <a:pt x="489245" y="567726"/>
                  </a:cubicBezTo>
                  <a:cubicBezTo>
                    <a:pt x="491897" y="573457"/>
                    <a:pt x="495661" y="579188"/>
                    <a:pt x="496515" y="584577"/>
                  </a:cubicBezTo>
                  <a:lnTo>
                    <a:pt x="496857" y="587742"/>
                  </a:lnTo>
                  <a:cubicBezTo>
                    <a:pt x="497713" y="591505"/>
                    <a:pt x="498227" y="595782"/>
                    <a:pt x="498227" y="599803"/>
                  </a:cubicBezTo>
                  <a:cubicBezTo>
                    <a:pt x="498227" y="608015"/>
                    <a:pt x="493693" y="650186"/>
                    <a:pt x="492409" y="657542"/>
                  </a:cubicBezTo>
                  <a:cubicBezTo>
                    <a:pt x="491127" y="664899"/>
                    <a:pt x="489245" y="671058"/>
                    <a:pt x="487107" y="675591"/>
                  </a:cubicBezTo>
                  <a:cubicBezTo>
                    <a:pt x="484968" y="680039"/>
                    <a:pt x="474361" y="718788"/>
                    <a:pt x="471195" y="732817"/>
                  </a:cubicBezTo>
                  <a:cubicBezTo>
                    <a:pt x="468031" y="746846"/>
                    <a:pt x="467261" y="754544"/>
                    <a:pt x="468031" y="764039"/>
                  </a:cubicBezTo>
                  <a:cubicBezTo>
                    <a:pt x="468800" y="773619"/>
                    <a:pt x="468800" y="798255"/>
                    <a:pt x="468031" y="802703"/>
                  </a:cubicBezTo>
                  <a:cubicBezTo>
                    <a:pt x="467261" y="807236"/>
                    <a:pt x="470938" y="810658"/>
                    <a:pt x="474875" y="819127"/>
                  </a:cubicBezTo>
                  <a:cubicBezTo>
                    <a:pt x="478810" y="827595"/>
                    <a:pt x="476757" y="853856"/>
                    <a:pt x="475900" y="861469"/>
                  </a:cubicBezTo>
                  <a:cubicBezTo>
                    <a:pt x="475130" y="869167"/>
                    <a:pt x="484883" y="874214"/>
                    <a:pt x="487535" y="877892"/>
                  </a:cubicBezTo>
                  <a:cubicBezTo>
                    <a:pt x="490185" y="881656"/>
                    <a:pt x="491212" y="896454"/>
                    <a:pt x="491726" y="900731"/>
                  </a:cubicBezTo>
                  <a:cubicBezTo>
                    <a:pt x="492238" y="905008"/>
                    <a:pt x="498056" y="907318"/>
                    <a:pt x="499167" y="915529"/>
                  </a:cubicBezTo>
                  <a:cubicBezTo>
                    <a:pt x="500194" y="923741"/>
                    <a:pt x="502590" y="939138"/>
                    <a:pt x="505497" y="948377"/>
                  </a:cubicBezTo>
                  <a:cubicBezTo>
                    <a:pt x="508406" y="957701"/>
                    <a:pt x="508149" y="976690"/>
                    <a:pt x="510801" y="984987"/>
                  </a:cubicBezTo>
                  <a:cubicBezTo>
                    <a:pt x="513453" y="993199"/>
                    <a:pt x="512683" y="1003550"/>
                    <a:pt x="514479" y="1011505"/>
                  </a:cubicBezTo>
                  <a:cubicBezTo>
                    <a:pt x="516360" y="1019460"/>
                    <a:pt x="527224" y="1083786"/>
                    <a:pt x="530390" y="1097900"/>
                  </a:cubicBezTo>
                  <a:cubicBezTo>
                    <a:pt x="533554" y="1111928"/>
                    <a:pt x="536806" y="1148539"/>
                    <a:pt x="537317" y="1155126"/>
                  </a:cubicBezTo>
                  <a:cubicBezTo>
                    <a:pt x="537831" y="1161712"/>
                    <a:pt x="539456" y="1169154"/>
                    <a:pt x="537831" y="1174714"/>
                  </a:cubicBezTo>
                  <a:cubicBezTo>
                    <a:pt x="536206" y="1180274"/>
                    <a:pt x="538858" y="1187203"/>
                    <a:pt x="538345" y="1191138"/>
                  </a:cubicBezTo>
                  <a:cubicBezTo>
                    <a:pt x="537831" y="1195073"/>
                    <a:pt x="535949" y="1195586"/>
                    <a:pt x="538345" y="1196954"/>
                  </a:cubicBezTo>
                  <a:lnTo>
                    <a:pt x="538345" y="1196954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11DBA77D-9FCC-5A8F-E6FC-35CD66C096F6}"/>
                </a:ext>
              </a:extLst>
            </p:cNvPr>
            <p:cNvSpPr/>
            <p:nvPr/>
          </p:nvSpPr>
          <p:spPr>
            <a:xfrm>
              <a:off x="10674766" y="4220415"/>
              <a:ext cx="415061" cy="1194343"/>
            </a:xfrm>
            <a:custGeom>
              <a:avLst/>
              <a:gdLst>
                <a:gd name="connsiteX0" fmla="*/ 244538 w 415061"/>
                <a:gd name="connsiteY0" fmla="*/ 68138 h 1194343"/>
                <a:gd name="connsiteX1" fmla="*/ 247019 w 415061"/>
                <a:gd name="connsiteY1" fmla="*/ 56847 h 1194343"/>
                <a:gd name="connsiteX2" fmla="*/ 259167 w 415061"/>
                <a:gd name="connsiteY2" fmla="*/ 33067 h 1194343"/>
                <a:gd name="connsiteX3" fmla="*/ 280723 w 415061"/>
                <a:gd name="connsiteY3" fmla="*/ 13479 h 1194343"/>
                <a:gd name="connsiteX4" fmla="*/ 298942 w 415061"/>
                <a:gd name="connsiteY4" fmla="*/ 8774 h 1194343"/>
                <a:gd name="connsiteX5" fmla="*/ 308864 w 415061"/>
                <a:gd name="connsiteY5" fmla="*/ 2701 h 1194343"/>
                <a:gd name="connsiteX6" fmla="*/ 347528 w 415061"/>
                <a:gd name="connsiteY6" fmla="*/ 2102 h 1194343"/>
                <a:gd name="connsiteX7" fmla="*/ 388930 w 415061"/>
                <a:gd name="connsiteY7" fmla="*/ 25283 h 1194343"/>
                <a:gd name="connsiteX8" fmla="*/ 410486 w 415061"/>
                <a:gd name="connsiteY8" fmla="*/ 60012 h 1194343"/>
                <a:gd name="connsiteX9" fmla="*/ 409118 w 415061"/>
                <a:gd name="connsiteY9" fmla="*/ 105861 h 1194343"/>
                <a:gd name="connsiteX10" fmla="*/ 400564 w 415061"/>
                <a:gd name="connsiteY10" fmla="*/ 111336 h 1194343"/>
                <a:gd name="connsiteX11" fmla="*/ 392864 w 415061"/>
                <a:gd name="connsiteY11" fmla="*/ 117922 h 1194343"/>
                <a:gd name="connsiteX12" fmla="*/ 384310 w 415061"/>
                <a:gd name="connsiteY12" fmla="*/ 125108 h 1194343"/>
                <a:gd name="connsiteX13" fmla="*/ 387048 w 415061"/>
                <a:gd name="connsiteY13" fmla="*/ 147690 h 1194343"/>
                <a:gd name="connsiteX14" fmla="*/ 377638 w 415061"/>
                <a:gd name="connsiteY14" fmla="*/ 155389 h 1194343"/>
                <a:gd name="connsiteX15" fmla="*/ 375671 w 415061"/>
                <a:gd name="connsiteY15" fmla="*/ 164798 h 1194343"/>
                <a:gd name="connsiteX16" fmla="*/ 370966 w 415061"/>
                <a:gd name="connsiteY16" fmla="*/ 168134 h 1194343"/>
                <a:gd name="connsiteX17" fmla="*/ 369512 w 415061"/>
                <a:gd name="connsiteY17" fmla="*/ 173523 h 1194343"/>
                <a:gd name="connsiteX18" fmla="*/ 371222 w 415061"/>
                <a:gd name="connsiteY18" fmla="*/ 188920 h 1194343"/>
                <a:gd name="connsiteX19" fmla="*/ 373618 w 415061"/>
                <a:gd name="connsiteY19" fmla="*/ 200810 h 1194343"/>
                <a:gd name="connsiteX20" fmla="*/ 374645 w 415061"/>
                <a:gd name="connsiteY20" fmla="*/ 213812 h 1194343"/>
                <a:gd name="connsiteX21" fmla="*/ 369170 w 415061"/>
                <a:gd name="connsiteY21" fmla="*/ 233828 h 1194343"/>
                <a:gd name="connsiteX22" fmla="*/ 381487 w 415061"/>
                <a:gd name="connsiteY22" fmla="*/ 246317 h 1194343"/>
                <a:gd name="connsiteX23" fmla="*/ 389955 w 415061"/>
                <a:gd name="connsiteY23" fmla="*/ 288232 h 1194343"/>
                <a:gd name="connsiteX24" fmla="*/ 387391 w 415061"/>
                <a:gd name="connsiteY24" fmla="*/ 319881 h 1194343"/>
                <a:gd name="connsiteX25" fmla="*/ 397655 w 415061"/>
                <a:gd name="connsiteY25" fmla="*/ 346740 h 1194343"/>
                <a:gd name="connsiteX26" fmla="*/ 398766 w 415061"/>
                <a:gd name="connsiteY26" fmla="*/ 367013 h 1194343"/>
                <a:gd name="connsiteX27" fmla="*/ 408347 w 415061"/>
                <a:gd name="connsiteY27" fmla="*/ 396097 h 1194343"/>
                <a:gd name="connsiteX28" fmla="*/ 389615 w 415061"/>
                <a:gd name="connsiteY28" fmla="*/ 436557 h 1194343"/>
                <a:gd name="connsiteX29" fmla="*/ 353175 w 415061"/>
                <a:gd name="connsiteY29" fmla="*/ 443229 h 1194343"/>
                <a:gd name="connsiteX30" fmla="*/ 346931 w 415061"/>
                <a:gd name="connsiteY30" fmla="*/ 451270 h 1194343"/>
                <a:gd name="connsiteX31" fmla="*/ 345132 w 415061"/>
                <a:gd name="connsiteY31" fmla="*/ 464187 h 1194343"/>
                <a:gd name="connsiteX32" fmla="*/ 346246 w 415061"/>
                <a:gd name="connsiteY32" fmla="*/ 473767 h 1194343"/>
                <a:gd name="connsiteX33" fmla="*/ 336324 w 415061"/>
                <a:gd name="connsiteY33" fmla="*/ 495494 h 1194343"/>
                <a:gd name="connsiteX34" fmla="*/ 338548 w 415061"/>
                <a:gd name="connsiteY34" fmla="*/ 502850 h 1194343"/>
                <a:gd name="connsiteX35" fmla="*/ 360273 w 415061"/>
                <a:gd name="connsiteY35" fmla="*/ 616190 h 1194343"/>
                <a:gd name="connsiteX36" fmla="*/ 355485 w 415061"/>
                <a:gd name="connsiteY36" fmla="*/ 617131 h 1194343"/>
                <a:gd name="connsiteX37" fmla="*/ 359505 w 415061"/>
                <a:gd name="connsiteY37" fmla="*/ 617388 h 1194343"/>
                <a:gd name="connsiteX38" fmla="*/ 355056 w 415061"/>
                <a:gd name="connsiteY38" fmla="*/ 617216 h 1194343"/>
                <a:gd name="connsiteX39" fmla="*/ 351122 w 415061"/>
                <a:gd name="connsiteY39" fmla="*/ 617987 h 1194343"/>
                <a:gd name="connsiteX40" fmla="*/ 352575 w 415061"/>
                <a:gd name="connsiteY40" fmla="*/ 680516 h 1194343"/>
                <a:gd name="connsiteX41" fmla="*/ 341540 w 415061"/>
                <a:gd name="connsiteY41" fmla="*/ 810023 h 1194343"/>
                <a:gd name="connsiteX42" fmla="*/ 330848 w 415061"/>
                <a:gd name="connsiteY42" fmla="*/ 955354 h 1194343"/>
                <a:gd name="connsiteX43" fmla="*/ 307838 w 415061"/>
                <a:gd name="connsiteY43" fmla="*/ 1082124 h 1194343"/>
                <a:gd name="connsiteX44" fmla="*/ 306897 w 415061"/>
                <a:gd name="connsiteY44" fmla="*/ 1101969 h 1194343"/>
                <a:gd name="connsiteX45" fmla="*/ 303219 w 415061"/>
                <a:gd name="connsiteY45" fmla="*/ 1120018 h 1194343"/>
                <a:gd name="connsiteX46" fmla="*/ 311174 w 415061"/>
                <a:gd name="connsiteY46" fmla="*/ 1138580 h 1194343"/>
                <a:gd name="connsiteX47" fmla="*/ 318873 w 415061"/>
                <a:gd name="connsiteY47" fmla="*/ 1149614 h 1194343"/>
                <a:gd name="connsiteX48" fmla="*/ 343936 w 415061"/>
                <a:gd name="connsiteY48" fmla="*/ 1161590 h 1194343"/>
                <a:gd name="connsiteX49" fmla="*/ 375756 w 415061"/>
                <a:gd name="connsiteY49" fmla="*/ 1164499 h 1194343"/>
                <a:gd name="connsiteX50" fmla="*/ 386449 w 415061"/>
                <a:gd name="connsiteY50" fmla="*/ 1179211 h 1194343"/>
                <a:gd name="connsiteX51" fmla="*/ 390554 w 415061"/>
                <a:gd name="connsiteY51" fmla="*/ 1184001 h 1194343"/>
                <a:gd name="connsiteX52" fmla="*/ 286539 w 415061"/>
                <a:gd name="connsiteY52" fmla="*/ 1193411 h 1194343"/>
                <a:gd name="connsiteX53" fmla="*/ 240432 w 415061"/>
                <a:gd name="connsiteY53" fmla="*/ 1188963 h 1194343"/>
                <a:gd name="connsiteX54" fmla="*/ 239578 w 415061"/>
                <a:gd name="connsiteY54" fmla="*/ 1193924 h 1194343"/>
                <a:gd name="connsiteX55" fmla="*/ 198176 w 415061"/>
                <a:gd name="connsiteY55" fmla="*/ 1189219 h 1194343"/>
                <a:gd name="connsiteX56" fmla="*/ 198176 w 415061"/>
                <a:gd name="connsiteY56" fmla="*/ 1178270 h 1194343"/>
                <a:gd name="connsiteX57" fmla="*/ 204506 w 415061"/>
                <a:gd name="connsiteY57" fmla="*/ 1128828 h 1194343"/>
                <a:gd name="connsiteX58" fmla="*/ 206816 w 415061"/>
                <a:gd name="connsiteY58" fmla="*/ 1111207 h 1194343"/>
                <a:gd name="connsiteX59" fmla="*/ 208014 w 415061"/>
                <a:gd name="connsiteY59" fmla="*/ 1075537 h 1194343"/>
                <a:gd name="connsiteX60" fmla="*/ 208269 w 415061"/>
                <a:gd name="connsiteY60" fmla="*/ 1072714 h 1194343"/>
                <a:gd name="connsiteX61" fmla="*/ 208269 w 415061"/>
                <a:gd name="connsiteY61" fmla="*/ 1065871 h 1194343"/>
                <a:gd name="connsiteX62" fmla="*/ 212717 w 415061"/>
                <a:gd name="connsiteY62" fmla="*/ 958348 h 1194343"/>
                <a:gd name="connsiteX63" fmla="*/ 212717 w 415061"/>
                <a:gd name="connsiteY63" fmla="*/ 956894 h 1194343"/>
                <a:gd name="connsiteX64" fmla="*/ 213574 w 415061"/>
                <a:gd name="connsiteY64" fmla="*/ 940299 h 1194343"/>
                <a:gd name="connsiteX65" fmla="*/ 215883 w 415061"/>
                <a:gd name="connsiteY65" fmla="*/ 920112 h 1194343"/>
                <a:gd name="connsiteX66" fmla="*/ 216568 w 415061"/>
                <a:gd name="connsiteY66" fmla="*/ 910874 h 1194343"/>
                <a:gd name="connsiteX67" fmla="*/ 220246 w 415061"/>
                <a:gd name="connsiteY67" fmla="*/ 897188 h 1194343"/>
                <a:gd name="connsiteX68" fmla="*/ 220760 w 415061"/>
                <a:gd name="connsiteY68" fmla="*/ 891884 h 1194343"/>
                <a:gd name="connsiteX69" fmla="*/ 221871 w 415061"/>
                <a:gd name="connsiteY69" fmla="*/ 871269 h 1194343"/>
                <a:gd name="connsiteX70" fmla="*/ 219133 w 415061"/>
                <a:gd name="connsiteY70" fmla="*/ 858524 h 1194343"/>
                <a:gd name="connsiteX71" fmla="*/ 214516 w 415061"/>
                <a:gd name="connsiteY71" fmla="*/ 795481 h 1194343"/>
                <a:gd name="connsiteX72" fmla="*/ 220160 w 415061"/>
                <a:gd name="connsiteY72" fmla="*/ 775978 h 1194343"/>
                <a:gd name="connsiteX73" fmla="*/ 221271 w 415061"/>
                <a:gd name="connsiteY73" fmla="*/ 765970 h 1194343"/>
                <a:gd name="connsiteX74" fmla="*/ 221871 w 415061"/>
                <a:gd name="connsiteY74" fmla="*/ 761008 h 1194343"/>
                <a:gd name="connsiteX75" fmla="*/ 221186 w 415061"/>
                <a:gd name="connsiteY75" fmla="*/ 745098 h 1194343"/>
                <a:gd name="connsiteX76" fmla="*/ 222898 w 415061"/>
                <a:gd name="connsiteY76" fmla="*/ 737399 h 1194343"/>
                <a:gd name="connsiteX77" fmla="*/ 222898 w 415061"/>
                <a:gd name="connsiteY77" fmla="*/ 733978 h 1194343"/>
                <a:gd name="connsiteX78" fmla="*/ 218536 w 415061"/>
                <a:gd name="connsiteY78" fmla="*/ 747750 h 1194343"/>
                <a:gd name="connsiteX79" fmla="*/ 206388 w 415061"/>
                <a:gd name="connsiteY79" fmla="*/ 778116 h 1194343"/>
                <a:gd name="connsiteX80" fmla="*/ 186544 w 415061"/>
                <a:gd name="connsiteY80" fmla="*/ 858096 h 1194343"/>
                <a:gd name="connsiteX81" fmla="*/ 164731 w 415061"/>
                <a:gd name="connsiteY81" fmla="*/ 927383 h 1194343"/>
                <a:gd name="connsiteX82" fmla="*/ 135989 w 415061"/>
                <a:gd name="connsiteY82" fmla="*/ 1014034 h 1194343"/>
                <a:gd name="connsiteX83" fmla="*/ 127178 w 415061"/>
                <a:gd name="connsiteY83" fmla="*/ 1072544 h 1194343"/>
                <a:gd name="connsiteX84" fmla="*/ 114176 w 415061"/>
                <a:gd name="connsiteY84" fmla="*/ 1129684 h 1194343"/>
                <a:gd name="connsiteX85" fmla="*/ 100919 w 415061"/>
                <a:gd name="connsiteY85" fmla="*/ 1151496 h 1194343"/>
                <a:gd name="connsiteX86" fmla="*/ 111697 w 415061"/>
                <a:gd name="connsiteY86" fmla="*/ 1164156 h 1194343"/>
                <a:gd name="connsiteX87" fmla="*/ 117770 w 415061"/>
                <a:gd name="connsiteY87" fmla="*/ 1177928 h 1194343"/>
                <a:gd name="connsiteX88" fmla="*/ 120251 w 415061"/>
                <a:gd name="connsiteY88" fmla="*/ 1187594 h 1194343"/>
                <a:gd name="connsiteX89" fmla="*/ 47371 w 415061"/>
                <a:gd name="connsiteY89" fmla="*/ 1193667 h 1194343"/>
                <a:gd name="connsiteX90" fmla="*/ 21966 w 415061"/>
                <a:gd name="connsiteY90" fmla="*/ 1191187 h 1194343"/>
                <a:gd name="connsiteX91" fmla="*/ 17261 w 415061"/>
                <a:gd name="connsiteY91" fmla="*/ 1190331 h 1194343"/>
                <a:gd name="connsiteX92" fmla="*/ 8450 w 415061"/>
                <a:gd name="connsiteY92" fmla="*/ 1185884 h 1194343"/>
                <a:gd name="connsiteX93" fmla="*/ 10417 w 415061"/>
                <a:gd name="connsiteY93" fmla="*/ 1164669 h 1194343"/>
                <a:gd name="connsiteX94" fmla="*/ 10246 w 415061"/>
                <a:gd name="connsiteY94" fmla="*/ 1162018 h 1194343"/>
                <a:gd name="connsiteX95" fmla="*/ 1093 w 415061"/>
                <a:gd name="connsiteY95" fmla="*/ 1145680 h 1194343"/>
                <a:gd name="connsiteX96" fmla="*/ 10332 w 415061"/>
                <a:gd name="connsiteY96" fmla="*/ 1120274 h 1194343"/>
                <a:gd name="connsiteX97" fmla="*/ 14352 w 415061"/>
                <a:gd name="connsiteY97" fmla="*/ 1099318 h 1194343"/>
                <a:gd name="connsiteX98" fmla="*/ 18372 w 415061"/>
                <a:gd name="connsiteY98" fmla="*/ 1071346 h 1194343"/>
                <a:gd name="connsiteX99" fmla="*/ 22392 w 415061"/>
                <a:gd name="connsiteY99" fmla="*/ 1044144 h 1194343"/>
                <a:gd name="connsiteX100" fmla="*/ 22052 w 415061"/>
                <a:gd name="connsiteY100" fmla="*/ 1004368 h 1194343"/>
                <a:gd name="connsiteX101" fmla="*/ 24274 w 415061"/>
                <a:gd name="connsiteY101" fmla="*/ 960230 h 1194343"/>
                <a:gd name="connsiteX102" fmla="*/ 34026 w 415061"/>
                <a:gd name="connsiteY102" fmla="*/ 915493 h 1194343"/>
                <a:gd name="connsiteX103" fmla="*/ 46258 w 415061"/>
                <a:gd name="connsiteY103" fmla="*/ 869644 h 1194343"/>
                <a:gd name="connsiteX104" fmla="*/ 76882 w 415061"/>
                <a:gd name="connsiteY104" fmla="*/ 800699 h 1194343"/>
                <a:gd name="connsiteX105" fmla="*/ 80474 w 415061"/>
                <a:gd name="connsiteY105" fmla="*/ 785901 h 1194343"/>
                <a:gd name="connsiteX106" fmla="*/ 87489 w 415061"/>
                <a:gd name="connsiteY106" fmla="*/ 721147 h 1194343"/>
                <a:gd name="connsiteX107" fmla="*/ 88514 w 415061"/>
                <a:gd name="connsiteY107" fmla="*/ 714304 h 1194343"/>
                <a:gd name="connsiteX108" fmla="*/ 91166 w 415061"/>
                <a:gd name="connsiteY108" fmla="*/ 681029 h 1194343"/>
                <a:gd name="connsiteX109" fmla="*/ 91166 w 415061"/>
                <a:gd name="connsiteY109" fmla="*/ 680430 h 1194343"/>
                <a:gd name="connsiteX110" fmla="*/ 91166 w 415061"/>
                <a:gd name="connsiteY110" fmla="*/ 679660 h 1194343"/>
                <a:gd name="connsiteX111" fmla="*/ 96299 w 415061"/>
                <a:gd name="connsiteY111" fmla="*/ 640997 h 1194343"/>
                <a:gd name="connsiteX112" fmla="*/ 98952 w 415061"/>
                <a:gd name="connsiteY112" fmla="*/ 623204 h 1194343"/>
                <a:gd name="connsiteX113" fmla="*/ 101430 w 415061"/>
                <a:gd name="connsiteY113" fmla="*/ 610887 h 1194343"/>
                <a:gd name="connsiteX114" fmla="*/ 103655 w 415061"/>
                <a:gd name="connsiteY114" fmla="*/ 593522 h 1194343"/>
                <a:gd name="connsiteX115" fmla="*/ 82955 w 415061"/>
                <a:gd name="connsiteY115" fmla="*/ 587192 h 1194343"/>
                <a:gd name="connsiteX116" fmla="*/ 64736 w 415061"/>
                <a:gd name="connsiteY116" fmla="*/ 573420 h 1194343"/>
                <a:gd name="connsiteX117" fmla="*/ 48996 w 415061"/>
                <a:gd name="connsiteY117" fmla="*/ 556569 h 1194343"/>
                <a:gd name="connsiteX118" fmla="*/ 80731 w 415061"/>
                <a:gd name="connsiteY118" fmla="*/ 463844 h 1194343"/>
                <a:gd name="connsiteX119" fmla="*/ 103314 w 415061"/>
                <a:gd name="connsiteY119" fmla="*/ 405335 h 1194343"/>
                <a:gd name="connsiteX120" fmla="*/ 109644 w 415061"/>
                <a:gd name="connsiteY120" fmla="*/ 379160 h 1194343"/>
                <a:gd name="connsiteX121" fmla="*/ 107163 w 415061"/>
                <a:gd name="connsiteY121" fmla="*/ 322618 h 1194343"/>
                <a:gd name="connsiteX122" fmla="*/ 104682 w 415061"/>
                <a:gd name="connsiteY122" fmla="*/ 281217 h 1194343"/>
                <a:gd name="connsiteX123" fmla="*/ 104083 w 415061"/>
                <a:gd name="connsiteY123" fmla="*/ 241784 h 1194343"/>
                <a:gd name="connsiteX124" fmla="*/ 109644 w 415061"/>
                <a:gd name="connsiteY124" fmla="*/ 199014 h 1194343"/>
                <a:gd name="connsiteX125" fmla="*/ 134792 w 415061"/>
                <a:gd name="connsiteY125" fmla="*/ 147092 h 1194343"/>
                <a:gd name="connsiteX126" fmla="*/ 191675 w 415061"/>
                <a:gd name="connsiteY126" fmla="*/ 138024 h 1194343"/>
                <a:gd name="connsiteX127" fmla="*/ 220674 w 415061"/>
                <a:gd name="connsiteY127" fmla="*/ 137169 h 1194343"/>
                <a:gd name="connsiteX128" fmla="*/ 239407 w 415061"/>
                <a:gd name="connsiteY128" fmla="*/ 125877 h 1194343"/>
                <a:gd name="connsiteX129" fmla="*/ 242145 w 415061"/>
                <a:gd name="connsiteY129" fmla="*/ 117922 h 1194343"/>
                <a:gd name="connsiteX130" fmla="*/ 243256 w 415061"/>
                <a:gd name="connsiteY130" fmla="*/ 89181 h 1194343"/>
                <a:gd name="connsiteX131" fmla="*/ 246593 w 415061"/>
                <a:gd name="connsiteY131" fmla="*/ 73185 h 1194343"/>
                <a:gd name="connsiteX132" fmla="*/ 244966 w 415061"/>
                <a:gd name="connsiteY132" fmla="*/ 68224 h 1194343"/>
                <a:gd name="connsiteX133" fmla="*/ 244966 w 415061"/>
                <a:gd name="connsiteY133" fmla="*/ 68224 h 1194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</a:cxnLst>
              <a:rect l="l" t="t" r="r" b="b"/>
              <a:pathLst>
                <a:path w="415061" h="1194343">
                  <a:moveTo>
                    <a:pt x="244538" y="68138"/>
                  </a:moveTo>
                  <a:cubicBezTo>
                    <a:pt x="244795" y="65658"/>
                    <a:pt x="246762" y="61808"/>
                    <a:pt x="247019" y="56847"/>
                  </a:cubicBezTo>
                  <a:cubicBezTo>
                    <a:pt x="247276" y="51886"/>
                    <a:pt x="252837" y="42733"/>
                    <a:pt x="259167" y="33067"/>
                  </a:cubicBezTo>
                  <a:cubicBezTo>
                    <a:pt x="265497" y="23401"/>
                    <a:pt x="274308" y="17585"/>
                    <a:pt x="280723" y="13479"/>
                  </a:cubicBezTo>
                  <a:cubicBezTo>
                    <a:pt x="287053" y="9373"/>
                    <a:pt x="296461" y="8774"/>
                    <a:pt x="298942" y="8774"/>
                  </a:cubicBezTo>
                  <a:cubicBezTo>
                    <a:pt x="301423" y="8774"/>
                    <a:pt x="302791" y="5780"/>
                    <a:pt x="308864" y="2701"/>
                  </a:cubicBezTo>
                  <a:cubicBezTo>
                    <a:pt x="314939" y="-379"/>
                    <a:pt x="334271" y="-1149"/>
                    <a:pt x="347528" y="2102"/>
                  </a:cubicBezTo>
                  <a:cubicBezTo>
                    <a:pt x="360787" y="5438"/>
                    <a:pt x="381232" y="17841"/>
                    <a:pt x="388930" y="25283"/>
                  </a:cubicBezTo>
                  <a:cubicBezTo>
                    <a:pt x="396627" y="32725"/>
                    <a:pt x="406894" y="44016"/>
                    <a:pt x="410486" y="60012"/>
                  </a:cubicBezTo>
                  <a:cubicBezTo>
                    <a:pt x="414078" y="76008"/>
                    <a:pt x="419297" y="87898"/>
                    <a:pt x="409118" y="105861"/>
                  </a:cubicBezTo>
                  <a:cubicBezTo>
                    <a:pt x="398937" y="123825"/>
                    <a:pt x="400564" y="111336"/>
                    <a:pt x="400564" y="111336"/>
                  </a:cubicBezTo>
                  <a:cubicBezTo>
                    <a:pt x="398680" y="114073"/>
                    <a:pt x="396456" y="116041"/>
                    <a:pt x="392864" y="117922"/>
                  </a:cubicBezTo>
                  <a:cubicBezTo>
                    <a:pt x="389272" y="119890"/>
                    <a:pt x="384053" y="122370"/>
                    <a:pt x="384310" y="125108"/>
                  </a:cubicBezTo>
                  <a:cubicBezTo>
                    <a:pt x="384567" y="127845"/>
                    <a:pt x="384824" y="137767"/>
                    <a:pt x="387048" y="147690"/>
                  </a:cubicBezTo>
                  <a:cubicBezTo>
                    <a:pt x="389272" y="157613"/>
                    <a:pt x="377638" y="155389"/>
                    <a:pt x="377638" y="155389"/>
                  </a:cubicBezTo>
                  <a:cubicBezTo>
                    <a:pt x="377638" y="155389"/>
                    <a:pt x="376013" y="160949"/>
                    <a:pt x="375671" y="164798"/>
                  </a:cubicBezTo>
                  <a:cubicBezTo>
                    <a:pt x="375328" y="169417"/>
                    <a:pt x="370966" y="168134"/>
                    <a:pt x="370966" y="168134"/>
                  </a:cubicBezTo>
                  <a:cubicBezTo>
                    <a:pt x="371222" y="171384"/>
                    <a:pt x="372421" y="170700"/>
                    <a:pt x="369512" y="173523"/>
                  </a:cubicBezTo>
                  <a:cubicBezTo>
                    <a:pt x="371308" y="174122"/>
                    <a:pt x="374902" y="176859"/>
                    <a:pt x="371222" y="188920"/>
                  </a:cubicBezTo>
                  <a:cubicBezTo>
                    <a:pt x="368827" y="196619"/>
                    <a:pt x="370966" y="198500"/>
                    <a:pt x="373618" y="200810"/>
                  </a:cubicBezTo>
                  <a:cubicBezTo>
                    <a:pt x="376270" y="203120"/>
                    <a:pt x="377809" y="203205"/>
                    <a:pt x="374645" y="213812"/>
                  </a:cubicBezTo>
                  <a:cubicBezTo>
                    <a:pt x="371993" y="222794"/>
                    <a:pt x="369426" y="226472"/>
                    <a:pt x="369170" y="233828"/>
                  </a:cubicBezTo>
                  <a:cubicBezTo>
                    <a:pt x="371651" y="236138"/>
                    <a:pt x="376184" y="240501"/>
                    <a:pt x="381487" y="246317"/>
                  </a:cubicBezTo>
                  <a:cubicBezTo>
                    <a:pt x="396542" y="251449"/>
                    <a:pt x="391068" y="281645"/>
                    <a:pt x="389955" y="288232"/>
                  </a:cubicBezTo>
                  <a:cubicBezTo>
                    <a:pt x="388844" y="294818"/>
                    <a:pt x="386620" y="314749"/>
                    <a:pt x="387391" y="319881"/>
                  </a:cubicBezTo>
                  <a:cubicBezTo>
                    <a:pt x="388073" y="325014"/>
                    <a:pt x="395088" y="342378"/>
                    <a:pt x="397655" y="346740"/>
                  </a:cubicBezTo>
                  <a:cubicBezTo>
                    <a:pt x="400222" y="351189"/>
                    <a:pt x="399537" y="360769"/>
                    <a:pt x="398766" y="367013"/>
                  </a:cubicBezTo>
                  <a:cubicBezTo>
                    <a:pt x="397997" y="373258"/>
                    <a:pt x="405010" y="379160"/>
                    <a:pt x="408347" y="396097"/>
                  </a:cubicBezTo>
                  <a:cubicBezTo>
                    <a:pt x="411682" y="413034"/>
                    <a:pt x="402446" y="430655"/>
                    <a:pt x="389615" y="436557"/>
                  </a:cubicBezTo>
                  <a:cubicBezTo>
                    <a:pt x="376698" y="442459"/>
                    <a:pt x="357281" y="442802"/>
                    <a:pt x="353175" y="443229"/>
                  </a:cubicBezTo>
                  <a:cubicBezTo>
                    <a:pt x="349155" y="443571"/>
                    <a:pt x="346588" y="448020"/>
                    <a:pt x="346931" y="451270"/>
                  </a:cubicBezTo>
                  <a:cubicBezTo>
                    <a:pt x="348812" y="457942"/>
                    <a:pt x="344706" y="460080"/>
                    <a:pt x="345132" y="464187"/>
                  </a:cubicBezTo>
                  <a:cubicBezTo>
                    <a:pt x="345475" y="468207"/>
                    <a:pt x="346931" y="470088"/>
                    <a:pt x="346246" y="473767"/>
                  </a:cubicBezTo>
                  <a:cubicBezTo>
                    <a:pt x="350266" y="481123"/>
                    <a:pt x="338888" y="488821"/>
                    <a:pt x="336324" y="495494"/>
                  </a:cubicBezTo>
                  <a:cubicBezTo>
                    <a:pt x="341883" y="500284"/>
                    <a:pt x="338548" y="502850"/>
                    <a:pt x="338548" y="502850"/>
                  </a:cubicBezTo>
                  <a:cubicBezTo>
                    <a:pt x="348127" y="526373"/>
                    <a:pt x="360273" y="616190"/>
                    <a:pt x="360273" y="616190"/>
                  </a:cubicBezTo>
                  <a:lnTo>
                    <a:pt x="355485" y="617131"/>
                  </a:lnTo>
                  <a:cubicBezTo>
                    <a:pt x="357109" y="617302"/>
                    <a:pt x="358477" y="617388"/>
                    <a:pt x="359505" y="617388"/>
                  </a:cubicBezTo>
                  <a:cubicBezTo>
                    <a:pt x="358392" y="617388"/>
                    <a:pt x="356852" y="617302"/>
                    <a:pt x="355056" y="617216"/>
                  </a:cubicBezTo>
                  <a:lnTo>
                    <a:pt x="351122" y="617987"/>
                  </a:lnTo>
                  <a:cubicBezTo>
                    <a:pt x="350779" y="623461"/>
                    <a:pt x="353004" y="657334"/>
                    <a:pt x="352575" y="680516"/>
                  </a:cubicBezTo>
                  <a:cubicBezTo>
                    <a:pt x="352233" y="703697"/>
                    <a:pt x="343422" y="772471"/>
                    <a:pt x="341540" y="810023"/>
                  </a:cubicBezTo>
                  <a:cubicBezTo>
                    <a:pt x="339659" y="847574"/>
                    <a:pt x="334185" y="924817"/>
                    <a:pt x="330848" y="955354"/>
                  </a:cubicBezTo>
                  <a:cubicBezTo>
                    <a:pt x="327513" y="985892"/>
                    <a:pt x="311859" y="1077334"/>
                    <a:pt x="307838" y="1082124"/>
                  </a:cubicBezTo>
                  <a:cubicBezTo>
                    <a:pt x="303818" y="1086914"/>
                    <a:pt x="305272" y="1094271"/>
                    <a:pt x="306897" y="1101969"/>
                  </a:cubicBezTo>
                  <a:cubicBezTo>
                    <a:pt x="308523" y="1109668"/>
                    <a:pt x="305443" y="1116340"/>
                    <a:pt x="303219" y="1120018"/>
                  </a:cubicBezTo>
                  <a:cubicBezTo>
                    <a:pt x="300995" y="1123696"/>
                    <a:pt x="308949" y="1134389"/>
                    <a:pt x="311174" y="1138580"/>
                  </a:cubicBezTo>
                  <a:cubicBezTo>
                    <a:pt x="313398" y="1142771"/>
                    <a:pt x="315793" y="1146535"/>
                    <a:pt x="318873" y="1149614"/>
                  </a:cubicBezTo>
                  <a:cubicBezTo>
                    <a:pt x="322037" y="1152780"/>
                    <a:pt x="337435" y="1159879"/>
                    <a:pt x="343936" y="1161590"/>
                  </a:cubicBezTo>
                  <a:cubicBezTo>
                    <a:pt x="350351" y="1163215"/>
                    <a:pt x="367459" y="1164156"/>
                    <a:pt x="375756" y="1164499"/>
                  </a:cubicBezTo>
                  <a:cubicBezTo>
                    <a:pt x="384053" y="1164841"/>
                    <a:pt x="386449" y="1179211"/>
                    <a:pt x="386449" y="1179211"/>
                  </a:cubicBezTo>
                  <a:cubicBezTo>
                    <a:pt x="395431" y="1180494"/>
                    <a:pt x="390554" y="1184001"/>
                    <a:pt x="390554" y="1184001"/>
                  </a:cubicBezTo>
                  <a:cubicBezTo>
                    <a:pt x="380633" y="1195892"/>
                    <a:pt x="301937" y="1195036"/>
                    <a:pt x="286539" y="1193411"/>
                  </a:cubicBezTo>
                  <a:cubicBezTo>
                    <a:pt x="271056" y="1191786"/>
                    <a:pt x="240432" y="1188963"/>
                    <a:pt x="240432" y="1188963"/>
                  </a:cubicBezTo>
                  <a:lnTo>
                    <a:pt x="239578" y="1193924"/>
                  </a:lnTo>
                  <a:lnTo>
                    <a:pt x="198176" y="1189219"/>
                  </a:lnTo>
                  <a:cubicBezTo>
                    <a:pt x="198091" y="1185370"/>
                    <a:pt x="198091" y="1181692"/>
                    <a:pt x="198176" y="1178270"/>
                  </a:cubicBezTo>
                  <a:cubicBezTo>
                    <a:pt x="195012" y="1162873"/>
                    <a:pt x="202282" y="1136955"/>
                    <a:pt x="204506" y="1128828"/>
                  </a:cubicBezTo>
                  <a:cubicBezTo>
                    <a:pt x="205448" y="1125321"/>
                    <a:pt x="206216" y="1118992"/>
                    <a:pt x="206816" y="1111207"/>
                  </a:cubicBezTo>
                  <a:cubicBezTo>
                    <a:pt x="206816" y="1101798"/>
                    <a:pt x="206816" y="1089652"/>
                    <a:pt x="208014" y="1075537"/>
                  </a:cubicBezTo>
                  <a:lnTo>
                    <a:pt x="208269" y="1072714"/>
                  </a:lnTo>
                  <a:cubicBezTo>
                    <a:pt x="208269" y="1070405"/>
                    <a:pt x="208269" y="1068095"/>
                    <a:pt x="208269" y="1065871"/>
                  </a:cubicBezTo>
                  <a:cubicBezTo>
                    <a:pt x="208269" y="1046112"/>
                    <a:pt x="211093" y="990340"/>
                    <a:pt x="212717" y="958348"/>
                  </a:cubicBezTo>
                  <a:lnTo>
                    <a:pt x="212717" y="956894"/>
                  </a:lnTo>
                  <a:cubicBezTo>
                    <a:pt x="212803" y="950650"/>
                    <a:pt x="213146" y="945175"/>
                    <a:pt x="213574" y="940299"/>
                  </a:cubicBezTo>
                  <a:cubicBezTo>
                    <a:pt x="214002" y="932772"/>
                    <a:pt x="214856" y="926100"/>
                    <a:pt x="215883" y="920112"/>
                  </a:cubicBezTo>
                  <a:cubicBezTo>
                    <a:pt x="216226" y="916947"/>
                    <a:pt x="216483" y="913867"/>
                    <a:pt x="216568" y="910874"/>
                  </a:cubicBezTo>
                  <a:cubicBezTo>
                    <a:pt x="216738" y="904373"/>
                    <a:pt x="218536" y="900951"/>
                    <a:pt x="220246" y="897188"/>
                  </a:cubicBezTo>
                  <a:cubicBezTo>
                    <a:pt x="220503" y="895305"/>
                    <a:pt x="220760" y="893509"/>
                    <a:pt x="220760" y="891884"/>
                  </a:cubicBezTo>
                  <a:cubicBezTo>
                    <a:pt x="221015" y="884955"/>
                    <a:pt x="222384" y="878711"/>
                    <a:pt x="221871" y="871269"/>
                  </a:cubicBezTo>
                  <a:cubicBezTo>
                    <a:pt x="221100" y="867163"/>
                    <a:pt x="219989" y="863057"/>
                    <a:pt x="219133" y="858524"/>
                  </a:cubicBezTo>
                  <a:cubicBezTo>
                    <a:pt x="214516" y="844666"/>
                    <a:pt x="214516" y="816181"/>
                    <a:pt x="214516" y="795481"/>
                  </a:cubicBezTo>
                  <a:cubicBezTo>
                    <a:pt x="214516" y="778287"/>
                    <a:pt x="217765" y="779143"/>
                    <a:pt x="220160" y="775978"/>
                  </a:cubicBezTo>
                  <a:cubicBezTo>
                    <a:pt x="220589" y="771701"/>
                    <a:pt x="221015" y="768194"/>
                    <a:pt x="221271" y="765970"/>
                  </a:cubicBezTo>
                  <a:cubicBezTo>
                    <a:pt x="221528" y="764516"/>
                    <a:pt x="221700" y="762805"/>
                    <a:pt x="221871" y="761008"/>
                  </a:cubicBezTo>
                  <a:cubicBezTo>
                    <a:pt x="221357" y="755876"/>
                    <a:pt x="220589" y="750402"/>
                    <a:pt x="221186" y="745098"/>
                  </a:cubicBezTo>
                  <a:cubicBezTo>
                    <a:pt x="221357" y="743045"/>
                    <a:pt x="222042" y="740308"/>
                    <a:pt x="222898" y="737399"/>
                  </a:cubicBezTo>
                  <a:cubicBezTo>
                    <a:pt x="222898" y="735261"/>
                    <a:pt x="222898" y="733978"/>
                    <a:pt x="222898" y="733978"/>
                  </a:cubicBezTo>
                  <a:cubicBezTo>
                    <a:pt x="222898" y="733978"/>
                    <a:pt x="220417" y="742532"/>
                    <a:pt x="218536" y="747750"/>
                  </a:cubicBezTo>
                  <a:cubicBezTo>
                    <a:pt x="216568" y="752968"/>
                    <a:pt x="208612" y="770418"/>
                    <a:pt x="206388" y="778116"/>
                  </a:cubicBezTo>
                  <a:cubicBezTo>
                    <a:pt x="204163" y="785815"/>
                    <a:pt x="192274" y="833888"/>
                    <a:pt x="186544" y="858096"/>
                  </a:cubicBezTo>
                  <a:cubicBezTo>
                    <a:pt x="180726" y="882389"/>
                    <a:pt x="170547" y="912499"/>
                    <a:pt x="164731" y="927383"/>
                  </a:cubicBezTo>
                  <a:cubicBezTo>
                    <a:pt x="158915" y="942267"/>
                    <a:pt x="139923" y="992222"/>
                    <a:pt x="135989" y="1014034"/>
                  </a:cubicBezTo>
                  <a:cubicBezTo>
                    <a:pt x="132140" y="1035847"/>
                    <a:pt x="128805" y="1064246"/>
                    <a:pt x="127178" y="1072544"/>
                  </a:cubicBezTo>
                  <a:cubicBezTo>
                    <a:pt x="125553" y="1080841"/>
                    <a:pt x="117770" y="1116169"/>
                    <a:pt x="114176" y="1129684"/>
                  </a:cubicBezTo>
                  <a:cubicBezTo>
                    <a:pt x="110584" y="1143199"/>
                    <a:pt x="101773" y="1148759"/>
                    <a:pt x="100919" y="1151496"/>
                  </a:cubicBezTo>
                  <a:cubicBezTo>
                    <a:pt x="100063" y="1154234"/>
                    <a:pt x="105025" y="1158938"/>
                    <a:pt x="111697" y="1164156"/>
                  </a:cubicBezTo>
                  <a:cubicBezTo>
                    <a:pt x="118284" y="1169374"/>
                    <a:pt x="116657" y="1172111"/>
                    <a:pt x="117770" y="1177928"/>
                  </a:cubicBezTo>
                  <a:cubicBezTo>
                    <a:pt x="118881" y="1180152"/>
                    <a:pt x="126067" y="1181521"/>
                    <a:pt x="120251" y="1187594"/>
                  </a:cubicBezTo>
                  <a:cubicBezTo>
                    <a:pt x="114433" y="1193667"/>
                    <a:pt x="58746" y="1194523"/>
                    <a:pt x="47371" y="1193667"/>
                  </a:cubicBezTo>
                  <a:cubicBezTo>
                    <a:pt x="36079" y="1192812"/>
                    <a:pt x="23933" y="1194523"/>
                    <a:pt x="21966" y="1191187"/>
                  </a:cubicBezTo>
                  <a:cubicBezTo>
                    <a:pt x="19997" y="1187851"/>
                    <a:pt x="17261" y="1190331"/>
                    <a:pt x="17261" y="1190331"/>
                  </a:cubicBezTo>
                  <a:cubicBezTo>
                    <a:pt x="12813" y="1188364"/>
                    <a:pt x="8450" y="1185884"/>
                    <a:pt x="8450" y="1185884"/>
                  </a:cubicBezTo>
                  <a:cubicBezTo>
                    <a:pt x="8707" y="1174250"/>
                    <a:pt x="10075" y="1169631"/>
                    <a:pt x="10417" y="1164669"/>
                  </a:cubicBezTo>
                  <a:lnTo>
                    <a:pt x="10246" y="1162018"/>
                  </a:lnTo>
                  <a:cubicBezTo>
                    <a:pt x="7423" y="1158596"/>
                    <a:pt x="4344" y="1153549"/>
                    <a:pt x="1093" y="1145680"/>
                  </a:cubicBezTo>
                  <a:cubicBezTo>
                    <a:pt x="-3355" y="1134987"/>
                    <a:pt x="6997" y="1127973"/>
                    <a:pt x="10332" y="1120274"/>
                  </a:cubicBezTo>
                  <a:cubicBezTo>
                    <a:pt x="13667" y="1112576"/>
                    <a:pt x="13667" y="1110352"/>
                    <a:pt x="14352" y="1099318"/>
                  </a:cubicBezTo>
                  <a:cubicBezTo>
                    <a:pt x="15122" y="1088283"/>
                    <a:pt x="18029" y="1081696"/>
                    <a:pt x="18372" y="1071346"/>
                  </a:cubicBezTo>
                  <a:cubicBezTo>
                    <a:pt x="18714" y="1061081"/>
                    <a:pt x="22052" y="1056633"/>
                    <a:pt x="22392" y="1044144"/>
                  </a:cubicBezTo>
                  <a:cubicBezTo>
                    <a:pt x="22734" y="1031655"/>
                    <a:pt x="23848" y="1025411"/>
                    <a:pt x="22052" y="1004368"/>
                  </a:cubicBezTo>
                  <a:cubicBezTo>
                    <a:pt x="20168" y="983411"/>
                    <a:pt x="22052" y="979733"/>
                    <a:pt x="24274" y="960230"/>
                  </a:cubicBezTo>
                  <a:cubicBezTo>
                    <a:pt x="25472" y="949794"/>
                    <a:pt x="29407" y="932857"/>
                    <a:pt x="34026" y="915493"/>
                  </a:cubicBezTo>
                  <a:cubicBezTo>
                    <a:pt x="38303" y="897957"/>
                    <a:pt x="43094" y="881277"/>
                    <a:pt x="46258" y="869644"/>
                  </a:cubicBezTo>
                  <a:cubicBezTo>
                    <a:pt x="53444" y="843127"/>
                    <a:pt x="73033" y="812503"/>
                    <a:pt x="76882" y="800699"/>
                  </a:cubicBezTo>
                  <a:cubicBezTo>
                    <a:pt x="78078" y="797106"/>
                    <a:pt x="79277" y="791888"/>
                    <a:pt x="80474" y="785901"/>
                  </a:cubicBezTo>
                  <a:cubicBezTo>
                    <a:pt x="82698" y="767253"/>
                    <a:pt x="86375" y="731925"/>
                    <a:pt x="87489" y="721147"/>
                  </a:cubicBezTo>
                  <a:cubicBezTo>
                    <a:pt x="87745" y="718752"/>
                    <a:pt x="88088" y="716528"/>
                    <a:pt x="88514" y="714304"/>
                  </a:cubicBezTo>
                  <a:cubicBezTo>
                    <a:pt x="89541" y="700447"/>
                    <a:pt x="90567" y="687017"/>
                    <a:pt x="91166" y="681029"/>
                  </a:cubicBezTo>
                  <a:lnTo>
                    <a:pt x="91166" y="680430"/>
                  </a:lnTo>
                  <a:cubicBezTo>
                    <a:pt x="91166" y="680430"/>
                    <a:pt x="91166" y="679660"/>
                    <a:pt x="91166" y="679660"/>
                  </a:cubicBezTo>
                  <a:cubicBezTo>
                    <a:pt x="88600" y="661954"/>
                    <a:pt x="95957" y="648781"/>
                    <a:pt x="96299" y="640997"/>
                  </a:cubicBezTo>
                  <a:cubicBezTo>
                    <a:pt x="96556" y="634752"/>
                    <a:pt x="97582" y="629278"/>
                    <a:pt x="98952" y="623204"/>
                  </a:cubicBezTo>
                  <a:cubicBezTo>
                    <a:pt x="99634" y="619013"/>
                    <a:pt x="100405" y="614822"/>
                    <a:pt x="101430" y="610887"/>
                  </a:cubicBezTo>
                  <a:cubicBezTo>
                    <a:pt x="103911" y="600964"/>
                    <a:pt x="103655" y="593522"/>
                    <a:pt x="103655" y="593522"/>
                  </a:cubicBezTo>
                  <a:cubicBezTo>
                    <a:pt x="103655" y="593522"/>
                    <a:pt x="91252" y="590785"/>
                    <a:pt x="82955" y="587192"/>
                  </a:cubicBezTo>
                  <a:cubicBezTo>
                    <a:pt x="74658" y="583599"/>
                    <a:pt x="71663" y="578895"/>
                    <a:pt x="64736" y="573420"/>
                  </a:cubicBezTo>
                  <a:cubicBezTo>
                    <a:pt x="57892" y="567860"/>
                    <a:pt x="46258" y="567090"/>
                    <a:pt x="48996" y="556569"/>
                  </a:cubicBezTo>
                  <a:cubicBezTo>
                    <a:pt x="51734" y="546047"/>
                    <a:pt x="76025" y="476761"/>
                    <a:pt x="80731" y="463844"/>
                  </a:cubicBezTo>
                  <a:cubicBezTo>
                    <a:pt x="85436" y="450928"/>
                    <a:pt x="100576" y="413376"/>
                    <a:pt x="103314" y="405335"/>
                  </a:cubicBezTo>
                  <a:cubicBezTo>
                    <a:pt x="106050" y="397295"/>
                    <a:pt x="109387" y="389083"/>
                    <a:pt x="109644" y="379160"/>
                  </a:cubicBezTo>
                  <a:cubicBezTo>
                    <a:pt x="109899" y="369237"/>
                    <a:pt x="108531" y="332284"/>
                    <a:pt x="107163" y="322618"/>
                  </a:cubicBezTo>
                  <a:cubicBezTo>
                    <a:pt x="105793" y="312952"/>
                    <a:pt x="108274" y="297470"/>
                    <a:pt x="104682" y="281217"/>
                  </a:cubicBezTo>
                  <a:cubicBezTo>
                    <a:pt x="101090" y="264965"/>
                    <a:pt x="103057" y="249226"/>
                    <a:pt x="104083" y="241784"/>
                  </a:cubicBezTo>
                  <a:cubicBezTo>
                    <a:pt x="105196" y="234341"/>
                    <a:pt x="107420" y="218346"/>
                    <a:pt x="109644" y="199014"/>
                  </a:cubicBezTo>
                  <a:cubicBezTo>
                    <a:pt x="111868" y="179682"/>
                    <a:pt x="111012" y="159580"/>
                    <a:pt x="134792" y="147092"/>
                  </a:cubicBezTo>
                  <a:cubicBezTo>
                    <a:pt x="158487" y="134688"/>
                    <a:pt x="183635" y="138281"/>
                    <a:pt x="191675" y="138024"/>
                  </a:cubicBezTo>
                  <a:cubicBezTo>
                    <a:pt x="199630" y="137767"/>
                    <a:pt x="213745" y="139992"/>
                    <a:pt x="220674" y="137169"/>
                  </a:cubicBezTo>
                  <a:cubicBezTo>
                    <a:pt x="227601" y="134431"/>
                    <a:pt x="236669" y="128016"/>
                    <a:pt x="239407" y="125877"/>
                  </a:cubicBezTo>
                  <a:cubicBezTo>
                    <a:pt x="242145" y="123653"/>
                    <a:pt x="242399" y="127246"/>
                    <a:pt x="242145" y="117922"/>
                  </a:cubicBezTo>
                  <a:cubicBezTo>
                    <a:pt x="241888" y="108513"/>
                    <a:pt x="242399" y="96623"/>
                    <a:pt x="243256" y="89181"/>
                  </a:cubicBezTo>
                  <a:cubicBezTo>
                    <a:pt x="244112" y="81739"/>
                    <a:pt x="246593" y="76521"/>
                    <a:pt x="246593" y="73185"/>
                  </a:cubicBezTo>
                  <a:cubicBezTo>
                    <a:pt x="246593" y="69849"/>
                    <a:pt x="244624" y="70705"/>
                    <a:pt x="244966" y="68224"/>
                  </a:cubicBezTo>
                  <a:lnTo>
                    <a:pt x="244966" y="68224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9506737-7DA3-D7C6-A2BB-F6C3621F6BC5}"/>
                </a:ext>
              </a:extLst>
            </p:cNvPr>
            <p:cNvSpPr/>
            <p:nvPr/>
          </p:nvSpPr>
          <p:spPr>
            <a:xfrm>
              <a:off x="8695561" y="4171919"/>
              <a:ext cx="280111" cy="1251111"/>
            </a:xfrm>
            <a:custGeom>
              <a:avLst/>
              <a:gdLst>
                <a:gd name="connsiteX0" fmla="*/ 277549 w 280111"/>
                <a:gd name="connsiteY0" fmla="*/ 615586 h 1251111"/>
                <a:gd name="connsiteX1" fmla="*/ 277036 w 280111"/>
                <a:gd name="connsiteY1" fmla="*/ 633635 h 1251111"/>
                <a:gd name="connsiteX2" fmla="*/ 267797 w 280111"/>
                <a:gd name="connsiteY2" fmla="*/ 635175 h 1251111"/>
                <a:gd name="connsiteX3" fmla="*/ 262922 w 280111"/>
                <a:gd name="connsiteY3" fmla="*/ 725847 h 1251111"/>
                <a:gd name="connsiteX4" fmla="*/ 261296 w 280111"/>
                <a:gd name="connsiteY4" fmla="*/ 749627 h 1251111"/>
                <a:gd name="connsiteX5" fmla="*/ 261040 w 280111"/>
                <a:gd name="connsiteY5" fmla="*/ 755614 h 1251111"/>
                <a:gd name="connsiteX6" fmla="*/ 248294 w 280111"/>
                <a:gd name="connsiteY6" fmla="*/ 890938 h 1251111"/>
                <a:gd name="connsiteX7" fmla="*/ 250262 w 280111"/>
                <a:gd name="connsiteY7" fmla="*/ 995039 h 1251111"/>
                <a:gd name="connsiteX8" fmla="*/ 248294 w 280111"/>
                <a:gd name="connsiteY8" fmla="*/ 1025748 h 1251111"/>
                <a:gd name="connsiteX9" fmla="*/ 244616 w 280111"/>
                <a:gd name="connsiteY9" fmla="*/ 1043968 h 1251111"/>
                <a:gd name="connsiteX10" fmla="*/ 242307 w 280111"/>
                <a:gd name="connsiteY10" fmla="*/ 1052351 h 1251111"/>
                <a:gd name="connsiteX11" fmla="*/ 239484 w 280111"/>
                <a:gd name="connsiteY11" fmla="*/ 1062103 h 1251111"/>
                <a:gd name="connsiteX12" fmla="*/ 244531 w 280111"/>
                <a:gd name="connsiteY12" fmla="*/ 1088791 h 1251111"/>
                <a:gd name="connsiteX13" fmla="*/ 246241 w 280111"/>
                <a:gd name="connsiteY13" fmla="*/ 1105129 h 1251111"/>
                <a:gd name="connsiteX14" fmla="*/ 243932 w 280111"/>
                <a:gd name="connsiteY14" fmla="*/ 1111630 h 1251111"/>
                <a:gd name="connsiteX15" fmla="*/ 235122 w 280111"/>
                <a:gd name="connsiteY15" fmla="*/ 1136180 h 1251111"/>
                <a:gd name="connsiteX16" fmla="*/ 246498 w 280111"/>
                <a:gd name="connsiteY16" fmla="*/ 1155939 h 1251111"/>
                <a:gd name="connsiteX17" fmla="*/ 247953 w 280111"/>
                <a:gd name="connsiteY17" fmla="*/ 1178607 h 1251111"/>
                <a:gd name="connsiteX18" fmla="*/ 247183 w 280111"/>
                <a:gd name="connsiteY18" fmla="*/ 1200334 h 1251111"/>
                <a:gd name="connsiteX19" fmla="*/ 248979 w 280111"/>
                <a:gd name="connsiteY19" fmla="*/ 1223088 h 1251111"/>
                <a:gd name="connsiteX20" fmla="*/ 245814 w 280111"/>
                <a:gd name="connsiteY20" fmla="*/ 1248408 h 1251111"/>
                <a:gd name="connsiteX21" fmla="*/ 203386 w 280111"/>
                <a:gd name="connsiteY21" fmla="*/ 1250290 h 1251111"/>
                <a:gd name="connsiteX22" fmla="*/ 192009 w 280111"/>
                <a:gd name="connsiteY22" fmla="*/ 1247724 h 1251111"/>
                <a:gd name="connsiteX23" fmla="*/ 163525 w 280111"/>
                <a:gd name="connsiteY23" fmla="*/ 1250888 h 1251111"/>
                <a:gd name="connsiteX24" fmla="*/ 57713 w 280111"/>
                <a:gd name="connsiteY24" fmla="*/ 1249006 h 1251111"/>
                <a:gd name="connsiteX25" fmla="*/ 51040 w 280111"/>
                <a:gd name="connsiteY25" fmla="*/ 1246953 h 1251111"/>
                <a:gd name="connsiteX26" fmla="*/ 1341 w 280111"/>
                <a:gd name="connsiteY26" fmla="*/ 1240110 h 1251111"/>
                <a:gd name="connsiteX27" fmla="*/ 1941 w 280111"/>
                <a:gd name="connsiteY27" fmla="*/ 1229846 h 1251111"/>
                <a:gd name="connsiteX28" fmla="*/ 50442 w 280111"/>
                <a:gd name="connsiteY28" fmla="*/ 1213251 h 1251111"/>
                <a:gd name="connsiteX29" fmla="*/ 100654 w 280111"/>
                <a:gd name="connsiteY29" fmla="*/ 1189471 h 1251111"/>
                <a:gd name="connsiteX30" fmla="*/ 108437 w 280111"/>
                <a:gd name="connsiteY30" fmla="*/ 1176811 h 1251111"/>
                <a:gd name="connsiteX31" fmla="*/ 107839 w 280111"/>
                <a:gd name="connsiteY31" fmla="*/ 1167316 h 1251111"/>
                <a:gd name="connsiteX32" fmla="*/ 107239 w 280111"/>
                <a:gd name="connsiteY32" fmla="*/ 1157137 h 1251111"/>
                <a:gd name="connsiteX33" fmla="*/ 104074 w 280111"/>
                <a:gd name="connsiteY33" fmla="*/ 1141312 h 1251111"/>
                <a:gd name="connsiteX34" fmla="*/ 99028 w 280111"/>
                <a:gd name="connsiteY34" fmla="*/ 1093838 h 1251111"/>
                <a:gd name="connsiteX35" fmla="*/ 90816 w 280111"/>
                <a:gd name="connsiteY35" fmla="*/ 1041231 h 1251111"/>
                <a:gd name="connsiteX36" fmla="*/ 73109 w 280111"/>
                <a:gd name="connsiteY36" fmla="*/ 892991 h 1251111"/>
                <a:gd name="connsiteX37" fmla="*/ 62331 w 280111"/>
                <a:gd name="connsiteY37" fmla="*/ 732690 h 1251111"/>
                <a:gd name="connsiteX38" fmla="*/ 61733 w 280111"/>
                <a:gd name="connsiteY38" fmla="*/ 664943 h 1251111"/>
                <a:gd name="connsiteX39" fmla="*/ 62245 w 280111"/>
                <a:gd name="connsiteY39" fmla="*/ 644242 h 1251111"/>
                <a:gd name="connsiteX40" fmla="*/ 57627 w 280111"/>
                <a:gd name="connsiteY40" fmla="*/ 642360 h 1251111"/>
                <a:gd name="connsiteX41" fmla="*/ 57456 w 280111"/>
                <a:gd name="connsiteY41" fmla="*/ 642360 h 1251111"/>
                <a:gd name="connsiteX42" fmla="*/ 56087 w 280111"/>
                <a:gd name="connsiteY42" fmla="*/ 640992 h 1251111"/>
                <a:gd name="connsiteX43" fmla="*/ 54975 w 280111"/>
                <a:gd name="connsiteY43" fmla="*/ 630299 h 1251111"/>
                <a:gd name="connsiteX44" fmla="*/ 56087 w 280111"/>
                <a:gd name="connsiteY44" fmla="*/ 613362 h 1251111"/>
                <a:gd name="connsiteX45" fmla="*/ 41546 w 280111"/>
                <a:gd name="connsiteY45" fmla="*/ 614902 h 1251111"/>
                <a:gd name="connsiteX46" fmla="*/ 27603 w 280111"/>
                <a:gd name="connsiteY46" fmla="*/ 554682 h 1251111"/>
                <a:gd name="connsiteX47" fmla="*/ 33504 w 280111"/>
                <a:gd name="connsiteY47" fmla="*/ 452548 h 1251111"/>
                <a:gd name="connsiteX48" fmla="*/ 30084 w 280111"/>
                <a:gd name="connsiteY48" fmla="*/ 452035 h 1251111"/>
                <a:gd name="connsiteX49" fmla="*/ 12976 w 280111"/>
                <a:gd name="connsiteY49" fmla="*/ 438434 h 1251111"/>
                <a:gd name="connsiteX50" fmla="*/ 11350 w 280111"/>
                <a:gd name="connsiteY50" fmla="*/ 431505 h 1251111"/>
                <a:gd name="connsiteX51" fmla="*/ 10409 w 280111"/>
                <a:gd name="connsiteY51" fmla="*/ 421326 h 1251111"/>
                <a:gd name="connsiteX52" fmla="*/ 9811 w 280111"/>
                <a:gd name="connsiteY52" fmla="*/ 415338 h 1251111"/>
                <a:gd name="connsiteX53" fmla="*/ 10752 w 280111"/>
                <a:gd name="connsiteY53" fmla="*/ 406186 h 1251111"/>
                <a:gd name="connsiteX54" fmla="*/ 15541 w 280111"/>
                <a:gd name="connsiteY54" fmla="*/ 401139 h 1251111"/>
                <a:gd name="connsiteX55" fmla="*/ 17167 w 280111"/>
                <a:gd name="connsiteY55" fmla="*/ 394809 h 1251111"/>
                <a:gd name="connsiteX56" fmla="*/ 24438 w 280111"/>
                <a:gd name="connsiteY56" fmla="*/ 390361 h 1251111"/>
                <a:gd name="connsiteX57" fmla="*/ 34275 w 280111"/>
                <a:gd name="connsiteY57" fmla="*/ 392585 h 1251111"/>
                <a:gd name="connsiteX58" fmla="*/ 41032 w 280111"/>
                <a:gd name="connsiteY58" fmla="*/ 392413 h 1251111"/>
                <a:gd name="connsiteX59" fmla="*/ 45994 w 280111"/>
                <a:gd name="connsiteY59" fmla="*/ 365298 h 1251111"/>
                <a:gd name="connsiteX60" fmla="*/ 94153 w 280111"/>
                <a:gd name="connsiteY60" fmla="*/ 226553 h 1251111"/>
                <a:gd name="connsiteX61" fmla="*/ 109549 w 280111"/>
                <a:gd name="connsiteY61" fmla="*/ 200463 h 1251111"/>
                <a:gd name="connsiteX62" fmla="*/ 118274 w 280111"/>
                <a:gd name="connsiteY62" fmla="*/ 185665 h 1251111"/>
                <a:gd name="connsiteX63" fmla="*/ 119900 w 280111"/>
                <a:gd name="connsiteY63" fmla="*/ 186435 h 1251111"/>
                <a:gd name="connsiteX64" fmla="*/ 117333 w 280111"/>
                <a:gd name="connsiteY64" fmla="*/ 184724 h 1251111"/>
                <a:gd name="connsiteX65" fmla="*/ 122380 w 280111"/>
                <a:gd name="connsiteY65" fmla="*/ 177795 h 1251111"/>
                <a:gd name="connsiteX66" fmla="*/ 126743 w 280111"/>
                <a:gd name="connsiteY66" fmla="*/ 171038 h 1251111"/>
                <a:gd name="connsiteX67" fmla="*/ 119814 w 280111"/>
                <a:gd name="connsiteY67" fmla="*/ 164793 h 1251111"/>
                <a:gd name="connsiteX68" fmla="*/ 96377 w 280111"/>
                <a:gd name="connsiteY68" fmla="*/ 171465 h 1251111"/>
                <a:gd name="connsiteX69" fmla="*/ 84315 w 280111"/>
                <a:gd name="connsiteY69" fmla="*/ 156923 h 1251111"/>
                <a:gd name="connsiteX70" fmla="*/ 79867 w 280111"/>
                <a:gd name="connsiteY70" fmla="*/ 147429 h 1251111"/>
                <a:gd name="connsiteX71" fmla="*/ 78413 w 280111"/>
                <a:gd name="connsiteY71" fmla="*/ 138276 h 1251111"/>
                <a:gd name="connsiteX72" fmla="*/ 75761 w 280111"/>
                <a:gd name="connsiteY72" fmla="*/ 129379 h 1251111"/>
                <a:gd name="connsiteX73" fmla="*/ 76702 w 280111"/>
                <a:gd name="connsiteY73" fmla="*/ 118944 h 1251111"/>
                <a:gd name="connsiteX74" fmla="*/ 67207 w 280111"/>
                <a:gd name="connsiteY74" fmla="*/ 116720 h 1251111"/>
                <a:gd name="connsiteX75" fmla="*/ 66608 w 280111"/>
                <a:gd name="connsiteY75" fmla="*/ 103718 h 1251111"/>
                <a:gd name="connsiteX76" fmla="*/ 77386 w 280111"/>
                <a:gd name="connsiteY76" fmla="*/ 84129 h 1251111"/>
                <a:gd name="connsiteX77" fmla="*/ 80210 w 280111"/>
                <a:gd name="connsiteY77" fmla="*/ 73009 h 1251111"/>
                <a:gd name="connsiteX78" fmla="*/ 78926 w 280111"/>
                <a:gd name="connsiteY78" fmla="*/ 59751 h 1251111"/>
                <a:gd name="connsiteX79" fmla="*/ 83630 w 280111"/>
                <a:gd name="connsiteY79" fmla="*/ 34089 h 1251111"/>
                <a:gd name="connsiteX80" fmla="*/ 141285 w 280111"/>
                <a:gd name="connsiteY80" fmla="*/ 472 h 1251111"/>
                <a:gd name="connsiteX81" fmla="*/ 205867 w 280111"/>
                <a:gd name="connsiteY81" fmla="*/ 40675 h 1251111"/>
                <a:gd name="connsiteX82" fmla="*/ 204328 w 280111"/>
                <a:gd name="connsiteY82" fmla="*/ 93539 h 1251111"/>
                <a:gd name="connsiteX83" fmla="*/ 198596 w 280111"/>
                <a:gd name="connsiteY83" fmla="*/ 123306 h 1251111"/>
                <a:gd name="connsiteX84" fmla="*/ 200221 w 280111"/>
                <a:gd name="connsiteY84" fmla="*/ 123306 h 1251111"/>
                <a:gd name="connsiteX85" fmla="*/ 200221 w 280111"/>
                <a:gd name="connsiteY85" fmla="*/ 129978 h 1251111"/>
                <a:gd name="connsiteX86" fmla="*/ 204156 w 280111"/>
                <a:gd name="connsiteY86" fmla="*/ 130406 h 1251111"/>
                <a:gd name="connsiteX87" fmla="*/ 210657 w 280111"/>
                <a:gd name="connsiteY87" fmla="*/ 149225 h 1251111"/>
                <a:gd name="connsiteX88" fmla="*/ 237858 w 280111"/>
                <a:gd name="connsiteY88" fmla="*/ 173261 h 1251111"/>
                <a:gd name="connsiteX89" fmla="*/ 272674 w 280111"/>
                <a:gd name="connsiteY89" fmla="*/ 232797 h 1251111"/>
                <a:gd name="connsiteX90" fmla="*/ 273956 w 280111"/>
                <a:gd name="connsiteY90" fmla="*/ 296780 h 1251111"/>
                <a:gd name="connsiteX91" fmla="*/ 265060 w 280111"/>
                <a:gd name="connsiteY91" fmla="*/ 432960 h 1251111"/>
                <a:gd name="connsiteX92" fmla="*/ 271390 w 280111"/>
                <a:gd name="connsiteY92" fmla="*/ 553912 h 1251111"/>
                <a:gd name="connsiteX93" fmla="*/ 277720 w 280111"/>
                <a:gd name="connsiteY93" fmla="*/ 615330 h 1251111"/>
                <a:gd name="connsiteX94" fmla="*/ 277720 w 280111"/>
                <a:gd name="connsiteY94" fmla="*/ 615330 h 125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280111" h="1251111">
                  <a:moveTo>
                    <a:pt x="277549" y="615586"/>
                  </a:moveTo>
                  <a:cubicBezTo>
                    <a:pt x="279003" y="625081"/>
                    <a:pt x="282767" y="630813"/>
                    <a:pt x="277036" y="633635"/>
                  </a:cubicBezTo>
                  <a:cubicBezTo>
                    <a:pt x="272245" y="636030"/>
                    <a:pt x="268824" y="635346"/>
                    <a:pt x="267797" y="635175"/>
                  </a:cubicBezTo>
                  <a:cubicBezTo>
                    <a:pt x="266344" y="660409"/>
                    <a:pt x="264205" y="699329"/>
                    <a:pt x="262922" y="725847"/>
                  </a:cubicBezTo>
                  <a:cubicBezTo>
                    <a:pt x="262579" y="732690"/>
                    <a:pt x="261981" y="740816"/>
                    <a:pt x="261296" y="749627"/>
                  </a:cubicBezTo>
                  <a:cubicBezTo>
                    <a:pt x="261211" y="751679"/>
                    <a:pt x="261125" y="753647"/>
                    <a:pt x="261040" y="755614"/>
                  </a:cubicBezTo>
                  <a:cubicBezTo>
                    <a:pt x="259415" y="798897"/>
                    <a:pt x="250604" y="853899"/>
                    <a:pt x="248294" y="890938"/>
                  </a:cubicBezTo>
                  <a:cubicBezTo>
                    <a:pt x="247867" y="924726"/>
                    <a:pt x="249321" y="977418"/>
                    <a:pt x="250262" y="995039"/>
                  </a:cubicBezTo>
                  <a:cubicBezTo>
                    <a:pt x="250861" y="1004877"/>
                    <a:pt x="249920" y="1015740"/>
                    <a:pt x="248294" y="1025748"/>
                  </a:cubicBezTo>
                  <a:cubicBezTo>
                    <a:pt x="247610" y="1031736"/>
                    <a:pt x="246241" y="1037895"/>
                    <a:pt x="244616" y="1043968"/>
                  </a:cubicBezTo>
                  <a:cubicBezTo>
                    <a:pt x="243847" y="1047133"/>
                    <a:pt x="242991" y="1050041"/>
                    <a:pt x="242307" y="1052351"/>
                  </a:cubicBezTo>
                  <a:cubicBezTo>
                    <a:pt x="241280" y="1055773"/>
                    <a:pt x="240339" y="1059109"/>
                    <a:pt x="239484" y="1062103"/>
                  </a:cubicBezTo>
                  <a:cubicBezTo>
                    <a:pt x="237687" y="1070913"/>
                    <a:pt x="238543" y="1080237"/>
                    <a:pt x="244531" y="1088791"/>
                  </a:cubicBezTo>
                  <a:cubicBezTo>
                    <a:pt x="248380" y="1094180"/>
                    <a:pt x="248124" y="1099655"/>
                    <a:pt x="246241" y="1105129"/>
                  </a:cubicBezTo>
                  <a:cubicBezTo>
                    <a:pt x="245900" y="1107267"/>
                    <a:pt x="245215" y="1109491"/>
                    <a:pt x="243932" y="1111630"/>
                  </a:cubicBezTo>
                  <a:cubicBezTo>
                    <a:pt x="237089" y="1123007"/>
                    <a:pt x="235378" y="1130277"/>
                    <a:pt x="235122" y="1136180"/>
                  </a:cubicBezTo>
                  <a:cubicBezTo>
                    <a:pt x="236234" y="1143365"/>
                    <a:pt x="240425" y="1150294"/>
                    <a:pt x="246498" y="1155939"/>
                  </a:cubicBezTo>
                  <a:cubicBezTo>
                    <a:pt x="255309" y="1164151"/>
                    <a:pt x="250262" y="1170481"/>
                    <a:pt x="247953" y="1178607"/>
                  </a:cubicBezTo>
                  <a:cubicBezTo>
                    <a:pt x="247439" y="1184852"/>
                    <a:pt x="247524" y="1192037"/>
                    <a:pt x="247183" y="1200334"/>
                  </a:cubicBezTo>
                  <a:cubicBezTo>
                    <a:pt x="247781" y="1211540"/>
                    <a:pt x="248979" y="1223088"/>
                    <a:pt x="248979" y="1223088"/>
                  </a:cubicBezTo>
                  <a:cubicBezTo>
                    <a:pt x="248979" y="1223088"/>
                    <a:pt x="253427" y="1235748"/>
                    <a:pt x="245814" y="1248408"/>
                  </a:cubicBezTo>
                  <a:cubicBezTo>
                    <a:pt x="242649" y="1250974"/>
                    <a:pt x="219211" y="1251572"/>
                    <a:pt x="203386" y="1250290"/>
                  </a:cubicBezTo>
                  <a:cubicBezTo>
                    <a:pt x="198939" y="1245243"/>
                    <a:pt x="196372" y="1243275"/>
                    <a:pt x="192009" y="1247724"/>
                  </a:cubicBezTo>
                  <a:cubicBezTo>
                    <a:pt x="188844" y="1249605"/>
                    <a:pt x="190128" y="1250204"/>
                    <a:pt x="163525" y="1250888"/>
                  </a:cubicBezTo>
                  <a:cubicBezTo>
                    <a:pt x="136922" y="1251487"/>
                    <a:pt x="69773" y="1250888"/>
                    <a:pt x="57713" y="1249006"/>
                  </a:cubicBezTo>
                  <a:cubicBezTo>
                    <a:pt x="55060" y="1248579"/>
                    <a:pt x="52836" y="1247894"/>
                    <a:pt x="51040" y="1246953"/>
                  </a:cubicBezTo>
                  <a:cubicBezTo>
                    <a:pt x="35557" y="1246013"/>
                    <a:pt x="4079" y="1243617"/>
                    <a:pt x="1341" y="1240110"/>
                  </a:cubicBezTo>
                  <a:cubicBezTo>
                    <a:pt x="-1994" y="1235833"/>
                    <a:pt x="1941" y="1229846"/>
                    <a:pt x="1941" y="1229846"/>
                  </a:cubicBezTo>
                  <a:cubicBezTo>
                    <a:pt x="5106" y="1208803"/>
                    <a:pt x="26148" y="1213678"/>
                    <a:pt x="50442" y="1213251"/>
                  </a:cubicBezTo>
                  <a:cubicBezTo>
                    <a:pt x="68063" y="1212909"/>
                    <a:pt x="90046" y="1197683"/>
                    <a:pt x="100654" y="1189471"/>
                  </a:cubicBezTo>
                  <a:cubicBezTo>
                    <a:pt x="99542" y="1184595"/>
                    <a:pt x="106043" y="1179891"/>
                    <a:pt x="108437" y="1176811"/>
                  </a:cubicBezTo>
                  <a:cubicBezTo>
                    <a:pt x="111004" y="1173646"/>
                    <a:pt x="111602" y="1172962"/>
                    <a:pt x="107839" y="1167316"/>
                  </a:cubicBezTo>
                  <a:cubicBezTo>
                    <a:pt x="104074" y="1161585"/>
                    <a:pt x="102107" y="1160302"/>
                    <a:pt x="107239" y="1157137"/>
                  </a:cubicBezTo>
                  <a:cubicBezTo>
                    <a:pt x="112287" y="1153972"/>
                    <a:pt x="106641" y="1148925"/>
                    <a:pt x="104074" y="1141312"/>
                  </a:cubicBezTo>
                  <a:cubicBezTo>
                    <a:pt x="101509" y="1133699"/>
                    <a:pt x="101509" y="1111544"/>
                    <a:pt x="99028" y="1093838"/>
                  </a:cubicBezTo>
                  <a:cubicBezTo>
                    <a:pt x="96461" y="1076131"/>
                    <a:pt x="95863" y="1074762"/>
                    <a:pt x="90816" y="1041231"/>
                  </a:cubicBezTo>
                  <a:cubicBezTo>
                    <a:pt x="85769" y="1007700"/>
                    <a:pt x="79439" y="958258"/>
                    <a:pt x="73109" y="892991"/>
                  </a:cubicBezTo>
                  <a:cubicBezTo>
                    <a:pt x="66779" y="827724"/>
                    <a:pt x="62930" y="758694"/>
                    <a:pt x="62331" y="732690"/>
                  </a:cubicBezTo>
                  <a:cubicBezTo>
                    <a:pt x="61733" y="706686"/>
                    <a:pt x="61733" y="680767"/>
                    <a:pt x="61733" y="664943"/>
                  </a:cubicBezTo>
                  <a:cubicBezTo>
                    <a:pt x="61733" y="658014"/>
                    <a:pt x="61990" y="650572"/>
                    <a:pt x="62245" y="644242"/>
                  </a:cubicBezTo>
                  <a:cubicBezTo>
                    <a:pt x="60022" y="643814"/>
                    <a:pt x="58568" y="643045"/>
                    <a:pt x="57627" y="642360"/>
                  </a:cubicBezTo>
                  <a:lnTo>
                    <a:pt x="57456" y="642360"/>
                  </a:lnTo>
                  <a:cubicBezTo>
                    <a:pt x="56087" y="641847"/>
                    <a:pt x="56001" y="641163"/>
                    <a:pt x="56087" y="640992"/>
                  </a:cubicBezTo>
                  <a:cubicBezTo>
                    <a:pt x="54377" y="638682"/>
                    <a:pt x="54377" y="635004"/>
                    <a:pt x="54975" y="630299"/>
                  </a:cubicBezTo>
                  <a:cubicBezTo>
                    <a:pt x="55317" y="627476"/>
                    <a:pt x="55660" y="621232"/>
                    <a:pt x="56087" y="613362"/>
                  </a:cubicBezTo>
                  <a:cubicBezTo>
                    <a:pt x="52152" y="614560"/>
                    <a:pt x="47191" y="615415"/>
                    <a:pt x="41546" y="614902"/>
                  </a:cubicBezTo>
                  <a:cubicBezTo>
                    <a:pt x="27003" y="613619"/>
                    <a:pt x="28201" y="586418"/>
                    <a:pt x="27603" y="554682"/>
                  </a:cubicBezTo>
                  <a:cubicBezTo>
                    <a:pt x="27260" y="536548"/>
                    <a:pt x="29399" y="495061"/>
                    <a:pt x="33504" y="452548"/>
                  </a:cubicBezTo>
                  <a:lnTo>
                    <a:pt x="30084" y="452035"/>
                  </a:lnTo>
                  <a:cubicBezTo>
                    <a:pt x="24095" y="450409"/>
                    <a:pt x="13916" y="442540"/>
                    <a:pt x="12976" y="438434"/>
                  </a:cubicBezTo>
                  <a:cubicBezTo>
                    <a:pt x="12034" y="434328"/>
                    <a:pt x="13574" y="433045"/>
                    <a:pt x="11350" y="431505"/>
                  </a:cubicBezTo>
                  <a:cubicBezTo>
                    <a:pt x="9126" y="429880"/>
                    <a:pt x="8783" y="422951"/>
                    <a:pt x="10409" y="421326"/>
                  </a:cubicBezTo>
                  <a:cubicBezTo>
                    <a:pt x="12034" y="419786"/>
                    <a:pt x="12291" y="417819"/>
                    <a:pt x="9811" y="415338"/>
                  </a:cubicBezTo>
                  <a:cubicBezTo>
                    <a:pt x="7244" y="412772"/>
                    <a:pt x="8869" y="407383"/>
                    <a:pt x="10752" y="406186"/>
                  </a:cubicBezTo>
                  <a:cubicBezTo>
                    <a:pt x="12633" y="404988"/>
                    <a:pt x="15199" y="403620"/>
                    <a:pt x="15541" y="401139"/>
                  </a:cubicBezTo>
                  <a:cubicBezTo>
                    <a:pt x="15884" y="398658"/>
                    <a:pt x="15541" y="397632"/>
                    <a:pt x="17167" y="394809"/>
                  </a:cubicBezTo>
                  <a:cubicBezTo>
                    <a:pt x="18706" y="391986"/>
                    <a:pt x="21614" y="390019"/>
                    <a:pt x="24438" y="390361"/>
                  </a:cubicBezTo>
                  <a:cubicBezTo>
                    <a:pt x="27260" y="390703"/>
                    <a:pt x="30168" y="391900"/>
                    <a:pt x="34275" y="392585"/>
                  </a:cubicBezTo>
                  <a:cubicBezTo>
                    <a:pt x="37525" y="393098"/>
                    <a:pt x="38979" y="392243"/>
                    <a:pt x="41032" y="392413"/>
                  </a:cubicBezTo>
                  <a:cubicBezTo>
                    <a:pt x="42572" y="382577"/>
                    <a:pt x="44197" y="373424"/>
                    <a:pt x="45994" y="365298"/>
                  </a:cubicBezTo>
                  <a:cubicBezTo>
                    <a:pt x="58054" y="310210"/>
                    <a:pt x="83973" y="243661"/>
                    <a:pt x="94153" y="226553"/>
                  </a:cubicBezTo>
                  <a:cubicBezTo>
                    <a:pt x="99028" y="218255"/>
                    <a:pt x="104845" y="208418"/>
                    <a:pt x="109549" y="200463"/>
                  </a:cubicBezTo>
                  <a:cubicBezTo>
                    <a:pt x="111431" y="196443"/>
                    <a:pt x="113485" y="193278"/>
                    <a:pt x="118274" y="185665"/>
                  </a:cubicBezTo>
                  <a:lnTo>
                    <a:pt x="119900" y="186435"/>
                  </a:lnTo>
                  <a:lnTo>
                    <a:pt x="117333" y="184724"/>
                  </a:lnTo>
                  <a:cubicBezTo>
                    <a:pt x="117333" y="184724"/>
                    <a:pt x="118617" y="183440"/>
                    <a:pt x="122380" y="177795"/>
                  </a:cubicBezTo>
                  <a:cubicBezTo>
                    <a:pt x="123492" y="176084"/>
                    <a:pt x="125032" y="173689"/>
                    <a:pt x="126743" y="171038"/>
                  </a:cubicBezTo>
                  <a:cubicBezTo>
                    <a:pt x="125973" y="168300"/>
                    <a:pt x="123749" y="162312"/>
                    <a:pt x="119814" y="164793"/>
                  </a:cubicBezTo>
                  <a:cubicBezTo>
                    <a:pt x="114767" y="167958"/>
                    <a:pt x="107496" y="173946"/>
                    <a:pt x="96377" y="171465"/>
                  </a:cubicBezTo>
                  <a:cubicBezTo>
                    <a:pt x="85940" y="169070"/>
                    <a:pt x="85599" y="161970"/>
                    <a:pt x="84315" y="156923"/>
                  </a:cubicBezTo>
                  <a:cubicBezTo>
                    <a:pt x="83032" y="151876"/>
                    <a:pt x="81749" y="149310"/>
                    <a:pt x="79867" y="147429"/>
                  </a:cubicBezTo>
                  <a:cubicBezTo>
                    <a:pt x="77986" y="145546"/>
                    <a:pt x="74906" y="140500"/>
                    <a:pt x="78413" y="138276"/>
                  </a:cubicBezTo>
                  <a:cubicBezTo>
                    <a:pt x="77814" y="138618"/>
                    <a:pt x="71912" y="135282"/>
                    <a:pt x="75761" y="129379"/>
                  </a:cubicBezTo>
                  <a:cubicBezTo>
                    <a:pt x="78327" y="125359"/>
                    <a:pt x="79269" y="119885"/>
                    <a:pt x="76702" y="118944"/>
                  </a:cubicBezTo>
                  <a:cubicBezTo>
                    <a:pt x="74136" y="118003"/>
                    <a:pt x="70116" y="118003"/>
                    <a:pt x="67207" y="116720"/>
                  </a:cubicBezTo>
                  <a:cubicBezTo>
                    <a:pt x="62759" y="114838"/>
                    <a:pt x="62588" y="112015"/>
                    <a:pt x="66608" y="103718"/>
                  </a:cubicBezTo>
                  <a:cubicBezTo>
                    <a:pt x="70715" y="95164"/>
                    <a:pt x="75505" y="88492"/>
                    <a:pt x="77386" y="84129"/>
                  </a:cubicBezTo>
                  <a:cubicBezTo>
                    <a:pt x="79269" y="79681"/>
                    <a:pt x="80551" y="75233"/>
                    <a:pt x="80210" y="73009"/>
                  </a:cubicBezTo>
                  <a:cubicBezTo>
                    <a:pt x="79867" y="70785"/>
                    <a:pt x="77986" y="62916"/>
                    <a:pt x="78926" y="59751"/>
                  </a:cubicBezTo>
                  <a:cubicBezTo>
                    <a:pt x="79867" y="56586"/>
                    <a:pt x="78584" y="43242"/>
                    <a:pt x="83630" y="34089"/>
                  </a:cubicBezTo>
                  <a:cubicBezTo>
                    <a:pt x="88678" y="24936"/>
                    <a:pt x="106727" y="4321"/>
                    <a:pt x="141285" y="472"/>
                  </a:cubicBezTo>
                  <a:cubicBezTo>
                    <a:pt x="175842" y="-3292"/>
                    <a:pt x="197313" y="15954"/>
                    <a:pt x="205867" y="40675"/>
                  </a:cubicBezTo>
                  <a:cubicBezTo>
                    <a:pt x="214421" y="65396"/>
                    <a:pt x="206807" y="83103"/>
                    <a:pt x="204328" y="93539"/>
                  </a:cubicBezTo>
                  <a:cubicBezTo>
                    <a:pt x="202018" y="103119"/>
                    <a:pt x="198596" y="115437"/>
                    <a:pt x="198596" y="123306"/>
                  </a:cubicBezTo>
                  <a:lnTo>
                    <a:pt x="200221" y="123306"/>
                  </a:lnTo>
                  <a:lnTo>
                    <a:pt x="200221" y="129978"/>
                  </a:lnTo>
                  <a:cubicBezTo>
                    <a:pt x="202616" y="130064"/>
                    <a:pt x="204156" y="130406"/>
                    <a:pt x="204156" y="130406"/>
                  </a:cubicBezTo>
                  <a:lnTo>
                    <a:pt x="210657" y="149225"/>
                  </a:lnTo>
                  <a:cubicBezTo>
                    <a:pt x="215704" y="158720"/>
                    <a:pt x="227080" y="160174"/>
                    <a:pt x="237858" y="173261"/>
                  </a:cubicBezTo>
                  <a:cubicBezTo>
                    <a:pt x="254966" y="194048"/>
                    <a:pt x="270791" y="224243"/>
                    <a:pt x="272674" y="232797"/>
                  </a:cubicBezTo>
                  <a:cubicBezTo>
                    <a:pt x="275838" y="246740"/>
                    <a:pt x="275838" y="275909"/>
                    <a:pt x="273956" y="296780"/>
                  </a:cubicBezTo>
                  <a:cubicBezTo>
                    <a:pt x="272074" y="317652"/>
                    <a:pt x="265060" y="393697"/>
                    <a:pt x="265060" y="432960"/>
                  </a:cubicBezTo>
                  <a:cubicBezTo>
                    <a:pt x="265060" y="472222"/>
                    <a:pt x="268225" y="533639"/>
                    <a:pt x="271390" y="553912"/>
                  </a:cubicBezTo>
                  <a:cubicBezTo>
                    <a:pt x="274555" y="574185"/>
                    <a:pt x="276266" y="605835"/>
                    <a:pt x="277720" y="615330"/>
                  </a:cubicBezTo>
                  <a:lnTo>
                    <a:pt x="277720" y="615330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581642C-10D4-8F83-9D6D-BC480F398D94}"/>
                </a:ext>
              </a:extLst>
            </p:cNvPr>
            <p:cNvSpPr/>
            <p:nvPr/>
          </p:nvSpPr>
          <p:spPr>
            <a:xfrm>
              <a:off x="8322266" y="4277250"/>
              <a:ext cx="338897" cy="1146490"/>
            </a:xfrm>
            <a:custGeom>
              <a:avLst/>
              <a:gdLst>
                <a:gd name="connsiteX0" fmla="*/ 237859 w 338897"/>
                <a:gd name="connsiteY0" fmla="*/ 388960 h 1146490"/>
                <a:gd name="connsiteX1" fmla="*/ 264890 w 338897"/>
                <a:gd name="connsiteY1" fmla="*/ 386993 h 1146490"/>
                <a:gd name="connsiteX2" fmla="*/ 269338 w 338897"/>
                <a:gd name="connsiteY2" fmla="*/ 385538 h 1146490"/>
                <a:gd name="connsiteX3" fmla="*/ 278747 w 338897"/>
                <a:gd name="connsiteY3" fmla="*/ 371510 h 1146490"/>
                <a:gd name="connsiteX4" fmla="*/ 286958 w 338897"/>
                <a:gd name="connsiteY4" fmla="*/ 363897 h 1146490"/>
                <a:gd name="connsiteX5" fmla="*/ 295171 w 338897"/>
                <a:gd name="connsiteY5" fmla="*/ 355942 h 1146490"/>
                <a:gd name="connsiteX6" fmla="*/ 310653 w 338897"/>
                <a:gd name="connsiteY6" fmla="*/ 349269 h 1146490"/>
                <a:gd name="connsiteX7" fmla="*/ 320148 w 338897"/>
                <a:gd name="connsiteY7" fmla="*/ 355942 h 1146490"/>
                <a:gd name="connsiteX8" fmla="*/ 325537 w 338897"/>
                <a:gd name="connsiteY8" fmla="*/ 363554 h 1146490"/>
                <a:gd name="connsiteX9" fmla="*/ 331268 w 338897"/>
                <a:gd name="connsiteY9" fmla="*/ 371766 h 1146490"/>
                <a:gd name="connsiteX10" fmla="*/ 337256 w 338897"/>
                <a:gd name="connsiteY10" fmla="*/ 375274 h 1146490"/>
                <a:gd name="connsiteX11" fmla="*/ 335374 w 338897"/>
                <a:gd name="connsiteY11" fmla="*/ 393323 h 1146490"/>
                <a:gd name="connsiteX12" fmla="*/ 315101 w 338897"/>
                <a:gd name="connsiteY12" fmla="*/ 409147 h 1146490"/>
                <a:gd name="connsiteX13" fmla="*/ 291065 w 338897"/>
                <a:gd name="connsiteY13" fmla="*/ 412911 h 1146490"/>
                <a:gd name="connsiteX14" fmla="*/ 289953 w 338897"/>
                <a:gd name="connsiteY14" fmla="*/ 413424 h 1146490"/>
                <a:gd name="connsiteX15" fmla="*/ 281228 w 338897"/>
                <a:gd name="connsiteY15" fmla="*/ 433355 h 1146490"/>
                <a:gd name="connsiteX16" fmla="*/ 281057 w 338897"/>
                <a:gd name="connsiteY16" fmla="*/ 433355 h 1146490"/>
                <a:gd name="connsiteX17" fmla="*/ 280629 w 338897"/>
                <a:gd name="connsiteY17" fmla="*/ 434039 h 1146490"/>
                <a:gd name="connsiteX18" fmla="*/ 261126 w 338897"/>
                <a:gd name="connsiteY18" fmla="*/ 436862 h 1146490"/>
                <a:gd name="connsiteX19" fmla="*/ 210743 w 338897"/>
                <a:gd name="connsiteY19" fmla="*/ 443876 h 1146490"/>
                <a:gd name="connsiteX20" fmla="*/ 211256 w 338897"/>
                <a:gd name="connsiteY20" fmla="*/ 468939 h 1146490"/>
                <a:gd name="connsiteX21" fmla="*/ 212711 w 338897"/>
                <a:gd name="connsiteY21" fmla="*/ 485534 h 1146490"/>
                <a:gd name="connsiteX22" fmla="*/ 209374 w 338897"/>
                <a:gd name="connsiteY22" fmla="*/ 493575 h 1146490"/>
                <a:gd name="connsiteX23" fmla="*/ 212197 w 338897"/>
                <a:gd name="connsiteY23" fmla="*/ 500247 h 1146490"/>
                <a:gd name="connsiteX24" fmla="*/ 215020 w 338897"/>
                <a:gd name="connsiteY24" fmla="*/ 510255 h 1146490"/>
                <a:gd name="connsiteX25" fmla="*/ 215447 w 338897"/>
                <a:gd name="connsiteY25" fmla="*/ 511623 h 1146490"/>
                <a:gd name="connsiteX26" fmla="*/ 219639 w 338897"/>
                <a:gd name="connsiteY26" fmla="*/ 534976 h 1146490"/>
                <a:gd name="connsiteX27" fmla="*/ 223061 w 338897"/>
                <a:gd name="connsiteY27" fmla="*/ 573469 h 1146490"/>
                <a:gd name="connsiteX28" fmla="*/ 222120 w 338897"/>
                <a:gd name="connsiteY28" fmla="*/ 629497 h 1146490"/>
                <a:gd name="connsiteX29" fmla="*/ 238715 w 338897"/>
                <a:gd name="connsiteY29" fmla="*/ 728808 h 1146490"/>
                <a:gd name="connsiteX30" fmla="*/ 234951 w 338897"/>
                <a:gd name="connsiteY30" fmla="*/ 728980 h 1146490"/>
                <a:gd name="connsiteX31" fmla="*/ 232641 w 338897"/>
                <a:gd name="connsiteY31" fmla="*/ 753358 h 1146490"/>
                <a:gd name="connsiteX32" fmla="*/ 228878 w 338897"/>
                <a:gd name="connsiteY32" fmla="*/ 771065 h 1146490"/>
                <a:gd name="connsiteX33" fmla="*/ 222889 w 338897"/>
                <a:gd name="connsiteY33" fmla="*/ 789712 h 1146490"/>
                <a:gd name="connsiteX34" fmla="*/ 210829 w 338897"/>
                <a:gd name="connsiteY34" fmla="*/ 839753 h 1146490"/>
                <a:gd name="connsiteX35" fmla="*/ 184226 w 338897"/>
                <a:gd name="connsiteY35" fmla="*/ 1000995 h 1146490"/>
                <a:gd name="connsiteX36" fmla="*/ 193122 w 338897"/>
                <a:gd name="connsiteY36" fmla="*/ 1010490 h 1146490"/>
                <a:gd name="connsiteX37" fmla="*/ 192780 w 338897"/>
                <a:gd name="connsiteY37" fmla="*/ 1042482 h 1146490"/>
                <a:gd name="connsiteX38" fmla="*/ 195603 w 338897"/>
                <a:gd name="connsiteY38" fmla="*/ 1055142 h 1146490"/>
                <a:gd name="connsiteX39" fmla="*/ 203216 w 338897"/>
                <a:gd name="connsiteY39" fmla="*/ 1069684 h 1146490"/>
                <a:gd name="connsiteX40" fmla="*/ 209546 w 338897"/>
                <a:gd name="connsiteY40" fmla="*/ 1085166 h 1146490"/>
                <a:gd name="connsiteX41" fmla="*/ 219639 w 338897"/>
                <a:gd name="connsiteY41" fmla="*/ 1095260 h 1146490"/>
                <a:gd name="connsiteX42" fmla="*/ 236405 w 338897"/>
                <a:gd name="connsiteY42" fmla="*/ 1098425 h 1146490"/>
                <a:gd name="connsiteX43" fmla="*/ 245301 w 338897"/>
                <a:gd name="connsiteY43" fmla="*/ 1109545 h 1146490"/>
                <a:gd name="connsiteX44" fmla="*/ 214592 w 338897"/>
                <a:gd name="connsiteY44" fmla="*/ 1138030 h 1146490"/>
                <a:gd name="connsiteX45" fmla="*/ 179778 w 338897"/>
                <a:gd name="connsiteY45" fmla="*/ 1140254 h 1146490"/>
                <a:gd name="connsiteX46" fmla="*/ 165835 w 338897"/>
                <a:gd name="connsiteY46" fmla="*/ 1145985 h 1146490"/>
                <a:gd name="connsiteX47" fmla="*/ 137008 w 338897"/>
                <a:gd name="connsiteY47" fmla="*/ 1145386 h 1146490"/>
                <a:gd name="connsiteX48" fmla="*/ 128796 w 338897"/>
                <a:gd name="connsiteY48" fmla="*/ 1130160 h 1146490"/>
                <a:gd name="connsiteX49" fmla="*/ 115452 w 338897"/>
                <a:gd name="connsiteY49" fmla="*/ 1101932 h 1146490"/>
                <a:gd name="connsiteX50" fmla="*/ 90731 w 338897"/>
                <a:gd name="connsiteY50" fmla="*/ 1087390 h 1146490"/>
                <a:gd name="connsiteX51" fmla="*/ 88850 w 338897"/>
                <a:gd name="connsiteY51" fmla="*/ 1144701 h 1146490"/>
                <a:gd name="connsiteX52" fmla="*/ 84059 w 338897"/>
                <a:gd name="connsiteY52" fmla="*/ 1144103 h 1146490"/>
                <a:gd name="connsiteX53" fmla="*/ 80551 w 338897"/>
                <a:gd name="connsiteY53" fmla="*/ 1086449 h 1146490"/>
                <a:gd name="connsiteX54" fmla="*/ 71656 w 338897"/>
                <a:gd name="connsiteY54" fmla="*/ 1048469 h 1146490"/>
                <a:gd name="connsiteX55" fmla="*/ 90646 w 338897"/>
                <a:gd name="connsiteY55" fmla="*/ 1026571 h 1146490"/>
                <a:gd name="connsiteX56" fmla="*/ 93554 w 338897"/>
                <a:gd name="connsiteY56" fmla="*/ 1012971 h 1146490"/>
                <a:gd name="connsiteX57" fmla="*/ 95179 w 338897"/>
                <a:gd name="connsiteY57" fmla="*/ 992356 h 1146490"/>
                <a:gd name="connsiteX58" fmla="*/ 78071 w 338897"/>
                <a:gd name="connsiteY58" fmla="*/ 889708 h 1146490"/>
                <a:gd name="connsiteX59" fmla="*/ 76788 w 338897"/>
                <a:gd name="connsiteY59" fmla="*/ 811183 h 1146490"/>
                <a:gd name="connsiteX60" fmla="*/ 82520 w 338897"/>
                <a:gd name="connsiteY60" fmla="*/ 774144 h 1146490"/>
                <a:gd name="connsiteX61" fmla="*/ 80467 w 338897"/>
                <a:gd name="connsiteY61" fmla="*/ 755411 h 1146490"/>
                <a:gd name="connsiteX62" fmla="*/ 80467 w 338897"/>
                <a:gd name="connsiteY62" fmla="*/ 758662 h 1146490"/>
                <a:gd name="connsiteX63" fmla="*/ 69518 w 338897"/>
                <a:gd name="connsiteY63" fmla="*/ 755326 h 1146490"/>
                <a:gd name="connsiteX64" fmla="*/ 71399 w 338897"/>
                <a:gd name="connsiteY64" fmla="*/ 746772 h 1146490"/>
                <a:gd name="connsiteX65" fmla="*/ 76190 w 338897"/>
                <a:gd name="connsiteY65" fmla="*/ 697330 h 1146490"/>
                <a:gd name="connsiteX66" fmla="*/ 79012 w 338897"/>
                <a:gd name="connsiteY66" fmla="*/ 625562 h 1146490"/>
                <a:gd name="connsiteX67" fmla="*/ 45737 w 338897"/>
                <a:gd name="connsiteY67" fmla="*/ 571416 h 1146490"/>
                <a:gd name="connsiteX68" fmla="*/ 61904 w 338897"/>
                <a:gd name="connsiteY68" fmla="*/ 427453 h 1146490"/>
                <a:gd name="connsiteX69" fmla="*/ 58568 w 338897"/>
                <a:gd name="connsiteY69" fmla="*/ 422235 h 1146490"/>
                <a:gd name="connsiteX70" fmla="*/ 53779 w 338897"/>
                <a:gd name="connsiteY70" fmla="*/ 412226 h 1146490"/>
                <a:gd name="connsiteX71" fmla="*/ 52495 w 338897"/>
                <a:gd name="connsiteY71" fmla="*/ 402390 h 1146490"/>
                <a:gd name="connsiteX72" fmla="*/ 52324 w 338897"/>
                <a:gd name="connsiteY72" fmla="*/ 401021 h 1146490"/>
                <a:gd name="connsiteX73" fmla="*/ 50869 w 338897"/>
                <a:gd name="connsiteY73" fmla="*/ 396060 h 1146490"/>
                <a:gd name="connsiteX74" fmla="*/ 8100 w 338897"/>
                <a:gd name="connsiteY74" fmla="*/ 380406 h 1146490"/>
                <a:gd name="connsiteX75" fmla="*/ 1427 w 338897"/>
                <a:gd name="connsiteY75" fmla="*/ 335754 h 1146490"/>
                <a:gd name="connsiteX76" fmla="*/ 22300 w 338897"/>
                <a:gd name="connsiteY76" fmla="*/ 254492 h 1146490"/>
                <a:gd name="connsiteX77" fmla="*/ 31366 w 338897"/>
                <a:gd name="connsiteY77" fmla="*/ 222671 h 1146490"/>
                <a:gd name="connsiteX78" fmla="*/ 31366 w 338897"/>
                <a:gd name="connsiteY78" fmla="*/ 203681 h 1146490"/>
                <a:gd name="connsiteX79" fmla="*/ 51896 w 338897"/>
                <a:gd name="connsiteY79" fmla="*/ 176565 h 1146490"/>
                <a:gd name="connsiteX80" fmla="*/ 51640 w 338897"/>
                <a:gd name="connsiteY80" fmla="*/ 175453 h 1146490"/>
                <a:gd name="connsiteX81" fmla="*/ 46592 w 338897"/>
                <a:gd name="connsiteY81" fmla="*/ 164675 h 1146490"/>
                <a:gd name="connsiteX82" fmla="*/ 57713 w 338897"/>
                <a:gd name="connsiteY82" fmla="*/ 156720 h 1146490"/>
                <a:gd name="connsiteX83" fmla="*/ 51383 w 338897"/>
                <a:gd name="connsiteY83" fmla="*/ 147567 h 1146490"/>
                <a:gd name="connsiteX84" fmla="*/ 53265 w 338897"/>
                <a:gd name="connsiteY84" fmla="*/ 139612 h 1146490"/>
                <a:gd name="connsiteX85" fmla="*/ 46592 w 338897"/>
                <a:gd name="connsiteY85" fmla="*/ 127551 h 1146490"/>
                <a:gd name="connsiteX86" fmla="*/ 48817 w 338897"/>
                <a:gd name="connsiteY86" fmla="*/ 113608 h 1146490"/>
                <a:gd name="connsiteX87" fmla="*/ 49757 w 338897"/>
                <a:gd name="connsiteY87" fmla="*/ 97784 h 1146490"/>
                <a:gd name="connsiteX88" fmla="*/ 51041 w 338897"/>
                <a:gd name="connsiteY88" fmla="*/ 79392 h 1146490"/>
                <a:gd name="connsiteX89" fmla="*/ 62417 w 338897"/>
                <a:gd name="connsiteY89" fmla="*/ 41413 h 1146490"/>
                <a:gd name="connsiteX90" fmla="*/ 93468 w 338897"/>
                <a:gd name="connsiteY90" fmla="*/ 24305 h 1146490"/>
                <a:gd name="connsiteX91" fmla="*/ 171053 w 338897"/>
                <a:gd name="connsiteY91" fmla="*/ 2150 h 1146490"/>
                <a:gd name="connsiteX92" fmla="*/ 197998 w 338897"/>
                <a:gd name="connsiteY92" fmla="*/ 11987 h 1146490"/>
                <a:gd name="connsiteX93" fmla="*/ 209374 w 338897"/>
                <a:gd name="connsiteY93" fmla="*/ 26272 h 1146490"/>
                <a:gd name="connsiteX94" fmla="*/ 220495 w 338897"/>
                <a:gd name="connsiteY94" fmla="*/ 43723 h 1146490"/>
                <a:gd name="connsiteX95" fmla="*/ 226825 w 338897"/>
                <a:gd name="connsiteY95" fmla="*/ 59889 h 1146490"/>
                <a:gd name="connsiteX96" fmla="*/ 228450 w 338897"/>
                <a:gd name="connsiteY96" fmla="*/ 67502 h 1146490"/>
                <a:gd name="connsiteX97" fmla="*/ 233240 w 338897"/>
                <a:gd name="connsiteY97" fmla="*/ 65278 h 1146490"/>
                <a:gd name="connsiteX98" fmla="*/ 229733 w 338897"/>
                <a:gd name="connsiteY98" fmla="*/ 70325 h 1146490"/>
                <a:gd name="connsiteX99" fmla="*/ 227509 w 338897"/>
                <a:gd name="connsiteY99" fmla="*/ 76056 h 1146490"/>
                <a:gd name="connsiteX100" fmla="*/ 231700 w 338897"/>
                <a:gd name="connsiteY100" fmla="*/ 76399 h 1146490"/>
                <a:gd name="connsiteX101" fmla="*/ 228193 w 338897"/>
                <a:gd name="connsiteY101" fmla="*/ 78280 h 1146490"/>
                <a:gd name="connsiteX102" fmla="*/ 240853 w 338897"/>
                <a:gd name="connsiteY102" fmla="*/ 91283 h 1146490"/>
                <a:gd name="connsiteX103" fmla="*/ 235122 w 338897"/>
                <a:gd name="connsiteY103" fmla="*/ 103343 h 1146490"/>
                <a:gd name="connsiteX104" fmla="*/ 238885 w 338897"/>
                <a:gd name="connsiteY104" fmla="*/ 110272 h 1146490"/>
                <a:gd name="connsiteX105" fmla="*/ 239485 w 338897"/>
                <a:gd name="connsiteY105" fmla="*/ 117885 h 1146490"/>
                <a:gd name="connsiteX106" fmla="*/ 239827 w 338897"/>
                <a:gd name="connsiteY106" fmla="*/ 123616 h 1146490"/>
                <a:gd name="connsiteX107" fmla="*/ 238885 w 338897"/>
                <a:gd name="connsiteY107" fmla="*/ 131571 h 1146490"/>
                <a:gd name="connsiteX108" fmla="*/ 234779 w 338897"/>
                <a:gd name="connsiteY108" fmla="*/ 147054 h 1146490"/>
                <a:gd name="connsiteX109" fmla="*/ 205269 w 338897"/>
                <a:gd name="connsiteY109" fmla="*/ 150818 h 1146490"/>
                <a:gd name="connsiteX110" fmla="*/ 190042 w 338897"/>
                <a:gd name="connsiteY110" fmla="*/ 163478 h 1146490"/>
                <a:gd name="connsiteX111" fmla="*/ 188588 w 338897"/>
                <a:gd name="connsiteY111" fmla="*/ 179217 h 1146490"/>
                <a:gd name="connsiteX112" fmla="*/ 188588 w 338897"/>
                <a:gd name="connsiteY112" fmla="*/ 178961 h 1146490"/>
                <a:gd name="connsiteX113" fmla="*/ 210487 w 338897"/>
                <a:gd name="connsiteY113" fmla="*/ 200345 h 1146490"/>
                <a:gd name="connsiteX114" fmla="*/ 216645 w 338897"/>
                <a:gd name="connsiteY114" fmla="*/ 212663 h 1146490"/>
                <a:gd name="connsiteX115" fmla="*/ 219040 w 338897"/>
                <a:gd name="connsiteY115" fmla="*/ 237384 h 1146490"/>
                <a:gd name="connsiteX116" fmla="*/ 233753 w 338897"/>
                <a:gd name="connsiteY116" fmla="*/ 273995 h 1146490"/>
                <a:gd name="connsiteX117" fmla="*/ 225713 w 338897"/>
                <a:gd name="connsiteY117" fmla="*/ 332418 h 1146490"/>
                <a:gd name="connsiteX118" fmla="*/ 219981 w 338897"/>
                <a:gd name="connsiteY118" fmla="*/ 352862 h 1146490"/>
                <a:gd name="connsiteX119" fmla="*/ 219896 w 338897"/>
                <a:gd name="connsiteY119" fmla="*/ 366634 h 1146490"/>
                <a:gd name="connsiteX120" fmla="*/ 240425 w 338897"/>
                <a:gd name="connsiteY120" fmla="*/ 367746 h 1146490"/>
                <a:gd name="connsiteX121" fmla="*/ 266686 w 338897"/>
                <a:gd name="connsiteY121" fmla="*/ 366463 h 1146490"/>
                <a:gd name="connsiteX122" fmla="*/ 266087 w 338897"/>
                <a:gd name="connsiteY122" fmla="*/ 374418 h 1146490"/>
                <a:gd name="connsiteX123" fmla="*/ 243933 w 338897"/>
                <a:gd name="connsiteY123" fmla="*/ 377926 h 1146490"/>
                <a:gd name="connsiteX124" fmla="*/ 235036 w 338897"/>
                <a:gd name="connsiteY124" fmla="*/ 386137 h 1146490"/>
                <a:gd name="connsiteX125" fmla="*/ 237517 w 338897"/>
                <a:gd name="connsiteY125" fmla="*/ 388618 h 1146490"/>
                <a:gd name="connsiteX126" fmla="*/ 237517 w 338897"/>
                <a:gd name="connsiteY126" fmla="*/ 388618 h 1146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</a:cxnLst>
              <a:rect l="l" t="t" r="r" b="b"/>
              <a:pathLst>
                <a:path w="338897" h="1146490">
                  <a:moveTo>
                    <a:pt x="237859" y="388960"/>
                  </a:moveTo>
                  <a:cubicBezTo>
                    <a:pt x="243762" y="388703"/>
                    <a:pt x="257191" y="388019"/>
                    <a:pt x="264890" y="386993"/>
                  </a:cubicBezTo>
                  <a:cubicBezTo>
                    <a:pt x="266087" y="386223"/>
                    <a:pt x="267627" y="385624"/>
                    <a:pt x="269338" y="385538"/>
                  </a:cubicBezTo>
                  <a:cubicBezTo>
                    <a:pt x="272931" y="383058"/>
                    <a:pt x="276010" y="376385"/>
                    <a:pt x="278747" y="371510"/>
                  </a:cubicBezTo>
                  <a:cubicBezTo>
                    <a:pt x="281569" y="366463"/>
                    <a:pt x="284478" y="364838"/>
                    <a:pt x="286958" y="363897"/>
                  </a:cubicBezTo>
                  <a:cubicBezTo>
                    <a:pt x="289439" y="362956"/>
                    <a:pt x="291407" y="360390"/>
                    <a:pt x="295171" y="355942"/>
                  </a:cubicBezTo>
                  <a:cubicBezTo>
                    <a:pt x="298934" y="351494"/>
                    <a:pt x="307488" y="347388"/>
                    <a:pt x="310653" y="349269"/>
                  </a:cubicBezTo>
                  <a:cubicBezTo>
                    <a:pt x="313818" y="351152"/>
                    <a:pt x="317582" y="353033"/>
                    <a:pt x="320148" y="355942"/>
                  </a:cubicBezTo>
                  <a:cubicBezTo>
                    <a:pt x="322714" y="358764"/>
                    <a:pt x="321431" y="361331"/>
                    <a:pt x="325537" y="363554"/>
                  </a:cubicBezTo>
                  <a:cubicBezTo>
                    <a:pt x="329644" y="365779"/>
                    <a:pt x="328702" y="370483"/>
                    <a:pt x="331268" y="371766"/>
                  </a:cubicBezTo>
                  <a:cubicBezTo>
                    <a:pt x="333749" y="373050"/>
                    <a:pt x="334433" y="371766"/>
                    <a:pt x="337256" y="375274"/>
                  </a:cubicBezTo>
                  <a:cubicBezTo>
                    <a:pt x="340079" y="378781"/>
                    <a:pt x="339138" y="387591"/>
                    <a:pt x="335374" y="393323"/>
                  </a:cubicBezTo>
                  <a:cubicBezTo>
                    <a:pt x="331611" y="399054"/>
                    <a:pt x="322030" y="404357"/>
                    <a:pt x="315101" y="409147"/>
                  </a:cubicBezTo>
                  <a:cubicBezTo>
                    <a:pt x="308429" y="413681"/>
                    <a:pt x="296026" y="412997"/>
                    <a:pt x="291065" y="412911"/>
                  </a:cubicBezTo>
                  <a:lnTo>
                    <a:pt x="289953" y="413424"/>
                  </a:lnTo>
                  <a:cubicBezTo>
                    <a:pt x="288070" y="424117"/>
                    <a:pt x="281912" y="431730"/>
                    <a:pt x="281228" y="433355"/>
                  </a:cubicBezTo>
                  <a:lnTo>
                    <a:pt x="281057" y="433355"/>
                  </a:lnTo>
                  <a:cubicBezTo>
                    <a:pt x="281057" y="433355"/>
                    <a:pt x="280629" y="434039"/>
                    <a:pt x="280629" y="434039"/>
                  </a:cubicBezTo>
                  <a:cubicBezTo>
                    <a:pt x="280629" y="434039"/>
                    <a:pt x="272075" y="437803"/>
                    <a:pt x="261126" y="436862"/>
                  </a:cubicBezTo>
                  <a:cubicBezTo>
                    <a:pt x="250861" y="436007"/>
                    <a:pt x="215276" y="443021"/>
                    <a:pt x="210743" y="443876"/>
                  </a:cubicBezTo>
                  <a:cubicBezTo>
                    <a:pt x="210743" y="451575"/>
                    <a:pt x="210829" y="460813"/>
                    <a:pt x="211256" y="468939"/>
                  </a:cubicBezTo>
                  <a:cubicBezTo>
                    <a:pt x="211684" y="479888"/>
                    <a:pt x="214592" y="481257"/>
                    <a:pt x="212711" y="485534"/>
                  </a:cubicBezTo>
                  <a:cubicBezTo>
                    <a:pt x="210829" y="489811"/>
                    <a:pt x="206038" y="491693"/>
                    <a:pt x="209374" y="493575"/>
                  </a:cubicBezTo>
                  <a:cubicBezTo>
                    <a:pt x="212711" y="495457"/>
                    <a:pt x="216047" y="495970"/>
                    <a:pt x="212197" y="500247"/>
                  </a:cubicBezTo>
                  <a:cubicBezTo>
                    <a:pt x="208434" y="504524"/>
                    <a:pt x="213651" y="506919"/>
                    <a:pt x="215020" y="510255"/>
                  </a:cubicBezTo>
                  <a:lnTo>
                    <a:pt x="215447" y="511623"/>
                  </a:lnTo>
                  <a:cubicBezTo>
                    <a:pt x="218271" y="515644"/>
                    <a:pt x="219297" y="526336"/>
                    <a:pt x="219639" y="534976"/>
                  </a:cubicBezTo>
                  <a:cubicBezTo>
                    <a:pt x="221436" y="547379"/>
                    <a:pt x="223061" y="562177"/>
                    <a:pt x="223061" y="573469"/>
                  </a:cubicBezTo>
                  <a:cubicBezTo>
                    <a:pt x="223061" y="596222"/>
                    <a:pt x="220238" y="615725"/>
                    <a:pt x="222120" y="629497"/>
                  </a:cubicBezTo>
                  <a:cubicBezTo>
                    <a:pt x="224001" y="643269"/>
                    <a:pt x="238715" y="718373"/>
                    <a:pt x="238715" y="728808"/>
                  </a:cubicBezTo>
                  <a:cubicBezTo>
                    <a:pt x="238715" y="729407"/>
                    <a:pt x="237346" y="729322"/>
                    <a:pt x="234951" y="728980"/>
                  </a:cubicBezTo>
                  <a:cubicBezTo>
                    <a:pt x="235806" y="740271"/>
                    <a:pt x="234951" y="747114"/>
                    <a:pt x="232641" y="753358"/>
                  </a:cubicBezTo>
                  <a:cubicBezTo>
                    <a:pt x="229819" y="761313"/>
                    <a:pt x="229476" y="764393"/>
                    <a:pt x="228878" y="771065"/>
                  </a:cubicBezTo>
                  <a:cubicBezTo>
                    <a:pt x="228278" y="777737"/>
                    <a:pt x="225370" y="785008"/>
                    <a:pt x="222889" y="789712"/>
                  </a:cubicBezTo>
                  <a:cubicBezTo>
                    <a:pt x="220324" y="794503"/>
                    <a:pt x="215619" y="815374"/>
                    <a:pt x="210829" y="839753"/>
                  </a:cubicBezTo>
                  <a:cubicBezTo>
                    <a:pt x="206038" y="864132"/>
                    <a:pt x="183627" y="987993"/>
                    <a:pt x="184226" y="1000995"/>
                  </a:cubicBezTo>
                  <a:cubicBezTo>
                    <a:pt x="187990" y="1003219"/>
                    <a:pt x="193721" y="1005443"/>
                    <a:pt x="193122" y="1010490"/>
                  </a:cubicBezTo>
                  <a:cubicBezTo>
                    <a:pt x="192523" y="1015537"/>
                    <a:pt x="191497" y="1036751"/>
                    <a:pt x="192780" y="1042482"/>
                  </a:cubicBezTo>
                  <a:cubicBezTo>
                    <a:pt x="194063" y="1048213"/>
                    <a:pt x="194662" y="1052661"/>
                    <a:pt x="195603" y="1055142"/>
                  </a:cubicBezTo>
                  <a:cubicBezTo>
                    <a:pt x="196544" y="1057708"/>
                    <a:pt x="201676" y="1063353"/>
                    <a:pt x="203216" y="1069684"/>
                  </a:cubicBezTo>
                  <a:cubicBezTo>
                    <a:pt x="204841" y="1076013"/>
                    <a:pt x="208006" y="1083028"/>
                    <a:pt x="209546" y="1085166"/>
                  </a:cubicBezTo>
                  <a:cubicBezTo>
                    <a:pt x="211170" y="1087390"/>
                    <a:pt x="214335" y="1092779"/>
                    <a:pt x="219639" y="1095260"/>
                  </a:cubicBezTo>
                  <a:cubicBezTo>
                    <a:pt x="225028" y="1097826"/>
                    <a:pt x="233924" y="1099109"/>
                    <a:pt x="236405" y="1098425"/>
                  </a:cubicBezTo>
                  <a:cubicBezTo>
                    <a:pt x="238971" y="1097826"/>
                    <a:pt x="247183" y="1098083"/>
                    <a:pt x="245301" y="1109545"/>
                  </a:cubicBezTo>
                  <a:cubicBezTo>
                    <a:pt x="243419" y="1120922"/>
                    <a:pt x="235464" y="1135207"/>
                    <a:pt x="214592" y="1138030"/>
                  </a:cubicBezTo>
                  <a:cubicBezTo>
                    <a:pt x="193721" y="1140853"/>
                    <a:pt x="181317" y="1139312"/>
                    <a:pt x="179778" y="1140254"/>
                  </a:cubicBezTo>
                  <a:cubicBezTo>
                    <a:pt x="178152" y="1141195"/>
                    <a:pt x="170625" y="1145300"/>
                    <a:pt x="165835" y="1145985"/>
                  </a:cubicBezTo>
                  <a:cubicBezTo>
                    <a:pt x="161044" y="1146584"/>
                    <a:pt x="143680" y="1146926"/>
                    <a:pt x="137008" y="1145386"/>
                  </a:cubicBezTo>
                  <a:cubicBezTo>
                    <a:pt x="130336" y="1143846"/>
                    <a:pt x="131619" y="1136832"/>
                    <a:pt x="128796" y="1130160"/>
                  </a:cubicBezTo>
                  <a:cubicBezTo>
                    <a:pt x="125973" y="1123488"/>
                    <a:pt x="121183" y="1110229"/>
                    <a:pt x="115452" y="1101932"/>
                  </a:cubicBezTo>
                  <a:cubicBezTo>
                    <a:pt x="109721" y="1093720"/>
                    <a:pt x="93298" y="1072164"/>
                    <a:pt x="90731" y="1087390"/>
                  </a:cubicBezTo>
                  <a:cubicBezTo>
                    <a:pt x="88250" y="1102616"/>
                    <a:pt x="88850" y="1144701"/>
                    <a:pt x="88850" y="1144701"/>
                  </a:cubicBezTo>
                  <a:cubicBezTo>
                    <a:pt x="88850" y="1144701"/>
                    <a:pt x="84744" y="1146926"/>
                    <a:pt x="84059" y="1144103"/>
                  </a:cubicBezTo>
                  <a:cubicBezTo>
                    <a:pt x="83461" y="1135207"/>
                    <a:pt x="83717" y="1096885"/>
                    <a:pt x="80551" y="1086449"/>
                  </a:cubicBezTo>
                  <a:cubicBezTo>
                    <a:pt x="77387" y="1076013"/>
                    <a:pt x="67208" y="1059248"/>
                    <a:pt x="71656" y="1048469"/>
                  </a:cubicBezTo>
                  <a:cubicBezTo>
                    <a:pt x="76104" y="1037691"/>
                    <a:pt x="85599" y="1031020"/>
                    <a:pt x="90646" y="1026571"/>
                  </a:cubicBezTo>
                  <a:cubicBezTo>
                    <a:pt x="95692" y="1022124"/>
                    <a:pt x="95094" y="1017419"/>
                    <a:pt x="93554" y="1012971"/>
                  </a:cubicBezTo>
                  <a:cubicBezTo>
                    <a:pt x="91929" y="1008523"/>
                    <a:pt x="95179" y="998771"/>
                    <a:pt x="95179" y="992356"/>
                  </a:cubicBezTo>
                  <a:cubicBezTo>
                    <a:pt x="95179" y="985940"/>
                    <a:pt x="84401" y="927773"/>
                    <a:pt x="78071" y="889708"/>
                  </a:cubicBezTo>
                  <a:cubicBezTo>
                    <a:pt x="71742" y="851729"/>
                    <a:pt x="73025" y="826409"/>
                    <a:pt x="76788" y="811183"/>
                  </a:cubicBezTo>
                  <a:cubicBezTo>
                    <a:pt x="80551" y="795957"/>
                    <a:pt x="83118" y="784238"/>
                    <a:pt x="82520" y="774144"/>
                  </a:cubicBezTo>
                  <a:cubicBezTo>
                    <a:pt x="82092" y="767215"/>
                    <a:pt x="81065" y="759517"/>
                    <a:pt x="80467" y="755411"/>
                  </a:cubicBezTo>
                  <a:lnTo>
                    <a:pt x="80467" y="758662"/>
                  </a:lnTo>
                  <a:cubicBezTo>
                    <a:pt x="80467" y="758662"/>
                    <a:pt x="73795" y="758662"/>
                    <a:pt x="69518" y="755326"/>
                  </a:cubicBezTo>
                  <a:cubicBezTo>
                    <a:pt x="69518" y="755326"/>
                    <a:pt x="69004" y="755753"/>
                    <a:pt x="71399" y="746772"/>
                  </a:cubicBezTo>
                  <a:cubicBezTo>
                    <a:pt x="73795" y="737705"/>
                    <a:pt x="74735" y="718287"/>
                    <a:pt x="76190" y="697330"/>
                  </a:cubicBezTo>
                  <a:cubicBezTo>
                    <a:pt x="77643" y="676458"/>
                    <a:pt x="83289" y="634116"/>
                    <a:pt x="79012" y="625562"/>
                  </a:cubicBezTo>
                  <a:cubicBezTo>
                    <a:pt x="74735" y="617008"/>
                    <a:pt x="55746" y="588011"/>
                    <a:pt x="45737" y="571416"/>
                  </a:cubicBezTo>
                  <a:cubicBezTo>
                    <a:pt x="35729" y="554821"/>
                    <a:pt x="7758" y="494944"/>
                    <a:pt x="61904" y="427453"/>
                  </a:cubicBezTo>
                  <a:cubicBezTo>
                    <a:pt x="61904" y="427453"/>
                    <a:pt x="58568" y="427453"/>
                    <a:pt x="58568" y="422235"/>
                  </a:cubicBezTo>
                  <a:cubicBezTo>
                    <a:pt x="58568" y="417017"/>
                    <a:pt x="55746" y="417445"/>
                    <a:pt x="53779" y="412226"/>
                  </a:cubicBezTo>
                  <a:cubicBezTo>
                    <a:pt x="52751" y="409490"/>
                    <a:pt x="52667" y="405640"/>
                    <a:pt x="52495" y="402390"/>
                  </a:cubicBezTo>
                  <a:lnTo>
                    <a:pt x="52324" y="401021"/>
                  </a:lnTo>
                  <a:cubicBezTo>
                    <a:pt x="52324" y="398455"/>
                    <a:pt x="50869" y="396060"/>
                    <a:pt x="50869" y="396060"/>
                  </a:cubicBezTo>
                  <a:cubicBezTo>
                    <a:pt x="48474" y="394178"/>
                    <a:pt x="16654" y="386565"/>
                    <a:pt x="8100" y="380406"/>
                  </a:cubicBezTo>
                  <a:cubicBezTo>
                    <a:pt x="-454" y="374162"/>
                    <a:pt x="-1395" y="360903"/>
                    <a:pt x="1427" y="335754"/>
                  </a:cubicBezTo>
                  <a:cubicBezTo>
                    <a:pt x="4251" y="310605"/>
                    <a:pt x="18023" y="264928"/>
                    <a:pt x="22300" y="254492"/>
                  </a:cubicBezTo>
                  <a:cubicBezTo>
                    <a:pt x="26577" y="244056"/>
                    <a:pt x="31366" y="229258"/>
                    <a:pt x="31366" y="222671"/>
                  </a:cubicBezTo>
                  <a:cubicBezTo>
                    <a:pt x="31366" y="216084"/>
                    <a:pt x="28031" y="215058"/>
                    <a:pt x="31366" y="203681"/>
                  </a:cubicBezTo>
                  <a:cubicBezTo>
                    <a:pt x="34532" y="192818"/>
                    <a:pt x="42487" y="183237"/>
                    <a:pt x="51896" y="176565"/>
                  </a:cubicBezTo>
                  <a:lnTo>
                    <a:pt x="51640" y="175453"/>
                  </a:lnTo>
                  <a:cubicBezTo>
                    <a:pt x="56087" y="172631"/>
                    <a:pt x="52581" y="171005"/>
                    <a:pt x="46592" y="164675"/>
                  </a:cubicBezTo>
                  <a:cubicBezTo>
                    <a:pt x="40605" y="158345"/>
                    <a:pt x="51982" y="160911"/>
                    <a:pt x="57713" y="156720"/>
                  </a:cubicBezTo>
                  <a:cubicBezTo>
                    <a:pt x="63444" y="152614"/>
                    <a:pt x="54548" y="150733"/>
                    <a:pt x="51383" y="147567"/>
                  </a:cubicBezTo>
                  <a:cubicBezTo>
                    <a:pt x="48218" y="144402"/>
                    <a:pt x="49502" y="143119"/>
                    <a:pt x="53265" y="139612"/>
                  </a:cubicBezTo>
                  <a:cubicBezTo>
                    <a:pt x="57028" y="136105"/>
                    <a:pt x="51041" y="133625"/>
                    <a:pt x="46592" y="127551"/>
                  </a:cubicBezTo>
                  <a:cubicBezTo>
                    <a:pt x="42144" y="121563"/>
                    <a:pt x="41546" y="116174"/>
                    <a:pt x="48817" y="113608"/>
                  </a:cubicBezTo>
                  <a:cubicBezTo>
                    <a:pt x="56087" y="111128"/>
                    <a:pt x="51982" y="101290"/>
                    <a:pt x="49757" y="97784"/>
                  </a:cubicBezTo>
                  <a:cubicBezTo>
                    <a:pt x="47533" y="94276"/>
                    <a:pt x="48218" y="84439"/>
                    <a:pt x="51041" y="79392"/>
                  </a:cubicBezTo>
                  <a:cubicBezTo>
                    <a:pt x="53863" y="74345"/>
                    <a:pt x="54206" y="59462"/>
                    <a:pt x="62417" y="41413"/>
                  </a:cubicBezTo>
                  <a:cubicBezTo>
                    <a:pt x="70630" y="23364"/>
                    <a:pt x="88678" y="24305"/>
                    <a:pt x="93468" y="24305"/>
                  </a:cubicBezTo>
                  <a:cubicBezTo>
                    <a:pt x="121611" y="-8286"/>
                    <a:pt x="155827" y="867"/>
                    <a:pt x="171053" y="2150"/>
                  </a:cubicBezTo>
                  <a:cubicBezTo>
                    <a:pt x="186279" y="3433"/>
                    <a:pt x="192267" y="7881"/>
                    <a:pt x="197998" y="11987"/>
                  </a:cubicBezTo>
                  <a:cubicBezTo>
                    <a:pt x="203729" y="16093"/>
                    <a:pt x="208776" y="23364"/>
                    <a:pt x="209374" y="26272"/>
                  </a:cubicBezTo>
                  <a:cubicBezTo>
                    <a:pt x="212197" y="29437"/>
                    <a:pt x="214421" y="32944"/>
                    <a:pt x="220495" y="43723"/>
                  </a:cubicBezTo>
                  <a:cubicBezTo>
                    <a:pt x="226482" y="54501"/>
                    <a:pt x="226482" y="57323"/>
                    <a:pt x="226825" y="59889"/>
                  </a:cubicBezTo>
                  <a:cubicBezTo>
                    <a:pt x="227166" y="62456"/>
                    <a:pt x="226482" y="66818"/>
                    <a:pt x="228450" y="67502"/>
                  </a:cubicBezTo>
                  <a:cubicBezTo>
                    <a:pt x="230331" y="68101"/>
                    <a:pt x="232214" y="66561"/>
                    <a:pt x="233240" y="65278"/>
                  </a:cubicBezTo>
                  <a:cubicBezTo>
                    <a:pt x="233240" y="66903"/>
                    <a:pt x="232898" y="69726"/>
                    <a:pt x="229733" y="70325"/>
                  </a:cubicBezTo>
                  <a:cubicBezTo>
                    <a:pt x="226568" y="71010"/>
                    <a:pt x="226910" y="73490"/>
                    <a:pt x="227509" y="76056"/>
                  </a:cubicBezTo>
                  <a:lnTo>
                    <a:pt x="231700" y="76399"/>
                  </a:lnTo>
                  <a:cubicBezTo>
                    <a:pt x="229819" y="76142"/>
                    <a:pt x="228193" y="78280"/>
                    <a:pt x="228193" y="78280"/>
                  </a:cubicBezTo>
                  <a:cubicBezTo>
                    <a:pt x="229135" y="81445"/>
                    <a:pt x="234181" y="87433"/>
                    <a:pt x="240853" y="91283"/>
                  </a:cubicBezTo>
                  <a:cubicBezTo>
                    <a:pt x="247525" y="95046"/>
                    <a:pt x="237346" y="101376"/>
                    <a:pt x="235122" y="103343"/>
                  </a:cubicBezTo>
                  <a:cubicBezTo>
                    <a:pt x="232898" y="105225"/>
                    <a:pt x="235464" y="107449"/>
                    <a:pt x="238885" y="110272"/>
                  </a:cubicBezTo>
                  <a:cubicBezTo>
                    <a:pt x="242393" y="113095"/>
                    <a:pt x="239485" y="117885"/>
                    <a:pt x="239485" y="117885"/>
                  </a:cubicBezTo>
                  <a:cubicBezTo>
                    <a:pt x="239485" y="117885"/>
                    <a:pt x="238201" y="121991"/>
                    <a:pt x="239827" y="123616"/>
                  </a:cubicBezTo>
                  <a:cubicBezTo>
                    <a:pt x="243333" y="126781"/>
                    <a:pt x="241709" y="130545"/>
                    <a:pt x="238885" y="131571"/>
                  </a:cubicBezTo>
                  <a:cubicBezTo>
                    <a:pt x="236063" y="132513"/>
                    <a:pt x="235379" y="137559"/>
                    <a:pt x="234779" y="147054"/>
                  </a:cubicBezTo>
                  <a:cubicBezTo>
                    <a:pt x="234181" y="156549"/>
                    <a:pt x="213566" y="152101"/>
                    <a:pt x="205269" y="150818"/>
                  </a:cubicBezTo>
                  <a:cubicBezTo>
                    <a:pt x="197057" y="149535"/>
                    <a:pt x="192609" y="157746"/>
                    <a:pt x="190042" y="163478"/>
                  </a:cubicBezTo>
                  <a:cubicBezTo>
                    <a:pt x="188588" y="166814"/>
                    <a:pt x="188161" y="172288"/>
                    <a:pt x="188588" y="179217"/>
                  </a:cubicBezTo>
                  <a:lnTo>
                    <a:pt x="188588" y="178961"/>
                  </a:lnTo>
                  <a:cubicBezTo>
                    <a:pt x="188588" y="178961"/>
                    <a:pt x="204328" y="194186"/>
                    <a:pt x="210487" y="200345"/>
                  </a:cubicBezTo>
                  <a:cubicBezTo>
                    <a:pt x="216645" y="206504"/>
                    <a:pt x="213395" y="207445"/>
                    <a:pt x="216645" y="212663"/>
                  </a:cubicBezTo>
                  <a:cubicBezTo>
                    <a:pt x="219981" y="217881"/>
                    <a:pt x="219469" y="229258"/>
                    <a:pt x="219040" y="237384"/>
                  </a:cubicBezTo>
                  <a:cubicBezTo>
                    <a:pt x="218612" y="245424"/>
                    <a:pt x="221436" y="249787"/>
                    <a:pt x="233753" y="273995"/>
                  </a:cubicBezTo>
                  <a:cubicBezTo>
                    <a:pt x="246071" y="298203"/>
                    <a:pt x="230417" y="322923"/>
                    <a:pt x="225713" y="332418"/>
                  </a:cubicBezTo>
                  <a:cubicBezTo>
                    <a:pt x="220922" y="341913"/>
                    <a:pt x="220922" y="337636"/>
                    <a:pt x="219981" y="352862"/>
                  </a:cubicBezTo>
                  <a:cubicBezTo>
                    <a:pt x="219724" y="356541"/>
                    <a:pt x="219724" y="361331"/>
                    <a:pt x="219896" y="366634"/>
                  </a:cubicBezTo>
                  <a:cubicBezTo>
                    <a:pt x="226654" y="367404"/>
                    <a:pt x="234608" y="368260"/>
                    <a:pt x="240425" y="367746"/>
                  </a:cubicBezTo>
                  <a:cubicBezTo>
                    <a:pt x="248637" y="367147"/>
                    <a:pt x="262238" y="365180"/>
                    <a:pt x="266686" y="366463"/>
                  </a:cubicBezTo>
                  <a:cubicBezTo>
                    <a:pt x="271134" y="367746"/>
                    <a:pt x="270792" y="371852"/>
                    <a:pt x="266087" y="374418"/>
                  </a:cubicBezTo>
                  <a:cubicBezTo>
                    <a:pt x="261296" y="376984"/>
                    <a:pt x="249578" y="378182"/>
                    <a:pt x="243933" y="377926"/>
                  </a:cubicBezTo>
                  <a:cubicBezTo>
                    <a:pt x="238201" y="377583"/>
                    <a:pt x="230931" y="380748"/>
                    <a:pt x="235036" y="386137"/>
                  </a:cubicBezTo>
                  <a:lnTo>
                    <a:pt x="237517" y="388618"/>
                  </a:lnTo>
                  <a:lnTo>
                    <a:pt x="237517" y="388618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A3A7F090-8E9D-9894-A91C-8C90B814EF9D}"/>
                </a:ext>
              </a:extLst>
            </p:cNvPr>
            <p:cNvSpPr/>
            <p:nvPr/>
          </p:nvSpPr>
          <p:spPr>
            <a:xfrm>
              <a:off x="7598291" y="4214946"/>
              <a:ext cx="357972" cy="1237970"/>
            </a:xfrm>
            <a:custGeom>
              <a:avLst/>
              <a:gdLst>
                <a:gd name="connsiteX0" fmla="*/ 347575 w 357972"/>
                <a:gd name="connsiteY0" fmla="*/ 349130 h 1237970"/>
                <a:gd name="connsiteX1" fmla="*/ 352707 w 357972"/>
                <a:gd name="connsiteY1" fmla="*/ 388221 h 1237970"/>
                <a:gd name="connsiteX2" fmla="*/ 357498 w 357972"/>
                <a:gd name="connsiteY2" fmla="*/ 413028 h 1237970"/>
                <a:gd name="connsiteX3" fmla="*/ 349799 w 357972"/>
                <a:gd name="connsiteY3" fmla="*/ 433814 h 1237970"/>
                <a:gd name="connsiteX4" fmla="*/ 341758 w 357972"/>
                <a:gd name="connsiteY4" fmla="*/ 445875 h 1237970"/>
                <a:gd name="connsiteX5" fmla="*/ 339962 w 357972"/>
                <a:gd name="connsiteY5" fmla="*/ 478722 h 1237970"/>
                <a:gd name="connsiteX6" fmla="*/ 315155 w 357972"/>
                <a:gd name="connsiteY6" fmla="*/ 503956 h 1237970"/>
                <a:gd name="connsiteX7" fmla="*/ 311819 w 357972"/>
                <a:gd name="connsiteY7" fmla="*/ 526367 h 1237970"/>
                <a:gd name="connsiteX8" fmla="*/ 326447 w 357972"/>
                <a:gd name="connsiteY8" fmla="*/ 558017 h 1237970"/>
                <a:gd name="connsiteX9" fmla="*/ 327217 w 357972"/>
                <a:gd name="connsiteY9" fmla="*/ 623027 h 1237970"/>
                <a:gd name="connsiteX10" fmla="*/ 319946 w 357972"/>
                <a:gd name="connsiteY10" fmla="*/ 749369 h 1237970"/>
                <a:gd name="connsiteX11" fmla="*/ 317037 w 357972"/>
                <a:gd name="connsiteY11" fmla="*/ 802660 h 1237970"/>
                <a:gd name="connsiteX12" fmla="*/ 313359 w 357972"/>
                <a:gd name="connsiteY12" fmla="*/ 888114 h 1237970"/>
                <a:gd name="connsiteX13" fmla="*/ 314129 w 357972"/>
                <a:gd name="connsiteY13" fmla="*/ 950216 h 1237970"/>
                <a:gd name="connsiteX14" fmla="*/ 320715 w 357972"/>
                <a:gd name="connsiteY14" fmla="*/ 1007185 h 1237970"/>
                <a:gd name="connsiteX15" fmla="*/ 335342 w 357972"/>
                <a:gd name="connsiteY15" fmla="*/ 1121124 h 1237970"/>
                <a:gd name="connsiteX16" fmla="*/ 324394 w 357972"/>
                <a:gd name="connsiteY16" fmla="*/ 1141568 h 1237970"/>
                <a:gd name="connsiteX17" fmla="*/ 311990 w 357972"/>
                <a:gd name="connsiteY17" fmla="*/ 1153287 h 1237970"/>
                <a:gd name="connsiteX18" fmla="*/ 320715 w 357972"/>
                <a:gd name="connsiteY18" fmla="*/ 1167914 h 1237970"/>
                <a:gd name="connsiteX19" fmla="*/ 314129 w 357972"/>
                <a:gd name="connsiteY19" fmla="*/ 1193491 h 1237970"/>
                <a:gd name="connsiteX20" fmla="*/ 322170 w 357972"/>
                <a:gd name="connsiteY20" fmla="*/ 1213934 h 1237970"/>
                <a:gd name="connsiteX21" fmla="*/ 317037 w 357972"/>
                <a:gd name="connsiteY21" fmla="*/ 1217612 h 1237970"/>
                <a:gd name="connsiteX22" fmla="*/ 318491 w 357972"/>
                <a:gd name="connsiteY22" fmla="*/ 1227877 h 1237970"/>
                <a:gd name="connsiteX23" fmla="*/ 319175 w 357972"/>
                <a:gd name="connsiteY23" fmla="*/ 1235832 h 1237970"/>
                <a:gd name="connsiteX24" fmla="*/ 314813 w 357972"/>
                <a:gd name="connsiteY24" fmla="*/ 1237971 h 1237970"/>
                <a:gd name="connsiteX25" fmla="*/ 167257 w 357972"/>
                <a:gd name="connsiteY25" fmla="*/ 1237971 h 1237970"/>
                <a:gd name="connsiteX26" fmla="*/ 165034 w 357972"/>
                <a:gd name="connsiteY26" fmla="*/ 1221975 h 1237970"/>
                <a:gd name="connsiteX27" fmla="*/ 134324 w 357972"/>
                <a:gd name="connsiteY27" fmla="*/ 1231555 h 1237970"/>
                <a:gd name="connsiteX28" fmla="*/ 41600 w 357972"/>
                <a:gd name="connsiteY28" fmla="*/ 1228647 h 1237970"/>
                <a:gd name="connsiteX29" fmla="*/ 31421 w 357972"/>
                <a:gd name="connsiteY29" fmla="*/ 1222060 h 1237970"/>
                <a:gd name="connsiteX30" fmla="*/ 35013 w 357972"/>
                <a:gd name="connsiteY30" fmla="*/ 1216244 h 1237970"/>
                <a:gd name="connsiteX31" fmla="*/ 48187 w 357972"/>
                <a:gd name="connsiteY31" fmla="*/ 1203071 h 1237970"/>
                <a:gd name="connsiteX32" fmla="*/ 80350 w 357972"/>
                <a:gd name="connsiteY32" fmla="*/ 1202301 h 1237970"/>
                <a:gd name="connsiteX33" fmla="*/ 108064 w 357972"/>
                <a:gd name="connsiteY33" fmla="*/ 1183311 h 1237970"/>
                <a:gd name="connsiteX34" fmla="*/ 113196 w 357972"/>
                <a:gd name="connsiteY34" fmla="*/ 1176040 h 1237970"/>
                <a:gd name="connsiteX35" fmla="*/ 108834 w 357972"/>
                <a:gd name="connsiteY35" fmla="*/ 1156281 h 1237970"/>
                <a:gd name="connsiteX36" fmla="*/ 131502 w 357972"/>
                <a:gd name="connsiteY36" fmla="*/ 1121210 h 1237970"/>
                <a:gd name="connsiteX37" fmla="*/ 146814 w 357972"/>
                <a:gd name="connsiteY37" fmla="*/ 1040118 h 1237970"/>
                <a:gd name="connsiteX38" fmla="*/ 124146 w 357972"/>
                <a:gd name="connsiteY38" fmla="*/ 957572 h 1237970"/>
                <a:gd name="connsiteX39" fmla="*/ 116105 w 357972"/>
                <a:gd name="connsiteY39" fmla="*/ 829006 h 1237970"/>
                <a:gd name="connsiteX40" fmla="*/ 101478 w 357972"/>
                <a:gd name="connsiteY40" fmla="*/ 752278 h 1237970"/>
                <a:gd name="connsiteX41" fmla="*/ 104386 w 357972"/>
                <a:gd name="connsiteY41" fmla="*/ 642701 h 1237970"/>
                <a:gd name="connsiteX42" fmla="*/ 101478 w 357972"/>
                <a:gd name="connsiteY42" fmla="*/ 632437 h 1237970"/>
                <a:gd name="connsiteX43" fmla="*/ 102932 w 357972"/>
                <a:gd name="connsiteY43" fmla="*/ 593773 h 1237970"/>
                <a:gd name="connsiteX44" fmla="*/ 102932 w 357972"/>
                <a:gd name="connsiteY44" fmla="*/ 573329 h 1237970"/>
                <a:gd name="connsiteX45" fmla="*/ 89759 w 357972"/>
                <a:gd name="connsiteY45" fmla="*/ 560926 h 1237970"/>
                <a:gd name="connsiteX46" fmla="*/ 83600 w 357972"/>
                <a:gd name="connsiteY46" fmla="*/ 546641 h 1237970"/>
                <a:gd name="connsiteX47" fmla="*/ 66407 w 357972"/>
                <a:gd name="connsiteY47" fmla="*/ 536119 h 1237970"/>
                <a:gd name="connsiteX48" fmla="*/ 70855 w 357972"/>
                <a:gd name="connsiteY48" fmla="*/ 507720 h 1237970"/>
                <a:gd name="connsiteX49" fmla="*/ 72137 w 357972"/>
                <a:gd name="connsiteY49" fmla="*/ 499936 h 1237970"/>
                <a:gd name="connsiteX50" fmla="*/ 67519 w 357972"/>
                <a:gd name="connsiteY50" fmla="*/ 499166 h 1237970"/>
                <a:gd name="connsiteX51" fmla="*/ 52891 w 357972"/>
                <a:gd name="connsiteY51" fmla="*/ 496600 h 1237970"/>
                <a:gd name="connsiteX52" fmla="*/ 46134 w 357972"/>
                <a:gd name="connsiteY52" fmla="*/ 494803 h 1237970"/>
                <a:gd name="connsiteX53" fmla="*/ 44252 w 357972"/>
                <a:gd name="connsiteY53" fmla="*/ 493692 h 1237970"/>
                <a:gd name="connsiteX54" fmla="*/ 38948 w 357972"/>
                <a:gd name="connsiteY54" fmla="*/ 486164 h 1237970"/>
                <a:gd name="connsiteX55" fmla="*/ 29453 w 357972"/>
                <a:gd name="connsiteY55" fmla="*/ 483940 h 1237970"/>
                <a:gd name="connsiteX56" fmla="*/ 25347 w 357972"/>
                <a:gd name="connsiteY56" fmla="*/ 476413 h 1237970"/>
                <a:gd name="connsiteX57" fmla="*/ 16109 w 357972"/>
                <a:gd name="connsiteY57" fmla="*/ 472734 h 1237970"/>
                <a:gd name="connsiteX58" fmla="*/ 14912 w 357972"/>
                <a:gd name="connsiteY58" fmla="*/ 466148 h 1237970"/>
                <a:gd name="connsiteX59" fmla="*/ 18077 w 357972"/>
                <a:gd name="connsiteY59" fmla="*/ 458791 h 1237970"/>
                <a:gd name="connsiteX60" fmla="*/ 13457 w 357972"/>
                <a:gd name="connsiteY60" fmla="*/ 457081 h 1237970"/>
                <a:gd name="connsiteX61" fmla="*/ 4732 w 357972"/>
                <a:gd name="connsiteY61" fmla="*/ 454686 h 1237970"/>
                <a:gd name="connsiteX62" fmla="*/ 28 w 357972"/>
                <a:gd name="connsiteY62" fmla="*/ 446132 h 1237970"/>
                <a:gd name="connsiteX63" fmla="*/ 6358 w 357972"/>
                <a:gd name="connsiteY63" fmla="*/ 439887 h 1237970"/>
                <a:gd name="connsiteX64" fmla="*/ 10977 w 357972"/>
                <a:gd name="connsiteY64" fmla="*/ 442710 h 1237970"/>
                <a:gd name="connsiteX65" fmla="*/ 15254 w 357972"/>
                <a:gd name="connsiteY65" fmla="*/ 444164 h 1237970"/>
                <a:gd name="connsiteX66" fmla="*/ 23294 w 357972"/>
                <a:gd name="connsiteY66" fmla="*/ 440486 h 1237970"/>
                <a:gd name="connsiteX67" fmla="*/ 20129 w 357972"/>
                <a:gd name="connsiteY67" fmla="*/ 426885 h 1237970"/>
                <a:gd name="connsiteX68" fmla="*/ 5502 w 357972"/>
                <a:gd name="connsiteY68" fmla="*/ 410547 h 1237970"/>
                <a:gd name="connsiteX69" fmla="*/ 9351 w 357972"/>
                <a:gd name="connsiteY69" fmla="*/ 400539 h 1237970"/>
                <a:gd name="connsiteX70" fmla="*/ 24920 w 357972"/>
                <a:gd name="connsiteY70" fmla="*/ 412686 h 1237970"/>
                <a:gd name="connsiteX71" fmla="*/ 36639 w 357972"/>
                <a:gd name="connsiteY71" fmla="*/ 423891 h 1237970"/>
                <a:gd name="connsiteX72" fmla="*/ 47844 w 357972"/>
                <a:gd name="connsiteY72" fmla="*/ 430991 h 1237970"/>
                <a:gd name="connsiteX73" fmla="*/ 56569 w 357972"/>
                <a:gd name="connsiteY73" fmla="*/ 439117 h 1237970"/>
                <a:gd name="connsiteX74" fmla="*/ 68374 w 357972"/>
                <a:gd name="connsiteY74" fmla="*/ 444592 h 1237970"/>
                <a:gd name="connsiteX75" fmla="*/ 81889 w 357972"/>
                <a:gd name="connsiteY75" fmla="*/ 446730 h 1237970"/>
                <a:gd name="connsiteX76" fmla="*/ 86166 w 357972"/>
                <a:gd name="connsiteY76" fmla="*/ 442282 h 1237970"/>
                <a:gd name="connsiteX77" fmla="*/ 88989 w 357972"/>
                <a:gd name="connsiteY77" fmla="*/ 430050 h 1237970"/>
                <a:gd name="connsiteX78" fmla="*/ 90357 w 357972"/>
                <a:gd name="connsiteY78" fmla="*/ 413456 h 1237970"/>
                <a:gd name="connsiteX79" fmla="*/ 94464 w 357972"/>
                <a:gd name="connsiteY79" fmla="*/ 399513 h 1237970"/>
                <a:gd name="connsiteX80" fmla="*/ 95490 w 357972"/>
                <a:gd name="connsiteY80" fmla="*/ 396947 h 1237970"/>
                <a:gd name="connsiteX81" fmla="*/ 96003 w 357972"/>
                <a:gd name="connsiteY81" fmla="*/ 395920 h 1237970"/>
                <a:gd name="connsiteX82" fmla="*/ 77440 w 357972"/>
                <a:gd name="connsiteY82" fmla="*/ 394038 h 1237970"/>
                <a:gd name="connsiteX83" fmla="*/ 68117 w 357972"/>
                <a:gd name="connsiteY83" fmla="*/ 389248 h 1237970"/>
                <a:gd name="connsiteX84" fmla="*/ 69058 w 357972"/>
                <a:gd name="connsiteY84" fmla="*/ 385056 h 1237970"/>
                <a:gd name="connsiteX85" fmla="*/ 89930 w 357972"/>
                <a:gd name="connsiteY85" fmla="*/ 385227 h 1237970"/>
                <a:gd name="connsiteX86" fmla="*/ 100537 w 357972"/>
                <a:gd name="connsiteY86" fmla="*/ 383260 h 1237970"/>
                <a:gd name="connsiteX87" fmla="*/ 100194 w 357972"/>
                <a:gd name="connsiteY87" fmla="*/ 379753 h 1237970"/>
                <a:gd name="connsiteX88" fmla="*/ 96089 w 357972"/>
                <a:gd name="connsiteY88" fmla="*/ 377957 h 1237970"/>
                <a:gd name="connsiteX89" fmla="*/ 65893 w 357972"/>
                <a:gd name="connsiteY89" fmla="*/ 376673 h 1237970"/>
                <a:gd name="connsiteX90" fmla="*/ 56056 w 357972"/>
                <a:gd name="connsiteY90" fmla="*/ 373508 h 1237970"/>
                <a:gd name="connsiteX91" fmla="*/ 57168 w 357972"/>
                <a:gd name="connsiteY91" fmla="*/ 367606 h 1237970"/>
                <a:gd name="connsiteX92" fmla="*/ 72993 w 357972"/>
                <a:gd name="connsiteY92" fmla="*/ 366152 h 1237970"/>
                <a:gd name="connsiteX93" fmla="*/ 103702 w 357972"/>
                <a:gd name="connsiteY93" fmla="*/ 365981 h 1237970"/>
                <a:gd name="connsiteX94" fmla="*/ 106695 w 357972"/>
                <a:gd name="connsiteY94" fmla="*/ 365724 h 1237970"/>
                <a:gd name="connsiteX95" fmla="*/ 107551 w 357972"/>
                <a:gd name="connsiteY95" fmla="*/ 362901 h 1237970"/>
                <a:gd name="connsiteX96" fmla="*/ 87620 w 357972"/>
                <a:gd name="connsiteY96" fmla="*/ 361020 h 1237970"/>
                <a:gd name="connsiteX97" fmla="*/ 68716 w 357972"/>
                <a:gd name="connsiteY97" fmla="*/ 360250 h 1237970"/>
                <a:gd name="connsiteX98" fmla="*/ 64097 w 357972"/>
                <a:gd name="connsiteY98" fmla="*/ 355631 h 1237970"/>
                <a:gd name="connsiteX99" fmla="*/ 65978 w 357972"/>
                <a:gd name="connsiteY99" fmla="*/ 350242 h 1237970"/>
                <a:gd name="connsiteX100" fmla="*/ 84370 w 357972"/>
                <a:gd name="connsiteY100" fmla="*/ 348189 h 1237970"/>
                <a:gd name="connsiteX101" fmla="*/ 108748 w 357972"/>
                <a:gd name="connsiteY101" fmla="*/ 348189 h 1237970"/>
                <a:gd name="connsiteX102" fmla="*/ 112256 w 357972"/>
                <a:gd name="connsiteY102" fmla="*/ 343227 h 1237970"/>
                <a:gd name="connsiteX103" fmla="*/ 100964 w 357972"/>
                <a:gd name="connsiteY103" fmla="*/ 333561 h 1237970"/>
                <a:gd name="connsiteX104" fmla="*/ 88561 w 357972"/>
                <a:gd name="connsiteY104" fmla="*/ 329883 h 1237970"/>
                <a:gd name="connsiteX105" fmla="*/ 85054 w 357972"/>
                <a:gd name="connsiteY105" fmla="*/ 323810 h 1237970"/>
                <a:gd name="connsiteX106" fmla="*/ 94121 w 357972"/>
                <a:gd name="connsiteY106" fmla="*/ 319875 h 1237970"/>
                <a:gd name="connsiteX107" fmla="*/ 109946 w 357972"/>
                <a:gd name="connsiteY107" fmla="*/ 322783 h 1237970"/>
                <a:gd name="connsiteX108" fmla="*/ 116533 w 357972"/>
                <a:gd name="connsiteY108" fmla="*/ 327060 h 1237970"/>
                <a:gd name="connsiteX109" fmla="*/ 117217 w 357972"/>
                <a:gd name="connsiteY109" fmla="*/ 313289 h 1237970"/>
                <a:gd name="connsiteX110" fmla="*/ 109262 w 357972"/>
                <a:gd name="connsiteY110" fmla="*/ 304221 h 1237970"/>
                <a:gd name="connsiteX111" fmla="*/ 114565 w 357972"/>
                <a:gd name="connsiteY111" fmla="*/ 297464 h 1237970"/>
                <a:gd name="connsiteX112" fmla="*/ 117645 w 357972"/>
                <a:gd name="connsiteY112" fmla="*/ 299945 h 1237970"/>
                <a:gd name="connsiteX113" fmla="*/ 119355 w 357972"/>
                <a:gd name="connsiteY113" fmla="*/ 283179 h 1237970"/>
                <a:gd name="connsiteX114" fmla="*/ 124830 w 357972"/>
                <a:gd name="connsiteY114" fmla="*/ 266156 h 1237970"/>
                <a:gd name="connsiteX115" fmla="*/ 124830 w 357972"/>
                <a:gd name="connsiteY115" fmla="*/ 248621 h 1237970"/>
                <a:gd name="connsiteX116" fmla="*/ 137062 w 357972"/>
                <a:gd name="connsiteY116" fmla="*/ 229546 h 1237970"/>
                <a:gd name="connsiteX117" fmla="*/ 136720 w 357972"/>
                <a:gd name="connsiteY117" fmla="*/ 211839 h 1237970"/>
                <a:gd name="connsiteX118" fmla="*/ 124830 w 357972"/>
                <a:gd name="connsiteY118" fmla="*/ 201061 h 1237970"/>
                <a:gd name="connsiteX119" fmla="*/ 85910 w 357972"/>
                <a:gd name="connsiteY119" fmla="*/ 185749 h 1237970"/>
                <a:gd name="connsiteX120" fmla="*/ 85396 w 357972"/>
                <a:gd name="connsiteY120" fmla="*/ 165990 h 1237970"/>
                <a:gd name="connsiteX121" fmla="*/ 81034 w 357972"/>
                <a:gd name="connsiteY121" fmla="*/ 160515 h 1237970"/>
                <a:gd name="connsiteX122" fmla="*/ 85396 w 357972"/>
                <a:gd name="connsiteY122" fmla="*/ 155639 h 1237970"/>
                <a:gd name="connsiteX123" fmla="*/ 78297 w 357972"/>
                <a:gd name="connsiteY123" fmla="*/ 153415 h 1237970"/>
                <a:gd name="connsiteX124" fmla="*/ 78895 w 357972"/>
                <a:gd name="connsiteY124" fmla="*/ 140242 h 1237970"/>
                <a:gd name="connsiteX125" fmla="*/ 68288 w 357972"/>
                <a:gd name="connsiteY125" fmla="*/ 137761 h 1237970"/>
                <a:gd name="connsiteX126" fmla="*/ 70084 w 357972"/>
                <a:gd name="connsiteY126" fmla="*/ 123562 h 1237970"/>
                <a:gd name="connsiteX127" fmla="*/ 80521 w 357972"/>
                <a:gd name="connsiteY127" fmla="*/ 101664 h 1237970"/>
                <a:gd name="connsiteX128" fmla="*/ 76329 w 357972"/>
                <a:gd name="connsiteY128" fmla="*/ 90373 h 1237970"/>
                <a:gd name="connsiteX129" fmla="*/ 79066 w 357972"/>
                <a:gd name="connsiteY129" fmla="*/ 69159 h 1237970"/>
                <a:gd name="connsiteX130" fmla="*/ 76500 w 357972"/>
                <a:gd name="connsiteY130" fmla="*/ 57611 h 1237970"/>
                <a:gd name="connsiteX131" fmla="*/ 66321 w 357972"/>
                <a:gd name="connsiteY131" fmla="*/ 58637 h 1237970"/>
                <a:gd name="connsiteX132" fmla="*/ 77869 w 357972"/>
                <a:gd name="connsiteY132" fmla="*/ 33404 h 1237970"/>
                <a:gd name="connsiteX133" fmla="*/ 159474 w 357972"/>
                <a:gd name="connsiteY133" fmla="*/ 3807 h 1237970"/>
                <a:gd name="connsiteX134" fmla="*/ 175897 w 357972"/>
                <a:gd name="connsiteY134" fmla="*/ 3294 h 1237970"/>
                <a:gd name="connsiteX135" fmla="*/ 181371 w 357972"/>
                <a:gd name="connsiteY135" fmla="*/ 7656 h 1237970"/>
                <a:gd name="connsiteX136" fmla="*/ 193946 w 357972"/>
                <a:gd name="connsiteY136" fmla="*/ 11505 h 1237970"/>
                <a:gd name="connsiteX137" fmla="*/ 221319 w 357972"/>
                <a:gd name="connsiteY137" fmla="*/ 42214 h 1237970"/>
                <a:gd name="connsiteX138" fmla="*/ 219094 w 357972"/>
                <a:gd name="connsiteY138" fmla="*/ 142980 h 1237970"/>
                <a:gd name="connsiteX139" fmla="*/ 212508 w 357972"/>
                <a:gd name="connsiteY139" fmla="*/ 151790 h 1237970"/>
                <a:gd name="connsiteX140" fmla="*/ 213962 w 357972"/>
                <a:gd name="connsiteY140" fmla="*/ 152132 h 1237970"/>
                <a:gd name="connsiteX141" fmla="*/ 225424 w 357972"/>
                <a:gd name="connsiteY141" fmla="*/ 174800 h 1237970"/>
                <a:gd name="connsiteX142" fmla="*/ 231241 w 357972"/>
                <a:gd name="connsiteY142" fmla="*/ 178478 h 1237970"/>
                <a:gd name="connsiteX143" fmla="*/ 241506 w 357972"/>
                <a:gd name="connsiteY143" fmla="*/ 182499 h 1237970"/>
                <a:gd name="connsiteX144" fmla="*/ 274353 w 357972"/>
                <a:gd name="connsiteY144" fmla="*/ 192336 h 1237970"/>
                <a:gd name="connsiteX145" fmla="*/ 291889 w 357972"/>
                <a:gd name="connsiteY145" fmla="*/ 204055 h 1237970"/>
                <a:gd name="connsiteX146" fmla="*/ 313786 w 357972"/>
                <a:gd name="connsiteY146" fmla="*/ 227835 h 1237970"/>
                <a:gd name="connsiteX147" fmla="*/ 319261 w 357972"/>
                <a:gd name="connsiteY147" fmla="*/ 239896 h 1237970"/>
                <a:gd name="connsiteX148" fmla="*/ 326190 w 357972"/>
                <a:gd name="connsiteY148" fmla="*/ 259655 h 1237970"/>
                <a:gd name="connsiteX149" fmla="*/ 333461 w 357972"/>
                <a:gd name="connsiteY149" fmla="*/ 297977 h 1237970"/>
                <a:gd name="connsiteX150" fmla="*/ 338166 w 357972"/>
                <a:gd name="connsiteY150" fmla="*/ 325349 h 1237970"/>
                <a:gd name="connsiteX151" fmla="*/ 348002 w 357972"/>
                <a:gd name="connsiteY151" fmla="*/ 349044 h 1237970"/>
                <a:gd name="connsiteX152" fmla="*/ 348002 w 357972"/>
                <a:gd name="connsiteY152" fmla="*/ 349044 h 123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</a:cxnLst>
              <a:rect l="l" t="t" r="r" b="b"/>
              <a:pathLst>
                <a:path w="357972" h="1237970">
                  <a:moveTo>
                    <a:pt x="347575" y="349130"/>
                  </a:moveTo>
                  <a:cubicBezTo>
                    <a:pt x="349028" y="354946"/>
                    <a:pt x="349799" y="381977"/>
                    <a:pt x="352707" y="388221"/>
                  </a:cubicBezTo>
                  <a:cubicBezTo>
                    <a:pt x="355615" y="394380"/>
                    <a:pt x="359294" y="406099"/>
                    <a:pt x="357498" y="413028"/>
                  </a:cubicBezTo>
                  <a:cubicBezTo>
                    <a:pt x="355701" y="419956"/>
                    <a:pt x="354247" y="427997"/>
                    <a:pt x="349799" y="433814"/>
                  </a:cubicBezTo>
                  <a:cubicBezTo>
                    <a:pt x="345436" y="439631"/>
                    <a:pt x="343982" y="443651"/>
                    <a:pt x="341758" y="445875"/>
                  </a:cubicBezTo>
                  <a:cubicBezTo>
                    <a:pt x="339534" y="448099"/>
                    <a:pt x="342528" y="474702"/>
                    <a:pt x="339962" y="478722"/>
                  </a:cubicBezTo>
                  <a:cubicBezTo>
                    <a:pt x="337395" y="482742"/>
                    <a:pt x="317294" y="500962"/>
                    <a:pt x="315155" y="503956"/>
                  </a:cubicBezTo>
                  <a:cubicBezTo>
                    <a:pt x="313530" y="506180"/>
                    <a:pt x="312333" y="519781"/>
                    <a:pt x="311819" y="526367"/>
                  </a:cubicBezTo>
                  <a:cubicBezTo>
                    <a:pt x="316867" y="535093"/>
                    <a:pt x="323452" y="547068"/>
                    <a:pt x="326447" y="558017"/>
                  </a:cubicBezTo>
                  <a:cubicBezTo>
                    <a:pt x="330125" y="571191"/>
                    <a:pt x="327900" y="607716"/>
                    <a:pt x="327217" y="623027"/>
                  </a:cubicBezTo>
                  <a:cubicBezTo>
                    <a:pt x="326447" y="638339"/>
                    <a:pt x="316951" y="732604"/>
                    <a:pt x="319946" y="749369"/>
                  </a:cubicBezTo>
                  <a:cubicBezTo>
                    <a:pt x="322854" y="766135"/>
                    <a:pt x="317722" y="793935"/>
                    <a:pt x="317037" y="802660"/>
                  </a:cubicBezTo>
                  <a:cubicBezTo>
                    <a:pt x="316353" y="811385"/>
                    <a:pt x="313359" y="853043"/>
                    <a:pt x="313359" y="888114"/>
                  </a:cubicBezTo>
                  <a:cubicBezTo>
                    <a:pt x="313359" y="923185"/>
                    <a:pt x="312674" y="941405"/>
                    <a:pt x="314129" y="950216"/>
                  </a:cubicBezTo>
                  <a:cubicBezTo>
                    <a:pt x="315583" y="958941"/>
                    <a:pt x="316353" y="985972"/>
                    <a:pt x="320715" y="1007185"/>
                  </a:cubicBezTo>
                  <a:cubicBezTo>
                    <a:pt x="325078" y="1028399"/>
                    <a:pt x="334573" y="1113853"/>
                    <a:pt x="335342" y="1121124"/>
                  </a:cubicBezTo>
                  <a:cubicBezTo>
                    <a:pt x="336113" y="1128395"/>
                    <a:pt x="332434" y="1133527"/>
                    <a:pt x="324394" y="1141568"/>
                  </a:cubicBezTo>
                  <a:cubicBezTo>
                    <a:pt x="316353" y="1149609"/>
                    <a:pt x="311990" y="1148839"/>
                    <a:pt x="311990" y="1153287"/>
                  </a:cubicBezTo>
                  <a:cubicBezTo>
                    <a:pt x="311990" y="1157735"/>
                    <a:pt x="320715" y="1159873"/>
                    <a:pt x="320715" y="1167914"/>
                  </a:cubicBezTo>
                  <a:cubicBezTo>
                    <a:pt x="320715" y="1175955"/>
                    <a:pt x="316353" y="1188358"/>
                    <a:pt x="314129" y="1193491"/>
                  </a:cubicBezTo>
                  <a:cubicBezTo>
                    <a:pt x="311905" y="1198623"/>
                    <a:pt x="322854" y="1208117"/>
                    <a:pt x="322170" y="1213934"/>
                  </a:cubicBezTo>
                  <a:cubicBezTo>
                    <a:pt x="321399" y="1219751"/>
                    <a:pt x="317037" y="1217612"/>
                    <a:pt x="317037" y="1217612"/>
                  </a:cubicBezTo>
                  <a:cubicBezTo>
                    <a:pt x="317037" y="1217612"/>
                    <a:pt x="319946" y="1224969"/>
                    <a:pt x="318491" y="1227877"/>
                  </a:cubicBezTo>
                  <a:cubicBezTo>
                    <a:pt x="317037" y="1230786"/>
                    <a:pt x="322854" y="1232154"/>
                    <a:pt x="319175" y="1235832"/>
                  </a:cubicBezTo>
                  <a:lnTo>
                    <a:pt x="314813" y="1237971"/>
                  </a:lnTo>
                  <a:lnTo>
                    <a:pt x="167257" y="1237971"/>
                  </a:lnTo>
                  <a:cubicBezTo>
                    <a:pt x="167257" y="1237971"/>
                    <a:pt x="162125" y="1230016"/>
                    <a:pt x="165034" y="1221975"/>
                  </a:cubicBezTo>
                  <a:cubicBezTo>
                    <a:pt x="165034" y="1221975"/>
                    <a:pt x="157762" y="1231555"/>
                    <a:pt x="134324" y="1231555"/>
                  </a:cubicBezTo>
                  <a:cubicBezTo>
                    <a:pt x="110887" y="1231555"/>
                    <a:pt x="41600" y="1228647"/>
                    <a:pt x="41600" y="1228647"/>
                  </a:cubicBezTo>
                  <a:cubicBezTo>
                    <a:pt x="41600" y="1228647"/>
                    <a:pt x="32875" y="1226423"/>
                    <a:pt x="31421" y="1222060"/>
                  </a:cubicBezTo>
                  <a:cubicBezTo>
                    <a:pt x="29967" y="1217698"/>
                    <a:pt x="35013" y="1216244"/>
                    <a:pt x="35013" y="1216244"/>
                  </a:cubicBezTo>
                  <a:cubicBezTo>
                    <a:pt x="35013" y="1216244"/>
                    <a:pt x="38692" y="1203071"/>
                    <a:pt x="48187" y="1203071"/>
                  </a:cubicBezTo>
                  <a:cubicBezTo>
                    <a:pt x="57681" y="1203071"/>
                    <a:pt x="76671" y="1203755"/>
                    <a:pt x="80350" y="1202301"/>
                  </a:cubicBezTo>
                  <a:cubicBezTo>
                    <a:pt x="84027" y="1200847"/>
                    <a:pt x="107379" y="1188443"/>
                    <a:pt x="108064" y="1183311"/>
                  </a:cubicBezTo>
                  <a:cubicBezTo>
                    <a:pt x="108834" y="1178179"/>
                    <a:pt x="109518" y="1176040"/>
                    <a:pt x="113196" y="1176040"/>
                  </a:cubicBezTo>
                  <a:cubicBezTo>
                    <a:pt x="116875" y="1176040"/>
                    <a:pt x="107379" y="1166545"/>
                    <a:pt x="108834" y="1156281"/>
                  </a:cubicBezTo>
                  <a:cubicBezTo>
                    <a:pt x="110288" y="1146101"/>
                    <a:pt x="119014" y="1146786"/>
                    <a:pt x="131502" y="1121210"/>
                  </a:cubicBezTo>
                  <a:cubicBezTo>
                    <a:pt x="143905" y="1095633"/>
                    <a:pt x="146129" y="1049613"/>
                    <a:pt x="146814" y="1040118"/>
                  </a:cubicBezTo>
                  <a:cubicBezTo>
                    <a:pt x="147498" y="1030623"/>
                    <a:pt x="133641" y="1052521"/>
                    <a:pt x="124146" y="957572"/>
                  </a:cubicBezTo>
                  <a:cubicBezTo>
                    <a:pt x="114651" y="862623"/>
                    <a:pt x="121238" y="842864"/>
                    <a:pt x="116105" y="829006"/>
                  </a:cubicBezTo>
                  <a:cubicBezTo>
                    <a:pt x="110972" y="815149"/>
                    <a:pt x="105156" y="772722"/>
                    <a:pt x="101478" y="752278"/>
                  </a:cubicBezTo>
                  <a:cubicBezTo>
                    <a:pt x="97799" y="731833"/>
                    <a:pt x="96345" y="681451"/>
                    <a:pt x="104386" y="642701"/>
                  </a:cubicBezTo>
                  <a:cubicBezTo>
                    <a:pt x="104386" y="642701"/>
                    <a:pt x="102162" y="636885"/>
                    <a:pt x="101478" y="632437"/>
                  </a:cubicBezTo>
                  <a:cubicBezTo>
                    <a:pt x="100794" y="628074"/>
                    <a:pt x="101478" y="598820"/>
                    <a:pt x="102932" y="593773"/>
                  </a:cubicBezTo>
                  <a:cubicBezTo>
                    <a:pt x="104386" y="588640"/>
                    <a:pt x="106610" y="577007"/>
                    <a:pt x="102932" y="573329"/>
                  </a:cubicBezTo>
                  <a:cubicBezTo>
                    <a:pt x="99253" y="569650"/>
                    <a:pt x="91299" y="563064"/>
                    <a:pt x="89759" y="560926"/>
                  </a:cubicBezTo>
                  <a:cubicBezTo>
                    <a:pt x="88561" y="559129"/>
                    <a:pt x="84798" y="549720"/>
                    <a:pt x="83600" y="546641"/>
                  </a:cubicBezTo>
                  <a:cubicBezTo>
                    <a:pt x="78724" y="546726"/>
                    <a:pt x="68716" y="546811"/>
                    <a:pt x="66407" y="536119"/>
                  </a:cubicBezTo>
                  <a:cubicBezTo>
                    <a:pt x="64182" y="525940"/>
                    <a:pt x="67433" y="515932"/>
                    <a:pt x="70855" y="507720"/>
                  </a:cubicBezTo>
                  <a:cubicBezTo>
                    <a:pt x="71196" y="505068"/>
                    <a:pt x="71624" y="502416"/>
                    <a:pt x="72137" y="499936"/>
                  </a:cubicBezTo>
                  <a:cubicBezTo>
                    <a:pt x="70855" y="499679"/>
                    <a:pt x="69058" y="499423"/>
                    <a:pt x="67519" y="499166"/>
                  </a:cubicBezTo>
                  <a:cubicBezTo>
                    <a:pt x="64610" y="498824"/>
                    <a:pt x="58365" y="494803"/>
                    <a:pt x="52891" y="496600"/>
                  </a:cubicBezTo>
                  <a:cubicBezTo>
                    <a:pt x="48871" y="497969"/>
                    <a:pt x="46903" y="495915"/>
                    <a:pt x="46134" y="494803"/>
                  </a:cubicBezTo>
                  <a:lnTo>
                    <a:pt x="44252" y="493692"/>
                  </a:lnTo>
                  <a:cubicBezTo>
                    <a:pt x="41600" y="491040"/>
                    <a:pt x="40830" y="487361"/>
                    <a:pt x="38948" y="486164"/>
                  </a:cubicBezTo>
                  <a:cubicBezTo>
                    <a:pt x="36980" y="484967"/>
                    <a:pt x="32362" y="486677"/>
                    <a:pt x="29453" y="483940"/>
                  </a:cubicBezTo>
                  <a:cubicBezTo>
                    <a:pt x="26545" y="481288"/>
                    <a:pt x="28683" y="478380"/>
                    <a:pt x="25347" y="476413"/>
                  </a:cubicBezTo>
                  <a:cubicBezTo>
                    <a:pt x="21925" y="474445"/>
                    <a:pt x="19274" y="475642"/>
                    <a:pt x="16109" y="472734"/>
                  </a:cubicBezTo>
                  <a:cubicBezTo>
                    <a:pt x="12944" y="469826"/>
                    <a:pt x="13628" y="468372"/>
                    <a:pt x="14912" y="466148"/>
                  </a:cubicBezTo>
                  <a:cubicBezTo>
                    <a:pt x="16109" y="463924"/>
                    <a:pt x="17820" y="461016"/>
                    <a:pt x="18077" y="458791"/>
                  </a:cubicBezTo>
                  <a:cubicBezTo>
                    <a:pt x="18333" y="456567"/>
                    <a:pt x="16452" y="456995"/>
                    <a:pt x="13457" y="457081"/>
                  </a:cubicBezTo>
                  <a:cubicBezTo>
                    <a:pt x="10892" y="457081"/>
                    <a:pt x="8325" y="456824"/>
                    <a:pt x="4732" y="454686"/>
                  </a:cubicBezTo>
                  <a:cubicBezTo>
                    <a:pt x="1054" y="452462"/>
                    <a:pt x="541" y="451692"/>
                    <a:pt x="28" y="446132"/>
                  </a:cubicBezTo>
                  <a:cubicBezTo>
                    <a:pt x="-400" y="442197"/>
                    <a:pt x="4219" y="439887"/>
                    <a:pt x="6358" y="439887"/>
                  </a:cubicBezTo>
                  <a:cubicBezTo>
                    <a:pt x="8839" y="439887"/>
                    <a:pt x="10292" y="441598"/>
                    <a:pt x="10977" y="442710"/>
                  </a:cubicBezTo>
                  <a:cubicBezTo>
                    <a:pt x="11404" y="443480"/>
                    <a:pt x="11233" y="443993"/>
                    <a:pt x="15254" y="444164"/>
                  </a:cubicBezTo>
                  <a:cubicBezTo>
                    <a:pt x="21241" y="444421"/>
                    <a:pt x="21584" y="441512"/>
                    <a:pt x="23294" y="440486"/>
                  </a:cubicBezTo>
                  <a:cubicBezTo>
                    <a:pt x="25006" y="439545"/>
                    <a:pt x="23551" y="431247"/>
                    <a:pt x="20129" y="426885"/>
                  </a:cubicBezTo>
                  <a:cubicBezTo>
                    <a:pt x="16708" y="422523"/>
                    <a:pt x="9180" y="416706"/>
                    <a:pt x="5502" y="410547"/>
                  </a:cubicBezTo>
                  <a:cubicBezTo>
                    <a:pt x="1824" y="404474"/>
                    <a:pt x="5246" y="402079"/>
                    <a:pt x="9351" y="400539"/>
                  </a:cubicBezTo>
                  <a:cubicBezTo>
                    <a:pt x="13457" y="399085"/>
                    <a:pt x="22268" y="410291"/>
                    <a:pt x="24920" y="412686"/>
                  </a:cubicBezTo>
                  <a:cubicBezTo>
                    <a:pt x="27571" y="415081"/>
                    <a:pt x="33901" y="420983"/>
                    <a:pt x="36639" y="423891"/>
                  </a:cubicBezTo>
                  <a:cubicBezTo>
                    <a:pt x="39290" y="426800"/>
                    <a:pt x="44679" y="428510"/>
                    <a:pt x="47844" y="430991"/>
                  </a:cubicBezTo>
                  <a:cubicBezTo>
                    <a:pt x="49897" y="432531"/>
                    <a:pt x="53576" y="436038"/>
                    <a:pt x="56569" y="439117"/>
                  </a:cubicBezTo>
                  <a:cubicBezTo>
                    <a:pt x="58708" y="439545"/>
                    <a:pt x="64354" y="441684"/>
                    <a:pt x="68374" y="444592"/>
                  </a:cubicBezTo>
                  <a:cubicBezTo>
                    <a:pt x="73848" y="448612"/>
                    <a:pt x="77869" y="450066"/>
                    <a:pt x="81889" y="446730"/>
                  </a:cubicBezTo>
                  <a:cubicBezTo>
                    <a:pt x="83686" y="445276"/>
                    <a:pt x="85054" y="443651"/>
                    <a:pt x="86166" y="442282"/>
                  </a:cubicBezTo>
                  <a:cubicBezTo>
                    <a:pt x="87192" y="437920"/>
                    <a:pt x="88133" y="433728"/>
                    <a:pt x="88989" y="430050"/>
                  </a:cubicBezTo>
                  <a:cubicBezTo>
                    <a:pt x="89502" y="423977"/>
                    <a:pt x="90187" y="416706"/>
                    <a:pt x="90357" y="413456"/>
                  </a:cubicBezTo>
                  <a:cubicBezTo>
                    <a:pt x="90614" y="409521"/>
                    <a:pt x="92667" y="403704"/>
                    <a:pt x="94464" y="399513"/>
                  </a:cubicBezTo>
                  <a:cubicBezTo>
                    <a:pt x="94891" y="398229"/>
                    <a:pt x="95233" y="397289"/>
                    <a:pt x="95490" y="396947"/>
                  </a:cubicBezTo>
                  <a:lnTo>
                    <a:pt x="96003" y="395920"/>
                  </a:lnTo>
                  <a:cubicBezTo>
                    <a:pt x="90871" y="395578"/>
                    <a:pt x="83429" y="395321"/>
                    <a:pt x="77440" y="394038"/>
                  </a:cubicBezTo>
                  <a:cubicBezTo>
                    <a:pt x="69657" y="392327"/>
                    <a:pt x="69914" y="391044"/>
                    <a:pt x="68117" y="389248"/>
                  </a:cubicBezTo>
                  <a:cubicBezTo>
                    <a:pt x="66235" y="387366"/>
                    <a:pt x="67946" y="385056"/>
                    <a:pt x="69058" y="385056"/>
                  </a:cubicBezTo>
                  <a:cubicBezTo>
                    <a:pt x="70170" y="385056"/>
                    <a:pt x="88647" y="385398"/>
                    <a:pt x="89930" y="385227"/>
                  </a:cubicBezTo>
                  <a:cubicBezTo>
                    <a:pt x="91213" y="385056"/>
                    <a:pt x="96858" y="385912"/>
                    <a:pt x="100537" y="383260"/>
                  </a:cubicBezTo>
                  <a:lnTo>
                    <a:pt x="100194" y="379753"/>
                  </a:lnTo>
                  <a:cubicBezTo>
                    <a:pt x="98825" y="378641"/>
                    <a:pt x="97629" y="378470"/>
                    <a:pt x="96089" y="377957"/>
                  </a:cubicBezTo>
                  <a:cubicBezTo>
                    <a:pt x="93266" y="377016"/>
                    <a:pt x="69743" y="376502"/>
                    <a:pt x="65893" y="376673"/>
                  </a:cubicBezTo>
                  <a:cubicBezTo>
                    <a:pt x="62044" y="376844"/>
                    <a:pt x="58622" y="375904"/>
                    <a:pt x="56056" y="373508"/>
                  </a:cubicBezTo>
                  <a:cubicBezTo>
                    <a:pt x="53490" y="371113"/>
                    <a:pt x="56227" y="368718"/>
                    <a:pt x="57168" y="367606"/>
                  </a:cubicBezTo>
                  <a:lnTo>
                    <a:pt x="72993" y="366152"/>
                  </a:lnTo>
                  <a:cubicBezTo>
                    <a:pt x="72993" y="366152"/>
                    <a:pt x="99253" y="365981"/>
                    <a:pt x="103702" y="365981"/>
                  </a:cubicBezTo>
                  <a:lnTo>
                    <a:pt x="106695" y="365724"/>
                  </a:lnTo>
                  <a:lnTo>
                    <a:pt x="107551" y="362901"/>
                  </a:lnTo>
                  <a:cubicBezTo>
                    <a:pt x="103445" y="361961"/>
                    <a:pt x="91726" y="361191"/>
                    <a:pt x="87620" y="361020"/>
                  </a:cubicBezTo>
                  <a:cubicBezTo>
                    <a:pt x="82659" y="360849"/>
                    <a:pt x="71453" y="361020"/>
                    <a:pt x="68716" y="360250"/>
                  </a:cubicBezTo>
                  <a:cubicBezTo>
                    <a:pt x="65978" y="359480"/>
                    <a:pt x="64268" y="357512"/>
                    <a:pt x="64097" y="355631"/>
                  </a:cubicBezTo>
                  <a:cubicBezTo>
                    <a:pt x="63926" y="353749"/>
                    <a:pt x="64439" y="351525"/>
                    <a:pt x="65978" y="350242"/>
                  </a:cubicBezTo>
                  <a:cubicBezTo>
                    <a:pt x="67433" y="348958"/>
                    <a:pt x="81034" y="348189"/>
                    <a:pt x="84370" y="348189"/>
                  </a:cubicBezTo>
                  <a:cubicBezTo>
                    <a:pt x="87706" y="348189"/>
                    <a:pt x="105755" y="348445"/>
                    <a:pt x="108748" y="348189"/>
                  </a:cubicBezTo>
                  <a:cubicBezTo>
                    <a:pt x="111742" y="348018"/>
                    <a:pt x="112940" y="346734"/>
                    <a:pt x="112256" y="343227"/>
                  </a:cubicBezTo>
                  <a:cubicBezTo>
                    <a:pt x="111572" y="339721"/>
                    <a:pt x="105156" y="336299"/>
                    <a:pt x="100964" y="333561"/>
                  </a:cubicBezTo>
                  <a:cubicBezTo>
                    <a:pt x="98655" y="332022"/>
                    <a:pt x="92154" y="330653"/>
                    <a:pt x="88561" y="329883"/>
                  </a:cubicBezTo>
                  <a:cubicBezTo>
                    <a:pt x="85054" y="329199"/>
                    <a:pt x="84455" y="327488"/>
                    <a:pt x="85054" y="323810"/>
                  </a:cubicBezTo>
                  <a:cubicBezTo>
                    <a:pt x="85567" y="320132"/>
                    <a:pt x="90785" y="319875"/>
                    <a:pt x="94121" y="319875"/>
                  </a:cubicBezTo>
                  <a:cubicBezTo>
                    <a:pt x="97457" y="319875"/>
                    <a:pt x="107722" y="321671"/>
                    <a:pt x="109946" y="322783"/>
                  </a:cubicBezTo>
                  <a:cubicBezTo>
                    <a:pt x="111058" y="323382"/>
                    <a:pt x="113880" y="325264"/>
                    <a:pt x="116533" y="327060"/>
                  </a:cubicBezTo>
                  <a:cubicBezTo>
                    <a:pt x="116875" y="321928"/>
                    <a:pt x="117131" y="316967"/>
                    <a:pt x="117217" y="313289"/>
                  </a:cubicBezTo>
                  <a:cubicBezTo>
                    <a:pt x="115164" y="311578"/>
                    <a:pt x="110887" y="310466"/>
                    <a:pt x="109262" y="304221"/>
                  </a:cubicBezTo>
                  <a:cubicBezTo>
                    <a:pt x="107379" y="297036"/>
                    <a:pt x="112598" y="294812"/>
                    <a:pt x="114565" y="297464"/>
                  </a:cubicBezTo>
                  <a:cubicBezTo>
                    <a:pt x="115164" y="298234"/>
                    <a:pt x="116276" y="299089"/>
                    <a:pt x="117645" y="299945"/>
                  </a:cubicBezTo>
                  <a:cubicBezTo>
                    <a:pt x="118072" y="293529"/>
                    <a:pt x="118671" y="286772"/>
                    <a:pt x="119355" y="283179"/>
                  </a:cubicBezTo>
                  <a:cubicBezTo>
                    <a:pt x="120467" y="277106"/>
                    <a:pt x="125942" y="269492"/>
                    <a:pt x="124830" y="266156"/>
                  </a:cubicBezTo>
                  <a:cubicBezTo>
                    <a:pt x="123718" y="262906"/>
                    <a:pt x="122606" y="252983"/>
                    <a:pt x="124830" y="248621"/>
                  </a:cubicBezTo>
                  <a:cubicBezTo>
                    <a:pt x="126968" y="244258"/>
                    <a:pt x="125172" y="237843"/>
                    <a:pt x="137062" y="229546"/>
                  </a:cubicBezTo>
                  <a:cubicBezTo>
                    <a:pt x="137062" y="229546"/>
                    <a:pt x="137404" y="213550"/>
                    <a:pt x="136720" y="211839"/>
                  </a:cubicBezTo>
                  <a:cubicBezTo>
                    <a:pt x="132614" y="206792"/>
                    <a:pt x="127995" y="202002"/>
                    <a:pt x="124830" y="201061"/>
                  </a:cubicBezTo>
                  <a:cubicBezTo>
                    <a:pt x="117730" y="198837"/>
                    <a:pt x="89160" y="193362"/>
                    <a:pt x="85910" y="185749"/>
                  </a:cubicBezTo>
                  <a:cubicBezTo>
                    <a:pt x="82659" y="178051"/>
                    <a:pt x="88133" y="166588"/>
                    <a:pt x="85396" y="165990"/>
                  </a:cubicBezTo>
                  <a:cubicBezTo>
                    <a:pt x="82659" y="165476"/>
                    <a:pt x="81547" y="162739"/>
                    <a:pt x="81034" y="160515"/>
                  </a:cubicBezTo>
                  <a:cubicBezTo>
                    <a:pt x="80521" y="158291"/>
                    <a:pt x="85396" y="155639"/>
                    <a:pt x="85396" y="155639"/>
                  </a:cubicBezTo>
                  <a:cubicBezTo>
                    <a:pt x="85396" y="155639"/>
                    <a:pt x="79323" y="155041"/>
                    <a:pt x="78297" y="153415"/>
                  </a:cubicBezTo>
                  <a:cubicBezTo>
                    <a:pt x="77185" y="151790"/>
                    <a:pt x="80521" y="141953"/>
                    <a:pt x="78895" y="140242"/>
                  </a:cubicBezTo>
                  <a:cubicBezTo>
                    <a:pt x="78895" y="140242"/>
                    <a:pt x="71368" y="139558"/>
                    <a:pt x="68288" y="137761"/>
                  </a:cubicBezTo>
                  <a:cubicBezTo>
                    <a:pt x="64354" y="135452"/>
                    <a:pt x="67776" y="128095"/>
                    <a:pt x="70084" y="123562"/>
                  </a:cubicBezTo>
                  <a:cubicBezTo>
                    <a:pt x="72480" y="119028"/>
                    <a:pt x="81974" y="104743"/>
                    <a:pt x="80521" y="101664"/>
                  </a:cubicBezTo>
                  <a:cubicBezTo>
                    <a:pt x="79066" y="98585"/>
                    <a:pt x="77013" y="93794"/>
                    <a:pt x="76329" y="90373"/>
                  </a:cubicBezTo>
                  <a:cubicBezTo>
                    <a:pt x="75644" y="86866"/>
                    <a:pt x="78724" y="73265"/>
                    <a:pt x="79066" y="69159"/>
                  </a:cubicBezTo>
                  <a:cubicBezTo>
                    <a:pt x="79409" y="65138"/>
                    <a:pt x="79066" y="58210"/>
                    <a:pt x="76500" y="57611"/>
                  </a:cubicBezTo>
                  <a:cubicBezTo>
                    <a:pt x="73934" y="57098"/>
                    <a:pt x="67776" y="57098"/>
                    <a:pt x="66321" y="58637"/>
                  </a:cubicBezTo>
                  <a:cubicBezTo>
                    <a:pt x="66321" y="58637"/>
                    <a:pt x="62471" y="47090"/>
                    <a:pt x="77869" y="33404"/>
                  </a:cubicBezTo>
                  <a:cubicBezTo>
                    <a:pt x="93181" y="19717"/>
                    <a:pt x="135950" y="-6031"/>
                    <a:pt x="159474" y="3807"/>
                  </a:cubicBezTo>
                  <a:cubicBezTo>
                    <a:pt x="159474" y="3807"/>
                    <a:pt x="164435" y="-4405"/>
                    <a:pt x="175897" y="3294"/>
                  </a:cubicBezTo>
                  <a:cubicBezTo>
                    <a:pt x="175897" y="3294"/>
                    <a:pt x="179147" y="7143"/>
                    <a:pt x="181371" y="7656"/>
                  </a:cubicBezTo>
                  <a:cubicBezTo>
                    <a:pt x="183595" y="8169"/>
                    <a:pt x="187958" y="7656"/>
                    <a:pt x="193946" y="11505"/>
                  </a:cubicBezTo>
                  <a:cubicBezTo>
                    <a:pt x="200019" y="15354"/>
                    <a:pt x="216442" y="26817"/>
                    <a:pt x="221319" y="42214"/>
                  </a:cubicBezTo>
                  <a:cubicBezTo>
                    <a:pt x="226279" y="57525"/>
                    <a:pt x="232268" y="123305"/>
                    <a:pt x="219094" y="142980"/>
                  </a:cubicBezTo>
                  <a:cubicBezTo>
                    <a:pt x="219094" y="142980"/>
                    <a:pt x="217470" y="148967"/>
                    <a:pt x="212508" y="151790"/>
                  </a:cubicBezTo>
                  <a:lnTo>
                    <a:pt x="213962" y="152132"/>
                  </a:lnTo>
                  <a:cubicBezTo>
                    <a:pt x="213962" y="152132"/>
                    <a:pt x="223628" y="171892"/>
                    <a:pt x="225424" y="174800"/>
                  </a:cubicBezTo>
                  <a:cubicBezTo>
                    <a:pt x="225424" y="174800"/>
                    <a:pt x="229103" y="177024"/>
                    <a:pt x="231241" y="178478"/>
                  </a:cubicBezTo>
                  <a:cubicBezTo>
                    <a:pt x="233466" y="179932"/>
                    <a:pt x="237486" y="182499"/>
                    <a:pt x="241506" y="182499"/>
                  </a:cubicBezTo>
                  <a:cubicBezTo>
                    <a:pt x="245526" y="182499"/>
                    <a:pt x="271787" y="192763"/>
                    <a:pt x="274353" y="192336"/>
                  </a:cubicBezTo>
                  <a:cubicBezTo>
                    <a:pt x="276919" y="191994"/>
                    <a:pt x="279486" y="195672"/>
                    <a:pt x="291889" y="204055"/>
                  </a:cubicBezTo>
                  <a:cubicBezTo>
                    <a:pt x="304291" y="212438"/>
                    <a:pt x="311221" y="223045"/>
                    <a:pt x="313786" y="227835"/>
                  </a:cubicBezTo>
                  <a:cubicBezTo>
                    <a:pt x="316353" y="232539"/>
                    <a:pt x="315241" y="235105"/>
                    <a:pt x="319261" y="239896"/>
                  </a:cubicBezTo>
                  <a:cubicBezTo>
                    <a:pt x="323282" y="244686"/>
                    <a:pt x="322597" y="254181"/>
                    <a:pt x="326190" y="259655"/>
                  </a:cubicBezTo>
                  <a:cubicBezTo>
                    <a:pt x="329868" y="265130"/>
                    <a:pt x="334915" y="291818"/>
                    <a:pt x="333461" y="297977"/>
                  </a:cubicBezTo>
                  <a:cubicBezTo>
                    <a:pt x="332006" y="304221"/>
                    <a:pt x="337139" y="318079"/>
                    <a:pt x="338166" y="325349"/>
                  </a:cubicBezTo>
                  <a:cubicBezTo>
                    <a:pt x="339278" y="332621"/>
                    <a:pt x="346549" y="343227"/>
                    <a:pt x="348002" y="349044"/>
                  </a:cubicBezTo>
                  <a:lnTo>
                    <a:pt x="348002" y="349044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2B7B8F8-5018-81A7-C27C-E11FB587FE1E}"/>
                </a:ext>
              </a:extLst>
            </p:cNvPr>
            <p:cNvSpPr/>
            <p:nvPr/>
          </p:nvSpPr>
          <p:spPr>
            <a:xfrm>
              <a:off x="6897632" y="4333478"/>
              <a:ext cx="353909" cy="1121914"/>
            </a:xfrm>
            <a:custGeom>
              <a:avLst/>
              <a:gdLst>
                <a:gd name="connsiteX0" fmla="*/ 214052 w 353909"/>
                <a:gd name="connsiteY0" fmla="*/ 95531 h 1121914"/>
                <a:gd name="connsiteX1" fmla="*/ 217560 w 353909"/>
                <a:gd name="connsiteY1" fmla="*/ 98354 h 1121914"/>
                <a:gd name="connsiteX2" fmla="*/ 218072 w 353909"/>
                <a:gd name="connsiteY2" fmla="*/ 97157 h 1121914"/>
                <a:gd name="connsiteX3" fmla="*/ 219013 w 353909"/>
                <a:gd name="connsiteY3" fmla="*/ 92623 h 1121914"/>
                <a:gd name="connsiteX4" fmla="*/ 214993 w 353909"/>
                <a:gd name="connsiteY4" fmla="*/ 89544 h 1121914"/>
                <a:gd name="connsiteX5" fmla="*/ 214052 w 353909"/>
                <a:gd name="connsiteY5" fmla="*/ 95531 h 1121914"/>
                <a:gd name="connsiteX6" fmla="*/ 214052 w 353909"/>
                <a:gd name="connsiteY6" fmla="*/ 95531 h 1121914"/>
                <a:gd name="connsiteX7" fmla="*/ 136126 w 353909"/>
                <a:gd name="connsiteY7" fmla="*/ 762910 h 1121914"/>
                <a:gd name="connsiteX8" fmla="*/ 126032 w 353909"/>
                <a:gd name="connsiteY8" fmla="*/ 781045 h 1121914"/>
                <a:gd name="connsiteX9" fmla="*/ 108497 w 353909"/>
                <a:gd name="connsiteY9" fmla="*/ 827835 h 1121914"/>
                <a:gd name="connsiteX10" fmla="*/ 80525 w 353909"/>
                <a:gd name="connsiteY10" fmla="*/ 948446 h 1121914"/>
                <a:gd name="connsiteX11" fmla="*/ 77787 w 353909"/>
                <a:gd name="connsiteY11" fmla="*/ 991472 h 1121914"/>
                <a:gd name="connsiteX12" fmla="*/ 82921 w 353909"/>
                <a:gd name="connsiteY12" fmla="*/ 1021411 h 1121914"/>
                <a:gd name="connsiteX13" fmla="*/ 90191 w 353909"/>
                <a:gd name="connsiteY13" fmla="*/ 1055028 h 1121914"/>
                <a:gd name="connsiteX14" fmla="*/ 114313 w 353909"/>
                <a:gd name="connsiteY14" fmla="*/ 1087875 h 1121914"/>
                <a:gd name="connsiteX15" fmla="*/ 114313 w 353909"/>
                <a:gd name="connsiteY15" fmla="*/ 1060845 h 1121914"/>
                <a:gd name="connsiteX16" fmla="*/ 104818 w 353909"/>
                <a:gd name="connsiteY16" fmla="*/ 1030906 h 1121914"/>
                <a:gd name="connsiteX17" fmla="*/ 123124 w 353909"/>
                <a:gd name="connsiteY17" fmla="*/ 1003876 h 1121914"/>
                <a:gd name="connsiteX18" fmla="*/ 134843 w 353909"/>
                <a:gd name="connsiteY18" fmla="*/ 987794 h 1121914"/>
                <a:gd name="connsiteX19" fmla="*/ 131935 w 353909"/>
                <a:gd name="connsiteY19" fmla="*/ 888397 h 1121914"/>
                <a:gd name="connsiteX20" fmla="*/ 137751 w 353909"/>
                <a:gd name="connsiteY20" fmla="*/ 805167 h 1121914"/>
                <a:gd name="connsiteX21" fmla="*/ 136126 w 353909"/>
                <a:gd name="connsiteY21" fmla="*/ 762910 h 1121914"/>
                <a:gd name="connsiteX22" fmla="*/ 136126 w 353909"/>
                <a:gd name="connsiteY22" fmla="*/ 762910 h 1121914"/>
                <a:gd name="connsiteX23" fmla="*/ 243307 w 353909"/>
                <a:gd name="connsiteY23" fmla="*/ 652565 h 1121914"/>
                <a:gd name="connsiteX24" fmla="*/ 243307 w 353909"/>
                <a:gd name="connsiteY24" fmla="*/ 652565 h 1121914"/>
                <a:gd name="connsiteX25" fmla="*/ 242366 w 353909"/>
                <a:gd name="connsiteY25" fmla="*/ 657611 h 1121914"/>
                <a:gd name="connsiteX26" fmla="*/ 243307 w 353909"/>
                <a:gd name="connsiteY26" fmla="*/ 652565 h 1121914"/>
                <a:gd name="connsiteX27" fmla="*/ 243307 w 353909"/>
                <a:gd name="connsiteY27" fmla="*/ 652565 h 1121914"/>
                <a:gd name="connsiteX28" fmla="*/ 348093 w 353909"/>
                <a:gd name="connsiteY28" fmla="*/ 268236 h 1121914"/>
                <a:gd name="connsiteX29" fmla="*/ 348777 w 353909"/>
                <a:gd name="connsiteY29" fmla="*/ 270802 h 1121914"/>
                <a:gd name="connsiteX30" fmla="*/ 353909 w 353909"/>
                <a:gd name="connsiteY30" fmla="*/ 271144 h 1121914"/>
                <a:gd name="connsiteX31" fmla="*/ 286418 w 353909"/>
                <a:gd name="connsiteY31" fmla="*/ 358223 h 1121914"/>
                <a:gd name="connsiteX32" fmla="*/ 292064 w 353909"/>
                <a:gd name="connsiteY32" fmla="*/ 381576 h 1121914"/>
                <a:gd name="connsiteX33" fmla="*/ 297539 w 353909"/>
                <a:gd name="connsiteY33" fmla="*/ 406809 h 1121914"/>
                <a:gd name="connsiteX34" fmla="*/ 281372 w 353909"/>
                <a:gd name="connsiteY34" fmla="*/ 426313 h 1121914"/>
                <a:gd name="connsiteX35" fmla="*/ 270936 w 353909"/>
                <a:gd name="connsiteY35" fmla="*/ 421694 h 1121914"/>
                <a:gd name="connsiteX36" fmla="*/ 236207 w 353909"/>
                <a:gd name="connsiteY36" fmla="*/ 394748 h 1121914"/>
                <a:gd name="connsiteX37" fmla="*/ 235009 w 353909"/>
                <a:gd name="connsiteY37" fmla="*/ 393294 h 1121914"/>
                <a:gd name="connsiteX38" fmla="*/ 221922 w 353909"/>
                <a:gd name="connsiteY38" fmla="*/ 397828 h 1121914"/>
                <a:gd name="connsiteX39" fmla="*/ 221751 w 353909"/>
                <a:gd name="connsiteY39" fmla="*/ 401592 h 1121914"/>
                <a:gd name="connsiteX40" fmla="*/ 225771 w 353909"/>
                <a:gd name="connsiteY40" fmla="*/ 418785 h 1121914"/>
                <a:gd name="connsiteX41" fmla="*/ 229791 w 353909"/>
                <a:gd name="connsiteY41" fmla="*/ 428622 h 1121914"/>
                <a:gd name="connsiteX42" fmla="*/ 238945 w 353909"/>
                <a:gd name="connsiteY42" fmla="*/ 460443 h 1121914"/>
                <a:gd name="connsiteX43" fmla="*/ 250664 w 353909"/>
                <a:gd name="connsiteY43" fmla="*/ 510141 h 1121914"/>
                <a:gd name="connsiteX44" fmla="*/ 250920 w 353909"/>
                <a:gd name="connsiteY44" fmla="*/ 515530 h 1121914"/>
                <a:gd name="connsiteX45" fmla="*/ 250920 w 353909"/>
                <a:gd name="connsiteY45" fmla="*/ 515701 h 1121914"/>
                <a:gd name="connsiteX46" fmla="*/ 251005 w 353909"/>
                <a:gd name="connsiteY46" fmla="*/ 519465 h 1121914"/>
                <a:gd name="connsiteX47" fmla="*/ 255796 w 353909"/>
                <a:gd name="connsiteY47" fmla="*/ 618178 h 1121914"/>
                <a:gd name="connsiteX48" fmla="*/ 258105 w 353909"/>
                <a:gd name="connsiteY48" fmla="*/ 651966 h 1121914"/>
                <a:gd name="connsiteX49" fmla="*/ 257934 w 353909"/>
                <a:gd name="connsiteY49" fmla="*/ 654703 h 1121914"/>
                <a:gd name="connsiteX50" fmla="*/ 245616 w 353909"/>
                <a:gd name="connsiteY50" fmla="*/ 660177 h 1121914"/>
                <a:gd name="connsiteX51" fmla="*/ 241853 w 353909"/>
                <a:gd name="connsiteY51" fmla="*/ 661974 h 1121914"/>
                <a:gd name="connsiteX52" fmla="*/ 242195 w 353909"/>
                <a:gd name="connsiteY52" fmla="*/ 660947 h 1121914"/>
                <a:gd name="connsiteX53" fmla="*/ 241767 w 353909"/>
                <a:gd name="connsiteY53" fmla="*/ 660947 h 1121914"/>
                <a:gd name="connsiteX54" fmla="*/ 220382 w 353909"/>
                <a:gd name="connsiteY54" fmla="*/ 749737 h 1121914"/>
                <a:gd name="connsiteX55" fmla="*/ 214908 w 353909"/>
                <a:gd name="connsiteY55" fmla="*/ 774972 h 1121914"/>
                <a:gd name="connsiteX56" fmla="*/ 209947 w 353909"/>
                <a:gd name="connsiteY56" fmla="*/ 800719 h 1121914"/>
                <a:gd name="connsiteX57" fmla="*/ 207723 w 353909"/>
                <a:gd name="connsiteY57" fmla="*/ 858800 h 1121914"/>
                <a:gd name="connsiteX58" fmla="*/ 188562 w 353909"/>
                <a:gd name="connsiteY58" fmla="*/ 979325 h 1121914"/>
                <a:gd name="connsiteX59" fmla="*/ 184712 w 353909"/>
                <a:gd name="connsiteY59" fmla="*/ 1027570 h 1121914"/>
                <a:gd name="connsiteX60" fmla="*/ 201136 w 353909"/>
                <a:gd name="connsiteY60" fmla="*/ 1080690 h 1121914"/>
                <a:gd name="connsiteX61" fmla="*/ 230732 w 353909"/>
                <a:gd name="connsiteY61" fmla="*/ 1088902 h 1121914"/>
                <a:gd name="connsiteX62" fmla="*/ 240057 w 353909"/>
                <a:gd name="connsiteY62" fmla="*/ 1106437 h 1121914"/>
                <a:gd name="connsiteX63" fmla="*/ 186338 w 353909"/>
                <a:gd name="connsiteY63" fmla="*/ 1120637 h 1121914"/>
                <a:gd name="connsiteX64" fmla="*/ 161702 w 353909"/>
                <a:gd name="connsiteY64" fmla="*/ 1101476 h 1121914"/>
                <a:gd name="connsiteX65" fmla="*/ 134843 w 353909"/>
                <a:gd name="connsiteY65" fmla="*/ 1061444 h 1121914"/>
                <a:gd name="connsiteX66" fmla="*/ 127743 w 353909"/>
                <a:gd name="connsiteY66" fmla="*/ 1106352 h 1121914"/>
                <a:gd name="connsiteX67" fmla="*/ 127230 w 353909"/>
                <a:gd name="connsiteY67" fmla="*/ 1118413 h 1121914"/>
                <a:gd name="connsiteX68" fmla="*/ 62048 w 353909"/>
                <a:gd name="connsiteY68" fmla="*/ 1120637 h 1121914"/>
                <a:gd name="connsiteX69" fmla="*/ 46138 w 353909"/>
                <a:gd name="connsiteY69" fmla="*/ 1111313 h 1121914"/>
                <a:gd name="connsiteX70" fmla="*/ 40664 w 353909"/>
                <a:gd name="connsiteY70" fmla="*/ 1083940 h 1121914"/>
                <a:gd name="connsiteX71" fmla="*/ 35189 w 353909"/>
                <a:gd name="connsiteY71" fmla="*/ 1117386 h 1121914"/>
                <a:gd name="connsiteX72" fmla="*/ 26977 w 353909"/>
                <a:gd name="connsiteY72" fmla="*/ 1119011 h 1121914"/>
                <a:gd name="connsiteX73" fmla="*/ 19279 w 353909"/>
                <a:gd name="connsiteY73" fmla="*/ 1056055 h 1121914"/>
                <a:gd name="connsiteX74" fmla="*/ 34591 w 353909"/>
                <a:gd name="connsiteY74" fmla="*/ 1002335 h 1121914"/>
                <a:gd name="connsiteX75" fmla="*/ 35703 w 353909"/>
                <a:gd name="connsiteY75" fmla="*/ 942116 h 1121914"/>
                <a:gd name="connsiteX76" fmla="*/ 38012 w 353909"/>
                <a:gd name="connsiteY76" fmla="*/ 814405 h 1121914"/>
                <a:gd name="connsiteX77" fmla="*/ 63075 w 353909"/>
                <a:gd name="connsiteY77" fmla="*/ 720226 h 1121914"/>
                <a:gd name="connsiteX78" fmla="*/ 55462 w 353909"/>
                <a:gd name="connsiteY78" fmla="*/ 648801 h 1121914"/>
                <a:gd name="connsiteX79" fmla="*/ 55376 w 353909"/>
                <a:gd name="connsiteY79" fmla="*/ 648801 h 1121914"/>
                <a:gd name="connsiteX80" fmla="*/ 55376 w 353909"/>
                <a:gd name="connsiteY80" fmla="*/ 648887 h 1121914"/>
                <a:gd name="connsiteX81" fmla="*/ 49474 w 353909"/>
                <a:gd name="connsiteY81" fmla="*/ 649656 h 1121914"/>
                <a:gd name="connsiteX82" fmla="*/ 45369 w 353909"/>
                <a:gd name="connsiteY82" fmla="*/ 647775 h 1121914"/>
                <a:gd name="connsiteX83" fmla="*/ 33650 w 353909"/>
                <a:gd name="connsiteY83" fmla="*/ 575836 h 1121914"/>
                <a:gd name="connsiteX84" fmla="*/ 32366 w 353909"/>
                <a:gd name="connsiteY84" fmla="*/ 518011 h 1121914"/>
                <a:gd name="connsiteX85" fmla="*/ 33222 w 353909"/>
                <a:gd name="connsiteY85" fmla="*/ 492434 h 1121914"/>
                <a:gd name="connsiteX86" fmla="*/ 33222 w 353909"/>
                <a:gd name="connsiteY86" fmla="*/ 491836 h 1121914"/>
                <a:gd name="connsiteX87" fmla="*/ 38354 w 353909"/>
                <a:gd name="connsiteY87" fmla="*/ 442907 h 1121914"/>
                <a:gd name="connsiteX88" fmla="*/ 44941 w 353909"/>
                <a:gd name="connsiteY88" fmla="*/ 408178 h 1121914"/>
                <a:gd name="connsiteX89" fmla="*/ 52382 w 353909"/>
                <a:gd name="connsiteY89" fmla="*/ 386708 h 1121914"/>
                <a:gd name="connsiteX90" fmla="*/ 14318 w 353909"/>
                <a:gd name="connsiteY90" fmla="*/ 389531 h 1121914"/>
                <a:gd name="connsiteX91" fmla="*/ 32 w 353909"/>
                <a:gd name="connsiteY91" fmla="*/ 366863 h 1121914"/>
                <a:gd name="connsiteX92" fmla="*/ 5507 w 353909"/>
                <a:gd name="connsiteY92" fmla="*/ 312801 h 1121914"/>
                <a:gd name="connsiteX93" fmla="*/ 36215 w 353909"/>
                <a:gd name="connsiteY93" fmla="*/ 194500 h 1121914"/>
                <a:gd name="connsiteX94" fmla="*/ 80012 w 353909"/>
                <a:gd name="connsiteY94" fmla="*/ 178077 h 1121914"/>
                <a:gd name="connsiteX95" fmla="*/ 97291 w 353909"/>
                <a:gd name="connsiteY95" fmla="*/ 178676 h 1121914"/>
                <a:gd name="connsiteX96" fmla="*/ 113372 w 353909"/>
                <a:gd name="connsiteY96" fmla="*/ 167470 h 1121914"/>
                <a:gd name="connsiteX97" fmla="*/ 117992 w 353909"/>
                <a:gd name="connsiteY97" fmla="*/ 149250 h 1121914"/>
                <a:gd name="connsiteX98" fmla="*/ 110207 w 353909"/>
                <a:gd name="connsiteY98" fmla="*/ 148565 h 1121914"/>
                <a:gd name="connsiteX99" fmla="*/ 100969 w 353909"/>
                <a:gd name="connsiteY99" fmla="*/ 138814 h 1121914"/>
                <a:gd name="connsiteX100" fmla="*/ 88565 w 353909"/>
                <a:gd name="connsiteY100" fmla="*/ 133168 h 1121914"/>
                <a:gd name="connsiteX101" fmla="*/ 81209 w 353909"/>
                <a:gd name="connsiteY101" fmla="*/ 124187 h 1121914"/>
                <a:gd name="connsiteX102" fmla="*/ 77532 w 353909"/>
                <a:gd name="connsiteY102" fmla="*/ 124871 h 1121914"/>
                <a:gd name="connsiteX103" fmla="*/ 72143 w 353909"/>
                <a:gd name="connsiteY103" fmla="*/ 110244 h 1121914"/>
                <a:gd name="connsiteX104" fmla="*/ 67951 w 353909"/>
                <a:gd name="connsiteY104" fmla="*/ 99038 h 1121914"/>
                <a:gd name="connsiteX105" fmla="*/ 70602 w 353909"/>
                <a:gd name="connsiteY105" fmla="*/ 39845 h 1121914"/>
                <a:gd name="connsiteX106" fmla="*/ 101311 w 353909"/>
                <a:gd name="connsiteY106" fmla="*/ 411 h 1121914"/>
                <a:gd name="connsiteX107" fmla="*/ 129539 w 353909"/>
                <a:gd name="connsiteY107" fmla="*/ 6741 h 1121914"/>
                <a:gd name="connsiteX108" fmla="*/ 149983 w 353909"/>
                <a:gd name="connsiteY108" fmla="*/ 3063 h 1121914"/>
                <a:gd name="connsiteX109" fmla="*/ 205498 w 353909"/>
                <a:gd name="connsiteY109" fmla="*/ 22823 h 1121914"/>
                <a:gd name="connsiteX110" fmla="*/ 228167 w 353909"/>
                <a:gd name="connsiteY110" fmla="*/ 78338 h 1121914"/>
                <a:gd name="connsiteX111" fmla="*/ 223034 w 353909"/>
                <a:gd name="connsiteY111" fmla="*/ 99552 h 1121914"/>
                <a:gd name="connsiteX112" fmla="*/ 224745 w 353909"/>
                <a:gd name="connsiteY112" fmla="*/ 107079 h 1121914"/>
                <a:gd name="connsiteX113" fmla="*/ 221066 w 353909"/>
                <a:gd name="connsiteY113" fmla="*/ 114350 h 1121914"/>
                <a:gd name="connsiteX114" fmla="*/ 219356 w 353909"/>
                <a:gd name="connsiteY114" fmla="*/ 123588 h 1121914"/>
                <a:gd name="connsiteX115" fmla="*/ 218672 w 353909"/>
                <a:gd name="connsiteY115" fmla="*/ 128721 h 1121914"/>
                <a:gd name="connsiteX116" fmla="*/ 216020 w 353909"/>
                <a:gd name="connsiteY116" fmla="*/ 131886 h 1121914"/>
                <a:gd name="connsiteX117" fmla="*/ 217217 w 353909"/>
                <a:gd name="connsiteY117" fmla="*/ 135820 h 1121914"/>
                <a:gd name="connsiteX118" fmla="*/ 215763 w 353909"/>
                <a:gd name="connsiteY118" fmla="*/ 139755 h 1121914"/>
                <a:gd name="connsiteX119" fmla="*/ 214052 w 353909"/>
                <a:gd name="connsiteY119" fmla="*/ 145315 h 1121914"/>
                <a:gd name="connsiteX120" fmla="*/ 213795 w 353909"/>
                <a:gd name="connsiteY120" fmla="*/ 158231 h 1121914"/>
                <a:gd name="connsiteX121" fmla="*/ 207209 w 353909"/>
                <a:gd name="connsiteY121" fmla="*/ 163364 h 1121914"/>
                <a:gd name="connsiteX122" fmla="*/ 188733 w 353909"/>
                <a:gd name="connsiteY122" fmla="*/ 164818 h 1121914"/>
                <a:gd name="connsiteX123" fmla="*/ 179238 w 353909"/>
                <a:gd name="connsiteY123" fmla="*/ 197409 h 1121914"/>
                <a:gd name="connsiteX124" fmla="*/ 180777 w 353909"/>
                <a:gd name="connsiteY124" fmla="*/ 201344 h 1121914"/>
                <a:gd name="connsiteX125" fmla="*/ 180777 w 353909"/>
                <a:gd name="connsiteY125" fmla="*/ 199975 h 1121914"/>
                <a:gd name="connsiteX126" fmla="*/ 224146 w 353909"/>
                <a:gd name="connsiteY126" fmla="*/ 221189 h 1121914"/>
                <a:gd name="connsiteX127" fmla="*/ 247156 w 353909"/>
                <a:gd name="connsiteY127" fmla="*/ 227775 h 1121914"/>
                <a:gd name="connsiteX128" fmla="*/ 263238 w 353909"/>
                <a:gd name="connsiteY128" fmla="*/ 258056 h 1121914"/>
                <a:gd name="connsiteX129" fmla="*/ 269055 w 353909"/>
                <a:gd name="connsiteY129" fmla="*/ 282521 h 1121914"/>
                <a:gd name="connsiteX130" fmla="*/ 264521 w 353909"/>
                <a:gd name="connsiteY130" fmla="*/ 283718 h 1121914"/>
                <a:gd name="connsiteX131" fmla="*/ 267258 w 353909"/>
                <a:gd name="connsiteY131" fmla="*/ 285087 h 1121914"/>
                <a:gd name="connsiteX132" fmla="*/ 348008 w 353909"/>
                <a:gd name="connsiteY132" fmla="*/ 268321 h 1121914"/>
                <a:gd name="connsiteX133" fmla="*/ 348008 w 353909"/>
                <a:gd name="connsiteY133" fmla="*/ 268321 h 1121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</a:cxnLst>
              <a:rect l="l" t="t" r="r" b="b"/>
              <a:pathLst>
                <a:path w="353909" h="1121914">
                  <a:moveTo>
                    <a:pt x="214052" y="95531"/>
                  </a:moveTo>
                  <a:cubicBezTo>
                    <a:pt x="215421" y="97499"/>
                    <a:pt x="217560" y="98354"/>
                    <a:pt x="217560" y="98354"/>
                  </a:cubicBezTo>
                  <a:lnTo>
                    <a:pt x="218072" y="97157"/>
                  </a:lnTo>
                  <a:cubicBezTo>
                    <a:pt x="218072" y="97157"/>
                    <a:pt x="218843" y="94334"/>
                    <a:pt x="219013" y="92623"/>
                  </a:cubicBezTo>
                  <a:cubicBezTo>
                    <a:pt x="219270" y="90912"/>
                    <a:pt x="216875" y="90057"/>
                    <a:pt x="214993" y="89544"/>
                  </a:cubicBezTo>
                  <a:cubicBezTo>
                    <a:pt x="212085" y="88859"/>
                    <a:pt x="212683" y="93564"/>
                    <a:pt x="214052" y="95531"/>
                  </a:cubicBezTo>
                  <a:lnTo>
                    <a:pt x="214052" y="95531"/>
                  </a:lnTo>
                  <a:close/>
                  <a:moveTo>
                    <a:pt x="136126" y="762910"/>
                  </a:moveTo>
                  <a:cubicBezTo>
                    <a:pt x="133559" y="770352"/>
                    <a:pt x="129796" y="774459"/>
                    <a:pt x="126032" y="781045"/>
                  </a:cubicBezTo>
                  <a:cubicBezTo>
                    <a:pt x="120216" y="791310"/>
                    <a:pt x="113629" y="812438"/>
                    <a:pt x="108497" y="827835"/>
                  </a:cubicBezTo>
                  <a:cubicBezTo>
                    <a:pt x="103365" y="843147"/>
                    <a:pt x="82664" y="929969"/>
                    <a:pt x="80525" y="948446"/>
                  </a:cubicBezTo>
                  <a:cubicBezTo>
                    <a:pt x="77787" y="972482"/>
                    <a:pt x="77787" y="986340"/>
                    <a:pt x="77787" y="991472"/>
                  </a:cubicBezTo>
                  <a:cubicBezTo>
                    <a:pt x="77787" y="996604"/>
                    <a:pt x="82150" y="1011146"/>
                    <a:pt x="82921" y="1021411"/>
                  </a:cubicBezTo>
                  <a:cubicBezTo>
                    <a:pt x="83690" y="1031676"/>
                    <a:pt x="88053" y="1046987"/>
                    <a:pt x="90191" y="1055028"/>
                  </a:cubicBezTo>
                  <a:cubicBezTo>
                    <a:pt x="92415" y="1063069"/>
                    <a:pt x="101141" y="1080604"/>
                    <a:pt x="114313" y="1087875"/>
                  </a:cubicBezTo>
                  <a:cubicBezTo>
                    <a:pt x="114313" y="1087875"/>
                    <a:pt x="119445" y="1071794"/>
                    <a:pt x="114313" y="1060845"/>
                  </a:cubicBezTo>
                  <a:cubicBezTo>
                    <a:pt x="109181" y="1049895"/>
                    <a:pt x="102594" y="1040401"/>
                    <a:pt x="104818" y="1030906"/>
                  </a:cubicBezTo>
                  <a:cubicBezTo>
                    <a:pt x="107042" y="1021411"/>
                    <a:pt x="117992" y="1003876"/>
                    <a:pt x="123124" y="1003876"/>
                  </a:cubicBezTo>
                  <a:cubicBezTo>
                    <a:pt x="128256" y="1003876"/>
                    <a:pt x="130394" y="1002421"/>
                    <a:pt x="134843" y="987794"/>
                  </a:cubicBezTo>
                  <a:cubicBezTo>
                    <a:pt x="139205" y="973167"/>
                    <a:pt x="137751" y="916198"/>
                    <a:pt x="131935" y="888397"/>
                  </a:cubicBezTo>
                  <a:cubicBezTo>
                    <a:pt x="126117" y="860682"/>
                    <a:pt x="131250" y="832882"/>
                    <a:pt x="137751" y="805167"/>
                  </a:cubicBezTo>
                  <a:cubicBezTo>
                    <a:pt x="137751" y="805167"/>
                    <a:pt x="135955" y="783354"/>
                    <a:pt x="136126" y="762910"/>
                  </a:cubicBezTo>
                  <a:lnTo>
                    <a:pt x="136126" y="762910"/>
                  </a:lnTo>
                  <a:close/>
                  <a:moveTo>
                    <a:pt x="243307" y="652565"/>
                  </a:moveTo>
                  <a:lnTo>
                    <a:pt x="243307" y="652565"/>
                  </a:lnTo>
                  <a:cubicBezTo>
                    <a:pt x="243222" y="653249"/>
                    <a:pt x="242879" y="655045"/>
                    <a:pt x="242366" y="657611"/>
                  </a:cubicBezTo>
                  <a:lnTo>
                    <a:pt x="243307" y="652565"/>
                  </a:lnTo>
                  <a:lnTo>
                    <a:pt x="243307" y="652565"/>
                  </a:lnTo>
                  <a:close/>
                  <a:moveTo>
                    <a:pt x="348093" y="268236"/>
                  </a:moveTo>
                  <a:lnTo>
                    <a:pt x="348777" y="270802"/>
                  </a:lnTo>
                  <a:lnTo>
                    <a:pt x="353909" y="271144"/>
                  </a:lnTo>
                  <a:lnTo>
                    <a:pt x="286418" y="358223"/>
                  </a:lnTo>
                  <a:cubicBezTo>
                    <a:pt x="287103" y="363869"/>
                    <a:pt x="288899" y="375160"/>
                    <a:pt x="292064" y="381576"/>
                  </a:cubicBezTo>
                  <a:cubicBezTo>
                    <a:pt x="296427" y="390386"/>
                    <a:pt x="299763" y="402960"/>
                    <a:pt x="297539" y="406809"/>
                  </a:cubicBezTo>
                  <a:cubicBezTo>
                    <a:pt x="295315" y="410659"/>
                    <a:pt x="297796" y="422976"/>
                    <a:pt x="281372" y="426313"/>
                  </a:cubicBezTo>
                  <a:cubicBezTo>
                    <a:pt x="278293" y="426911"/>
                    <a:pt x="274016" y="422634"/>
                    <a:pt x="270936" y="421694"/>
                  </a:cubicBezTo>
                  <a:cubicBezTo>
                    <a:pt x="257420" y="417759"/>
                    <a:pt x="243820" y="404072"/>
                    <a:pt x="236207" y="394748"/>
                  </a:cubicBezTo>
                  <a:lnTo>
                    <a:pt x="235009" y="393294"/>
                  </a:lnTo>
                  <a:lnTo>
                    <a:pt x="221922" y="397828"/>
                  </a:lnTo>
                  <a:cubicBezTo>
                    <a:pt x="221665" y="400052"/>
                    <a:pt x="221580" y="401420"/>
                    <a:pt x="221751" y="401592"/>
                  </a:cubicBezTo>
                  <a:cubicBezTo>
                    <a:pt x="222863" y="403816"/>
                    <a:pt x="221751" y="416219"/>
                    <a:pt x="225771" y="418785"/>
                  </a:cubicBezTo>
                  <a:cubicBezTo>
                    <a:pt x="229791" y="421351"/>
                    <a:pt x="230903" y="424260"/>
                    <a:pt x="229791" y="428622"/>
                  </a:cubicBezTo>
                  <a:cubicBezTo>
                    <a:pt x="228679" y="432984"/>
                    <a:pt x="236036" y="449836"/>
                    <a:pt x="238945" y="460443"/>
                  </a:cubicBezTo>
                  <a:cubicBezTo>
                    <a:pt x="241853" y="471050"/>
                    <a:pt x="249893" y="499534"/>
                    <a:pt x="250664" y="510141"/>
                  </a:cubicBezTo>
                  <a:cubicBezTo>
                    <a:pt x="250664" y="511253"/>
                    <a:pt x="250835" y="513135"/>
                    <a:pt x="250920" y="515530"/>
                  </a:cubicBezTo>
                  <a:lnTo>
                    <a:pt x="250920" y="515701"/>
                  </a:lnTo>
                  <a:cubicBezTo>
                    <a:pt x="250920" y="516814"/>
                    <a:pt x="251005" y="518096"/>
                    <a:pt x="251005" y="519465"/>
                  </a:cubicBezTo>
                  <a:cubicBezTo>
                    <a:pt x="251690" y="543502"/>
                    <a:pt x="252631" y="601497"/>
                    <a:pt x="255796" y="618178"/>
                  </a:cubicBezTo>
                  <a:cubicBezTo>
                    <a:pt x="258618" y="633404"/>
                    <a:pt x="258362" y="646662"/>
                    <a:pt x="258105" y="651966"/>
                  </a:cubicBezTo>
                  <a:cubicBezTo>
                    <a:pt x="258105" y="653334"/>
                    <a:pt x="258105" y="654361"/>
                    <a:pt x="257934" y="654703"/>
                  </a:cubicBezTo>
                  <a:cubicBezTo>
                    <a:pt x="257079" y="657098"/>
                    <a:pt x="250150" y="659151"/>
                    <a:pt x="245616" y="660177"/>
                  </a:cubicBezTo>
                  <a:lnTo>
                    <a:pt x="241853" y="661974"/>
                  </a:lnTo>
                  <a:lnTo>
                    <a:pt x="242195" y="660947"/>
                  </a:lnTo>
                  <a:lnTo>
                    <a:pt x="241767" y="660947"/>
                  </a:lnTo>
                  <a:cubicBezTo>
                    <a:pt x="237576" y="683786"/>
                    <a:pt x="226114" y="743065"/>
                    <a:pt x="220382" y="749737"/>
                  </a:cubicBezTo>
                  <a:cubicBezTo>
                    <a:pt x="213283" y="757949"/>
                    <a:pt x="215421" y="766760"/>
                    <a:pt x="214908" y="774972"/>
                  </a:cubicBezTo>
                  <a:cubicBezTo>
                    <a:pt x="214309" y="783183"/>
                    <a:pt x="213795" y="795245"/>
                    <a:pt x="209947" y="800719"/>
                  </a:cubicBezTo>
                  <a:cubicBezTo>
                    <a:pt x="206097" y="806193"/>
                    <a:pt x="211571" y="841778"/>
                    <a:pt x="207723" y="858800"/>
                  </a:cubicBezTo>
                  <a:cubicBezTo>
                    <a:pt x="203874" y="875737"/>
                    <a:pt x="192924" y="946478"/>
                    <a:pt x="188562" y="979325"/>
                  </a:cubicBezTo>
                  <a:cubicBezTo>
                    <a:pt x="184199" y="1012173"/>
                    <a:pt x="182573" y="1018246"/>
                    <a:pt x="184712" y="1027570"/>
                  </a:cubicBezTo>
                  <a:cubicBezTo>
                    <a:pt x="186936" y="1036894"/>
                    <a:pt x="193437" y="1076327"/>
                    <a:pt x="201136" y="1080690"/>
                  </a:cubicBezTo>
                  <a:cubicBezTo>
                    <a:pt x="208835" y="1085053"/>
                    <a:pt x="222521" y="1086763"/>
                    <a:pt x="230732" y="1088902"/>
                  </a:cubicBezTo>
                  <a:cubicBezTo>
                    <a:pt x="238945" y="1091126"/>
                    <a:pt x="244419" y="1100963"/>
                    <a:pt x="240057" y="1106437"/>
                  </a:cubicBezTo>
                  <a:cubicBezTo>
                    <a:pt x="235694" y="1111912"/>
                    <a:pt x="241169" y="1120637"/>
                    <a:pt x="186338" y="1120637"/>
                  </a:cubicBezTo>
                  <a:cubicBezTo>
                    <a:pt x="186338" y="1120637"/>
                    <a:pt x="167690" y="1123887"/>
                    <a:pt x="161702" y="1101476"/>
                  </a:cubicBezTo>
                  <a:cubicBezTo>
                    <a:pt x="155715" y="1078979"/>
                    <a:pt x="140916" y="1062556"/>
                    <a:pt x="134843" y="1061444"/>
                  </a:cubicBezTo>
                  <a:cubicBezTo>
                    <a:pt x="134843" y="1061444"/>
                    <a:pt x="128256" y="1094290"/>
                    <a:pt x="127743" y="1106352"/>
                  </a:cubicBezTo>
                  <a:lnTo>
                    <a:pt x="127230" y="1118413"/>
                  </a:lnTo>
                  <a:cubicBezTo>
                    <a:pt x="127230" y="1118413"/>
                    <a:pt x="77360" y="1124486"/>
                    <a:pt x="62048" y="1120637"/>
                  </a:cubicBezTo>
                  <a:cubicBezTo>
                    <a:pt x="46737" y="1116787"/>
                    <a:pt x="47250" y="1121150"/>
                    <a:pt x="46138" y="1111313"/>
                  </a:cubicBezTo>
                  <a:cubicBezTo>
                    <a:pt x="45026" y="1101476"/>
                    <a:pt x="43401" y="1083940"/>
                    <a:pt x="40664" y="1083940"/>
                  </a:cubicBezTo>
                  <a:cubicBezTo>
                    <a:pt x="37927" y="1083940"/>
                    <a:pt x="35189" y="1117386"/>
                    <a:pt x="35189" y="1117386"/>
                  </a:cubicBezTo>
                  <a:lnTo>
                    <a:pt x="26977" y="1119011"/>
                  </a:lnTo>
                  <a:cubicBezTo>
                    <a:pt x="26977" y="1119011"/>
                    <a:pt x="26977" y="1076327"/>
                    <a:pt x="19279" y="1056055"/>
                  </a:cubicBezTo>
                  <a:cubicBezTo>
                    <a:pt x="11580" y="1035782"/>
                    <a:pt x="25267" y="1010034"/>
                    <a:pt x="34591" y="1002335"/>
                  </a:cubicBezTo>
                  <a:cubicBezTo>
                    <a:pt x="43914" y="994637"/>
                    <a:pt x="38439" y="964014"/>
                    <a:pt x="35703" y="942116"/>
                  </a:cubicBezTo>
                  <a:cubicBezTo>
                    <a:pt x="32965" y="920218"/>
                    <a:pt x="23727" y="869749"/>
                    <a:pt x="38012" y="814405"/>
                  </a:cubicBezTo>
                  <a:cubicBezTo>
                    <a:pt x="52297" y="759061"/>
                    <a:pt x="66925" y="749224"/>
                    <a:pt x="63075" y="720226"/>
                  </a:cubicBezTo>
                  <a:cubicBezTo>
                    <a:pt x="59910" y="696447"/>
                    <a:pt x="56831" y="662487"/>
                    <a:pt x="55462" y="648801"/>
                  </a:cubicBezTo>
                  <a:lnTo>
                    <a:pt x="55376" y="648801"/>
                  </a:lnTo>
                  <a:cubicBezTo>
                    <a:pt x="55376" y="648801"/>
                    <a:pt x="55376" y="648887"/>
                    <a:pt x="55376" y="648887"/>
                  </a:cubicBezTo>
                  <a:cubicBezTo>
                    <a:pt x="52982" y="650169"/>
                    <a:pt x="51014" y="650255"/>
                    <a:pt x="49474" y="649656"/>
                  </a:cubicBezTo>
                  <a:cubicBezTo>
                    <a:pt x="47593" y="649656"/>
                    <a:pt x="45881" y="649229"/>
                    <a:pt x="45369" y="647775"/>
                  </a:cubicBezTo>
                  <a:cubicBezTo>
                    <a:pt x="43914" y="644096"/>
                    <a:pt x="35189" y="593713"/>
                    <a:pt x="33650" y="575836"/>
                  </a:cubicBezTo>
                  <a:cubicBezTo>
                    <a:pt x="32709" y="564630"/>
                    <a:pt x="32281" y="538455"/>
                    <a:pt x="32366" y="518011"/>
                  </a:cubicBezTo>
                  <a:cubicBezTo>
                    <a:pt x="31340" y="507404"/>
                    <a:pt x="30826" y="498251"/>
                    <a:pt x="33222" y="492434"/>
                  </a:cubicBezTo>
                  <a:lnTo>
                    <a:pt x="33222" y="491836"/>
                  </a:lnTo>
                  <a:cubicBezTo>
                    <a:pt x="34762" y="481999"/>
                    <a:pt x="32879" y="461897"/>
                    <a:pt x="38354" y="442907"/>
                  </a:cubicBezTo>
                  <a:cubicBezTo>
                    <a:pt x="43828" y="423917"/>
                    <a:pt x="47849" y="438117"/>
                    <a:pt x="44941" y="408178"/>
                  </a:cubicBezTo>
                  <a:cubicBezTo>
                    <a:pt x="44941" y="408178"/>
                    <a:pt x="50158" y="396374"/>
                    <a:pt x="52382" y="386708"/>
                  </a:cubicBezTo>
                  <a:cubicBezTo>
                    <a:pt x="38439" y="387563"/>
                    <a:pt x="21160" y="388675"/>
                    <a:pt x="14318" y="389531"/>
                  </a:cubicBezTo>
                  <a:cubicBezTo>
                    <a:pt x="1914" y="390985"/>
                    <a:pt x="-310" y="370883"/>
                    <a:pt x="32" y="366863"/>
                  </a:cubicBezTo>
                  <a:cubicBezTo>
                    <a:pt x="375" y="362842"/>
                    <a:pt x="4052" y="355914"/>
                    <a:pt x="5507" y="312801"/>
                  </a:cubicBezTo>
                  <a:cubicBezTo>
                    <a:pt x="6962" y="269690"/>
                    <a:pt x="26294" y="218195"/>
                    <a:pt x="36215" y="194500"/>
                  </a:cubicBezTo>
                  <a:cubicBezTo>
                    <a:pt x="45454" y="172174"/>
                    <a:pt x="74537" y="174313"/>
                    <a:pt x="80012" y="178077"/>
                  </a:cubicBezTo>
                  <a:cubicBezTo>
                    <a:pt x="84203" y="178847"/>
                    <a:pt x="94811" y="180643"/>
                    <a:pt x="97291" y="178676"/>
                  </a:cubicBezTo>
                  <a:cubicBezTo>
                    <a:pt x="96093" y="178676"/>
                    <a:pt x="109010" y="174313"/>
                    <a:pt x="113372" y="167470"/>
                  </a:cubicBezTo>
                  <a:cubicBezTo>
                    <a:pt x="117735" y="160712"/>
                    <a:pt x="119189" y="154297"/>
                    <a:pt x="117992" y="149250"/>
                  </a:cubicBezTo>
                  <a:cubicBezTo>
                    <a:pt x="116794" y="144118"/>
                    <a:pt x="114570" y="150191"/>
                    <a:pt x="110207" y="148565"/>
                  </a:cubicBezTo>
                  <a:cubicBezTo>
                    <a:pt x="105845" y="146855"/>
                    <a:pt x="102937" y="140012"/>
                    <a:pt x="100969" y="138814"/>
                  </a:cubicBezTo>
                  <a:cubicBezTo>
                    <a:pt x="99002" y="137617"/>
                    <a:pt x="94640" y="139328"/>
                    <a:pt x="88565" y="133168"/>
                  </a:cubicBezTo>
                  <a:cubicBezTo>
                    <a:pt x="82493" y="127095"/>
                    <a:pt x="83690" y="124187"/>
                    <a:pt x="81209" y="124187"/>
                  </a:cubicBezTo>
                  <a:cubicBezTo>
                    <a:pt x="78729" y="124187"/>
                    <a:pt x="79499" y="127095"/>
                    <a:pt x="77532" y="124871"/>
                  </a:cubicBezTo>
                  <a:cubicBezTo>
                    <a:pt x="75564" y="122647"/>
                    <a:pt x="74367" y="113666"/>
                    <a:pt x="72143" y="110244"/>
                  </a:cubicBezTo>
                  <a:cubicBezTo>
                    <a:pt x="69918" y="106822"/>
                    <a:pt x="68978" y="109988"/>
                    <a:pt x="67951" y="99038"/>
                  </a:cubicBezTo>
                  <a:cubicBezTo>
                    <a:pt x="67010" y="88089"/>
                    <a:pt x="64273" y="58407"/>
                    <a:pt x="70602" y="39845"/>
                  </a:cubicBezTo>
                  <a:cubicBezTo>
                    <a:pt x="76932" y="21368"/>
                    <a:pt x="92244" y="2122"/>
                    <a:pt x="101311" y="411"/>
                  </a:cubicBezTo>
                  <a:cubicBezTo>
                    <a:pt x="114227" y="-2069"/>
                    <a:pt x="122269" y="7511"/>
                    <a:pt x="129539" y="6741"/>
                  </a:cubicBezTo>
                  <a:cubicBezTo>
                    <a:pt x="136810" y="5971"/>
                    <a:pt x="135356" y="5287"/>
                    <a:pt x="149983" y="3063"/>
                  </a:cubicBezTo>
                  <a:cubicBezTo>
                    <a:pt x="164610" y="839"/>
                    <a:pt x="190871" y="8195"/>
                    <a:pt x="205498" y="22823"/>
                  </a:cubicBezTo>
                  <a:cubicBezTo>
                    <a:pt x="220125" y="37450"/>
                    <a:pt x="228851" y="68073"/>
                    <a:pt x="228167" y="78338"/>
                  </a:cubicBezTo>
                  <a:cubicBezTo>
                    <a:pt x="227397" y="88603"/>
                    <a:pt x="223034" y="99552"/>
                    <a:pt x="223034" y="99552"/>
                  </a:cubicBezTo>
                  <a:cubicBezTo>
                    <a:pt x="223034" y="99552"/>
                    <a:pt x="220639" y="101006"/>
                    <a:pt x="224745" y="107079"/>
                  </a:cubicBezTo>
                  <a:cubicBezTo>
                    <a:pt x="224745" y="107079"/>
                    <a:pt x="224488" y="113922"/>
                    <a:pt x="221066" y="114350"/>
                  </a:cubicBezTo>
                  <a:cubicBezTo>
                    <a:pt x="221066" y="114350"/>
                    <a:pt x="221323" y="121450"/>
                    <a:pt x="219356" y="123588"/>
                  </a:cubicBezTo>
                  <a:cubicBezTo>
                    <a:pt x="217389" y="125812"/>
                    <a:pt x="218843" y="127266"/>
                    <a:pt x="218672" y="128721"/>
                  </a:cubicBezTo>
                  <a:cubicBezTo>
                    <a:pt x="218415" y="130175"/>
                    <a:pt x="216191" y="130688"/>
                    <a:pt x="216020" y="131886"/>
                  </a:cubicBezTo>
                  <a:cubicBezTo>
                    <a:pt x="215763" y="133083"/>
                    <a:pt x="216276" y="134281"/>
                    <a:pt x="217217" y="135820"/>
                  </a:cubicBezTo>
                  <a:cubicBezTo>
                    <a:pt x="218158" y="137275"/>
                    <a:pt x="217217" y="137788"/>
                    <a:pt x="215763" y="139755"/>
                  </a:cubicBezTo>
                  <a:cubicBezTo>
                    <a:pt x="214309" y="141722"/>
                    <a:pt x="213795" y="143176"/>
                    <a:pt x="214052" y="145315"/>
                  </a:cubicBezTo>
                  <a:cubicBezTo>
                    <a:pt x="214309" y="147539"/>
                    <a:pt x="215250" y="156521"/>
                    <a:pt x="213795" y="158231"/>
                  </a:cubicBezTo>
                  <a:cubicBezTo>
                    <a:pt x="212342" y="159942"/>
                    <a:pt x="210887" y="162338"/>
                    <a:pt x="207209" y="163364"/>
                  </a:cubicBezTo>
                  <a:cubicBezTo>
                    <a:pt x="203531" y="164391"/>
                    <a:pt x="192154" y="163621"/>
                    <a:pt x="188733" y="164818"/>
                  </a:cubicBezTo>
                  <a:cubicBezTo>
                    <a:pt x="185311" y="166016"/>
                    <a:pt x="175560" y="179873"/>
                    <a:pt x="179238" y="197409"/>
                  </a:cubicBezTo>
                  <a:cubicBezTo>
                    <a:pt x="179238" y="197409"/>
                    <a:pt x="179751" y="199291"/>
                    <a:pt x="180777" y="201344"/>
                  </a:cubicBezTo>
                  <a:lnTo>
                    <a:pt x="180777" y="199975"/>
                  </a:lnTo>
                  <a:cubicBezTo>
                    <a:pt x="180777" y="199975"/>
                    <a:pt x="183942" y="206903"/>
                    <a:pt x="224146" y="221189"/>
                  </a:cubicBezTo>
                  <a:cubicBezTo>
                    <a:pt x="224146" y="221189"/>
                    <a:pt x="235865" y="221959"/>
                    <a:pt x="247156" y="227775"/>
                  </a:cubicBezTo>
                  <a:cubicBezTo>
                    <a:pt x="258447" y="233592"/>
                    <a:pt x="261442" y="251897"/>
                    <a:pt x="263238" y="258056"/>
                  </a:cubicBezTo>
                  <a:cubicBezTo>
                    <a:pt x="265034" y="264301"/>
                    <a:pt x="269055" y="282521"/>
                    <a:pt x="269055" y="282521"/>
                  </a:cubicBezTo>
                  <a:lnTo>
                    <a:pt x="264521" y="283718"/>
                  </a:lnTo>
                  <a:lnTo>
                    <a:pt x="267258" y="285087"/>
                  </a:lnTo>
                  <a:lnTo>
                    <a:pt x="348008" y="268321"/>
                  </a:lnTo>
                  <a:lnTo>
                    <a:pt x="348008" y="268321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1A07D1A6-6912-C764-91EB-E3C206838F53}"/>
                </a:ext>
              </a:extLst>
            </p:cNvPr>
            <p:cNvSpPr/>
            <p:nvPr/>
          </p:nvSpPr>
          <p:spPr>
            <a:xfrm>
              <a:off x="7177720" y="4255472"/>
              <a:ext cx="439844" cy="1195097"/>
            </a:xfrm>
            <a:custGeom>
              <a:avLst/>
              <a:gdLst>
                <a:gd name="connsiteX0" fmla="*/ 332835 w 439844"/>
                <a:gd name="connsiteY0" fmla="*/ 178670 h 1195097"/>
                <a:gd name="connsiteX1" fmla="*/ 383987 w 439844"/>
                <a:gd name="connsiteY1" fmla="*/ 199883 h 1195097"/>
                <a:gd name="connsiteX2" fmla="*/ 389119 w 439844"/>
                <a:gd name="connsiteY2" fmla="*/ 201680 h 1195097"/>
                <a:gd name="connsiteX3" fmla="*/ 394252 w 439844"/>
                <a:gd name="connsiteY3" fmla="*/ 206043 h 1195097"/>
                <a:gd name="connsiteX4" fmla="*/ 404089 w 439844"/>
                <a:gd name="connsiteY4" fmla="*/ 250951 h 1195097"/>
                <a:gd name="connsiteX5" fmla="*/ 408451 w 439844"/>
                <a:gd name="connsiteY5" fmla="*/ 275757 h 1195097"/>
                <a:gd name="connsiteX6" fmla="*/ 415038 w 439844"/>
                <a:gd name="connsiteY6" fmla="*/ 304242 h 1195097"/>
                <a:gd name="connsiteX7" fmla="*/ 422737 w 439844"/>
                <a:gd name="connsiteY7" fmla="*/ 329048 h 1195097"/>
                <a:gd name="connsiteX8" fmla="*/ 431119 w 439844"/>
                <a:gd name="connsiteY8" fmla="*/ 361553 h 1195097"/>
                <a:gd name="connsiteX9" fmla="*/ 439845 w 439844"/>
                <a:gd name="connsiteY9" fmla="*/ 396624 h 1195097"/>
                <a:gd name="connsiteX10" fmla="*/ 431803 w 439844"/>
                <a:gd name="connsiteY10" fmla="*/ 426906 h 1195097"/>
                <a:gd name="connsiteX11" fmla="*/ 424106 w 439844"/>
                <a:gd name="connsiteY11" fmla="*/ 438197 h 1195097"/>
                <a:gd name="connsiteX12" fmla="*/ 414610 w 439844"/>
                <a:gd name="connsiteY12" fmla="*/ 446922 h 1195097"/>
                <a:gd name="connsiteX13" fmla="*/ 406570 w 439844"/>
                <a:gd name="connsiteY13" fmla="*/ 450172 h 1195097"/>
                <a:gd name="connsiteX14" fmla="*/ 393396 w 439844"/>
                <a:gd name="connsiteY14" fmla="*/ 457101 h 1195097"/>
                <a:gd name="connsiteX15" fmla="*/ 375091 w 439844"/>
                <a:gd name="connsiteY15" fmla="*/ 457785 h 1195097"/>
                <a:gd name="connsiteX16" fmla="*/ 364484 w 439844"/>
                <a:gd name="connsiteY16" fmla="*/ 461463 h 1195097"/>
                <a:gd name="connsiteX17" fmla="*/ 361918 w 439844"/>
                <a:gd name="connsiteY17" fmla="*/ 461122 h 1195097"/>
                <a:gd name="connsiteX18" fmla="*/ 368077 w 439844"/>
                <a:gd name="connsiteY18" fmla="*/ 502009 h 1195097"/>
                <a:gd name="connsiteX19" fmla="*/ 374664 w 439844"/>
                <a:gd name="connsiteY19" fmla="*/ 573606 h 1195097"/>
                <a:gd name="connsiteX20" fmla="*/ 381592 w 439844"/>
                <a:gd name="connsiteY20" fmla="*/ 628009 h 1195097"/>
                <a:gd name="connsiteX21" fmla="*/ 383389 w 439844"/>
                <a:gd name="connsiteY21" fmla="*/ 680958 h 1195097"/>
                <a:gd name="connsiteX22" fmla="*/ 379710 w 439844"/>
                <a:gd name="connsiteY22" fmla="*/ 683096 h 1195097"/>
                <a:gd name="connsiteX23" fmla="*/ 369873 w 439844"/>
                <a:gd name="connsiteY23" fmla="*/ 683096 h 1195097"/>
                <a:gd name="connsiteX24" fmla="*/ 366195 w 439844"/>
                <a:gd name="connsiteY24" fmla="*/ 735703 h 1195097"/>
                <a:gd name="connsiteX25" fmla="*/ 367991 w 439844"/>
                <a:gd name="connsiteY25" fmla="*/ 807471 h 1195097"/>
                <a:gd name="connsiteX26" fmla="*/ 366879 w 439844"/>
                <a:gd name="connsiteY26" fmla="*/ 854689 h 1195097"/>
                <a:gd name="connsiteX27" fmla="*/ 369103 w 439844"/>
                <a:gd name="connsiteY27" fmla="*/ 899682 h 1195097"/>
                <a:gd name="connsiteX28" fmla="*/ 372354 w 439844"/>
                <a:gd name="connsiteY28" fmla="*/ 932957 h 1195097"/>
                <a:gd name="connsiteX29" fmla="*/ 377486 w 439844"/>
                <a:gd name="connsiteY29" fmla="*/ 972391 h 1195097"/>
                <a:gd name="connsiteX30" fmla="*/ 381165 w 439844"/>
                <a:gd name="connsiteY30" fmla="*/ 1035947 h 1195097"/>
                <a:gd name="connsiteX31" fmla="*/ 383389 w 439844"/>
                <a:gd name="connsiteY31" fmla="*/ 1092232 h 1195097"/>
                <a:gd name="connsiteX32" fmla="*/ 374664 w 439844"/>
                <a:gd name="connsiteY32" fmla="*/ 1119263 h 1195097"/>
                <a:gd name="connsiteX33" fmla="*/ 379796 w 439844"/>
                <a:gd name="connsiteY33" fmla="*/ 1122513 h 1195097"/>
                <a:gd name="connsiteX34" fmla="*/ 372525 w 439844"/>
                <a:gd name="connsiteY34" fmla="*/ 1145523 h 1195097"/>
                <a:gd name="connsiteX35" fmla="*/ 371071 w 439844"/>
                <a:gd name="connsiteY35" fmla="*/ 1154248 h 1195097"/>
                <a:gd name="connsiteX36" fmla="*/ 379796 w 439844"/>
                <a:gd name="connsiteY36" fmla="*/ 1162631 h 1195097"/>
                <a:gd name="connsiteX37" fmla="*/ 398785 w 439844"/>
                <a:gd name="connsiteY37" fmla="*/ 1171784 h 1195097"/>
                <a:gd name="connsiteX38" fmla="*/ 403490 w 439844"/>
                <a:gd name="connsiteY38" fmla="*/ 1183502 h 1195097"/>
                <a:gd name="connsiteX39" fmla="*/ 406826 w 439844"/>
                <a:gd name="connsiteY39" fmla="*/ 1187865 h 1195097"/>
                <a:gd name="connsiteX40" fmla="*/ 404602 w 439844"/>
                <a:gd name="connsiteY40" fmla="*/ 1194110 h 1195097"/>
                <a:gd name="connsiteX41" fmla="*/ 284077 w 439844"/>
                <a:gd name="connsiteY41" fmla="*/ 1194110 h 1195097"/>
                <a:gd name="connsiteX42" fmla="*/ 287755 w 439844"/>
                <a:gd name="connsiteY42" fmla="*/ 1174350 h 1195097"/>
                <a:gd name="connsiteX43" fmla="*/ 285190 w 439844"/>
                <a:gd name="connsiteY43" fmla="*/ 1161604 h 1195097"/>
                <a:gd name="connsiteX44" fmla="*/ 271674 w 439844"/>
                <a:gd name="connsiteY44" fmla="*/ 1136798 h 1195097"/>
                <a:gd name="connsiteX45" fmla="*/ 289894 w 439844"/>
                <a:gd name="connsiteY45" fmla="*/ 1120717 h 1195097"/>
                <a:gd name="connsiteX46" fmla="*/ 290663 w 439844"/>
                <a:gd name="connsiteY46" fmla="*/ 1111564 h 1195097"/>
                <a:gd name="connsiteX47" fmla="*/ 277491 w 439844"/>
                <a:gd name="connsiteY47" fmla="*/ 1103181 h 1195097"/>
                <a:gd name="connsiteX48" fmla="*/ 283735 w 439844"/>
                <a:gd name="connsiteY48" fmla="*/ 1027564 h 1195097"/>
                <a:gd name="connsiteX49" fmla="*/ 294342 w 439844"/>
                <a:gd name="connsiteY49" fmla="*/ 982998 h 1195097"/>
                <a:gd name="connsiteX50" fmla="*/ 279715 w 439844"/>
                <a:gd name="connsiteY50" fmla="*/ 931845 h 1195097"/>
                <a:gd name="connsiteX51" fmla="*/ 267654 w 439844"/>
                <a:gd name="connsiteY51" fmla="*/ 880008 h 1195097"/>
                <a:gd name="connsiteX52" fmla="*/ 265515 w 439844"/>
                <a:gd name="connsiteY52" fmla="*/ 847503 h 1195097"/>
                <a:gd name="connsiteX53" fmla="*/ 254566 w 439844"/>
                <a:gd name="connsiteY53" fmla="*/ 796008 h 1195097"/>
                <a:gd name="connsiteX54" fmla="*/ 241051 w 439844"/>
                <a:gd name="connsiteY54" fmla="*/ 730657 h 1195097"/>
                <a:gd name="connsiteX55" fmla="*/ 232668 w 439844"/>
                <a:gd name="connsiteY55" fmla="*/ 696697 h 1195097"/>
                <a:gd name="connsiteX56" fmla="*/ 220607 w 439844"/>
                <a:gd name="connsiteY56" fmla="*/ 717141 h 1195097"/>
                <a:gd name="connsiteX57" fmla="*/ 207092 w 439844"/>
                <a:gd name="connsiteY57" fmla="*/ 754009 h 1195097"/>
                <a:gd name="connsiteX58" fmla="*/ 195031 w 439844"/>
                <a:gd name="connsiteY58" fmla="*/ 809182 h 1195097"/>
                <a:gd name="connsiteX59" fmla="*/ 178949 w 439844"/>
                <a:gd name="connsiteY59" fmla="*/ 870172 h 1195097"/>
                <a:gd name="connsiteX60" fmla="*/ 173132 w 439844"/>
                <a:gd name="connsiteY60" fmla="*/ 900452 h 1195097"/>
                <a:gd name="connsiteX61" fmla="*/ 162868 w 439844"/>
                <a:gd name="connsiteY61" fmla="*/ 978207 h 1195097"/>
                <a:gd name="connsiteX62" fmla="*/ 154826 w 439844"/>
                <a:gd name="connsiteY62" fmla="*/ 1037743 h 1195097"/>
                <a:gd name="connsiteX63" fmla="*/ 141654 w 439844"/>
                <a:gd name="connsiteY63" fmla="*/ 1090350 h 1195097"/>
                <a:gd name="connsiteX64" fmla="*/ 126685 w 439844"/>
                <a:gd name="connsiteY64" fmla="*/ 1123197 h 1195097"/>
                <a:gd name="connsiteX65" fmla="*/ 119755 w 439844"/>
                <a:gd name="connsiteY65" fmla="*/ 1125079 h 1195097"/>
                <a:gd name="connsiteX66" fmla="*/ 111715 w 439844"/>
                <a:gd name="connsiteY66" fmla="*/ 1125079 h 1195097"/>
                <a:gd name="connsiteX67" fmla="*/ 122664 w 439844"/>
                <a:gd name="connsiteY67" fmla="*/ 1130554 h 1195097"/>
                <a:gd name="connsiteX68" fmla="*/ 120098 w 439844"/>
                <a:gd name="connsiteY68" fmla="*/ 1148089 h 1195097"/>
                <a:gd name="connsiteX69" fmla="*/ 110261 w 439844"/>
                <a:gd name="connsiteY69" fmla="*/ 1169303 h 1195097"/>
                <a:gd name="connsiteX70" fmla="*/ 111373 w 439844"/>
                <a:gd name="connsiteY70" fmla="*/ 1180594 h 1195097"/>
                <a:gd name="connsiteX71" fmla="*/ 112827 w 439844"/>
                <a:gd name="connsiteY71" fmla="*/ 1194452 h 1195097"/>
                <a:gd name="connsiteX72" fmla="*/ 0 w 439844"/>
                <a:gd name="connsiteY72" fmla="*/ 1194452 h 1195097"/>
                <a:gd name="connsiteX73" fmla="*/ 342 w 439844"/>
                <a:gd name="connsiteY73" fmla="*/ 1186411 h 1195097"/>
                <a:gd name="connsiteX74" fmla="*/ 5132 w 439844"/>
                <a:gd name="connsiteY74" fmla="*/ 1183502 h 1195097"/>
                <a:gd name="connsiteX75" fmla="*/ 11719 w 439844"/>
                <a:gd name="connsiteY75" fmla="*/ 1172212 h 1195097"/>
                <a:gd name="connsiteX76" fmla="*/ 31479 w 439844"/>
                <a:gd name="connsiteY76" fmla="*/ 1157926 h 1195097"/>
                <a:gd name="connsiteX77" fmla="*/ 34387 w 439844"/>
                <a:gd name="connsiteY77" fmla="*/ 1148089 h 1195097"/>
                <a:gd name="connsiteX78" fmla="*/ 26347 w 439844"/>
                <a:gd name="connsiteY78" fmla="*/ 1123283 h 1195097"/>
                <a:gd name="connsiteX79" fmla="*/ 38750 w 439844"/>
                <a:gd name="connsiteY79" fmla="*/ 1110879 h 1195097"/>
                <a:gd name="connsiteX80" fmla="*/ 43455 w 439844"/>
                <a:gd name="connsiteY80" fmla="*/ 1072130 h 1195097"/>
                <a:gd name="connsiteX81" fmla="*/ 57312 w 439844"/>
                <a:gd name="connsiteY81" fmla="*/ 978636 h 1195097"/>
                <a:gd name="connsiteX82" fmla="*/ 71169 w 439844"/>
                <a:gd name="connsiteY82" fmla="*/ 863243 h 1195097"/>
                <a:gd name="connsiteX83" fmla="*/ 83572 w 439844"/>
                <a:gd name="connsiteY83" fmla="*/ 770518 h 1195097"/>
                <a:gd name="connsiteX84" fmla="*/ 86908 w 439844"/>
                <a:gd name="connsiteY84" fmla="*/ 697809 h 1195097"/>
                <a:gd name="connsiteX85" fmla="*/ 88363 w 439844"/>
                <a:gd name="connsiteY85" fmla="*/ 674799 h 1195097"/>
                <a:gd name="connsiteX86" fmla="*/ 63898 w 439844"/>
                <a:gd name="connsiteY86" fmla="*/ 667528 h 1195097"/>
                <a:gd name="connsiteX87" fmla="*/ 76644 w 439844"/>
                <a:gd name="connsiteY87" fmla="*/ 603288 h 1195097"/>
                <a:gd name="connsiteX88" fmla="*/ 93410 w 439844"/>
                <a:gd name="connsiteY88" fmla="*/ 510906 h 1195097"/>
                <a:gd name="connsiteX89" fmla="*/ 101450 w 439844"/>
                <a:gd name="connsiteY89" fmla="*/ 478400 h 1195097"/>
                <a:gd name="connsiteX90" fmla="*/ 64240 w 439844"/>
                <a:gd name="connsiteY90" fmla="*/ 458726 h 1195097"/>
                <a:gd name="connsiteX91" fmla="*/ 55088 w 439844"/>
                <a:gd name="connsiteY91" fmla="*/ 450001 h 1195097"/>
                <a:gd name="connsiteX92" fmla="*/ 40460 w 439844"/>
                <a:gd name="connsiteY92" fmla="*/ 429557 h 1195097"/>
                <a:gd name="connsiteX93" fmla="*/ 34644 w 439844"/>
                <a:gd name="connsiteY93" fmla="*/ 416812 h 1195097"/>
                <a:gd name="connsiteX94" fmla="*/ 30624 w 439844"/>
                <a:gd name="connsiteY94" fmla="*/ 393117 h 1195097"/>
                <a:gd name="connsiteX95" fmla="*/ 45251 w 439844"/>
                <a:gd name="connsiteY95" fmla="*/ 344531 h 1195097"/>
                <a:gd name="connsiteX96" fmla="*/ 72282 w 439844"/>
                <a:gd name="connsiteY96" fmla="*/ 230592 h 1195097"/>
                <a:gd name="connsiteX97" fmla="*/ 83572 w 439844"/>
                <a:gd name="connsiteY97" fmla="*/ 198429 h 1195097"/>
                <a:gd name="connsiteX98" fmla="*/ 94179 w 439844"/>
                <a:gd name="connsiteY98" fmla="*/ 193297 h 1195097"/>
                <a:gd name="connsiteX99" fmla="*/ 166461 w 439844"/>
                <a:gd name="connsiteY99" fmla="*/ 164471 h 1195097"/>
                <a:gd name="connsiteX100" fmla="*/ 177409 w 439844"/>
                <a:gd name="connsiteY100" fmla="*/ 162674 h 1195097"/>
                <a:gd name="connsiteX101" fmla="*/ 191096 w 439844"/>
                <a:gd name="connsiteY101" fmla="*/ 148645 h 1195097"/>
                <a:gd name="connsiteX102" fmla="*/ 184081 w 439844"/>
                <a:gd name="connsiteY102" fmla="*/ 136242 h 1195097"/>
                <a:gd name="connsiteX103" fmla="*/ 177409 w 439844"/>
                <a:gd name="connsiteY103" fmla="*/ 107073 h 1195097"/>
                <a:gd name="connsiteX104" fmla="*/ 171934 w 439844"/>
                <a:gd name="connsiteY104" fmla="*/ 76108 h 1195097"/>
                <a:gd name="connsiteX105" fmla="*/ 177495 w 439844"/>
                <a:gd name="connsiteY105" fmla="*/ 77391 h 1195097"/>
                <a:gd name="connsiteX106" fmla="*/ 174330 w 439844"/>
                <a:gd name="connsiteY106" fmla="*/ 58573 h 1195097"/>
                <a:gd name="connsiteX107" fmla="*/ 227365 w 439844"/>
                <a:gd name="connsiteY107" fmla="*/ 63 h 1195097"/>
                <a:gd name="connsiteX108" fmla="*/ 280656 w 439844"/>
                <a:gd name="connsiteY108" fmla="*/ 45742 h 1195097"/>
                <a:gd name="connsiteX109" fmla="*/ 278688 w 439844"/>
                <a:gd name="connsiteY109" fmla="*/ 73798 h 1195097"/>
                <a:gd name="connsiteX110" fmla="*/ 287755 w 439844"/>
                <a:gd name="connsiteY110" fmla="*/ 72601 h 1195097"/>
                <a:gd name="connsiteX111" fmla="*/ 284676 w 439844"/>
                <a:gd name="connsiteY111" fmla="*/ 101171 h 1195097"/>
                <a:gd name="connsiteX112" fmla="*/ 274924 w 439844"/>
                <a:gd name="connsiteY112" fmla="*/ 110923 h 1195097"/>
                <a:gd name="connsiteX113" fmla="*/ 274924 w 439844"/>
                <a:gd name="connsiteY113" fmla="*/ 124267 h 1195097"/>
                <a:gd name="connsiteX114" fmla="*/ 275865 w 439844"/>
                <a:gd name="connsiteY114" fmla="*/ 140690 h 1195097"/>
                <a:gd name="connsiteX115" fmla="*/ 300244 w 439844"/>
                <a:gd name="connsiteY115" fmla="*/ 164385 h 1195097"/>
                <a:gd name="connsiteX116" fmla="*/ 332406 w 439844"/>
                <a:gd name="connsiteY116" fmla="*/ 179012 h 1195097"/>
                <a:gd name="connsiteX117" fmla="*/ 332406 w 439844"/>
                <a:gd name="connsiteY117" fmla="*/ 179012 h 1195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439844" h="1195097">
                  <a:moveTo>
                    <a:pt x="332835" y="178670"/>
                  </a:moveTo>
                  <a:cubicBezTo>
                    <a:pt x="337967" y="180894"/>
                    <a:pt x="378512" y="196205"/>
                    <a:pt x="383987" y="199883"/>
                  </a:cubicBezTo>
                  <a:cubicBezTo>
                    <a:pt x="383987" y="199883"/>
                    <a:pt x="386211" y="202108"/>
                    <a:pt x="389119" y="201680"/>
                  </a:cubicBezTo>
                  <a:cubicBezTo>
                    <a:pt x="392028" y="201338"/>
                    <a:pt x="393910" y="203477"/>
                    <a:pt x="394252" y="206043"/>
                  </a:cubicBezTo>
                  <a:cubicBezTo>
                    <a:pt x="394594" y="208609"/>
                    <a:pt x="404089" y="236323"/>
                    <a:pt x="404089" y="250951"/>
                  </a:cubicBezTo>
                  <a:cubicBezTo>
                    <a:pt x="404089" y="265578"/>
                    <a:pt x="405201" y="265578"/>
                    <a:pt x="408451" y="275757"/>
                  </a:cubicBezTo>
                  <a:cubicBezTo>
                    <a:pt x="411702" y="286022"/>
                    <a:pt x="414268" y="297655"/>
                    <a:pt x="415038" y="304242"/>
                  </a:cubicBezTo>
                  <a:cubicBezTo>
                    <a:pt x="415808" y="310829"/>
                    <a:pt x="418717" y="317415"/>
                    <a:pt x="422737" y="329048"/>
                  </a:cubicBezTo>
                  <a:cubicBezTo>
                    <a:pt x="426757" y="340767"/>
                    <a:pt x="428211" y="357533"/>
                    <a:pt x="431119" y="361553"/>
                  </a:cubicBezTo>
                  <a:cubicBezTo>
                    <a:pt x="434027" y="365573"/>
                    <a:pt x="439845" y="389696"/>
                    <a:pt x="439845" y="396624"/>
                  </a:cubicBezTo>
                  <a:cubicBezTo>
                    <a:pt x="439845" y="403553"/>
                    <a:pt x="435825" y="422201"/>
                    <a:pt x="431803" y="426906"/>
                  </a:cubicBezTo>
                  <a:cubicBezTo>
                    <a:pt x="427783" y="431610"/>
                    <a:pt x="426671" y="434946"/>
                    <a:pt x="424106" y="438197"/>
                  </a:cubicBezTo>
                  <a:cubicBezTo>
                    <a:pt x="421539" y="441447"/>
                    <a:pt x="419315" y="448034"/>
                    <a:pt x="414610" y="446922"/>
                  </a:cubicBezTo>
                  <a:cubicBezTo>
                    <a:pt x="409820" y="445810"/>
                    <a:pt x="409136" y="448376"/>
                    <a:pt x="406570" y="450172"/>
                  </a:cubicBezTo>
                  <a:cubicBezTo>
                    <a:pt x="404003" y="451969"/>
                    <a:pt x="399983" y="456759"/>
                    <a:pt x="393396" y="457101"/>
                  </a:cubicBezTo>
                  <a:cubicBezTo>
                    <a:pt x="386809" y="457443"/>
                    <a:pt x="380224" y="456416"/>
                    <a:pt x="375091" y="457785"/>
                  </a:cubicBezTo>
                  <a:cubicBezTo>
                    <a:pt x="369958" y="459239"/>
                    <a:pt x="366708" y="460009"/>
                    <a:pt x="364484" y="461463"/>
                  </a:cubicBezTo>
                  <a:cubicBezTo>
                    <a:pt x="362260" y="462918"/>
                    <a:pt x="361918" y="461122"/>
                    <a:pt x="361918" y="461122"/>
                  </a:cubicBezTo>
                  <a:cubicBezTo>
                    <a:pt x="361918" y="461122"/>
                    <a:pt x="366622" y="492172"/>
                    <a:pt x="368077" y="502009"/>
                  </a:cubicBezTo>
                  <a:cubicBezTo>
                    <a:pt x="369531" y="511846"/>
                    <a:pt x="372439" y="567361"/>
                    <a:pt x="374664" y="573606"/>
                  </a:cubicBezTo>
                  <a:cubicBezTo>
                    <a:pt x="376888" y="579765"/>
                    <a:pt x="380480" y="619626"/>
                    <a:pt x="381592" y="628009"/>
                  </a:cubicBezTo>
                  <a:cubicBezTo>
                    <a:pt x="382704" y="636392"/>
                    <a:pt x="384501" y="677964"/>
                    <a:pt x="383389" y="680958"/>
                  </a:cubicBezTo>
                  <a:cubicBezTo>
                    <a:pt x="383389" y="680958"/>
                    <a:pt x="383046" y="683096"/>
                    <a:pt x="379710" y="683096"/>
                  </a:cubicBezTo>
                  <a:lnTo>
                    <a:pt x="369873" y="683096"/>
                  </a:lnTo>
                  <a:lnTo>
                    <a:pt x="366195" y="735703"/>
                  </a:lnTo>
                  <a:cubicBezTo>
                    <a:pt x="367649" y="744856"/>
                    <a:pt x="369103" y="796522"/>
                    <a:pt x="367991" y="807471"/>
                  </a:cubicBezTo>
                  <a:cubicBezTo>
                    <a:pt x="366879" y="818420"/>
                    <a:pt x="365083" y="844852"/>
                    <a:pt x="366879" y="854689"/>
                  </a:cubicBezTo>
                  <a:cubicBezTo>
                    <a:pt x="368675" y="864526"/>
                    <a:pt x="368334" y="890529"/>
                    <a:pt x="369103" y="899682"/>
                  </a:cubicBezTo>
                  <a:cubicBezTo>
                    <a:pt x="369787" y="908835"/>
                    <a:pt x="371327" y="924917"/>
                    <a:pt x="372354" y="932957"/>
                  </a:cubicBezTo>
                  <a:cubicBezTo>
                    <a:pt x="373466" y="940998"/>
                    <a:pt x="377059" y="965120"/>
                    <a:pt x="377486" y="972391"/>
                  </a:cubicBezTo>
                  <a:cubicBezTo>
                    <a:pt x="377828" y="979662"/>
                    <a:pt x="381165" y="1027906"/>
                    <a:pt x="381165" y="1035947"/>
                  </a:cubicBezTo>
                  <a:cubicBezTo>
                    <a:pt x="381165" y="1043987"/>
                    <a:pt x="385185" y="1087100"/>
                    <a:pt x="383389" y="1092232"/>
                  </a:cubicBezTo>
                  <a:cubicBezTo>
                    <a:pt x="381592" y="1097365"/>
                    <a:pt x="374235" y="1117808"/>
                    <a:pt x="374664" y="1119263"/>
                  </a:cubicBezTo>
                  <a:cubicBezTo>
                    <a:pt x="375006" y="1120717"/>
                    <a:pt x="380138" y="1120375"/>
                    <a:pt x="379796" y="1122513"/>
                  </a:cubicBezTo>
                  <a:cubicBezTo>
                    <a:pt x="379453" y="1124737"/>
                    <a:pt x="373979" y="1140818"/>
                    <a:pt x="372525" y="1145523"/>
                  </a:cubicBezTo>
                  <a:cubicBezTo>
                    <a:pt x="371071" y="1150314"/>
                    <a:pt x="370729" y="1152794"/>
                    <a:pt x="371071" y="1154248"/>
                  </a:cubicBezTo>
                  <a:cubicBezTo>
                    <a:pt x="371413" y="1155702"/>
                    <a:pt x="375861" y="1161947"/>
                    <a:pt x="379796" y="1162631"/>
                  </a:cubicBezTo>
                  <a:cubicBezTo>
                    <a:pt x="383816" y="1163401"/>
                    <a:pt x="395877" y="1164855"/>
                    <a:pt x="398785" y="1171784"/>
                  </a:cubicBezTo>
                  <a:cubicBezTo>
                    <a:pt x="401694" y="1178712"/>
                    <a:pt x="403490" y="1183502"/>
                    <a:pt x="403490" y="1183502"/>
                  </a:cubicBezTo>
                  <a:cubicBezTo>
                    <a:pt x="403490" y="1183502"/>
                    <a:pt x="407510" y="1186069"/>
                    <a:pt x="406826" y="1187865"/>
                  </a:cubicBezTo>
                  <a:cubicBezTo>
                    <a:pt x="406056" y="1189661"/>
                    <a:pt x="405714" y="1194452"/>
                    <a:pt x="404602" y="1194110"/>
                  </a:cubicBezTo>
                  <a:lnTo>
                    <a:pt x="284077" y="1194110"/>
                  </a:lnTo>
                  <a:cubicBezTo>
                    <a:pt x="284077" y="1194110"/>
                    <a:pt x="284077" y="1180936"/>
                    <a:pt x="287755" y="1174350"/>
                  </a:cubicBezTo>
                  <a:cubicBezTo>
                    <a:pt x="291434" y="1167763"/>
                    <a:pt x="287071" y="1165197"/>
                    <a:pt x="285190" y="1161604"/>
                  </a:cubicBezTo>
                  <a:cubicBezTo>
                    <a:pt x="283392" y="1157926"/>
                    <a:pt x="271674" y="1140049"/>
                    <a:pt x="271674" y="1136798"/>
                  </a:cubicBezTo>
                  <a:cubicBezTo>
                    <a:pt x="271674" y="1133548"/>
                    <a:pt x="275352" y="1126961"/>
                    <a:pt x="289894" y="1120717"/>
                  </a:cubicBezTo>
                  <a:cubicBezTo>
                    <a:pt x="289894" y="1120717"/>
                    <a:pt x="299388" y="1113018"/>
                    <a:pt x="290663" y="1111564"/>
                  </a:cubicBezTo>
                  <a:cubicBezTo>
                    <a:pt x="281939" y="1110110"/>
                    <a:pt x="277491" y="1110110"/>
                    <a:pt x="277491" y="1103181"/>
                  </a:cubicBezTo>
                  <a:cubicBezTo>
                    <a:pt x="277491" y="1096252"/>
                    <a:pt x="280056" y="1041849"/>
                    <a:pt x="283735" y="1027564"/>
                  </a:cubicBezTo>
                  <a:cubicBezTo>
                    <a:pt x="287413" y="1013279"/>
                    <a:pt x="296908" y="991038"/>
                    <a:pt x="294342" y="982998"/>
                  </a:cubicBezTo>
                  <a:cubicBezTo>
                    <a:pt x="291775" y="974957"/>
                    <a:pt x="280484" y="944249"/>
                    <a:pt x="279715" y="931845"/>
                  </a:cubicBezTo>
                  <a:cubicBezTo>
                    <a:pt x="278944" y="919442"/>
                    <a:pt x="270220" y="888733"/>
                    <a:pt x="267654" y="880008"/>
                  </a:cubicBezTo>
                  <a:cubicBezTo>
                    <a:pt x="265087" y="871283"/>
                    <a:pt x="267996" y="852978"/>
                    <a:pt x="265515" y="847503"/>
                  </a:cubicBezTo>
                  <a:cubicBezTo>
                    <a:pt x="262948" y="842029"/>
                    <a:pt x="257474" y="807727"/>
                    <a:pt x="254566" y="796008"/>
                  </a:cubicBezTo>
                  <a:cubicBezTo>
                    <a:pt x="251658" y="784290"/>
                    <a:pt x="243959" y="741263"/>
                    <a:pt x="241051" y="730657"/>
                  </a:cubicBezTo>
                  <a:cubicBezTo>
                    <a:pt x="238143" y="720049"/>
                    <a:pt x="235576" y="695927"/>
                    <a:pt x="232668" y="696697"/>
                  </a:cubicBezTo>
                  <a:cubicBezTo>
                    <a:pt x="229759" y="697382"/>
                    <a:pt x="222831" y="709528"/>
                    <a:pt x="220607" y="717141"/>
                  </a:cubicBezTo>
                  <a:cubicBezTo>
                    <a:pt x="218383" y="724839"/>
                    <a:pt x="208888" y="743830"/>
                    <a:pt x="207092" y="754009"/>
                  </a:cubicBezTo>
                  <a:cubicBezTo>
                    <a:pt x="205295" y="764274"/>
                    <a:pt x="197596" y="799687"/>
                    <a:pt x="195031" y="809182"/>
                  </a:cubicBezTo>
                  <a:cubicBezTo>
                    <a:pt x="192464" y="818677"/>
                    <a:pt x="181173" y="861361"/>
                    <a:pt x="178949" y="870172"/>
                  </a:cubicBezTo>
                  <a:cubicBezTo>
                    <a:pt x="176725" y="878896"/>
                    <a:pt x="174929" y="890958"/>
                    <a:pt x="173132" y="900452"/>
                  </a:cubicBezTo>
                  <a:cubicBezTo>
                    <a:pt x="171250" y="909947"/>
                    <a:pt x="162868" y="966917"/>
                    <a:pt x="162868" y="978207"/>
                  </a:cubicBezTo>
                  <a:cubicBezTo>
                    <a:pt x="162868" y="989499"/>
                    <a:pt x="156281" y="1027478"/>
                    <a:pt x="154826" y="1037743"/>
                  </a:cubicBezTo>
                  <a:cubicBezTo>
                    <a:pt x="153373" y="1048008"/>
                    <a:pt x="144562" y="1079059"/>
                    <a:pt x="141654" y="1090350"/>
                  </a:cubicBezTo>
                  <a:cubicBezTo>
                    <a:pt x="138745" y="1101642"/>
                    <a:pt x="139515" y="1115156"/>
                    <a:pt x="126685" y="1123197"/>
                  </a:cubicBezTo>
                  <a:cubicBezTo>
                    <a:pt x="126685" y="1123197"/>
                    <a:pt x="123775" y="1125421"/>
                    <a:pt x="119755" y="1125079"/>
                  </a:cubicBezTo>
                  <a:cubicBezTo>
                    <a:pt x="115735" y="1124652"/>
                    <a:pt x="111715" y="1125079"/>
                    <a:pt x="111715" y="1125079"/>
                  </a:cubicBezTo>
                  <a:cubicBezTo>
                    <a:pt x="111715" y="1125079"/>
                    <a:pt x="121552" y="1125079"/>
                    <a:pt x="122664" y="1130554"/>
                  </a:cubicBezTo>
                  <a:cubicBezTo>
                    <a:pt x="123775" y="1136028"/>
                    <a:pt x="123434" y="1142957"/>
                    <a:pt x="120098" y="1148089"/>
                  </a:cubicBezTo>
                  <a:cubicBezTo>
                    <a:pt x="116847" y="1153222"/>
                    <a:pt x="110945" y="1163059"/>
                    <a:pt x="110261" y="1169303"/>
                  </a:cubicBezTo>
                  <a:cubicBezTo>
                    <a:pt x="109577" y="1175462"/>
                    <a:pt x="109918" y="1176574"/>
                    <a:pt x="111373" y="1180594"/>
                  </a:cubicBezTo>
                  <a:cubicBezTo>
                    <a:pt x="112827" y="1184614"/>
                    <a:pt x="113939" y="1192998"/>
                    <a:pt x="112827" y="1194452"/>
                  </a:cubicBezTo>
                  <a:cubicBezTo>
                    <a:pt x="111715" y="1195906"/>
                    <a:pt x="0" y="1194452"/>
                    <a:pt x="0" y="1194452"/>
                  </a:cubicBezTo>
                  <a:lnTo>
                    <a:pt x="342" y="1186411"/>
                  </a:lnTo>
                  <a:lnTo>
                    <a:pt x="5132" y="1183502"/>
                  </a:lnTo>
                  <a:cubicBezTo>
                    <a:pt x="5132" y="1183502"/>
                    <a:pt x="5132" y="1177344"/>
                    <a:pt x="11719" y="1172212"/>
                  </a:cubicBezTo>
                  <a:cubicBezTo>
                    <a:pt x="18306" y="1167079"/>
                    <a:pt x="28143" y="1162716"/>
                    <a:pt x="31479" y="1157926"/>
                  </a:cubicBezTo>
                  <a:cubicBezTo>
                    <a:pt x="34730" y="1153136"/>
                    <a:pt x="35499" y="1149201"/>
                    <a:pt x="34387" y="1148089"/>
                  </a:cubicBezTo>
                  <a:cubicBezTo>
                    <a:pt x="33275" y="1146977"/>
                    <a:pt x="24892" y="1129442"/>
                    <a:pt x="26347" y="1123283"/>
                  </a:cubicBezTo>
                  <a:cubicBezTo>
                    <a:pt x="27800" y="1117039"/>
                    <a:pt x="37638" y="1120717"/>
                    <a:pt x="38750" y="1110879"/>
                  </a:cubicBezTo>
                  <a:cubicBezTo>
                    <a:pt x="39862" y="1101043"/>
                    <a:pt x="39519" y="1085646"/>
                    <a:pt x="43455" y="1072130"/>
                  </a:cubicBezTo>
                  <a:cubicBezTo>
                    <a:pt x="47475" y="1058615"/>
                    <a:pt x="55515" y="991809"/>
                    <a:pt x="57312" y="978636"/>
                  </a:cubicBezTo>
                  <a:cubicBezTo>
                    <a:pt x="59108" y="965462"/>
                    <a:pt x="68260" y="873422"/>
                    <a:pt x="71169" y="863243"/>
                  </a:cubicBezTo>
                  <a:cubicBezTo>
                    <a:pt x="74078" y="852978"/>
                    <a:pt x="81006" y="783605"/>
                    <a:pt x="83572" y="770518"/>
                  </a:cubicBezTo>
                  <a:cubicBezTo>
                    <a:pt x="86139" y="757345"/>
                    <a:pt x="88704" y="705850"/>
                    <a:pt x="86908" y="697809"/>
                  </a:cubicBezTo>
                  <a:cubicBezTo>
                    <a:pt x="85112" y="689768"/>
                    <a:pt x="88021" y="675911"/>
                    <a:pt x="88363" y="674799"/>
                  </a:cubicBezTo>
                  <a:cubicBezTo>
                    <a:pt x="88704" y="673687"/>
                    <a:pt x="65695" y="674115"/>
                    <a:pt x="63898" y="667528"/>
                  </a:cubicBezTo>
                  <a:cubicBezTo>
                    <a:pt x="63898" y="667528"/>
                    <a:pt x="75190" y="616718"/>
                    <a:pt x="76644" y="603288"/>
                  </a:cubicBezTo>
                  <a:cubicBezTo>
                    <a:pt x="78098" y="589773"/>
                    <a:pt x="89475" y="528013"/>
                    <a:pt x="93410" y="510906"/>
                  </a:cubicBezTo>
                  <a:cubicBezTo>
                    <a:pt x="97430" y="493712"/>
                    <a:pt x="101450" y="478400"/>
                    <a:pt x="101450" y="478400"/>
                  </a:cubicBezTo>
                  <a:cubicBezTo>
                    <a:pt x="101450" y="478400"/>
                    <a:pt x="78440" y="460523"/>
                    <a:pt x="64240" y="458726"/>
                  </a:cubicBezTo>
                  <a:cubicBezTo>
                    <a:pt x="64240" y="458726"/>
                    <a:pt x="57996" y="455818"/>
                    <a:pt x="55088" y="450001"/>
                  </a:cubicBezTo>
                  <a:cubicBezTo>
                    <a:pt x="52179" y="444184"/>
                    <a:pt x="43796" y="433920"/>
                    <a:pt x="40460" y="429557"/>
                  </a:cubicBezTo>
                  <a:cubicBezTo>
                    <a:pt x="37209" y="425195"/>
                    <a:pt x="35328" y="421517"/>
                    <a:pt x="34644" y="416812"/>
                  </a:cubicBezTo>
                  <a:cubicBezTo>
                    <a:pt x="33874" y="412107"/>
                    <a:pt x="26945" y="409541"/>
                    <a:pt x="30624" y="393117"/>
                  </a:cubicBezTo>
                  <a:cubicBezTo>
                    <a:pt x="34301" y="376694"/>
                    <a:pt x="41915" y="358046"/>
                    <a:pt x="45251" y="344531"/>
                  </a:cubicBezTo>
                  <a:cubicBezTo>
                    <a:pt x="48501" y="331016"/>
                    <a:pt x="69031" y="248812"/>
                    <a:pt x="72282" y="230592"/>
                  </a:cubicBezTo>
                  <a:cubicBezTo>
                    <a:pt x="75532" y="212287"/>
                    <a:pt x="76644" y="201766"/>
                    <a:pt x="83572" y="198429"/>
                  </a:cubicBezTo>
                  <a:cubicBezTo>
                    <a:pt x="90501" y="195179"/>
                    <a:pt x="90159" y="195179"/>
                    <a:pt x="94179" y="193297"/>
                  </a:cubicBezTo>
                  <a:cubicBezTo>
                    <a:pt x="98199" y="191415"/>
                    <a:pt x="162439" y="165154"/>
                    <a:pt x="166461" y="164471"/>
                  </a:cubicBezTo>
                  <a:cubicBezTo>
                    <a:pt x="170481" y="163700"/>
                    <a:pt x="177067" y="163700"/>
                    <a:pt x="177409" y="162674"/>
                  </a:cubicBezTo>
                  <a:cubicBezTo>
                    <a:pt x="177751" y="161733"/>
                    <a:pt x="188529" y="151126"/>
                    <a:pt x="191096" y="148645"/>
                  </a:cubicBezTo>
                  <a:cubicBezTo>
                    <a:pt x="187846" y="143770"/>
                    <a:pt x="185279" y="139322"/>
                    <a:pt x="184081" y="136242"/>
                  </a:cubicBezTo>
                  <a:cubicBezTo>
                    <a:pt x="179804" y="125293"/>
                    <a:pt x="181088" y="111350"/>
                    <a:pt x="177409" y="107073"/>
                  </a:cubicBezTo>
                  <a:cubicBezTo>
                    <a:pt x="173731" y="102796"/>
                    <a:pt x="169454" y="77648"/>
                    <a:pt x="171934" y="76108"/>
                  </a:cubicBezTo>
                  <a:cubicBezTo>
                    <a:pt x="174415" y="74568"/>
                    <a:pt x="175099" y="76707"/>
                    <a:pt x="177495" y="77391"/>
                  </a:cubicBezTo>
                  <a:cubicBezTo>
                    <a:pt x="179890" y="77990"/>
                    <a:pt x="175699" y="67554"/>
                    <a:pt x="174330" y="58573"/>
                  </a:cubicBezTo>
                  <a:cubicBezTo>
                    <a:pt x="172619" y="47024"/>
                    <a:pt x="181002" y="2116"/>
                    <a:pt x="227365" y="63"/>
                  </a:cubicBezTo>
                  <a:cubicBezTo>
                    <a:pt x="254053" y="-1134"/>
                    <a:pt x="275352" y="14691"/>
                    <a:pt x="280656" y="45742"/>
                  </a:cubicBezTo>
                  <a:cubicBezTo>
                    <a:pt x="283051" y="64560"/>
                    <a:pt x="278688" y="73798"/>
                    <a:pt x="278688" y="73798"/>
                  </a:cubicBezTo>
                  <a:cubicBezTo>
                    <a:pt x="278688" y="73798"/>
                    <a:pt x="285959" y="70120"/>
                    <a:pt x="287755" y="72601"/>
                  </a:cubicBezTo>
                  <a:cubicBezTo>
                    <a:pt x="289551" y="74996"/>
                    <a:pt x="291434" y="92018"/>
                    <a:pt x="284676" y="101171"/>
                  </a:cubicBezTo>
                  <a:cubicBezTo>
                    <a:pt x="278003" y="110324"/>
                    <a:pt x="277405" y="112719"/>
                    <a:pt x="274924" y="110923"/>
                  </a:cubicBezTo>
                  <a:cubicBezTo>
                    <a:pt x="272529" y="109126"/>
                    <a:pt x="274924" y="118193"/>
                    <a:pt x="274924" y="124267"/>
                  </a:cubicBezTo>
                  <a:cubicBezTo>
                    <a:pt x="274924" y="129143"/>
                    <a:pt x="276464" y="135472"/>
                    <a:pt x="275865" y="140690"/>
                  </a:cubicBezTo>
                  <a:cubicBezTo>
                    <a:pt x="277234" y="142059"/>
                    <a:pt x="296395" y="160450"/>
                    <a:pt x="300244" y="164385"/>
                  </a:cubicBezTo>
                  <a:cubicBezTo>
                    <a:pt x="304265" y="168405"/>
                    <a:pt x="327274" y="176788"/>
                    <a:pt x="332406" y="179012"/>
                  </a:cubicBezTo>
                  <a:lnTo>
                    <a:pt x="332406" y="179012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98F5B534-DF5E-EA2E-E345-67A345895818}"/>
                </a:ext>
              </a:extLst>
            </p:cNvPr>
            <p:cNvSpPr/>
            <p:nvPr/>
          </p:nvSpPr>
          <p:spPr>
            <a:xfrm>
              <a:off x="-6529961" y="4330971"/>
              <a:ext cx="498669" cy="1169844"/>
            </a:xfrm>
            <a:custGeom>
              <a:avLst/>
              <a:gdLst>
                <a:gd name="connsiteX0" fmla="*/ 242564 w 498669"/>
                <a:gd name="connsiteY0" fmla="*/ 97525 h 1169844"/>
                <a:gd name="connsiteX1" fmla="*/ 242564 w 498669"/>
                <a:gd name="connsiteY1" fmla="*/ 89142 h 1169844"/>
                <a:gd name="connsiteX2" fmla="*/ 242906 w 498669"/>
                <a:gd name="connsiteY2" fmla="*/ 88800 h 1169844"/>
                <a:gd name="connsiteX3" fmla="*/ 244959 w 498669"/>
                <a:gd name="connsiteY3" fmla="*/ 91110 h 1169844"/>
                <a:gd name="connsiteX4" fmla="*/ 243077 w 498669"/>
                <a:gd name="connsiteY4" fmla="*/ 94275 h 1169844"/>
                <a:gd name="connsiteX5" fmla="*/ 245558 w 498669"/>
                <a:gd name="connsiteY5" fmla="*/ 92564 h 1169844"/>
                <a:gd name="connsiteX6" fmla="*/ 242649 w 498669"/>
                <a:gd name="connsiteY6" fmla="*/ 97525 h 1169844"/>
                <a:gd name="connsiteX7" fmla="*/ 242649 w 498669"/>
                <a:gd name="connsiteY7" fmla="*/ 97525 h 1169844"/>
                <a:gd name="connsiteX8" fmla="*/ 425362 w 498669"/>
                <a:gd name="connsiteY8" fmla="*/ 330791 h 1169844"/>
                <a:gd name="connsiteX9" fmla="*/ 428270 w 498669"/>
                <a:gd name="connsiteY9" fmla="*/ 321809 h 1169844"/>
                <a:gd name="connsiteX10" fmla="*/ 437423 w 498669"/>
                <a:gd name="connsiteY10" fmla="*/ 346274 h 1169844"/>
                <a:gd name="connsiteX11" fmla="*/ 439390 w 498669"/>
                <a:gd name="connsiteY11" fmla="*/ 354144 h 1169844"/>
                <a:gd name="connsiteX12" fmla="*/ 426217 w 498669"/>
                <a:gd name="connsiteY12" fmla="*/ 357736 h 1169844"/>
                <a:gd name="connsiteX13" fmla="*/ 423138 w 498669"/>
                <a:gd name="connsiteY13" fmla="*/ 349353 h 1169844"/>
                <a:gd name="connsiteX14" fmla="*/ 425447 w 498669"/>
                <a:gd name="connsiteY14" fmla="*/ 330877 h 1169844"/>
                <a:gd name="connsiteX15" fmla="*/ 425447 w 498669"/>
                <a:gd name="connsiteY15" fmla="*/ 330877 h 1169844"/>
                <a:gd name="connsiteX16" fmla="*/ 2968 w 498669"/>
                <a:gd name="connsiteY16" fmla="*/ 415475 h 1169844"/>
                <a:gd name="connsiteX17" fmla="*/ 573 w 498669"/>
                <a:gd name="connsiteY17" fmla="*/ 423516 h 1169844"/>
                <a:gd name="connsiteX18" fmla="*/ 10837 w 498669"/>
                <a:gd name="connsiteY18" fmla="*/ 430273 h 1169844"/>
                <a:gd name="connsiteX19" fmla="*/ 11522 w 498669"/>
                <a:gd name="connsiteY19" fmla="*/ 437031 h 1169844"/>
                <a:gd name="connsiteX20" fmla="*/ 19819 w 498669"/>
                <a:gd name="connsiteY20" fmla="*/ 440966 h 1169844"/>
                <a:gd name="connsiteX21" fmla="*/ 21958 w 498669"/>
                <a:gd name="connsiteY21" fmla="*/ 447895 h 1169844"/>
                <a:gd name="connsiteX22" fmla="*/ 27004 w 498669"/>
                <a:gd name="connsiteY22" fmla="*/ 449434 h 1169844"/>
                <a:gd name="connsiteX23" fmla="*/ 32650 w 498669"/>
                <a:gd name="connsiteY23" fmla="*/ 454653 h 1169844"/>
                <a:gd name="connsiteX24" fmla="*/ 44198 w 498669"/>
                <a:gd name="connsiteY24" fmla="*/ 452257 h 1169844"/>
                <a:gd name="connsiteX25" fmla="*/ 47876 w 498669"/>
                <a:gd name="connsiteY25" fmla="*/ 441565 h 1169844"/>
                <a:gd name="connsiteX26" fmla="*/ 63359 w 498669"/>
                <a:gd name="connsiteY26" fmla="*/ 429760 h 1169844"/>
                <a:gd name="connsiteX27" fmla="*/ 71827 w 498669"/>
                <a:gd name="connsiteY27" fmla="*/ 420864 h 1169844"/>
                <a:gd name="connsiteX28" fmla="*/ 79440 w 498669"/>
                <a:gd name="connsiteY28" fmla="*/ 421035 h 1169844"/>
                <a:gd name="connsiteX29" fmla="*/ 168487 w 498669"/>
                <a:gd name="connsiteY29" fmla="*/ 441052 h 1169844"/>
                <a:gd name="connsiteX30" fmla="*/ 197485 w 498669"/>
                <a:gd name="connsiteY30" fmla="*/ 442335 h 1169844"/>
                <a:gd name="connsiteX31" fmla="*/ 211599 w 498669"/>
                <a:gd name="connsiteY31" fmla="*/ 437972 h 1169844"/>
                <a:gd name="connsiteX32" fmla="*/ 229049 w 498669"/>
                <a:gd name="connsiteY32" fmla="*/ 398795 h 1169844"/>
                <a:gd name="connsiteX33" fmla="*/ 236063 w 498669"/>
                <a:gd name="connsiteY33" fmla="*/ 374758 h 1169844"/>
                <a:gd name="connsiteX34" fmla="*/ 235036 w 498669"/>
                <a:gd name="connsiteY34" fmla="*/ 385536 h 1169844"/>
                <a:gd name="connsiteX35" fmla="*/ 234267 w 498669"/>
                <a:gd name="connsiteY35" fmla="*/ 389728 h 1169844"/>
                <a:gd name="connsiteX36" fmla="*/ 233924 w 498669"/>
                <a:gd name="connsiteY36" fmla="*/ 397769 h 1169844"/>
                <a:gd name="connsiteX37" fmla="*/ 234267 w 498669"/>
                <a:gd name="connsiteY37" fmla="*/ 410856 h 1169844"/>
                <a:gd name="connsiteX38" fmla="*/ 234438 w 498669"/>
                <a:gd name="connsiteY38" fmla="*/ 413508 h 1169844"/>
                <a:gd name="connsiteX39" fmla="*/ 232043 w 498669"/>
                <a:gd name="connsiteY39" fmla="*/ 426937 h 1169844"/>
                <a:gd name="connsiteX40" fmla="*/ 228621 w 498669"/>
                <a:gd name="connsiteY40" fmla="*/ 436946 h 1169844"/>
                <a:gd name="connsiteX41" fmla="*/ 227252 w 498669"/>
                <a:gd name="connsiteY41" fmla="*/ 443190 h 1169844"/>
                <a:gd name="connsiteX42" fmla="*/ 218100 w 498669"/>
                <a:gd name="connsiteY42" fmla="*/ 471846 h 1169844"/>
                <a:gd name="connsiteX43" fmla="*/ 216303 w 498669"/>
                <a:gd name="connsiteY43" fmla="*/ 476978 h 1169844"/>
                <a:gd name="connsiteX44" fmla="*/ 215705 w 498669"/>
                <a:gd name="connsiteY44" fmla="*/ 478860 h 1169844"/>
                <a:gd name="connsiteX45" fmla="*/ 214421 w 498669"/>
                <a:gd name="connsiteY45" fmla="*/ 482966 h 1169844"/>
                <a:gd name="connsiteX46" fmla="*/ 206295 w 498669"/>
                <a:gd name="connsiteY46" fmla="*/ 521459 h 1169844"/>
                <a:gd name="connsiteX47" fmla="*/ 198939 w 498669"/>
                <a:gd name="connsiteY47" fmla="*/ 594168 h 1169844"/>
                <a:gd name="connsiteX48" fmla="*/ 198597 w 498669"/>
                <a:gd name="connsiteY48" fmla="*/ 600070 h 1169844"/>
                <a:gd name="connsiteX49" fmla="*/ 197057 w 498669"/>
                <a:gd name="connsiteY49" fmla="*/ 616236 h 1169844"/>
                <a:gd name="connsiteX50" fmla="*/ 191240 w 498669"/>
                <a:gd name="connsiteY50" fmla="*/ 661230 h 1169844"/>
                <a:gd name="connsiteX51" fmla="*/ 190128 w 498669"/>
                <a:gd name="connsiteY51" fmla="*/ 674147 h 1169844"/>
                <a:gd name="connsiteX52" fmla="*/ 190128 w 498669"/>
                <a:gd name="connsiteY52" fmla="*/ 674746 h 1169844"/>
                <a:gd name="connsiteX53" fmla="*/ 205012 w 498669"/>
                <a:gd name="connsiteY53" fmla="*/ 679536 h 1169844"/>
                <a:gd name="connsiteX54" fmla="*/ 228108 w 498669"/>
                <a:gd name="connsiteY54" fmla="*/ 685096 h 1169844"/>
                <a:gd name="connsiteX55" fmla="*/ 243334 w 498669"/>
                <a:gd name="connsiteY55" fmla="*/ 743177 h 1169844"/>
                <a:gd name="connsiteX56" fmla="*/ 260356 w 498669"/>
                <a:gd name="connsiteY56" fmla="*/ 822387 h 1169844"/>
                <a:gd name="connsiteX57" fmla="*/ 265146 w 498669"/>
                <a:gd name="connsiteY57" fmla="*/ 898602 h 1169844"/>
                <a:gd name="connsiteX58" fmla="*/ 286959 w 498669"/>
                <a:gd name="connsiteY58" fmla="*/ 986537 h 1169844"/>
                <a:gd name="connsiteX59" fmla="*/ 305692 w 498669"/>
                <a:gd name="connsiteY59" fmla="*/ 1055824 h 1169844"/>
                <a:gd name="connsiteX60" fmla="*/ 306975 w 498669"/>
                <a:gd name="connsiteY60" fmla="*/ 1075412 h 1169844"/>
                <a:gd name="connsiteX61" fmla="*/ 304751 w 498669"/>
                <a:gd name="connsiteY61" fmla="*/ 1103726 h 1169844"/>
                <a:gd name="connsiteX62" fmla="*/ 300303 w 498669"/>
                <a:gd name="connsiteY62" fmla="*/ 1117327 h 1169844"/>
                <a:gd name="connsiteX63" fmla="*/ 301928 w 498669"/>
                <a:gd name="connsiteY63" fmla="*/ 1112708 h 1169844"/>
                <a:gd name="connsiteX64" fmla="*/ 291749 w 498669"/>
                <a:gd name="connsiteY64" fmla="*/ 1129303 h 1169844"/>
                <a:gd name="connsiteX65" fmla="*/ 278405 w 498669"/>
                <a:gd name="connsiteY65" fmla="*/ 1141535 h 1169844"/>
                <a:gd name="connsiteX66" fmla="*/ 277550 w 498669"/>
                <a:gd name="connsiteY66" fmla="*/ 1158985 h 1169844"/>
                <a:gd name="connsiteX67" fmla="*/ 295855 w 498669"/>
                <a:gd name="connsiteY67" fmla="*/ 1167710 h 1169844"/>
                <a:gd name="connsiteX68" fmla="*/ 335631 w 498669"/>
                <a:gd name="connsiteY68" fmla="*/ 1161893 h 1169844"/>
                <a:gd name="connsiteX69" fmla="*/ 336829 w 498669"/>
                <a:gd name="connsiteY69" fmla="*/ 1141535 h 1169844"/>
                <a:gd name="connsiteX70" fmla="*/ 344955 w 498669"/>
                <a:gd name="connsiteY70" fmla="*/ 1122374 h 1169844"/>
                <a:gd name="connsiteX71" fmla="*/ 351370 w 498669"/>
                <a:gd name="connsiteY71" fmla="*/ 1169677 h 1169844"/>
                <a:gd name="connsiteX72" fmla="*/ 355733 w 498669"/>
                <a:gd name="connsiteY72" fmla="*/ 1169078 h 1169844"/>
                <a:gd name="connsiteX73" fmla="*/ 357444 w 498669"/>
                <a:gd name="connsiteY73" fmla="*/ 1141192 h 1169844"/>
                <a:gd name="connsiteX74" fmla="*/ 367281 w 498669"/>
                <a:gd name="connsiteY74" fmla="*/ 1092178 h 1169844"/>
                <a:gd name="connsiteX75" fmla="*/ 363517 w 498669"/>
                <a:gd name="connsiteY75" fmla="*/ 1058818 h 1169844"/>
                <a:gd name="connsiteX76" fmla="*/ 353081 w 498669"/>
                <a:gd name="connsiteY76" fmla="*/ 1046586 h 1169844"/>
                <a:gd name="connsiteX77" fmla="*/ 346409 w 498669"/>
                <a:gd name="connsiteY77" fmla="*/ 1047783 h 1169844"/>
                <a:gd name="connsiteX78" fmla="*/ 340507 w 498669"/>
                <a:gd name="connsiteY78" fmla="*/ 1034354 h 1169844"/>
                <a:gd name="connsiteX79" fmla="*/ 337941 w 498669"/>
                <a:gd name="connsiteY79" fmla="*/ 1009804 h 1169844"/>
                <a:gd name="connsiteX80" fmla="*/ 337769 w 498669"/>
                <a:gd name="connsiteY80" fmla="*/ 1007409 h 1169844"/>
                <a:gd name="connsiteX81" fmla="*/ 336829 w 498669"/>
                <a:gd name="connsiteY81" fmla="*/ 973963 h 1169844"/>
                <a:gd name="connsiteX82" fmla="*/ 338796 w 498669"/>
                <a:gd name="connsiteY82" fmla="*/ 925633 h 1169844"/>
                <a:gd name="connsiteX83" fmla="*/ 339224 w 498669"/>
                <a:gd name="connsiteY83" fmla="*/ 899458 h 1169844"/>
                <a:gd name="connsiteX84" fmla="*/ 337427 w 498669"/>
                <a:gd name="connsiteY84" fmla="*/ 878244 h 1169844"/>
                <a:gd name="connsiteX85" fmla="*/ 330926 w 498669"/>
                <a:gd name="connsiteY85" fmla="*/ 831026 h 1169844"/>
                <a:gd name="connsiteX86" fmla="*/ 340763 w 498669"/>
                <a:gd name="connsiteY86" fmla="*/ 847450 h 1169844"/>
                <a:gd name="connsiteX87" fmla="*/ 388409 w 498669"/>
                <a:gd name="connsiteY87" fmla="*/ 940945 h 1169844"/>
                <a:gd name="connsiteX88" fmla="*/ 418861 w 498669"/>
                <a:gd name="connsiteY88" fmla="*/ 1011515 h 1169844"/>
                <a:gd name="connsiteX89" fmla="*/ 419716 w 498669"/>
                <a:gd name="connsiteY89" fmla="*/ 1039828 h 1169844"/>
                <a:gd name="connsiteX90" fmla="*/ 425790 w 498669"/>
                <a:gd name="connsiteY90" fmla="*/ 1064207 h 1169844"/>
                <a:gd name="connsiteX91" fmla="*/ 431008 w 498669"/>
                <a:gd name="connsiteY91" fmla="*/ 1104240 h 1169844"/>
                <a:gd name="connsiteX92" fmla="*/ 431264 w 498669"/>
                <a:gd name="connsiteY92" fmla="*/ 1113307 h 1169844"/>
                <a:gd name="connsiteX93" fmla="*/ 430409 w 498669"/>
                <a:gd name="connsiteY93" fmla="*/ 1099193 h 1169844"/>
                <a:gd name="connsiteX94" fmla="*/ 430152 w 498669"/>
                <a:gd name="connsiteY94" fmla="*/ 1109628 h 1169844"/>
                <a:gd name="connsiteX95" fmla="*/ 431350 w 498669"/>
                <a:gd name="connsiteY95" fmla="*/ 1150260 h 1169844"/>
                <a:gd name="connsiteX96" fmla="*/ 447003 w 498669"/>
                <a:gd name="connsiteY96" fmla="*/ 1165913 h 1169844"/>
                <a:gd name="connsiteX97" fmla="*/ 497557 w 498669"/>
                <a:gd name="connsiteY97" fmla="*/ 1124084 h 1169844"/>
                <a:gd name="connsiteX98" fmla="*/ 491142 w 498669"/>
                <a:gd name="connsiteY98" fmla="*/ 1103470 h 1169844"/>
                <a:gd name="connsiteX99" fmla="*/ 485411 w 498669"/>
                <a:gd name="connsiteY99" fmla="*/ 1079775 h 1169844"/>
                <a:gd name="connsiteX100" fmla="*/ 493708 w 498669"/>
                <a:gd name="connsiteY100" fmla="*/ 1092777 h 1169844"/>
                <a:gd name="connsiteX101" fmla="*/ 498669 w 498669"/>
                <a:gd name="connsiteY101" fmla="*/ 1090467 h 1169844"/>
                <a:gd name="connsiteX102" fmla="*/ 483272 w 498669"/>
                <a:gd name="connsiteY102" fmla="*/ 1059331 h 1169844"/>
                <a:gd name="connsiteX103" fmla="*/ 479508 w 498669"/>
                <a:gd name="connsiteY103" fmla="*/ 1030077 h 1169844"/>
                <a:gd name="connsiteX104" fmla="*/ 460348 w 498669"/>
                <a:gd name="connsiteY104" fmla="*/ 1008863 h 1169844"/>
                <a:gd name="connsiteX105" fmla="*/ 452392 w 498669"/>
                <a:gd name="connsiteY105" fmla="*/ 1003987 h 1169844"/>
                <a:gd name="connsiteX106" fmla="*/ 450938 w 498669"/>
                <a:gd name="connsiteY106" fmla="*/ 999539 h 1169844"/>
                <a:gd name="connsiteX107" fmla="*/ 449227 w 498669"/>
                <a:gd name="connsiteY107" fmla="*/ 986879 h 1169844"/>
                <a:gd name="connsiteX108" fmla="*/ 448030 w 498669"/>
                <a:gd name="connsiteY108" fmla="*/ 974562 h 1169844"/>
                <a:gd name="connsiteX109" fmla="*/ 447175 w 498669"/>
                <a:gd name="connsiteY109" fmla="*/ 964468 h 1169844"/>
                <a:gd name="connsiteX110" fmla="*/ 441700 w 498669"/>
                <a:gd name="connsiteY110" fmla="*/ 915111 h 1169844"/>
                <a:gd name="connsiteX111" fmla="*/ 413900 w 498669"/>
                <a:gd name="connsiteY111" fmla="*/ 828289 h 1169844"/>
                <a:gd name="connsiteX112" fmla="*/ 403378 w 498669"/>
                <a:gd name="connsiteY112" fmla="*/ 810326 h 1169844"/>
                <a:gd name="connsiteX113" fmla="*/ 395338 w 498669"/>
                <a:gd name="connsiteY113" fmla="*/ 797666 h 1169844"/>
                <a:gd name="connsiteX114" fmla="*/ 394910 w 498669"/>
                <a:gd name="connsiteY114" fmla="*/ 797067 h 1169844"/>
                <a:gd name="connsiteX115" fmla="*/ 392429 w 498669"/>
                <a:gd name="connsiteY115" fmla="*/ 792106 h 1169844"/>
                <a:gd name="connsiteX116" fmla="*/ 394482 w 498669"/>
                <a:gd name="connsiteY116" fmla="*/ 762424 h 1169844"/>
                <a:gd name="connsiteX117" fmla="*/ 410221 w 498669"/>
                <a:gd name="connsiteY117" fmla="*/ 691426 h 1169844"/>
                <a:gd name="connsiteX118" fmla="*/ 421085 w 498669"/>
                <a:gd name="connsiteY118" fmla="*/ 690143 h 1169844"/>
                <a:gd name="connsiteX119" fmla="*/ 422625 w 498669"/>
                <a:gd name="connsiteY119" fmla="*/ 687577 h 1169844"/>
                <a:gd name="connsiteX120" fmla="*/ 424079 w 498669"/>
                <a:gd name="connsiteY120" fmla="*/ 681417 h 1169844"/>
                <a:gd name="connsiteX121" fmla="*/ 425020 w 498669"/>
                <a:gd name="connsiteY121" fmla="*/ 672008 h 1169844"/>
                <a:gd name="connsiteX122" fmla="*/ 426217 w 498669"/>
                <a:gd name="connsiteY122" fmla="*/ 667132 h 1169844"/>
                <a:gd name="connsiteX123" fmla="*/ 434515 w 498669"/>
                <a:gd name="connsiteY123" fmla="*/ 624021 h 1169844"/>
                <a:gd name="connsiteX124" fmla="*/ 438278 w 498669"/>
                <a:gd name="connsiteY124" fmla="*/ 581337 h 1169844"/>
                <a:gd name="connsiteX125" fmla="*/ 438535 w 498669"/>
                <a:gd name="connsiteY125" fmla="*/ 576631 h 1169844"/>
                <a:gd name="connsiteX126" fmla="*/ 442042 w 498669"/>
                <a:gd name="connsiteY126" fmla="*/ 542074 h 1169844"/>
                <a:gd name="connsiteX127" fmla="*/ 441786 w 498669"/>
                <a:gd name="connsiteY127" fmla="*/ 521544 h 1169844"/>
                <a:gd name="connsiteX128" fmla="*/ 437936 w 498669"/>
                <a:gd name="connsiteY128" fmla="*/ 488098 h 1169844"/>
                <a:gd name="connsiteX129" fmla="*/ 435798 w 498669"/>
                <a:gd name="connsiteY129" fmla="*/ 478432 h 1169844"/>
                <a:gd name="connsiteX130" fmla="*/ 432718 w 498669"/>
                <a:gd name="connsiteY130" fmla="*/ 464917 h 1169844"/>
                <a:gd name="connsiteX131" fmla="*/ 432718 w 498669"/>
                <a:gd name="connsiteY131" fmla="*/ 464575 h 1169844"/>
                <a:gd name="connsiteX132" fmla="*/ 430067 w 498669"/>
                <a:gd name="connsiteY132" fmla="*/ 453882 h 1169844"/>
                <a:gd name="connsiteX133" fmla="*/ 421170 w 498669"/>
                <a:gd name="connsiteY133" fmla="*/ 408375 h 1169844"/>
                <a:gd name="connsiteX134" fmla="*/ 420999 w 498669"/>
                <a:gd name="connsiteY134" fmla="*/ 408889 h 1169844"/>
                <a:gd name="connsiteX135" fmla="*/ 420999 w 498669"/>
                <a:gd name="connsiteY135" fmla="*/ 408033 h 1169844"/>
                <a:gd name="connsiteX136" fmla="*/ 456926 w 498669"/>
                <a:gd name="connsiteY136" fmla="*/ 414449 h 1169844"/>
                <a:gd name="connsiteX137" fmla="*/ 482160 w 498669"/>
                <a:gd name="connsiteY137" fmla="*/ 417271 h 1169844"/>
                <a:gd name="connsiteX138" fmla="*/ 491997 w 498669"/>
                <a:gd name="connsiteY138" fmla="*/ 409402 h 1169844"/>
                <a:gd name="connsiteX139" fmla="*/ 493708 w 498669"/>
                <a:gd name="connsiteY139" fmla="*/ 380233 h 1169844"/>
                <a:gd name="connsiteX140" fmla="*/ 476515 w 498669"/>
                <a:gd name="connsiteY140" fmla="*/ 285797 h 1169844"/>
                <a:gd name="connsiteX141" fmla="*/ 453847 w 498669"/>
                <a:gd name="connsiteY141" fmla="*/ 219846 h 1169844"/>
                <a:gd name="connsiteX142" fmla="*/ 448543 w 498669"/>
                <a:gd name="connsiteY142" fmla="*/ 208726 h 1169844"/>
                <a:gd name="connsiteX143" fmla="*/ 417920 w 498669"/>
                <a:gd name="connsiteY143" fmla="*/ 186058 h 1169844"/>
                <a:gd name="connsiteX144" fmla="*/ 395252 w 498669"/>
                <a:gd name="connsiteY144" fmla="*/ 180413 h 1169844"/>
                <a:gd name="connsiteX145" fmla="*/ 383961 w 498669"/>
                <a:gd name="connsiteY145" fmla="*/ 181268 h 1169844"/>
                <a:gd name="connsiteX146" fmla="*/ 382250 w 498669"/>
                <a:gd name="connsiteY146" fmla="*/ 182209 h 1169844"/>
                <a:gd name="connsiteX147" fmla="*/ 365484 w 498669"/>
                <a:gd name="connsiteY147" fmla="*/ 168180 h 1169844"/>
                <a:gd name="connsiteX148" fmla="*/ 360523 w 498669"/>
                <a:gd name="connsiteY148" fmla="*/ 155435 h 1169844"/>
                <a:gd name="connsiteX149" fmla="*/ 362405 w 498669"/>
                <a:gd name="connsiteY149" fmla="*/ 147737 h 1169844"/>
                <a:gd name="connsiteX150" fmla="*/ 363089 w 498669"/>
                <a:gd name="connsiteY150" fmla="*/ 152527 h 1169844"/>
                <a:gd name="connsiteX151" fmla="*/ 365741 w 498669"/>
                <a:gd name="connsiteY151" fmla="*/ 146625 h 1169844"/>
                <a:gd name="connsiteX152" fmla="*/ 366169 w 498669"/>
                <a:gd name="connsiteY152" fmla="*/ 152099 h 1169844"/>
                <a:gd name="connsiteX153" fmla="*/ 368820 w 498669"/>
                <a:gd name="connsiteY153" fmla="*/ 145170 h 1169844"/>
                <a:gd name="connsiteX154" fmla="*/ 370360 w 498669"/>
                <a:gd name="connsiteY154" fmla="*/ 148250 h 1169844"/>
                <a:gd name="connsiteX155" fmla="*/ 371643 w 498669"/>
                <a:gd name="connsiteY155" fmla="*/ 143032 h 1169844"/>
                <a:gd name="connsiteX156" fmla="*/ 373611 w 498669"/>
                <a:gd name="connsiteY156" fmla="*/ 144315 h 1169844"/>
                <a:gd name="connsiteX157" fmla="*/ 373782 w 498669"/>
                <a:gd name="connsiteY157" fmla="*/ 140209 h 1169844"/>
                <a:gd name="connsiteX158" fmla="*/ 382250 w 498669"/>
                <a:gd name="connsiteY158" fmla="*/ 132168 h 1169844"/>
                <a:gd name="connsiteX159" fmla="*/ 397476 w 498669"/>
                <a:gd name="connsiteY159" fmla="*/ 109073 h 1169844"/>
                <a:gd name="connsiteX160" fmla="*/ 394910 w 498669"/>
                <a:gd name="connsiteY160" fmla="*/ 59203 h 1169844"/>
                <a:gd name="connsiteX161" fmla="*/ 313647 w 498669"/>
                <a:gd name="connsiteY161" fmla="*/ 5399 h 1169844"/>
                <a:gd name="connsiteX162" fmla="*/ 310140 w 498669"/>
                <a:gd name="connsiteY162" fmla="*/ 5142 h 1169844"/>
                <a:gd name="connsiteX163" fmla="*/ 280287 w 498669"/>
                <a:gd name="connsiteY163" fmla="*/ 8393 h 1169844"/>
                <a:gd name="connsiteX164" fmla="*/ 244360 w 498669"/>
                <a:gd name="connsiteY164" fmla="*/ 38845 h 1169844"/>
                <a:gd name="connsiteX165" fmla="*/ 236747 w 498669"/>
                <a:gd name="connsiteY165" fmla="*/ 105480 h 1169844"/>
                <a:gd name="connsiteX166" fmla="*/ 238971 w 498669"/>
                <a:gd name="connsiteY166" fmla="*/ 113863 h 1169844"/>
                <a:gd name="connsiteX167" fmla="*/ 247440 w 498669"/>
                <a:gd name="connsiteY167" fmla="*/ 136787 h 1169844"/>
                <a:gd name="connsiteX168" fmla="*/ 244189 w 498669"/>
                <a:gd name="connsiteY168" fmla="*/ 117541 h 1169844"/>
                <a:gd name="connsiteX169" fmla="*/ 247867 w 498669"/>
                <a:gd name="connsiteY169" fmla="*/ 127635 h 1169844"/>
                <a:gd name="connsiteX170" fmla="*/ 251375 w 498669"/>
                <a:gd name="connsiteY170" fmla="*/ 134050 h 1169844"/>
                <a:gd name="connsiteX171" fmla="*/ 257790 w 498669"/>
                <a:gd name="connsiteY171" fmla="*/ 140722 h 1169844"/>
                <a:gd name="connsiteX172" fmla="*/ 259244 w 498669"/>
                <a:gd name="connsiteY172" fmla="*/ 147993 h 1169844"/>
                <a:gd name="connsiteX173" fmla="*/ 262409 w 498669"/>
                <a:gd name="connsiteY173" fmla="*/ 161594 h 1169844"/>
                <a:gd name="connsiteX174" fmla="*/ 273187 w 498669"/>
                <a:gd name="connsiteY174" fmla="*/ 170576 h 1169844"/>
                <a:gd name="connsiteX175" fmla="*/ 286531 w 498669"/>
                <a:gd name="connsiteY175" fmla="*/ 175195 h 1169844"/>
                <a:gd name="connsiteX176" fmla="*/ 289440 w 498669"/>
                <a:gd name="connsiteY176" fmla="*/ 192901 h 1169844"/>
                <a:gd name="connsiteX177" fmla="*/ 280715 w 498669"/>
                <a:gd name="connsiteY177" fmla="*/ 200087 h 1169844"/>
                <a:gd name="connsiteX178" fmla="*/ 282169 w 498669"/>
                <a:gd name="connsiteY178" fmla="*/ 198975 h 1169844"/>
                <a:gd name="connsiteX179" fmla="*/ 273871 w 498669"/>
                <a:gd name="connsiteY179" fmla="*/ 197264 h 1169844"/>
                <a:gd name="connsiteX180" fmla="*/ 266515 w 498669"/>
                <a:gd name="connsiteY180" fmla="*/ 200343 h 1169844"/>
                <a:gd name="connsiteX181" fmla="*/ 257362 w 498669"/>
                <a:gd name="connsiteY181" fmla="*/ 202482 h 1169844"/>
                <a:gd name="connsiteX182" fmla="*/ 247354 w 498669"/>
                <a:gd name="connsiteY182" fmla="*/ 205989 h 1169844"/>
                <a:gd name="connsiteX183" fmla="*/ 242564 w 498669"/>
                <a:gd name="connsiteY183" fmla="*/ 208555 h 1169844"/>
                <a:gd name="connsiteX184" fmla="*/ 242735 w 498669"/>
                <a:gd name="connsiteY184" fmla="*/ 207443 h 1169844"/>
                <a:gd name="connsiteX185" fmla="*/ 242393 w 498669"/>
                <a:gd name="connsiteY185" fmla="*/ 208555 h 1169844"/>
                <a:gd name="connsiteX186" fmla="*/ 203558 w 498669"/>
                <a:gd name="connsiteY186" fmla="*/ 237553 h 1169844"/>
                <a:gd name="connsiteX187" fmla="*/ 190470 w 498669"/>
                <a:gd name="connsiteY187" fmla="*/ 334042 h 1169844"/>
                <a:gd name="connsiteX188" fmla="*/ 177212 w 498669"/>
                <a:gd name="connsiteY188" fmla="*/ 384082 h 1169844"/>
                <a:gd name="connsiteX189" fmla="*/ 168316 w 498669"/>
                <a:gd name="connsiteY189" fmla="*/ 389557 h 1169844"/>
                <a:gd name="connsiteX190" fmla="*/ 118617 w 498669"/>
                <a:gd name="connsiteY190" fmla="*/ 391524 h 1169844"/>
                <a:gd name="connsiteX191" fmla="*/ 70972 w 498669"/>
                <a:gd name="connsiteY191" fmla="*/ 383056 h 1169844"/>
                <a:gd name="connsiteX192" fmla="*/ 61819 w 498669"/>
                <a:gd name="connsiteY192" fmla="*/ 376298 h 1169844"/>
                <a:gd name="connsiteX193" fmla="*/ 48988 w 498669"/>
                <a:gd name="connsiteY193" fmla="*/ 367573 h 1169844"/>
                <a:gd name="connsiteX194" fmla="*/ 36585 w 498669"/>
                <a:gd name="connsiteY194" fmla="*/ 367744 h 1169844"/>
                <a:gd name="connsiteX195" fmla="*/ 27432 w 498669"/>
                <a:gd name="connsiteY195" fmla="*/ 370567 h 1169844"/>
                <a:gd name="connsiteX196" fmla="*/ 24609 w 498669"/>
                <a:gd name="connsiteY196" fmla="*/ 378180 h 1169844"/>
                <a:gd name="connsiteX197" fmla="*/ 35900 w 498669"/>
                <a:gd name="connsiteY197" fmla="*/ 379463 h 1169844"/>
                <a:gd name="connsiteX198" fmla="*/ 46764 w 498669"/>
                <a:gd name="connsiteY198" fmla="*/ 381260 h 1169844"/>
                <a:gd name="connsiteX199" fmla="*/ 26748 w 498669"/>
                <a:gd name="connsiteY199" fmla="*/ 394518 h 1169844"/>
                <a:gd name="connsiteX200" fmla="*/ 3053 w 498669"/>
                <a:gd name="connsiteY200" fmla="*/ 415647 h 1169844"/>
                <a:gd name="connsiteX201" fmla="*/ 3053 w 498669"/>
                <a:gd name="connsiteY201" fmla="*/ 415647 h 116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</a:cxnLst>
              <a:rect l="l" t="t" r="r" b="b"/>
              <a:pathLst>
                <a:path w="498669" h="1169844">
                  <a:moveTo>
                    <a:pt x="242564" y="97525"/>
                  </a:moveTo>
                  <a:cubicBezTo>
                    <a:pt x="242478" y="94616"/>
                    <a:pt x="242393" y="91794"/>
                    <a:pt x="242564" y="89142"/>
                  </a:cubicBezTo>
                  <a:lnTo>
                    <a:pt x="242906" y="88800"/>
                  </a:lnTo>
                  <a:cubicBezTo>
                    <a:pt x="242906" y="88800"/>
                    <a:pt x="243334" y="89655"/>
                    <a:pt x="244959" y="91110"/>
                  </a:cubicBezTo>
                  <a:cubicBezTo>
                    <a:pt x="243334" y="92136"/>
                    <a:pt x="243077" y="94275"/>
                    <a:pt x="243077" y="94275"/>
                  </a:cubicBezTo>
                  <a:cubicBezTo>
                    <a:pt x="244104" y="92649"/>
                    <a:pt x="245558" y="92564"/>
                    <a:pt x="245558" y="92564"/>
                  </a:cubicBezTo>
                  <a:cubicBezTo>
                    <a:pt x="245558" y="93676"/>
                    <a:pt x="244617" y="94958"/>
                    <a:pt x="242649" y="97525"/>
                  </a:cubicBezTo>
                  <a:lnTo>
                    <a:pt x="242649" y="97525"/>
                  </a:lnTo>
                  <a:close/>
                  <a:moveTo>
                    <a:pt x="425362" y="330791"/>
                  </a:moveTo>
                  <a:cubicBezTo>
                    <a:pt x="426731" y="326685"/>
                    <a:pt x="427843" y="323093"/>
                    <a:pt x="428270" y="321809"/>
                  </a:cubicBezTo>
                  <a:cubicBezTo>
                    <a:pt x="432633" y="332416"/>
                    <a:pt x="436225" y="341740"/>
                    <a:pt x="437423" y="346274"/>
                  </a:cubicBezTo>
                  <a:lnTo>
                    <a:pt x="439390" y="354144"/>
                  </a:lnTo>
                  <a:cubicBezTo>
                    <a:pt x="439390" y="354144"/>
                    <a:pt x="434429" y="356624"/>
                    <a:pt x="426217" y="357736"/>
                  </a:cubicBezTo>
                  <a:lnTo>
                    <a:pt x="423138" y="349353"/>
                  </a:lnTo>
                  <a:cubicBezTo>
                    <a:pt x="423993" y="339687"/>
                    <a:pt x="424849" y="332502"/>
                    <a:pt x="425447" y="330877"/>
                  </a:cubicBezTo>
                  <a:lnTo>
                    <a:pt x="425447" y="330877"/>
                  </a:lnTo>
                  <a:close/>
                  <a:moveTo>
                    <a:pt x="2968" y="415475"/>
                  </a:moveTo>
                  <a:cubicBezTo>
                    <a:pt x="2283" y="416331"/>
                    <a:pt x="-1395" y="420266"/>
                    <a:pt x="573" y="423516"/>
                  </a:cubicBezTo>
                  <a:cubicBezTo>
                    <a:pt x="2540" y="426767"/>
                    <a:pt x="6218" y="429846"/>
                    <a:pt x="10837" y="430273"/>
                  </a:cubicBezTo>
                  <a:cubicBezTo>
                    <a:pt x="9725" y="432840"/>
                    <a:pt x="9982" y="435064"/>
                    <a:pt x="11522" y="437031"/>
                  </a:cubicBezTo>
                  <a:cubicBezTo>
                    <a:pt x="13061" y="438999"/>
                    <a:pt x="17167" y="440538"/>
                    <a:pt x="19819" y="440966"/>
                  </a:cubicBezTo>
                  <a:cubicBezTo>
                    <a:pt x="18964" y="443618"/>
                    <a:pt x="18964" y="446441"/>
                    <a:pt x="21958" y="447895"/>
                  </a:cubicBezTo>
                  <a:cubicBezTo>
                    <a:pt x="25037" y="449434"/>
                    <a:pt x="27004" y="449434"/>
                    <a:pt x="27004" y="449434"/>
                  </a:cubicBezTo>
                  <a:cubicBezTo>
                    <a:pt x="27004" y="449434"/>
                    <a:pt x="27860" y="453968"/>
                    <a:pt x="32650" y="454653"/>
                  </a:cubicBezTo>
                  <a:cubicBezTo>
                    <a:pt x="37440" y="455337"/>
                    <a:pt x="41118" y="453968"/>
                    <a:pt x="44198" y="452257"/>
                  </a:cubicBezTo>
                  <a:cubicBezTo>
                    <a:pt x="47277" y="450546"/>
                    <a:pt x="52495" y="443960"/>
                    <a:pt x="47876" y="441565"/>
                  </a:cubicBezTo>
                  <a:cubicBezTo>
                    <a:pt x="55061" y="436347"/>
                    <a:pt x="58996" y="433096"/>
                    <a:pt x="63359" y="429760"/>
                  </a:cubicBezTo>
                  <a:cubicBezTo>
                    <a:pt x="67721" y="426510"/>
                    <a:pt x="69860" y="423259"/>
                    <a:pt x="71827" y="420864"/>
                  </a:cubicBezTo>
                  <a:cubicBezTo>
                    <a:pt x="73794" y="418469"/>
                    <a:pt x="75078" y="419325"/>
                    <a:pt x="79440" y="421035"/>
                  </a:cubicBezTo>
                  <a:cubicBezTo>
                    <a:pt x="83803" y="422746"/>
                    <a:pt x="131876" y="440025"/>
                    <a:pt x="168487" y="441052"/>
                  </a:cubicBezTo>
                  <a:cubicBezTo>
                    <a:pt x="187477" y="441736"/>
                    <a:pt x="192438" y="442335"/>
                    <a:pt x="197485" y="442335"/>
                  </a:cubicBezTo>
                  <a:cubicBezTo>
                    <a:pt x="202531" y="442335"/>
                    <a:pt x="209033" y="441223"/>
                    <a:pt x="211599" y="437972"/>
                  </a:cubicBezTo>
                  <a:cubicBezTo>
                    <a:pt x="214250" y="434722"/>
                    <a:pt x="223831" y="416844"/>
                    <a:pt x="229049" y="398795"/>
                  </a:cubicBezTo>
                  <a:cubicBezTo>
                    <a:pt x="231358" y="390840"/>
                    <a:pt x="233839" y="382799"/>
                    <a:pt x="236063" y="374758"/>
                  </a:cubicBezTo>
                  <a:cubicBezTo>
                    <a:pt x="235721" y="378437"/>
                    <a:pt x="235293" y="382200"/>
                    <a:pt x="235036" y="385536"/>
                  </a:cubicBezTo>
                  <a:cubicBezTo>
                    <a:pt x="234694" y="387332"/>
                    <a:pt x="234438" y="388873"/>
                    <a:pt x="234267" y="389728"/>
                  </a:cubicBezTo>
                  <a:cubicBezTo>
                    <a:pt x="233839" y="392038"/>
                    <a:pt x="233839" y="394860"/>
                    <a:pt x="233924" y="397769"/>
                  </a:cubicBezTo>
                  <a:cubicBezTo>
                    <a:pt x="233668" y="401789"/>
                    <a:pt x="233582" y="405296"/>
                    <a:pt x="234267" y="410856"/>
                  </a:cubicBezTo>
                  <a:lnTo>
                    <a:pt x="234438" y="413508"/>
                  </a:lnTo>
                  <a:cubicBezTo>
                    <a:pt x="234181" y="418041"/>
                    <a:pt x="233326" y="422917"/>
                    <a:pt x="232043" y="426937"/>
                  </a:cubicBezTo>
                  <a:cubicBezTo>
                    <a:pt x="231016" y="429333"/>
                    <a:pt x="229476" y="432840"/>
                    <a:pt x="228621" y="436946"/>
                  </a:cubicBezTo>
                  <a:cubicBezTo>
                    <a:pt x="228108" y="438742"/>
                    <a:pt x="227680" y="440710"/>
                    <a:pt x="227252" y="443190"/>
                  </a:cubicBezTo>
                  <a:cubicBezTo>
                    <a:pt x="226397" y="448579"/>
                    <a:pt x="222034" y="460555"/>
                    <a:pt x="218100" y="471846"/>
                  </a:cubicBezTo>
                  <a:cubicBezTo>
                    <a:pt x="217501" y="473642"/>
                    <a:pt x="216902" y="475353"/>
                    <a:pt x="216303" y="476978"/>
                  </a:cubicBezTo>
                  <a:lnTo>
                    <a:pt x="215705" y="478860"/>
                  </a:lnTo>
                  <a:cubicBezTo>
                    <a:pt x="215277" y="480229"/>
                    <a:pt x="214849" y="481597"/>
                    <a:pt x="214421" y="482966"/>
                  </a:cubicBezTo>
                  <a:cubicBezTo>
                    <a:pt x="210316" y="496310"/>
                    <a:pt x="206295" y="521459"/>
                    <a:pt x="206295" y="521459"/>
                  </a:cubicBezTo>
                  <a:cubicBezTo>
                    <a:pt x="206295" y="521459"/>
                    <a:pt x="200222" y="563287"/>
                    <a:pt x="198939" y="594168"/>
                  </a:cubicBezTo>
                  <a:cubicBezTo>
                    <a:pt x="198939" y="596049"/>
                    <a:pt x="198768" y="598016"/>
                    <a:pt x="198597" y="600070"/>
                  </a:cubicBezTo>
                  <a:cubicBezTo>
                    <a:pt x="197912" y="607682"/>
                    <a:pt x="197314" y="613842"/>
                    <a:pt x="197057" y="616236"/>
                  </a:cubicBezTo>
                  <a:cubicBezTo>
                    <a:pt x="196202" y="623764"/>
                    <a:pt x="192951" y="653361"/>
                    <a:pt x="191240" y="661230"/>
                  </a:cubicBezTo>
                  <a:cubicBezTo>
                    <a:pt x="189786" y="667560"/>
                    <a:pt x="190043" y="672521"/>
                    <a:pt x="190128" y="674147"/>
                  </a:cubicBezTo>
                  <a:lnTo>
                    <a:pt x="190128" y="674746"/>
                  </a:lnTo>
                  <a:cubicBezTo>
                    <a:pt x="191069" y="678252"/>
                    <a:pt x="197998" y="676970"/>
                    <a:pt x="205012" y="679536"/>
                  </a:cubicBezTo>
                  <a:cubicBezTo>
                    <a:pt x="211085" y="681846"/>
                    <a:pt x="224601" y="684412"/>
                    <a:pt x="228108" y="685096"/>
                  </a:cubicBezTo>
                  <a:cubicBezTo>
                    <a:pt x="232641" y="701690"/>
                    <a:pt x="238629" y="724187"/>
                    <a:pt x="243334" y="743177"/>
                  </a:cubicBezTo>
                  <a:cubicBezTo>
                    <a:pt x="252059" y="777992"/>
                    <a:pt x="258132" y="806305"/>
                    <a:pt x="260356" y="822387"/>
                  </a:cubicBezTo>
                  <a:cubicBezTo>
                    <a:pt x="262495" y="838468"/>
                    <a:pt x="262495" y="878158"/>
                    <a:pt x="265146" y="898602"/>
                  </a:cubicBezTo>
                  <a:cubicBezTo>
                    <a:pt x="267798" y="919046"/>
                    <a:pt x="282596" y="970028"/>
                    <a:pt x="286959" y="986537"/>
                  </a:cubicBezTo>
                  <a:cubicBezTo>
                    <a:pt x="291321" y="1003046"/>
                    <a:pt x="305264" y="1048382"/>
                    <a:pt x="305692" y="1055824"/>
                  </a:cubicBezTo>
                  <a:cubicBezTo>
                    <a:pt x="306120" y="1063180"/>
                    <a:pt x="306120" y="1070195"/>
                    <a:pt x="306975" y="1075412"/>
                  </a:cubicBezTo>
                  <a:cubicBezTo>
                    <a:pt x="307831" y="1080631"/>
                    <a:pt x="306120" y="1096797"/>
                    <a:pt x="304751" y="1103726"/>
                  </a:cubicBezTo>
                  <a:cubicBezTo>
                    <a:pt x="304152" y="1106977"/>
                    <a:pt x="302356" y="1112280"/>
                    <a:pt x="300303" y="1117327"/>
                  </a:cubicBezTo>
                  <a:cubicBezTo>
                    <a:pt x="301159" y="1114761"/>
                    <a:pt x="301928" y="1112708"/>
                    <a:pt x="301928" y="1112708"/>
                  </a:cubicBezTo>
                  <a:cubicBezTo>
                    <a:pt x="301928" y="1112708"/>
                    <a:pt x="296454" y="1125197"/>
                    <a:pt x="291749" y="1129303"/>
                  </a:cubicBezTo>
                  <a:cubicBezTo>
                    <a:pt x="287130" y="1133323"/>
                    <a:pt x="282768" y="1136573"/>
                    <a:pt x="278405" y="1141535"/>
                  </a:cubicBezTo>
                  <a:cubicBezTo>
                    <a:pt x="274043" y="1146496"/>
                    <a:pt x="275839" y="1155478"/>
                    <a:pt x="277550" y="1158985"/>
                  </a:cubicBezTo>
                  <a:cubicBezTo>
                    <a:pt x="279260" y="1162492"/>
                    <a:pt x="290038" y="1167453"/>
                    <a:pt x="295855" y="1167710"/>
                  </a:cubicBezTo>
                  <a:cubicBezTo>
                    <a:pt x="321431" y="1168565"/>
                    <a:pt x="334433" y="1166854"/>
                    <a:pt x="335631" y="1161893"/>
                  </a:cubicBezTo>
                  <a:cubicBezTo>
                    <a:pt x="336829" y="1156932"/>
                    <a:pt x="337085" y="1148805"/>
                    <a:pt x="336829" y="1141535"/>
                  </a:cubicBezTo>
                  <a:cubicBezTo>
                    <a:pt x="336572" y="1134264"/>
                    <a:pt x="340336" y="1128790"/>
                    <a:pt x="344955" y="1122374"/>
                  </a:cubicBezTo>
                  <a:cubicBezTo>
                    <a:pt x="347264" y="1128191"/>
                    <a:pt x="350772" y="1157787"/>
                    <a:pt x="351370" y="1169677"/>
                  </a:cubicBezTo>
                  <a:cubicBezTo>
                    <a:pt x="353423" y="1170276"/>
                    <a:pt x="355733" y="1169078"/>
                    <a:pt x="355733" y="1169078"/>
                  </a:cubicBezTo>
                  <a:cubicBezTo>
                    <a:pt x="355733" y="1169078"/>
                    <a:pt x="356930" y="1153168"/>
                    <a:pt x="357444" y="1141192"/>
                  </a:cubicBezTo>
                  <a:cubicBezTo>
                    <a:pt x="358042" y="1129303"/>
                    <a:pt x="361549" y="1106378"/>
                    <a:pt x="367281" y="1092178"/>
                  </a:cubicBezTo>
                  <a:cubicBezTo>
                    <a:pt x="373097" y="1077893"/>
                    <a:pt x="366425" y="1063437"/>
                    <a:pt x="363517" y="1058818"/>
                  </a:cubicBezTo>
                  <a:cubicBezTo>
                    <a:pt x="360608" y="1054199"/>
                    <a:pt x="356588" y="1047783"/>
                    <a:pt x="353081" y="1046586"/>
                  </a:cubicBezTo>
                  <a:cubicBezTo>
                    <a:pt x="349574" y="1045388"/>
                    <a:pt x="346409" y="1047698"/>
                    <a:pt x="346409" y="1047783"/>
                  </a:cubicBezTo>
                  <a:cubicBezTo>
                    <a:pt x="344270" y="1045046"/>
                    <a:pt x="342132" y="1041282"/>
                    <a:pt x="340507" y="1034354"/>
                  </a:cubicBezTo>
                  <a:cubicBezTo>
                    <a:pt x="339309" y="1027510"/>
                    <a:pt x="338625" y="1018871"/>
                    <a:pt x="337941" y="1009804"/>
                  </a:cubicBezTo>
                  <a:lnTo>
                    <a:pt x="337769" y="1007409"/>
                  </a:lnTo>
                  <a:cubicBezTo>
                    <a:pt x="337342" y="995177"/>
                    <a:pt x="337000" y="984056"/>
                    <a:pt x="336829" y="973963"/>
                  </a:cubicBezTo>
                  <a:cubicBezTo>
                    <a:pt x="336829" y="956855"/>
                    <a:pt x="337256" y="938207"/>
                    <a:pt x="338796" y="925633"/>
                  </a:cubicBezTo>
                  <a:cubicBezTo>
                    <a:pt x="339822" y="917336"/>
                    <a:pt x="339737" y="908097"/>
                    <a:pt x="339224" y="899458"/>
                  </a:cubicBezTo>
                  <a:cubicBezTo>
                    <a:pt x="339053" y="892016"/>
                    <a:pt x="338539" y="884831"/>
                    <a:pt x="337427" y="878244"/>
                  </a:cubicBezTo>
                  <a:cubicBezTo>
                    <a:pt x="334861" y="862248"/>
                    <a:pt x="330926" y="840692"/>
                    <a:pt x="330926" y="831026"/>
                  </a:cubicBezTo>
                  <a:cubicBezTo>
                    <a:pt x="334947" y="837527"/>
                    <a:pt x="338539" y="843686"/>
                    <a:pt x="340763" y="847450"/>
                  </a:cubicBezTo>
                  <a:cubicBezTo>
                    <a:pt x="345725" y="858057"/>
                    <a:pt x="366083" y="901682"/>
                    <a:pt x="388409" y="940945"/>
                  </a:cubicBezTo>
                  <a:cubicBezTo>
                    <a:pt x="411932" y="982346"/>
                    <a:pt x="418433" y="1004928"/>
                    <a:pt x="418861" y="1011515"/>
                  </a:cubicBezTo>
                  <a:cubicBezTo>
                    <a:pt x="419289" y="1018016"/>
                    <a:pt x="417578" y="1034610"/>
                    <a:pt x="419716" y="1039828"/>
                  </a:cubicBezTo>
                  <a:cubicBezTo>
                    <a:pt x="421940" y="1045046"/>
                    <a:pt x="425362" y="1053771"/>
                    <a:pt x="425790" y="1064207"/>
                  </a:cubicBezTo>
                  <a:cubicBezTo>
                    <a:pt x="426217" y="1074643"/>
                    <a:pt x="431008" y="1093804"/>
                    <a:pt x="431008" y="1104240"/>
                  </a:cubicBezTo>
                  <a:cubicBezTo>
                    <a:pt x="431008" y="1107405"/>
                    <a:pt x="431008" y="1110484"/>
                    <a:pt x="431264" y="1113307"/>
                  </a:cubicBezTo>
                  <a:cubicBezTo>
                    <a:pt x="429981" y="1106378"/>
                    <a:pt x="430409" y="1099193"/>
                    <a:pt x="430409" y="1099193"/>
                  </a:cubicBezTo>
                  <a:cubicBezTo>
                    <a:pt x="430409" y="1099193"/>
                    <a:pt x="430152" y="1102101"/>
                    <a:pt x="430152" y="1109628"/>
                  </a:cubicBezTo>
                  <a:cubicBezTo>
                    <a:pt x="430152" y="1117156"/>
                    <a:pt x="430409" y="1135205"/>
                    <a:pt x="431350" y="1150260"/>
                  </a:cubicBezTo>
                  <a:cubicBezTo>
                    <a:pt x="432205" y="1165315"/>
                    <a:pt x="447003" y="1165913"/>
                    <a:pt x="447003" y="1165913"/>
                  </a:cubicBezTo>
                  <a:cubicBezTo>
                    <a:pt x="480963" y="1165315"/>
                    <a:pt x="496103" y="1131612"/>
                    <a:pt x="497557" y="1124084"/>
                  </a:cubicBezTo>
                  <a:cubicBezTo>
                    <a:pt x="499011" y="1116557"/>
                    <a:pt x="494050" y="1108944"/>
                    <a:pt x="491142" y="1103470"/>
                  </a:cubicBezTo>
                  <a:cubicBezTo>
                    <a:pt x="488490" y="1098423"/>
                    <a:pt x="486779" y="1091409"/>
                    <a:pt x="485411" y="1079775"/>
                  </a:cubicBezTo>
                  <a:cubicBezTo>
                    <a:pt x="487891" y="1083539"/>
                    <a:pt x="492339" y="1090126"/>
                    <a:pt x="493708" y="1092777"/>
                  </a:cubicBezTo>
                  <a:cubicBezTo>
                    <a:pt x="496360" y="1093975"/>
                    <a:pt x="497728" y="1092520"/>
                    <a:pt x="498669" y="1090467"/>
                  </a:cubicBezTo>
                  <a:cubicBezTo>
                    <a:pt x="494050" y="1082085"/>
                    <a:pt x="487293" y="1068313"/>
                    <a:pt x="483272" y="1059331"/>
                  </a:cubicBezTo>
                  <a:cubicBezTo>
                    <a:pt x="482331" y="1049751"/>
                    <a:pt x="481134" y="1039486"/>
                    <a:pt x="479508" y="1030077"/>
                  </a:cubicBezTo>
                  <a:cubicBezTo>
                    <a:pt x="476857" y="1014680"/>
                    <a:pt x="466763" y="1012113"/>
                    <a:pt x="460348" y="1008863"/>
                  </a:cubicBezTo>
                  <a:cubicBezTo>
                    <a:pt x="455557" y="1006468"/>
                    <a:pt x="453248" y="1004757"/>
                    <a:pt x="452392" y="1003987"/>
                  </a:cubicBezTo>
                  <a:cubicBezTo>
                    <a:pt x="451794" y="1002704"/>
                    <a:pt x="451280" y="1001164"/>
                    <a:pt x="450938" y="999539"/>
                  </a:cubicBezTo>
                  <a:cubicBezTo>
                    <a:pt x="450425" y="996288"/>
                    <a:pt x="449826" y="992097"/>
                    <a:pt x="449227" y="986879"/>
                  </a:cubicBezTo>
                  <a:cubicBezTo>
                    <a:pt x="448885" y="983372"/>
                    <a:pt x="448458" y="979180"/>
                    <a:pt x="448030" y="974562"/>
                  </a:cubicBezTo>
                  <a:cubicBezTo>
                    <a:pt x="447773" y="971397"/>
                    <a:pt x="447431" y="967975"/>
                    <a:pt x="447175" y="964468"/>
                  </a:cubicBezTo>
                  <a:cubicBezTo>
                    <a:pt x="446319" y="954032"/>
                    <a:pt x="444608" y="934957"/>
                    <a:pt x="441700" y="915111"/>
                  </a:cubicBezTo>
                  <a:cubicBezTo>
                    <a:pt x="439048" y="894411"/>
                    <a:pt x="433317" y="856859"/>
                    <a:pt x="413900" y="828289"/>
                  </a:cubicBezTo>
                  <a:cubicBezTo>
                    <a:pt x="409794" y="820676"/>
                    <a:pt x="406201" y="814859"/>
                    <a:pt x="403378" y="810326"/>
                  </a:cubicBezTo>
                  <a:cubicBezTo>
                    <a:pt x="400042" y="804595"/>
                    <a:pt x="397219" y="800146"/>
                    <a:pt x="395338" y="797666"/>
                  </a:cubicBezTo>
                  <a:lnTo>
                    <a:pt x="394910" y="797067"/>
                  </a:lnTo>
                  <a:cubicBezTo>
                    <a:pt x="393969" y="795356"/>
                    <a:pt x="393114" y="793731"/>
                    <a:pt x="392429" y="792106"/>
                  </a:cubicBezTo>
                  <a:cubicBezTo>
                    <a:pt x="390034" y="784835"/>
                    <a:pt x="391745" y="775340"/>
                    <a:pt x="394482" y="762424"/>
                  </a:cubicBezTo>
                  <a:cubicBezTo>
                    <a:pt x="397562" y="747882"/>
                    <a:pt x="405602" y="709218"/>
                    <a:pt x="410221" y="691426"/>
                  </a:cubicBezTo>
                  <a:cubicBezTo>
                    <a:pt x="410735" y="691426"/>
                    <a:pt x="418091" y="692195"/>
                    <a:pt x="421085" y="690143"/>
                  </a:cubicBezTo>
                  <a:lnTo>
                    <a:pt x="422625" y="687577"/>
                  </a:lnTo>
                  <a:cubicBezTo>
                    <a:pt x="423395" y="686122"/>
                    <a:pt x="423993" y="684326"/>
                    <a:pt x="424079" y="681417"/>
                  </a:cubicBezTo>
                  <a:cubicBezTo>
                    <a:pt x="424250" y="678851"/>
                    <a:pt x="424507" y="675430"/>
                    <a:pt x="425020" y="672008"/>
                  </a:cubicBezTo>
                  <a:cubicBezTo>
                    <a:pt x="425362" y="670469"/>
                    <a:pt x="425790" y="668843"/>
                    <a:pt x="426217" y="667132"/>
                  </a:cubicBezTo>
                  <a:cubicBezTo>
                    <a:pt x="430580" y="651051"/>
                    <a:pt x="432291" y="640102"/>
                    <a:pt x="434515" y="624021"/>
                  </a:cubicBezTo>
                  <a:cubicBezTo>
                    <a:pt x="436311" y="610677"/>
                    <a:pt x="437851" y="592799"/>
                    <a:pt x="438278" y="581337"/>
                  </a:cubicBezTo>
                  <a:cubicBezTo>
                    <a:pt x="438364" y="579540"/>
                    <a:pt x="438450" y="578000"/>
                    <a:pt x="438535" y="576631"/>
                  </a:cubicBezTo>
                  <a:cubicBezTo>
                    <a:pt x="439134" y="565939"/>
                    <a:pt x="441101" y="550200"/>
                    <a:pt x="442042" y="542074"/>
                  </a:cubicBezTo>
                  <a:cubicBezTo>
                    <a:pt x="442812" y="535145"/>
                    <a:pt x="442470" y="526249"/>
                    <a:pt x="441786" y="521544"/>
                  </a:cubicBezTo>
                  <a:cubicBezTo>
                    <a:pt x="441529" y="516070"/>
                    <a:pt x="440417" y="499561"/>
                    <a:pt x="437936" y="488098"/>
                  </a:cubicBezTo>
                  <a:cubicBezTo>
                    <a:pt x="437252" y="485019"/>
                    <a:pt x="436568" y="481683"/>
                    <a:pt x="435798" y="478432"/>
                  </a:cubicBezTo>
                  <a:cubicBezTo>
                    <a:pt x="434942" y="474155"/>
                    <a:pt x="433916" y="469793"/>
                    <a:pt x="432718" y="464917"/>
                  </a:cubicBezTo>
                  <a:lnTo>
                    <a:pt x="432718" y="464575"/>
                  </a:lnTo>
                  <a:cubicBezTo>
                    <a:pt x="431692" y="460726"/>
                    <a:pt x="430836" y="457133"/>
                    <a:pt x="430067" y="453882"/>
                  </a:cubicBezTo>
                  <a:cubicBezTo>
                    <a:pt x="425362" y="434294"/>
                    <a:pt x="420914" y="413936"/>
                    <a:pt x="421170" y="408375"/>
                  </a:cubicBezTo>
                  <a:lnTo>
                    <a:pt x="420999" y="408889"/>
                  </a:lnTo>
                  <a:lnTo>
                    <a:pt x="420999" y="408033"/>
                  </a:lnTo>
                  <a:cubicBezTo>
                    <a:pt x="433916" y="411370"/>
                    <a:pt x="446319" y="413679"/>
                    <a:pt x="456926" y="414449"/>
                  </a:cubicBezTo>
                  <a:cubicBezTo>
                    <a:pt x="472409" y="415561"/>
                    <a:pt x="477798" y="417699"/>
                    <a:pt x="482160" y="417271"/>
                  </a:cubicBezTo>
                  <a:cubicBezTo>
                    <a:pt x="486523" y="416844"/>
                    <a:pt x="490457" y="413764"/>
                    <a:pt x="491997" y="409402"/>
                  </a:cubicBezTo>
                  <a:cubicBezTo>
                    <a:pt x="493537" y="405039"/>
                    <a:pt x="495077" y="390669"/>
                    <a:pt x="493708" y="380233"/>
                  </a:cubicBezTo>
                  <a:cubicBezTo>
                    <a:pt x="492425" y="369797"/>
                    <a:pt x="483272" y="310775"/>
                    <a:pt x="476515" y="285797"/>
                  </a:cubicBezTo>
                  <a:cubicBezTo>
                    <a:pt x="469757" y="260734"/>
                    <a:pt x="456926" y="227032"/>
                    <a:pt x="453847" y="219846"/>
                  </a:cubicBezTo>
                  <a:cubicBezTo>
                    <a:pt x="452906" y="217622"/>
                    <a:pt x="451280" y="213431"/>
                    <a:pt x="448543" y="208726"/>
                  </a:cubicBezTo>
                  <a:cubicBezTo>
                    <a:pt x="434942" y="184091"/>
                    <a:pt x="424335" y="187769"/>
                    <a:pt x="417920" y="186058"/>
                  </a:cubicBezTo>
                  <a:cubicBezTo>
                    <a:pt x="411419" y="184347"/>
                    <a:pt x="402694" y="182123"/>
                    <a:pt x="395252" y="180413"/>
                  </a:cubicBezTo>
                  <a:cubicBezTo>
                    <a:pt x="387896" y="178702"/>
                    <a:pt x="386527" y="179130"/>
                    <a:pt x="383961" y="181268"/>
                  </a:cubicBezTo>
                  <a:lnTo>
                    <a:pt x="382250" y="182209"/>
                  </a:lnTo>
                  <a:cubicBezTo>
                    <a:pt x="376262" y="179130"/>
                    <a:pt x="369590" y="172885"/>
                    <a:pt x="365484" y="168180"/>
                  </a:cubicBezTo>
                  <a:cubicBezTo>
                    <a:pt x="361892" y="164160"/>
                    <a:pt x="360694" y="159626"/>
                    <a:pt x="360523" y="155435"/>
                  </a:cubicBezTo>
                  <a:cubicBezTo>
                    <a:pt x="361122" y="150902"/>
                    <a:pt x="361378" y="151244"/>
                    <a:pt x="362405" y="147737"/>
                  </a:cubicBezTo>
                  <a:cubicBezTo>
                    <a:pt x="362576" y="154067"/>
                    <a:pt x="363260" y="149447"/>
                    <a:pt x="363089" y="152527"/>
                  </a:cubicBezTo>
                  <a:cubicBezTo>
                    <a:pt x="364629" y="149020"/>
                    <a:pt x="365057" y="148849"/>
                    <a:pt x="365741" y="146625"/>
                  </a:cubicBezTo>
                  <a:cubicBezTo>
                    <a:pt x="366340" y="144401"/>
                    <a:pt x="366596" y="149618"/>
                    <a:pt x="366169" y="152099"/>
                  </a:cubicBezTo>
                  <a:cubicBezTo>
                    <a:pt x="365741" y="154494"/>
                    <a:pt x="368136" y="147052"/>
                    <a:pt x="368820" y="145170"/>
                  </a:cubicBezTo>
                  <a:cubicBezTo>
                    <a:pt x="369505" y="143203"/>
                    <a:pt x="370360" y="146282"/>
                    <a:pt x="370360" y="148250"/>
                  </a:cubicBezTo>
                  <a:cubicBezTo>
                    <a:pt x="370360" y="150217"/>
                    <a:pt x="371215" y="145427"/>
                    <a:pt x="371643" y="143032"/>
                  </a:cubicBezTo>
                  <a:cubicBezTo>
                    <a:pt x="372071" y="140637"/>
                    <a:pt x="372071" y="141749"/>
                    <a:pt x="373611" y="144315"/>
                  </a:cubicBezTo>
                  <a:cubicBezTo>
                    <a:pt x="375150" y="146881"/>
                    <a:pt x="372755" y="142604"/>
                    <a:pt x="373782" y="140209"/>
                  </a:cubicBezTo>
                  <a:cubicBezTo>
                    <a:pt x="374894" y="137814"/>
                    <a:pt x="378572" y="134563"/>
                    <a:pt x="382250" y="132168"/>
                  </a:cubicBezTo>
                  <a:cubicBezTo>
                    <a:pt x="385928" y="129773"/>
                    <a:pt x="394910" y="122588"/>
                    <a:pt x="397476" y="109073"/>
                  </a:cubicBezTo>
                  <a:cubicBezTo>
                    <a:pt x="400042" y="95557"/>
                    <a:pt x="400983" y="75712"/>
                    <a:pt x="394910" y="59203"/>
                  </a:cubicBezTo>
                  <a:cubicBezTo>
                    <a:pt x="388837" y="42694"/>
                    <a:pt x="362063" y="-18296"/>
                    <a:pt x="313647" y="5399"/>
                  </a:cubicBezTo>
                  <a:cubicBezTo>
                    <a:pt x="313647" y="5399"/>
                    <a:pt x="313647" y="6083"/>
                    <a:pt x="310140" y="5142"/>
                  </a:cubicBezTo>
                  <a:cubicBezTo>
                    <a:pt x="305863" y="4030"/>
                    <a:pt x="290808" y="4458"/>
                    <a:pt x="280287" y="8393"/>
                  </a:cubicBezTo>
                  <a:cubicBezTo>
                    <a:pt x="269851" y="12328"/>
                    <a:pt x="252401" y="23191"/>
                    <a:pt x="244360" y="38845"/>
                  </a:cubicBezTo>
                  <a:cubicBezTo>
                    <a:pt x="238030" y="51077"/>
                    <a:pt x="229134" y="71863"/>
                    <a:pt x="236747" y="105480"/>
                  </a:cubicBezTo>
                  <a:cubicBezTo>
                    <a:pt x="234523" y="109415"/>
                    <a:pt x="236320" y="111896"/>
                    <a:pt x="238971" y="113863"/>
                  </a:cubicBezTo>
                  <a:cubicBezTo>
                    <a:pt x="241024" y="120963"/>
                    <a:pt x="243847" y="128575"/>
                    <a:pt x="247440" y="136787"/>
                  </a:cubicBezTo>
                  <a:cubicBezTo>
                    <a:pt x="246242" y="132254"/>
                    <a:pt x="245130" y="125325"/>
                    <a:pt x="244189" y="117541"/>
                  </a:cubicBezTo>
                  <a:cubicBezTo>
                    <a:pt x="247611" y="120450"/>
                    <a:pt x="248381" y="124213"/>
                    <a:pt x="247867" y="127635"/>
                  </a:cubicBezTo>
                  <a:cubicBezTo>
                    <a:pt x="247269" y="131142"/>
                    <a:pt x="249065" y="132596"/>
                    <a:pt x="251375" y="134050"/>
                  </a:cubicBezTo>
                  <a:cubicBezTo>
                    <a:pt x="253684" y="135505"/>
                    <a:pt x="255138" y="137215"/>
                    <a:pt x="257790" y="140722"/>
                  </a:cubicBezTo>
                  <a:cubicBezTo>
                    <a:pt x="255480" y="144229"/>
                    <a:pt x="257191" y="146197"/>
                    <a:pt x="259244" y="147993"/>
                  </a:cubicBezTo>
                  <a:cubicBezTo>
                    <a:pt x="261297" y="149704"/>
                    <a:pt x="263008" y="153553"/>
                    <a:pt x="262409" y="161594"/>
                  </a:cubicBezTo>
                  <a:cubicBezTo>
                    <a:pt x="261810" y="169720"/>
                    <a:pt x="269081" y="170918"/>
                    <a:pt x="273187" y="170576"/>
                  </a:cubicBezTo>
                  <a:cubicBezTo>
                    <a:pt x="277207" y="170319"/>
                    <a:pt x="282768" y="169720"/>
                    <a:pt x="286531" y="175195"/>
                  </a:cubicBezTo>
                  <a:cubicBezTo>
                    <a:pt x="290295" y="180669"/>
                    <a:pt x="292348" y="185973"/>
                    <a:pt x="289440" y="192901"/>
                  </a:cubicBezTo>
                  <a:cubicBezTo>
                    <a:pt x="287814" y="196751"/>
                    <a:pt x="283880" y="198975"/>
                    <a:pt x="280715" y="200087"/>
                  </a:cubicBezTo>
                  <a:lnTo>
                    <a:pt x="282169" y="198975"/>
                  </a:lnTo>
                  <a:cubicBezTo>
                    <a:pt x="279175" y="195467"/>
                    <a:pt x="275668" y="195896"/>
                    <a:pt x="273871" y="197264"/>
                  </a:cubicBezTo>
                  <a:cubicBezTo>
                    <a:pt x="272161" y="198547"/>
                    <a:pt x="268654" y="199916"/>
                    <a:pt x="266515" y="200343"/>
                  </a:cubicBezTo>
                  <a:cubicBezTo>
                    <a:pt x="264377" y="200771"/>
                    <a:pt x="261725" y="201627"/>
                    <a:pt x="257362" y="202482"/>
                  </a:cubicBezTo>
                  <a:cubicBezTo>
                    <a:pt x="253000" y="203337"/>
                    <a:pt x="251717" y="204620"/>
                    <a:pt x="247354" y="205989"/>
                  </a:cubicBezTo>
                  <a:cubicBezTo>
                    <a:pt x="243248" y="207272"/>
                    <a:pt x="242649" y="208470"/>
                    <a:pt x="242564" y="208555"/>
                  </a:cubicBezTo>
                  <a:lnTo>
                    <a:pt x="242735" y="207443"/>
                  </a:lnTo>
                  <a:lnTo>
                    <a:pt x="242393" y="208555"/>
                  </a:lnTo>
                  <a:cubicBezTo>
                    <a:pt x="239998" y="208213"/>
                    <a:pt x="211342" y="205048"/>
                    <a:pt x="203558" y="237553"/>
                  </a:cubicBezTo>
                  <a:cubicBezTo>
                    <a:pt x="195517" y="271512"/>
                    <a:pt x="195945" y="316164"/>
                    <a:pt x="190470" y="334042"/>
                  </a:cubicBezTo>
                  <a:cubicBezTo>
                    <a:pt x="184996" y="351920"/>
                    <a:pt x="179607" y="379976"/>
                    <a:pt x="177212" y="384082"/>
                  </a:cubicBezTo>
                  <a:cubicBezTo>
                    <a:pt x="174817" y="388188"/>
                    <a:pt x="172678" y="389300"/>
                    <a:pt x="168316" y="389557"/>
                  </a:cubicBezTo>
                  <a:cubicBezTo>
                    <a:pt x="163953" y="389813"/>
                    <a:pt x="137864" y="393919"/>
                    <a:pt x="118617" y="391524"/>
                  </a:cubicBezTo>
                  <a:cubicBezTo>
                    <a:pt x="99456" y="389129"/>
                    <a:pt x="74393" y="383056"/>
                    <a:pt x="70972" y="383056"/>
                  </a:cubicBezTo>
                  <a:cubicBezTo>
                    <a:pt x="67465" y="380233"/>
                    <a:pt x="66010" y="379377"/>
                    <a:pt x="61819" y="376298"/>
                  </a:cubicBezTo>
                  <a:cubicBezTo>
                    <a:pt x="57713" y="373219"/>
                    <a:pt x="53094" y="368257"/>
                    <a:pt x="48988" y="367573"/>
                  </a:cubicBezTo>
                  <a:cubicBezTo>
                    <a:pt x="44882" y="366889"/>
                    <a:pt x="38980" y="367744"/>
                    <a:pt x="36585" y="367744"/>
                  </a:cubicBezTo>
                  <a:cubicBezTo>
                    <a:pt x="34190" y="367744"/>
                    <a:pt x="29827" y="369711"/>
                    <a:pt x="27432" y="370567"/>
                  </a:cubicBezTo>
                  <a:cubicBezTo>
                    <a:pt x="25037" y="371422"/>
                    <a:pt x="21530" y="374930"/>
                    <a:pt x="24609" y="378180"/>
                  </a:cubicBezTo>
                  <a:cubicBezTo>
                    <a:pt x="27689" y="381431"/>
                    <a:pt x="32907" y="379891"/>
                    <a:pt x="35900" y="379463"/>
                  </a:cubicBezTo>
                  <a:cubicBezTo>
                    <a:pt x="38980" y="379035"/>
                    <a:pt x="45310" y="380319"/>
                    <a:pt x="46764" y="381260"/>
                  </a:cubicBezTo>
                  <a:cubicBezTo>
                    <a:pt x="48304" y="382115"/>
                    <a:pt x="38039" y="385451"/>
                    <a:pt x="26748" y="394518"/>
                  </a:cubicBezTo>
                  <a:cubicBezTo>
                    <a:pt x="21872" y="398453"/>
                    <a:pt x="3652" y="414791"/>
                    <a:pt x="3053" y="415647"/>
                  </a:cubicBezTo>
                  <a:lnTo>
                    <a:pt x="3053" y="415647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4E7DCCB-289F-9554-38AF-C2814F162FC6}"/>
                </a:ext>
              </a:extLst>
            </p:cNvPr>
            <p:cNvSpPr/>
            <p:nvPr/>
          </p:nvSpPr>
          <p:spPr>
            <a:xfrm>
              <a:off x="-6877776" y="4330316"/>
              <a:ext cx="399412" cy="1168978"/>
            </a:xfrm>
            <a:custGeom>
              <a:avLst/>
              <a:gdLst>
                <a:gd name="connsiteX0" fmla="*/ 210670 w 399412"/>
                <a:gd name="connsiteY0" fmla="*/ 163105 h 1168978"/>
                <a:gd name="connsiteX1" fmla="*/ 207248 w 399412"/>
                <a:gd name="connsiteY1" fmla="*/ 159341 h 1168978"/>
                <a:gd name="connsiteX2" fmla="*/ 208104 w 399412"/>
                <a:gd name="connsiteY2" fmla="*/ 158656 h 1168978"/>
                <a:gd name="connsiteX3" fmla="*/ 214519 w 399412"/>
                <a:gd name="connsiteY3" fmla="*/ 157973 h 1168978"/>
                <a:gd name="connsiteX4" fmla="*/ 214947 w 399412"/>
                <a:gd name="connsiteY4" fmla="*/ 157973 h 1168978"/>
                <a:gd name="connsiteX5" fmla="*/ 225297 w 399412"/>
                <a:gd name="connsiteY5" fmla="*/ 185003 h 1168978"/>
                <a:gd name="connsiteX6" fmla="*/ 210670 w 399412"/>
                <a:gd name="connsiteY6" fmla="*/ 163105 h 1168978"/>
                <a:gd name="connsiteX7" fmla="*/ 210670 w 399412"/>
                <a:gd name="connsiteY7" fmla="*/ 163105 h 1168978"/>
                <a:gd name="connsiteX8" fmla="*/ 229403 w 399412"/>
                <a:gd name="connsiteY8" fmla="*/ 157459 h 1168978"/>
                <a:gd name="connsiteX9" fmla="*/ 233167 w 399412"/>
                <a:gd name="connsiteY9" fmla="*/ 158742 h 1168978"/>
                <a:gd name="connsiteX10" fmla="*/ 237102 w 399412"/>
                <a:gd name="connsiteY10" fmla="*/ 164302 h 1168978"/>
                <a:gd name="connsiteX11" fmla="*/ 241892 w 399412"/>
                <a:gd name="connsiteY11" fmla="*/ 176021 h 1168978"/>
                <a:gd name="connsiteX12" fmla="*/ 242747 w 399412"/>
                <a:gd name="connsiteY12" fmla="*/ 180298 h 1168978"/>
                <a:gd name="connsiteX13" fmla="*/ 242320 w 399412"/>
                <a:gd name="connsiteY13" fmla="*/ 183207 h 1168978"/>
                <a:gd name="connsiteX14" fmla="*/ 236588 w 399412"/>
                <a:gd name="connsiteY14" fmla="*/ 181752 h 1168978"/>
                <a:gd name="connsiteX15" fmla="*/ 225896 w 399412"/>
                <a:gd name="connsiteY15" fmla="*/ 161137 h 1168978"/>
                <a:gd name="connsiteX16" fmla="*/ 224100 w 399412"/>
                <a:gd name="connsiteY16" fmla="*/ 157288 h 1168978"/>
                <a:gd name="connsiteX17" fmla="*/ 229403 w 399412"/>
                <a:gd name="connsiteY17" fmla="*/ 157459 h 1168978"/>
                <a:gd name="connsiteX18" fmla="*/ 229403 w 399412"/>
                <a:gd name="connsiteY18" fmla="*/ 157459 h 1168978"/>
                <a:gd name="connsiteX19" fmla="*/ 308955 w 399412"/>
                <a:gd name="connsiteY19" fmla="*/ 137443 h 1168978"/>
                <a:gd name="connsiteX20" fmla="*/ 314857 w 399412"/>
                <a:gd name="connsiteY20" fmla="*/ 134107 h 1168978"/>
                <a:gd name="connsiteX21" fmla="*/ 322641 w 399412"/>
                <a:gd name="connsiteY21" fmla="*/ 129060 h 1168978"/>
                <a:gd name="connsiteX22" fmla="*/ 330169 w 399412"/>
                <a:gd name="connsiteY22" fmla="*/ 117427 h 1168978"/>
                <a:gd name="connsiteX23" fmla="*/ 331623 w 399412"/>
                <a:gd name="connsiteY23" fmla="*/ 121447 h 1168978"/>
                <a:gd name="connsiteX24" fmla="*/ 329313 w 399412"/>
                <a:gd name="connsiteY24" fmla="*/ 130514 h 1168978"/>
                <a:gd name="connsiteX25" fmla="*/ 325721 w 399412"/>
                <a:gd name="connsiteY25" fmla="*/ 139325 h 1168978"/>
                <a:gd name="connsiteX26" fmla="*/ 321101 w 399412"/>
                <a:gd name="connsiteY26" fmla="*/ 142062 h 1168978"/>
                <a:gd name="connsiteX27" fmla="*/ 315199 w 399412"/>
                <a:gd name="connsiteY27" fmla="*/ 144799 h 1168978"/>
                <a:gd name="connsiteX28" fmla="*/ 309554 w 399412"/>
                <a:gd name="connsiteY28" fmla="*/ 149247 h 1168978"/>
                <a:gd name="connsiteX29" fmla="*/ 308099 w 399412"/>
                <a:gd name="connsiteY29" fmla="*/ 143516 h 1168978"/>
                <a:gd name="connsiteX30" fmla="*/ 308955 w 399412"/>
                <a:gd name="connsiteY30" fmla="*/ 137443 h 1168978"/>
                <a:gd name="connsiteX31" fmla="*/ 308955 w 399412"/>
                <a:gd name="connsiteY31" fmla="*/ 137443 h 1168978"/>
                <a:gd name="connsiteX32" fmla="*/ 337183 w 399412"/>
                <a:gd name="connsiteY32" fmla="*/ 74742 h 1168978"/>
                <a:gd name="connsiteX33" fmla="*/ 341374 w 399412"/>
                <a:gd name="connsiteY33" fmla="*/ 79789 h 1168978"/>
                <a:gd name="connsiteX34" fmla="*/ 338894 w 399412"/>
                <a:gd name="connsiteY34" fmla="*/ 89028 h 1168978"/>
                <a:gd name="connsiteX35" fmla="*/ 336156 w 399412"/>
                <a:gd name="connsiteY35" fmla="*/ 93475 h 1168978"/>
                <a:gd name="connsiteX36" fmla="*/ 334018 w 399412"/>
                <a:gd name="connsiteY36" fmla="*/ 90909 h 1168978"/>
                <a:gd name="connsiteX37" fmla="*/ 332136 w 399412"/>
                <a:gd name="connsiteY37" fmla="*/ 78934 h 1168978"/>
                <a:gd name="connsiteX38" fmla="*/ 337183 w 399412"/>
                <a:gd name="connsiteY38" fmla="*/ 74742 h 1168978"/>
                <a:gd name="connsiteX39" fmla="*/ 337183 w 399412"/>
                <a:gd name="connsiteY39" fmla="*/ 74742 h 1168978"/>
                <a:gd name="connsiteX40" fmla="*/ 12475 w 399412"/>
                <a:gd name="connsiteY40" fmla="*/ 288591 h 1168978"/>
                <a:gd name="connsiteX41" fmla="*/ 9139 w 399412"/>
                <a:gd name="connsiteY41" fmla="*/ 283373 h 1168978"/>
                <a:gd name="connsiteX42" fmla="*/ 4605 w 399412"/>
                <a:gd name="connsiteY42" fmla="*/ 274648 h 1168978"/>
                <a:gd name="connsiteX43" fmla="*/ 927 w 399412"/>
                <a:gd name="connsiteY43" fmla="*/ 272938 h 1168978"/>
                <a:gd name="connsiteX44" fmla="*/ 1184 w 399412"/>
                <a:gd name="connsiteY44" fmla="*/ 279096 h 1168978"/>
                <a:gd name="connsiteX45" fmla="*/ 3408 w 399412"/>
                <a:gd name="connsiteY45" fmla="*/ 285597 h 1168978"/>
                <a:gd name="connsiteX46" fmla="*/ 9823 w 399412"/>
                <a:gd name="connsiteY46" fmla="*/ 302192 h 1168978"/>
                <a:gd name="connsiteX47" fmla="*/ 16239 w 399412"/>
                <a:gd name="connsiteY47" fmla="*/ 313141 h 1168978"/>
                <a:gd name="connsiteX48" fmla="*/ 22654 w 399412"/>
                <a:gd name="connsiteY48" fmla="*/ 319471 h 1168978"/>
                <a:gd name="connsiteX49" fmla="*/ 28385 w 399412"/>
                <a:gd name="connsiteY49" fmla="*/ 325715 h 1168978"/>
                <a:gd name="connsiteX50" fmla="*/ 31208 w 399412"/>
                <a:gd name="connsiteY50" fmla="*/ 330762 h 1168978"/>
                <a:gd name="connsiteX51" fmla="*/ 34287 w 399412"/>
                <a:gd name="connsiteY51" fmla="*/ 334954 h 1168978"/>
                <a:gd name="connsiteX52" fmla="*/ 38735 w 399412"/>
                <a:gd name="connsiteY52" fmla="*/ 338632 h 1168978"/>
                <a:gd name="connsiteX53" fmla="*/ 40874 w 399412"/>
                <a:gd name="connsiteY53" fmla="*/ 341455 h 1168978"/>
                <a:gd name="connsiteX54" fmla="*/ 38992 w 399412"/>
                <a:gd name="connsiteY54" fmla="*/ 356681 h 1168978"/>
                <a:gd name="connsiteX55" fmla="*/ 70471 w 399412"/>
                <a:gd name="connsiteY55" fmla="*/ 379434 h 1168978"/>
                <a:gd name="connsiteX56" fmla="*/ 81676 w 399412"/>
                <a:gd name="connsiteY56" fmla="*/ 385336 h 1168978"/>
                <a:gd name="connsiteX57" fmla="*/ 96304 w 399412"/>
                <a:gd name="connsiteY57" fmla="*/ 394575 h 1168978"/>
                <a:gd name="connsiteX58" fmla="*/ 147456 w 399412"/>
                <a:gd name="connsiteY58" fmla="*/ 429389 h 1168978"/>
                <a:gd name="connsiteX59" fmla="*/ 149424 w 399412"/>
                <a:gd name="connsiteY59" fmla="*/ 433923 h 1168978"/>
                <a:gd name="connsiteX60" fmla="*/ 147713 w 399412"/>
                <a:gd name="connsiteY60" fmla="*/ 451373 h 1168978"/>
                <a:gd name="connsiteX61" fmla="*/ 141554 w 399412"/>
                <a:gd name="connsiteY61" fmla="*/ 457275 h 1168978"/>
                <a:gd name="connsiteX62" fmla="*/ 137619 w 399412"/>
                <a:gd name="connsiteY62" fmla="*/ 469336 h 1168978"/>
                <a:gd name="connsiteX63" fmla="*/ 132572 w 399412"/>
                <a:gd name="connsiteY63" fmla="*/ 479430 h 1168978"/>
                <a:gd name="connsiteX64" fmla="*/ 130348 w 399412"/>
                <a:gd name="connsiteY64" fmla="*/ 486701 h 1168978"/>
                <a:gd name="connsiteX65" fmla="*/ 134796 w 399412"/>
                <a:gd name="connsiteY65" fmla="*/ 492004 h 1168978"/>
                <a:gd name="connsiteX66" fmla="*/ 124703 w 399412"/>
                <a:gd name="connsiteY66" fmla="*/ 526562 h 1168978"/>
                <a:gd name="connsiteX67" fmla="*/ 119912 w 399412"/>
                <a:gd name="connsiteY67" fmla="*/ 544526 h 1168978"/>
                <a:gd name="connsiteX68" fmla="*/ 117090 w 399412"/>
                <a:gd name="connsiteY68" fmla="*/ 562489 h 1168978"/>
                <a:gd name="connsiteX69" fmla="*/ 116234 w 399412"/>
                <a:gd name="connsiteY69" fmla="*/ 576004 h 1168978"/>
                <a:gd name="connsiteX70" fmla="*/ 118458 w 399412"/>
                <a:gd name="connsiteY70" fmla="*/ 585243 h 1168978"/>
                <a:gd name="connsiteX71" fmla="*/ 119570 w 399412"/>
                <a:gd name="connsiteY71" fmla="*/ 586098 h 1168978"/>
                <a:gd name="connsiteX72" fmla="*/ 128809 w 399412"/>
                <a:gd name="connsiteY72" fmla="*/ 588921 h 1168978"/>
                <a:gd name="connsiteX73" fmla="*/ 128980 w 399412"/>
                <a:gd name="connsiteY73" fmla="*/ 588921 h 1168978"/>
                <a:gd name="connsiteX74" fmla="*/ 128980 w 399412"/>
                <a:gd name="connsiteY74" fmla="*/ 588921 h 1168978"/>
                <a:gd name="connsiteX75" fmla="*/ 128638 w 399412"/>
                <a:gd name="connsiteY75" fmla="*/ 609022 h 1168978"/>
                <a:gd name="connsiteX76" fmla="*/ 114352 w 399412"/>
                <a:gd name="connsiteY76" fmla="*/ 768211 h 1168978"/>
                <a:gd name="connsiteX77" fmla="*/ 112642 w 399412"/>
                <a:gd name="connsiteY77" fmla="*/ 779160 h 1168978"/>
                <a:gd name="connsiteX78" fmla="*/ 155155 w 399412"/>
                <a:gd name="connsiteY78" fmla="*/ 791906 h 1168978"/>
                <a:gd name="connsiteX79" fmla="*/ 154128 w 399412"/>
                <a:gd name="connsiteY79" fmla="*/ 824582 h 1168978"/>
                <a:gd name="connsiteX80" fmla="*/ 171065 w 399412"/>
                <a:gd name="connsiteY80" fmla="*/ 880525 h 1168978"/>
                <a:gd name="connsiteX81" fmla="*/ 185949 w 399412"/>
                <a:gd name="connsiteY81" fmla="*/ 958622 h 1168978"/>
                <a:gd name="connsiteX82" fmla="*/ 201603 w 399412"/>
                <a:gd name="connsiteY82" fmla="*/ 1058789 h 1168978"/>
                <a:gd name="connsiteX83" fmla="*/ 197668 w 399412"/>
                <a:gd name="connsiteY83" fmla="*/ 1114133 h 1168978"/>
                <a:gd name="connsiteX84" fmla="*/ 189969 w 399412"/>
                <a:gd name="connsiteY84" fmla="*/ 1136544 h 1168978"/>
                <a:gd name="connsiteX85" fmla="*/ 176112 w 399412"/>
                <a:gd name="connsiteY85" fmla="*/ 1145098 h 1168978"/>
                <a:gd name="connsiteX86" fmla="*/ 151648 w 399412"/>
                <a:gd name="connsiteY86" fmla="*/ 1162463 h 1168978"/>
                <a:gd name="connsiteX87" fmla="*/ 190226 w 399412"/>
                <a:gd name="connsiteY87" fmla="*/ 1168793 h 1168978"/>
                <a:gd name="connsiteX88" fmla="*/ 231884 w 399412"/>
                <a:gd name="connsiteY88" fmla="*/ 1166227 h 1168978"/>
                <a:gd name="connsiteX89" fmla="*/ 243859 w 399412"/>
                <a:gd name="connsiteY89" fmla="*/ 1136544 h 1168978"/>
                <a:gd name="connsiteX90" fmla="*/ 246340 w 399412"/>
                <a:gd name="connsiteY90" fmla="*/ 1166911 h 1168978"/>
                <a:gd name="connsiteX91" fmla="*/ 259000 w 399412"/>
                <a:gd name="connsiteY91" fmla="*/ 1166227 h 1168978"/>
                <a:gd name="connsiteX92" fmla="*/ 270376 w 399412"/>
                <a:gd name="connsiteY92" fmla="*/ 1118838 h 1168978"/>
                <a:gd name="connsiteX93" fmla="*/ 254552 w 399412"/>
                <a:gd name="connsiteY93" fmla="*/ 1074015 h 1168978"/>
                <a:gd name="connsiteX94" fmla="*/ 250873 w 399412"/>
                <a:gd name="connsiteY94" fmla="*/ 1068968 h 1168978"/>
                <a:gd name="connsiteX95" fmla="*/ 253354 w 399412"/>
                <a:gd name="connsiteY95" fmla="*/ 904647 h 1168978"/>
                <a:gd name="connsiteX96" fmla="*/ 300144 w 399412"/>
                <a:gd name="connsiteY96" fmla="*/ 1039200 h 1168978"/>
                <a:gd name="connsiteX97" fmla="*/ 298861 w 399412"/>
                <a:gd name="connsiteY97" fmla="*/ 1097282 h 1168978"/>
                <a:gd name="connsiteX98" fmla="*/ 287484 w 399412"/>
                <a:gd name="connsiteY98" fmla="*/ 1139025 h 1168978"/>
                <a:gd name="connsiteX99" fmla="*/ 280556 w 399412"/>
                <a:gd name="connsiteY99" fmla="*/ 1146638 h 1168978"/>
                <a:gd name="connsiteX100" fmla="*/ 274825 w 399412"/>
                <a:gd name="connsiteY100" fmla="*/ 1166826 h 1168978"/>
                <a:gd name="connsiteX101" fmla="*/ 344967 w 399412"/>
                <a:gd name="connsiteY101" fmla="*/ 1164944 h 1168978"/>
                <a:gd name="connsiteX102" fmla="*/ 350014 w 399412"/>
                <a:gd name="connsiteY102" fmla="*/ 1151257 h 1168978"/>
                <a:gd name="connsiteX103" fmla="*/ 351297 w 399412"/>
                <a:gd name="connsiteY103" fmla="*/ 1165371 h 1168978"/>
                <a:gd name="connsiteX104" fmla="*/ 358140 w 399412"/>
                <a:gd name="connsiteY104" fmla="*/ 1165371 h 1168978"/>
                <a:gd name="connsiteX105" fmla="*/ 370201 w 399412"/>
                <a:gd name="connsiteY105" fmla="*/ 1113278 h 1168978"/>
                <a:gd name="connsiteX106" fmla="*/ 370201 w 399412"/>
                <a:gd name="connsiteY106" fmla="*/ 1090096 h 1168978"/>
                <a:gd name="connsiteX107" fmla="*/ 357541 w 399412"/>
                <a:gd name="connsiteY107" fmla="*/ 1069995 h 1168978"/>
                <a:gd name="connsiteX108" fmla="*/ 345566 w 399412"/>
                <a:gd name="connsiteY108" fmla="*/ 1054854 h 1168978"/>
                <a:gd name="connsiteX109" fmla="*/ 339920 w 399412"/>
                <a:gd name="connsiteY109" fmla="*/ 897547 h 1168978"/>
                <a:gd name="connsiteX110" fmla="*/ 300914 w 399412"/>
                <a:gd name="connsiteY110" fmla="*/ 808500 h 1168978"/>
                <a:gd name="connsiteX111" fmla="*/ 300829 w 399412"/>
                <a:gd name="connsiteY111" fmla="*/ 808500 h 1168978"/>
                <a:gd name="connsiteX112" fmla="*/ 301342 w 399412"/>
                <a:gd name="connsiteY112" fmla="*/ 808500 h 1168978"/>
                <a:gd name="connsiteX113" fmla="*/ 315627 w 399412"/>
                <a:gd name="connsiteY113" fmla="*/ 737759 h 1168978"/>
                <a:gd name="connsiteX114" fmla="*/ 350014 w 399412"/>
                <a:gd name="connsiteY114" fmla="*/ 607654 h 1168978"/>
                <a:gd name="connsiteX115" fmla="*/ 349586 w 399412"/>
                <a:gd name="connsiteY115" fmla="*/ 584644 h 1168978"/>
                <a:gd name="connsiteX116" fmla="*/ 352067 w 399412"/>
                <a:gd name="connsiteY116" fmla="*/ 583360 h 1168978"/>
                <a:gd name="connsiteX117" fmla="*/ 366523 w 399412"/>
                <a:gd name="connsiteY117" fmla="*/ 573951 h 1168978"/>
                <a:gd name="connsiteX118" fmla="*/ 358910 w 399412"/>
                <a:gd name="connsiteY118" fmla="*/ 491405 h 1168978"/>
                <a:gd name="connsiteX119" fmla="*/ 340348 w 399412"/>
                <a:gd name="connsiteY119" fmla="*/ 429047 h 1168978"/>
                <a:gd name="connsiteX120" fmla="*/ 328543 w 399412"/>
                <a:gd name="connsiteY120" fmla="*/ 404583 h 1168978"/>
                <a:gd name="connsiteX121" fmla="*/ 358910 w 399412"/>
                <a:gd name="connsiteY121" fmla="*/ 386021 h 1168978"/>
                <a:gd name="connsiteX122" fmla="*/ 381663 w 399412"/>
                <a:gd name="connsiteY122" fmla="*/ 335467 h 1168978"/>
                <a:gd name="connsiteX123" fmla="*/ 396804 w 399412"/>
                <a:gd name="connsiteY123" fmla="*/ 267206 h 1168978"/>
                <a:gd name="connsiteX124" fmla="*/ 395949 w 399412"/>
                <a:gd name="connsiteY124" fmla="*/ 207414 h 1168978"/>
                <a:gd name="connsiteX125" fmla="*/ 383887 w 399412"/>
                <a:gd name="connsiteY125" fmla="*/ 193215 h 1168978"/>
                <a:gd name="connsiteX126" fmla="*/ 383887 w 399412"/>
                <a:gd name="connsiteY126" fmla="*/ 191675 h 1168978"/>
                <a:gd name="connsiteX127" fmla="*/ 364384 w 399412"/>
                <a:gd name="connsiteY127" fmla="*/ 69524 h 1168978"/>
                <a:gd name="connsiteX128" fmla="*/ 341374 w 399412"/>
                <a:gd name="connsiteY128" fmla="*/ 60543 h 1168978"/>
                <a:gd name="connsiteX129" fmla="*/ 337439 w 399412"/>
                <a:gd name="connsiteY129" fmla="*/ 57036 h 1168978"/>
                <a:gd name="connsiteX130" fmla="*/ 332820 w 399412"/>
                <a:gd name="connsiteY130" fmla="*/ 60030 h 1168978"/>
                <a:gd name="connsiteX131" fmla="*/ 282694 w 399412"/>
                <a:gd name="connsiteY131" fmla="*/ 5969 h 1168978"/>
                <a:gd name="connsiteX132" fmla="*/ 228377 w 399412"/>
                <a:gd name="connsiteY132" fmla="*/ 5541 h 1168978"/>
                <a:gd name="connsiteX133" fmla="*/ 209387 w 399412"/>
                <a:gd name="connsiteY133" fmla="*/ 23675 h 1168978"/>
                <a:gd name="connsiteX134" fmla="*/ 189627 w 399412"/>
                <a:gd name="connsiteY134" fmla="*/ 60286 h 1168978"/>
                <a:gd name="connsiteX135" fmla="*/ 188344 w 399412"/>
                <a:gd name="connsiteY135" fmla="*/ 68755 h 1168978"/>
                <a:gd name="connsiteX136" fmla="*/ 187745 w 399412"/>
                <a:gd name="connsiteY136" fmla="*/ 74058 h 1168978"/>
                <a:gd name="connsiteX137" fmla="*/ 191680 w 399412"/>
                <a:gd name="connsiteY137" fmla="*/ 78506 h 1168978"/>
                <a:gd name="connsiteX138" fmla="*/ 189969 w 399412"/>
                <a:gd name="connsiteY138" fmla="*/ 85692 h 1168978"/>
                <a:gd name="connsiteX139" fmla="*/ 178165 w 399412"/>
                <a:gd name="connsiteY139" fmla="*/ 98694 h 1168978"/>
                <a:gd name="connsiteX140" fmla="*/ 183212 w 399412"/>
                <a:gd name="connsiteY140" fmla="*/ 106306 h 1168978"/>
                <a:gd name="connsiteX141" fmla="*/ 188515 w 399412"/>
                <a:gd name="connsiteY141" fmla="*/ 112637 h 1168978"/>
                <a:gd name="connsiteX142" fmla="*/ 187574 w 399412"/>
                <a:gd name="connsiteY142" fmla="*/ 119565 h 1168978"/>
                <a:gd name="connsiteX143" fmla="*/ 199122 w 399412"/>
                <a:gd name="connsiteY143" fmla="*/ 127520 h 1168978"/>
                <a:gd name="connsiteX144" fmla="*/ 195615 w 399412"/>
                <a:gd name="connsiteY144" fmla="*/ 131883 h 1168978"/>
                <a:gd name="connsiteX145" fmla="*/ 192536 w 399412"/>
                <a:gd name="connsiteY145" fmla="*/ 136331 h 1168978"/>
                <a:gd name="connsiteX146" fmla="*/ 197582 w 399412"/>
                <a:gd name="connsiteY146" fmla="*/ 141292 h 1168978"/>
                <a:gd name="connsiteX147" fmla="*/ 196128 w 399412"/>
                <a:gd name="connsiteY147" fmla="*/ 149333 h 1168978"/>
                <a:gd name="connsiteX148" fmla="*/ 197582 w 399412"/>
                <a:gd name="connsiteY148" fmla="*/ 156262 h 1168978"/>
                <a:gd name="connsiteX149" fmla="*/ 201261 w 399412"/>
                <a:gd name="connsiteY149" fmla="*/ 158058 h 1168978"/>
                <a:gd name="connsiteX150" fmla="*/ 200149 w 399412"/>
                <a:gd name="connsiteY150" fmla="*/ 161052 h 1168978"/>
                <a:gd name="connsiteX151" fmla="*/ 200320 w 399412"/>
                <a:gd name="connsiteY151" fmla="*/ 161651 h 1168978"/>
                <a:gd name="connsiteX152" fmla="*/ 200747 w 399412"/>
                <a:gd name="connsiteY152" fmla="*/ 163276 h 1168978"/>
                <a:gd name="connsiteX153" fmla="*/ 201175 w 399412"/>
                <a:gd name="connsiteY153" fmla="*/ 163789 h 1168978"/>
                <a:gd name="connsiteX154" fmla="*/ 217684 w 399412"/>
                <a:gd name="connsiteY154" fmla="*/ 195353 h 1168978"/>
                <a:gd name="connsiteX155" fmla="*/ 205110 w 399412"/>
                <a:gd name="connsiteY155" fmla="*/ 180127 h 1168978"/>
                <a:gd name="connsiteX156" fmla="*/ 196299 w 399412"/>
                <a:gd name="connsiteY156" fmla="*/ 173284 h 1168978"/>
                <a:gd name="connsiteX157" fmla="*/ 205281 w 399412"/>
                <a:gd name="connsiteY157" fmla="*/ 197748 h 1168978"/>
                <a:gd name="connsiteX158" fmla="*/ 208788 w 399412"/>
                <a:gd name="connsiteY158" fmla="*/ 204249 h 1168978"/>
                <a:gd name="connsiteX159" fmla="*/ 212381 w 399412"/>
                <a:gd name="connsiteY159" fmla="*/ 221614 h 1168978"/>
                <a:gd name="connsiteX160" fmla="*/ 181843 w 399412"/>
                <a:gd name="connsiteY160" fmla="*/ 254803 h 1168978"/>
                <a:gd name="connsiteX161" fmla="*/ 161314 w 399412"/>
                <a:gd name="connsiteY161" fmla="*/ 316049 h 1168978"/>
                <a:gd name="connsiteX162" fmla="*/ 161912 w 399412"/>
                <a:gd name="connsiteY162" fmla="*/ 333157 h 1168978"/>
                <a:gd name="connsiteX163" fmla="*/ 162939 w 399412"/>
                <a:gd name="connsiteY163" fmla="*/ 344107 h 1168978"/>
                <a:gd name="connsiteX164" fmla="*/ 160031 w 399412"/>
                <a:gd name="connsiteY164" fmla="*/ 357964 h 1168978"/>
                <a:gd name="connsiteX165" fmla="*/ 152417 w 399412"/>
                <a:gd name="connsiteY165" fmla="*/ 362155 h 1168978"/>
                <a:gd name="connsiteX166" fmla="*/ 135310 w 399412"/>
                <a:gd name="connsiteY166" fmla="*/ 357365 h 1168978"/>
                <a:gd name="connsiteX167" fmla="*/ 115807 w 399412"/>
                <a:gd name="connsiteY167" fmla="*/ 345133 h 1168978"/>
                <a:gd name="connsiteX168" fmla="*/ 81762 w 399412"/>
                <a:gd name="connsiteY168" fmla="*/ 317418 h 1168978"/>
                <a:gd name="connsiteX169" fmla="*/ 67306 w 399412"/>
                <a:gd name="connsiteY169" fmla="*/ 305186 h 1168978"/>
                <a:gd name="connsiteX170" fmla="*/ 64312 w 399412"/>
                <a:gd name="connsiteY170" fmla="*/ 306298 h 1168978"/>
                <a:gd name="connsiteX171" fmla="*/ 55929 w 399412"/>
                <a:gd name="connsiteY171" fmla="*/ 295862 h 1168978"/>
                <a:gd name="connsiteX172" fmla="*/ 48487 w 399412"/>
                <a:gd name="connsiteY172" fmla="*/ 282518 h 1168978"/>
                <a:gd name="connsiteX173" fmla="*/ 42756 w 399412"/>
                <a:gd name="connsiteY173" fmla="*/ 278155 h 1168978"/>
                <a:gd name="connsiteX174" fmla="*/ 41387 w 399412"/>
                <a:gd name="connsiteY174" fmla="*/ 284998 h 1168978"/>
                <a:gd name="connsiteX175" fmla="*/ 46776 w 399412"/>
                <a:gd name="connsiteY175" fmla="*/ 297744 h 1168978"/>
                <a:gd name="connsiteX176" fmla="*/ 50369 w 399412"/>
                <a:gd name="connsiteY176" fmla="*/ 306383 h 1168978"/>
                <a:gd name="connsiteX177" fmla="*/ 47033 w 399412"/>
                <a:gd name="connsiteY177" fmla="*/ 310404 h 1168978"/>
                <a:gd name="connsiteX178" fmla="*/ 41815 w 399412"/>
                <a:gd name="connsiteY178" fmla="*/ 309035 h 1168978"/>
                <a:gd name="connsiteX179" fmla="*/ 42328 w 399412"/>
                <a:gd name="connsiteY179" fmla="*/ 302620 h 1168978"/>
                <a:gd name="connsiteX180" fmla="*/ 39847 w 399412"/>
                <a:gd name="connsiteY180" fmla="*/ 301251 h 1168978"/>
                <a:gd name="connsiteX181" fmla="*/ 36768 w 399412"/>
                <a:gd name="connsiteY181" fmla="*/ 307153 h 1168978"/>
                <a:gd name="connsiteX182" fmla="*/ 31721 w 399412"/>
                <a:gd name="connsiteY182" fmla="*/ 305186 h 1168978"/>
                <a:gd name="connsiteX183" fmla="*/ 25905 w 399412"/>
                <a:gd name="connsiteY183" fmla="*/ 299797 h 1168978"/>
                <a:gd name="connsiteX184" fmla="*/ 23338 w 399412"/>
                <a:gd name="connsiteY184" fmla="*/ 292697 h 1168978"/>
                <a:gd name="connsiteX185" fmla="*/ 22825 w 399412"/>
                <a:gd name="connsiteY185" fmla="*/ 287736 h 1168978"/>
                <a:gd name="connsiteX186" fmla="*/ 23424 w 399412"/>
                <a:gd name="connsiteY186" fmla="*/ 282347 h 1168978"/>
                <a:gd name="connsiteX187" fmla="*/ 20173 w 399412"/>
                <a:gd name="connsiteY187" fmla="*/ 280807 h 1168978"/>
                <a:gd name="connsiteX188" fmla="*/ 18890 w 399412"/>
                <a:gd name="connsiteY188" fmla="*/ 283373 h 1168978"/>
                <a:gd name="connsiteX189" fmla="*/ 16495 w 399412"/>
                <a:gd name="connsiteY189" fmla="*/ 270115 h 1168978"/>
                <a:gd name="connsiteX190" fmla="*/ 12047 w 399412"/>
                <a:gd name="connsiteY190" fmla="*/ 267634 h 1168978"/>
                <a:gd name="connsiteX191" fmla="*/ 12218 w 399412"/>
                <a:gd name="connsiteY191" fmla="*/ 273878 h 1168978"/>
                <a:gd name="connsiteX192" fmla="*/ 12560 w 399412"/>
                <a:gd name="connsiteY192" fmla="*/ 279439 h 1168978"/>
                <a:gd name="connsiteX193" fmla="*/ 12560 w 399412"/>
                <a:gd name="connsiteY193" fmla="*/ 284229 h 1168978"/>
                <a:gd name="connsiteX194" fmla="*/ 12304 w 399412"/>
                <a:gd name="connsiteY194" fmla="*/ 288677 h 1168978"/>
                <a:gd name="connsiteX195" fmla="*/ 12304 w 399412"/>
                <a:gd name="connsiteY195" fmla="*/ 288677 h 1168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</a:cxnLst>
              <a:rect l="l" t="t" r="r" b="b"/>
              <a:pathLst>
                <a:path w="399412" h="1168978">
                  <a:moveTo>
                    <a:pt x="210670" y="163105"/>
                  </a:moveTo>
                  <a:cubicBezTo>
                    <a:pt x="209643" y="161394"/>
                    <a:pt x="208446" y="160111"/>
                    <a:pt x="207248" y="159341"/>
                  </a:cubicBezTo>
                  <a:lnTo>
                    <a:pt x="208104" y="158656"/>
                  </a:lnTo>
                  <a:lnTo>
                    <a:pt x="214519" y="157973"/>
                  </a:lnTo>
                  <a:lnTo>
                    <a:pt x="214947" y="157973"/>
                  </a:lnTo>
                  <a:cubicBezTo>
                    <a:pt x="217855" y="167296"/>
                    <a:pt x="224784" y="181838"/>
                    <a:pt x="225297" y="185003"/>
                  </a:cubicBezTo>
                  <a:cubicBezTo>
                    <a:pt x="226067" y="189537"/>
                    <a:pt x="214861" y="170033"/>
                    <a:pt x="210670" y="163105"/>
                  </a:cubicBezTo>
                  <a:lnTo>
                    <a:pt x="210670" y="163105"/>
                  </a:lnTo>
                  <a:close/>
                  <a:moveTo>
                    <a:pt x="229403" y="157459"/>
                  </a:moveTo>
                  <a:cubicBezTo>
                    <a:pt x="230087" y="157202"/>
                    <a:pt x="232226" y="157288"/>
                    <a:pt x="233167" y="158742"/>
                  </a:cubicBezTo>
                  <a:cubicBezTo>
                    <a:pt x="233937" y="159854"/>
                    <a:pt x="235562" y="162078"/>
                    <a:pt x="237102" y="164302"/>
                  </a:cubicBezTo>
                  <a:cubicBezTo>
                    <a:pt x="238727" y="167296"/>
                    <a:pt x="240438" y="171145"/>
                    <a:pt x="241892" y="176021"/>
                  </a:cubicBezTo>
                  <a:cubicBezTo>
                    <a:pt x="242405" y="177818"/>
                    <a:pt x="242662" y="179186"/>
                    <a:pt x="242747" y="180298"/>
                  </a:cubicBezTo>
                  <a:lnTo>
                    <a:pt x="242320" y="183207"/>
                  </a:lnTo>
                  <a:cubicBezTo>
                    <a:pt x="241208" y="185345"/>
                    <a:pt x="238299" y="184148"/>
                    <a:pt x="236588" y="181752"/>
                  </a:cubicBezTo>
                  <a:cubicBezTo>
                    <a:pt x="233937" y="177903"/>
                    <a:pt x="229745" y="168408"/>
                    <a:pt x="225896" y="161137"/>
                  </a:cubicBezTo>
                  <a:cubicBezTo>
                    <a:pt x="225212" y="159940"/>
                    <a:pt x="224613" y="158571"/>
                    <a:pt x="224100" y="157288"/>
                  </a:cubicBezTo>
                  <a:cubicBezTo>
                    <a:pt x="225383" y="157374"/>
                    <a:pt x="228804" y="157630"/>
                    <a:pt x="229403" y="157459"/>
                  </a:cubicBezTo>
                  <a:lnTo>
                    <a:pt x="229403" y="157459"/>
                  </a:lnTo>
                  <a:close/>
                  <a:moveTo>
                    <a:pt x="308955" y="137443"/>
                  </a:moveTo>
                  <a:cubicBezTo>
                    <a:pt x="309383" y="136588"/>
                    <a:pt x="312975" y="135133"/>
                    <a:pt x="314857" y="134107"/>
                  </a:cubicBezTo>
                  <a:cubicBezTo>
                    <a:pt x="316739" y="133080"/>
                    <a:pt x="321187" y="131113"/>
                    <a:pt x="322641" y="129060"/>
                  </a:cubicBezTo>
                  <a:cubicBezTo>
                    <a:pt x="324095" y="126922"/>
                    <a:pt x="329142" y="117769"/>
                    <a:pt x="330169" y="117427"/>
                  </a:cubicBezTo>
                  <a:cubicBezTo>
                    <a:pt x="332478" y="116828"/>
                    <a:pt x="331623" y="119736"/>
                    <a:pt x="331623" y="121447"/>
                  </a:cubicBezTo>
                  <a:cubicBezTo>
                    <a:pt x="331623" y="123158"/>
                    <a:pt x="330169" y="128204"/>
                    <a:pt x="329313" y="130514"/>
                  </a:cubicBezTo>
                  <a:cubicBezTo>
                    <a:pt x="328458" y="132824"/>
                    <a:pt x="327431" y="137015"/>
                    <a:pt x="325721" y="139325"/>
                  </a:cubicBezTo>
                  <a:cubicBezTo>
                    <a:pt x="325721" y="139325"/>
                    <a:pt x="322983" y="142319"/>
                    <a:pt x="321101" y="142062"/>
                  </a:cubicBezTo>
                  <a:cubicBezTo>
                    <a:pt x="319220" y="141805"/>
                    <a:pt x="316653" y="143516"/>
                    <a:pt x="315199" y="144799"/>
                  </a:cubicBezTo>
                  <a:cubicBezTo>
                    <a:pt x="313745" y="146082"/>
                    <a:pt x="311179" y="149846"/>
                    <a:pt x="309554" y="149247"/>
                  </a:cubicBezTo>
                  <a:cubicBezTo>
                    <a:pt x="307843" y="148648"/>
                    <a:pt x="308698" y="145484"/>
                    <a:pt x="308099" y="143516"/>
                  </a:cubicBezTo>
                  <a:cubicBezTo>
                    <a:pt x="307501" y="141634"/>
                    <a:pt x="308527" y="138299"/>
                    <a:pt x="308955" y="137443"/>
                  </a:cubicBezTo>
                  <a:lnTo>
                    <a:pt x="308955" y="137443"/>
                  </a:lnTo>
                  <a:close/>
                  <a:moveTo>
                    <a:pt x="337183" y="74742"/>
                  </a:moveTo>
                  <a:cubicBezTo>
                    <a:pt x="340947" y="74315"/>
                    <a:pt x="341374" y="78335"/>
                    <a:pt x="341374" y="79789"/>
                  </a:cubicBezTo>
                  <a:cubicBezTo>
                    <a:pt x="341374" y="81243"/>
                    <a:pt x="339920" y="87146"/>
                    <a:pt x="338894" y="89028"/>
                  </a:cubicBezTo>
                  <a:cubicBezTo>
                    <a:pt x="337867" y="90909"/>
                    <a:pt x="337611" y="92791"/>
                    <a:pt x="336156" y="93475"/>
                  </a:cubicBezTo>
                  <a:cubicBezTo>
                    <a:pt x="334702" y="94074"/>
                    <a:pt x="334873" y="92449"/>
                    <a:pt x="334018" y="90909"/>
                  </a:cubicBezTo>
                  <a:cubicBezTo>
                    <a:pt x="333162" y="89455"/>
                    <a:pt x="332564" y="79961"/>
                    <a:pt x="332136" y="78934"/>
                  </a:cubicBezTo>
                  <a:cubicBezTo>
                    <a:pt x="331708" y="77907"/>
                    <a:pt x="335472" y="74913"/>
                    <a:pt x="337183" y="74742"/>
                  </a:cubicBezTo>
                  <a:lnTo>
                    <a:pt x="337183" y="74742"/>
                  </a:lnTo>
                  <a:close/>
                  <a:moveTo>
                    <a:pt x="12475" y="288591"/>
                  </a:moveTo>
                  <a:cubicBezTo>
                    <a:pt x="10764" y="288762"/>
                    <a:pt x="9652" y="284485"/>
                    <a:pt x="9139" y="283373"/>
                  </a:cubicBezTo>
                  <a:lnTo>
                    <a:pt x="4605" y="274648"/>
                  </a:lnTo>
                  <a:cubicBezTo>
                    <a:pt x="3750" y="273964"/>
                    <a:pt x="2809" y="271996"/>
                    <a:pt x="927" y="272938"/>
                  </a:cubicBezTo>
                  <a:cubicBezTo>
                    <a:pt x="-955" y="273878"/>
                    <a:pt x="499" y="277813"/>
                    <a:pt x="1184" y="279096"/>
                  </a:cubicBezTo>
                  <a:cubicBezTo>
                    <a:pt x="1868" y="280465"/>
                    <a:pt x="2552" y="283886"/>
                    <a:pt x="3408" y="285597"/>
                  </a:cubicBezTo>
                  <a:cubicBezTo>
                    <a:pt x="4263" y="287308"/>
                    <a:pt x="7257" y="298856"/>
                    <a:pt x="9823" y="302192"/>
                  </a:cubicBezTo>
                  <a:cubicBezTo>
                    <a:pt x="12304" y="305528"/>
                    <a:pt x="13929" y="311088"/>
                    <a:pt x="16239" y="313141"/>
                  </a:cubicBezTo>
                  <a:cubicBezTo>
                    <a:pt x="19061" y="315707"/>
                    <a:pt x="21285" y="317503"/>
                    <a:pt x="22654" y="319471"/>
                  </a:cubicBezTo>
                  <a:cubicBezTo>
                    <a:pt x="24023" y="321438"/>
                    <a:pt x="27872" y="323748"/>
                    <a:pt x="28385" y="325715"/>
                  </a:cubicBezTo>
                  <a:cubicBezTo>
                    <a:pt x="28984" y="327683"/>
                    <a:pt x="29754" y="328538"/>
                    <a:pt x="31208" y="330762"/>
                  </a:cubicBezTo>
                  <a:cubicBezTo>
                    <a:pt x="32577" y="332986"/>
                    <a:pt x="32320" y="333329"/>
                    <a:pt x="34287" y="334954"/>
                  </a:cubicBezTo>
                  <a:cubicBezTo>
                    <a:pt x="36255" y="336664"/>
                    <a:pt x="38222" y="337776"/>
                    <a:pt x="38735" y="338632"/>
                  </a:cubicBezTo>
                  <a:lnTo>
                    <a:pt x="40874" y="341455"/>
                  </a:lnTo>
                  <a:cubicBezTo>
                    <a:pt x="40275" y="342738"/>
                    <a:pt x="36084" y="352746"/>
                    <a:pt x="38992" y="356681"/>
                  </a:cubicBezTo>
                  <a:cubicBezTo>
                    <a:pt x="42072" y="360872"/>
                    <a:pt x="64226" y="372420"/>
                    <a:pt x="70471" y="379434"/>
                  </a:cubicBezTo>
                  <a:cubicBezTo>
                    <a:pt x="76629" y="386448"/>
                    <a:pt x="80308" y="384225"/>
                    <a:pt x="81676" y="385336"/>
                  </a:cubicBezTo>
                  <a:cubicBezTo>
                    <a:pt x="83130" y="386448"/>
                    <a:pt x="82532" y="383882"/>
                    <a:pt x="96304" y="394575"/>
                  </a:cubicBezTo>
                  <a:cubicBezTo>
                    <a:pt x="110075" y="405267"/>
                    <a:pt x="143179" y="427678"/>
                    <a:pt x="147456" y="429389"/>
                  </a:cubicBezTo>
                  <a:cubicBezTo>
                    <a:pt x="151648" y="431100"/>
                    <a:pt x="149167" y="432725"/>
                    <a:pt x="149424" y="433923"/>
                  </a:cubicBezTo>
                  <a:cubicBezTo>
                    <a:pt x="149680" y="435035"/>
                    <a:pt x="149680" y="448550"/>
                    <a:pt x="147713" y="451373"/>
                  </a:cubicBezTo>
                  <a:cubicBezTo>
                    <a:pt x="145745" y="454196"/>
                    <a:pt x="143265" y="453939"/>
                    <a:pt x="141554" y="457275"/>
                  </a:cubicBezTo>
                  <a:cubicBezTo>
                    <a:pt x="139843" y="460611"/>
                    <a:pt x="137876" y="466257"/>
                    <a:pt x="137619" y="469336"/>
                  </a:cubicBezTo>
                  <a:cubicBezTo>
                    <a:pt x="137363" y="472416"/>
                    <a:pt x="133941" y="475238"/>
                    <a:pt x="132572" y="479430"/>
                  </a:cubicBezTo>
                  <a:cubicBezTo>
                    <a:pt x="131204" y="483622"/>
                    <a:pt x="128124" y="484220"/>
                    <a:pt x="130348" y="486701"/>
                  </a:cubicBezTo>
                  <a:cubicBezTo>
                    <a:pt x="132572" y="489267"/>
                    <a:pt x="136251" y="486444"/>
                    <a:pt x="134796" y="492004"/>
                  </a:cubicBezTo>
                  <a:cubicBezTo>
                    <a:pt x="133428" y="497650"/>
                    <a:pt x="125815" y="521515"/>
                    <a:pt x="124703" y="526562"/>
                  </a:cubicBezTo>
                  <a:cubicBezTo>
                    <a:pt x="123591" y="531609"/>
                    <a:pt x="120169" y="537768"/>
                    <a:pt x="119912" y="544526"/>
                  </a:cubicBezTo>
                  <a:cubicBezTo>
                    <a:pt x="119656" y="551283"/>
                    <a:pt x="117346" y="557699"/>
                    <a:pt x="117090" y="562489"/>
                  </a:cubicBezTo>
                  <a:cubicBezTo>
                    <a:pt x="116833" y="567279"/>
                    <a:pt x="115293" y="571128"/>
                    <a:pt x="116234" y="576004"/>
                  </a:cubicBezTo>
                  <a:cubicBezTo>
                    <a:pt x="117774" y="583702"/>
                    <a:pt x="117774" y="584729"/>
                    <a:pt x="118458" y="585243"/>
                  </a:cubicBezTo>
                  <a:lnTo>
                    <a:pt x="119570" y="586098"/>
                  </a:lnTo>
                  <a:cubicBezTo>
                    <a:pt x="122564" y="588236"/>
                    <a:pt x="126157" y="589605"/>
                    <a:pt x="128809" y="588921"/>
                  </a:cubicBezTo>
                  <a:lnTo>
                    <a:pt x="128980" y="588921"/>
                  </a:lnTo>
                  <a:cubicBezTo>
                    <a:pt x="128980" y="588921"/>
                    <a:pt x="128980" y="588921"/>
                    <a:pt x="128980" y="588921"/>
                  </a:cubicBezTo>
                  <a:cubicBezTo>
                    <a:pt x="129065" y="593454"/>
                    <a:pt x="129322" y="604403"/>
                    <a:pt x="128638" y="609022"/>
                  </a:cubicBezTo>
                  <a:cubicBezTo>
                    <a:pt x="132743" y="701918"/>
                    <a:pt x="114352" y="761539"/>
                    <a:pt x="114352" y="768211"/>
                  </a:cubicBezTo>
                  <a:cubicBezTo>
                    <a:pt x="114352" y="774884"/>
                    <a:pt x="112642" y="779160"/>
                    <a:pt x="112642" y="779160"/>
                  </a:cubicBezTo>
                  <a:lnTo>
                    <a:pt x="155155" y="791906"/>
                  </a:lnTo>
                  <a:cubicBezTo>
                    <a:pt x="154813" y="797637"/>
                    <a:pt x="154128" y="811152"/>
                    <a:pt x="154128" y="824582"/>
                  </a:cubicBezTo>
                  <a:cubicBezTo>
                    <a:pt x="154128" y="847848"/>
                    <a:pt x="167644" y="865299"/>
                    <a:pt x="171065" y="880525"/>
                  </a:cubicBezTo>
                  <a:cubicBezTo>
                    <a:pt x="173546" y="891730"/>
                    <a:pt x="179961" y="897975"/>
                    <a:pt x="185949" y="958622"/>
                  </a:cubicBezTo>
                  <a:cubicBezTo>
                    <a:pt x="187318" y="972736"/>
                    <a:pt x="199721" y="1043649"/>
                    <a:pt x="201603" y="1058789"/>
                  </a:cubicBezTo>
                  <a:cubicBezTo>
                    <a:pt x="203485" y="1073929"/>
                    <a:pt x="207505" y="1089583"/>
                    <a:pt x="197668" y="1114133"/>
                  </a:cubicBezTo>
                  <a:cubicBezTo>
                    <a:pt x="191167" y="1130386"/>
                    <a:pt x="193648" y="1132267"/>
                    <a:pt x="189969" y="1136544"/>
                  </a:cubicBezTo>
                  <a:cubicBezTo>
                    <a:pt x="182613" y="1140394"/>
                    <a:pt x="177994" y="1144414"/>
                    <a:pt x="176112" y="1145098"/>
                  </a:cubicBezTo>
                  <a:cubicBezTo>
                    <a:pt x="174230" y="1145697"/>
                    <a:pt x="147285" y="1154251"/>
                    <a:pt x="151648" y="1162463"/>
                  </a:cubicBezTo>
                  <a:cubicBezTo>
                    <a:pt x="156096" y="1170675"/>
                    <a:pt x="190226" y="1168793"/>
                    <a:pt x="190226" y="1168793"/>
                  </a:cubicBezTo>
                  <a:lnTo>
                    <a:pt x="231884" y="1166227"/>
                  </a:lnTo>
                  <a:cubicBezTo>
                    <a:pt x="231884" y="1166227"/>
                    <a:pt x="238812" y="1135946"/>
                    <a:pt x="243859" y="1136544"/>
                  </a:cubicBezTo>
                  <a:cubicBezTo>
                    <a:pt x="248906" y="1137143"/>
                    <a:pt x="246340" y="1166911"/>
                    <a:pt x="246340" y="1166911"/>
                  </a:cubicBezTo>
                  <a:lnTo>
                    <a:pt x="259000" y="1166227"/>
                  </a:lnTo>
                  <a:cubicBezTo>
                    <a:pt x="259000" y="1166227"/>
                    <a:pt x="261566" y="1133379"/>
                    <a:pt x="270376" y="1118838"/>
                  </a:cubicBezTo>
                  <a:cubicBezTo>
                    <a:pt x="279187" y="1104296"/>
                    <a:pt x="267810" y="1084707"/>
                    <a:pt x="254552" y="1074015"/>
                  </a:cubicBezTo>
                  <a:cubicBezTo>
                    <a:pt x="254552" y="1074015"/>
                    <a:pt x="256348" y="1077180"/>
                    <a:pt x="250873" y="1068968"/>
                  </a:cubicBezTo>
                  <a:cubicBezTo>
                    <a:pt x="244030" y="970255"/>
                    <a:pt x="262763" y="957339"/>
                    <a:pt x="253354" y="904647"/>
                  </a:cubicBezTo>
                  <a:cubicBezTo>
                    <a:pt x="253354" y="904647"/>
                    <a:pt x="293216" y="987449"/>
                    <a:pt x="300144" y="1039200"/>
                  </a:cubicBezTo>
                  <a:cubicBezTo>
                    <a:pt x="307073" y="1091037"/>
                    <a:pt x="300829" y="1084023"/>
                    <a:pt x="298861" y="1097282"/>
                  </a:cubicBezTo>
                  <a:cubicBezTo>
                    <a:pt x="296979" y="1110541"/>
                    <a:pt x="290051" y="1134577"/>
                    <a:pt x="287484" y="1139025"/>
                  </a:cubicBezTo>
                  <a:cubicBezTo>
                    <a:pt x="285004" y="1143473"/>
                    <a:pt x="285004" y="1144671"/>
                    <a:pt x="280556" y="1146638"/>
                  </a:cubicBezTo>
                  <a:cubicBezTo>
                    <a:pt x="276108" y="1148520"/>
                    <a:pt x="266014" y="1158614"/>
                    <a:pt x="274825" y="1166826"/>
                  </a:cubicBezTo>
                  <a:cubicBezTo>
                    <a:pt x="274825" y="1166826"/>
                    <a:pt x="336755" y="1167425"/>
                    <a:pt x="344967" y="1164944"/>
                  </a:cubicBezTo>
                  <a:cubicBezTo>
                    <a:pt x="344967" y="1164944"/>
                    <a:pt x="347533" y="1153225"/>
                    <a:pt x="350014" y="1151257"/>
                  </a:cubicBezTo>
                  <a:cubicBezTo>
                    <a:pt x="352580" y="1149375"/>
                    <a:pt x="351297" y="1165371"/>
                    <a:pt x="351297" y="1165371"/>
                  </a:cubicBezTo>
                  <a:lnTo>
                    <a:pt x="358140" y="1165371"/>
                  </a:lnTo>
                  <a:cubicBezTo>
                    <a:pt x="358140" y="1165371"/>
                    <a:pt x="359509" y="1126622"/>
                    <a:pt x="370201" y="1113278"/>
                  </a:cubicBezTo>
                  <a:cubicBezTo>
                    <a:pt x="370201" y="1113278"/>
                    <a:pt x="376531" y="1106520"/>
                    <a:pt x="370201" y="1090096"/>
                  </a:cubicBezTo>
                  <a:cubicBezTo>
                    <a:pt x="363871" y="1073673"/>
                    <a:pt x="357541" y="1069995"/>
                    <a:pt x="357541" y="1069995"/>
                  </a:cubicBezTo>
                  <a:cubicBezTo>
                    <a:pt x="357541" y="1069995"/>
                    <a:pt x="347448" y="1062467"/>
                    <a:pt x="345566" y="1054854"/>
                  </a:cubicBezTo>
                  <a:cubicBezTo>
                    <a:pt x="343684" y="1047241"/>
                    <a:pt x="348132" y="960761"/>
                    <a:pt x="339920" y="897547"/>
                  </a:cubicBezTo>
                  <a:cubicBezTo>
                    <a:pt x="330767" y="848105"/>
                    <a:pt x="302283" y="820476"/>
                    <a:pt x="300914" y="808500"/>
                  </a:cubicBezTo>
                  <a:lnTo>
                    <a:pt x="300829" y="808500"/>
                  </a:lnTo>
                  <a:cubicBezTo>
                    <a:pt x="300829" y="808500"/>
                    <a:pt x="301342" y="808500"/>
                    <a:pt x="301342" y="808500"/>
                  </a:cubicBezTo>
                  <a:cubicBezTo>
                    <a:pt x="303908" y="808500"/>
                    <a:pt x="313403" y="761454"/>
                    <a:pt x="315627" y="737759"/>
                  </a:cubicBezTo>
                  <a:cubicBezTo>
                    <a:pt x="324095" y="649312"/>
                    <a:pt x="351297" y="648713"/>
                    <a:pt x="350014" y="607654"/>
                  </a:cubicBezTo>
                  <a:cubicBezTo>
                    <a:pt x="349501" y="590717"/>
                    <a:pt x="349757" y="586782"/>
                    <a:pt x="349586" y="584644"/>
                  </a:cubicBezTo>
                  <a:lnTo>
                    <a:pt x="352067" y="583360"/>
                  </a:lnTo>
                  <a:cubicBezTo>
                    <a:pt x="356771" y="581479"/>
                    <a:pt x="364128" y="577971"/>
                    <a:pt x="366523" y="573951"/>
                  </a:cubicBezTo>
                  <a:cubicBezTo>
                    <a:pt x="370116" y="567878"/>
                    <a:pt x="358910" y="503980"/>
                    <a:pt x="358910" y="491405"/>
                  </a:cubicBezTo>
                  <a:cubicBezTo>
                    <a:pt x="358910" y="478831"/>
                    <a:pt x="341203" y="437516"/>
                    <a:pt x="340348" y="429047"/>
                  </a:cubicBezTo>
                  <a:cubicBezTo>
                    <a:pt x="339492" y="420579"/>
                    <a:pt x="328543" y="404583"/>
                    <a:pt x="328543" y="404583"/>
                  </a:cubicBezTo>
                  <a:cubicBezTo>
                    <a:pt x="328543" y="404583"/>
                    <a:pt x="355488" y="396970"/>
                    <a:pt x="358910" y="386021"/>
                  </a:cubicBezTo>
                  <a:cubicBezTo>
                    <a:pt x="362246" y="375072"/>
                    <a:pt x="374050" y="348127"/>
                    <a:pt x="381663" y="335467"/>
                  </a:cubicBezTo>
                  <a:cubicBezTo>
                    <a:pt x="389276" y="322807"/>
                    <a:pt x="392612" y="278155"/>
                    <a:pt x="396804" y="267206"/>
                  </a:cubicBezTo>
                  <a:cubicBezTo>
                    <a:pt x="400995" y="256257"/>
                    <a:pt x="399712" y="214257"/>
                    <a:pt x="395949" y="207414"/>
                  </a:cubicBezTo>
                  <a:cubicBezTo>
                    <a:pt x="392185" y="200571"/>
                    <a:pt x="383887" y="193215"/>
                    <a:pt x="383887" y="193215"/>
                  </a:cubicBezTo>
                  <a:lnTo>
                    <a:pt x="383887" y="191675"/>
                  </a:lnTo>
                  <a:cubicBezTo>
                    <a:pt x="384572" y="185858"/>
                    <a:pt x="387908" y="101516"/>
                    <a:pt x="364384" y="69524"/>
                  </a:cubicBezTo>
                  <a:cubicBezTo>
                    <a:pt x="364384" y="69524"/>
                    <a:pt x="353778" y="59602"/>
                    <a:pt x="341374" y="60543"/>
                  </a:cubicBezTo>
                  <a:cubicBezTo>
                    <a:pt x="341374" y="60543"/>
                    <a:pt x="339578" y="57036"/>
                    <a:pt x="337439" y="57036"/>
                  </a:cubicBezTo>
                  <a:cubicBezTo>
                    <a:pt x="335301" y="57036"/>
                    <a:pt x="333761" y="60543"/>
                    <a:pt x="332820" y="60030"/>
                  </a:cubicBezTo>
                  <a:cubicBezTo>
                    <a:pt x="331794" y="59516"/>
                    <a:pt x="328629" y="20168"/>
                    <a:pt x="282694" y="5969"/>
                  </a:cubicBezTo>
                  <a:cubicBezTo>
                    <a:pt x="249761" y="-4125"/>
                    <a:pt x="237871" y="580"/>
                    <a:pt x="228377" y="5541"/>
                  </a:cubicBezTo>
                  <a:cubicBezTo>
                    <a:pt x="219566" y="10160"/>
                    <a:pt x="209900" y="19056"/>
                    <a:pt x="209387" y="23675"/>
                  </a:cubicBezTo>
                  <a:cubicBezTo>
                    <a:pt x="209387" y="23675"/>
                    <a:pt x="190825" y="40955"/>
                    <a:pt x="189627" y="60286"/>
                  </a:cubicBezTo>
                  <a:cubicBezTo>
                    <a:pt x="189627" y="60286"/>
                    <a:pt x="188772" y="66616"/>
                    <a:pt x="188344" y="68755"/>
                  </a:cubicBezTo>
                  <a:cubicBezTo>
                    <a:pt x="187916" y="70893"/>
                    <a:pt x="186462" y="72347"/>
                    <a:pt x="187745" y="74058"/>
                  </a:cubicBezTo>
                  <a:cubicBezTo>
                    <a:pt x="189028" y="75769"/>
                    <a:pt x="191252" y="75940"/>
                    <a:pt x="191680" y="78506"/>
                  </a:cubicBezTo>
                  <a:cubicBezTo>
                    <a:pt x="192108" y="80987"/>
                    <a:pt x="191252" y="83981"/>
                    <a:pt x="189969" y="85692"/>
                  </a:cubicBezTo>
                  <a:cubicBezTo>
                    <a:pt x="189969" y="85692"/>
                    <a:pt x="181159" y="94245"/>
                    <a:pt x="178165" y="98694"/>
                  </a:cubicBezTo>
                  <a:cubicBezTo>
                    <a:pt x="175171" y="103227"/>
                    <a:pt x="180303" y="105451"/>
                    <a:pt x="183212" y="106306"/>
                  </a:cubicBezTo>
                  <a:cubicBezTo>
                    <a:pt x="183212" y="106306"/>
                    <a:pt x="190311" y="107761"/>
                    <a:pt x="188515" y="112637"/>
                  </a:cubicBezTo>
                  <a:cubicBezTo>
                    <a:pt x="186804" y="117512"/>
                    <a:pt x="187061" y="118624"/>
                    <a:pt x="187574" y="119565"/>
                  </a:cubicBezTo>
                  <a:cubicBezTo>
                    <a:pt x="187831" y="119993"/>
                    <a:pt x="197411" y="124954"/>
                    <a:pt x="199122" y="127520"/>
                  </a:cubicBezTo>
                  <a:cubicBezTo>
                    <a:pt x="201346" y="130856"/>
                    <a:pt x="195615" y="131883"/>
                    <a:pt x="195615" y="131883"/>
                  </a:cubicBezTo>
                  <a:cubicBezTo>
                    <a:pt x="195615" y="131883"/>
                    <a:pt x="191252" y="133508"/>
                    <a:pt x="192536" y="136331"/>
                  </a:cubicBezTo>
                  <a:cubicBezTo>
                    <a:pt x="193733" y="139154"/>
                    <a:pt x="196727" y="139581"/>
                    <a:pt x="197582" y="141292"/>
                  </a:cubicBezTo>
                  <a:cubicBezTo>
                    <a:pt x="197582" y="141292"/>
                    <a:pt x="197497" y="147023"/>
                    <a:pt x="196128" y="149333"/>
                  </a:cubicBezTo>
                  <a:cubicBezTo>
                    <a:pt x="194845" y="151557"/>
                    <a:pt x="193990" y="153952"/>
                    <a:pt x="197582" y="156262"/>
                  </a:cubicBezTo>
                  <a:cubicBezTo>
                    <a:pt x="199293" y="157374"/>
                    <a:pt x="200491" y="157887"/>
                    <a:pt x="201261" y="158058"/>
                  </a:cubicBezTo>
                  <a:cubicBezTo>
                    <a:pt x="200405" y="158571"/>
                    <a:pt x="199892" y="159598"/>
                    <a:pt x="200149" y="161052"/>
                  </a:cubicBezTo>
                  <a:lnTo>
                    <a:pt x="200320" y="161651"/>
                  </a:lnTo>
                  <a:lnTo>
                    <a:pt x="200747" y="163276"/>
                  </a:lnTo>
                  <a:lnTo>
                    <a:pt x="201175" y="163789"/>
                  </a:lnTo>
                  <a:cubicBezTo>
                    <a:pt x="204682" y="171573"/>
                    <a:pt x="216059" y="190050"/>
                    <a:pt x="217684" y="195353"/>
                  </a:cubicBezTo>
                  <a:cubicBezTo>
                    <a:pt x="219566" y="201512"/>
                    <a:pt x="208189" y="185430"/>
                    <a:pt x="205110" y="180127"/>
                  </a:cubicBezTo>
                  <a:cubicBezTo>
                    <a:pt x="202030" y="174824"/>
                    <a:pt x="199379" y="169093"/>
                    <a:pt x="196299" y="173284"/>
                  </a:cubicBezTo>
                  <a:cubicBezTo>
                    <a:pt x="193220" y="177475"/>
                    <a:pt x="201261" y="192359"/>
                    <a:pt x="205281" y="197748"/>
                  </a:cubicBezTo>
                  <a:cubicBezTo>
                    <a:pt x="206735" y="200400"/>
                    <a:pt x="207847" y="202538"/>
                    <a:pt x="208788" y="204249"/>
                  </a:cubicBezTo>
                  <a:cubicBezTo>
                    <a:pt x="210841" y="209382"/>
                    <a:pt x="212295" y="215797"/>
                    <a:pt x="212381" y="221614"/>
                  </a:cubicBezTo>
                  <a:cubicBezTo>
                    <a:pt x="208104" y="224608"/>
                    <a:pt x="187489" y="239577"/>
                    <a:pt x="181843" y="254803"/>
                  </a:cubicBezTo>
                  <a:cubicBezTo>
                    <a:pt x="181843" y="254803"/>
                    <a:pt x="161570" y="292697"/>
                    <a:pt x="161314" y="316049"/>
                  </a:cubicBezTo>
                  <a:cubicBezTo>
                    <a:pt x="159090" y="325288"/>
                    <a:pt x="161057" y="330933"/>
                    <a:pt x="161912" y="333157"/>
                  </a:cubicBezTo>
                  <a:cubicBezTo>
                    <a:pt x="162768" y="335381"/>
                    <a:pt x="163195" y="340428"/>
                    <a:pt x="162939" y="344107"/>
                  </a:cubicBezTo>
                  <a:lnTo>
                    <a:pt x="160031" y="357964"/>
                  </a:lnTo>
                  <a:cubicBezTo>
                    <a:pt x="158918" y="359931"/>
                    <a:pt x="155155" y="361984"/>
                    <a:pt x="152417" y="362155"/>
                  </a:cubicBezTo>
                  <a:cubicBezTo>
                    <a:pt x="148654" y="362412"/>
                    <a:pt x="142837" y="360188"/>
                    <a:pt x="135310" y="357365"/>
                  </a:cubicBezTo>
                  <a:cubicBezTo>
                    <a:pt x="127697" y="354542"/>
                    <a:pt x="120597" y="351035"/>
                    <a:pt x="115807" y="345133"/>
                  </a:cubicBezTo>
                  <a:cubicBezTo>
                    <a:pt x="115807" y="345133"/>
                    <a:pt x="93224" y="325801"/>
                    <a:pt x="81762" y="317418"/>
                  </a:cubicBezTo>
                  <a:cubicBezTo>
                    <a:pt x="70214" y="309035"/>
                    <a:pt x="67306" y="305186"/>
                    <a:pt x="67306" y="305186"/>
                  </a:cubicBezTo>
                  <a:lnTo>
                    <a:pt x="64312" y="306298"/>
                  </a:lnTo>
                  <a:cubicBezTo>
                    <a:pt x="62687" y="304331"/>
                    <a:pt x="57896" y="298685"/>
                    <a:pt x="55929" y="295862"/>
                  </a:cubicBezTo>
                  <a:cubicBezTo>
                    <a:pt x="53619" y="292612"/>
                    <a:pt x="49342" y="285084"/>
                    <a:pt x="48487" y="282518"/>
                  </a:cubicBezTo>
                  <a:cubicBezTo>
                    <a:pt x="47632" y="280037"/>
                    <a:pt x="45151" y="277043"/>
                    <a:pt x="42756" y="278155"/>
                  </a:cubicBezTo>
                  <a:cubicBezTo>
                    <a:pt x="41644" y="278669"/>
                    <a:pt x="39933" y="282261"/>
                    <a:pt x="41387" y="284998"/>
                  </a:cubicBezTo>
                  <a:cubicBezTo>
                    <a:pt x="42756" y="287821"/>
                    <a:pt x="45065" y="295006"/>
                    <a:pt x="46776" y="297744"/>
                  </a:cubicBezTo>
                  <a:cubicBezTo>
                    <a:pt x="48487" y="300567"/>
                    <a:pt x="50625" y="303560"/>
                    <a:pt x="50369" y="306383"/>
                  </a:cubicBezTo>
                  <a:cubicBezTo>
                    <a:pt x="50112" y="309206"/>
                    <a:pt x="49171" y="309035"/>
                    <a:pt x="47033" y="310404"/>
                  </a:cubicBezTo>
                  <a:cubicBezTo>
                    <a:pt x="45322" y="311430"/>
                    <a:pt x="41815" y="309035"/>
                    <a:pt x="41815" y="309035"/>
                  </a:cubicBezTo>
                  <a:cubicBezTo>
                    <a:pt x="41815" y="309035"/>
                    <a:pt x="42927" y="304245"/>
                    <a:pt x="42328" y="302620"/>
                  </a:cubicBezTo>
                  <a:cubicBezTo>
                    <a:pt x="41815" y="300909"/>
                    <a:pt x="40959" y="299540"/>
                    <a:pt x="39847" y="301251"/>
                  </a:cubicBezTo>
                  <a:cubicBezTo>
                    <a:pt x="38735" y="302962"/>
                    <a:pt x="37880" y="306041"/>
                    <a:pt x="36768" y="307153"/>
                  </a:cubicBezTo>
                  <a:cubicBezTo>
                    <a:pt x="35656" y="308266"/>
                    <a:pt x="33090" y="306298"/>
                    <a:pt x="31721" y="305186"/>
                  </a:cubicBezTo>
                  <a:cubicBezTo>
                    <a:pt x="29668" y="303475"/>
                    <a:pt x="27273" y="302192"/>
                    <a:pt x="25905" y="299797"/>
                  </a:cubicBezTo>
                  <a:cubicBezTo>
                    <a:pt x="25049" y="298257"/>
                    <a:pt x="24194" y="295777"/>
                    <a:pt x="23338" y="292697"/>
                  </a:cubicBezTo>
                  <a:cubicBezTo>
                    <a:pt x="22911" y="291328"/>
                    <a:pt x="22568" y="289104"/>
                    <a:pt x="22825" y="287736"/>
                  </a:cubicBezTo>
                  <a:cubicBezTo>
                    <a:pt x="23082" y="286367"/>
                    <a:pt x="24023" y="283459"/>
                    <a:pt x="23424" y="282347"/>
                  </a:cubicBezTo>
                  <a:cubicBezTo>
                    <a:pt x="22825" y="281149"/>
                    <a:pt x="21456" y="280208"/>
                    <a:pt x="20173" y="280807"/>
                  </a:cubicBezTo>
                  <a:lnTo>
                    <a:pt x="18890" y="283373"/>
                  </a:lnTo>
                  <a:cubicBezTo>
                    <a:pt x="18890" y="283373"/>
                    <a:pt x="18805" y="273707"/>
                    <a:pt x="16495" y="270115"/>
                  </a:cubicBezTo>
                  <a:cubicBezTo>
                    <a:pt x="14271" y="266437"/>
                    <a:pt x="13159" y="266180"/>
                    <a:pt x="12047" y="267634"/>
                  </a:cubicBezTo>
                  <a:cubicBezTo>
                    <a:pt x="10935" y="269003"/>
                    <a:pt x="12218" y="271569"/>
                    <a:pt x="12218" y="273878"/>
                  </a:cubicBezTo>
                  <a:cubicBezTo>
                    <a:pt x="12218" y="276188"/>
                    <a:pt x="12560" y="277984"/>
                    <a:pt x="12560" y="279439"/>
                  </a:cubicBezTo>
                  <a:cubicBezTo>
                    <a:pt x="12560" y="280893"/>
                    <a:pt x="12218" y="282090"/>
                    <a:pt x="12560" y="284229"/>
                  </a:cubicBezTo>
                  <a:cubicBezTo>
                    <a:pt x="12903" y="286367"/>
                    <a:pt x="13929" y="288420"/>
                    <a:pt x="12304" y="288677"/>
                  </a:cubicBezTo>
                  <a:lnTo>
                    <a:pt x="12304" y="288677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20BDFDEE-C073-4263-8D85-78D26986BFE6}"/>
                </a:ext>
              </a:extLst>
            </p:cNvPr>
            <p:cNvSpPr/>
            <p:nvPr/>
          </p:nvSpPr>
          <p:spPr>
            <a:xfrm>
              <a:off x="13168451" y="4078692"/>
              <a:ext cx="512600" cy="1251843"/>
            </a:xfrm>
            <a:custGeom>
              <a:avLst/>
              <a:gdLst>
                <a:gd name="connsiteX0" fmla="*/ 420199 w 512600"/>
                <a:gd name="connsiteY0" fmla="*/ 712320 h 1251843"/>
                <a:gd name="connsiteX1" fmla="*/ 418660 w 512600"/>
                <a:gd name="connsiteY1" fmla="*/ 712320 h 1251843"/>
                <a:gd name="connsiteX2" fmla="*/ 409592 w 512600"/>
                <a:gd name="connsiteY2" fmla="*/ 713176 h 1251843"/>
                <a:gd name="connsiteX3" fmla="*/ 404461 w 512600"/>
                <a:gd name="connsiteY3" fmla="*/ 717709 h 1251843"/>
                <a:gd name="connsiteX4" fmla="*/ 398643 w 512600"/>
                <a:gd name="connsiteY4" fmla="*/ 715571 h 1251843"/>
                <a:gd name="connsiteX5" fmla="*/ 397703 w 512600"/>
                <a:gd name="connsiteY5" fmla="*/ 715143 h 1251843"/>
                <a:gd name="connsiteX6" fmla="*/ 394281 w 512600"/>
                <a:gd name="connsiteY6" fmla="*/ 715143 h 1251843"/>
                <a:gd name="connsiteX7" fmla="*/ 392313 w 512600"/>
                <a:gd name="connsiteY7" fmla="*/ 713604 h 1251843"/>
                <a:gd name="connsiteX8" fmla="*/ 390603 w 512600"/>
                <a:gd name="connsiteY8" fmla="*/ 713604 h 1251843"/>
                <a:gd name="connsiteX9" fmla="*/ 391031 w 512600"/>
                <a:gd name="connsiteY9" fmla="*/ 718993 h 1251843"/>
                <a:gd name="connsiteX10" fmla="*/ 391459 w 512600"/>
                <a:gd name="connsiteY10" fmla="*/ 724382 h 1251843"/>
                <a:gd name="connsiteX11" fmla="*/ 419431 w 512600"/>
                <a:gd name="connsiteY11" fmla="*/ 728488 h 1251843"/>
                <a:gd name="connsiteX12" fmla="*/ 420028 w 512600"/>
                <a:gd name="connsiteY12" fmla="*/ 712320 h 1251843"/>
                <a:gd name="connsiteX13" fmla="*/ 420028 w 512600"/>
                <a:gd name="connsiteY13" fmla="*/ 712320 h 1251843"/>
                <a:gd name="connsiteX14" fmla="*/ 384958 w 512600"/>
                <a:gd name="connsiteY14" fmla="*/ 673828 h 1251843"/>
                <a:gd name="connsiteX15" fmla="*/ 384016 w 512600"/>
                <a:gd name="connsiteY15" fmla="*/ 674085 h 1251843"/>
                <a:gd name="connsiteX16" fmla="*/ 383248 w 512600"/>
                <a:gd name="connsiteY16" fmla="*/ 676651 h 1251843"/>
                <a:gd name="connsiteX17" fmla="*/ 386925 w 512600"/>
                <a:gd name="connsiteY17" fmla="*/ 679645 h 1251843"/>
                <a:gd name="connsiteX18" fmla="*/ 390860 w 512600"/>
                <a:gd name="connsiteY18" fmla="*/ 677164 h 1251843"/>
                <a:gd name="connsiteX19" fmla="*/ 385044 w 512600"/>
                <a:gd name="connsiteY19" fmla="*/ 673828 h 1251843"/>
                <a:gd name="connsiteX20" fmla="*/ 385044 w 512600"/>
                <a:gd name="connsiteY20" fmla="*/ 673828 h 1251843"/>
                <a:gd name="connsiteX21" fmla="*/ 376062 w 512600"/>
                <a:gd name="connsiteY21" fmla="*/ 709412 h 1251843"/>
                <a:gd name="connsiteX22" fmla="*/ 376062 w 512600"/>
                <a:gd name="connsiteY22" fmla="*/ 708814 h 1251843"/>
                <a:gd name="connsiteX23" fmla="*/ 372981 w 512600"/>
                <a:gd name="connsiteY23" fmla="*/ 698720 h 1251843"/>
                <a:gd name="connsiteX24" fmla="*/ 372981 w 512600"/>
                <a:gd name="connsiteY24" fmla="*/ 698720 h 1251843"/>
                <a:gd name="connsiteX25" fmla="*/ 369047 w 512600"/>
                <a:gd name="connsiteY25" fmla="*/ 692219 h 1251843"/>
                <a:gd name="connsiteX26" fmla="*/ 351596 w 512600"/>
                <a:gd name="connsiteY26" fmla="*/ 694614 h 1251843"/>
                <a:gd name="connsiteX27" fmla="*/ 351596 w 512600"/>
                <a:gd name="connsiteY27" fmla="*/ 694614 h 1251843"/>
                <a:gd name="connsiteX28" fmla="*/ 351939 w 512600"/>
                <a:gd name="connsiteY28" fmla="*/ 720789 h 1251843"/>
                <a:gd name="connsiteX29" fmla="*/ 360664 w 512600"/>
                <a:gd name="connsiteY29" fmla="*/ 721131 h 1251843"/>
                <a:gd name="connsiteX30" fmla="*/ 371357 w 512600"/>
                <a:gd name="connsiteY30" fmla="*/ 717795 h 1251843"/>
                <a:gd name="connsiteX31" fmla="*/ 373581 w 512600"/>
                <a:gd name="connsiteY31" fmla="*/ 717624 h 1251843"/>
                <a:gd name="connsiteX32" fmla="*/ 376661 w 512600"/>
                <a:gd name="connsiteY32" fmla="*/ 717196 h 1251843"/>
                <a:gd name="connsiteX33" fmla="*/ 375976 w 512600"/>
                <a:gd name="connsiteY33" fmla="*/ 709327 h 1251843"/>
                <a:gd name="connsiteX34" fmla="*/ 375976 w 512600"/>
                <a:gd name="connsiteY34" fmla="*/ 709327 h 1251843"/>
                <a:gd name="connsiteX35" fmla="*/ 376747 w 512600"/>
                <a:gd name="connsiteY35" fmla="*/ 643034 h 1251843"/>
                <a:gd name="connsiteX36" fmla="*/ 375548 w 512600"/>
                <a:gd name="connsiteY36" fmla="*/ 640639 h 1251843"/>
                <a:gd name="connsiteX37" fmla="*/ 370586 w 512600"/>
                <a:gd name="connsiteY37" fmla="*/ 627465 h 1251843"/>
                <a:gd name="connsiteX38" fmla="*/ 373923 w 512600"/>
                <a:gd name="connsiteY38" fmla="*/ 549881 h 1251843"/>
                <a:gd name="connsiteX39" fmla="*/ 363231 w 512600"/>
                <a:gd name="connsiteY39" fmla="*/ 458268 h 1251843"/>
                <a:gd name="connsiteX40" fmla="*/ 358269 w 512600"/>
                <a:gd name="connsiteY40" fmla="*/ 511901 h 1251843"/>
                <a:gd name="connsiteX41" fmla="*/ 366480 w 512600"/>
                <a:gd name="connsiteY41" fmla="*/ 575457 h 1251843"/>
                <a:gd name="connsiteX42" fmla="*/ 368961 w 512600"/>
                <a:gd name="connsiteY42" fmla="*/ 647311 h 1251843"/>
                <a:gd name="connsiteX43" fmla="*/ 369989 w 512600"/>
                <a:gd name="connsiteY43" fmla="*/ 650818 h 1251843"/>
                <a:gd name="connsiteX44" fmla="*/ 376404 w 512600"/>
                <a:gd name="connsiteY44" fmla="*/ 646113 h 1251843"/>
                <a:gd name="connsiteX45" fmla="*/ 376747 w 512600"/>
                <a:gd name="connsiteY45" fmla="*/ 643889 h 1251843"/>
                <a:gd name="connsiteX46" fmla="*/ 376575 w 512600"/>
                <a:gd name="connsiteY46" fmla="*/ 644403 h 1251843"/>
                <a:gd name="connsiteX47" fmla="*/ 376747 w 512600"/>
                <a:gd name="connsiteY47" fmla="*/ 643119 h 1251843"/>
                <a:gd name="connsiteX48" fmla="*/ 376747 w 512600"/>
                <a:gd name="connsiteY48" fmla="*/ 643119 h 1251843"/>
                <a:gd name="connsiteX49" fmla="*/ 179663 w 512600"/>
                <a:gd name="connsiteY49" fmla="*/ 144167 h 1251843"/>
                <a:gd name="connsiteX50" fmla="*/ 173077 w 512600"/>
                <a:gd name="connsiteY50" fmla="*/ 133133 h 1251843"/>
                <a:gd name="connsiteX51" fmla="*/ 172306 w 512600"/>
                <a:gd name="connsiteY51" fmla="*/ 133133 h 1251843"/>
                <a:gd name="connsiteX52" fmla="*/ 169482 w 512600"/>
                <a:gd name="connsiteY52" fmla="*/ 141344 h 1251843"/>
                <a:gd name="connsiteX53" fmla="*/ 167943 w 512600"/>
                <a:gd name="connsiteY53" fmla="*/ 141344 h 1251843"/>
                <a:gd name="connsiteX54" fmla="*/ 165976 w 512600"/>
                <a:gd name="connsiteY54" fmla="*/ 140233 h 1251843"/>
                <a:gd name="connsiteX55" fmla="*/ 163666 w 512600"/>
                <a:gd name="connsiteY55" fmla="*/ 130909 h 1251843"/>
                <a:gd name="connsiteX56" fmla="*/ 163666 w 512600"/>
                <a:gd name="connsiteY56" fmla="*/ 127658 h 1251843"/>
                <a:gd name="connsiteX57" fmla="*/ 160160 w 512600"/>
                <a:gd name="connsiteY57" fmla="*/ 127059 h 1251843"/>
                <a:gd name="connsiteX58" fmla="*/ 160502 w 512600"/>
                <a:gd name="connsiteY58" fmla="*/ 141601 h 1251843"/>
                <a:gd name="connsiteX59" fmla="*/ 167943 w 512600"/>
                <a:gd name="connsiteY59" fmla="*/ 158452 h 1251843"/>
                <a:gd name="connsiteX60" fmla="*/ 169654 w 512600"/>
                <a:gd name="connsiteY60" fmla="*/ 164184 h 1251843"/>
                <a:gd name="connsiteX61" fmla="*/ 178208 w 512600"/>
                <a:gd name="connsiteY61" fmla="*/ 156656 h 1251843"/>
                <a:gd name="connsiteX62" fmla="*/ 181374 w 512600"/>
                <a:gd name="connsiteY62" fmla="*/ 152635 h 1251843"/>
                <a:gd name="connsiteX63" fmla="*/ 179492 w 512600"/>
                <a:gd name="connsiteY63" fmla="*/ 144081 h 1251843"/>
                <a:gd name="connsiteX64" fmla="*/ 179492 w 512600"/>
                <a:gd name="connsiteY64" fmla="*/ 144081 h 1251843"/>
                <a:gd name="connsiteX65" fmla="*/ 124574 w 512600"/>
                <a:gd name="connsiteY65" fmla="*/ 174363 h 1251843"/>
                <a:gd name="connsiteX66" fmla="*/ 135352 w 512600"/>
                <a:gd name="connsiteY66" fmla="*/ 184884 h 1251843"/>
                <a:gd name="connsiteX67" fmla="*/ 124574 w 512600"/>
                <a:gd name="connsiteY67" fmla="*/ 174363 h 1251843"/>
                <a:gd name="connsiteX68" fmla="*/ 124574 w 512600"/>
                <a:gd name="connsiteY68" fmla="*/ 174363 h 1251843"/>
                <a:gd name="connsiteX69" fmla="*/ 456896 w 512600"/>
                <a:gd name="connsiteY69" fmla="*/ 731482 h 1251843"/>
                <a:gd name="connsiteX70" fmla="*/ 461002 w 512600"/>
                <a:gd name="connsiteY70" fmla="*/ 726948 h 1251843"/>
                <a:gd name="connsiteX71" fmla="*/ 470926 w 512600"/>
                <a:gd name="connsiteY71" fmla="*/ 728146 h 1251843"/>
                <a:gd name="connsiteX72" fmla="*/ 472550 w 512600"/>
                <a:gd name="connsiteY72" fmla="*/ 730198 h 1251843"/>
                <a:gd name="connsiteX73" fmla="*/ 480762 w 512600"/>
                <a:gd name="connsiteY73" fmla="*/ 732251 h 1251843"/>
                <a:gd name="connsiteX74" fmla="*/ 481618 w 512600"/>
                <a:gd name="connsiteY74" fmla="*/ 735929 h 1251843"/>
                <a:gd name="connsiteX75" fmla="*/ 509673 w 512600"/>
                <a:gd name="connsiteY75" fmla="*/ 740463 h 1251843"/>
                <a:gd name="connsiteX76" fmla="*/ 512582 w 512600"/>
                <a:gd name="connsiteY76" fmla="*/ 799229 h 1251843"/>
                <a:gd name="connsiteX77" fmla="*/ 509333 w 512600"/>
                <a:gd name="connsiteY77" fmla="*/ 948752 h 1251843"/>
                <a:gd name="connsiteX78" fmla="*/ 489145 w 512600"/>
                <a:gd name="connsiteY78" fmla="*/ 948752 h 1251843"/>
                <a:gd name="connsiteX79" fmla="*/ 485810 w 512600"/>
                <a:gd name="connsiteY79" fmla="*/ 953542 h 1251843"/>
                <a:gd name="connsiteX80" fmla="*/ 482900 w 512600"/>
                <a:gd name="connsiteY80" fmla="*/ 948923 h 1251843"/>
                <a:gd name="connsiteX81" fmla="*/ 461002 w 512600"/>
                <a:gd name="connsiteY81" fmla="*/ 948068 h 1251843"/>
                <a:gd name="connsiteX82" fmla="*/ 457667 w 512600"/>
                <a:gd name="connsiteY82" fmla="*/ 952601 h 1251843"/>
                <a:gd name="connsiteX83" fmla="*/ 452277 w 512600"/>
                <a:gd name="connsiteY83" fmla="*/ 947640 h 1251843"/>
                <a:gd name="connsiteX84" fmla="*/ 371185 w 512600"/>
                <a:gd name="connsiteY84" fmla="*/ 945501 h 1251843"/>
                <a:gd name="connsiteX85" fmla="*/ 375120 w 512600"/>
                <a:gd name="connsiteY85" fmla="*/ 975697 h 1251843"/>
                <a:gd name="connsiteX86" fmla="*/ 386240 w 512600"/>
                <a:gd name="connsiteY86" fmla="*/ 1075949 h 1251843"/>
                <a:gd name="connsiteX87" fmla="*/ 376319 w 512600"/>
                <a:gd name="connsiteY87" fmla="*/ 1150197 h 1251843"/>
                <a:gd name="connsiteX88" fmla="*/ 386240 w 512600"/>
                <a:gd name="connsiteY88" fmla="*/ 1181163 h 1251843"/>
                <a:gd name="connsiteX89" fmla="*/ 366395 w 512600"/>
                <a:gd name="connsiteY89" fmla="*/ 1197244 h 1251843"/>
                <a:gd name="connsiteX90" fmla="*/ 384958 w 512600"/>
                <a:gd name="connsiteY90" fmla="*/ 1220767 h 1251843"/>
                <a:gd name="connsiteX91" fmla="*/ 412159 w 512600"/>
                <a:gd name="connsiteY91" fmla="*/ 1243008 h 1251843"/>
                <a:gd name="connsiteX92" fmla="*/ 409079 w 512600"/>
                <a:gd name="connsiteY92" fmla="*/ 1248739 h 1251843"/>
                <a:gd name="connsiteX93" fmla="*/ 408481 w 512600"/>
                <a:gd name="connsiteY93" fmla="*/ 1251219 h 1251843"/>
                <a:gd name="connsiteX94" fmla="*/ 365027 w 512600"/>
                <a:gd name="connsiteY94" fmla="*/ 1251648 h 1251843"/>
                <a:gd name="connsiteX95" fmla="*/ 340221 w 512600"/>
                <a:gd name="connsiteY95" fmla="*/ 1251818 h 1251843"/>
                <a:gd name="connsiteX96" fmla="*/ 329357 w 512600"/>
                <a:gd name="connsiteY96" fmla="*/ 1250963 h 1251843"/>
                <a:gd name="connsiteX97" fmla="*/ 322856 w 512600"/>
                <a:gd name="connsiteY97" fmla="*/ 1247969 h 1251843"/>
                <a:gd name="connsiteX98" fmla="*/ 320803 w 512600"/>
                <a:gd name="connsiteY98" fmla="*/ 1250621 h 1251843"/>
                <a:gd name="connsiteX99" fmla="*/ 283336 w 512600"/>
                <a:gd name="connsiteY99" fmla="*/ 1249081 h 1251843"/>
                <a:gd name="connsiteX100" fmla="*/ 281968 w 512600"/>
                <a:gd name="connsiteY100" fmla="*/ 1243350 h 1251843"/>
                <a:gd name="connsiteX101" fmla="*/ 285560 w 512600"/>
                <a:gd name="connsiteY101" fmla="*/ 1216148 h 1251843"/>
                <a:gd name="connsiteX102" fmla="*/ 286930 w 512600"/>
                <a:gd name="connsiteY102" fmla="*/ 1141643 h 1251843"/>
                <a:gd name="connsiteX103" fmla="*/ 272046 w 512600"/>
                <a:gd name="connsiteY103" fmla="*/ 1054992 h 1251843"/>
                <a:gd name="connsiteX104" fmla="*/ 273671 w 512600"/>
                <a:gd name="connsiteY104" fmla="*/ 943534 h 1251843"/>
                <a:gd name="connsiteX105" fmla="*/ 226282 w 512600"/>
                <a:gd name="connsiteY105" fmla="*/ 739266 h 1251843"/>
                <a:gd name="connsiteX106" fmla="*/ 205239 w 512600"/>
                <a:gd name="connsiteY106" fmla="*/ 785115 h 1251843"/>
                <a:gd name="connsiteX107" fmla="*/ 185394 w 512600"/>
                <a:gd name="connsiteY107" fmla="*/ 895290 h 1251843"/>
                <a:gd name="connsiteX108" fmla="*/ 169313 w 512600"/>
                <a:gd name="connsiteY108" fmla="*/ 959701 h 1251843"/>
                <a:gd name="connsiteX109" fmla="*/ 145790 w 512600"/>
                <a:gd name="connsiteY109" fmla="*/ 1110764 h 1251843"/>
                <a:gd name="connsiteX110" fmla="*/ 135438 w 512600"/>
                <a:gd name="connsiteY110" fmla="*/ 1196132 h 1251843"/>
                <a:gd name="connsiteX111" fmla="*/ 122267 w 512600"/>
                <a:gd name="connsiteY111" fmla="*/ 1208108 h 1251843"/>
                <a:gd name="connsiteX112" fmla="*/ 126372 w 512600"/>
                <a:gd name="connsiteY112" fmla="*/ 1241126 h 1251843"/>
                <a:gd name="connsiteX113" fmla="*/ 126970 w 512600"/>
                <a:gd name="connsiteY113" fmla="*/ 1244975 h 1251843"/>
                <a:gd name="connsiteX114" fmla="*/ 126201 w 512600"/>
                <a:gd name="connsiteY114" fmla="*/ 1250963 h 1251843"/>
                <a:gd name="connsiteX115" fmla="*/ 40747 w 512600"/>
                <a:gd name="connsiteY115" fmla="*/ 1249509 h 1251843"/>
                <a:gd name="connsiteX116" fmla="*/ 40233 w 512600"/>
                <a:gd name="connsiteY116" fmla="*/ 1243436 h 1251843"/>
                <a:gd name="connsiteX117" fmla="*/ 42714 w 512600"/>
                <a:gd name="connsiteY117" fmla="*/ 1238132 h 1251843"/>
                <a:gd name="connsiteX118" fmla="*/ 54261 w 512600"/>
                <a:gd name="connsiteY118" fmla="*/ 1197415 h 1251843"/>
                <a:gd name="connsiteX119" fmla="*/ 50583 w 512600"/>
                <a:gd name="connsiteY119" fmla="*/ 1175090 h 1251843"/>
                <a:gd name="connsiteX120" fmla="*/ 75389 w 512600"/>
                <a:gd name="connsiteY120" fmla="*/ 928736 h 1251843"/>
                <a:gd name="connsiteX121" fmla="*/ 79154 w 512600"/>
                <a:gd name="connsiteY121" fmla="*/ 684264 h 1251843"/>
                <a:gd name="connsiteX122" fmla="*/ 12519 w 512600"/>
                <a:gd name="connsiteY122" fmla="*/ 666215 h 1251843"/>
                <a:gd name="connsiteX123" fmla="*/ 64868 w 512600"/>
                <a:gd name="connsiteY123" fmla="*/ 499755 h 1251843"/>
                <a:gd name="connsiteX124" fmla="*/ 94552 w 512600"/>
                <a:gd name="connsiteY124" fmla="*/ 403181 h 1251843"/>
                <a:gd name="connsiteX125" fmla="*/ 93353 w 512600"/>
                <a:gd name="connsiteY125" fmla="*/ 348692 h 1251843"/>
                <a:gd name="connsiteX126" fmla="*/ 67948 w 512600"/>
                <a:gd name="connsiteY126" fmla="*/ 372815 h 1251843"/>
                <a:gd name="connsiteX127" fmla="*/ 19020 w 512600"/>
                <a:gd name="connsiteY127" fmla="*/ 364774 h 1251843"/>
                <a:gd name="connsiteX128" fmla="*/ 458 w 512600"/>
                <a:gd name="connsiteY128" fmla="*/ 331328 h 1251843"/>
                <a:gd name="connsiteX129" fmla="*/ 26461 w 512600"/>
                <a:gd name="connsiteY129" fmla="*/ 272562 h 1251843"/>
                <a:gd name="connsiteX130" fmla="*/ 45621 w 512600"/>
                <a:gd name="connsiteY130" fmla="*/ 247841 h 1251843"/>
                <a:gd name="connsiteX131" fmla="*/ 55545 w 512600"/>
                <a:gd name="connsiteY131" fmla="*/ 234839 h 1251843"/>
                <a:gd name="connsiteX132" fmla="*/ 67263 w 512600"/>
                <a:gd name="connsiteY132" fmla="*/ 204472 h 1251843"/>
                <a:gd name="connsiteX133" fmla="*/ 77784 w 512600"/>
                <a:gd name="connsiteY133" fmla="*/ 204472 h 1251843"/>
                <a:gd name="connsiteX134" fmla="*/ 90786 w 512600"/>
                <a:gd name="connsiteY134" fmla="*/ 198314 h 1251843"/>
                <a:gd name="connsiteX135" fmla="*/ 119272 w 512600"/>
                <a:gd name="connsiteY135" fmla="*/ 171112 h 1251843"/>
                <a:gd name="connsiteX136" fmla="*/ 126287 w 512600"/>
                <a:gd name="connsiteY136" fmla="*/ 161617 h 1251843"/>
                <a:gd name="connsiteX137" fmla="*/ 127483 w 512600"/>
                <a:gd name="connsiteY137" fmla="*/ 163413 h 1251843"/>
                <a:gd name="connsiteX138" fmla="*/ 127483 w 512600"/>
                <a:gd name="connsiteY138" fmla="*/ 163157 h 1251843"/>
                <a:gd name="connsiteX139" fmla="*/ 124234 w 512600"/>
                <a:gd name="connsiteY139" fmla="*/ 153320 h 1251843"/>
                <a:gd name="connsiteX140" fmla="*/ 123206 w 512600"/>
                <a:gd name="connsiteY140" fmla="*/ 148188 h 1251843"/>
                <a:gd name="connsiteX141" fmla="*/ 123720 w 512600"/>
                <a:gd name="connsiteY141" fmla="*/ 139634 h 1251843"/>
                <a:gd name="connsiteX142" fmla="*/ 123720 w 512600"/>
                <a:gd name="connsiteY142" fmla="*/ 138949 h 1251843"/>
                <a:gd name="connsiteX143" fmla="*/ 123720 w 512600"/>
                <a:gd name="connsiteY143" fmla="*/ 138692 h 1251843"/>
                <a:gd name="connsiteX144" fmla="*/ 123720 w 512600"/>
                <a:gd name="connsiteY144" fmla="*/ 136298 h 1251843"/>
                <a:gd name="connsiteX145" fmla="*/ 126372 w 512600"/>
                <a:gd name="connsiteY145" fmla="*/ 123125 h 1251843"/>
                <a:gd name="connsiteX146" fmla="*/ 129108 w 512600"/>
                <a:gd name="connsiteY146" fmla="*/ 118505 h 1251843"/>
                <a:gd name="connsiteX147" fmla="*/ 133214 w 512600"/>
                <a:gd name="connsiteY147" fmla="*/ 105931 h 1251843"/>
                <a:gd name="connsiteX148" fmla="*/ 142881 w 512600"/>
                <a:gd name="connsiteY148" fmla="*/ 97890 h 1251843"/>
                <a:gd name="connsiteX149" fmla="*/ 150921 w 512600"/>
                <a:gd name="connsiteY149" fmla="*/ 98917 h 1251843"/>
                <a:gd name="connsiteX150" fmla="*/ 152291 w 512600"/>
                <a:gd name="connsiteY150" fmla="*/ 92330 h 1251843"/>
                <a:gd name="connsiteX151" fmla="*/ 161613 w 512600"/>
                <a:gd name="connsiteY151" fmla="*/ 89850 h 1251843"/>
                <a:gd name="connsiteX152" fmla="*/ 152803 w 512600"/>
                <a:gd name="connsiteY152" fmla="*/ 43316 h 1251843"/>
                <a:gd name="connsiteX153" fmla="*/ 203698 w 512600"/>
                <a:gd name="connsiteY153" fmla="*/ 375 h 1251843"/>
                <a:gd name="connsiteX154" fmla="*/ 262551 w 512600"/>
                <a:gd name="connsiteY154" fmla="*/ 34249 h 1251843"/>
                <a:gd name="connsiteX155" fmla="*/ 263918 w 512600"/>
                <a:gd name="connsiteY155" fmla="*/ 73341 h 1251843"/>
                <a:gd name="connsiteX156" fmla="*/ 270248 w 512600"/>
                <a:gd name="connsiteY156" fmla="*/ 71972 h 1251843"/>
                <a:gd name="connsiteX157" fmla="*/ 268024 w 512600"/>
                <a:gd name="connsiteY157" fmla="*/ 104135 h 1251843"/>
                <a:gd name="connsiteX158" fmla="*/ 260926 w 512600"/>
                <a:gd name="connsiteY158" fmla="*/ 109352 h 1251843"/>
                <a:gd name="connsiteX159" fmla="*/ 258959 w 512600"/>
                <a:gd name="connsiteY159" fmla="*/ 143141 h 1251843"/>
                <a:gd name="connsiteX160" fmla="*/ 263662 w 512600"/>
                <a:gd name="connsiteY160" fmla="*/ 149984 h 1251843"/>
                <a:gd name="connsiteX161" fmla="*/ 263492 w 512600"/>
                <a:gd name="connsiteY161" fmla="*/ 150326 h 1251843"/>
                <a:gd name="connsiteX162" fmla="*/ 264004 w 512600"/>
                <a:gd name="connsiteY162" fmla="*/ 150754 h 1251843"/>
                <a:gd name="connsiteX163" fmla="*/ 263662 w 512600"/>
                <a:gd name="connsiteY163" fmla="*/ 149984 h 1251843"/>
                <a:gd name="connsiteX164" fmla="*/ 296938 w 512600"/>
                <a:gd name="connsiteY164" fmla="*/ 175304 h 1251843"/>
                <a:gd name="connsiteX165" fmla="*/ 387694 w 512600"/>
                <a:gd name="connsiteY165" fmla="*/ 206696 h 1251843"/>
                <a:gd name="connsiteX166" fmla="*/ 395907 w 512600"/>
                <a:gd name="connsiteY166" fmla="*/ 240485 h 1251843"/>
                <a:gd name="connsiteX167" fmla="*/ 406600 w 512600"/>
                <a:gd name="connsiteY167" fmla="*/ 295743 h 1251843"/>
                <a:gd name="connsiteX168" fmla="*/ 420627 w 512600"/>
                <a:gd name="connsiteY168" fmla="*/ 392317 h 1251843"/>
                <a:gd name="connsiteX169" fmla="*/ 434655 w 512600"/>
                <a:gd name="connsiteY169" fmla="*/ 515238 h 1251843"/>
                <a:gd name="connsiteX170" fmla="*/ 439617 w 512600"/>
                <a:gd name="connsiteY170" fmla="*/ 637388 h 1251843"/>
                <a:gd name="connsiteX171" fmla="*/ 431063 w 512600"/>
                <a:gd name="connsiteY171" fmla="*/ 647311 h 1251843"/>
                <a:gd name="connsiteX172" fmla="*/ 430977 w 512600"/>
                <a:gd name="connsiteY172" fmla="*/ 663820 h 1251843"/>
                <a:gd name="connsiteX173" fmla="*/ 430635 w 512600"/>
                <a:gd name="connsiteY173" fmla="*/ 697266 h 1251843"/>
                <a:gd name="connsiteX174" fmla="*/ 429267 w 512600"/>
                <a:gd name="connsiteY174" fmla="*/ 703425 h 1251843"/>
                <a:gd name="connsiteX175" fmla="*/ 435854 w 512600"/>
                <a:gd name="connsiteY175" fmla="*/ 729428 h 1251843"/>
                <a:gd name="connsiteX176" fmla="*/ 456468 w 512600"/>
                <a:gd name="connsiteY176" fmla="*/ 731482 h 1251843"/>
                <a:gd name="connsiteX177" fmla="*/ 456468 w 512600"/>
                <a:gd name="connsiteY177" fmla="*/ 731482 h 1251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</a:cxnLst>
              <a:rect l="l" t="t" r="r" b="b"/>
              <a:pathLst>
                <a:path w="512600" h="1251843">
                  <a:moveTo>
                    <a:pt x="420199" y="712320"/>
                  </a:moveTo>
                  <a:lnTo>
                    <a:pt x="418660" y="712320"/>
                  </a:lnTo>
                  <a:cubicBezTo>
                    <a:pt x="418660" y="712320"/>
                    <a:pt x="409592" y="713176"/>
                    <a:pt x="409592" y="713176"/>
                  </a:cubicBezTo>
                  <a:cubicBezTo>
                    <a:pt x="408910" y="715143"/>
                    <a:pt x="406600" y="717282"/>
                    <a:pt x="404461" y="717709"/>
                  </a:cubicBezTo>
                  <a:cubicBezTo>
                    <a:pt x="402323" y="718138"/>
                    <a:pt x="399499" y="716427"/>
                    <a:pt x="398643" y="715571"/>
                  </a:cubicBezTo>
                  <a:lnTo>
                    <a:pt x="397703" y="715143"/>
                  </a:lnTo>
                  <a:cubicBezTo>
                    <a:pt x="396333" y="714887"/>
                    <a:pt x="394281" y="715143"/>
                    <a:pt x="394281" y="715143"/>
                  </a:cubicBezTo>
                  <a:lnTo>
                    <a:pt x="392313" y="713604"/>
                  </a:lnTo>
                  <a:lnTo>
                    <a:pt x="390603" y="713604"/>
                  </a:lnTo>
                  <a:cubicBezTo>
                    <a:pt x="389321" y="714716"/>
                    <a:pt x="389492" y="715999"/>
                    <a:pt x="391031" y="718993"/>
                  </a:cubicBezTo>
                  <a:cubicBezTo>
                    <a:pt x="392570" y="721986"/>
                    <a:pt x="391716" y="723783"/>
                    <a:pt x="391459" y="724382"/>
                  </a:cubicBezTo>
                  <a:lnTo>
                    <a:pt x="419431" y="728488"/>
                  </a:lnTo>
                  <a:cubicBezTo>
                    <a:pt x="419431" y="728488"/>
                    <a:pt x="422423" y="719677"/>
                    <a:pt x="420028" y="712320"/>
                  </a:cubicBezTo>
                  <a:lnTo>
                    <a:pt x="420028" y="712320"/>
                  </a:lnTo>
                  <a:close/>
                  <a:moveTo>
                    <a:pt x="384958" y="673828"/>
                  </a:moveTo>
                  <a:lnTo>
                    <a:pt x="384016" y="674085"/>
                  </a:lnTo>
                  <a:lnTo>
                    <a:pt x="383248" y="676651"/>
                  </a:lnTo>
                  <a:cubicBezTo>
                    <a:pt x="383248" y="678789"/>
                    <a:pt x="384359" y="679474"/>
                    <a:pt x="386925" y="679645"/>
                  </a:cubicBezTo>
                  <a:cubicBezTo>
                    <a:pt x="389321" y="679901"/>
                    <a:pt x="390089" y="678533"/>
                    <a:pt x="390860" y="677164"/>
                  </a:cubicBezTo>
                  <a:cubicBezTo>
                    <a:pt x="390517" y="675368"/>
                    <a:pt x="389321" y="672887"/>
                    <a:pt x="385044" y="673828"/>
                  </a:cubicBezTo>
                  <a:lnTo>
                    <a:pt x="385044" y="673828"/>
                  </a:lnTo>
                  <a:close/>
                  <a:moveTo>
                    <a:pt x="376062" y="709412"/>
                  </a:moveTo>
                  <a:lnTo>
                    <a:pt x="376062" y="708814"/>
                  </a:lnTo>
                  <a:cubicBezTo>
                    <a:pt x="376062" y="708814"/>
                    <a:pt x="374863" y="704451"/>
                    <a:pt x="372981" y="698720"/>
                  </a:cubicBezTo>
                  <a:lnTo>
                    <a:pt x="372981" y="698720"/>
                  </a:lnTo>
                  <a:cubicBezTo>
                    <a:pt x="371271" y="696239"/>
                    <a:pt x="370246" y="694785"/>
                    <a:pt x="369047" y="692219"/>
                  </a:cubicBezTo>
                  <a:cubicBezTo>
                    <a:pt x="365112" y="693245"/>
                    <a:pt x="359039" y="694101"/>
                    <a:pt x="351596" y="694614"/>
                  </a:cubicBezTo>
                  <a:lnTo>
                    <a:pt x="351596" y="694614"/>
                  </a:lnTo>
                  <a:cubicBezTo>
                    <a:pt x="351596" y="694614"/>
                    <a:pt x="351682" y="705392"/>
                    <a:pt x="351939" y="720789"/>
                  </a:cubicBezTo>
                  <a:lnTo>
                    <a:pt x="360664" y="721131"/>
                  </a:lnTo>
                  <a:cubicBezTo>
                    <a:pt x="360664" y="721131"/>
                    <a:pt x="368876" y="717453"/>
                    <a:pt x="371357" y="717795"/>
                  </a:cubicBezTo>
                  <a:lnTo>
                    <a:pt x="373581" y="717624"/>
                  </a:lnTo>
                  <a:cubicBezTo>
                    <a:pt x="374949" y="717624"/>
                    <a:pt x="376233" y="717624"/>
                    <a:pt x="376661" y="717196"/>
                  </a:cubicBezTo>
                  <a:cubicBezTo>
                    <a:pt x="377686" y="716512"/>
                    <a:pt x="377430" y="711465"/>
                    <a:pt x="375976" y="709327"/>
                  </a:cubicBezTo>
                  <a:lnTo>
                    <a:pt x="375976" y="709327"/>
                  </a:lnTo>
                  <a:close/>
                  <a:moveTo>
                    <a:pt x="376747" y="643034"/>
                  </a:moveTo>
                  <a:lnTo>
                    <a:pt x="375548" y="640639"/>
                  </a:lnTo>
                  <a:cubicBezTo>
                    <a:pt x="375548" y="640639"/>
                    <a:pt x="364855" y="640639"/>
                    <a:pt x="370586" y="627465"/>
                  </a:cubicBezTo>
                  <a:cubicBezTo>
                    <a:pt x="376404" y="614207"/>
                    <a:pt x="378799" y="568871"/>
                    <a:pt x="373923" y="549881"/>
                  </a:cubicBezTo>
                  <a:cubicBezTo>
                    <a:pt x="368961" y="530891"/>
                    <a:pt x="361520" y="477258"/>
                    <a:pt x="363231" y="458268"/>
                  </a:cubicBezTo>
                  <a:cubicBezTo>
                    <a:pt x="363231" y="458268"/>
                    <a:pt x="355788" y="488806"/>
                    <a:pt x="358269" y="511901"/>
                  </a:cubicBezTo>
                  <a:cubicBezTo>
                    <a:pt x="360750" y="534997"/>
                    <a:pt x="368193" y="553132"/>
                    <a:pt x="366480" y="575457"/>
                  </a:cubicBezTo>
                  <a:cubicBezTo>
                    <a:pt x="364855" y="597783"/>
                    <a:pt x="365626" y="638158"/>
                    <a:pt x="368961" y="647311"/>
                  </a:cubicBezTo>
                  <a:cubicBezTo>
                    <a:pt x="369304" y="648251"/>
                    <a:pt x="369646" y="649449"/>
                    <a:pt x="369989" y="650818"/>
                  </a:cubicBezTo>
                  <a:cubicBezTo>
                    <a:pt x="371613" y="648765"/>
                    <a:pt x="373666" y="647139"/>
                    <a:pt x="376404" y="646113"/>
                  </a:cubicBezTo>
                  <a:lnTo>
                    <a:pt x="376747" y="643889"/>
                  </a:lnTo>
                  <a:lnTo>
                    <a:pt x="376575" y="644403"/>
                  </a:lnTo>
                  <a:lnTo>
                    <a:pt x="376747" y="643119"/>
                  </a:lnTo>
                  <a:lnTo>
                    <a:pt x="376747" y="643119"/>
                  </a:lnTo>
                  <a:close/>
                  <a:moveTo>
                    <a:pt x="179663" y="144167"/>
                  </a:moveTo>
                  <a:cubicBezTo>
                    <a:pt x="176583" y="141173"/>
                    <a:pt x="175814" y="133988"/>
                    <a:pt x="173077" y="133133"/>
                  </a:cubicBezTo>
                  <a:lnTo>
                    <a:pt x="172306" y="133133"/>
                  </a:lnTo>
                  <a:cubicBezTo>
                    <a:pt x="172477" y="137238"/>
                    <a:pt x="173162" y="141088"/>
                    <a:pt x="169482" y="141344"/>
                  </a:cubicBezTo>
                  <a:lnTo>
                    <a:pt x="167943" y="141344"/>
                  </a:lnTo>
                  <a:cubicBezTo>
                    <a:pt x="167943" y="141344"/>
                    <a:pt x="165976" y="140233"/>
                    <a:pt x="165976" y="140233"/>
                  </a:cubicBezTo>
                  <a:cubicBezTo>
                    <a:pt x="164351" y="138778"/>
                    <a:pt x="163153" y="135870"/>
                    <a:pt x="163666" y="130909"/>
                  </a:cubicBezTo>
                  <a:lnTo>
                    <a:pt x="163666" y="127658"/>
                  </a:lnTo>
                  <a:cubicBezTo>
                    <a:pt x="163067" y="121414"/>
                    <a:pt x="162298" y="123552"/>
                    <a:pt x="160160" y="127059"/>
                  </a:cubicBezTo>
                  <a:cubicBezTo>
                    <a:pt x="157936" y="130823"/>
                    <a:pt x="159047" y="135699"/>
                    <a:pt x="160502" y="141601"/>
                  </a:cubicBezTo>
                  <a:cubicBezTo>
                    <a:pt x="161442" y="145193"/>
                    <a:pt x="161956" y="147589"/>
                    <a:pt x="167943" y="158452"/>
                  </a:cubicBezTo>
                  <a:cubicBezTo>
                    <a:pt x="168971" y="160249"/>
                    <a:pt x="169482" y="162216"/>
                    <a:pt x="169654" y="164184"/>
                  </a:cubicBezTo>
                  <a:cubicBezTo>
                    <a:pt x="171452" y="161788"/>
                    <a:pt x="174273" y="158709"/>
                    <a:pt x="178208" y="156656"/>
                  </a:cubicBezTo>
                  <a:cubicBezTo>
                    <a:pt x="179406" y="154945"/>
                    <a:pt x="180860" y="152978"/>
                    <a:pt x="181374" y="152635"/>
                  </a:cubicBezTo>
                  <a:cubicBezTo>
                    <a:pt x="181374" y="152635"/>
                    <a:pt x="182485" y="147161"/>
                    <a:pt x="179492" y="144081"/>
                  </a:cubicBezTo>
                  <a:lnTo>
                    <a:pt x="179492" y="144081"/>
                  </a:lnTo>
                  <a:close/>
                  <a:moveTo>
                    <a:pt x="124574" y="174363"/>
                  </a:moveTo>
                  <a:cubicBezTo>
                    <a:pt x="127398" y="177100"/>
                    <a:pt x="131075" y="181035"/>
                    <a:pt x="135352" y="184884"/>
                  </a:cubicBezTo>
                  <a:cubicBezTo>
                    <a:pt x="131675" y="181206"/>
                    <a:pt x="127655" y="177185"/>
                    <a:pt x="124574" y="174363"/>
                  </a:cubicBezTo>
                  <a:lnTo>
                    <a:pt x="124574" y="174363"/>
                  </a:lnTo>
                  <a:close/>
                  <a:moveTo>
                    <a:pt x="456896" y="731482"/>
                  </a:moveTo>
                  <a:lnTo>
                    <a:pt x="461002" y="726948"/>
                  </a:lnTo>
                  <a:lnTo>
                    <a:pt x="470926" y="728146"/>
                  </a:lnTo>
                  <a:lnTo>
                    <a:pt x="472550" y="730198"/>
                  </a:lnTo>
                  <a:lnTo>
                    <a:pt x="480762" y="732251"/>
                  </a:lnTo>
                  <a:lnTo>
                    <a:pt x="481618" y="735929"/>
                  </a:lnTo>
                  <a:cubicBezTo>
                    <a:pt x="481618" y="735929"/>
                    <a:pt x="506338" y="736358"/>
                    <a:pt x="509673" y="740463"/>
                  </a:cubicBezTo>
                  <a:cubicBezTo>
                    <a:pt x="513010" y="744569"/>
                    <a:pt x="512582" y="755090"/>
                    <a:pt x="512582" y="799229"/>
                  </a:cubicBezTo>
                  <a:cubicBezTo>
                    <a:pt x="512582" y="843367"/>
                    <a:pt x="509333" y="948752"/>
                    <a:pt x="509333" y="948752"/>
                  </a:cubicBezTo>
                  <a:lnTo>
                    <a:pt x="489145" y="948752"/>
                  </a:lnTo>
                  <a:cubicBezTo>
                    <a:pt x="489145" y="948752"/>
                    <a:pt x="489145" y="953542"/>
                    <a:pt x="485810" y="953542"/>
                  </a:cubicBezTo>
                  <a:cubicBezTo>
                    <a:pt x="482472" y="953542"/>
                    <a:pt x="482900" y="948923"/>
                    <a:pt x="482900" y="948923"/>
                  </a:cubicBezTo>
                  <a:lnTo>
                    <a:pt x="461002" y="948068"/>
                  </a:lnTo>
                  <a:cubicBezTo>
                    <a:pt x="461002" y="948068"/>
                    <a:pt x="461002" y="952174"/>
                    <a:pt x="457667" y="952601"/>
                  </a:cubicBezTo>
                  <a:cubicBezTo>
                    <a:pt x="454329" y="953029"/>
                    <a:pt x="452277" y="947640"/>
                    <a:pt x="452277" y="947640"/>
                  </a:cubicBezTo>
                  <a:lnTo>
                    <a:pt x="371185" y="945501"/>
                  </a:lnTo>
                  <a:cubicBezTo>
                    <a:pt x="373238" y="960385"/>
                    <a:pt x="374777" y="971848"/>
                    <a:pt x="375120" y="975697"/>
                  </a:cubicBezTo>
                  <a:cubicBezTo>
                    <a:pt x="376319" y="989297"/>
                    <a:pt x="386240" y="1061151"/>
                    <a:pt x="386240" y="1075949"/>
                  </a:cubicBezTo>
                  <a:cubicBezTo>
                    <a:pt x="386240" y="1090748"/>
                    <a:pt x="375120" y="1140361"/>
                    <a:pt x="376319" y="1150197"/>
                  </a:cubicBezTo>
                  <a:cubicBezTo>
                    <a:pt x="377601" y="1160120"/>
                    <a:pt x="394880" y="1174918"/>
                    <a:pt x="386240" y="1181163"/>
                  </a:cubicBezTo>
                  <a:cubicBezTo>
                    <a:pt x="377601" y="1187322"/>
                    <a:pt x="366395" y="1192283"/>
                    <a:pt x="366395" y="1197244"/>
                  </a:cubicBezTo>
                  <a:cubicBezTo>
                    <a:pt x="366395" y="1202205"/>
                    <a:pt x="374608" y="1215806"/>
                    <a:pt x="384958" y="1220767"/>
                  </a:cubicBezTo>
                  <a:cubicBezTo>
                    <a:pt x="390689" y="1223505"/>
                    <a:pt x="414640" y="1229407"/>
                    <a:pt x="412159" y="1243008"/>
                  </a:cubicBezTo>
                  <a:cubicBezTo>
                    <a:pt x="411988" y="1244034"/>
                    <a:pt x="411988" y="1246686"/>
                    <a:pt x="409079" y="1248739"/>
                  </a:cubicBezTo>
                  <a:lnTo>
                    <a:pt x="408481" y="1251219"/>
                  </a:lnTo>
                  <a:cubicBezTo>
                    <a:pt x="376319" y="1251818"/>
                    <a:pt x="365027" y="1251648"/>
                    <a:pt x="365027" y="1251648"/>
                  </a:cubicBezTo>
                  <a:cubicBezTo>
                    <a:pt x="365027" y="1251648"/>
                    <a:pt x="363316" y="1251818"/>
                    <a:pt x="340221" y="1251818"/>
                  </a:cubicBezTo>
                  <a:cubicBezTo>
                    <a:pt x="331582" y="1251818"/>
                    <a:pt x="332093" y="1252075"/>
                    <a:pt x="329357" y="1250963"/>
                  </a:cubicBezTo>
                  <a:cubicBezTo>
                    <a:pt x="326534" y="1249765"/>
                    <a:pt x="323796" y="1247969"/>
                    <a:pt x="322856" y="1247969"/>
                  </a:cubicBezTo>
                  <a:cubicBezTo>
                    <a:pt x="319776" y="1247969"/>
                    <a:pt x="321743" y="1250621"/>
                    <a:pt x="320803" y="1250621"/>
                  </a:cubicBezTo>
                  <a:cubicBezTo>
                    <a:pt x="308570" y="1250193"/>
                    <a:pt x="284449" y="1249680"/>
                    <a:pt x="283336" y="1249081"/>
                  </a:cubicBezTo>
                  <a:cubicBezTo>
                    <a:pt x="280855" y="1246344"/>
                    <a:pt x="284192" y="1248311"/>
                    <a:pt x="281968" y="1243350"/>
                  </a:cubicBezTo>
                  <a:cubicBezTo>
                    <a:pt x="278717" y="1235908"/>
                    <a:pt x="282739" y="1224617"/>
                    <a:pt x="285560" y="1216148"/>
                  </a:cubicBezTo>
                  <a:cubicBezTo>
                    <a:pt x="290522" y="1201265"/>
                    <a:pt x="288212" y="1158922"/>
                    <a:pt x="286930" y="1141643"/>
                  </a:cubicBezTo>
                  <a:cubicBezTo>
                    <a:pt x="285731" y="1124279"/>
                    <a:pt x="269565" y="1083477"/>
                    <a:pt x="272046" y="1054992"/>
                  </a:cubicBezTo>
                  <a:cubicBezTo>
                    <a:pt x="274525" y="1026507"/>
                    <a:pt x="280258" y="984422"/>
                    <a:pt x="273671" y="943534"/>
                  </a:cubicBezTo>
                  <a:cubicBezTo>
                    <a:pt x="267084" y="902646"/>
                    <a:pt x="239883" y="759025"/>
                    <a:pt x="226282" y="739266"/>
                  </a:cubicBezTo>
                  <a:cubicBezTo>
                    <a:pt x="212680" y="719506"/>
                    <a:pt x="206436" y="759111"/>
                    <a:pt x="205239" y="785115"/>
                  </a:cubicBezTo>
                  <a:cubicBezTo>
                    <a:pt x="203955" y="811119"/>
                    <a:pt x="185394" y="895290"/>
                    <a:pt x="185394" y="895290"/>
                  </a:cubicBezTo>
                  <a:cubicBezTo>
                    <a:pt x="185394" y="895290"/>
                    <a:pt x="171792" y="950976"/>
                    <a:pt x="169313" y="959701"/>
                  </a:cubicBezTo>
                  <a:cubicBezTo>
                    <a:pt x="166832" y="968341"/>
                    <a:pt x="146987" y="1097078"/>
                    <a:pt x="145790" y="1110764"/>
                  </a:cubicBezTo>
                  <a:cubicBezTo>
                    <a:pt x="145191" y="1117436"/>
                    <a:pt x="140828" y="1177142"/>
                    <a:pt x="135438" y="1196132"/>
                  </a:cubicBezTo>
                  <a:cubicBezTo>
                    <a:pt x="120640" y="1198100"/>
                    <a:pt x="117904" y="1197928"/>
                    <a:pt x="122267" y="1208108"/>
                  </a:cubicBezTo>
                  <a:cubicBezTo>
                    <a:pt x="130906" y="1228552"/>
                    <a:pt x="131931" y="1233256"/>
                    <a:pt x="126372" y="1241126"/>
                  </a:cubicBezTo>
                  <a:cubicBezTo>
                    <a:pt x="125345" y="1242580"/>
                    <a:pt x="127740" y="1243692"/>
                    <a:pt x="126970" y="1244975"/>
                  </a:cubicBezTo>
                  <a:lnTo>
                    <a:pt x="126201" y="1250963"/>
                  </a:lnTo>
                  <a:cubicBezTo>
                    <a:pt x="116705" y="1250963"/>
                    <a:pt x="55973" y="1251476"/>
                    <a:pt x="40747" y="1249509"/>
                  </a:cubicBezTo>
                  <a:lnTo>
                    <a:pt x="40233" y="1243436"/>
                  </a:lnTo>
                  <a:cubicBezTo>
                    <a:pt x="39377" y="1240271"/>
                    <a:pt x="43228" y="1239415"/>
                    <a:pt x="42714" y="1238132"/>
                  </a:cubicBezTo>
                  <a:cubicBezTo>
                    <a:pt x="32962" y="1216747"/>
                    <a:pt x="62218" y="1217346"/>
                    <a:pt x="54261" y="1197415"/>
                  </a:cubicBezTo>
                  <a:cubicBezTo>
                    <a:pt x="51782" y="1191257"/>
                    <a:pt x="48102" y="1178853"/>
                    <a:pt x="50583" y="1175090"/>
                  </a:cubicBezTo>
                  <a:cubicBezTo>
                    <a:pt x="53064" y="1171411"/>
                    <a:pt x="70429" y="986903"/>
                    <a:pt x="75389" y="928736"/>
                  </a:cubicBezTo>
                  <a:cubicBezTo>
                    <a:pt x="80008" y="873990"/>
                    <a:pt x="79240" y="704280"/>
                    <a:pt x="79154" y="684264"/>
                  </a:cubicBezTo>
                  <a:cubicBezTo>
                    <a:pt x="50498" y="677164"/>
                    <a:pt x="12519" y="666215"/>
                    <a:pt x="12519" y="666215"/>
                  </a:cubicBezTo>
                  <a:cubicBezTo>
                    <a:pt x="12519" y="666215"/>
                    <a:pt x="54347" y="523278"/>
                    <a:pt x="64868" y="499755"/>
                  </a:cubicBezTo>
                  <a:cubicBezTo>
                    <a:pt x="75389" y="476232"/>
                    <a:pt x="93952" y="423625"/>
                    <a:pt x="94552" y="403181"/>
                  </a:cubicBezTo>
                  <a:cubicBezTo>
                    <a:pt x="95149" y="382737"/>
                    <a:pt x="93353" y="348692"/>
                    <a:pt x="93353" y="348692"/>
                  </a:cubicBezTo>
                  <a:cubicBezTo>
                    <a:pt x="93353" y="348692"/>
                    <a:pt x="84029" y="370932"/>
                    <a:pt x="67948" y="372815"/>
                  </a:cubicBezTo>
                  <a:cubicBezTo>
                    <a:pt x="51866" y="374696"/>
                    <a:pt x="26461" y="366057"/>
                    <a:pt x="19020" y="364774"/>
                  </a:cubicBezTo>
                  <a:cubicBezTo>
                    <a:pt x="11577" y="363576"/>
                    <a:pt x="2937" y="348692"/>
                    <a:pt x="458" y="331328"/>
                  </a:cubicBezTo>
                  <a:cubicBezTo>
                    <a:pt x="-2023" y="314048"/>
                    <a:pt x="5418" y="291124"/>
                    <a:pt x="26461" y="272562"/>
                  </a:cubicBezTo>
                  <a:cubicBezTo>
                    <a:pt x="47505" y="254000"/>
                    <a:pt x="40747" y="267002"/>
                    <a:pt x="45621" y="247841"/>
                  </a:cubicBezTo>
                  <a:cubicBezTo>
                    <a:pt x="49727" y="232102"/>
                    <a:pt x="51782" y="236721"/>
                    <a:pt x="55545" y="234839"/>
                  </a:cubicBezTo>
                  <a:cubicBezTo>
                    <a:pt x="59223" y="232957"/>
                    <a:pt x="56742" y="204472"/>
                    <a:pt x="67263" y="204472"/>
                  </a:cubicBezTo>
                  <a:cubicBezTo>
                    <a:pt x="77784" y="204472"/>
                    <a:pt x="73422" y="206354"/>
                    <a:pt x="77784" y="204472"/>
                  </a:cubicBezTo>
                  <a:cubicBezTo>
                    <a:pt x="82147" y="202591"/>
                    <a:pt x="88306" y="198913"/>
                    <a:pt x="90786" y="198314"/>
                  </a:cubicBezTo>
                  <a:cubicBezTo>
                    <a:pt x="93267" y="197715"/>
                    <a:pt x="116191" y="173593"/>
                    <a:pt x="119272" y="171112"/>
                  </a:cubicBezTo>
                  <a:cubicBezTo>
                    <a:pt x="116620" y="171454"/>
                    <a:pt x="126287" y="161617"/>
                    <a:pt x="126287" y="161617"/>
                  </a:cubicBezTo>
                  <a:lnTo>
                    <a:pt x="127483" y="163413"/>
                  </a:lnTo>
                  <a:lnTo>
                    <a:pt x="127483" y="163157"/>
                  </a:lnTo>
                  <a:cubicBezTo>
                    <a:pt x="128511" y="158452"/>
                    <a:pt x="126458" y="157426"/>
                    <a:pt x="124234" y="153320"/>
                  </a:cubicBezTo>
                  <a:cubicBezTo>
                    <a:pt x="123463" y="151866"/>
                    <a:pt x="123206" y="150155"/>
                    <a:pt x="123206" y="148188"/>
                  </a:cubicBezTo>
                  <a:cubicBezTo>
                    <a:pt x="122949" y="145621"/>
                    <a:pt x="123549" y="142542"/>
                    <a:pt x="123720" y="139634"/>
                  </a:cubicBezTo>
                  <a:lnTo>
                    <a:pt x="123720" y="138949"/>
                  </a:lnTo>
                  <a:cubicBezTo>
                    <a:pt x="123720" y="138949"/>
                    <a:pt x="123720" y="138692"/>
                    <a:pt x="123720" y="138692"/>
                  </a:cubicBezTo>
                  <a:lnTo>
                    <a:pt x="123720" y="136298"/>
                  </a:lnTo>
                  <a:cubicBezTo>
                    <a:pt x="122267" y="125861"/>
                    <a:pt x="126372" y="123125"/>
                    <a:pt x="126372" y="123125"/>
                  </a:cubicBezTo>
                  <a:cubicBezTo>
                    <a:pt x="127398" y="121499"/>
                    <a:pt x="128340" y="119959"/>
                    <a:pt x="129108" y="118505"/>
                  </a:cubicBezTo>
                  <a:cubicBezTo>
                    <a:pt x="130392" y="115426"/>
                    <a:pt x="131589" y="111149"/>
                    <a:pt x="133214" y="105931"/>
                  </a:cubicBezTo>
                  <a:cubicBezTo>
                    <a:pt x="135523" y="98318"/>
                    <a:pt x="139032" y="97463"/>
                    <a:pt x="142881" y="97890"/>
                  </a:cubicBezTo>
                  <a:cubicBezTo>
                    <a:pt x="146815" y="97890"/>
                    <a:pt x="150921" y="98917"/>
                    <a:pt x="150921" y="98917"/>
                  </a:cubicBezTo>
                  <a:cubicBezTo>
                    <a:pt x="150921" y="98917"/>
                    <a:pt x="150921" y="95923"/>
                    <a:pt x="152291" y="92330"/>
                  </a:cubicBezTo>
                  <a:cubicBezTo>
                    <a:pt x="153659" y="88738"/>
                    <a:pt x="161613" y="89850"/>
                    <a:pt x="161613" y="89850"/>
                  </a:cubicBezTo>
                  <a:cubicBezTo>
                    <a:pt x="150921" y="66497"/>
                    <a:pt x="152546" y="50330"/>
                    <a:pt x="152803" y="43316"/>
                  </a:cubicBezTo>
                  <a:cubicBezTo>
                    <a:pt x="152888" y="40322"/>
                    <a:pt x="160246" y="4566"/>
                    <a:pt x="203698" y="375"/>
                  </a:cubicBezTo>
                  <a:cubicBezTo>
                    <a:pt x="247153" y="-3731"/>
                    <a:pt x="259813" y="27063"/>
                    <a:pt x="262551" y="34249"/>
                  </a:cubicBezTo>
                  <a:cubicBezTo>
                    <a:pt x="265288" y="41434"/>
                    <a:pt x="263918" y="73341"/>
                    <a:pt x="263918" y="73341"/>
                  </a:cubicBezTo>
                  <a:cubicBezTo>
                    <a:pt x="269137" y="68122"/>
                    <a:pt x="270248" y="71972"/>
                    <a:pt x="270248" y="71972"/>
                  </a:cubicBezTo>
                  <a:cubicBezTo>
                    <a:pt x="272729" y="80269"/>
                    <a:pt x="269737" y="99772"/>
                    <a:pt x="268024" y="104135"/>
                  </a:cubicBezTo>
                  <a:cubicBezTo>
                    <a:pt x="266399" y="108497"/>
                    <a:pt x="260926" y="109352"/>
                    <a:pt x="260926" y="109352"/>
                  </a:cubicBezTo>
                  <a:cubicBezTo>
                    <a:pt x="260926" y="115169"/>
                    <a:pt x="259299" y="140147"/>
                    <a:pt x="258959" y="143141"/>
                  </a:cubicBezTo>
                  <a:cubicBezTo>
                    <a:pt x="258702" y="146135"/>
                    <a:pt x="263662" y="149984"/>
                    <a:pt x="263662" y="149984"/>
                  </a:cubicBezTo>
                  <a:lnTo>
                    <a:pt x="263492" y="150326"/>
                  </a:lnTo>
                  <a:lnTo>
                    <a:pt x="264004" y="150754"/>
                  </a:lnTo>
                  <a:lnTo>
                    <a:pt x="263662" y="149984"/>
                  </a:lnTo>
                  <a:cubicBezTo>
                    <a:pt x="272729" y="149813"/>
                    <a:pt x="282908" y="171198"/>
                    <a:pt x="296938" y="175304"/>
                  </a:cubicBezTo>
                  <a:cubicBezTo>
                    <a:pt x="310965" y="179409"/>
                    <a:pt x="373666" y="195918"/>
                    <a:pt x="387694" y="206696"/>
                  </a:cubicBezTo>
                  <a:cubicBezTo>
                    <a:pt x="391802" y="213283"/>
                    <a:pt x="391031" y="228937"/>
                    <a:pt x="395907" y="240485"/>
                  </a:cubicBezTo>
                  <a:cubicBezTo>
                    <a:pt x="395907" y="240485"/>
                    <a:pt x="400867" y="267686"/>
                    <a:pt x="406600" y="295743"/>
                  </a:cubicBezTo>
                  <a:cubicBezTo>
                    <a:pt x="412330" y="323800"/>
                    <a:pt x="421484" y="367511"/>
                    <a:pt x="420627" y="392317"/>
                  </a:cubicBezTo>
                  <a:cubicBezTo>
                    <a:pt x="419771" y="417038"/>
                    <a:pt x="432176" y="485556"/>
                    <a:pt x="434655" y="515238"/>
                  </a:cubicBezTo>
                  <a:cubicBezTo>
                    <a:pt x="437136" y="544920"/>
                    <a:pt x="441242" y="624215"/>
                    <a:pt x="439617" y="637388"/>
                  </a:cubicBezTo>
                  <a:cubicBezTo>
                    <a:pt x="438078" y="649877"/>
                    <a:pt x="434229" y="647567"/>
                    <a:pt x="431063" y="647311"/>
                  </a:cubicBezTo>
                  <a:cubicBezTo>
                    <a:pt x="430378" y="651844"/>
                    <a:pt x="429952" y="658003"/>
                    <a:pt x="430977" y="663820"/>
                  </a:cubicBezTo>
                  <a:cubicBezTo>
                    <a:pt x="432688" y="672972"/>
                    <a:pt x="431834" y="688883"/>
                    <a:pt x="430635" y="697266"/>
                  </a:cubicBezTo>
                  <a:cubicBezTo>
                    <a:pt x="430294" y="700260"/>
                    <a:pt x="429866" y="702484"/>
                    <a:pt x="429267" y="703425"/>
                  </a:cubicBezTo>
                  <a:cubicBezTo>
                    <a:pt x="427214" y="706675"/>
                    <a:pt x="435083" y="716597"/>
                    <a:pt x="435854" y="729428"/>
                  </a:cubicBezTo>
                  <a:lnTo>
                    <a:pt x="456468" y="731482"/>
                  </a:lnTo>
                  <a:lnTo>
                    <a:pt x="456468" y="731482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62CAB094-15BE-215C-9EBF-1DAE1859388E}"/>
                </a:ext>
              </a:extLst>
            </p:cNvPr>
            <p:cNvSpPr/>
            <p:nvPr/>
          </p:nvSpPr>
          <p:spPr>
            <a:xfrm>
              <a:off x="12533693" y="4084462"/>
              <a:ext cx="470674" cy="1246116"/>
            </a:xfrm>
            <a:custGeom>
              <a:avLst/>
              <a:gdLst>
                <a:gd name="connsiteX0" fmla="*/ 363543 w 470674"/>
                <a:gd name="connsiteY0" fmla="*/ 420934 h 1246116"/>
                <a:gd name="connsiteX1" fmla="*/ 379195 w 470674"/>
                <a:gd name="connsiteY1" fmla="*/ 421361 h 1246116"/>
                <a:gd name="connsiteX2" fmla="*/ 380052 w 470674"/>
                <a:gd name="connsiteY2" fmla="*/ 420677 h 1246116"/>
                <a:gd name="connsiteX3" fmla="*/ 381248 w 470674"/>
                <a:gd name="connsiteY3" fmla="*/ 415630 h 1246116"/>
                <a:gd name="connsiteX4" fmla="*/ 370128 w 470674"/>
                <a:gd name="connsiteY4" fmla="*/ 396640 h 1246116"/>
                <a:gd name="connsiteX5" fmla="*/ 361062 w 470674"/>
                <a:gd name="connsiteY5" fmla="*/ 420164 h 1246116"/>
                <a:gd name="connsiteX6" fmla="*/ 363543 w 470674"/>
                <a:gd name="connsiteY6" fmla="*/ 421019 h 1246116"/>
                <a:gd name="connsiteX7" fmla="*/ 363543 w 470674"/>
                <a:gd name="connsiteY7" fmla="*/ 421019 h 1246116"/>
                <a:gd name="connsiteX8" fmla="*/ 217526 w 470674"/>
                <a:gd name="connsiteY8" fmla="*/ 101872 h 1246116"/>
                <a:gd name="connsiteX9" fmla="*/ 217098 w 470674"/>
                <a:gd name="connsiteY9" fmla="*/ 95028 h 1246116"/>
                <a:gd name="connsiteX10" fmla="*/ 208972 w 470674"/>
                <a:gd name="connsiteY10" fmla="*/ 106747 h 1246116"/>
                <a:gd name="connsiteX11" fmla="*/ 207688 w 470674"/>
                <a:gd name="connsiteY11" fmla="*/ 115643 h 1246116"/>
                <a:gd name="connsiteX12" fmla="*/ 211197 w 470674"/>
                <a:gd name="connsiteY12" fmla="*/ 113761 h 1246116"/>
                <a:gd name="connsiteX13" fmla="*/ 218126 w 470674"/>
                <a:gd name="connsiteY13" fmla="*/ 113162 h 1246116"/>
                <a:gd name="connsiteX14" fmla="*/ 218552 w 470674"/>
                <a:gd name="connsiteY14" fmla="*/ 109313 h 1246116"/>
                <a:gd name="connsiteX15" fmla="*/ 217526 w 470674"/>
                <a:gd name="connsiteY15" fmla="*/ 106149 h 1246116"/>
                <a:gd name="connsiteX16" fmla="*/ 217526 w 470674"/>
                <a:gd name="connsiteY16" fmla="*/ 101786 h 1246116"/>
                <a:gd name="connsiteX17" fmla="*/ 217526 w 470674"/>
                <a:gd name="connsiteY17" fmla="*/ 101786 h 1246116"/>
                <a:gd name="connsiteX18" fmla="*/ 463110 w 470674"/>
                <a:gd name="connsiteY18" fmla="*/ 1227144 h 1246116"/>
                <a:gd name="connsiteX19" fmla="*/ 465677 w 470674"/>
                <a:gd name="connsiteY19" fmla="*/ 1231421 h 1246116"/>
                <a:gd name="connsiteX20" fmla="*/ 469012 w 470674"/>
                <a:gd name="connsiteY20" fmla="*/ 1234671 h 1246116"/>
                <a:gd name="connsiteX21" fmla="*/ 469954 w 470674"/>
                <a:gd name="connsiteY21" fmla="*/ 1243396 h 1246116"/>
                <a:gd name="connsiteX22" fmla="*/ 411187 w 470674"/>
                <a:gd name="connsiteY22" fmla="*/ 1245107 h 1246116"/>
                <a:gd name="connsiteX23" fmla="*/ 371669 w 470674"/>
                <a:gd name="connsiteY23" fmla="*/ 1243909 h 1246116"/>
                <a:gd name="connsiteX24" fmla="*/ 368674 w 470674"/>
                <a:gd name="connsiteY24" fmla="*/ 1241001 h 1246116"/>
                <a:gd name="connsiteX25" fmla="*/ 367221 w 470674"/>
                <a:gd name="connsiteY25" fmla="*/ 1243653 h 1246116"/>
                <a:gd name="connsiteX26" fmla="*/ 352679 w 470674"/>
                <a:gd name="connsiteY26" fmla="*/ 1243567 h 1246116"/>
                <a:gd name="connsiteX27" fmla="*/ 350626 w 470674"/>
                <a:gd name="connsiteY27" fmla="*/ 1238178 h 1246116"/>
                <a:gd name="connsiteX28" fmla="*/ 351481 w 470674"/>
                <a:gd name="connsiteY28" fmla="*/ 1220643 h 1246116"/>
                <a:gd name="connsiteX29" fmla="*/ 330353 w 470674"/>
                <a:gd name="connsiteY29" fmla="*/ 1193099 h 1246116"/>
                <a:gd name="connsiteX30" fmla="*/ 334458 w 470674"/>
                <a:gd name="connsiteY30" fmla="*/ 1154350 h 1246116"/>
                <a:gd name="connsiteX31" fmla="*/ 297335 w 470674"/>
                <a:gd name="connsiteY31" fmla="*/ 1005853 h 1246116"/>
                <a:gd name="connsiteX32" fmla="*/ 289893 w 470674"/>
                <a:gd name="connsiteY32" fmla="*/ 954700 h 1246116"/>
                <a:gd name="connsiteX33" fmla="*/ 273384 w 470674"/>
                <a:gd name="connsiteY33" fmla="*/ 873010 h 1246116"/>
                <a:gd name="connsiteX34" fmla="*/ 241221 w 470674"/>
                <a:gd name="connsiteY34" fmla="*/ 728619 h 1246116"/>
                <a:gd name="connsiteX35" fmla="*/ 228048 w 470674"/>
                <a:gd name="connsiteY35" fmla="*/ 690640 h 1246116"/>
                <a:gd name="connsiteX36" fmla="*/ 221461 w 470674"/>
                <a:gd name="connsiteY36" fmla="*/ 725283 h 1246116"/>
                <a:gd name="connsiteX37" fmla="*/ 227191 w 470674"/>
                <a:gd name="connsiteY37" fmla="*/ 849829 h 1246116"/>
                <a:gd name="connsiteX38" fmla="*/ 215645 w 470674"/>
                <a:gd name="connsiteY38" fmla="*/ 952134 h 1246116"/>
                <a:gd name="connsiteX39" fmla="*/ 210683 w 470674"/>
                <a:gd name="connsiteY39" fmla="*/ 1024757 h 1246116"/>
                <a:gd name="connsiteX40" fmla="*/ 216499 w 470674"/>
                <a:gd name="connsiteY40" fmla="*/ 1115515 h 1246116"/>
                <a:gd name="connsiteX41" fmla="*/ 222232 w 470674"/>
                <a:gd name="connsiteY41" fmla="*/ 1206272 h 1246116"/>
                <a:gd name="connsiteX42" fmla="*/ 221375 w 470674"/>
                <a:gd name="connsiteY42" fmla="*/ 1245021 h 1246116"/>
                <a:gd name="connsiteX43" fmla="*/ 197424 w 470674"/>
                <a:gd name="connsiteY43" fmla="*/ 1244936 h 1246116"/>
                <a:gd name="connsiteX44" fmla="*/ 195542 w 470674"/>
                <a:gd name="connsiteY44" fmla="*/ 1241686 h 1246116"/>
                <a:gd name="connsiteX45" fmla="*/ 181087 w 470674"/>
                <a:gd name="connsiteY45" fmla="*/ 1244936 h 1246116"/>
                <a:gd name="connsiteX46" fmla="*/ 102134 w 470674"/>
                <a:gd name="connsiteY46" fmla="*/ 1244936 h 1246116"/>
                <a:gd name="connsiteX47" fmla="*/ 88960 w 470674"/>
                <a:gd name="connsiteY47" fmla="*/ 1235954 h 1246116"/>
                <a:gd name="connsiteX48" fmla="*/ 94179 w 470674"/>
                <a:gd name="connsiteY48" fmla="*/ 1228512 h 1246116"/>
                <a:gd name="connsiteX49" fmla="*/ 126171 w 470674"/>
                <a:gd name="connsiteY49" fmla="*/ 1219359 h 1246116"/>
                <a:gd name="connsiteX50" fmla="*/ 137204 w 470674"/>
                <a:gd name="connsiteY50" fmla="*/ 1198830 h 1246116"/>
                <a:gd name="connsiteX51" fmla="*/ 129763 w 470674"/>
                <a:gd name="connsiteY51" fmla="*/ 1182321 h 1246116"/>
                <a:gd name="connsiteX52" fmla="*/ 128138 w 470674"/>
                <a:gd name="connsiteY52" fmla="*/ 1107217 h 1246116"/>
                <a:gd name="connsiteX53" fmla="*/ 128992 w 470674"/>
                <a:gd name="connsiteY53" fmla="*/ 965307 h 1246116"/>
                <a:gd name="connsiteX54" fmla="*/ 92724 w 470674"/>
                <a:gd name="connsiteY54" fmla="*/ 733495 h 1246116"/>
                <a:gd name="connsiteX55" fmla="*/ 89388 w 470674"/>
                <a:gd name="connsiteY55" fmla="*/ 572595 h 1246116"/>
                <a:gd name="connsiteX56" fmla="*/ 103416 w 470674"/>
                <a:gd name="connsiteY56" fmla="*/ 546163 h 1246116"/>
                <a:gd name="connsiteX57" fmla="*/ 109232 w 470674"/>
                <a:gd name="connsiteY57" fmla="*/ 523923 h 1246116"/>
                <a:gd name="connsiteX58" fmla="*/ 108378 w 470674"/>
                <a:gd name="connsiteY58" fmla="*/ 520416 h 1246116"/>
                <a:gd name="connsiteX59" fmla="*/ 105469 w 470674"/>
                <a:gd name="connsiteY59" fmla="*/ 521100 h 1246116"/>
                <a:gd name="connsiteX60" fmla="*/ 98028 w 470674"/>
                <a:gd name="connsiteY60" fmla="*/ 523581 h 1246116"/>
                <a:gd name="connsiteX61" fmla="*/ 88789 w 470674"/>
                <a:gd name="connsiteY61" fmla="*/ 510579 h 1246116"/>
                <a:gd name="connsiteX62" fmla="*/ 56027 w 470674"/>
                <a:gd name="connsiteY62" fmla="*/ 495096 h 1246116"/>
                <a:gd name="connsiteX63" fmla="*/ 39347 w 470674"/>
                <a:gd name="connsiteY63" fmla="*/ 456775 h 1246116"/>
                <a:gd name="connsiteX64" fmla="*/ 40546 w 470674"/>
                <a:gd name="connsiteY64" fmla="*/ 438212 h 1246116"/>
                <a:gd name="connsiteX65" fmla="*/ 43710 w 470674"/>
                <a:gd name="connsiteY65" fmla="*/ 427777 h 1246116"/>
                <a:gd name="connsiteX66" fmla="*/ 24720 w 470674"/>
                <a:gd name="connsiteY66" fmla="*/ 422987 h 1246116"/>
                <a:gd name="connsiteX67" fmla="*/ 13599 w 470674"/>
                <a:gd name="connsiteY67" fmla="*/ 413920 h 1246116"/>
                <a:gd name="connsiteX68" fmla="*/ 0 w 470674"/>
                <a:gd name="connsiteY68" fmla="*/ 265423 h 1246116"/>
                <a:gd name="connsiteX69" fmla="*/ 3335 w 470674"/>
                <a:gd name="connsiteY69" fmla="*/ 262515 h 1246116"/>
                <a:gd name="connsiteX70" fmla="*/ 84598 w 470674"/>
                <a:gd name="connsiteY70" fmla="*/ 279280 h 1246116"/>
                <a:gd name="connsiteX71" fmla="*/ 84598 w 470674"/>
                <a:gd name="connsiteY71" fmla="*/ 277997 h 1246116"/>
                <a:gd name="connsiteX72" fmla="*/ 109232 w 470674"/>
                <a:gd name="connsiteY72" fmla="*/ 225390 h 1246116"/>
                <a:gd name="connsiteX73" fmla="*/ 195885 w 470674"/>
                <a:gd name="connsiteY73" fmla="*/ 195708 h 1246116"/>
                <a:gd name="connsiteX74" fmla="*/ 215045 w 470674"/>
                <a:gd name="connsiteY74" fmla="*/ 183904 h 1246116"/>
                <a:gd name="connsiteX75" fmla="*/ 225567 w 470674"/>
                <a:gd name="connsiteY75" fmla="*/ 162262 h 1246116"/>
                <a:gd name="connsiteX76" fmla="*/ 228818 w 470674"/>
                <a:gd name="connsiteY76" fmla="*/ 162604 h 1246116"/>
                <a:gd name="connsiteX77" fmla="*/ 222914 w 470674"/>
                <a:gd name="connsiteY77" fmla="*/ 147721 h 1246116"/>
                <a:gd name="connsiteX78" fmla="*/ 219922 w 470674"/>
                <a:gd name="connsiteY78" fmla="*/ 132922 h 1246116"/>
                <a:gd name="connsiteX79" fmla="*/ 214703 w 470674"/>
                <a:gd name="connsiteY79" fmla="*/ 132922 h 1246116"/>
                <a:gd name="connsiteX80" fmla="*/ 207262 w 470674"/>
                <a:gd name="connsiteY80" fmla="*/ 120006 h 1246116"/>
                <a:gd name="connsiteX81" fmla="*/ 207262 w 470674"/>
                <a:gd name="connsiteY81" fmla="*/ 111880 h 1246116"/>
                <a:gd name="connsiteX82" fmla="*/ 214703 w 470674"/>
                <a:gd name="connsiteY82" fmla="*/ 91692 h 1246116"/>
                <a:gd name="connsiteX83" fmla="*/ 214104 w 470674"/>
                <a:gd name="connsiteY83" fmla="*/ 88784 h 1246116"/>
                <a:gd name="connsiteX84" fmla="*/ 216156 w 470674"/>
                <a:gd name="connsiteY84" fmla="*/ 79717 h 1246116"/>
                <a:gd name="connsiteX85" fmla="*/ 213678 w 470674"/>
                <a:gd name="connsiteY85" fmla="*/ 69366 h 1246116"/>
                <a:gd name="connsiteX86" fmla="*/ 216156 w 470674"/>
                <a:gd name="connsiteY86" fmla="*/ 48324 h 1246116"/>
                <a:gd name="connsiteX87" fmla="*/ 240879 w 470674"/>
                <a:gd name="connsiteY87" fmla="*/ 10430 h 1246116"/>
                <a:gd name="connsiteX88" fmla="*/ 254480 w 470674"/>
                <a:gd name="connsiteY88" fmla="*/ 6751 h 1246116"/>
                <a:gd name="connsiteX89" fmla="*/ 275094 w 470674"/>
                <a:gd name="connsiteY89" fmla="*/ 165 h 1246116"/>
                <a:gd name="connsiteX90" fmla="*/ 284588 w 470674"/>
                <a:gd name="connsiteY90" fmla="*/ 5126 h 1246116"/>
                <a:gd name="connsiteX91" fmla="*/ 308111 w 470674"/>
                <a:gd name="connsiteY91" fmla="*/ 5982 h 1246116"/>
                <a:gd name="connsiteX92" fmla="*/ 336597 w 470674"/>
                <a:gd name="connsiteY92" fmla="*/ 41053 h 1246116"/>
                <a:gd name="connsiteX93" fmla="*/ 335743 w 470674"/>
                <a:gd name="connsiteY93" fmla="*/ 84764 h 1246116"/>
                <a:gd name="connsiteX94" fmla="*/ 339420 w 470674"/>
                <a:gd name="connsiteY94" fmla="*/ 90922 h 1246116"/>
                <a:gd name="connsiteX95" fmla="*/ 328728 w 470674"/>
                <a:gd name="connsiteY95" fmla="*/ 125138 h 1246116"/>
                <a:gd name="connsiteX96" fmla="*/ 318378 w 470674"/>
                <a:gd name="connsiteY96" fmla="*/ 129672 h 1246116"/>
                <a:gd name="connsiteX97" fmla="*/ 314272 w 470674"/>
                <a:gd name="connsiteY97" fmla="*/ 156531 h 1246116"/>
                <a:gd name="connsiteX98" fmla="*/ 313245 w 470674"/>
                <a:gd name="connsiteY98" fmla="*/ 173810 h 1246116"/>
                <a:gd name="connsiteX99" fmla="*/ 318292 w 470674"/>
                <a:gd name="connsiteY99" fmla="*/ 193912 h 1246116"/>
                <a:gd name="connsiteX100" fmla="*/ 321627 w 470674"/>
                <a:gd name="connsiteY100" fmla="*/ 199472 h 1246116"/>
                <a:gd name="connsiteX101" fmla="*/ 321970 w 470674"/>
                <a:gd name="connsiteY101" fmla="*/ 198189 h 1246116"/>
                <a:gd name="connsiteX102" fmla="*/ 334458 w 470674"/>
                <a:gd name="connsiteY102" fmla="*/ 208026 h 1246116"/>
                <a:gd name="connsiteX103" fmla="*/ 362173 w 470674"/>
                <a:gd name="connsiteY103" fmla="*/ 222396 h 1246116"/>
                <a:gd name="connsiteX104" fmla="*/ 410418 w 470674"/>
                <a:gd name="connsiteY104" fmla="*/ 255158 h 1246116"/>
                <a:gd name="connsiteX105" fmla="*/ 426499 w 470674"/>
                <a:gd name="connsiteY105" fmla="*/ 282360 h 1246116"/>
                <a:gd name="connsiteX106" fmla="*/ 438902 w 470674"/>
                <a:gd name="connsiteY106" fmla="*/ 341125 h 1246116"/>
                <a:gd name="connsiteX107" fmla="*/ 453103 w 470674"/>
                <a:gd name="connsiteY107" fmla="*/ 411610 h 1246116"/>
                <a:gd name="connsiteX108" fmla="*/ 467986 w 470674"/>
                <a:gd name="connsiteY108" fmla="*/ 448135 h 1246116"/>
                <a:gd name="connsiteX109" fmla="*/ 440783 w 470674"/>
                <a:gd name="connsiteY109" fmla="*/ 505703 h 1246116"/>
                <a:gd name="connsiteX110" fmla="*/ 388777 w 470674"/>
                <a:gd name="connsiteY110" fmla="*/ 498261 h 1246116"/>
                <a:gd name="connsiteX111" fmla="*/ 349171 w 470674"/>
                <a:gd name="connsiteY111" fmla="*/ 490221 h 1246116"/>
                <a:gd name="connsiteX112" fmla="*/ 343612 w 470674"/>
                <a:gd name="connsiteY112" fmla="*/ 489622 h 1246116"/>
                <a:gd name="connsiteX113" fmla="*/ 352422 w 470674"/>
                <a:gd name="connsiteY113" fmla="*/ 503822 h 1246116"/>
                <a:gd name="connsiteX114" fmla="*/ 355329 w 470674"/>
                <a:gd name="connsiteY114" fmla="*/ 515626 h 1246116"/>
                <a:gd name="connsiteX115" fmla="*/ 340617 w 470674"/>
                <a:gd name="connsiteY115" fmla="*/ 523838 h 1246116"/>
                <a:gd name="connsiteX116" fmla="*/ 345921 w 470674"/>
                <a:gd name="connsiteY116" fmla="*/ 538893 h 1246116"/>
                <a:gd name="connsiteX117" fmla="*/ 367392 w 470674"/>
                <a:gd name="connsiteY117" fmla="*/ 570200 h 1246116"/>
                <a:gd name="connsiteX118" fmla="*/ 377314 w 470674"/>
                <a:gd name="connsiteY118" fmla="*/ 673361 h 1246116"/>
                <a:gd name="connsiteX119" fmla="*/ 390487 w 470674"/>
                <a:gd name="connsiteY119" fmla="*/ 821002 h 1246116"/>
                <a:gd name="connsiteX120" fmla="*/ 388862 w 470674"/>
                <a:gd name="connsiteY120" fmla="*/ 897731 h 1246116"/>
                <a:gd name="connsiteX121" fmla="*/ 402121 w 470674"/>
                <a:gd name="connsiteY121" fmla="*/ 950509 h 1246116"/>
                <a:gd name="connsiteX122" fmla="*/ 427698 w 470674"/>
                <a:gd name="connsiteY122" fmla="*/ 1149303 h 1246116"/>
                <a:gd name="connsiteX123" fmla="*/ 432657 w 470674"/>
                <a:gd name="connsiteY123" fmla="*/ 1178215 h 1246116"/>
                <a:gd name="connsiteX124" fmla="*/ 428723 w 470674"/>
                <a:gd name="connsiteY124" fmla="*/ 1203621 h 1246116"/>
                <a:gd name="connsiteX125" fmla="*/ 435138 w 470674"/>
                <a:gd name="connsiteY125" fmla="*/ 1213457 h 1246116"/>
                <a:gd name="connsiteX126" fmla="*/ 463196 w 470674"/>
                <a:gd name="connsiteY126" fmla="*/ 1227058 h 1246116"/>
                <a:gd name="connsiteX127" fmla="*/ 463196 w 470674"/>
                <a:gd name="connsiteY127" fmla="*/ 1227058 h 1246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</a:cxnLst>
              <a:rect l="l" t="t" r="r" b="b"/>
              <a:pathLst>
                <a:path w="470674" h="1246116">
                  <a:moveTo>
                    <a:pt x="363543" y="420934"/>
                  </a:moveTo>
                  <a:cubicBezTo>
                    <a:pt x="365596" y="419309"/>
                    <a:pt x="377999" y="421361"/>
                    <a:pt x="379195" y="421361"/>
                  </a:cubicBezTo>
                  <a:lnTo>
                    <a:pt x="380052" y="420677"/>
                  </a:lnTo>
                  <a:cubicBezTo>
                    <a:pt x="380820" y="419309"/>
                    <a:pt x="381248" y="416571"/>
                    <a:pt x="381248" y="415630"/>
                  </a:cubicBezTo>
                  <a:lnTo>
                    <a:pt x="370128" y="396640"/>
                  </a:lnTo>
                  <a:lnTo>
                    <a:pt x="361062" y="420164"/>
                  </a:lnTo>
                  <a:cubicBezTo>
                    <a:pt x="361062" y="420164"/>
                    <a:pt x="361490" y="422645"/>
                    <a:pt x="363543" y="421019"/>
                  </a:cubicBezTo>
                  <a:lnTo>
                    <a:pt x="363543" y="421019"/>
                  </a:lnTo>
                  <a:close/>
                  <a:moveTo>
                    <a:pt x="217526" y="101872"/>
                  </a:moveTo>
                  <a:cubicBezTo>
                    <a:pt x="217869" y="100417"/>
                    <a:pt x="217098" y="95028"/>
                    <a:pt x="217098" y="95028"/>
                  </a:cubicBezTo>
                  <a:cubicBezTo>
                    <a:pt x="216156" y="88955"/>
                    <a:pt x="210683" y="102128"/>
                    <a:pt x="208972" y="106747"/>
                  </a:cubicBezTo>
                  <a:cubicBezTo>
                    <a:pt x="207348" y="111366"/>
                    <a:pt x="207688" y="115643"/>
                    <a:pt x="207688" y="115643"/>
                  </a:cubicBezTo>
                  <a:cubicBezTo>
                    <a:pt x="207688" y="115643"/>
                    <a:pt x="209912" y="114018"/>
                    <a:pt x="211197" y="113761"/>
                  </a:cubicBezTo>
                  <a:cubicBezTo>
                    <a:pt x="212907" y="113334"/>
                    <a:pt x="218126" y="113162"/>
                    <a:pt x="218126" y="113162"/>
                  </a:cubicBezTo>
                  <a:lnTo>
                    <a:pt x="218552" y="109313"/>
                  </a:lnTo>
                  <a:lnTo>
                    <a:pt x="217526" y="106149"/>
                  </a:lnTo>
                  <a:cubicBezTo>
                    <a:pt x="217184" y="105550"/>
                    <a:pt x="217184" y="103240"/>
                    <a:pt x="217526" y="101786"/>
                  </a:cubicBezTo>
                  <a:lnTo>
                    <a:pt x="217526" y="101786"/>
                  </a:lnTo>
                  <a:close/>
                  <a:moveTo>
                    <a:pt x="463110" y="1227144"/>
                  </a:moveTo>
                  <a:cubicBezTo>
                    <a:pt x="466190" y="1230052"/>
                    <a:pt x="464735" y="1230565"/>
                    <a:pt x="465677" y="1231421"/>
                  </a:cubicBezTo>
                  <a:cubicBezTo>
                    <a:pt x="467473" y="1233132"/>
                    <a:pt x="468158" y="1233474"/>
                    <a:pt x="469012" y="1234671"/>
                  </a:cubicBezTo>
                  <a:cubicBezTo>
                    <a:pt x="471322" y="1237751"/>
                    <a:pt x="470808" y="1241001"/>
                    <a:pt x="469954" y="1243396"/>
                  </a:cubicBezTo>
                  <a:cubicBezTo>
                    <a:pt x="468072" y="1248272"/>
                    <a:pt x="447456" y="1245107"/>
                    <a:pt x="411187" y="1245107"/>
                  </a:cubicBezTo>
                  <a:cubicBezTo>
                    <a:pt x="374918" y="1245107"/>
                    <a:pt x="371669" y="1243909"/>
                    <a:pt x="371669" y="1243909"/>
                  </a:cubicBezTo>
                  <a:cubicBezTo>
                    <a:pt x="370213" y="1243909"/>
                    <a:pt x="370128" y="1240916"/>
                    <a:pt x="368674" y="1241001"/>
                  </a:cubicBezTo>
                  <a:cubicBezTo>
                    <a:pt x="367477" y="1241001"/>
                    <a:pt x="368588" y="1243396"/>
                    <a:pt x="367221" y="1243653"/>
                  </a:cubicBezTo>
                  <a:cubicBezTo>
                    <a:pt x="363200" y="1244594"/>
                    <a:pt x="356014" y="1243567"/>
                    <a:pt x="352679" y="1243567"/>
                  </a:cubicBezTo>
                  <a:cubicBezTo>
                    <a:pt x="350798" y="1242797"/>
                    <a:pt x="350798" y="1241600"/>
                    <a:pt x="350626" y="1238178"/>
                  </a:cubicBezTo>
                  <a:cubicBezTo>
                    <a:pt x="351224" y="1235185"/>
                    <a:pt x="350113" y="1227486"/>
                    <a:pt x="351481" y="1220643"/>
                  </a:cubicBezTo>
                  <a:cubicBezTo>
                    <a:pt x="351481" y="1220643"/>
                    <a:pt x="336939" y="1201396"/>
                    <a:pt x="330353" y="1193099"/>
                  </a:cubicBezTo>
                  <a:cubicBezTo>
                    <a:pt x="323766" y="1184887"/>
                    <a:pt x="337796" y="1166753"/>
                    <a:pt x="334458" y="1154350"/>
                  </a:cubicBezTo>
                  <a:cubicBezTo>
                    <a:pt x="331123" y="1142032"/>
                    <a:pt x="297335" y="1005853"/>
                    <a:pt x="297335" y="1005853"/>
                  </a:cubicBezTo>
                  <a:cubicBezTo>
                    <a:pt x="297335" y="1005853"/>
                    <a:pt x="297335" y="969584"/>
                    <a:pt x="289893" y="954700"/>
                  </a:cubicBezTo>
                  <a:cubicBezTo>
                    <a:pt x="282450" y="939902"/>
                    <a:pt x="276719" y="912615"/>
                    <a:pt x="273384" y="873010"/>
                  </a:cubicBezTo>
                  <a:cubicBezTo>
                    <a:pt x="270047" y="833405"/>
                    <a:pt x="248662" y="746754"/>
                    <a:pt x="241221" y="728619"/>
                  </a:cubicBezTo>
                  <a:cubicBezTo>
                    <a:pt x="233778" y="710485"/>
                    <a:pt x="228048" y="690640"/>
                    <a:pt x="228048" y="690640"/>
                  </a:cubicBezTo>
                  <a:cubicBezTo>
                    <a:pt x="228048" y="690640"/>
                    <a:pt x="219836" y="710399"/>
                    <a:pt x="221461" y="725283"/>
                  </a:cubicBezTo>
                  <a:cubicBezTo>
                    <a:pt x="223086" y="740167"/>
                    <a:pt x="235488" y="829214"/>
                    <a:pt x="227191" y="849829"/>
                  </a:cubicBezTo>
                  <a:cubicBezTo>
                    <a:pt x="218980" y="870444"/>
                    <a:pt x="214789" y="919971"/>
                    <a:pt x="215645" y="952134"/>
                  </a:cubicBezTo>
                  <a:cubicBezTo>
                    <a:pt x="216499" y="984297"/>
                    <a:pt x="209058" y="1011499"/>
                    <a:pt x="210683" y="1024757"/>
                  </a:cubicBezTo>
                  <a:cubicBezTo>
                    <a:pt x="212308" y="1037930"/>
                    <a:pt x="207348" y="1089938"/>
                    <a:pt x="216499" y="1115515"/>
                  </a:cubicBezTo>
                  <a:cubicBezTo>
                    <a:pt x="225567" y="1141091"/>
                    <a:pt x="237969" y="1172484"/>
                    <a:pt x="222232" y="1206272"/>
                  </a:cubicBezTo>
                  <a:cubicBezTo>
                    <a:pt x="222232" y="1206272"/>
                    <a:pt x="224370" y="1243396"/>
                    <a:pt x="221375" y="1245021"/>
                  </a:cubicBezTo>
                  <a:cubicBezTo>
                    <a:pt x="215816" y="1245021"/>
                    <a:pt x="197424" y="1244936"/>
                    <a:pt x="197424" y="1244936"/>
                  </a:cubicBezTo>
                  <a:cubicBezTo>
                    <a:pt x="197424" y="1244936"/>
                    <a:pt x="199734" y="1240830"/>
                    <a:pt x="195542" y="1241686"/>
                  </a:cubicBezTo>
                  <a:cubicBezTo>
                    <a:pt x="194003" y="1242455"/>
                    <a:pt x="198451" y="1244936"/>
                    <a:pt x="181087" y="1244936"/>
                  </a:cubicBezTo>
                  <a:lnTo>
                    <a:pt x="102134" y="1244936"/>
                  </a:lnTo>
                  <a:cubicBezTo>
                    <a:pt x="102134" y="1244936"/>
                    <a:pt x="87250" y="1245021"/>
                    <a:pt x="88960" y="1235954"/>
                  </a:cubicBezTo>
                  <a:cubicBezTo>
                    <a:pt x="90585" y="1226887"/>
                    <a:pt x="94179" y="1228512"/>
                    <a:pt x="94179" y="1228512"/>
                  </a:cubicBezTo>
                  <a:cubicBezTo>
                    <a:pt x="94179" y="1228512"/>
                    <a:pt x="106668" y="1225091"/>
                    <a:pt x="126171" y="1219359"/>
                  </a:cubicBezTo>
                  <a:cubicBezTo>
                    <a:pt x="150035" y="1210207"/>
                    <a:pt x="137204" y="1198830"/>
                    <a:pt x="137204" y="1198830"/>
                  </a:cubicBezTo>
                  <a:cubicBezTo>
                    <a:pt x="137204" y="1198830"/>
                    <a:pt x="129763" y="1197975"/>
                    <a:pt x="129763" y="1182321"/>
                  </a:cubicBezTo>
                  <a:cubicBezTo>
                    <a:pt x="129763" y="1166667"/>
                    <a:pt x="137974" y="1165812"/>
                    <a:pt x="128138" y="1107217"/>
                  </a:cubicBezTo>
                  <a:cubicBezTo>
                    <a:pt x="118214" y="1048623"/>
                    <a:pt x="135579" y="1017315"/>
                    <a:pt x="128992" y="965307"/>
                  </a:cubicBezTo>
                  <a:cubicBezTo>
                    <a:pt x="122405" y="913299"/>
                    <a:pt x="96829" y="764033"/>
                    <a:pt x="92724" y="733495"/>
                  </a:cubicBezTo>
                  <a:cubicBezTo>
                    <a:pt x="88618" y="702957"/>
                    <a:pt x="77840" y="618872"/>
                    <a:pt x="89388" y="572595"/>
                  </a:cubicBezTo>
                  <a:cubicBezTo>
                    <a:pt x="89388" y="572595"/>
                    <a:pt x="101791" y="551980"/>
                    <a:pt x="103416" y="546163"/>
                  </a:cubicBezTo>
                  <a:cubicBezTo>
                    <a:pt x="105041" y="540432"/>
                    <a:pt x="109232" y="523923"/>
                    <a:pt x="109232" y="523923"/>
                  </a:cubicBezTo>
                  <a:lnTo>
                    <a:pt x="108378" y="520416"/>
                  </a:lnTo>
                  <a:lnTo>
                    <a:pt x="105469" y="521100"/>
                  </a:lnTo>
                  <a:cubicBezTo>
                    <a:pt x="105469" y="521100"/>
                    <a:pt x="102391" y="525377"/>
                    <a:pt x="98028" y="523581"/>
                  </a:cubicBezTo>
                  <a:cubicBezTo>
                    <a:pt x="93665" y="521699"/>
                    <a:pt x="88789" y="510579"/>
                    <a:pt x="88789" y="510579"/>
                  </a:cubicBezTo>
                  <a:cubicBezTo>
                    <a:pt x="88789" y="510579"/>
                    <a:pt x="69029" y="519903"/>
                    <a:pt x="56027" y="495096"/>
                  </a:cubicBezTo>
                  <a:cubicBezTo>
                    <a:pt x="43025" y="470375"/>
                    <a:pt x="39347" y="460453"/>
                    <a:pt x="39347" y="456775"/>
                  </a:cubicBezTo>
                  <a:cubicBezTo>
                    <a:pt x="39347" y="453097"/>
                    <a:pt x="39347" y="443773"/>
                    <a:pt x="40546" y="438212"/>
                  </a:cubicBezTo>
                  <a:cubicBezTo>
                    <a:pt x="41314" y="434877"/>
                    <a:pt x="42684" y="430600"/>
                    <a:pt x="43710" y="427777"/>
                  </a:cubicBezTo>
                  <a:cubicBezTo>
                    <a:pt x="35498" y="425638"/>
                    <a:pt x="28055" y="423671"/>
                    <a:pt x="24720" y="422987"/>
                  </a:cubicBezTo>
                  <a:cubicBezTo>
                    <a:pt x="15224" y="420934"/>
                    <a:pt x="13599" y="413920"/>
                    <a:pt x="13599" y="413920"/>
                  </a:cubicBezTo>
                  <a:cubicBezTo>
                    <a:pt x="13599" y="413920"/>
                    <a:pt x="0" y="267476"/>
                    <a:pt x="0" y="265423"/>
                  </a:cubicBezTo>
                  <a:cubicBezTo>
                    <a:pt x="0" y="263370"/>
                    <a:pt x="3335" y="262515"/>
                    <a:pt x="3335" y="262515"/>
                  </a:cubicBezTo>
                  <a:cubicBezTo>
                    <a:pt x="3335" y="262515"/>
                    <a:pt x="41999" y="270470"/>
                    <a:pt x="84598" y="279280"/>
                  </a:cubicBezTo>
                  <a:lnTo>
                    <a:pt x="84598" y="277997"/>
                  </a:lnTo>
                  <a:cubicBezTo>
                    <a:pt x="82031" y="274319"/>
                    <a:pt x="90756" y="232833"/>
                    <a:pt x="109232" y="225390"/>
                  </a:cubicBezTo>
                  <a:cubicBezTo>
                    <a:pt x="127796" y="217948"/>
                    <a:pt x="185963" y="198189"/>
                    <a:pt x="195885" y="195708"/>
                  </a:cubicBezTo>
                  <a:cubicBezTo>
                    <a:pt x="205807" y="193228"/>
                    <a:pt x="215045" y="183904"/>
                    <a:pt x="215045" y="183904"/>
                  </a:cubicBezTo>
                  <a:lnTo>
                    <a:pt x="225567" y="162262"/>
                  </a:lnTo>
                  <a:lnTo>
                    <a:pt x="228818" y="162604"/>
                  </a:lnTo>
                  <a:cubicBezTo>
                    <a:pt x="226935" y="158413"/>
                    <a:pt x="224370" y="151655"/>
                    <a:pt x="222914" y="147721"/>
                  </a:cubicBezTo>
                  <a:cubicBezTo>
                    <a:pt x="221033" y="142503"/>
                    <a:pt x="219922" y="132922"/>
                    <a:pt x="219922" y="132922"/>
                  </a:cubicBezTo>
                  <a:lnTo>
                    <a:pt x="214703" y="132922"/>
                  </a:lnTo>
                  <a:cubicBezTo>
                    <a:pt x="209486" y="132922"/>
                    <a:pt x="207262" y="120006"/>
                    <a:pt x="207262" y="120006"/>
                  </a:cubicBezTo>
                  <a:cubicBezTo>
                    <a:pt x="207262" y="120006"/>
                    <a:pt x="207519" y="116071"/>
                    <a:pt x="207262" y="111880"/>
                  </a:cubicBezTo>
                  <a:cubicBezTo>
                    <a:pt x="207005" y="107773"/>
                    <a:pt x="214703" y="91692"/>
                    <a:pt x="214703" y="91692"/>
                  </a:cubicBezTo>
                  <a:lnTo>
                    <a:pt x="214104" y="88784"/>
                  </a:lnTo>
                  <a:cubicBezTo>
                    <a:pt x="213678" y="86303"/>
                    <a:pt x="217441" y="83395"/>
                    <a:pt x="216156" y="79717"/>
                  </a:cubicBezTo>
                  <a:cubicBezTo>
                    <a:pt x="214874" y="76038"/>
                    <a:pt x="212821" y="72275"/>
                    <a:pt x="213678" y="69366"/>
                  </a:cubicBezTo>
                  <a:cubicBezTo>
                    <a:pt x="214532" y="66458"/>
                    <a:pt x="215302" y="66116"/>
                    <a:pt x="216156" y="48324"/>
                  </a:cubicBezTo>
                  <a:cubicBezTo>
                    <a:pt x="217013" y="30617"/>
                    <a:pt x="236345" y="14108"/>
                    <a:pt x="240879" y="10430"/>
                  </a:cubicBezTo>
                  <a:cubicBezTo>
                    <a:pt x="245412" y="6751"/>
                    <a:pt x="249518" y="7949"/>
                    <a:pt x="254480" y="6751"/>
                  </a:cubicBezTo>
                  <a:cubicBezTo>
                    <a:pt x="259440" y="5468"/>
                    <a:pt x="269364" y="-1118"/>
                    <a:pt x="275094" y="165"/>
                  </a:cubicBezTo>
                  <a:cubicBezTo>
                    <a:pt x="280910" y="1448"/>
                    <a:pt x="282109" y="6324"/>
                    <a:pt x="284588" y="5126"/>
                  </a:cubicBezTo>
                  <a:cubicBezTo>
                    <a:pt x="287069" y="3843"/>
                    <a:pt x="300242" y="2218"/>
                    <a:pt x="308111" y="5982"/>
                  </a:cubicBezTo>
                  <a:cubicBezTo>
                    <a:pt x="315983" y="9660"/>
                    <a:pt x="332491" y="29505"/>
                    <a:pt x="336597" y="41053"/>
                  </a:cubicBezTo>
                  <a:cubicBezTo>
                    <a:pt x="340703" y="52601"/>
                    <a:pt x="335743" y="84764"/>
                    <a:pt x="335743" y="84764"/>
                  </a:cubicBezTo>
                  <a:cubicBezTo>
                    <a:pt x="335743" y="84764"/>
                    <a:pt x="337796" y="83566"/>
                    <a:pt x="339420" y="90922"/>
                  </a:cubicBezTo>
                  <a:cubicBezTo>
                    <a:pt x="341045" y="98364"/>
                    <a:pt x="332834" y="120262"/>
                    <a:pt x="328728" y="125138"/>
                  </a:cubicBezTo>
                  <a:cubicBezTo>
                    <a:pt x="324622" y="130099"/>
                    <a:pt x="318378" y="129672"/>
                    <a:pt x="318378" y="129672"/>
                  </a:cubicBezTo>
                  <a:cubicBezTo>
                    <a:pt x="318378" y="129672"/>
                    <a:pt x="317950" y="140022"/>
                    <a:pt x="314272" y="156531"/>
                  </a:cubicBezTo>
                  <a:cubicBezTo>
                    <a:pt x="312560" y="164315"/>
                    <a:pt x="312645" y="169961"/>
                    <a:pt x="313245" y="173810"/>
                  </a:cubicBezTo>
                  <a:cubicBezTo>
                    <a:pt x="315983" y="177061"/>
                    <a:pt x="318975" y="183134"/>
                    <a:pt x="318292" y="193912"/>
                  </a:cubicBezTo>
                  <a:cubicBezTo>
                    <a:pt x="318292" y="193912"/>
                    <a:pt x="319575" y="196735"/>
                    <a:pt x="321627" y="199472"/>
                  </a:cubicBezTo>
                  <a:lnTo>
                    <a:pt x="321970" y="198189"/>
                  </a:lnTo>
                  <a:cubicBezTo>
                    <a:pt x="321970" y="198189"/>
                    <a:pt x="327358" y="202722"/>
                    <a:pt x="334458" y="208026"/>
                  </a:cubicBezTo>
                  <a:cubicBezTo>
                    <a:pt x="346007" y="214270"/>
                    <a:pt x="362173" y="222396"/>
                    <a:pt x="362173" y="222396"/>
                  </a:cubicBezTo>
                  <a:cubicBezTo>
                    <a:pt x="362173" y="222396"/>
                    <a:pt x="403661" y="247117"/>
                    <a:pt x="410418" y="255158"/>
                  </a:cubicBezTo>
                  <a:cubicBezTo>
                    <a:pt x="417260" y="263199"/>
                    <a:pt x="424018" y="270641"/>
                    <a:pt x="426499" y="282360"/>
                  </a:cubicBezTo>
                  <a:cubicBezTo>
                    <a:pt x="428980" y="294164"/>
                    <a:pt x="437619" y="327524"/>
                    <a:pt x="438902" y="341125"/>
                  </a:cubicBezTo>
                  <a:cubicBezTo>
                    <a:pt x="440100" y="354726"/>
                    <a:pt x="444463" y="396812"/>
                    <a:pt x="453103" y="411610"/>
                  </a:cubicBezTo>
                  <a:cubicBezTo>
                    <a:pt x="461742" y="426494"/>
                    <a:pt x="466702" y="440693"/>
                    <a:pt x="467986" y="448135"/>
                  </a:cubicBezTo>
                  <a:cubicBezTo>
                    <a:pt x="469269" y="455577"/>
                    <a:pt x="469269" y="492103"/>
                    <a:pt x="440783" y="505703"/>
                  </a:cubicBezTo>
                  <a:cubicBezTo>
                    <a:pt x="422222" y="508184"/>
                    <a:pt x="393139" y="498860"/>
                    <a:pt x="388777" y="498261"/>
                  </a:cubicBezTo>
                  <a:cubicBezTo>
                    <a:pt x="384414" y="497663"/>
                    <a:pt x="354732" y="490563"/>
                    <a:pt x="349171" y="490221"/>
                  </a:cubicBezTo>
                  <a:cubicBezTo>
                    <a:pt x="345664" y="490049"/>
                    <a:pt x="343612" y="489622"/>
                    <a:pt x="343612" y="489622"/>
                  </a:cubicBezTo>
                  <a:cubicBezTo>
                    <a:pt x="343612" y="489622"/>
                    <a:pt x="349342" y="500742"/>
                    <a:pt x="352422" y="503822"/>
                  </a:cubicBezTo>
                  <a:cubicBezTo>
                    <a:pt x="355501" y="506901"/>
                    <a:pt x="359009" y="513145"/>
                    <a:pt x="355329" y="515626"/>
                  </a:cubicBezTo>
                  <a:cubicBezTo>
                    <a:pt x="352508" y="517508"/>
                    <a:pt x="344466" y="521785"/>
                    <a:pt x="340617" y="523838"/>
                  </a:cubicBezTo>
                  <a:cubicBezTo>
                    <a:pt x="340874" y="527431"/>
                    <a:pt x="342158" y="532648"/>
                    <a:pt x="345921" y="538893"/>
                  </a:cubicBezTo>
                  <a:cubicBezTo>
                    <a:pt x="353362" y="551296"/>
                    <a:pt x="365767" y="563614"/>
                    <a:pt x="367392" y="570200"/>
                  </a:cubicBezTo>
                  <a:cubicBezTo>
                    <a:pt x="369017" y="576787"/>
                    <a:pt x="376460" y="646159"/>
                    <a:pt x="377314" y="673361"/>
                  </a:cubicBezTo>
                  <a:cubicBezTo>
                    <a:pt x="378170" y="700563"/>
                    <a:pt x="387236" y="759157"/>
                    <a:pt x="390487" y="821002"/>
                  </a:cubicBezTo>
                  <a:cubicBezTo>
                    <a:pt x="393822" y="882847"/>
                    <a:pt x="387152" y="890289"/>
                    <a:pt x="388862" y="897731"/>
                  </a:cubicBezTo>
                  <a:cubicBezTo>
                    <a:pt x="390487" y="905173"/>
                    <a:pt x="399555" y="926558"/>
                    <a:pt x="402121" y="950509"/>
                  </a:cubicBezTo>
                  <a:cubicBezTo>
                    <a:pt x="404600" y="974460"/>
                    <a:pt x="425217" y="1105592"/>
                    <a:pt x="427698" y="1149303"/>
                  </a:cubicBezTo>
                  <a:cubicBezTo>
                    <a:pt x="427698" y="1149303"/>
                    <a:pt x="429322" y="1167437"/>
                    <a:pt x="432657" y="1178215"/>
                  </a:cubicBezTo>
                  <a:cubicBezTo>
                    <a:pt x="435995" y="1188907"/>
                    <a:pt x="428723" y="1203621"/>
                    <a:pt x="428723" y="1203621"/>
                  </a:cubicBezTo>
                  <a:cubicBezTo>
                    <a:pt x="428723" y="1203621"/>
                    <a:pt x="430091" y="1208239"/>
                    <a:pt x="435138" y="1213457"/>
                  </a:cubicBezTo>
                  <a:cubicBezTo>
                    <a:pt x="439159" y="1217649"/>
                    <a:pt x="459689" y="1223038"/>
                    <a:pt x="463196" y="1227058"/>
                  </a:cubicBezTo>
                  <a:lnTo>
                    <a:pt x="463196" y="1227058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A4E5C077-7BC7-A47F-78AE-2C0860703CE6}"/>
                </a:ext>
              </a:extLst>
            </p:cNvPr>
            <p:cNvSpPr/>
            <p:nvPr/>
          </p:nvSpPr>
          <p:spPr>
            <a:xfrm>
              <a:off x="9702247" y="4183267"/>
              <a:ext cx="371499" cy="1219708"/>
            </a:xfrm>
            <a:custGeom>
              <a:avLst/>
              <a:gdLst>
                <a:gd name="connsiteX0" fmla="*/ 303752 w 371499"/>
                <a:gd name="connsiteY0" fmla="*/ 230858 h 1219708"/>
                <a:gd name="connsiteX1" fmla="*/ 303752 w 371499"/>
                <a:gd name="connsiteY1" fmla="*/ 230858 h 1219708"/>
                <a:gd name="connsiteX2" fmla="*/ 304436 w 371499"/>
                <a:gd name="connsiteY2" fmla="*/ 231286 h 1219708"/>
                <a:gd name="connsiteX3" fmla="*/ 303752 w 371499"/>
                <a:gd name="connsiteY3" fmla="*/ 230858 h 1219708"/>
                <a:gd name="connsiteX4" fmla="*/ 303752 w 371499"/>
                <a:gd name="connsiteY4" fmla="*/ 230858 h 1219708"/>
                <a:gd name="connsiteX5" fmla="*/ 244046 w 371499"/>
                <a:gd name="connsiteY5" fmla="*/ 883268 h 1219708"/>
                <a:gd name="connsiteX6" fmla="*/ 236518 w 371499"/>
                <a:gd name="connsiteY6" fmla="*/ 848796 h 1219708"/>
                <a:gd name="connsiteX7" fmla="*/ 238999 w 371499"/>
                <a:gd name="connsiteY7" fmla="*/ 762315 h 1219708"/>
                <a:gd name="connsiteX8" fmla="*/ 228991 w 371499"/>
                <a:gd name="connsiteY8" fmla="*/ 763513 h 1219708"/>
                <a:gd name="connsiteX9" fmla="*/ 227707 w 371499"/>
                <a:gd name="connsiteY9" fmla="*/ 801065 h 1219708"/>
                <a:gd name="connsiteX10" fmla="*/ 223345 w 371499"/>
                <a:gd name="connsiteY10" fmla="*/ 867529 h 1219708"/>
                <a:gd name="connsiteX11" fmla="*/ 219582 w 371499"/>
                <a:gd name="connsiteY11" fmla="*/ 912009 h 1219708"/>
                <a:gd name="connsiteX12" fmla="*/ 222746 w 371499"/>
                <a:gd name="connsiteY12" fmla="*/ 979671 h 1219708"/>
                <a:gd name="connsiteX13" fmla="*/ 216502 w 371499"/>
                <a:gd name="connsiteY13" fmla="*/ 1086852 h 1219708"/>
                <a:gd name="connsiteX14" fmla="*/ 212738 w 371499"/>
                <a:gd name="connsiteY14" fmla="*/ 1117561 h 1219708"/>
                <a:gd name="connsiteX15" fmla="*/ 217786 w 371499"/>
                <a:gd name="connsiteY15" fmla="*/ 1138262 h 1219708"/>
                <a:gd name="connsiteX16" fmla="*/ 216502 w 371499"/>
                <a:gd name="connsiteY16" fmla="*/ 1151435 h 1219708"/>
                <a:gd name="connsiteX17" fmla="*/ 223259 w 371499"/>
                <a:gd name="connsiteY17" fmla="*/ 1160673 h 1219708"/>
                <a:gd name="connsiteX18" fmla="*/ 223687 w 371499"/>
                <a:gd name="connsiteY18" fmla="*/ 1160245 h 1219708"/>
                <a:gd name="connsiteX19" fmla="*/ 227451 w 371499"/>
                <a:gd name="connsiteY19" fmla="*/ 1147072 h 1219708"/>
                <a:gd name="connsiteX20" fmla="*/ 230445 w 371499"/>
                <a:gd name="connsiteY20" fmla="*/ 1143736 h 1219708"/>
                <a:gd name="connsiteX21" fmla="*/ 230701 w 371499"/>
                <a:gd name="connsiteY21" fmla="*/ 1143736 h 1219708"/>
                <a:gd name="connsiteX22" fmla="*/ 234123 w 371499"/>
                <a:gd name="connsiteY22" fmla="*/ 1140144 h 1219708"/>
                <a:gd name="connsiteX23" fmla="*/ 237887 w 371499"/>
                <a:gd name="connsiteY23" fmla="*/ 1120127 h 1219708"/>
                <a:gd name="connsiteX24" fmla="*/ 237288 w 371499"/>
                <a:gd name="connsiteY24" fmla="*/ 968466 h 1219708"/>
                <a:gd name="connsiteX25" fmla="*/ 244217 w 371499"/>
                <a:gd name="connsiteY25" fmla="*/ 883268 h 1219708"/>
                <a:gd name="connsiteX26" fmla="*/ 244217 w 371499"/>
                <a:gd name="connsiteY26" fmla="*/ 883268 h 1219708"/>
                <a:gd name="connsiteX27" fmla="*/ 371243 w 371499"/>
                <a:gd name="connsiteY27" fmla="*/ 738535 h 1219708"/>
                <a:gd name="connsiteX28" fmla="*/ 336942 w 371499"/>
                <a:gd name="connsiteY28" fmla="*/ 751452 h 1219708"/>
                <a:gd name="connsiteX29" fmla="*/ 319834 w 371499"/>
                <a:gd name="connsiteY29" fmla="*/ 833057 h 1219708"/>
                <a:gd name="connsiteX30" fmla="*/ 317353 w 371499"/>
                <a:gd name="connsiteY30" fmla="*/ 919537 h 1219708"/>
                <a:gd name="connsiteX31" fmla="*/ 313589 w 371499"/>
                <a:gd name="connsiteY31" fmla="*/ 980356 h 1219708"/>
                <a:gd name="connsiteX32" fmla="*/ 278518 w 371499"/>
                <a:gd name="connsiteY32" fmla="*/ 1113199 h 1219708"/>
                <a:gd name="connsiteX33" fmla="*/ 274156 w 371499"/>
                <a:gd name="connsiteY33" fmla="*/ 1163923 h 1219708"/>
                <a:gd name="connsiteX34" fmla="*/ 277919 w 371499"/>
                <a:gd name="connsiteY34" fmla="*/ 1185223 h 1219708"/>
                <a:gd name="connsiteX35" fmla="*/ 286644 w 371499"/>
                <a:gd name="connsiteY35" fmla="*/ 1203357 h 1219708"/>
                <a:gd name="connsiteX36" fmla="*/ 284163 w 371499"/>
                <a:gd name="connsiteY36" fmla="*/ 1213964 h 1219708"/>
                <a:gd name="connsiteX37" fmla="*/ 284763 w 371499"/>
                <a:gd name="connsiteY37" fmla="*/ 1219011 h 1219708"/>
                <a:gd name="connsiteX38" fmla="*/ 281341 w 371499"/>
                <a:gd name="connsiteY38" fmla="*/ 1219353 h 1219708"/>
                <a:gd name="connsiteX39" fmla="*/ 228221 w 371499"/>
                <a:gd name="connsiteY39" fmla="*/ 1219524 h 1219708"/>
                <a:gd name="connsiteX40" fmla="*/ 224885 w 371499"/>
                <a:gd name="connsiteY40" fmla="*/ 1212082 h 1219708"/>
                <a:gd name="connsiteX41" fmla="*/ 228648 w 371499"/>
                <a:gd name="connsiteY41" fmla="*/ 1203956 h 1219708"/>
                <a:gd name="connsiteX42" fmla="*/ 226168 w 371499"/>
                <a:gd name="connsiteY42" fmla="*/ 1181374 h 1219708"/>
                <a:gd name="connsiteX43" fmla="*/ 223003 w 371499"/>
                <a:gd name="connsiteY43" fmla="*/ 1176070 h 1219708"/>
                <a:gd name="connsiteX44" fmla="*/ 217186 w 371499"/>
                <a:gd name="connsiteY44" fmla="*/ 1186420 h 1219708"/>
                <a:gd name="connsiteX45" fmla="*/ 217186 w 371499"/>
                <a:gd name="connsiteY45" fmla="*/ 1210201 h 1219708"/>
                <a:gd name="connsiteX46" fmla="*/ 205296 w 371499"/>
                <a:gd name="connsiteY46" fmla="*/ 1211483 h 1219708"/>
                <a:gd name="connsiteX47" fmla="*/ 199052 w 371499"/>
                <a:gd name="connsiteY47" fmla="*/ 1217129 h 1219708"/>
                <a:gd name="connsiteX48" fmla="*/ 175528 w 371499"/>
                <a:gd name="connsiteY48" fmla="*/ 1218326 h 1219708"/>
                <a:gd name="connsiteX49" fmla="*/ 146702 w 371499"/>
                <a:gd name="connsiteY49" fmla="*/ 1217129 h 1219708"/>
                <a:gd name="connsiteX50" fmla="*/ 141655 w 371499"/>
                <a:gd name="connsiteY50" fmla="*/ 1204640 h 1219708"/>
                <a:gd name="connsiteX51" fmla="*/ 159190 w 371499"/>
                <a:gd name="connsiteY51" fmla="*/ 1186420 h 1219708"/>
                <a:gd name="connsiteX52" fmla="*/ 171080 w 371499"/>
                <a:gd name="connsiteY52" fmla="*/ 1161357 h 1219708"/>
                <a:gd name="connsiteX53" fmla="*/ 174845 w 371499"/>
                <a:gd name="connsiteY53" fmla="*/ 1142539 h 1219708"/>
                <a:gd name="connsiteX54" fmla="*/ 174845 w 371499"/>
                <a:gd name="connsiteY54" fmla="*/ 1141256 h 1219708"/>
                <a:gd name="connsiteX55" fmla="*/ 175272 w 371499"/>
                <a:gd name="connsiteY55" fmla="*/ 1141256 h 1219708"/>
                <a:gd name="connsiteX56" fmla="*/ 173988 w 371499"/>
                <a:gd name="connsiteY56" fmla="*/ 1106184 h 1219708"/>
                <a:gd name="connsiteX57" fmla="*/ 145162 w 371499"/>
                <a:gd name="connsiteY57" fmla="*/ 965215 h 1219708"/>
                <a:gd name="connsiteX58" fmla="*/ 148326 w 371499"/>
                <a:gd name="connsiteY58" fmla="*/ 866845 h 1219708"/>
                <a:gd name="connsiteX59" fmla="*/ 137634 w 371499"/>
                <a:gd name="connsiteY59" fmla="*/ 786010 h 1219708"/>
                <a:gd name="connsiteX60" fmla="*/ 131904 w 371499"/>
                <a:gd name="connsiteY60" fmla="*/ 761460 h 1219708"/>
                <a:gd name="connsiteX61" fmla="*/ 102563 w 371499"/>
                <a:gd name="connsiteY61" fmla="*/ 757183 h 1219708"/>
                <a:gd name="connsiteX62" fmla="*/ 95635 w 371499"/>
                <a:gd name="connsiteY62" fmla="*/ 651884 h 1219708"/>
                <a:gd name="connsiteX63" fmla="*/ 98286 w 371499"/>
                <a:gd name="connsiteY63" fmla="*/ 571733 h 1219708"/>
                <a:gd name="connsiteX64" fmla="*/ 99398 w 371499"/>
                <a:gd name="connsiteY64" fmla="*/ 526568 h 1219708"/>
                <a:gd name="connsiteX65" fmla="*/ 120013 w 371499"/>
                <a:gd name="connsiteY65" fmla="*/ 463953 h 1219708"/>
                <a:gd name="connsiteX66" fmla="*/ 121638 w 371499"/>
                <a:gd name="connsiteY66" fmla="*/ 453689 h 1219708"/>
                <a:gd name="connsiteX67" fmla="*/ 121809 w 371499"/>
                <a:gd name="connsiteY67" fmla="*/ 446845 h 1219708"/>
                <a:gd name="connsiteX68" fmla="*/ 122494 w 371499"/>
                <a:gd name="connsiteY68" fmla="*/ 446675 h 1219708"/>
                <a:gd name="connsiteX69" fmla="*/ 122494 w 371499"/>
                <a:gd name="connsiteY69" fmla="*/ 445135 h 1219708"/>
                <a:gd name="connsiteX70" fmla="*/ 118816 w 371499"/>
                <a:gd name="connsiteY70" fmla="*/ 430679 h 1219708"/>
                <a:gd name="connsiteX71" fmla="*/ 119500 w 371499"/>
                <a:gd name="connsiteY71" fmla="*/ 410662 h 1219708"/>
                <a:gd name="connsiteX72" fmla="*/ 115138 w 371499"/>
                <a:gd name="connsiteY72" fmla="*/ 415025 h 1219708"/>
                <a:gd name="connsiteX73" fmla="*/ 95121 w 371499"/>
                <a:gd name="connsiteY73" fmla="*/ 435127 h 1219708"/>
                <a:gd name="connsiteX74" fmla="*/ 94009 w 371499"/>
                <a:gd name="connsiteY74" fmla="*/ 435555 h 1219708"/>
                <a:gd name="connsiteX75" fmla="*/ 90587 w 371499"/>
                <a:gd name="connsiteY75" fmla="*/ 438206 h 1219708"/>
                <a:gd name="connsiteX76" fmla="*/ 85798 w 371499"/>
                <a:gd name="connsiteY76" fmla="*/ 438805 h 1219708"/>
                <a:gd name="connsiteX77" fmla="*/ 69973 w 371499"/>
                <a:gd name="connsiteY77" fmla="*/ 436410 h 1219708"/>
                <a:gd name="connsiteX78" fmla="*/ 68006 w 371499"/>
                <a:gd name="connsiteY78" fmla="*/ 435469 h 1219708"/>
                <a:gd name="connsiteX79" fmla="*/ 63814 w 371499"/>
                <a:gd name="connsiteY79" fmla="*/ 434870 h 1219708"/>
                <a:gd name="connsiteX80" fmla="*/ 52437 w 371499"/>
                <a:gd name="connsiteY80" fmla="*/ 426915 h 1219708"/>
                <a:gd name="connsiteX81" fmla="*/ 45594 w 371499"/>
                <a:gd name="connsiteY81" fmla="*/ 419473 h 1219708"/>
                <a:gd name="connsiteX82" fmla="*/ 44738 w 371499"/>
                <a:gd name="connsiteY82" fmla="*/ 417848 h 1219708"/>
                <a:gd name="connsiteX83" fmla="*/ 42173 w 371499"/>
                <a:gd name="connsiteY83" fmla="*/ 414426 h 1219708"/>
                <a:gd name="connsiteX84" fmla="*/ 43541 w 371499"/>
                <a:gd name="connsiteY84" fmla="*/ 415624 h 1219708"/>
                <a:gd name="connsiteX85" fmla="*/ 37468 w 371499"/>
                <a:gd name="connsiteY85" fmla="*/ 403905 h 1219708"/>
                <a:gd name="connsiteX86" fmla="*/ 36270 w 371499"/>
                <a:gd name="connsiteY86" fmla="*/ 396377 h 1219708"/>
                <a:gd name="connsiteX87" fmla="*/ 31223 w 371499"/>
                <a:gd name="connsiteY87" fmla="*/ 371913 h 1219708"/>
                <a:gd name="connsiteX88" fmla="*/ 31223 w 371499"/>
                <a:gd name="connsiteY88" fmla="*/ 369347 h 1219708"/>
                <a:gd name="connsiteX89" fmla="*/ 28999 w 371499"/>
                <a:gd name="connsiteY89" fmla="*/ 367807 h 1219708"/>
                <a:gd name="connsiteX90" fmla="*/ 18392 w 371499"/>
                <a:gd name="connsiteY90" fmla="*/ 343856 h 1219708"/>
                <a:gd name="connsiteX91" fmla="*/ 7272 w 371499"/>
                <a:gd name="connsiteY91" fmla="*/ 320418 h 1219708"/>
                <a:gd name="connsiteX92" fmla="*/ 1285 w 371499"/>
                <a:gd name="connsiteY92" fmla="*/ 301941 h 1219708"/>
                <a:gd name="connsiteX93" fmla="*/ 14458 w 371499"/>
                <a:gd name="connsiteY93" fmla="*/ 311693 h 1219708"/>
                <a:gd name="connsiteX94" fmla="*/ 15056 w 371499"/>
                <a:gd name="connsiteY94" fmla="*/ 289282 h 1219708"/>
                <a:gd name="connsiteX95" fmla="*/ 28657 w 371499"/>
                <a:gd name="connsiteY95" fmla="*/ 279103 h 1219708"/>
                <a:gd name="connsiteX96" fmla="*/ 24808 w 371499"/>
                <a:gd name="connsiteY96" fmla="*/ 300659 h 1219708"/>
                <a:gd name="connsiteX97" fmla="*/ 24808 w 371499"/>
                <a:gd name="connsiteY97" fmla="*/ 315200 h 1219708"/>
                <a:gd name="connsiteX98" fmla="*/ 31309 w 371499"/>
                <a:gd name="connsiteY98" fmla="*/ 290137 h 1219708"/>
                <a:gd name="connsiteX99" fmla="*/ 42600 w 371499"/>
                <a:gd name="connsiteY99" fmla="*/ 274141 h 1219708"/>
                <a:gd name="connsiteX100" fmla="*/ 40804 w 371499"/>
                <a:gd name="connsiteY100" fmla="*/ 298349 h 1219708"/>
                <a:gd name="connsiteX101" fmla="*/ 43370 w 371499"/>
                <a:gd name="connsiteY101" fmla="*/ 318365 h 1219708"/>
                <a:gd name="connsiteX102" fmla="*/ 59281 w 371499"/>
                <a:gd name="connsiteY102" fmla="*/ 285518 h 1219708"/>
                <a:gd name="connsiteX103" fmla="*/ 60050 w 371499"/>
                <a:gd name="connsiteY103" fmla="*/ 300915 h 1219708"/>
                <a:gd name="connsiteX104" fmla="*/ 55859 w 371499"/>
                <a:gd name="connsiteY104" fmla="*/ 324438 h 1219708"/>
                <a:gd name="connsiteX105" fmla="*/ 59793 w 371499"/>
                <a:gd name="connsiteY105" fmla="*/ 333677 h 1219708"/>
                <a:gd name="connsiteX106" fmla="*/ 60564 w 371499"/>
                <a:gd name="connsiteY106" fmla="*/ 331367 h 1219708"/>
                <a:gd name="connsiteX107" fmla="*/ 66380 w 371499"/>
                <a:gd name="connsiteY107" fmla="*/ 290993 h 1219708"/>
                <a:gd name="connsiteX108" fmla="*/ 78270 w 371499"/>
                <a:gd name="connsiteY108" fmla="*/ 269009 h 1219708"/>
                <a:gd name="connsiteX109" fmla="*/ 94523 w 371499"/>
                <a:gd name="connsiteY109" fmla="*/ 225812 h 1219708"/>
                <a:gd name="connsiteX110" fmla="*/ 122066 w 371499"/>
                <a:gd name="connsiteY110" fmla="*/ 204512 h 1219708"/>
                <a:gd name="connsiteX111" fmla="*/ 161500 w 371499"/>
                <a:gd name="connsiteY111" fmla="*/ 190740 h 1219708"/>
                <a:gd name="connsiteX112" fmla="*/ 173988 w 371499"/>
                <a:gd name="connsiteY112" fmla="*/ 173803 h 1219708"/>
                <a:gd name="connsiteX113" fmla="*/ 121382 w 371499"/>
                <a:gd name="connsiteY113" fmla="*/ 183811 h 1219708"/>
                <a:gd name="connsiteX114" fmla="*/ 138319 w 371499"/>
                <a:gd name="connsiteY114" fmla="*/ 170638 h 1219708"/>
                <a:gd name="connsiteX115" fmla="*/ 180575 w 371499"/>
                <a:gd name="connsiteY115" fmla="*/ 150194 h 1219708"/>
                <a:gd name="connsiteX116" fmla="*/ 180746 w 371499"/>
                <a:gd name="connsiteY116" fmla="*/ 150793 h 1219708"/>
                <a:gd name="connsiteX117" fmla="*/ 181260 w 371499"/>
                <a:gd name="connsiteY117" fmla="*/ 150366 h 1219708"/>
                <a:gd name="connsiteX118" fmla="*/ 181260 w 371499"/>
                <a:gd name="connsiteY118" fmla="*/ 149767 h 1219708"/>
                <a:gd name="connsiteX119" fmla="*/ 163382 w 371499"/>
                <a:gd name="connsiteY119" fmla="*/ 121197 h 1219708"/>
                <a:gd name="connsiteX120" fmla="*/ 158934 w 371499"/>
                <a:gd name="connsiteY120" fmla="*/ 92712 h 1219708"/>
                <a:gd name="connsiteX121" fmla="*/ 153374 w 371499"/>
                <a:gd name="connsiteY121" fmla="*/ 82960 h 1219708"/>
                <a:gd name="connsiteX122" fmla="*/ 151321 w 371499"/>
                <a:gd name="connsiteY122" fmla="*/ 73294 h 1219708"/>
                <a:gd name="connsiteX123" fmla="*/ 148840 w 371499"/>
                <a:gd name="connsiteY123" fmla="*/ 60806 h 1219708"/>
                <a:gd name="connsiteX124" fmla="*/ 151321 w 371499"/>
                <a:gd name="connsiteY124" fmla="*/ 28215 h 1219708"/>
                <a:gd name="connsiteX125" fmla="*/ 224030 w 371499"/>
                <a:gd name="connsiteY125" fmla="*/ 3152 h 1219708"/>
                <a:gd name="connsiteX126" fmla="*/ 275439 w 371499"/>
                <a:gd name="connsiteY126" fmla="*/ 65853 h 1219708"/>
                <a:gd name="connsiteX127" fmla="*/ 280400 w 371499"/>
                <a:gd name="connsiteY127" fmla="*/ 97160 h 1219708"/>
                <a:gd name="connsiteX128" fmla="*/ 290409 w 371499"/>
                <a:gd name="connsiteY128" fmla="*/ 108451 h 1219708"/>
                <a:gd name="connsiteX129" fmla="*/ 306660 w 371499"/>
                <a:gd name="connsiteY129" fmla="*/ 132317 h 1219708"/>
                <a:gd name="connsiteX130" fmla="*/ 309141 w 371499"/>
                <a:gd name="connsiteY130" fmla="*/ 172435 h 1219708"/>
                <a:gd name="connsiteX131" fmla="*/ 304095 w 371499"/>
                <a:gd name="connsiteY131" fmla="*/ 196300 h 1219708"/>
                <a:gd name="connsiteX132" fmla="*/ 306148 w 371499"/>
                <a:gd name="connsiteY132" fmla="*/ 197754 h 1219708"/>
                <a:gd name="connsiteX133" fmla="*/ 315557 w 371499"/>
                <a:gd name="connsiteY133" fmla="*/ 237787 h 1219708"/>
                <a:gd name="connsiteX134" fmla="*/ 324539 w 371499"/>
                <a:gd name="connsiteY134" fmla="*/ 245058 h 1219708"/>
                <a:gd name="connsiteX135" fmla="*/ 339337 w 371499"/>
                <a:gd name="connsiteY135" fmla="*/ 280471 h 1219708"/>
                <a:gd name="connsiteX136" fmla="*/ 348062 w 371499"/>
                <a:gd name="connsiteY136" fmla="*/ 333078 h 1219708"/>
                <a:gd name="connsiteX137" fmla="*/ 348062 w 371499"/>
                <a:gd name="connsiteY137" fmla="*/ 334019 h 1219708"/>
                <a:gd name="connsiteX138" fmla="*/ 356872 w 371499"/>
                <a:gd name="connsiteY138" fmla="*/ 344369 h 1219708"/>
                <a:gd name="connsiteX139" fmla="*/ 351825 w 371499"/>
                <a:gd name="connsiteY139" fmla="*/ 360023 h 1219708"/>
                <a:gd name="connsiteX140" fmla="*/ 351227 w 371499"/>
                <a:gd name="connsiteY140" fmla="*/ 362675 h 1219708"/>
                <a:gd name="connsiteX141" fmla="*/ 354392 w 371499"/>
                <a:gd name="connsiteY141" fmla="*/ 383290 h 1219708"/>
                <a:gd name="connsiteX142" fmla="*/ 359438 w 371499"/>
                <a:gd name="connsiteY142" fmla="*/ 405872 h 1219708"/>
                <a:gd name="connsiteX143" fmla="*/ 364485 w 371499"/>
                <a:gd name="connsiteY143" fmla="*/ 415880 h 1219708"/>
                <a:gd name="connsiteX144" fmla="*/ 368848 w 371499"/>
                <a:gd name="connsiteY144" fmla="*/ 447787 h 1219708"/>
                <a:gd name="connsiteX145" fmla="*/ 343186 w 371499"/>
                <a:gd name="connsiteY145" fmla="*/ 479778 h 1219708"/>
                <a:gd name="connsiteX146" fmla="*/ 332750 w 371499"/>
                <a:gd name="connsiteY146" fmla="*/ 482430 h 1219708"/>
                <a:gd name="connsiteX147" fmla="*/ 332921 w 371499"/>
                <a:gd name="connsiteY147" fmla="*/ 482943 h 1219708"/>
                <a:gd name="connsiteX148" fmla="*/ 332750 w 371499"/>
                <a:gd name="connsiteY148" fmla="*/ 482430 h 1219708"/>
                <a:gd name="connsiteX149" fmla="*/ 331381 w 371499"/>
                <a:gd name="connsiteY149" fmla="*/ 482943 h 1219708"/>
                <a:gd name="connsiteX150" fmla="*/ 349516 w 371499"/>
                <a:gd name="connsiteY150" fmla="*/ 545644 h 1219708"/>
                <a:gd name="connsiteX151" fmla="*/ 356445 w 371499"/>
                <a:gd name="connsiteY151" fmla="*/ 565061 h 1219708"/>
                <a:gd name="connsiteX152" fmla="*/ 356102 w 371499"/>
                <a:gd name="connsiteY152" fmla="*/ 565404 h 1219708"/>
                <a:gd name="connsiteX153" fmla="*/ 364571 w 371499"/>
                <a:gd name="connsiteY153" fmla="*/ 603298 h 1219708"/>
                <a:gd name="connsiteX154" fmla="*/ 367736 w 371499"/>
                <a:gd name="connsiteY154" fmla="*/ 694140 h 1219708"/>
                <a:gd name="connsiteX155" fmla="*/ 371500 w 371499"/>
                <a:gd name="connsiteY155" fmla="*/ 738621 h 1219708"/>
                <a:gd name="connsiteX156" fmla="*/ 371500 w 371499"/>
                <a:gd name="connsiteY156" fmla="*/ 738621 h 1219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371499" h="1219708">
                  <a:moveTo>
                    <a:pt x="303752" y="230858"/>
                  </a:moveTo>
                  <a:lnTo>
                    <a:pt x="303752" y="230858"/>
                  </a:lnTo>
                  <a:cubicBezTo>
                    <a:pt x="303752" y="230858"/>
                    <a:pt x="304436" y="231286"/>
                    <a:pt x="304436" y="231286"/>
                  </a:cubicBezTo>
                  <a:lnTo>
                    <a:pt x="303752" y="230858"/>
                  </a:lnTo>
                  <a:lnTo>
                    <a:pt x="303752" y="230858"/>
                  </a:lnTo>
                  <a:close/>
                  <a:moveTo>
                    <a:pt x="244046" y="883268"/>
                  </a:moveTo>
                  <a:cubicBezTo>
                    <a:pt x="240966" y="875142"/>
                    <a:pt x="237802" y="857606"/>
                    <a:pt x="236518" y="848796"/>
                  </a:cubicBezTo>
                  <a:cubicBezTo>
                    <a:pt x="235235" y="839985"/>
                    <a:pt x="239683" y="764796"/>
                    <a:pt x="238999" y="762315"/>
                  </a:cubicBezTo>
                  <a:cubicBezTo>
                    <a:pt x="238400" y="759835"/>
                    <a:pt x="228991" y="763513"/>
                    <a:pt x="228991" y="763513"/>
                  </a:cubicBezTo>
                  <a:cubicBezTo>
                    <a:pt x="228991" y="763513"/>
                    <a:pt x="228392" y="795505"/>
                    <a:pt x="227707" y="801065"/>
                  </a:cubicBezTo>
                  <a:cubicBezTo>
                    <a:pt x="227109" y="806710"/>
                    <a:pt x="227109" y="853073"/>
                    <a:pt x="223345" y="867529"/>
                  </a:cubicBezTo>
                  <a:cubicBezTo>
                    <a:pt x="219582" y="881985"/>
                    <a:pt x="218982" y="899435"/>
                    <a:pt x="219582" y="912009"/>
                  </a:cubicBezTo>
                  <a:cubicBezTo>
                    <a:pt x="220266" y="924498"/>
                    <a:pt x="223944" y="967182"/>
                    <a:pt x="222746" y="979671"/>
                  </a:cubicBezTo>
                  <a:cubicBezTo>
                    <a:pt x="221463" y="992245"/>
                    <a:pt x="219582" y="1071797"/>
                    <a:pt x="216502" y="1086852"/>
                  </a:cubicBezTo>
                  <a:cubicBezTo>
                    <a:pt x="213337" y="1101907"/>
                    <a:pt x="212140" y="1113797"/>
                    <a:pt x="212738" y="1117561"/>
                  </a:cubicBezTo>
                  <a:cubicBezTo>
                    <a:pt x="213337" y="1121325"/>
                    <a:pt x="220266" y="1132017"/>
                    <a:pt x="217786" y="1138262"/>
                  </a:cubicBezTo>
                  <a:cubicBezTo>
                    <a:pt x="215219" y="1144506"/>
                    <a:pt x="215219" y="1148270"/>
                    <a:pt x="216502" y="1151435"/>
                  </a:cubicBezTo>
                  <a:cubicBezTo>
                    <a:pt x="217186" y="1153145"/>
                    <a:pt x="220608" y="1156909"/>
                    <a:pt x="223259" y="1160673"/>
                  </a:cubicBezTo>
                  <a:lnTo>
                    <a:pt x="223687" y="1160245"/>
                  </a:lnTo>
                  <a:cubicBezTo>
                    <a:pt x="229932" y="1154001"/>
                    <a:pt x="226510" y="1150323"/>
                    <a:pt x="227451" y="1147072"/>
                  </a:cubicBezTo>
                  <a:cubicBezTo>
                    <a:pt x="227879" y="1145618"/>
                    <a:pt x="229162" y="1144591"/>
                    <a:pt x="230445" y="1143736"/>
                  </a:cubicBezTo>
                  <a:lnTo>
                    <a:pt x="230701" y="1143736"/>
                  </a:lnTo>
                  <a:cubicBezTo>
                    <a:pt x="232412" y="1142624"/>
                    <a:pt x="234123" y="1141598"/>
                    <a:pt x="234123" y="1140144"/>
                  </a:cubicBezTo>
                  <a:cubicBezTo>
                    <a:pt x="234123" y="1137663"/>
                    <a:pt x="237887" y="1123206"/>
                    <a:pt x="237887" y="1120127"/>
                  </a:cubicBezTo>
                  <a:cubicBezTo>
                    <a:pt x="237887" y="1117048"/>
                    <a:pt x="236004" y="1008584"/>
                    <a:pt x="237288" y="968466"/>
                  </a:cubicBezTo>
                  <a:cubicBezTo>
                    <a:pt x="238571" y="928433"/>
                    <a:pt x="247296" y="891395"/>
                    <a:pt x="244217" y="883268"/>
                  </a:cubicBezTo>
                  <a:lnTo>
                    <a:pt x="244217" y="883268"/>
                  </a:lnTo>
                  <a:close/>
                  <a:moveTo>
                    <a:pt x="371243" y="738535"/>
                  </a:moveTo>
                  <a:cubicBezTo>
                    <a:pt x="371243" y="738535"/>
                    <a:pt x="360208" y="746491"/>
                    <a:pt x="336942" y="751452"/>
                  </a:cubicBezTo>
                  <a:cubicBezTo>
                    <a:pt x="335829" y="755216"/>
                    <a:pt x="321031" y="804743"/>
                    <a:pt x="319834" y="833057"/>
                  </a:cubicBezTo>
                  <a:cubicBezTo>
                    <a:pt x="318550" y="862482"/>
                    <a:pt x="317952" y="902001"/>
                    <a:pt x="317353" y="919537"/>
                  </a:cubicBezTo>
                  <a:cubicBezTo>
                    <a:pt x="316754" y="937072"/>
                    <a:pt x="318550" y="957174"/>
                    <a:pt x="313589" y="980356"/>
                  </a:cubicBezTo>
                  <a:cubicBezTo>
                    <a:pt x="308543" y="1003537"/>
                    <a:pt x="296653" y="1071797"/>
                    <a:pt x="278518" y="1113199"/>
                  </a:cubicBezTo>
                  <a:cubicBezTo>
                    <a:pt x="278518" y="1113199"/>
                    <a:pt x="269109" y="1147072"/>
                    <a:pt x="274156" y="1163923"/>
                  </a:cubicBezTo>
                  <a:cubicBezTo>
                    <a:pt x="274156" y="1163923"/>
                    <a:pt x="279117" y="1179577"/>
                    <a:pt x="277919" y="1185223"/>
                  </a:cubicBezTo>
                  <a:cubicBezTo>
                    <a:pt x="276636" y="1190869"/>
                    <a:pt x="283565" y="1199593"/>
                    <a:pt x="286644" y="1203357"/>
                  </a:cubicBezTo>
                  <a:cubicBezTo>
                    <a:pt x="289809" y="1207121"/>
                    <a:pt x="285447" y="1211483"/>
                    <a:pt x="284163" y="1213964"/>
                  </a:cubicBezTo>
                  <a:cubicBezTo>
                    <a:pt x="282881" y="1216445"/>
                    <a:pt x="287928" y="1217728"/>
                    <a:pt x="284763" y="1219011"/>
                  </a:cubicBezTo>
                  <a:cubicBezTo>
                    <a:pt x="284335" y="1219182"/>
                    <a:pt x="283137" y="1219268"/>
                    <a:pt x="281341" y="1219353"/>
                  </a:cubicBezTo>
                  <a:cubicBezTo>
                    <a:pt x="269451" y="1220037"/>
                    <a:pt x="228221" y="1219524"/>
                    <a:pt x="228221" y="1219524"/>
                  </a:cubicBezTo>
                  <a:cubicBezTo>
                    <a:pt x="228221" y="1219524"/>
                    <a:pt x="224885" y="1216445"/>
                    <a:pt x="224885" y="1212082"/>
                  </a:cubicBezTo>
                  <a:cubicBezTo>
                    <a:pt x="224885" y="1207720"/>
                    <a:pt x="229248" y="1209602"/>
                    <a:pt x="228648" y="1203956"/>
                  </a:cubicBezTo>
                  <a:cubicBezTo>
                    <a:pt x="228050" y="1198310"/>
                    <a:pt x="229846" y="1186420"/>
                    <a:pt x="226168" y="1181374"/>
                  </a:cubicBezTo>
                  <a:cubicBezTo>
                    <a:pt x="225142" y="1179919"/>
                    <a:pt x="223944" y="1178123"/>
                    <a:pt x="223003" y="1176070"/>
                  </a:cubicBezTo>
                  <a:cubicBezTo>
                    <a:pt x="221378" y="1180518"/>
                    <a:pt x="219496" y="1185223"/>
                    <a:pt x="217186" y="1186420"/>
                  </a:cubicBezTo>
                  <a:cubicBezTo>
                    <a:pt x="213423" y="1188302"/>
                    <a:pt x="217186" y="1210201"/>
                    <a:pt x="217186" y="1210201"/>
                  </a:cubicBezTo>
                  <a:lnTo>
                    <a:pt x="205296" y="1211483"/>
                  </a:lnTo>
                  <a:cubicBezTo>
                    <a:pt x="205296" y="1211483"/>
                    <a:pt x="205296" y="1215247"/>
                    <a:pt x="199052" y="1217129"/>
                  </a:cubicBezTo>
                  <a:cubicBezTo>
                    <a:pt x="196315" y="1217984"/>
                    <a:pt x="186135" y="1218326"/>
                    <a:pt x="175528" y="1218326"/>
                  </a:cubicBezTo>
                  <a:cubicBezTo>
                    <a:pt x="162099" y="1218326"/>
                    <a:pt x="147728" y="1217813"/>
                    <a:pt x="146702" y="1217129"/>
                  </a:cubicBezTo>
                  <a:cubicBezTo>
                    <a:pt x="144820" y="1215846"/>
                    <a:pt x="137293" y="1210286"/>
                    <a:pt x="141655" y="1204640"/>
                  </a:cubicBezTo>
                  <a:cubicBezTo>
                    <a:pt x="146018" y="1198995"/>
                    <a:pt x="157992" y="1194632"/>
                    <a:pt x="159190" y="1186420"/>
                  </a:cubicBezTo>
                  <a:cubicBezTo>
                    <a:pt x="160473" y="1178294"/>
                    <a:pt x="168600" y="1168885"/>
                    <a:pt x="171080" y="1161357"/>
                  </a:cubicBezTo>
                  <a:cubicBezTo>
                    <a:pt x="173561" y="1153830"/>
                    <a:pt x="174845" y="1148184"/>
                    <a:pt x="174845" y="1142539"/>
                  </a:cubicBezTo>
                  <a:lnTo>
                    <a:pt x="174845" y="1141256"/>
                  </a:lnTo>
                  <a:lnTo>
                    <a:pt x="175272" y="1141256"/>
                  </a:lnTo>
                  <a:cubicBezTo>
                    <a:pt x="175272" y="1134156"/>
                    <a:pt x="175785" y="1113284"/>
                    <a:pt x="173988" y="1106184"/>
                  </a:cubicBezTo>
                  <a:cubicBezTo>
                    <a:pt x="172107" y="1098657"/>
                    <a:pt x="153288" y="1039720"/>
                    <a:pt x="145162" y="965215"/>
                  </a:cubicBezTo>
                  <a:cubicBezTo>
                    <a:pt x="145162" y="965215"/>
                    <a:pt x="138917" y="916971"/>
                    <a:pt x="148326" y="866845"/>
                  </a:cubicBezTo>
                  <a:cubicBezTo>
                    <a:pt x="148326" y="866845"/>
                    <a:pt x="142682" y="813554"/>
                    <a:pt x="137634" y="786010"/>
                  </a:cubicBezTo>
                  <a:cubicBezTo>
                    <a:pt x="135752" y="775403"/>
                    <a:pt x="133700" y="767362"/>
                    <a:pt x="131904" y="761460"/>
                  </a:cubicBezTo>
                  <a:cubicBezTo>
                    <a:pt x="125745" y="760947"/>
                    <a:pt x="106754" y="759322"/>
                    <a:pt x="102563" y="757183"/>
                  </a:cubicBezTo>
                  <a:cubicBezTo>
                    <a:pt x="102563" y="757183"/>
                    <a:pt x="98200" y="682678"/>
                    <a:pt x="95635" y="651884"/>
                  </a:cubicBezTo>
                  <a:cubicBezTo>
                    <a:pt x="94180" y="633750"/>
                    <a:pt x="95892" y="599191"/>
                    <a:pt x="98286" y="571733"/>
                  </a:cubicBezTo>
                  <a:cubicBezTo>
                    <a:pt x="97345" y="569082"/>
                    <a:pt x="95549" y="547354"/>
                    <a:pt x="99398" y="526568"/>
                  </a:cubicBezTo>
                  <a:cubicBezTo>
                    <a:pt x="103761" y="502789"/>
                    <a:pt x="107525" y="472679"/>
                    <a:pt x="120013" y="463953"/>
                  </a:cubicBezTo>
                  <a:cubicBezTo>
                    <a:pt x="120013" y="463953"/>
                    <a:pt x="120869" y="458736"/>
                    <a:pt x="121638" y="453689"/>
                  </a:cubicBezTo>
                  <a:lnTo>
                    <a:pt x="121809" y="446845"/>
                  </a:lnTo>
                  <a:lnTo>
                    <a:pt x="122494" y="446675"/>
                  </a:lnTo>
                  <a:lnTo>
                    <a:pt x="122494" y="445135"/>
                  </a:lnTo>
                  <a:cubicBezTo>
                    <a:pt x="122494" y="441371"/>
                    <a:pt x="118816" y="433844"/>
                    <a:pt x="118816" y="430679"/>
                  </a:cubicBezTo>
                  <a:cubicBezTo>
                    <a:pt x="118816" y="427514"/>
                    <a:pt x="122580" y="415025"/>
                    <a:pt x="119500" y="410662"/>
                  </a:cubicBezTo>
                  <a:cubicBezTo>
                    <a:pt x="116335" y="406300"/>
                    <a:pt x="118816" y="410662"/>
                    <a:pt x="115138" y="415025"/>
                  </a:cubicBezTo>
                  <a:cubicBezTo>
                    <a:pt x="111374" y="419388"/>
                    <a:pt x="107011" y="430679"/>
                    <a:pt x="95121" y="435127"/>
                  </a:cubicBezTo>
                  <a:lnTo>
                    <a:pt x="94009" y="435555"/>
                  </a:lnTo>
                  <a:cubicBezTo>
                    <a:pt x="92384" y="436666"/>
                    <a:pt x="91101" y="437522"/>
                    <a:pt x="90587" y="438206"/>
                  </a:cubicBezTo>
                  <a:cubicBezTo>
                    <a:pt x="90075" y="438976"/>
                    <a:pt x="88279" y="438976"/>
                    <a:pt x="85798" y="438805"/>
                  </a:cubicBezTo>
                  <a:cubicBezTo>
                    <a:pt x="81264" y="440345"/>
                    <a:pt x="78184" y="440088"/>
                    <a:pt x="69973" y="436410"/>
                  </a:cubicBezTo>
                  <a:lnTo>
                    <a:pt x="68006" y="435469"/>
                  </a:lnTo>
                  <a:cubicBezTo>
                    <a:pt x="66466" y="435212"/>
                    <a:pt x="65011" y="434956"/>
                    <a:pt x="63814" y="434870"/>
                  </a:cubicBezTo>
                  <a:cubicBezTo>
                    <a:pt x="60564" y="434528"/>
                    <a:pt x="56287" y="430935"/>
                    <a:pt x="52437" y="426915"/>
                  </a:cubicBezTo>
                  <a:cubicBezTo>
                    <a:pt x="49443" y="424691"/>
                    <a:pt x="47134" y="422296"/>
                    <a:pt x="45594" y="419473"/>
                  </a:cubicBezTo>
                  <a:lnTo>
                    <a:pt x="44738" y="417848"/>
                  </a:lnTo>
                  <a:cubicBezTo>
                    <a:pt x="43199" y="415795"/>
                    <a:pt x="42173" y="414426"/>
                    <a:pt x="42173" y="414426"/>
                  </a:cubicBezTo>
                  <a:lnTo>
                    <a:pt x="43541" y="415624"/>
                  </a:lnTo>
                  <a:cubicBezTo>
                    <a:pt x="40376" y="409722"/>
                    <a:pt x="37468" y="403905"/>
                    <a:pt x="37468" y="403905"/>
                  </a:cubicBezTo>
                  <a:lnTo>
                    <a:pt x="36270" y="396377"/>
                  </a:lnTo>
                  <a:cubicBezTo>
                    <a:pt x="36270" y="396377"/>
                    <a:pt x="34046" y="377302"/>
                    <a:pt x="31223" y="371913"/>
                  </a:cubicBezTo>
                  <a:lnTo>
                    <a:pt x="31223" y="369347"/>
                  </a:lnTo>
                  <a:cubicBezTo>
                    <a:pt x="31223" y="369347"/>
                    <a:pt x="28999" y="367807"/>
                    <a:pt x="28999" y="367807"/>
                  </a:cubicBezTo>
                  <a:cubicBezTo>
                    <a:pt x="24380" y="364471"/>
                    <a:pt x="20360" y="348475"/>
                    <a:pt x="18392" y="343856"/>
                  </a:cubicBezTo>
                  <a:cubicBezTo>
                    <a:pt x="17708" y="341889"/>
                    <a:pt x="11806" y="334276"/>
                    <a:pt x="7272" y="320418"/>
                  </a:cubicBezTo>
                  <a:cubicBezTo>
                    <a:pt x="3937" y="310325"/>
                    <a:pt x="-2821" y="304594"/>
                    <a:pt x="1285" y="301941"/>
                  </a:cubicBezTo>
                  <a:cubicBezTo>
                    <a:pt x="4621" y="299803"/>
                    <a:pt x="9667" y="305107"/>
                    <a:pt x="14458" y="311693"/>
                  </a:cubicBezTo>
                  <a:cubicBezTo>
                    <a:pt x="13773" y="302883"/>
                    <a:pt x="13003" y="292105"/>
                    <a:pt x="15056" y="289282"/>
                  </a:cubicBezTo>
                  <a:cubicBezTo>
                    <a:pt x="17964" y="285262"/>
                    <a:pt x="25322" y="269779"/>
                    <a:pt x="28657" y="279103"/>
                  </a:cubicBezTo>
                  <a:cubicBezTo>
                    <a:pt x="31993" y="288427"/>
                    <a:pt x="24808" y="289282"/>
                    <a:pt x="24808" y="300659"/>
                  </a:cubicBezTo>
                  <a:cubicBezTo>
                    <a:pt x="24808" y="312036"/>
                    <a:pt x="25577" y="310495"/>
                    <a:pt x="24808" y="315200"/>
                  </a:cubicBezTo>
                  <a:cubicBezTo>
                    <a:pt x="27460" y="314772"/>
                    <a:pt x="28487" y="302198"/>
                    <a:pt x="31309" y="290137"/>
                  </a:cubicBezTo>
                  <a:cubicBezTo>
                    <a:pt x="32678" y="284150"/>
                    <a:pt x="40718" y="274655"/>
                    <a:pt x="42600" y="274141"/>
                  </a:cubicBezTo>
                  <a:cubicBezTo>
                    <a:pt x="53207" y="271404"/>
                    <a:pt x="44738" y="285689"/>
                    <a:pt x="40804" y="298349"/>
                  </a:cubicBezTo>
                  <a:cubicBezTo>
                    <a:pt x="36784" y="311009"/>
                    <a:pt x="43370" y="318365"/>
                    <a:pt x="43370" y="318365"/>
                  </a:cubicBezTo>
                  <a:cubicBezTo>
                    <a:pt x="43370" y="318365"/>
                    <a:pt x="53292" y="282866"/>
                    <a:pt x="59281" y="285518"/>
                  </a:cubicBezTo>
                  <a:cubicBezTo>
                    <a:pt x="65268" y="288170"/>
                    <a:pt x="65439" y="292874"/>
                    <a:pt x="60050" y="300915"/>
                  </a:cubicBezTo>
                  <a:cubicBezTo>
                    <a:pt x="54747" y="308871"/>
                    <a:pt x="55859" y="319135"/>
                    <a:pt x="55859" y="324438"/>
                  </a:cubicBezTo>
                  <a:cubicBezTo>
                    <a:pt x="55859" y="329742"/>
                    <a:pt x="59793" y="333677"/>
                    <a:pt x="59793" y="333677"/>
                  </a:cubicBezTo>
                  <a:cubicBezTo>
                    <a:pt x="59793" y="333677"/>
                    <a:pt x="60050" y="332822"/>
                    <a:pt x="60564" y="331367"/>
                  </a:cubicBezTo>
                  <a:cubicBezTo>
                    <a:pt x="61248" y="314858"/>
                    <a:pt x="62787" y="296296"/>
                    <a:pt x="66380" y="290993"/>
                  </a:cubicBezTo>
                  <a:cubicBezTo>
                    <a:pt x="73309" y="280985"/>
                    <a:pt x="77672" y="275938"/>
                    <a:pt x="78270" y="269009"/>
                  </a:cubicBezTo>
                  <a:cubicBezTo>
                    <a:pt x="78868" y="262166"/>
                    <a:pt x="90844" y="237702"/>
                    <a:pt x="94523" y="225812"/>
                  </a:cubicBezTo>
                  <a:cubicBezTo>
                    <a:pt x="98286" y="213921"/>
                    <a:pt x="104530" y="210158"/>
                    <a:pt x="122066" y="204512"/>
                  </a:cubicBezTo>
                  <a:cubicBezTo>
                    <a:pt x="139602" y="198866"/>
                    <a:pt x="157137" y="190740"/>
                    <a:pt x="161500" y="190740"/>
                  </a:cubicBezTo>
                  <a:cubicBezTo>
                    <a:pt x="165862" y="190740"/>
                    <a:pt x="173988" y="173803"/>
                    <a:pt x="173988" y="173803"/>
                  </a:cubicBezTo>
                  <a:cubicBezTo>
                    <a:pt x="173988" y="173803"/>
                    <a:pt x="125146" y="182529"/>
                    <a:pt x="121382" y="183811"/>
                  </a:cubicBezTo>
                  <a:cubicBezTo>
                    <a:pt x="117618" y="185095"/>
                    <a:pt x="137634" y="172521"/>
                    <a:pt x="138319" y="170638"/>
                  </a:cubicBezTo>
                  <a:cubicBezTo>
                    <a:pt x="138917" y="168757"/>
                    <a:pt x="176212" y="149510"/>
                    <a:pt x="180575" y="150194"/>
                  </a:cubicBezTo>
                  <a:lnTo>
                    <a:pt x="180746" y="150793"/>
                  </a:lnTo>
                  <a:lnTo>
                    <a:pt x="181260" y="150366"/>
                  </a:lnTo>
                  <a:lnTo>
                    <a:pt x="181260" y="149767"/>
                  </a:lnTo>
                  <a:cubicBezTo>
                    <a:pt x="174930" y="144891"/>
                    <a:pt x="167146" y="132488"/>
                    <a:pt x="163382" y="121197"/>
                  </a:cubicBezTo>
                  <a:cubicBezTo>
                    <a:pt x="159618" y="109906"/>
                    <a:pt x="160217" y="100240"/>
                    <a:pt x="158934" y="92712"/>
                  </a:cubicBezTo>
                  <a:cubicBezTo>
                    <a:pt x="157651" y="85185"/>
                    <a:pt x="155170" y="85527"/>
                    <a:pt x="153374" y="82960"/>
                  </a:cubicBezTo>
                  <a:cubicBezTo>
                    <a:pt x="151577" y="80394"/>
                    <a:pt x="151321" y="77058"/>
                    <a:pt x="151321" y="73294"/>
                  </a:cubicBezTo>
                  <a:cubicBezTo>
                    <a:pt x="151321" y="69531"/>
                    <a:pt x="148840" y="60806"/>
                    <a:pt x="148840" y="60806"/>
                  </a:cubicBezTo>
                  <a:cubicBezTo>
                    <a:pt x="148840" y="60806"/>
                    <a:pt x="140115" y="55759"/>
                    <a:pt x="151321" y="28215"/>
                  </a:cubicBezTo>
                  <a:cubicBezTo>
                    <a:pt x="162612" y="671"/>
                    <a:pt x="195203" y="-4376"/>
                    <a:pt x="224030" y="3152"/>
                  </a:cubicBezTo>
                  <a:cubicBezTo>
                    <a:pt x="252857" y="10679"/>
                    <a:pt x="266628" y="53279"/>
                    <a:pt x="275439" y="65853"/>
                  </a:cubicBezTo>
                  <a:cubicBezTo>
                    <a:pt x="284163" y="78342"/>
                    <a:pt x="280400" y="97160"/>
                    <a:pt x="280400" y="97160"/>
                  </a:cubicBezTo>
                  <a:cubicBezTo>
                    <a:pt x="280400" y="97160"/>
                    <a:pt x="289211" y="98443"/>
                    <a:pt x="290409" y="108451"/>
                  </a:cubicBezTo>
                  <a:cubicBezTo>
                    <a:pt x="291691" y="118460"/>
                    <a:pt x="295455" y="123506"/>
                    <a:pt x="306660" y="132317"/>
                  </a:cubicBezTo>
                  <a:cubicBezTo>
                    <a:pt x="317952" y="141127"/>
                    <a:pt x="309141" y="157380"/>
                    <a:pt x="309141" y="172435"/>
                  </a:cubicBezTo>
                  <a:cubicBezTo>
                    <a:pt x="309141" y="187490"/>
                    <a:pt x="304095" y="188773"/>
                    <a:pt x="304095" y="196300"/>
                  </a:cubicBezTo>
                  <a:lnTo>
                    <a:pt x="306148" y="197754"/>
                  </a:lnTo>
                  <a:cubicBezTo>
                    <a:pt x="323170" y="208704"/>
                    <a:pt x="315985" y="236162"/>
                    <a:pt x="315557" y="237787"/>
                  </a:cubicBezTo>
                  <a:cubicBezTo>
                    <a:pt x="319235" y="240182"/>
                    <a:pt x="322827" y="242834"/>
                    <a:pt x="324539" y="245058"/>
                  </a:cubicBezTo>
                  <a:cubicBezTo>
                    <a:pt x="328901" y="250703"/>
                    <a:pt x="339337" y="268581"/>
                    <a:pt x="339337" y="280471"/>
                  </a:cubicBezTo>
                  <a:cubicBezTo>
                    <a:pt x="339337" y="292361"/>
                    <a:pt x="348062" y="333078"/>
                    <a:pt x="348062" y="333078"/>
                  </a:cubicBezTo>
                  <a:lnTo>
                    <a:pt x="348062" y="334019"/>
                  </a:lnTo>
                  <a:cubicBezTo>
                    <a:pt x="351568" y="337697"/>
                    <a:pt x="354905" y="341632"/>
                    <a:pt x="356872" y="344369"/>
                  </a:cubicBezTo>
                  <a:cubicBezTo>
                    <a:pt x="361234" y="350613"/>
                    <a:pt x="353707" y="355661"/>
                    <a:pt x="351825" y="360023"/>
                  </a:cubicBezTo>
                  <a:lnTo>
                    <a:pt x="351227" y="362675"/>
                  </a:lnTo>
                  <a:cubicBezTo>
                    <a:pt x="352425" y="372512"/>
                    <a:pt x="353621" y="381408"/>
                    <a:pt x="354392" y="383290"/>
                  </a:cubicBezTo>
                  <a:cubicBezTo>
                    <a:pt x="356274" y="387652"/>
                    <a:pt x="358755" y="403991"/>
                    <a:pt x="359438" y="405872"/>
                  </a:cubicBezTo>
                  <a:cubicBezTo>
                    <a:pt x="360037" y="407754"/>
                    <a:pt x="363801" y="412715"/>
                    <a:pt x="364485" y="415880"/>
                  </a:cubicBezTo>
                  <a:cubicBezTo>
                    <a:pt x="365084" y="419045"/>
                    <a:pt x="373895" y="435897"/>
                    <a:pt x="368848" y="447787"/>
                  </a:cubicBezTo>
                  <a:cubicBezTo>
                    <a:pt x="363801" y="459676"/>
                    <a:pt x="351911" y="477896"/>
                    <a:pt x="343186" y="479778"/>
                  </a:cubicBezTo>
                  <a:cubicBezTo>
                    <a:pt x="337711" y="480976"/>
                    <a:pt x="334461" y="481917"/>
                    <a:pt x="332750" y="482430"/>
                  </a:cubicBezTo>
                  <a:lnTo>
                    <a:pt x="332921" y="482943"/>
                  </a:lnTo>
                  <a:lnTo>
                    <a:pt x="332750" y="482430"/>
                  </a:lnTo>
                  <a:lnTo>
                    <a:pt x="331381" y="482943"/>
                  </a:lnTo>
                  <a:cubicBezTo>
                    <a:pt x="331381" y="482943"/>
                    <a:pt x="348318" y="507408"/>
                    <a:pt x="349516" y="545644"/>
                  </a:cubicBezTo>
                  <a:cubicBezTo>
                    <a:pt x="349516" y="545644"/>
                    <a:pt x="358241" y="558218"/>
                    <a:pt x="356445" y="565061"/>
                  </a:cubicBezTo>
                  <a:lnTo>
                    <a:pt x="356102" y="565404"/>
                  </a:lnTo>
                  <a:cubicBezTo>
                    <a:pt x="358926" y="573701"/>
                    <a:pt x="364999" y="593118"/>
                    <a:pt x="364571" y="603298"/>
                  </a:cubicBezTo>
                  <a:cubicBezTo>
                    <a:pt x="363887" y="616470"/>
                    <a:pt x="365854" y="678487"/>
                    <a:pt x="367736" y="694140"/>
                  </a:cubicBezTo>
                  <a:cubicBezTo>
                    <a:pt x="369618" y="709794"/>
                    <a:pt x="370217" y="732376"/>
                    <a:pt x="371500" y="738621"/>
                  </a:cubicBezTo>
                  <a:lnTo>
                    <a:pt x="371500" y="738621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20C67D2D-CAAE-C612-6141-CD9DC64A812C}"/>
                </a:ext>
              </a:extLst>
            </p:cNvPr>
            <p:cNvSpPr/>
            <p:nvPr/>
          </p:nvSpPr>
          <p:spPr>
            <a:xfrm>
              <a:off x="10072574" y="4201802"/>
              <a:ext cx="282836" cy="1206377"/>
            </a:xfrm>
            <a:custGeom>
              <a:avLst/>
              <a:gdLst>
                <a:gd name="connsiteX0" fmla="*/ 178497 w 282836"/>
                <a:gd name="connsiteY0" fmla="*/ 1048557 h 1206377"/>
                <a:gd name="connsiteX1" fmla="*/ 177299 w 282836"/>
                <a:gd name="connsiteY1" fmla="*/ 1121009 h 1206377"/>
                <a:gd name="connsiteX2" fmla="*/ 181063 w 282836"/>
                <a:gd name="connsiteY2" fmla="*/ 1094663 h 1206377"/>
                <a:gd name="connsiteX3" fmla="*/ 178497 w 282836"/>
                <a:gd name="connsiteY3" fmla="*/ 1048557 h 1206377"/>
                <a:gd name="connsiteX4" fmla="*/ 178497 w 282836"/>
                <a:gd name="connsiteY4" fmla="*/ 1048557 h 1206377"/>
                <a:gd name="connsiteX5" fmla="*/ 69605 w 282836"/>
                <a:gd name="connsiteY5" fmla="*/ 308983 h 1206377"/>
                <a:gd name="connsiteX6" fmla="*/ 69862 w 282836"/>
                <a:gd name="connsiteY6" fmla="*/ 303679 h 1206377"/>
                <a:gd name="connsiteX7" fmla="*/ 69605 w 282836"/>
                <a:gd name="connsiteY7" fmla="*/ 308983 h 1206377"/>
                <a:gd name="connsiteX8" fmla="*/ 69605 w 282836"/>
                <a:gd name="connsiteY8" fmla="*/ 308983 h 1206377"/>
                <a:gd name="connsiteX9" fmla="*/ 282427 w 282836"/>
                <a:gd name="connsiteY9" fmla="*/ 375618 h 1206377"/>
                <a:gd name="connsiteX10" fmla="*/ 281058 w 282836"/>
                <a:gd name="connsiteY10" fmla="*/ 404273 h 1206377"/>
                <a:gd name="connsiteX11" fmla="*/ 279690 w 282836"/>
                <a:gd name="connsiteY11" fmla="*/ 410433 h 1206377"/>
                <a:gd name="connsiteX12" fmla="*/ 279690 w 282836"/>
                <a:gd name="connsiteY12" fmla="*/ 410433 h 1206377"/>
                <a:gd name="connsiteX13" fmla="*/ 276439 w 282836"/>
                <a:gd name="connsiteY13" fmla="*/ 420099 h 1206377"/>
                <a:gd name="connsiteX14" fmla="*/ 260957 w 282836"/>
                <a:gd name="connsiteY14" fmla="*/ 426685 h 1206377"/>
                <a:gd name="connsiteX15" fmla="*/ 212113 w 282836"/>
                <a:gd name="connsiteY15" fmla="*/ 428396 h 1206377"/>
                <a:gd name="connsiteX16" fmla="*/ 215792 w 282836"/>
                <a:gd name="connsiteY16" fmla="*/ 432159 h 1206377"/>
                <a:gd name="connsiteX17" fmla="*/ 216904 w 282836"/>
                <a:gd name="connsiteY17" fmla="*/ 434042 h 1206377"/>
                <a:gd name="connsiteX18" fmla="*/ 227511 w 282836"/>
                <a:gd name="connsiteY18" fmla="*/ 454999 h 1206377"/>
                <a:gd name="connsiteX19" fmla="*/ 227767 w 282836"/>
                <a:gd name="connsiteY19" fmla="*/ 457565 h 1206377"/>
                <a:gd name="connsiteX20" fmla="*/ 226998 w 282836"/>
                <a:gd name="connsiteY20" fmla="*/ 464921 h 1206377"/>
                <a:gd name="connsiteX21" fmla="*/ 226998 w 282836"/>
                <a:gd name="connsiteY21" fmla="*/ 467316 h 1206377"/>
                <a:gd name="connsiteX22" fmla="*/ 229392 w 282836"/>
                <a:gd name="connsiteY22" fmla="*/ 472620 h 1206377"/>
                <a:gd name="connsiteX23" fmla="*/ 238887 w 282836"/>
                <a:gd name="connsiteY23" fmla="*/ 485707 h 1206377"/>
                <a:gd name="connsiteX24" fmla="*/ 240598 w 282836"/>
                <a:gd name="connsiteY24" fmla="*/ 488017 h 1206377"/>
                <a:gd name="connsiteX25" fmla="*/ 242223 w 282836"/>
                <a:gd name="connsiteY25" fmla="*/ 493577 h 1206377"/>
                <a:gd name="connsiteX26" fmla="*/ 242651 w 282836"/>
                <a:gd name="connsiteY26" fmla="*/ 495630 h 1206377"/>
                <a:gd name="connsiteX27" fmla="*/ 245474 w 282836"/>
                <a:gd name="connsiteY27" fmla="*/ 520094 h 1206377"/>
                <a:gd name="connsiteX28" fmla="*/ 254883 w 282836"/>
                <a:gd name="connsiteY28" fmla="*/ 568082 h 1206377"/>
                <a:gd name="connsiteX29" fmla="*/ 255397 w 282836"/>
                <a:gd name="connsiteY29" fmla="*/ 647548 h 1206377"/>
                <a:gd name="connsiteX30" fmla="*/ 255825 w 282836"/>
                <a:gd name="connsiteY30" fmla="*/ 724705 h 1206377"/>
                <a:gd name="connsiteX31" fmla="*/ 214508 w 282836"/>
                <a:gd name="connsiteY31" fmla="*/ 730693 h 1206377"/>
                <a:gd name="connsiteX32" fmla="*/ 214252 w 282836"/>
                <a:gd name="connsiteY32" fmla="*/ 731890 h 1206377"/>
                <a:gd name="connsiteX33" fmla="*/ 189959 w 282836"/>
                <a:gd name="connsiteY33" fmla="*/ 837531 h 1206377"/>
                <a:gd name="connsiteX34" fmla="*/ 224260 w 282836"/>
                <a:gd name="connsiteY34" fmla="*/ 952753 h 1206377"/>
                <a:gd name="connsiteX35" fmla="*/ 219556 w 282836"/>
                <a:gd name="connsiteY35" fmla="*/ 1085853 h 1206377"/>
                <a:gd name="connsiteX36" fmla="*/ 224003 w 282836"/>
                <a:gd name="connsiteY36" fmla="*/ 1111172 h 1206377"/>
                <a:gd name="connsiteX37" fmla="*/ 234354 w 282836"/>
                <a:gd name="connsiteY37" fmla="*/ 1126227 h 1206377"/>
                <a:gd name="connsiteX38" fmla="*/ 234354 w 282836"/>
                <a:gd name="connsiteY38" fmla="*/ 1126227 h 1206377"/>
                <a:gd name="connsiteX39" fmla="*/ 236664 w 282836"/>
                <a:gd name="connsiteY39" fmla="*/ 1128708 h 1206377"/>
                <a:gd name="connsiteX40" fmla="*/ 236920 w 282836"/>
                <a:gd name="connsiteY40" fmla="*/ 1128708 h 1206377"/>
                <a:gd name="connsiteX41" fmla="*/ 237091 w 282836"/>
                <a:gd name="connsiteY41" fmla="*/ 1128793 h 1206377"/>
                <a:gd name="connsiteX42" fmla="*/ 237433 w 282836"/>
                <a:gd name="connsiteY42" fmla="*/ 1128793 h 1206377"/>
                <a:gd name="connsiteX43" fmla="*/ 237690 w 282836"/>
                <a:gd name="connsiteY43" fmla="*/ 1128793 h 1206377"/>
                <a:gd name="connsiteX44" fmla="*/ 254370 w 282836"/>
                <a:gd name="connsiteY44" fmla="*/ 1157021 h 1206377"/>
                <a:gd name="connsiteX45" fmla="*/ 242394 w 282836"/>
                <a:gd name="connsiteY45" fmla="*/ 1184565 h 1206377"/>
                <a:gd name="connsiteX46" fmla="*/ 239572 w 282836"/>
                <a:gd name="connsiteY46" fmla="*/ 1205693 h 1206377"/>
                <a:gd name="connsiteX47" fmla="*/ 229735 w 282836"/>
                <a:gd name="connsiteY47" fmla="*/ 1206378 h 1206377"/>
                <a:gd name="connsiteX48" fmla="*/ 229735 w 282836"/>
                <a:gd name="connsiteY48" fmla="*/ 1206378 h 1206377"/>
                <a:gd name="connsiteX49" fmla="*/ 213653 w 282836"/>
                <a:gd name="connsiteY49" fmla="*/ 1199278 h 1206377"/>
                <a:gd name="connsiteX50" fmla="*/ 212029 w 282836"/>
                <a:gd name="connsiteY50" fmla="*/ 1199278 h 1206377"/>
                <a:gd name="connsiteX51" fmla="*/ 198598 w 282836"/>
                <a:gd name="connsiteY51" fmla="*/ 1205693 h 1206377"/>
                <a:gd name="connsiteX52" fmla="*/ 176016 w 282836"/>
                <a:gd name="connsiteY52" fmla="*/ 1206036 h 1206377"/>
                <a:gd name="connsiteX53" fmla="*/ 125206 w 282836"/>
                <a:gd name="connsiteY53" fmla="*/ 1205693 h 1206377"/>
                <a:gd name="connsiteX54" fmla="*/ 122382 w 282836"/>
                <a:gd name="connsiteY54" fmla="*/ 1203555 h 1206377"/>
                <a:gd name="connsiteX55" fmla="*/ 114599 w 282836"/>
                <a:gd name="connsiteY55" fmla="*/ 1205693 h 1206377"/>
                <a:gd name="connsiteX56" fmla="*/ 114599 w 282836"/>
                <a:gd name="connsiteY56" fmla="*/ 1205693 h 1206377"/>
                <a:gd name="connsiteX57" fmla="*/ 78586 w 282836"/>
                <a:gd name="connsiteY57" fmla="*/ 1204239 h 1206377"/>
                <a:gd name="connsiteX58" fmla="*/ 77218 w 282836"/>
                <a:gd name="connsiteY58" fmla="*/ 1197225 h 1206377"/>
                <a:gd name="connsiteX59" fmla="*/ 98603 w 282836"/>
                <a:gd name="connsiteY59" fmla="*/ 1180374 h 1206377"/>
                <a:gd name="connsiteX60" fmla="*/ 108953 w 282836"/>
                <a:gd name="connsiteY60" fmla="*/ 1173958 h 1206377"/>
                <a:gd name="connsiteX61" fmla="*/ 132219 w 282836"/>
                <a:gd name="connsiteY61" fmla="*/ 1124602 h 1206377"/>
                <a:gd name="connsiteX62" fmla="*/ 111775 w 282836"/>
                <a:gd name="connsiteY62" fmla="*/ 970802 h 1206377"/>
                <a:gd name="connsiteX63" fmla="*/ 106814 w 282836"/>
                <a:gd name="connsiteY63" fmla="*/ 887572 h 1206377"/>
                <a:gd name="connsiteX64" fmla="*/ 98346 w 282836"/>
                <a:gd name="connsiteY64" fmla="*/ 865759 h 1206377"/>
                <a:gd name="connsiteX65" fmla="*/ 99801 w 282836"/>
                <a:gd name="connsiteY65" fmla="*/ 838900 h 1206377"/>
                <a:gd name="connsiteX66" fmla="*/ 78073 w 282836"/>
                <a:gd name="connsiteY66" fmla="*/ 757039 h 1206377"/>
                <a:gd name="connsiteX67" fmla="*/ 54379 w 282836"/>
                <a:gd name="connsiteY67" fmla="*/ 755670 h 1206377"/>
                <a:gd name="connsiteX68" fmla="*/ 58142 w 282836"/>
                <a:gd name="connsiteY68" fmla="*/ 647976 h 1206377"/>
                <a:gd name="connsiteX69" fmla="*/ 63788 w 282836"/>
                <a:gd name="connsiteY69" fmla="*/ 541222 h 1206377"/>
                <a:gd name="connsiteX70" fmla="*/ 76961 w 282836"/>
                <a:gd name="connsiteY70" fmla="*/ 459874 h 1206377"/>
                <a:gd name="connsiteX71" fmla="*/ 85344 w 282836"/>
                <a:gd name="connsiteY71" fmla="*/ 453288 h 1206377"/>
                <a:gd name="connsiteX72" fmla="*/ 76533 w 282836"/>
                <a:gd name="connsiteY72" fmla="*/ 456110 h 1206377"/>
                <a:gd name="connsiteX73" fmla="*/ 76533 w 282836"/>
                <a:gd name="connsiteY73" fmla="*/ 449097 h 1206377"/>
                <a:gd name="connsiteX74" fmla="*/ 79357 w 282836"/>
                <a:gd name="connsiteY74" fmla="*/ 440970 h 1206377"/>
                <a:gd name="connsiteX75" fmla="*/ 72256 w 282836"/>
                <a:gd name="connsiteY75" fmla="*/ 445846 h 1206377"/>
                <a:gd name="connsiteX76" fmla="*/ 49930 w 282836"/>
                <a:gd name="connsiteY76" fmla="*/ 446188 h 1206377"/>
                <a:gd name="connsiteX77" fmla="*/ 36073 w 282836"/>
                <a:gd name="connsiteY77" fmla="*/ 445162 h 1206377"/>
                <a:gd name="connsiteX78" fmla="*/ 32224 w 282836"/>
                <a:gd name="connsiteY78" fmla="*/ 443793 h 1206377"/>
                <a:gd name="connsiteX79" fmla="*/ 29059 w 282836"/>
                <a:gd name="connsiteY79" fmla="*/ 439002 h 1206377"/>
                <a:gd name="connsiteX80" fmla="*/ 27092 w 282836"/>
                <a:gd name="connsiteY80" fmla="*/ 433443 h 1206377"/>
                <a:gd name="connsiteX81" fmla="*/ 21361 w 282836"/>
                <a:gd name="connsiteY81" fmla="*/ 423691 h 1206377"/>
                <a:gd name="connsiteX82" fmla="*/ 24269 w 282836"/>
                <a:gd name="connsiteY82" fmla="*/ 418901 h 1206377"/>
                <a:gd name="connsiteX83" fmla="*/ 25381 w 282836"/>
                <a:gd name="connsiteY83" fmla="*/ 410604 h 1206377"/>
                <a:gd name="connsiteX84" fmla="*/ 28888 w 282836"/>
                <a:gd name="connsiteY84" fmla="*/ 409064 h 1206377"/>
                <a:gd name="connsiteX85" fmla="*/ 30171 w 282836"/>
                <a:gd name="connsiteY85" fmla="*/ 415223 h 1206377"/>
                <a:gd name="connsiteX86" fmla="*/ 35218 w 282836"/>
                <a:gd name="connsiteY86" fmla="*/ 427113 h 1206377"/>
                <a:gd name="connsiteX87" fmla="*/ 42745 w 282836"/>
                <a:gd name="connsiteY87" fmla="*/ 428567 h 1206377"/>
                <a:gd name="connsiteX88" fmla="*/ 58741 w 282836"/>
                <a:gd name="connsiteY88" fmla="*/ 422921 h 1206377"/>
                <a:gd name="connsiteX89" fmla="*/ 68750 w 282836"/>
                <a:gd name="connsiteY89" fmla="*/ 418473 h 1206377"/>
                <a:gd name="connsiteX90" fmla="*/ 49161 w 282836"/>
                <a:gd name="connsiteY90" fmla="*/ 407952 h 1206377"/>
                <a:gd name="connsiteX91" fmla="*/ 33849 w 282836"/>
                <a:gd name="connsiteY91" fmla="*/ 401023 h 1206377"/>
                <a:gd name="connsiteX92" fmla="*/ 22644 w 282836"/>
                <a:gd name="connsiteY92" fmla="*/ 396746 h 1206377"/>
                <a:gd name="connsiteX93" fmla="*/ 15031 w 282836"/>
                <a:gd name="connsiteY93" fmla="*/ 392213 h 1206377"/>
                <a:gd name="connsiteX94" fmla="*/ 660 w 282836"/>
                <a:gd name="connsiteY94" fmla="*/ 384343 h 1206377"/>
                <a:gd name="connsiteX95" fmla="*/ 1857 w 282836"/>
                <a:gd name="connsiteY95" fmla="*/ 381948 h 1206377"/>
                <a:gd name="connsiteX96" fmla="*/ 7332 w 282836"/>
                <a:gd name="connsiteY96" fmla="*/ 380750 h 1206377"/>
                <a:gd name="connsiteX97" fmla="*/ 14004 w 282836"/>
                <a:gd name="connsiteY97" fmla="*/ 383145 h 1206377"/>
                <a:gd name="connsiteX98" fmla="*/ 17084 w 282836"/>
                <a:gd name="connsiteY98" fmla="*/ 380494 h 1206377"/>
                <a:gd name="connsiteX99" fmla="*/ 30257 w 282836"/>
                <a:gd name="connsiteY99" fmla="*/ 387165 h 1206377"/>
                <a:gd name="connsiteX100" fmla="*/ 42403 w 282836"/>
                <a:gd name="connsiteY100" fmla="*/ 388620 h 1206377"/>
                <a:gd name="connsiteX101" fmla="*/ 46509 w 282836"/>
                <a:gd name="connsiteY101" fmla="*/ 384343 h 1206377"/>
                <a:gd name="connsiteX102" fmla="*/ 36928 w 282836"/>
                <a:gd name="connsiteY102" fmla="*/ 379809 h 1206377"/>
                <a:gd name="connsiteX103" fmla="*/ 38383 w 282836"/>
                <a:gd name="connsiteY103" fmla="*/ 375532 h 1206377"/>
                <a:gd name="connsiteX104" fmla="*/ 49161 w 282836"/>
                <a:gd name="connsiteY104" fmla="*/ 376217 h 1206377"/>
                <a:gd name="connsiteX105" fmla="*/ 61137 w 282836"/>
                <a:gd name="connsiteY105" fmla="*/ 385284 h 1206377"/>
                <a:gd name="connsiteX106" fmla="*/ 72856 w 282836"/>
                <a:gd name="connsiteY106" fmla="*/ 388363 h 1206377"/>
                <a:gd name="connsiteX107" fmla="*/ 77816 w 282836"/>
                <a:gd name="connsiteY107" fmla="*/ 391785 h 1206377"/>
                <a:gd name="connsiteX108" fmla="*/ 80469 w 282836"/>
                <a:gd name="connsiteY108" fmla="*/ 382974 h 1206377"/>
                <a:gd name="connsiteX109" fmla="*/ 79527 w 282836"/>
                <a:gd name="connsiteY109" fmla="*/ 352865 h 1206377"/>
                <a:gd name="connsiteX110" fmla="*/ 75935 w 282836"/>
                <a:gd name="connsiteY110" fmla="*/ 339948 h 1206377"/>
                <a:gd name="connsiteX111" fmla="*/ 75678 w 282836"/>
                <a:gd name="connsiteY111" fmla="*/ 340718 h 1206377"/>
                <a:gd name="connsiteX112" fmla="*/ 74480 w 282836"/>
                <a:gd name="connsiteY112" fmla="*/ 334388 h 1206377"/>
                <a:gd name="connsiteX113" fmla="*/ 73454 w 282836"/>
                <a:gd name="connsiteY113" fmla="*/ 330795 h 1206377"/>
                <a:gd name="connsiteX114" fmla="*/ 70717 w 282836"/>
                <a:gd name="connsiteY114" fmla="*/ 326347 h 1206377"/>
                <a:gd name="connsiteX115" fmla="*/ 66183 w 282836"/>
                <a:gd name="connsiteY115" fmla="*/ 296751 h 1206377"/>
                <a:gd name="connsiteX116" fmla="*/ 86285 w 282836"/>
                <a:gd name="connsiteY116" fmla="*/ 236702 h 1206377"/>
                <a:gd name="connsiteX117" fmla="*/ 108439 w 282836"/>
                <a:gd name="connsiteY117" fmla="*/ 201374 h 1206377"/>
                <a:gd name="connsiteX118" fmla="*/ 113401 w 282836"/>
                <a:gd name="connsiteY118" fmla="*/ 151675 h 1206377"/>
                <a:gd name="connsiteX119" fmla="*/ 101511 w 282836"/>
                <a:gd name="connsiteY119" fmla="*/ 138074 h 1206377"/>
                <a:gd name="connsiteX120" fmla="*/ 82179 w 282836"/>
                <a:gd name="connsiteY120" fmla="*/ 134824 h 1206377"/>
                <a:gd name="connsiteX121" fmla="*/ 74652 w 282836"/>
                <a:gd name="connsiteY121" fmla="*/ 114380 h 1206377"/>
                <a:gd name="connsiteX122" fmla="*/ 72342 w 282836"/>
                <a:gd name="connsiteY122" fmla="*/ 110188 h 1206377"/>
                <a:gd name="connsiteX123" fmla="*/ 72770 w 282836"/>
                <a:gd name="connsiteY123" fmla="*/ 104030 h 1206377"/>
                <a:gd name="connsiteX124" fmla="*/ 71058 w 282836"/>
                <a:gd name="connsiteY124" fmla="*/ 98385 h 1206377"/>
                <a:gd name="connsiteX125" fmla="*/ 73197 w 282836"/>
                <a:gd name="connsiteY125" fmla="*/ 92910 h 1206377"/>
                <a:gd name="connsiteX126" fmla="*/ 74053 w 282836"/>
                <a:gd name="connsiteY126" fmla="*/ 84698 h 1206377"/>
                <a:gd name="connsiteX127" fmla="*/ 67467 w 282836"/>
                <a:gd name="connsiteY127" fmla="*/ 79394 h 1206377"/>
                <a:gd name="connsiteX128" fmla="*/ 80639 w 282836"/>
                <a:gd name="connsiteY128" fmla="*/ 62543 h 1206377"/>
                <a:gd name="connsiteX129" fmla="*/ 82265 w 282836"/>
                <a:gd name="connsiteY129" fmla="*/ 46119 h 1206377"/>
                <a:gd name="connsiteX130" fmla="*/ 104847 w 282836"/>
                <a:gd name="connsiteY130" fmla="*/ 14042 h 1206377"/>
                <a:gd name="connsiteX131" fmla="*/ 101511 w 282836"/>
                <a:gd name="connsiteY131" fmla="*/ 9081 h 1206377"/>
                <a:gd name="connsiteX132" fmla="*/ 141373 w 282836"/>
                <a:gd name="connsiteY132" fmla="*/ 14 h 1206377"/>
                <a:gd name="connsiteX133" fmla="*/ 210403 w 282836"/>
                <a:gd name="connsiteY133" fmla="*/ 35770 h 1206377"/>
                <a:gd name="connsiteX134" fmla="*/ 220667 w 282836"/>
                <a:gd name="connsiteY134" fmla="*/ 125329 h 1206377"/>
                <a:gd name="connsiteX135" fmla="*/ 229735 w 282836"/>
                <a:gd name="connsiteY135" fmla="*/ 175028 h 1206377"/>
                <a:gd name="connsiteX136" fmla="*/ 239913 w 282836"/>
                <a:gd name="connsiteY136" fmla="*/ 180160 h 1206377"/>
                <a:gd name="connsiteX137" fmla="*/ 247869 w 282836"/>
                <a:gd name="connsiteY137" fmla="*/ 187260 h 1206377"/>
                <a:gd name="connsiteX138" fmla="*/ 256851 w 282836"/>
                <a:gd name="connsiteY138" fmla="*/ 196669 h 1206377"/>
                <a:gd name="connsiteX139" fmla="*/ 263865 w 282836"/>
                <a:gd name="connsiteY139" fmla="*/ 205138 h 1206377"/>
                <a:gd name="connsiteX140" fmla="*/ 274729 w 282836"/>
                <a:gd name="connsiteY140" fmla="*/ 222074 h 1206377"/>
                <a:gd name="connsiteX141" fmla="*/ 278920 w 282836"/>
                <a:gd name="connsiteY141" fmla="*/ 244144 h 1206377"/>
                <a:gd name="connsiteX142" fmla="*/ 277038 w 282836"/>
                <a:gd name="connsiteY142" fmla="*/ 262021 h 1206377"/>
                <a:gd name="connsiteX143" fmla="*/ 277979 w 282836"/>
                <a:gd name="connsiteY143" fmla="*/ 275622 h 1206377"/>
                <a:gd name="connsiteX144" fmla="*/ 278920 w 282836"/>
                <a:gd name="connsiteY144" fmla="*/ 294441 h 1206377"/>
                <a:gd name="connsiteX145" fmla="*/ 279861 w 282836"/>
                <a:gd name="connsiteY145" fmla="*/ 321215 h 1206377"/>
                <a:gd name="connsiteX146" fmla="*/ 282256 w 282836"/>
                <a:gd name="connsiteY146" fmla="*/ 347561 h 1206377"/>
                <a:gd name="connsiteX147" fmla="*/ 282683 w 282836"/>
                <a:gd name="connsiteY147" fmla="*/ 375789 h 1206377"/>
                <a:gd name="connsiteX148" fmla="*/ 282683 w 282836"/>
                <a:gd name="connsiteY148" fmla="*/ 375789 h 1206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</a:cxnLst>
              <a:rect l="l" t="t" r="r" b="b"/>
              <a:pathLst>
                <a:path w="282836" h="1206377">
                  <a:moveTo>
                    <a:pt x="178497" y="1048557"/>
                  </a:moveTo>
                  <a:cubicBezTo>
                    <a:pt x="171397" y="1088504"/>
                    <a:pt x="177299" y="1121009"/>
                    <a:pt x="177299" y="1121009"/>
                  </a:cubicBezTo>
                  <a:cubicBezTo>
                    <a:pt x="177299" y="1121009"/>
                    <a:pt x="180121" y="1111343"/>
                    <a:pt x="181063" y="1094663"/>
                  </a:cubicBezTo>
                  <a:cubicBezTo>
                    <a:pt x="182004" y="1077983"/>
                    <a:pt x="178497" y="1048557"/>
                    <a:pt x="178497" y="1048557"/>
                  </a:cubicBezTo>
                  <a:lnTo>
                    <a:pt x="178497" y="1048557"/>
                  </a:lnTo>
                  <a:close/>
                  <a:moveTo>
                    <a:pt x="69605" y="308983"/>
                  </a:moveTo>
                  <a:cubicBezTo>
                    <a:pt x="69605" y="307272"/>
                    <a:pt x="69776" y="305475"/>
                    <a:pt x="69862" y="303679"/>
                  </a:cubicBezTo>
                  <a:cubicBezTo>
                    <a:pt x="69519" y="305305"/>
                    <a:pt x="69434" y="307101"/>
                    <a:pt x="69605" y="308983"/>
                  </a:cubicBezTo>
                  <a:lnTo>
                    <a:pt x="69605" y="308983"/>
                  </a:lnTo>
                  <a:close/>
                  <a:moveTo>
                    <a:pt x="282427" y="375618"/>
                  </a:moveTo>
                  <a:cubicBezTo>
                    <a:pt x="281999" y="383659"/>
                    <a:pt x="282427" y="398200"/>
                    <a:pt x="281058" y="404273"/>
                  </a:cubicBezTo>
                  <a:lnTo>
                    <a:pt x="279690" y="410433"/>
                  </a:lnTo>
                  <a:lnTo>
                    <a:pt x="279690" y="410433"/>
                  </a:lnTo>
                  <a:cubicBezTo>
                    <a:pt x="279690" y="413854"/>
                    <a:pt x="276439" y="420099"/>
                    <a:pt x="276439" y="420099"/>
                  </a:cubicBezTo>
                  <a:cubicBezTo>
                    <a:pt x="271050" y="428310"/>
                    <a:pt x="260957" y="426685"/>
                    <a:pt x="260957" y="426685"/>
                  </a:cubicBezTo>
                  <a:cubicBezTo>
                    <a:pt x="251034" y="427369"/>
                    <a:pt x="232643" y="427882"/>
                    <a:pt x="212113" y="428396"/>
                  </a:cubicBezTo>
                  <a:cubicBezTo>
                    <a:pt x="213653" y="429337"/>
                    <a:pt x="214937" y="430620"/>
                    <a:pt x="215792" y="432159"/>
                  </a:cubicBezTo>
                  <a:lnTo>
                    <a:pt x="216904" y="434042"/>
                  </a:lnTo>
                  <a:cubicBezTo>
                    <a:pt x="219128" y="436522"/>
                    <a:pt x="226313" y="450722"/>
                    <a:pt x="227511" y="454999"/>
                  </a:cubicBezTo>
                  <a:lnTo>
                    <a:pt x="227767" y="457565"/>
                  </a:lnTo>
                  <a:cubicBezTo>
                    <a:pt x="228024" y="460217"/>
                    <a:pt x="227339" y="462611"/>
                    <a:pt x="226998" y="464921"/>
                  </a:cubicBezTo>
                  <a:lnTo>
                    <a:pt x="226998" y="467316"/>
                  </a:lnTo>
                  <a:cubicBezTo>
                    <a:pt x="226998" y="469027"/>
                    <a:pt x="227682" y="470738"/>
                    <a:pt x="229392" y="472620"/>
                  </a:cubicBezTo>
                  <a:cubicBezTo>
                    <a:pt x="232643" y="476127"/>
                    <a:pt x="236236" y="480917"/>
                    <a:pt x="238887" y="485707"/>
                  </a:cubicBezTo>
                  <a:lnTo>
                    <a:pt x="240598" y="488017"/>
                  </a:lnTo>
                  <a:cubicBezTo>
                    <a:pt x="241454" y="489385"/>
                    <a:pt x="241882" y="491267"/>
                    <a:pt x="242223" y="493577"/>
                  </a:cubicBezTo>
                  <a:lnTo>
                    <a:pt x="242651" y="495630"/>
                  </a:lnTo>
                  <a:cubicBezTo>
                    <a:pt x="243592" y="502644"/>
                    <a:pt x="240256" y="514876"/>
                    <a:pt x="245474" y="520094"/>
                  </a:cubicBezTo>
                  <a:cubicBezTo>
                    <a:pt x="250691" y="525312"/>
                    <a:pt x="254883" y="555850"/>
                    <a:pt x="254883" y="568082"/>
                  </a:cubicBezTo>
                  <a:cubicBezTo>
                    <a:pt x="254883" y="580314"/>
                    <a:pt x="253942" y="637711"/>
                    <a:pt x="255397" y="647548"/>
                  </a:cubicBezTo>
                  <a:cubicBezTo>
                    <a:pt x="256851" y="657385"/>
                    <a:pt x="258647" y="716236"/>
                    <a:pt x="255825" y="724705"/>
                  </a:cubicBezTo>
                  <a:lnTo>
                    <a:pt x="214508" y="730693"/>
                  </a:lnTo>
                  <a:lnTo>
                    <a:pt x="214252" y="731890"/>
                  </a:lnTo>
                  <a:cubicBezTo>
                    <a:pt x="214252" y="731890"/>
                    <a:pt x="183800" y="807421"/>
                    <a:pt x="189959" y="837531"/>
                  </a:cubicBezTo>
                  <a:cubicBezTo>
                    <a:pt x="196033" y="867641"/>
                    <a:pt x="216733" y="884578"/>
                    <a:pt x="224260" y="952753"/>
                  </a:cubicBezTo>
                  <a:cubicBezTo>
                    <a:pt x="231788" y="1020928"/>
                    <a:pt x="218614" y="1071311"/>
                    <a:pt x="219556" y="1085853"/>
                  </a:cubicBezTo>
                  <a:cubicBezTo>
                    <a:pt x="220497" y="1100394"/>
                    <a:pt x="221010" y="1107323"/>
                    <a:pt x="224003" y="1111172"/>
                  </a:cubicBezTo>
                  <a:cubicBezTo>
                    <a:pt x="228965" y="1117416"/>
                    <a:pt x="232130" y="1123062"/>
                    <a:pt x="234354" y="1126227"/>
                  </a:cubicBezTo>
                  <a:lnTo>
                    <a:pt x="234354" y="1126227"/>
                  </a:lnTo>
                  <a:cubicBezTo>
                    <a:pt x="235295" y="1127510"/>
                    <a:pt x="236065" y="1128451"/>
                    <a:pt x="236664" y="1128708"/>
                  </a:cubicBezTo>
                  <a:lnTo>
                    <a:pt x="236920" y="1128708"/>
                  </a:lnTo>
                  <a:cubicBezTo>
                    <a:pt x="236920" y="1128708"/>
                    <a:pt x="237091" y="1128793"/>
                    <a:pt x="237091" y="1128793"/>
                  </a:cubicBezTo>
                  <a:lnTo>
                    <a:pt x="237433" y="1128793"/>
                  </a:lnTo>
                  <a:cubicBezTo>
                    <a:pt x="237433" y="1128793"/>
                    <a:pt x="237690" y="1128793"/>
                    <a:pt x="237690" y="1128793"/>
                  </a:cubicBezTo>
                  <a:cubicBezTo>
                    <a:pt x="240598" y="1129306"/>
                    <a:pt x="257107" y="1148810"/>
                    <a:pt x="254370" y="1157021"/>
                  </a:cubicBezTo>
                  <a:cubicBezTo>
                    <a:pt x="251548" y="1165490"/>
                    <a:pt x="243849" y="1174642"/>
                    <a:pt x="242394" y="1184565"/>
                  </a:cubicBezTo>
                  <a:cubicBezTo>
                    <a:pt x="241025" y="1194402"/>
                    <a:pt x="239572" y="1205693"/>
                    <a:pt x="239572" y="1205693"/>
                  </a:cubicBezTo>
                  <a:lnTo>
                    <a:pt x="229735" y="1206378"/>
                  </a:lnTo>
                  <a:lnTo>
                    <a:pt x="229735" y="1206378"/>
                  </a:lnTo>
                  <a:cubicBezTo>
                    <a:pt x="229735" y="1206378"/>
                    <a:pt x="221695" y="1199535"/>
                    <a:pt x="213653" y="1199278"/>
                  </a:cubicBezTo>
                  <a:lnTo>
                    <a:pt x="212029" y="1199278"/>
                  </a:lnTo>
                  <a:cubicBezTo>
                    <a:pt x="203559" y="1200048"/>
                    <a:pt x="204244" y="1204924"/>
                    <a:pt x="198598" y="1205693"/>
                  </a:cubicBezTo>
                  <a:cubicBezTo>
                    <a:pt x="196631" y="1205950"/>
                    <a:pt x="187393" y="1206036"/>
                    <a:pt x="176016" y="1206036"/>
                  </a:cubicBezTo>
                  <a:cubicBezTo>
                    <a:pt x="154374" y="1206036"/>
                    <a:pt x="125206" y="1205693"/>
                    <a:pt x="125206" y="1205693"/>
                  </a:cubicBezTo>
                  <a:lnTo>
                    <a:pt x="122382" y="1203555"/>
                  </a:lnTo>
                  <a:cubicBezTo>
                    <a:pt x="122382" y="1203555"/>
                    <a:pt x="121441" y="1205693"/>
                    <a:pt x="114599" y="1205693"/>
                  </a:cubicBezTo>
                  <a:lnTo>
                    <a:pt x="114599" y="1205693"/>
                  </a:lnTo>
                  <a:cubicBezTo>
                    <a:pt x="107584" y="1205693"/>
                    <a:pt x="78586" y="1204239"/>
                    <a:pt x="78586" y="1204239"/>
                  </a:cubicBezTo>
                  <a:lnTo>
                    <a:pt x="77218" y="1197225"/>
                  </a:lnTo>
                  <a:cubicBezTo>
                    <a:pt x="77218" y="1197225"/>
                    <a:pt x="92957" y="1186447"/>
                    <a:pt x="98603" y="1180374"/>
                  </a:cubicBezTo>
                  <a:cubicBezTo>
                    <a:pt x="98603" y="1180374"/>
                    <a:pt x="104248" y="1177551"/>
                    <a:pt x="108953" y="1173958"/>
                  </a:cubicBezTo>
                  <a:cubicBezTo>
                    <a:pt x="112546" y="1171221"/>
                    <a:pt x="130851" y="1156337"/>
                    <a:pt x="132219" y="1124602"/>
                  </a:cubicBezTo>
                  <a:cubicBezTo>
                    <a:pt x="133588" y="1092867"/>
                    <a:pt x="122382" y="1038549"/>
                    <a:pt x="111775" y="970802"/>
                  </a:cubicBezTo>
                  <a:cubicBezTo>
                    <a:pt x="101169" y="903054"/>
                    <a:pt x="106814" y="887572"/>
                    <a:pt x="106814" y="887572"/>
                  </a:cubicBezTo>
                  <a:cubicBezTo>
                    <a:pt x="106814" y="887572"/>
                    <a:pt x="99801" y="878419"/>
                    <a:pt x="98346" y="865759"/>
                  </a:cubicBezTo>
                  <a:cubicBezTo>
                    <a:pt x="96977" y="853014"/>
                    <a:pt x="99801" y="838900"/>
                    <a:pt x="99801" y="838900"/>
                  </a:cubicBezTo>
                  <a:cubicBezTo>
                    <a:pt x="99801" y="838900"/>
                    <a:pt x="84746" y="781417"/>
                    <a:pt x="78073" y="757039"/>
                  </a:cubicBezTo>
                  <a:lnTo>
                    <a:pt x="54379" y="755670"/>
                  </a:lnTo>
                  <a:cubicBezTo>
                    <a:pt x="54379" y="755670"/>
                    <a:pt x="56774" y="718033"/>
                    <a:pt x="58142" y="647976"/>
                  </a:cubicBezTo>
                  <a:cubicBezTo>
                    <a:pt x="59511" y="577919"/>
                    <a:pt x="64729" y="580741"/>
                    <a:pt x="63788" y="541222"/>
                  </a:cubicBezTo>
                  <a:cubicBezTo>
                    <a:pt x="62847" y="501703"/>
                    <a:pt x="74566" y="470225"/>
                    <a:pt x="76961" y="459874"/>
                  </a:cubicBezTo>
                  <a:cubicBezTo>
                    <a:pt x="76961" y="459874"/>
                    <a:pt x="78672" y="457308"/>
                    <a:pt x="85344" y="453288"/>
                  </a:cubicBezTo>
                  <a:cubicBezTo>
                    <a:pt x="80554" y="454828"/>
                    <a:pt x="77304" y="455940"/>
                    <a:pt x="76533" y="456110"/>
                  </a:cubicBezTo>
                  <a:cubicBezTo>
                    <a:pt x="73283" y="457052"/>
                    <a:pt x="75165" y="451406"/>
                    <a:pt x="76533" y="449097"/>
                  </a:cubicBezTo>
                  <a:cubicBezTo>
                    <a:pt x="77388" y="447728"/>
                    <a:pt x="78500" y="444477"/>
                    <a:pt x="79357" y="440970"/>
                  </a:cubicBezTo>
                  <a:cubicBezTo>
                    <a:pt x="76876" y="443279"/>
                    <a:pt x="74566" y="445846"/>
                    <a:pt x="72256" y="445846"/>
                  </a:cubicBezTo>
                  <a:cubicBezTo>
                    <a:pt x="68834" y="445846"/>
                    <a:pt x="54036" y="445931"/>
                    <a:pt x="49930" y="446188"/>
                  </a:cubicBezTo>
                  <a:cubicBezTo>
                    <a:pt x="45825" y="446445"/>
                    <a:pt x="37356" y="446530"/>
                    <a:pt x="36073" y="445162"/>
                  </a:cubicBezTo>
                  <a:cubicBezTo>
                    <a:pt x="34790" y="443793"/>
                    <a:pt x="34106" y="443878"/>
                    <a:pt x="32224" y="443793"/>
                  </a:cubicBezTo>
                  <a:cubicBezTo>
                    <a:pt x="30342" y="443708"/>
                    <a:pt x="29915" y="440885"/>
                    <a:pt x="29059" y="439002"/>
                  </a:cubicBezTo>
                  <a:cubicBezTo>
                    <a:pt x="28289" y="437121"/>
                    <a:pt x="28802" y="435154"/>
                    <a:pt x="27092" y="433443"/>
                  </a:cubicBezTo>
                  <a:cubicBezTo>
                    <a:pt x="25295" y="431817"/>
                    <a:pt x="22729" y="428481"/>
                    <a:pt x="21361" y="423691"/>
                  </a:cubicBezTo>
                  <a:cubicBezTo>
                    <a:pt x="19906" y="418901"/>
                    <a:pt x="24269" y="418901"/>
                    <a:pt x="24269" y="418901"/>
                  </a:cubicBezTo>
                  <a:cubicBezTo>
                    <a:pt x="24012" y="416762"/>
                    <a:pt x="25381" y="410604"/>
                    <a:pt x="25381" y="410604"/>
                  </a:cubicBezTo>
                  <a:cubicBezTo>
                    <a:pt x="26493" y="408465"/>
                    <a:pt x="27262" y="408380"/>
                    <a:pt x="28888" y="409064"/>
                  </a:cubicBezTo>
                  <a:cubicBezTo>
                    <a:pt x="29915" y="409492"/>
                    <a:pt x="30598" y="411801"/>
                    <a:pt x="30171" y="415223"/>
                  </a:cubicBezTo>
                  <a:cubicBezTo>
                    <a:pt x="29401" y="421467"/>
                    <a:pt x="33336" y="424717"/>
                    <a:pt x="35218" y="427113"/>
                  </a:cubicBezTo>
                  <a:cubicBezTo>
                    <a:pt x="37100" y="429508"/>
                    <a:pt x="40864" y="432758"/>
                    <a:pt x="42745" y="428567"/>
                  </a:cubicBezTo>
                  <a:cubicBezTo>
                    <a:pt x="44627" y="424375"/>
                    <a:pt x="54550" y="422493"/>
                    <a:pt x="58741" y="422921"/>
                  </a:cubicBezTo>
                  <a:cubicBezTo>
                    <a:pt x="61051" y="423178"/>
                    <a:pt x="64557" y="421381"/>
                    <a:pt x="68750" y="418473"/>
                  </a:cubicBezTo>
                  <a:cubicBezTo>
                    <a:pt x="61906" y="414538"/>
                    <a:pt x="51898" y="408978"/>
                    <a:pt x="49161" y="407952"/>
                  </a:cubicBezTo>
                  <a:cubicBezTo>
                    <a:pt x="45311" y="406498"/>
                    <a:pt x="38383" y="402477"/>
                    <a:pt x="33849" y="401023"/>
                  </a:cubicBezTo>
                  <a:cubicBezTo>
                    <a:pt x="29315" y="399569"/>
                    <a:pt x="23842" y="397944"/>
                    <a:pt x="22644" y="396746"/>
                  </a:cubicBezTo>
                  <a:cubicBezTo>
                    <a:pt x="21446" y="395549"/>
                    <a:pt x="18110" y="393667"/>
                    <a:pt x="15031" y="392213"/>
                  </a:cubicBezTo>
                  <a:cubicBezTo>
                    <a:pt x="11951" y="390759"/>
                    <a:pt x="2114" y="385968"/>
                    <a:pt x="660" y="384343"/>
                  </a:cubicBezTo>
                  <a:cubicBezTo>
                    <a:pt x="-794" y="382718"/>
                    <a:pt x="403" y="382889"/>
                    <a:pt x="1857" y="381948"/>
                  </a:cubicBezTo>
                  <a:cubicBezTo>
                    <a:pt x="3312" y="381007"/>
                    <a:pt x="5193" y="380066"/>
                    <a:pt x="7332" y="380750"/>
                  </a:cubicBezTo>
                  <a:cubicBezTo>
                    <a:pt x="9470" y="381520"/>
                    <a:pt x="13833" y="385113"/>
                    <a:pt x="14004" y="383145"/>
                  </a:cubicBezTo>
                  <a:cubicBezTo>
                    <a:pt x="14261" y="381263"/>
                    <a:pt x="14945" y="381007"/>
                    <a:pt x="17084" y="380494"/>
                  </a:cubicBezTo>
                  <a:cubicBezTo>
                    <a:pt x="19222" y="380066"/>
                    <a:pt x="26921" y="385284"/>
                    <a:pt x="30257" y="387165"/>
                  </a:cubicBezTo>
                  <a:cubicBezTo>
                    <a:pt x="33592" y="389133"/>
                    <a:pt x="34534" y="387422"/>
                    <a:pt x="42403" y="388620"/>
                  </a:cubicBezTo>
                  <a:cubicBezTo>
                    <a:pt x="50273" y="389817"/>
                    <a:pt x="47450" y="386909"/>
                    <a:pt x="46509" y="384343"/>
                  </a:cubicBezTo>
                  <a:cubicBezTo>
                    <a:pt x="45568" y="381691"/>
                    <a:pt x="38811" y="381263"/>
                    <a:pt x="36928" y="379809"/>
                  </a:cubicBezTo>
                  <a:cubicBezTo>
                    <a:pt x="35047" y="378355"/>
                    <a:pt x="36416" y="376901"/>
                    <a:pt x="38383" y="375532"/>
                  </a:cubicBezTo>
                  <a:cubicBezTo>
                    <a:pt x="40264" y="374078"/>
                    <a:pt x="44884" y="374335"/>
                    <a:pt x="49161" y="376217"/>
                  </a:cubicBezTo>
                  <a:cubicBezTo>
                    <a:pt x="53438" y="378098"/>
                    <a:pt x="57972" y="383145"/>
                    <a:pt x="61137" y="385284"/>
                  </a:cubicBezTo>
                  <a:cubicBezTo>
                    <a:pt x="64216" y="387422"/>
                    <a:pt x="70717" y="386995"/>
                    <a:pt x="72856" y="388363"/>
                  </a:cubicBezTo>
                  <a:cubicBezTo>
                    <a:pt x="73625" y="388876"/>
                    <a:pt x="75592" y="390245"/>
                    <a:pt x="77816" y="391785"/>
                  </a:cubicBezTo>
                  <a:cubicBezTo>
                    <a:pt x="78073" y="389475"/>
                    <a:pt x="78843" y="386652"/>
                    <a:pt x="80469" y="382974"/>
                  </a:cubicBezTo>
                  <a:cubicBezTo>
                    <a:pt x="86542" y="368860"/>
                    <a:pt x="80896" y="355687"/>
                    <a:pt x="79527" y="352865"/>
                  </a:cubicBezTo>
                  <a:cubicBezTo>
                    <a:pt x="78843" y="351496"/>
                    <a:pt x="77474" y="345936"/>
                    <a:pt x="75935" y="339948"/>
                  </a:cubicBezTo>
                  <a:lnTo>
                    <a:pt x="75678" y="340718"/>
                  </a:lnTo>
                  <a:cubicBezTo>
                    <a:pt x="74309" y="343712"/>
                    <a:pt x="75507" y="339606"/>
                    <a:pt x="74480" y="334388"/>
                  </a:cubicBezTo>
                  <a:lnTo>
                    <a:pt x="73454" y="330795"/>
                  </a:lnTo>
                  <a:cubicBezTo>
                    <a:pt x="72856" y="329256"/>
                    <a:pt x="72000" y="327716"/>
                    <a:pt x="70717" y="326347"/>
                  </a:cubicBezTo>
                  <a:cubicBezTo>
                    <a:pt x="64130" y="318991"/>
                    <a:pt x="64986" y="307443"/>
                    <a:pt x="66183" y="296751"/>
                  </a:cubicBezTo>
                  <a:cubicBezTo>
                    <a:pt x="67381" y="286058"/>
                    <a:pt x="67381" y="256461"/>
                    <a:pt x="86285" y="236702"/>
                  </a:cubicBezTo>
                  <a:cubicBezTo>
                    <a:pt x="105189" y="217028"/>
                    <a:pt x="106045" y="214974"/>
                    <a:pt x="108439" y="201374"/>
                  </a:cubicBezTo>
                  <a:cubicBezTo>
                    <a:pt x="110920" y="187859"/>
                    <a:pt x="114171" y="156124"/>
                    <a:pt x="113401" y="151675"/>
                  </a:cubicBezTo>
                  <a:cubicBezTo>
                    <a:pt x="112546" y="147142"/>
                    <a:pt x="106814" y="138503"/>
                    <a:pt x="101511" y="138074"/>
                  </a:cubicBezTo>
                  <a:cubicBezTo>
                    <a:pt x="96208" y="137647"/>
                    <a:pt x="86285" y="138503"/>
                    <a:pt x="82179" y="134824"/>
                  </a:cubicBezTo>
                  <a:cubicBezTo>
                    <a:pt x="78073" y="131146"/>
                    <a:pt x="71315" y="124645"/>
                    <a:pt x="74652" y="114380"/>
                  </a:cubicBezTo>
                  <a:cubicBezTo>
                    <a:pt x="74652" y="114380"/>
                    <a:pt x="73968" y="112669"/>
                    <a:pt x="72342" y="110188"/>
                  </a:cubicBezTo>
                  <a:cubicBezTo>
                    <a:pt x="70717" y="107708"/>
                    <a:pt x="71915" y="105655"/>
                    <a:pt x="72770" y="104030"/>
                  </a:cubicBezTo>
                  <a:cubicBezTo>
                    <a:pt x="73625" y="102405"/>
                    <a:pt x="71058" y="101635"/>
                    <a:pt x="71058" y="98385"/>
                  </a:cubicBezTo>
                  <a:cubicBezTo>
                    <a:pt x="71058" y="95134"/>
                    <a:pt x="72856" y="94963"/>
                    <a:pt x="73197" y="92910"/>
                  </a:cubicBezTo>
                  <a:cubicBezTo>
                    <a:pt x="73711" y="89916"/>
                    <a:pt x="74053" y="84698"/>
                    <a:pt x="74053" y="84698"/>
                  </a:cubicBezTo>
                  <a:cubicBezTo>
                    <a:pt x="74053" y="84698"/>
                    <a:pt x="69946" y="84270"/>
                    <a:pt x="67467" y="79394"/>
                  </a:cubicBezTo>
                  <a:cubicBezTo>
                    <a:pt x="65585" y="75716"/>
                    <a:pt x="80639" y="68274"/>
                    <a:pt x="80639" y="62543"/>
                  </a:cubicBezTo>
                  <a:cubicBezTo>
                    <a:pt x="80639" y="56812"/>
                    <a:pt x="80212" y="51423"/>
                    <a:pt x="82265" y="46119"/>
                  </a:cubicBezTo>
                  <a:cubicBezTo>
                    <a:pt x="84318" y="40816"/>
                    <a:pt x="99116" y="18148"/>
                    <a:pt x="104847" y="14042"/>
                  </a:cubicBezTo>
                  <a:lnTo>
                    <a:pt x="101511" y="9081"/>
                  </a:lnTo>
                  <a:cubicBezTo>
                    <a:pt x="101511" y="9081"/>
                    <a:pt x="105617" y="-414"/>
                    <a:pt x="141373" y="14"/>
                  </a:cubicBezTo>
                  <a:cubicBezTo>
                    <a:pt x="177128" y="442"/>
                    <a:pt x="200565" y="12332"/>
                    <a:pt x="210403" y="35770"/>
                  </a:cubicBezTo>
                  <a:cubicBezTo>
                    <a:pt x="220240" y="59207"/>
                    <a:pt x="219042" y="99924"/>
                    <a:pt x="220667" y="125329"/>
                  </a:cubicBezTo>
                  <a:cubicBezTo>
                    <a:pt x="222293" y="150820"/>
                    <a:pt x="227682" y="171777"/>
                    <a:pt x="229735" y="175028"/>
                  </a:cubicBezTo>
                  <a:cubicBezTo>
                    <a:pt x="233755" y="177765"/>
                    <a:pt x="237519" y="180160"/>
                    <a:pt x="239913" y="180160"/>
                  </a:cubicBezTo>
                  <a:cubicBezTo>
                    <a:pt x="242309" y="180160"/>
                    <a:pt x="247441" y="185292"/>
                    <a:pt x="247869" y="187260"/>
                  </a:cubicBezTo>
                  <a:cubicBezTo>
                    <a:pt x="248383" y="189142"/>
                    <a:pt x="255397" y="192392"/>
                    <a:pt x="256851" y="196669"/>
                  </a:cubicBezTo>
                  <a:cubicBezTo>
                    <a:pt x="258219" y="200946"/>
                    <a:pt x="260614" y="201887"/>
                    <a:pt x="263865" y="205138"/>
                  </a:cubicBezTo>
                  <a:cubicBezTo>
                    <a:pt x="267115" y="208388"/>
                    <a:pt x="272761" y="213093"/>
                    <a:pt x="274729" y="222074"/>
                  </a:cubicBezTo>
                  <a:cubicBezTo>
                    <a:pt x="276610" y="230971"/>
                    <a:pt x="279434" y="237129"/>
                    <a:pt x="278920" y="244144"/>
                  </a:cubicBezTo>
                  <a:cubicBezTo>
                    <a:pt x="278406" y="251158"/>
                    <a:pt x="276098" y="257317"/>
                    <a:pt x="277038" y="262021"/>
                  </a:cubicBezTo>
                  <a:cubicBezTo>
                    <a:pt x="277979" y="266726"/>
                    <a:pt x="278920" y="271858"/>
                    <a:pt x="277979" y="275622"/>
                  </a:cubicBezTo>
                  <a:cubicBezTo>
                    <a:pt x="277038" y="279386"/>
                    <a:pt x="278406" y="287854"/>
                    <a:pt x="278920" y="294441"/>
                  </a:cubicBezTo>
                  <a:cubicBezTo>
                    <a:pt x="279434" y="301028"/>
                    <a:pt x="280802" y="313687"/>
                    <a:pt x="279861" y="321215"/>
                  </a:cubicBezTo>
                  <a:cubicBezTo>
                    <a:pt x="278920" y="328742"/>
                    <a:pt x="282256" y="338665"/>
                    <a:pt x="282256" y="347561"/>
                  </a:cubicBezTo>
                  <a:cubicBezTo>
                    <a:pt x="282256" y="356457"/>
                    <a:pt x="283197" y="367834"/>
                    <a:pt x="282683" y="375789"/>
                  </a:cubicBezTo>
                  <a:lnTo>
                    <a:pt x="282683" y="375789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999C4F7-0349-0BEB-59FF-32B079D88C08}"/>
                </a:ext>
              </a:extLst>
            </p:cNvPr>
            <p:cNvSpPr/>
            <p:nvPr/>
          </p:nvSpPr>
          <p:spPr>
            <a:xfrm>
              <a:off x="9411867" y="4198781"/>
              <a:ext cx="305027" cy="1206747"/>
            </a:xfrm>
            <a:custGeom>
              <a:avLst/>
              <a:gdLst>
                <a:gd name="connsiteX0" fmla="*/ 282084 w 305027"/>
                <a:gd name="connsiteY0" fmla="*/ 205336 h 1206747"/>
                <a:gd name="connsiteX1" fmla="*/ 303555 w 305027"/>
                <a:gd name="connsiteY1" fmla="*/ 187800 h 1206747"/>
                <a:gd name="connsiteX2" fmla="*/ 301759 w 305027"/>
                <a:gd name="connsiteY2" fmla="*/ 195414 h 1206747"/>
                <a:gd name="connsiteX3" fmla="*/ 296455 w 305027"/>
                <a:gd name="connsiteY3" fmla="*/ 201402 h 1206747"/>
                <a:gd name="connsiteX4" fmla="*/ 293889 w 305027"/>
                <a:gd name="connsiteY4" fmla="*/ 217568 h 1206747"/>
                <a:gd name="connsiteX5" fmla="*/ 280288 w 305027"/>
                <a:gd name="connsiteY5" fmla="*/ 237841 h 1206747"/>
                <a:gd name="connsiteX6" fmla="*/ 252829 w 305027"/>
                <a:gd name="connsiteY6" fmla="*/ 279328 h 1206747"/>
                <a:gd name="connsiteX7" fmla="*/ 254027 w 305027"/>
                <a:gd name="connsiteY7" fmla="*/ 288737 h 1206747"/>
                <a:gd name="connsiteX8" fmla="*/ 255396 w 305027"/>
                <a:gd name="connsiteY8" fmla="*/ 300969 h 1206747"/>
                <a:gd name="connsiteX9" fmla="*/ 257278 w 305027"/>
                <a:gd name="connsiteY9" fmla="*/ 314826 h 1206747"/>
                <a:gd name="connsiteX10" fmla="*/ 273958 w 305027"/>
                <a:gd name="connsiteY10" fmla="*/ 342712 h 1206747"/>
                <a:gd name="connsiteX11" fmla="*/ 271049 w 305027"/>
                <a:gd name="connsiteY11" fmla="*/ 348615 h 1206747"/>
                <a:gd name="connsiteX12" fmla="*/ 265062 w 305027"/>
                <a:gd name="connsiteY12" fmla="*/ 350069 h 1206747"/>
                <a:gd name="connsiteX13" fmla="*/ 273702 w 305027"/>
                <a:gd name="connsiteY13" fmla="*/ 384969 h 1206747"/>
                <a:gd name="connsiteX14" fmla="*/ 275583 w 305027"/>
                <a:gd name="connsiteY14" fmla="*/ 420468 h 1206747"/>
                <a:gd name="connsiteX15" fmla="*/ 271392 w 305027"/>
                <a:gd name="connsiteY15" fmla="*/ 435951 h 1206747"/>
                <a:gd name="connsiteX16" fmla="*/ 258218 w 305027"/>
                <a:gd name="connsiteY16" fmla="*/ 453657 h 1206747"/>
                <a:gd name="connsiteX17" fmla="*/ 243934 w 305027"/>
                <a:gd name="connsiteY17" fmla="*/ 446301 h 1206747"/>
                <a:gd name="connsiteX18" fmla="*/ 240084 w 305027"/>
                <a:gd name="connsiteY18" fmla="*/ 443393 h 1206747"/>
                <a:gd name="connsiteX19" fmla="*/ 235893 w 305027"/>
                <a:gd name="connsiteY19" fmla="*/ 445274 h 1206747"/>
                <a:gd name="connsiteX20" fmla="*/ 235721 w 305027"/>
                <a:gd name="connsiteY20" fmla="*/ 445018 h 1206747"/>
                <a:gd name="connsiteX21" fmla="*/ 239314 w 305027"/>
                <a:gd name="connsiteY21" fmla="*/ 466403 h 1206747"/>
                <a:gd name="connsiteX22" fmla="*/ 267628 w 305027"/>
                <a:gd name="connsiteY22" fmla="*/ 581197 h 1206747"/>
                <a:gd name="connsiteX23" fmla="*/ 213567 w 305027"/>
                <a:gd name="connsiteY23" fmla="*/ 882210 h 1206747"/>
                <a:gd name="connsiteX24" fmla="*/ 184312 w 305027"/>
                <a:gd name="connsiteY24" fmla="*/ 1021640 h 1206747"/>
                <a:gd name="connsiteX25" fmla="*/ 179608 w 305027"/>
                <a:gd name="connsiteY25" fmla="*/ 1087249 h 1206747"/>
                <a:gd name="connsiteX26" fmla="*/ 189017 w 305027"/>
                <a:gd name="connsiteY26" fmla="*/ 1141139 h 1206747"/>
                <a:gd name="connsiteX27" fmla="*/ 195090 w 305027"/>
                <a:gd name="connsiteY27" fmla="*/ 1172873 h 1206747"/>
                <a:gd name="connsiteX28" fmla="*/ 195261 w 305027"/>
                <a:gd name="connsiteY28" fmla="*/ 1172873 h 1206747"/>
                <a:gd name="connsiteX29" fmla="*/ 196031 w 305027"/>
                <a:gd name="connsiteY29" fmla="*/ 1174499 h 1206747"/>
                <a:gd name="connsiteX30" fmla="*/ 231189 w 305027"/>
                <a:gd name="connsiteY30" fmla="*/ 1187586 h 1206747"/>
                <a:gd name="connsiteX31" fmla="*/ 237005 w 305027"/>
                <a:gd name="connsiteY31" fmla="*/ 1198365 h 1206747"/>
                <a:gd name="connsiteX32" fmla="*/ 204158 w 305027"/>
                <a:gd name="connsiteY32" fmla="*/ 1204352 h 1206747"/>
                <a:gd name="connsiteX33" fmla="*/ 136239 w 305027"/>
                <a:gd name="connsiteY33" fmla="*/ 1205550 h 1206747"/>
                <a:gd name="connsiteX34" fmla="*/ 135041 w 305027"/>
                <a:gd name="connsiteY34" fmla="*/ 1185277 h 1206747"/>
                <a:gd name="connsiteX35" fmla="*/ 105787 w 305027"/>
                <a:gd name="connsiteY35" fmla="*/ 1176894 h 1206747"/>
                <a:gd name="connsiteX36" fmla="*/ 110491 w 305027"/>
                <a:gd name="connsiteY36" fmla="*/ 1201957 h 1206747"/>
                <a:gd name="connsiteX37" fmla="*/ 85856 w 305027"/>
                <a:gd name="connsiteY37" fmla="*/ 1206747 h 1206747"/>
                <a:gd name="connsiteX38" fmla="*/ 82350 w 305027"/>
                <a:gd name="connsiteY38" fmla="*/ 1172104 h 1206747"/>
                <a:gd name="connsiteX39" fmla="*/ 85856 w 305027"/>
                <a:gd name="connsiteY39" fmla="*/ 1135151 h 1206747"/>
                <a:gd name="connsiteX40" fmla="*/ 86284 w 305027"/>
                <a:gd name="connsiteY40" fmla="*/ 1135151 h 1206747"/>
                <a:gd name="connsiteX41" fmla="*/ 94410 w 305027"/>
                <a:gd name="connsiteY41" fmla="*/ 1104699 h 1206747"/>
                <a:gd name="connsiteX42" fmla="*/ 108268 w 305027"/>
                <a:gd name="connsiteY42" fmla="*/ 1012316 h 1206747"/>
                <a:gd name="connsiteX43" fmla="*/ 96805 w 305027"/>
                <a:gd name="connsiteY43" fmla="*/ 814634 h 1206747"/>
                <a:gd name="connsiteX44" fmla="*/ 97661 w 305027"/>
                <a:gd name="connsiteY44" fmla="*/ 790940 h 1206747"/>
                <a:gd name="connsiteX45" fmla="*/ 60194 w 305027"/>
                <a:gd name="connsiteY45" fmla="*/ 612846 h 1206747"/>
                <a:gd name="connsiteX46" fmla="*/ 69519 w 305027"/>
                <a:gd name="connsiteY46" fmla="*/ 473503 h 1206747"/>
                <a:gd name="connsiteX47" fmla="*/ 67380 w 305027"/>
                <a:gd name="connsiteY47" fmla="*/ 462981 h 1206747"/>
                <a:gd name="connsiteX48" fmla="*/ 61392 w 305027"/>
                <a:gd name="connsiteY48" fmla="*/ 465291 h 1206747"/>
                <a:gd name="connsiteX49" fmla="*/ 59168 w 305027"/>
                <a:gd name="connsiteY49" fmla="*/ 464777 h 1206747"/>
                <a:gd name="connsiteX50" fmla="*/ 57629 w 305027"/>
                <a:gd name="connsiteY50" fmla="*/ 464521 h 1206747"/>
                <a:gd name="connsiteX51" fmla="*/ 44798 w 305027"/>
                <a:gd name="connsiteY51" fmla="*/ 454171 h 1206747"/>
                <a:gd name="connsiteX52" fmla="*/ 44370 w 305027"/>
                <a:gd name="connsiteY52" fmla="*/ 452289 h 1206747"/>
                <a:gd name="connsiteX53" fmla="*/ 44541 w 305027"/>
                <a:gd name="connsiteY53" fmla="*/ 431417 h 1206747"/>
                <a:gd name="connsiteX54" fmla="*/ 46167 w 305027"/>
                <a:gd name="connsiteY54" fmla="*/ 415592 h 1206747"/>
                <a:gd name="connsiteX55" fmla="*/ 46167 w 305027"/>
                <a:gd name="connsiteY55" fmla="*/ 415592 h 1206747"/>
                <a:gd name="connsiteX56" fmla="*/ 46337 w 305027"/>
                <a:gd name="connsiteY56" fmla="*/ 413026 h 1206747"/>
                <a:gd name="connsiteX57" fmla="*/ 41547 w 305027"/>
                <a:gd name="connsiteY57" fmla="*/ 399938 h 1206747"/>
                <a:gd name="connsiteX58" fmla="*/ 34875 w 305027"/>
                <a:gd name="connsiteY58" fmla="*/ 378040 h 1206747"/>
                <a:gd name="connsiteX59" fmla="*/ 29571 w 305027"/>
                <a:gd name="connsiteY59" fmla="*/ 364867 h 1206747"/>
                <a:gd name="connsiteX60" fmla="*/ 29229 w 305027"/>
                <a:gd name="connsiteY60" fmla="*/ 363755 h 1206747"/>
                <a:gd name="connsiteX61" fmla="*/ 29059 w 305027"/>
                <a:gd name="connsiteY61" fmla="*/ 348187 h 1206747"/>
                <a:gd name="connsiteX62" fmla="*/ 28545 w 305027"/>
                <a:gd name="connsiteY62" fmla="*/ 347161 h 1206747"/>
                <a:gd name="connsiteX63" fmla="*/ 24439 w 305027"/>
                <a:gd name="connsiteY63" fmla="*/ 337922 h 1206747"/>
                <a:gd name="connsiteX64" fmla="*/ 18622 w 305027"/>
                <a:gd name="connsiteY64" fmla="*/ 322183 h 1206747"/>
                <a:gd name="connsiteX65" fmla="*/ 12806 w 305027"/>
                <a:gd name="connsiteY65" fmla="*/ 306615 h 1206747"/>
                <a:gd name="connsiteX66" fmla="*/ 1087 w 305027"/>
                <a:gd name="connsiteY66" fmla="*/ 277104 h 1206747"/>
                <a:gd name="connsiteX67" fmla="*/ 61 w 305027"/>
                <a:gd name="connsiteY67" fmla="*/ 249817 h 1206747"/>
                <a:gd name="connsiteX68" fmla="*/ 830 w 305027"/>
                <a:gd name="connsiteY68" fmla="*/ 232024 h 1206747"/>
                <a:gd name="connsiteX69" fmla="*/ 830 w 305027"/>
                <a:gd name="connsiteY69" fmla="*/ 231854 h 1206747"/>
                <a:gd name="connsiteX70" fmla="*/ 3397 w 305027"/>
                <a:gd name="connsiteY70" fmla="*/ 220305 h 1206747"/>
                <a:gd name="connsiteX71" fmla="*/ 42659 w 305027"/>
                <a:gd name="connsiteY71" fmla="*/ 198664 h 1206747"/>
                <a:gd name="connsiteX72" fmla="*/ 50272 w 305027"/>
                <a:gd name="connsiteY72" fmla="*/ 191051 h 1206747"/>
                <a:gd name="connsiteX73" fmla="*/ 59083 w 305027"/>
                <a:gd name="connsiteY73" fmla="*/ 189255 h 1206747"/>
                <a:gd name="connsiteX74" fmla="*/ 63189 w 305027"/>
                <a:gd name="connsiteY74" fmla="*/ 176338 h 1206747"/>
                <a:gd name="connsiteX75" fmla="*/ 70203 w 305027"/>
                <a:gd name="connsiteY75" fmla="*/ 166929 h 1206747"/>
                <a:gd name="connsiteX76" fmla="*/ 87995 w 305027"/>
                <a:gd name="connsiteY76" fmla="*/ 173259 h 1206747"/>
                <a:gd name="connsiteX77" fmla="*/ 96121 w 305027"/>
                <a:gd name="connsiteY77" fmla="*/ 151532 h 1206747"/>
                <a:gd name="connsiteX78" fmla="*/ 84403 w 305027"/>
                <a:gd name="connsiteY78" fmla="*/ 129634 h 1206747"/>
                <a:gd name="connsiteX79" fmla="*/ 82862 w 305027"/>
                <a:gd name="connsiteY79" fmla="*/ 119454 h 1206747"/>
                <a:gd name="connsiteX80" fmla="*/ 65669 w 305027"/>
                <a:gd name="connsiteY80" fmla="*/ 112440 h 1206747"/>
                <a:gd name="connsiteX81" fmla="*/ 57029 w 305027"/>
                <a:gd name="connsiteY81" fmla="*/ 74974 h 1206747"/>
                <a:gd name="connsiteX82" fmla="*/ 62504 w 305027"/>
                <a:gd name="connsiteY82" fmla="*/ 46061 h 1206747"/>
                <a:gd name="connsiteX83" fmla="*/ 72684 w 305027"/>
                <a:gd name="connsiteY83" fmla="*/ 38278 h 1206747"/>
                <a:gd name="connsiteX84" fmla="*/ 135898 w 305027"/>
                <a:gd name="connsiteY84" fmla="*/ 41 h 1206747"/>
                <a:gd name="connsiteX85" fmla="*/ 180378 w 305027"/>
                <a:gd name="connsiteY85" fmla="*/ 18005 h 1206747"/>
                <a:gd name="connsiteX86" fmla="*/ 181918 w 305027"/>
                <a:gd name="connsiteY86" fmla="*/ 30493 h 1206747"/>
                <a:gd name="connsiteX87" fmla="*/ 187307 w 305027"/>
                <a:gd name="connsiteY87" fmla="*/ 38021 h 1206747"/>
                <a:gd name="connsiteX88" fmla="*/ 190129 w 305027"/>
                <a:gd name="connsiteY88" fmla="*/ 51023 h 1206747"/>
                <a:gd name="connsiteX89" fmla="*/ 194406 w 305027"/>
                <a:gd name="connsiteY89" fmla="*/ 68815 h 1206747"/>
                <a:gd name="connsiteX90" fmla="*/ 201420 w 305027"/>
                <a:gd name="connsiteY90" fmla="*/ 97727 h 1206747"/>
                <a:gd name="connsiteX91" fmla="*/ 189701 w 305027"/>
                <a:gd name="connsiteY91" fmla="*/ 121935 h 1206747"/>
                <a:gd name="connsiteX92" fmla="*/ 177213 w 305027"/>
                <a:gd name="connsiteY92" fmla="*/ 142978 h 1206747"/>
                <a:gd name="connsiteX93" fmla="*/ 155315 w 305027"/>
                <a:gd name="connsiteY93" fmla="*/ 162481 h 1206747"/>
                <a:gd name="connsiteX94" fmla="*/ 158480 w 305027"/>
                <a:gd name="connsiteY94" fmla="*/ 192163 h 1206747"/>
                <a:gd name="connsiteX95" fmla="*/ 159335 w 305027"/>
                <a:gd name="connsiteY95" fmla="*/ 192848 h 1206747"/>
                <a:gd name="connsiteX96" fmla="*/ 199453 w 305027"/>
                <a:gd name="connsiteY96" fmla="*/ 224925 h 1206747"/>
                <a:gd name="connsiteX97" fmla="*/ 203388 w 305027"/>
                <a:gd name="connsiteY97" fmla="*/ 229458 h 1206747"/>
                <a:gd name="connsiteX98" fmla="*/ 207066 w 305027"/>
                <a:gd name="connsiteY98" fmla="*/ 207047 h 1206747"/>
                <a:gd name="connsiteX99" fmla="*/ 216048 w 305027"/>
                <a:gd name="connsiteY99" fmla="*/ 167613 h 1206747"/>
                <a:gd name="connsiteX100" fmla="*/ 246243 w 305027"/>
                <a:gd name="connsiteY100" fmla="*/ 145458 h 1206747"/>
                <a:gd name="connsiteX101" fmla="*/ 245730 w 305027"/>
                <a:gd name="connsiteY101" fmla="*/ 155124 h 1206747"/>
                <a:gd name="connsiteX102" fmla="*/ 248040 w 305027"/>
                <a:gd name="connsiteY102" fmla="*/ 159059 h 1206747"/>
                <a:gd name="connsiteX103" fmla="*/ 245302 w 305027"/>
                <a:gd name="connsiteY103" fmla="*/ 167613 h 1206747"/>
                <a:gd name="connsiteX104" fmla="*/ 234695 w 305027"/>
                <a:gd name="connsiteY104" fmla="*/ 184464 h 1206747"/>
                <a:gd name="connsiteX105" fmla="*/ 234182 w 305027"/>
                <a:gd name="connsiteY105" fmla="*/ 200631 h 1206747"/>
                <a:gd name="connsiteX106" fmla="*/ 242736 w 305027"/>
                <a:gd name="connsiteY106" fmla="*/ 198749 h 1206747"/>
                <a:gd name="connsiteX107" fmla="*/ 257021 w 305027"/>
                <a:gd name="connsiteY107" fmla="*/ 183524 h 1206747"/>
                <a:gd name="connsiteX108" fmla="*/ 249152 w 305027"/>
                <a:gd name="connsiteY108" fmla="*/ 199691 h 1206747"/>
                <a:gd name="connsiteX109" fmla="*/ 238545 w 305027"/>
                <a:gd name="connsiteY109" fmla="*/ 213291 h 1206747"/>
                <a:gd name="connsiteX110" fmla="*/ 236150 w 305027"/>
                <a:gd name="connsiteY110" fmla="*/ 225866 h 1206747"/>
                <a:gd name="connsiteX111" fmla="*/ 248297 w 305027"/>
                <a:gd name="connsiteY111" fmla="*/ 223385 h 1206747"/>
                <a:gd name="connsiteX112" fmla="*/ 280630 w 305027"/>
                <a:gd name="connsiteY112" fmla="*/ 177108 h 1206747"/>
                <a:gd name="connsiteX113" fmla="*/ 286190 w 305027"/>
                <a:gd name="connsiteY113" fmla="*/ 180102 h 1206747"/>
                <a:gd name="connsiteX114" fmla="*/ 271221 w 305027"/>
                <a:gd name="connsiteY114" fmla="*/ 207133 h 1206747"/>
                <a:gd name="connsiteX115" fmla="*/ 281999 w 305027"/>
                <a:gd name="connsiteY115" fmla="*/ 205250 h 1206747"/>
                <a:gd name="connsiteX116" fmla="*/ 281999 w 305027"/>
                <a:gd name="connsiteY116" fmla="*/ 205250 h 1206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305027" h="1206747">
                  <a:moveTo>
                    <a:pt x="282084" y="205336"/>
                  </a:moveTo>
                  <a:cubicBezTo>
                    <a:pt x="289697" y="196098"/>
                    <a:pt x="298764" y="184978"/>
                    <a:pt x="303555" y="187800"/>
                  </a:cubicBezTo>
                  <a:cubicBezTo>
                    <a:pt x="306720" y="189682"/>
                    <a:pt x="304153" y="193446"/>
                    <a:pt x="301759" y="195414"/>
                  </a:cubicBezTo>
                  <a:cubicBezTo>
                    <a:pt x="299021" y="197808"/>
                    <a:pt x="297139" y="200289"/>
                    <a:pt x="296455" y="201402"/>
                  </a:cubicBezTo>
                  <a:cubicBezTo>
                    <a:pt x="295770" y="202513"/>
                    <a:pt x="296027" y="212692"/>
                    <a:pt x="293889" y="217568"/>
                  </a:cubicBezTo>
                  <a:cubicBezTo>
                    <a:pt x="291836" y="222444"/>
                    <a:pt x="282597" y="233222"/>
                    <a:pt x="280288" y="237841"/>
                  </a:cubicBezTo>
                  <a:cubicBezTo>
                    <a:pt x="277979" y="242460"/>
                    <a:pt x="255567" y="274024"/>
                    <a:pt x="252829" y="279328"/>
                  </a:cubicBezTo>
                  <a:cubicBezTo>
                    <a:pt x="250093" y="284631"/>
                    <a:pt x="253514" y="286257"/>
                    <a:pt x="254027" y="288737"/>
                  </a:cubicBezTo>
                  <a:cubicBezTo>
                    <a:pt x="254541" y="291303"/>
                    <a:pt x="254968" y="294981"/>
                    <a:pt x="255396" y="300969"/>
                  </a:cubicBezTo>
                  <a:cubicBezTo>
                    <a:pt x="255567" y="303706"/>
                    <a:pt x="256337" y="309267"/>
                    <a:pt x="257278" y="314826"/>
                  </a:cubicBezTo>
                  <a:cubicBezTo>
                    <a:pt x="264207" y="327657"/>
                    <a:pt x="270964" y="339548"/>
                    <a:pt x="273958" y="342712"/>
                  </a:cubicBezTo>
                  <a:cubicBezTo>
                    <a:pt x="273958" y="342712"/>
                    <a:pt x="274557" y="347417"/>
                    <a:pt x="271049" y="348615"/>
                  </a:cubicBezTo>
                  <a:cubicBezTo>
                    <a:pt x="270280" y="348872"/>
                    <a:pt x="268056" y="349385"/>
                    <a:pt x="265062" y="350069"/>
                  </a:cubicBezTo>
                  <a:cubicBezTo>
                    <a:pt x="268398" y="363328"/>
                    <a:pt x="272418" y="379324"/>
                    <a:pt x="273702" y="384969"/>
                  </a:cubicBezTo>
                  <a:cubicBezTo>
                    <a:pt x="276011" y="394635"/>
                    <a:pt x="276011" y="410802"/>
                    <a:pt x="275583" y="420468"/>
                  </a:cubicBezTo>
                  <a:cubicBezTo>
                    <a:pt x="275070" y="430134"/>
                    <a:pt x="272076" y="434582"/>
                    <a:pt x="271392" y="435951"/>
                  </a:cubicBezTo>
                  <a:cubicBezTo>
                    <a:pt x="270708" y="437319"/>
                    <a:pt x="261897" y="452545"/>
                    <a:pt x="258218" y="453657"/>
                  </a:cubicBezTo>
                  <a:cubicBezTo>
                    <a:pt x="254541" y="454855"/>
                    <a:pt x="245987" y="447926"/>
                    <a:pt x="243934" y="446301"/>
                  </a:cubicBezTo>
                  <a:cubicBezTo>
                    <a:pt x="243078" y="445617"/>
                    <a:pt x="241539" y="444505"/>
                    <a:pt x="240084" y="443393"/>
                  </a:cubicBezTo>
                  <a:lnTo>
                    <a:pt x="235893" y="445274"/>
                  </a:lnTo>
                  <a:lnTo>
                    <a:pt x="235721" y="445018"/>
                  </a:lnTo>
                  <a:cubicBezTo>
                    <a:pt x="235807" y="450321"/>
                    <a:pt x="236492" y="458533"/>
                    <a:pt x="239314" y="466403"/>
                  </a:cubicBezTo>
                  <a:cubicBezTo>
                    <a:pt x="244020" y="479319"/>
                    <a:pt x="269082" y="530985"/>
                    <a:pt x="267628" y="581197"/>
                  </a:cubicBezTo>
                  <a:cubicBezTo>
                    <a:pt x="266858" y="605832"/>
                    <a:pt x="235807" y="775628"/>
                    <a:pt x="213567" y="882210"/>
                  </a:cubicBezTo>
                  <a:cubicBezTo>
                    <a:pt x="213567" y="882210"/>
                    <a:pt x="200650" y="986483"/>
                    <a:pt x="184312" y="1021640"/>
                  </a:cubicBezTo>
                  <a:cubicBezTo>
                    <a:pt x="184312" y="1021640"/>
                    <a:pt x="177298" y="1063811"/>
                    <a:pt x="179608" y="1087249"/>
                  </a:cubicBezTo>
                  <a:cubicBezTo>
                    <a:pt x="181918" y="1110687"/>
                    <a:pt x="189017" y="1141139"/>
                    <a:pt x="189017" y="1141139"/>
                  </a:cubicBezTo>
                  <a:cubicBezTo>
                    <a:pt x="189017" y="1141139"/>
                    <a:pt x="191925" y="1164234"/>
                    <a:pt x="195090" y="1172873"/>
                  </a:cubicBezTo>
                  <a:lnTo>
                    <a:pt x="195261" y="1172873"/>
                  </a:lnTo>
                  <a:cubicBezTo>
                    <a:pt x="195261" y="1172873"/>
                    <a:pt x="196031" y="1174499"/>
                    <a:pt x="196031" y="1174499"/>
                  </a:cubicBezTo>
                  <a:cubicBezTo>
                    <a:pt x="199538" y="1180487"/>
                    <a:pt x="220666" y="1183994"/>
                    <a:pt x="231189" y="1187586"/>
                  </a:cubicBezTo>
                  <a:cubicBezTo>
                    <a:pt x="231189" y="1187586"/>
                    <a:pt x="247612" y="1192377"/>
                    <a:pt x="237005" y="1198365"/>
                  </a:cubicBezTo>
                  <a:cubicBezTo>
                    <a:pt x="226484" y="1204352"/>
                    <a:pt x="204158" y="1204352"/>
                    <a:pt x="204158" y="1204352"/>
                  </a:cubicBezTo>
                  <a:lnTo>
                    <a:pt x="136239" y="1205550"/>
                  </a:lnTo>
                  <a:cubicBezTo>
                    <a:pt x="136239" y="1205550"/>
                    <a:pt x="139746" y="1190067"/>
                    <a:pt x="135041" y="1185277"/>
                  </a:cubicBezTo>
                  <a:cubicBezTo>
                    <a:pt x="130337" y="1180487"/>
                    <a:pt x="108097" y="1168596"/>
                    <a:pt x="105787" y="1176894"/>
                  </a:cubicBezTo>
                  <a:cubicBezTo>
                    <a:pt x="103478" y="1185277"/>
                    <a:pt x="117506" y="1198365"/>
                    <a:pt x="110491" y="1201957"/>
                  </a:cubicBezTo>
                  <a:cubicBezTo>
                    <a:pt x="103478" y="1205550"/>
                    <a:pt x="85856" y="1206747"/>
                    <a:pt x="85856" y="1206747"/>
                  </a:cubicBezTo>
                  <a:cubicBezTo>
                    <a:pt x="85856" y="1206747"/>
                    <a:pt x="84659" y="1182882"/>
                    <a:pt x="82350" y="1172104"/>
                  </a:cubicBezTo>
                  <a:cubicBezTo>
                    <a:pt x="80040" y="1161326"/>
                    <a:pt x="75335" y="1151831"/>
                    <a:pt x="85856" y="1135151"/>
                  </a:cubicBezTo>
                  <a:lnTo>
                    <a:pt x="86284" y="1135151"/>
                  </a:lnTo>
                  <a:cubicBezTo>
                    <a:pt x="86968" y="1132071"/>
                    <a:pt x="89022" y="1123004"/>
                    <a:pt x="94410" y="1104699"/>
                  </a:cubicBezTo>
                  <a:cubicBezTo>
                    <a:pt x="100741" y="1078438"/>
                    <a:pt x="108268" y="1040972"/>
                    <a:pt x="108268" y="1012316"/>
                  </a:cubicBezTo>
                  <a:cubicBezTo>
                    <a:pt x="108268" y="963131"/>
                    <a:pt x="96805" y="829860"/>
                    <a:pt x="96805" y="814634"/>
                  </a:cubicBezTo>
                  <a:cubicBezTo>
                    <a:pt x="96805" y="799408"/>
                    <a:pt x="97661" y="790940"/>
                    <a:pt x="97661" y="790940"/>
                  </a:cubicBezTo>
                  <a:cubicBezTo>
                    <a:pt x="97661" y="790940"/>
                    <a:pt x="69519" y="692569"/>
                    <a:pt x="60194" y="612846"/>
                  </a:cubicBezTo>
                  <a:cubicBezTo>
                    <a:pt x="50785" y="533209"/>
                    <a:pt x="56688" y="515674"/>
                    <a:pt x="69519" y="473503"/>
                  </a:cubicBezTo>
                  <a:lnTo>
                    <a:pt x="67380" y="462981"/>
                  </a:lnTo>
                  <a:cubicBezTo>
                    <a:pt x="66525" y="464093"/>
                    <a:pt x="64471" y="466146"/>
                    <a:pt x="61392" y="465291"/>
                  </a:cubicBezTo>
                  <a:lnTo>
                    <a:pt x="59168" y="464777"/>
                  </a:lnTo>
                  <a:lnTo>
                    <a:pt x="57629" y="464521"/>
                  </a:lnTo>
                  <a:cubicBezTo>
                    <a:pt x="53095" y="463665"/>
                    <a:pt x="47107" y="462040"/>
                    <a:pt x="44798" y="454171"/>
                  </a:cubicBezTo>
                  <a:lnTo>
                    <a:pt x="44370" y="452289"/>
                  </a:lnTo>
                  <a:cubicBezTo>
                    <a:pt x="43343" y="446814"/>
                    <a:pt x="43771" y="439030"/>
                    <a:pt x="44541" y="431417"/>
                  </a:cubicBezTo>
                  <a:cubicBezTo>
                    <a:pt x="44969" y="424488"/>
                    <a:pt x="45567" y="418158"/>
                    <a:pt x="46167" y="415592"/>
                  </a:cubicBezTo>
                  <a:lnTo>
                    <a:pt x="46167" y="415592"/>
                  </a:lnTo>
                  <a:cubicBezTo>
                    <a:pt x="46167" y="415592"/>
                    <a:pt x="46337" y="413026"/>
                    <a:pt x="46337" y="413026"/>
                  </a:cubicBezTo>
                  <a:cubicBezTo>
                    <a:pt x="45995" y="408835"/>
                    <a:pt x="42830" y="405499"/>
                    <a:pt x="41547" y="399938"/>
                  </a:cubicBezTo>
                  <a:cubicBezTo>
                    <a:pt x="40007" y="393267"/>
                    <a:pt x="38040" y="384713"/>
                    <a:pt x="34875" y="378040"/>
                  </a:cubicBezTo>
                  <a:cubicBezTo>
                    <a:pt x="32394" y="372737"/>
                    <a:pt x="30171" y="368374"/>
                    <a:pt x="29571" y="364867"/>
                  </a:cubicBezTo>
                  <a:lnTo>
                    <a:pt x="29229" y="363755"/>
                  </a:lnTo>
                  <a:cubicBezTo>
                    <a:pt x="28032" y="358623"/>
                    <a:pt x="29229" y="352720"/>
                    <a:pt x="29059" y="348187"/>
                  </a:cubicBezTo>
                  <a:lnTo>
                    <a:pt x="28545" y="347161"/>
                  </a:lnTo>
                  <a:cubicBezTo>
                    <a:pt x="27262" y="344765"/>
                    <a:pt x="25894" y="341430"/>
                    <a:pt x="24439" y="337922"/>
                  </a:cubicBezTo>
                  <a:cubicBezTo>
                    <a:pt x="22386" y="333731"/>
                    <a:pt x="20675" y="328256"/>
                    <a:pt x="18622" y="322183"/>
                  </a:cubicBezTo>
                  <a:cubicBezTo>
                    <a:pt x="17681" y="319275"/>
                    <a:pt x="15372" y="313287"/>
                    <a:pt x="12806" y="306615"/>
                  </a:cubicBezTo>
                  <a:cubicBezTo>
                    <a:pt x="7844" y="295067"/>
                    <a:pt x="1258" y="279755"/>
                    <a:pt x="1087" y="277104"/>
                  </a:cubicBezTo>
                  <a:cubicBezTo>
                    <a:pt x="1087" y="277104"/>
                    <a:pt x="-25" y="264016"/>
                    <a:pt x="61" y="249817"/>
                  </a:cubicBezTo>
                  <a:cubicBezTo>
                    <a:pt x="-111" y="241434"/>
                    <a:pt x="61" y="233992"/>
                    <a:pt x="830" y="232024"/>
                  </a:cubicBezTo>
                  <a:lnTo>
                    <a:pt x="830" y="231854"/>
                  </a:lnTo>
                  <a:cubicBezTo>
                    <a:pt x="1429" y="227320"/>
                    <a:pt x="2199" y="223300"/>
                    <a:pt x="3397" y="220305"/>
                  </a:cubicBezTo>
                  <a:cubicBezTo>
                    <a:pt x="9213" y="205678"/>
                    <a:pt x="35046" y="200973"/>
                    <a:pt x="42659" y="198664"/>
                  </a:cubicBezTo>
                  <a:cubicBezTo>
                    <a:pt x="50272" y="196354"/>
                    <a:pt x="46167" y="192249"/>
                    <a:pt x="50272" y="191051"/>
                  </a:cubicBezTo>
                  <a:cubicBezTo>
                    <a:pt x="54378" y="189853"/>
                    <a:pt x="56688" y="189853"/>
                    <a:pt x="59083" y="189255"/>
                  </a:cubicBezTo>
                  <a:cubicBezTo>
                    <a:pt x="61477" y="188656"/>
                    <a:pt x="62590" y="179332"/>
                    <a:pt x="63189" y="176338"/>
                  </a:cubicBezTo>
                  <a:cubicBezTo>
                    <a:pt x="63787" y="173430"/>
                    <a:pt x="70203" y="166929"/>
                    <a:pt x="70203" y="166929"/>
                  </a:cubicBezTo>
                  <a:cubicBezTo>
                    <a:pt x="70203" y="166929"/>
                    <a:pt x="77473" y="167784"/>
                    <a:pt x="87995" y="173259"/>
                  </a:cubicBezTo>
                  <a:cubicBezTo>
                    <a:pt x="90818" y="169324"/>
                    <a:pt x="97405" y="158974"/>
                    <a:pt x="96121" y="151532"/>
                  </a:cubicBezTo>
                  <a:cubicBezTo>
                    <a:pt x="94581" y="142122"/>
                    <a:pt x="86027" y="133568"/>
                    <a:pt x="84403" y="129634"/>
                  </a:cubicBezTo>
                  <a:cubicBezTo>
                    <a:pt x="82862" y="125699"/>
                    <a:pt x="86027" y="120310"/>
                    <a:pt x="82862" y="119454"/>
                  </a:cubicBezTo>
                  <a:cubicBezTo>
                    <a:pt x="79697" y="118684"/>
                    <a:pt x="73453" y="119454"/>
                    <a:pt x="65669" y="112440"/>
                  </a:cubicBezTo>
                  <a:cubicBezTo>
                    <a:pt x="57800" y="105426"/>
                    <a:pt x="49246" y="92937"/>
                    <a:pt x="57029" y="74974"/>
                  </a:cubicBezTo>
                  <a:cubicBezTo>
                    <a:pt x="64814" y="57011"/>
                    <a:pt x="62504" y="49226"/>
                    <a:pt x="62504" y="46061"/>
                  </a:cubicBezTo>
                  <a:cubicBezTo>
                    <a:pt x="62504" y="42897"/>
                    <a:pt x="67979" y="37507"/>
                    <a:pt x="72684" y="38278"/>
                  </a:cubicBezTo>
                  <a:cubicBezTo>
                    <a:pt x="77388" y="39047"/>
                    <a:pt x="82862" y="2351"/>
                    <a:pt x="135898" y="41"/>
                  </a:cubicBezTo>
                  <a:cubicBezTo>
                    <a:pt x="153091" y="-728"/>
                    <a:pt x="176529" y="9451"/>
                    <a:pt x="180378" y="18005"/>
                  </a:cubicBezTo>
                  <a:cubicBezTo>
                    <a:pt x="184312" y="26559"/>
                    <a:pt x="181918" y="30493"/>
                    <a:pt x="181918" y="30493"/>
                  </a:cubicBezTo>
                  <a:cubicBezTo>
                    <a:pt x="181918" y="30493"/>
                    <a:pt x="185424" y="32803"/>
                    <a:pt x="187307" y="38021"/>
                  </a:cubicBezTo>
                  <a:cubicBezTo>
                    <a:pt x="189188" y="43153"/>
                    <a:pt x="187050" y="47515"/>
                    <a:pt x="190129" y="51023"/>
                  </a:cubicBezTo>
                  <a:cubicBezTo>
                    <a:pt x="193380" y="54701"/>
                    <a:pt x="194406" y="63341"/>
                    <a:pt x="194406" y="68815"/>
                  </a:cubicBezTo>
                  <a:cubicBezTo>
                    <a:pt x="194406" y="74289"/>
                    <a:pt x="203730" y="89088"/>
                    <a:pt x="201420" y="97727"/>
                  </a:cubicBezTo>
                  <a:cubicBezTo>
                    <a:pt x="199111" y="106367"/>
                    <a:pt x="190472" y="114151"/>
                    <a:pt x="189701" y="121935"/>
                  </a:cubicBezTo>
                  <a:cubicBezTo>
                    <a:pt x="188932" y="129719"/>
                    <a:pt x="183457" y="139128"/>
                    <a:pt x="177213" y="142978"/>
                  </a:cubicBezTo>
                  <a:cubicBezTo>
                    <a:pt x="170968" y="146912"/>
                    <a:pt x="155315" y="153927"/>
                    <a:pt x="155315" y="162481"/>
                  </a:cubicBezTo>
                  <a:cubicBezTo>
                    <a:pt x="155315" y="171035"/>
                    <a:pt x="158480" y="192163"/>
                    <a:pt x="158480" y="192163"/>
                  </a:cubicBezTo>
                  <a:lnTo>
                    <a:pt x="159335" y="192848"/>
                  </a:lnTo>
                  <a:cubicBezTo>
                    <a:pt x="164810" y="197125"/>
                    <a:pt x="194149" y="220220"/>
                    <a:pt x="199453" y="224925"/>
                  </a:cubicBezTo>
                  <a:cubicBezTo>
                    <a:pt x="200308" y="225694"/>
                    <a:pt x="201677" y="227320"/>
                    <a:pt x="203388" y="229458"/>
                  </a:cubicBezTo>
                  <a:cubicBezTo>
                    <a:pt x="205527" y="221759"/>
                    <a:pt x="206553" y="213890"/>
                    <a:pt x="207066" y="207047"/>
                  </a:cubicBezTo>
                  <a:cubicBezTo>
                    <a:pt x="208007" y="194815"/>
                    <a:pt x="213054" y="172403"/>
                    <a:pt x="216048" y="167613"/>
                  </a:cubicBezTo>
                  <a:cubicBezTo>
                    <a:pt x="219042" y="162737"/>
                    <a:pt x="240683" y="146656"/>
                    <a:pt x="246243" y="145458"/>
                  </a:cubicBezTo>
                  <a:cubicBezTo>
                    <a:pt x="248467" y="144945"/>
                    <a:pt x="247868" y="152131"/>
                    <a:pt x="245730" y="155124"/>
                  </a:cubicBezTo>
                  <a:cubicBezTo>
                    <a:pt x="243677" y="158118"/>
                    <a:pt x="246671" y="157862"/>
                    <a:pt x="248040" y="159059"/>
                  </a:cubicBezTo>
                  <a:cubicBezTo>
                    <a:pt x="249409" y="160256"/>
                    <a:pt x="248724" y="164106"/>
                    <a:pt x="245302" y="167613"/>
                  </a:cubicBezTo>
                  <a:cubicBezTo>
                    <a:pt x="241881" y="171035"/>
                    <a:pt x="235893" y="176167"/>
                    <a:pt x="234695" y="184464"/>
                  </a:cubicBezTo>
                  <a:cubicBezTo>
                    <a:pt x="233497" y="192762"/>
                    <a:pt x="232813" y="198749"/>
                    <a:pt x="234182" y="200631"/>
                  </a:cubicBezTo>
                  <a:cubicBezTo>
                    <a:pt x="235550" y="202513"/>
                    <a:pt x="238117" y="203197"/>
                    <a:pt x="242736" y="198749"/>
                  </a:cubicBezTo>
                  <a:cubicBezTo>
                    <a:pt x="247355" y="194387"/>
                    <a:pt x="254284" y="181471"/>
                    <a:pt x="257021" y="183524"/>
                  </a:cubicBezTo>
                  <a:cubicBezTo>
                    <a:pt x="259759" y="185576"/>
                    <a:pt x="251461" y="195927"/>
                    <a:pt x="249152" y="199691"/>
                  </a:cubicBezTo>
                  <a:cubicBezTo>
                    <a:pt x="246842" y="203369"/>
                    <a:pt x="240170" y="209100"/>
                    <a:pt x="238545" y="213291"/>
                  </a:cubicBezTo>
                  <a:cubicBezTo>
                    <a:pt x="236919" y="217482"/>
                    <a:pt x="235380" y="223813"/>
                    <a:pt x="236150" y="225866"/>
                  </a:cubicBezTo>
                  <a:cubicBezTo>
                    <a:pt x="236834" y="227919"/>
                    <a:pt x="246842" y="225438"/>
                    <a:pt x="248297" y="223385"/>
                  </a:cubicBezTo>
                  <a:cubicBezTo>
                    <a:pt x="249664" y="221332"/>
                    <a:pt x="276952" y="179418"/>
                    <a:pt x="280630" y="177108"/>
                  </a:cubicBezTo>
                  <a:cubicBezTo>
                    <a:pt x="284308" y="174798"/>
                    <a:pt x="286874" y="177536"/>
                    <a:pt x="286190" y="180102"/>
                  </a:cubicBezTo>
                  <a:cubicBezTo>
                    <a:pt x="285506" y="182668"/>
                    <a:pt x="270537" y="205678"/>
                    <a:pt x="271221" y="207133"/>
                  </a:cubicBezTo>
                  <a:cubicBezTo>
                    <a:pt x="271905" y="208501"/>
                    <a:pt x="274471" y="214489"/>
                    <a:pt x="281999" y="205250"/>
                  </a:cubicBezTo>
                  <a:lnTo>
                    <a:pt x="281999" y="205250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BD1871D-3CE7-8CA2-1677-3B3EEA2E45BA}"/>
                </a:ext>
              </a:extLst>
            </p:cNvPr>
            <p:cNvSpPr/>
            <p:nvPr/>
          </p:nvSpPr>
          <p:spPr>
            <a:xfrm>
              <a:off x="-5624123" y="4242702"/>
              <a:ext cx="483212" cy="1249715"/>
            </a:xfrm>
            <a:custGeom>
              <a:avLst/>
              <a:gdLst>
                <a:gd name="connsiteX0" fmla="*/ 139515 w 483212"/>
                <a:gd name="connsiteY0" fmla="*/ 935291 h 1249715"/>
                <a:gd name="connsiteX1" fmla="*/ 187759 w 483212"/>
                <a:gd name="connsiteY1" fmla="*/ 937259 h 1249715"/>
                <a:gd name="connsiteX2" fmla="*/ 197596 w 483212"/>
                <a:gd name="connsiteY2" fmla="*/ 961894 h 1249715"/>
                <a:gd name="connsiteX3" fmla="*/ 191609 w 483212"/>
                <a:gd name="connsiteY3" fmla="*/ 974639 h 1249715"/>
                <a:gd name="connsiteX4" fmla="*/ 143108 w 483212"/>
                <a:gd name="connsiteY4" fmla="*/ 972672 h 1249715"/>
                <a:gd name="connsiteX5" fmla="*/ 134810 w 483212"/>
                <a:gd name="connsiteY5" fmla="*/ 952741 h 1249715"/>
                <a:gd name="connsiteX6" fmla="*/ 139515 w 483212"/>
                <a:gd name="connsiteY6" fmla="*/ 935291 h 1249715"/>
                <a:gd name="connsiteX7" fmla="*/ 139515 w 483212"/>
                <a:gd name="connsiteY7" fmla="*/ 935291 h 1249715"/>
                <a:gd name="connsiteX8" fmla="*/ 61760 w 483212"/>
                <a:gd name="connsiteY8" fmla="*/ 970704 h 1249715"/>
                <a:gd name="connsiteX9" fmla="*/ 10179 w 483212"/>
                <a:gd name="connsiteY9" fmla="*/ 976265 h 1249715"/>
                <a:gd name="connsiteX10" fmla="*/ 4448 w 483212"/>
                <a:gd name="connsiteY10" fmla="*/ 993116 h 1249715"/>
                <a:gd name="connsiteX11" fmla="*/ 0 w 483212"/>
                <a:gd name="connsiteY11" fmla="*/ 1239812 h 1249715"/>
                <a:gd name="connsiteX12" fmla="*/ 4705 w 483212"/>
                <a:gd name="connsiteY12" fmla="*/ 1249221 h 1249715"/>
                <a:gd name="connsiteX13" fmla="*/ 308541 w 483212"/>
                <a:gd name="connsiteY13" fmla="*/ 1249221 h 1249715"/>
                <a:gd name="connsiteX14" fmla="*/ 313246 w 483212"/>
                <a:gd name="connsiteY14" fmla="*/ 1249221 h 1249715"/>
                <a:gd name="connsiteX15" fmla="*/ 315983 w 483212"/>
                <a:gd name="connsiteY15" fmla="*/ 1248280 h 1249715"/>
                <a:gd name="connsiteX16" fmla="*/ 328301 w 483212"/>
                <a:gd name="connsiteY16" fmla="*/ 1239812 h 1249715"/>
                <a:gd name="connsiteX17" fmla="*/ 331380 w 483212"/>
                <a:gd name="connsiteY17" fmla="*/ 987812 h 1249715"/>
                <a:gd name="connsiteX18" fmla="*/ 308541 w 483212"/>
                <a:gd name="connsiteY18" fmla="*/ 974554 h 1249715"/>
                <a:gd name="connsiteX19" fmla="*/ 292973 w 483212"/>
                <a:gd name="connsiteY19" fmla="*/ 971218 h 1249715"/>
                <a:gd name="connsiteX20" fmla="*/ 292716 w 483212"/>
                <a:gd name="connsiteY20" fmla="*/ 946326 h 1249715"/>
                <a:gd name="connsiteX21" fmla="*/ 297849 w 483212"/>
                <a:gd name="connsiteY21" fmla="*/ 929560 h 1249715"/>
                <a:gd name="connsiteX22" fmla="*/ 300757 w 483212"/>
                <a:gd name="connsiteY22" fmla="*/ 913650 h 1249715"/>
                <a:gd name="connsiteX23" fmla="*/ 300672 w 483212"/>
                <a:gd name="connsiteY23" fmla="*/ 908004 h 1249715"/>
                <a:gd name="connsiteX24" fmla="*/ 308541 w 483212"/>
                <a:gd name="connsiteY24" fmla="*/ 855226 h 1249715"/>
                <a:gd name="connsiteX25" fmla="*/ 308627 w 483212"/>
                <a:gd name="connsiteY25" fmla="*/ 831703 h 1249715"/>
                <a:gd name="connsiteX26" fmla="*/ 309054 w 483212"/>
                <a:gd name="connsiteY26" fmla="*/ 825031 h 1249715"/>
                <a:gd name="connsiteX27" fmla="*/ 309054 w 483212"/>
                <a:gd name="connsiteY27" fmla="*/ 822208 h 1249715"/>
                <a:gd name="connsiteX28" fmla="*/ 309311 w 483212"/>
                <a:gd name="connsiteY28" fmla="*/ 820925 h 1249715"/>
                <a:gd name="connsiteX29" fmla="*/ 313930 w 483212"/>
                <a:gd name="connsiteY29" fmla="*/ 800737 h 1249715"/>
                <a:gd name="connsiteX30" fmla="*/ 319490 w 483212"/>
                <a:gd name="connsiteY30" fmla="*/ 765666 h 1249715"/>
                <a:gd name="connsiteX31" fmla="*/ 319490 w 483212"/>
                <a:gd name="connsiteY31" fmla="*/ 764554 h 1249715"/>
                <a:gd name="connsiteX32" fmla="*/ 324366 w 483212"/>
                <a:gd name="connsiteY32" fmla="*/ 745992 h 1249715"/>
                <a:gd name="connsiteX33" fmla="*/ 324623 w 483212"/>
                <a:gd name="connsiteY33" fmla="*/ 746163 h 1249715"/>
                <a:gd name="connsiteX34" fmla="*/ 325563 w 483212"/>
                <a:gd name="connsiteY34" fmla="*/ 747874 h 1249715"/>
                <a:gd name="connsiteX35" fmla="*/ 329498 w 483212"/>
                <a:gd name="connsiteY35" fmla="*/ 766864 h 1249715"/>
                <a:gd name="connsiteX36" fmla="*/ 330610 w 483212"/>
                <a:gd name="connsiteY36" fmla="*/ 769345 h 1249715"/>
                <a:gd name="connsiteX37" fmla="*/ 333861 w 483212"/>
                <a:gd name="connsiteY37" fmla="*/ 786196 h 1249715"/>
                <a:gd name="connsiteX38" fmla="*/ 335401 w 483212"/>
                <a:gd name="connsiteY38" fmla="*/ 795006 h 1249715"/>
                <a:gd name="connsiteX39" fmla="*/ 336170 w 483212"/>
                <a:gd name="connsiteY39" fmla="*/ 804245 h 1249715"/>
                <a:gd name="connsiteX40" fmla="*/ 338908 w 483212"/>
                <a:gd name="connsiteY40" fmla="*/ 819898 h 1249715"/>
                <a:gd name="connsiteX41" fmla="*/ 341046 w 483212"/>
                <a:gd name="connsiteY41" fmla="*/ 831618 h 1249715"/>
                <a:gd name="connsiteX42" fmla="*/ 356614 w 483212"/>
                <a:gd name="connsiteY42" fmla="*/ 974468 h 1249715"/>
                <a:gd name="connsiteX43" fmla="*/ 357555 w 483212"/>
                <a:gd name="connsiteY43" fmla="*/ 984733 h 1249715"/>
                <a:gd name="connsiteX44" fmla="*/ 360036 w 483212"/>
                <a:gd name="connsiteY44" fmla="*/ 1033491 h 1249715"/>
                <a:gd name="connsiteX45" fmla="*/ 376117 w 483212"/>
                <a:gd name="connsiteY45" fmla="*/ 1139816 h 1249715"/>
                <a:gd name="connsiteX46" fmla="*/ 374834 w 483212"/>
                <a:gd name="connsiteY46" fmla="*/ 1145804 h 1249715"/>
                <a:gd name="connsiteX47" fmla="*/ 367649 w 483212"/>
                <a:gd name="connsiteY47" fmla="*/ 1150680 h 1249715"/>
                <a:gd name="connsiteX48" fmla="*/ 362688 w 483212"/>
                <a:gd name="connsiteY48" fmla="*/ 1157181 h 1249715"/>
                <a:gd name="connsiteX49" fmla="*/ 362688 w 483212"/>
                <a:gd name="connsiteY49" fmla="*/ 1168985 h 1249715"/>
                <a:gd name="connsiteX50" fmla="*/ 380822 w 483212"/>
                <a:gd name="connsiteY50" fmla="*/ 1204313 h 1249715"/>
                <a:gd name="connsiteX51" fmla="*/ 387494 w 483212"/>
                <a:gd name="connsiteY51" fmla="*/ 1217486 h 1249715"/>
                <a:gd name="connsiteX52" fmla="*/ 387494 w 483212"/>
                <a:gd name="connsiteY52" fmla="*/ 1218769 h 1249715"/>
                <a:gd name="connsiteX53" fmla="*/ 387580 w 483212"/>
                <a:gd name="connsiteY53" fmla="*/ 1234850 h 1249715"/>
                <a:gd name="connsiteX54" fmla="*/ 388093 w 483212"/>
                <a:gd name="connsiteY54" fmla="*/ 1237075 h 1249715"/>
                <a:gd name="connsiteX55" fmla="*/ 417347 w 483212"/>
                <a:gd name="connsiteY55" fmla="*/ 1240667 h 1249715"/>
                <a:gd name="connsiteX56" fmla="*/ 451563 w 483212"/>
                <a:gd name="connsiteY56" fmla="*/ 1239812 h 1249715"/>
                <a:gd name="connsiteX57" fmla="*/ 466362 w 483212"/>
                <a:gd name="connsiteY57" fmla="*/ 1237331 h 1249715"/>
                <a:gd name="connsiteX58" fmla="*/ 483213 w 483212"/>
                <a:gd name="connsiteY58" fmla="*/ 1233738 h 1249715"/>
                <a:gd name="connsiteX59" fmla="*/ 482186 w 483212"/>
                <a:gd name="connsiteY59" fmla="*/ 1228778 h 1249715"/>
                <a:gd name="connsiteX60" fmla="*/ 476712 w 483212"/>
                <a:gd name="connsiteY60" fmla="*/ 1224072 h 1249715"/>
                <a:gd name="connsiteX61" fmla="*/ 457636 w 483212"/>
                <a:gd name="connsiteY61" fmla="*/ 1204142 h 1249715"/>
                <a:gd name="connsiteX62" fmla="*/ 455755 w 483212"/>
                <a:gd name="connsiteY62" fmla="*/ 1203030 h 1249715"/>
                <a:gd name="connsiteX63" fmla="*/ 456011 w 483212"/>
                <a:gd name="connsiteY63" fmla="*/ 1188916 h 1249715"/>
                <a:gd name="connsiteX64" fmla="*/ 459861 w 483212"/>
                <a:gd name="connsiteY64" fmla="*/ 1168985 h 1249715"/>
                <a:gd name="connsiteX65" fmla="*/ 463453 w 483212"/>
                <a:gd name="connsiteY65" fmla="*/ 1149055 h 1249715"/>
                <a:gd name="connsiteX66" fmla="*/ 446089 w 483212"/>
                <a:gd name="connsiteY66" fmla="*/ 1112786 h 1249715"/>
                <a:gd name="connsiteX67" fmla="*/ 449425 w 483212"/>
                <a:gd name="connsiteY67" fmla="*/ 1003124 h 1249715"/>
                <a:gd name="connsiteX68" fmla="*/ 446089 w 483212"/>
                <a:gd name="connsiteY68" fmla="*/ 921434 h 1249715"/>
                <a:gd name="connsiteX69" fmla="*/ 446602 w 483212"/>
                <a:gd name="connsiteY69" fmla="*/ 827597 h 1249715"/>
                <a:gd name="connsiteX70" fmla="*/ 443522 w 483212"/>
                <a:gd name="connsiteY70" fmla="*/ 749243 h 1249715"/>
                <a:gd name="connsiteX71" fmla="*/ 451820 w 483212"/>
                <a:gd name="connsiteY71" fmla="*/ 706901 h 1249715"/>
                <a:gd name="connsiteX72" fmla="*/ 448484 w 483212"/>
                <a:gd name="connsiteY72" fmla="*/ 640180 h 1249715"/>
                <a:gd name="connsiteX73" fmla="*/ 426415 w 483212"/>
                <a:gd name="connsiteY73" fmla="*/ 558746 h 1249715"/>
                <a:gd name="connsiteX74" fmla="*/ 428468 w 483212"/>
                <a:gd name="connsiteY74" fmla="*/ 546429 h 1249715"/>
                <a:gd name="connsiteX75" fmla="*/ 429751 w 483212"/>
                <a:gd name="connsiteY75" fmla="*/ 536078 h 1249715"/>
                <a:gd name="connsiteX76" fmla="*/ 427184 w 483212"/>
                <a:gd name="connsiteY76" fmla="*/ 515891 h 1249715"/>
                <a:gd name="connsiteX77" fmla="*/ 429237 w 483212"/>
                <a:gd name="connsiteY77" fmla="*/ 494848 h 1249715"/>
                <a:gd name="connsiteX78" fmla="*/ 424362 w 483212"/>
                <a:gd name="connsiteY78" fmla="*/ 478083 h 1249715"/>
                <a:gd name="connsiteX79" fmla="*/ 423506 w 483212"/>
                <a:gd name="connsiteY79" fmla="*/ 468502 h 1249715"/>
                <a:gd name="connsiteX80" fmla="*/ 424533 w 483212"/>
                <a:gd name="connsiteY80" fmla="*/ 450795 h 1249715"/>
                <a:gd name="connsiteX81" fmla="*/ 425046 w 483212"/>
                <a:gd name="connsiteY81" fmla="*/ 436425 h 1249715"/>
                <a:gd name="connsiteX82" fmla="*/ 426243 w 483212"/>
                <a:gd name="connsiteY82" fmla="*/ 425390 h 1249715"/>
                <a:gd name="connsiteX83" fmla="*/ 428125 w 483212"/>
                <a:gd name="connsiteY83" fmla="*/ 424363 h 1249715"/>
                <a:gd name="connsiteX84" fmla="*/ 431119 w 483212"/>
                <a:gd name="connsiteY84" fmla="*/ 422482 h 1249715"/>
                <a:gd name="connsiteX85" fmla="*/ 445319 w 483212"/>
                <a:gd name="connsiteY85" fmla="*/ 404946 h 1249715"/>
                <a:gd name="connsiteX86" fmla="*/ 460374 w 483212"/>
                <a:gd name="connsiteY86" fmla="*/ 346266 h 1249715"/>
                <a:gd name="connsiteX87" fmla="*/ 465592 w 483212"/>
                <a:gd name="connsiteY87" fmla="*/ 282026 h 1249715"/>
                <a:gd name="connsiteX88" fmla="*/ 468671 w 483212"/>
                <a:gd name="connsiteY88" fmla="*/ 262694 h 1249715"/>
                <a:gd name="connsiteX89" fmla="*/ 462427 w 483212"/>
                <a:gd name="connsiteY89" fmla="*/ 240539 h 1249715"/>
                <a:gd name="connsiteX90" fmla="*/ 446345 w 483212"/>
                <a:gd name="connsiteY90" fmla="*/ 215049 h 1249715"/>
                <a:gd name="connsiteX91" fmla="*/ 440871 w 483212"/>
                <a:gd name="connsiteY91" fmla="*/ 210857 h 1249715"/>
                <a:gd name="connsiteX92" fmla="*/ 439331 w 483212"/>
                <a:gd name="connsiteY92" fmla="*/ 205041 h 1249715"/>
                <a:gd name="connsiteX93" fmla="*/ 405885 w 483212"/>
                <a:gd name="connsiteY93" fmla="*/ 190926 h 1249715"/>
                <a:gd name="connsiteX94" fmla="*/ 397246 w 483212"/>
                <a:gd name="connsiteY94" fmla="*/ 187761 h 1249715"/>
                <a:gd name="connsiteX95" fmla="*/ 371413 w 483212"/>
                <a:gd name="connsiteY95" fmla="*/ 175700 h 1249715"/>
                <a:gd name="connsiteX96" fmla="*/ 362089 w 483212"/>
                <a:gd name="connsiteY96" fmla="*/ 170397 h 1249715"/>
                <a:gd name="connsiteX97" fmla="*/ 361490 w 483212"/>
                <a:gd name="connsiteY97" fmla="*/ 170140 h 1249715"/>
                <a:gd name="connsiteX98" fmla="*/ 356187 w 483212"/>
                <a:gd name="connsiteY98" fmla="*/ 154572 h 1249715"/>
                <a:gd name="connsiteX99" fmla="*/ 353193 w 483212"/>
                <a:gd name="connsiteY99" fmla="*/ 149269 h 1249715"/>
                <a:gd name="connsiteX100" fmla="*/ 353620 w 483212"/>
                <a:gd name="connsiteY100" fmla="*/ 149525 h 1249715"/>
                <a:gd name="connsiteX101" fmla="*/ 357641 w 483212"/>
                <a:gd name="connsiteY101" fmla="*/ 132161 h 1249715"/>
                <a:gd name="connsiteX102" fmla="*/ 360036 w 483212"/>
                <a:gd name="connsiteY102" fmla="*/ 113256 h 1249715"/>
                <a:gd name="connsiteX103" fmla="*/ 368162 w 483212"/>
                <a:gd name="connsiteY103" fmla="*/ 106328 h 1249715"/>
                <a:gd name="connsiteX104" fmla="*/ 371156 w 483212"/>
                <a:gd name="connsiteY104" fmla="*/ 85969 h 1249715"/>
                <a:gd name="connsiteX105" fmla="*/ 368162 w 483212"/>
                <a:gd name="connsiteY105" fmla="*/ 66466 h 1249715"/>
                <a:gd name="connsiteX106" fmla="*/ 307515 w 483212"/>
                <a:gd name="connsiteY106" fmla="*/ 2 h 1249715"/>
                <a:gd name="connsiteX107" fmla="*/ 248407 w 483212"/>
                <a:gd name="connsiteY107" fmla="*/ 88022 h 1249715"/>
                <a:gd name="connsiteX108" fmla="*/ 240623 w 483212"/>
                <a:gd name="connsiteY108" fmla="*/ 99656 h 1249715"/>
                <a:gd name="connsiteX109" fmla="*/ 255164 w 483212"/>
                <a:gd name="connsiteY109" fmla="*/ 126258 h 1249715"/>
                <a:gd name="connsiteX110" fmla="*/ 270733 w 483212"/>
                <a:gd name="connsiteY110" fmla="*/ 125146 h 1249715"/>
                <a:gd name="connsiteX111" fmla="*/ 274924 w 483212"/>
                <a:gd name="connsiteY111" fmla="*/ 145077 h 1249715"/>
                <a:gd name="connsiteX112" fmla="*/ 275951 w 483212"/>
                <a:gd name="connsiteY112" fmla="*/ 153973 h 1249715"/>
                <a:gd name="connsiteX113" fmla="*/ 268166 w 483212"/>
                <a:gd name="connsiteY113" fmla="*/ 178865 h 1249715"/>
                <a:gd name="connsiteX114" fmla="*/ 264574 w 483212"/>
                <a:gd name="connsiteY114" fmla="*/ 181688 h 1249715"/>
                <a:gd name="connsiteX115" fmla="*/ 251572 w 483212"/>
                <a:gd name="connsiteY115" fmla="*/ 184938 h 1249715"/>
                <a:gd name="connsiteX116" fmla="*/ 244814 w 483212"/>
                <a:gd name="connsiteY116" fmla="*/ 190755 h 1249715"/>
                <a:gd name="connsiteX117" fmla="*/ 225910 w 483212"/>
                <a:gd name="connsiteY117" fmla="*/ 200165 h 1249715"/>
                <a:gd name="connsiteX118" fmla="*/ 212651 w 483212"/>
                <a:gd name="connsiteY118" fmla="*/ 209061 h 1249715"/>
                <a:gd name="connsiteX119" fmla="*/ 196570 w 483212"/>
                <a:gd name="connsiteY119" fmla="*/ 221550 h 1249715"/>
                <a:gd name="connsiteX120" fmla="*/ 182028 w 483212"/>
                <a:gd name="connsiteY120" fmla="*/ 234295 h 1249715"/>
                <a:gd name="connsiteX121" fmla="*/ 173731 w 483212"/>
                <a:gd name="connsiteY121" fmla="*/ 244303 h 1249715"/>
                <a:gd name="connsiteX122" fmla="*/ 163381 w 483212"/>
                <a:gd name="connsiteY122" fmla="*/ 258160 h 1249715"/>
                <a:gd name="connsiteX123" fmla="*/ 165434 w 483212"/>
                <a:gd name="connsiteY123" fmla="*/ 276979 h 1249715"/>
                <a:gd name="connsiteX124" fmla="*/ 144134 w 483212"/>
                <a:gd name="connsiteY124" fmla="*/ 389378 h 1249715"/>
                <a:gd name="connsiteX125" fmla="*/ 162268 w 483212"/>
                <a:gd name="connsiteY125" fmla="*/ 452934 h 1249715"/>
                <a:gd name="connsiteX126" fmla="*/ 200505 w 483212"/>
                <a:gd name="connsiteY126" fmla="*/ 458751 h 1249715"/>
                <a:gd name="connsiteX127" fmla="*/ 200676 w 483212"/>
                <a:gd name="connsiteY127" fmla="*/ 458751 h 1249715"/>
                <a:gd name="connsiteX128" fmla="*/ 201702 w 483212"/>
                <a:gd name="connsiteY128" fmla="*/ 469956 h 1249715"/>
                <a:gd name="connsiteX129" fmla="*/ 201959 w 483212"/>
                <a:gd name="connsiteY129" fmla="*/ 494506 h 1249715"/>
                <a:gd name="connsiteX130" fmla="*/ 203755 w 483212"/>
                <a:gd name="connsiteY130" fmla="*/ 552758 h 1249715"/>
                <a:gd name="connsiteX131" fmla="*/ 210941 w 483212"/>
                <a:gd name="connsiteY131" fmla="*/ 560372 h 1249715"/>
                <a:gd name="connsiteX132" fmla="*/ 198024 w 483212"/>
                <a:gd name="connsiteY132" fmla="*/ 584323 h 1249715"/>
                <a:gd name="connsiteX133" fmla="*/ 186647 w 483212"/>
                <a:gd name="connsiteY133" fmla="*/ 711691 h 1249715"/>
                <a:gd name="connsiteX134" fmla="*/ 199051 w 483212"/>
                <a:gd name="connsiteY134" fmla="*/ 854798 h 1249715"/>
                <a:gd name="connsiteX135" fmla="*/ 207861 w 483212"/>
                <a:gd name="connsiteY135" fmla="*/ 912367 h 1249715"/>
                <a:gd name="connsiteX136" fmla="*/ 209914 w 483212"/>
                <a:gd name="connsiteY136" fmla="*/ 940595 h 1249715"/>
                <a:gd name="connsiteX137" fmla="*/ 215132 w 483212"/>
                <a:gd name="connsiteY137" fmla="*/ 960525 h 1249715"/>
                <a:gd name="connsiteX138" fmla="*/ 218639 w 483212"/>
                <a:gd name="connsiteY138" fmla="*/ 967882 h 1249715"/>
                <a:gd name="connsiteX139" fmla="*/ 211454 w 483212"/>
                <a:gd name="connsiteY139" fmla="*/ 959157 h 1249715"/>
                <a:gd name="connsiteX140" fmla="*/ 192293 w 483212"/>
                <a:gd name="connsiteY140" fmla="*/ 920921 h 1249715"/>
                <a:gd name="connsiteX141" fmla="*/ 125401 w 483212"/>
                <a:gd name="connsiteY141" fmla="*/ 924256 h 1249715"/>
                <a:gd name="connsiteX142" fmla="*/ 121723 w 483212"/>
                <a:gd name="connsiteY142" fmla="*/ 958558 h 1249715"/>
                <a:gd name="connsiteX143" fmla="*/ 116077 w 483212"/>
                <a:gd name="connsiteY143" fmla="*/ 971902 h 1249715"/>
                <a:gd name="connsiteX144" fmla="*/ 61589 w 483212"/>
                <a:gd name="connsiteY144" fmla="*/ 970790 h 1249715"/>
                <a:gd name="connsiteX145" fmla="*/ 61589 w 483212"/>
                <a:gd name="connsiteY145" fmla="*/ 970790 h 1249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483212" h="1249715">
                  <a:moveTo>
                    <a:pt x="139515" y="935291"/>
                  </a:moveTo>
                  <a:cubicBezTo>
                    <a:pt x="139515" y="935291"/>
                    <a:pt x="179462" y="933067"/>
                    <a:pt x="187759" y="937259"/>
                  </a:cubicBezTo>
                  <a:cubicBezTo>
                    <a:pt x="196057" y="941450"/>
                    <a:pt x="197853" y="961038"/>
                    <a:pt x="197596" y="961894"/>
                  </a:cubicBezTo>
                  <a:lnTo>
                    <a:pt x="191609" y="974639"/>
                  </a:lnTo>
                  <a:lnTo>
                    <a:pt x="143108" y="972672"/>
                  </a:lnTo>
                  <a:cubicBezTo>
                    <a:pt x="143108" y="972672"/>
                    <a:pt x="136863" y="960525"/>
                    <a:pt x="134810" y="952741"/>
                  </a:cubicBezTo>
                  <a:cubicBezTo>
                    <a:pt x="132757" y="944957"/>
                    <a:pt x="133784" y="939739"/>
                    <a:pt x="139515" y="935291"/>
                  </a:cubicBezTo>
                  <a:lnTo>
                    <a:pt x="139515" y="935291"/>
                  </a:lnTo>
                  <a:close/>
                  <a:moveTo>
                    <a:pt x="61760" y="970704"/>
                  </a:moveTo>
                  <a:cubicBezTo>
                    <a:pt x="61760" y="970704"/>
                    <a:pt x="17707" y="969422"/>
                    <a:pt x="10179" y="976265"/>
                  </a:cubicBezTo>
                  <a:cubicBezTo>
                    <a:pt x="6843" y="979344"/>
                    <a:pt x="4448" y="993116"/>
                    <a:pt x="4448" y="993116"/>
                  </a:cubicBezTo>
                  <a:lnTo>
                    <a:pt x="0" y="1239812"/>
                  </a:lnTo>
                  <a:cubicBezTo>
                    <a:pt x="0" y="1239812"/>
                    <a:pt x="0" y="1248110"/>
                    <a:pt x="4705" y="1249221"/>
                  </a:cubicBezTo>
                  <a:cubicBezTo>
                    <a:pt x="9409" y="1250333"/>
                    <a:pt x="308541" y="1249221"/>
                    <a:pt x="308541" y="1249221"/>
                  </a:cubicBezTo>
                  <a:lnTo>
                    <a:pt x="313246" y="1249221"/>
                  </a:lnTo>
                  <a:cubicBezTo>
                    <a:pt x="313246" y="1249221"/>
                    <a:pt x="314358" y="1248879"/>
                    <a:pt x="315983" y="1248280"/>
                  </a:cubicBezTo>
                  <a:cubicBezTo>
                    <a:pt x="321115" y="1247168"/>
                    <a:pt x="327103" y="1244773"/>
                    <a:pt x="328301" y="1239812"/>
                  </a:cubicBezTo>
                  <a:cubicBezTo>
                    <a:pt x="330867" y="1234252"/>
                    <a:pt x="333005" y="992260"/>
                    <a:pt x="331380" y="987812"/>
                  </a:cubicBezTo>
                  <a:cubicBezTo>
                    <a:pt x="331380" y="977804"/>
                    <a:pt x="315299" y="981739"/>
                    <a:pt x="308541" y="974554"/>
                  </a:cubicBezTo>
                  <a:cubicBezTo>
                    <a:pt x="306916" y="972843"/>
                    <a:pt x="301014" y="971816"/>
                    <a:pt x="292973" y="971218"/>
                  </a:cubicBezTo>
                  <a:cubicBezTo>
                    <a:pt x="292973" y="967882"/>
                    <a:pt x="292460" y="951030"/>
                    <a:pt x="292716" y="946326"/>
                  </a:cubicBezTo>
                  <a:cubicBezTo>
                    <a:pt x="292973" y="941792"/>
                    <a:pt x="296822" y="936403"/>
                    <a:pt x="297849" y="929560"/>
                  </a:cubicBezTo>
                  <a:cubicBezTo>
                    <a:pt x="299816" y="925027"/>
                    <a:pt x="301356" y="920065"/>
                    <a:pt x="300757" y="913650"/>
                  </a:cubicBezTo>
                  <a:cubicBezTo>
                    <a:pt x="300586" y="911853"/>
                    <a:pt x="300586" y="909972"/>
                    <a:pt x="300672" y="908004"/>
                  </a:cubicBezTo>
                  <a:cubicBezTo>
                    <a:pt x="303665" y="890383"/>
                    <a:pt x="308199" y="865748"/>
                    <a:pt x="308541" y="855226"/>
                  </a:cubicBezTo>
                  <a:cubicBezTo>
                    <a:pt x="308798" y="847613"/>
                    <a:pt x="308541" y="839573"/>
                    <a:pt x="308627" y="831703"/>
                  </a:cubicBezTo>
                  <a:cubicBezTo>
                    <a:pt x="308883" y="828880"/>
                    <a:pt x="309054" y="826485"/>
                    <a:pt x="309054" y="825031"/>
                  </a:cubicBezTo>
                  <a:lnTo>
                    <a:pt x="309054" y="822208"/>
                  </a:lnTo>
                  <a:cubicBezTo>
                    <a:pt x="309054" y="822208"/>
                    <a:pt x="309311" y="820925"/>
                    <a:pt x="309311" y="820925"/>
                  </a:cubicBezTo>
                  <a:cubicBezTo>
                    <a:pt x="310081" y="815365"/>
                    <a:pt x="312219" y="811687"/>
                    <a:pt x="313930" y="800737"/>
                  </a:cubicBezTo>
                  <a:cubicBezTo>
                    <a:pt x="317181" y="787992"/>
                    <a:pt x="318806" y="775076"/>
                    <a:pt x="319490" y="765666"/>
                  </a:cubicBezTo>
                  <a:lnTo>
                    <a:pt x="319490" y="764554"/>
                  </a:lnTo>
                  <a:cubicBezTo>
                    <a:pt x="321458" y="754119"/>
                    <a:pt x="323339" y="745907"/>
                    <a:pt x="324366" y="745992"/>
                  </a:cubicBezTo>
                  <a:lnTo>
                    <a:pt x="324623" y="746163"/>
                  </a:lnTo>
                  <a:lnTo>
                    <a:pt x="325563" y="747874"/>
                  </a:lnTo>
                  <a:cubicBezTo>
                    <a:pt x="326847" y="752151"/>
                    <a:pt x="327018" y="762843"/>
                    <a:pt x="329498" y="766864"/>
                  </a:cubicBezTo>
                  <a:lnTo>
                    <a:pt x="330610" y="769345"/>
                  </a:lnTo>
                  <a:cubicBezTo>
                    <a:pt x="331722" y="775161"/>
                    <a:pt x="332920" y="781149"/>
                    <a:pt x="333861" y="786196"/>
                  </a:cubicBezTo>
                  <a:cubicBezTo>
                    <a:pt x="334460" y="789275"/>
                    <a:pt x="334973" y="792183"/>
                    <a:pt x="335401" y="795006"/>
                  </a:cubicBezTo>
                  <a:cubicBezTo>
                    <a:pt x="335828" y="798428"/>
                    <a:pt x="336085" y="801679"/>
                    <a:pt x="336170" y="804245"/>
                  </a:cubicBezTo>
                  <a:cubicBezTo>
                    <a:pt x="336427" y="809291"/>
                    <a:pt x="337539" y="814510"/>
                    <a:pt x="338908" y="819898"/>
                  </a:cubicBezTo>
                  <a:cubicBezTo>
                    <a:pt x="339506" y="823491"/>
                    <a:pt x="340191" y="827255"/>
                    <a:pt x="341046" y="831618"/>
                  </a:cubicBezTo>
                  <a:cubicBezTo>
                    <a:pt x="345238" y="851548"/>
                    <a:pt x="353449" y="942391"/>
                    <a:pt x="356614" y="974468"/>
                  </a:cubicBezTo>
                  <a:cubicBezTo>
                    <a:pt x="356957" y="977633"/>
                    <a:pt x="357213" y="981055"/>
                    <a:pt x="357555" y="984733"/>
                  </a:cubicBezTo>
                  <a:cubicBezTo>
                    <a:pt x="358240" y="1001413"/>
                    <a:pt x="359009" y="1018350"/>
                    <a:pt x="360036" y="1033491"/>
                  </a:cubicBezTo>
                  <a:cubicBezTo>
                    <a:pt x="362859" y="1078057"/>
                    <a:pt x="377144" y="1131775"/>
                    <a:pt x="376117" y="1139816"/>
                  </a:cubicBezTo>
                  <a:cubicBezTo>
                    <a:pt x="375690" y="1143067"/>
                    <a:pt x="375262" y="1144863"/>
                    <a:pt x="374834" y="1145804"/>
                  </a:cubicBezTo>
                  <a:cubicBezTo>
                    <a:pt x="372781" y="1146489"/>
                    <a:pt x="370044" y="1147087"/>
                    <a:pt x="367649" y="1150680"/>
                  </a:cubicBezTo>
                  <a:cubicBezTo>
                    <a:pt x="365767" y="1152048"/>
                    <a:pt x="363885" y="1154101"/>
                    <a:pt x="362688" y="1157181"/>
                  </a:cubicBezTo>
                  <a:cubicBezTo>
                    <a:pt x="359009" y="1160432"/>
                    <a:pt x="356957" y="1160517"/>
                    <a:pt x="362688" y="1168985"/>
                  </a:cubicBezTo>
                  <a:cubicBezTo>
                    <a:pt x="365938" y="1179934"/>
                    <a:pt x="375690" y="1194989"/>
                    <a:pt x="380822" y="1204313"/>
                  </a:cubicBezTo>
                  <a:cubicBezTo>
                    <a:pt x="385869" y="1213380"/>
                    <a:pt x="387152" y="1215861"/>
                    <a:pt x="387494" y="1217486"/>
                  </a:cubicBezTo>
                  <a:lnTo>
                    <a:pt x="387494" y="1218769"/>
                  </a:lnTo>
                  <a:cubicBezTo>
                    <a:pt x="387580" y="1220651"/>
                    <a:pt x="387323" y="1233995"/>
                    <a:pt x="387580" y="1234850"/>
                  </a:cubicBezTo>
                  <a:lnTo>
                    <a:pt x="388093" y="1237075"/>
                  </a:lnTo>
                  <a:cubicBezTo>
                    <a:pt x="388093" y="1237075"/>
                    <a:pt x="397160" y="1240667"/>
                    <a:pt x="417347" y="1240667"/>
                  </a:cubicBezTo>
                  <a:cubicBezTo>
                    <a:pt x="437535" y="1240667"/>
                    <a:pt x="447201" y="1240411"/>
                    <a:pt x="451563" y="1239812"/>
                  </a:cubicBezTo>
                  <a:cubicBezTo>
                    <a:pt x="456011" y="1239213"/>
                    <a:pt x="465335" y="1237588"/>
                    <a:pt x="466362" y="1237331"/>
                  </a:cubicBezTo>
                  <a:lnTo>
                    <a:pt x="483213" y="1233738"/>
                  </a:lnTo>
                  <a:lnTo>
                    <a:pt x="482186" y="1228778"/>
                  </a:lnTo>
                  <a:lnTo>
                    <a:pt x="476712" y="1224072"/>
                  </a:lnTo>
                  <a:cubicBezTo>
                    <a:pt x="476712" y="1224072"/>
                    <a:pt x="475001" y="1214492"/>
                    <a:pt x="457636" y="1204142"/>
                  </a:cubicBezTo>
                  <a:lnTo>
                    <a:pt x="455755" y="1203030"/>
                  </a:lnTo>
                  <a:cubicBezTo>
                    <a:pt x="455755" y="1203030"/>
                    <a:pt x="451307" y="1199694"/>
                    <a:pt x="456011" y="1188916"/>
                  </a:cubicBezTo>
                  <a:cubicBezTo>
                    <a:pt x="460630" y="1178138"/>
                    <a:pt x="458577" y="1178395"/>
                    <a:pt x="459861" y="1168985"/>
                  </a:cubicBezTo>
                  <a:cubicBezTo>
                    <a:pt x="461144" y="1159576"/>
                    <a:pt x="465592" y="1158977"/>
                    <a:pt x="463453" y="1149055"/>
                  </a:cubicBezTo>
                  <a:cubicBezTo>
                    <a:pt x="461400" y="1139047"/>
                    <a:pt x="443779" y="1128269"/>
                    <a:pt x="446089" y="1112786"/>
                  </a:cubicBezTo>
                  <a:cubicBezTo>
                    <a:pt x="448398" y="1097303"/>
                    <a:pt x="451050" y="1066252"/>
                    <a:pt x="449425" y="1003124"/>
                  </a:cubicBezTo>
                  <a:cubicBezTo>
                    <a:pt x="447885" y="939996"/>
                    <a:pt x="448655" y="940595"/>
                    <a:pt x="446089" y="921434"/>
                  </a:cubicBezTo>
                  <a:cubicBezTo>
                    <a:pt x="443522" y="902358"/>
                    <a:pt x="445062" y="851377"/>
                    <a:pt x="446602" y="827597"/>
                  </a:cubicBezTo>
                  <a:cubicBezTo>
                    <a:pt x="448142" y="803817"/>
                    <a:pt x="442410" y="755573"/>
                    <a:pt x="443522" y="749243"/>
                  </a:cubicBezTo>
                  <a:cubicBezTo>
                    <a:pt x="444549" y="742827"/>
                    <a:pt x="451307" y="738978"/>
                    <a:pt x="451820" y="706901"/>
                  </a:cubicBezTo>
                  <a:cubicBezTo>
                    <a:pt x="452333" y="674823"/>
                    <a:pt x="450023" y="654893"/>
                    <a:pt x="448484" y="640180"/>
                  </a:cubicBezTo>
                  <a:cubicBezTo>
                    <a:pt x="446944" y="625553"/>
                    <a:pt x="426671" y="567129"/>
                    <a:pt x="426415" y="558746"/>
                  </a:cubicBezTo>
                  <a:lnTo>
                    <a:pt x="428468" y="546429"/>
                  </a:lnTo>
                  <a:cubicBezTo>
                    <a:pt x="429751" y="544119"/>
                    <a:pt x="432146" y="538987"/>
                    <a:pt x="429751" y="536078"/>
                  </a:cubicBezTo>
                  <a:cubicBezTo>
                    <a:pt x="429237" y="531374"/>
                    <a:pt x="427698" y="523675"/>
                    <a:pt x="427184" y="515891"/>
                  </a:cubicBezTo>
                  <a:cubicBezTo>
                    <a:pt x="426671" y="508107"/>
                    <a:pt x="430007" y="506482"/>
                    <a:pt x="429237" y="494848"/>
                  </a:cubicBezTo>
                  <a:cubicBezTo>
                    <a:pt x="428810" y="488005"/>
                    <a:pt x="426671" y="482873"/>
                    <a:pt x="424362" y="478083"/>
                  </a:cubicBezTo>
                  <a:cubicBezTo>
                    <a:pt x="423592" y="474918"/>
                    <a:pt x="422736" y="471753"/>
                    <a:pt x="423506" y="468502"/>
                  </a:cubicBezTo>
                  <a:cubicBezTo>
                    <a:pt x="424533" y="464054"/>
                    <a:pt x="424533" y="455757"/>
                    <a:pt x="424533" y="450795"/>
                  </a:cubicBezTo>
                  <a:cubicBezTo>
                    <a:pt x="424533" y="445834"/>
                    <a:pt x="424019" y="441985"/>
                    <a:pt x="425046" y="436425"/>
                  </a:cubicBezTo>
                  <a:cubicBezTo>
                    <a:pt x="425645" y="433089"/>
                    <a:pt x="425901" y="429325"/>
                    <a:pt x="426243" y="425390"/>
                  </a:cubicBezTo>
                  <a:lnTo>
                    <a:pt x="428125" y="424363"/>
                  </a:lnTo>
                  <a:lnTo>
                    <a:pt x="431119" y="422482"/>
                  </a:lnTo>
                  <a:cubicBezTo>
                    <a:pt x="436081" y="418889"/>
                    <a:pt x="440614" y="413500"/>
                    <a:pt x="445319" y="404946"/>
                  </a:cubicBezTo>
                  <a:cubicBezTo>
                    <a:pt x="452590" y="391602"/>
                    <a:pt x="459347" y="369533"/>
                    <a:pt x="460374" y="346266"/>
                  </a:cubicBezTo>
                  <a:cubicBezTo>
                    <a:pt x="461400" y="322999"/>
                    <a:pt x="465078" y="290323"/>
                    <a:pt x="465592" y="282026"/>
                  </a:cubicBezTo>
                  <a:cubicBezTo>
                    <a:pt x="466105" y="273729"/>
                    <a:pt x="468671" y="267057"/>
                    <a:pt x="468671" y="262694"/>
                  </a:cubicBezTo>
                  <a:cubicBezTo>
                    <a:pt x="468671" y="258332"/>
                    <a:pt x="464565" y="242164"/>
                    <a:pt x="462427" y="240539"/>
                  </a:cubicBezTo>
                  <a:cubicBezTo>
                    <a:pt x="460374" y="238914"/>
                    <a:pt x="450537" y="221121"/>
                    <a:pt x="446345" y="215049"/>
                  </a:cubicBezTo>
                  <a:cubicBezTo>
                    <a:pt x="445746" y="214193"/>
                    <a:pt x="443779" y="212739"/>
                    <a:pt x="440871" y="210857"/>
                  </a:cubicBezTo>
                  <a:cubicBezTo>
                    <a:pt x="439930" y="207949"/>
                    <a:pt x="439331" y="205041"/>
                    <a:pt x="439331" y="205041"/>
                  </a:cubicBezTo>
                  <a:cubicBezTo>
                    <a:pt x="430264" y="198967"/>
                    <a:pt x="428211" y="197855"/>
                    <a:pt x="405885" y="190926"/>
                  </a:cubicBezTo>
                  <a:cubicBezTo>
                    <a:pt x="402720" y="189729"/>
                    <a:pt x="399812" y="188702"/>
                    <a:pt x="397246" y="187761"/>
                  </a:cubicBezTo>
                  <a:cubicBezTo>
                    <a:pt x="386895" y="182714"/>
                    <a:pt x="377400" y="178267"/>
                    <a:pt x="371413" y="175700"/>
                  </a:cubicBezTo>
                  <a:cubicBezTo>
                    <a:pt x="368932" y="173990"/>
                    <a:pt x="367221" y="172621"/>
                    <a:pt x="362089" y="170397"/>
                  </a:cubicBezTo>
                  <a:lnTo>
                    <a:pt x="361490" y="170140"/>
                  </a:lnTo>
                  <a:cubicBezTo>
                    <a:pt x="357897" y="164666"/>
                    <a:pt x="356187" y="154572"/>
                    <a:pt x="356187" y="154572"/>
                  </a:cubicBezTo>
                  <a:cubicBezTo>
                    <a:pt x="355417" y="152605"/>
                    <a:pt x="354390" y="150894"/>
                    <a:pt x="353193" y="149269"/>
                  </a:cubicBezTo>
                  <a:lnTo>
                    <a:pt x="353620" y="149525"/>
                  </a:lnTo>
                  <a:cubicBezTo>
                    <a:pt x="353620" y="149525"/>
                    <a:pt x="356700" y="139774"/>
                    <a:pt x="357641" y="132161"/>
                  </a:cubicBezTo>
                  <a:cubicBezTo>
                    <a:pt x="358838" y="122153"/>
                    <a:pt x="356785" y="113599"/>
                    <a:pt x="360036" y="113256"/>
                  </a:cubicBezTo>
                  <a:cubicBezTo>
                    <a:pt x="365681" y="112743"/>
                    <a:pt x="366024" y="111888"/>
                    <a:pt x="368162" y="106328"/>
                  </a:cubicBezTo>
                  <a:cubicBezTo>
                    <a:pt x="370215" y="100768"/>
                    <a:pt x="370044" y="90503"/>
                    <a:pt x="371156" y="85969"/>
                  </a:cubicBezTo>
                  <a:cubicBezTo>
                    <a:pt x="376716" y="63985"/>
                    <a:pt x="368847" y="78613"/>
                    <a:pt x="368162" y="66466"/>
                  </a:cubicBezTo>
                  <a:cubicBezTo>
                    <a:pt x="368162" y="66466"/>
                    <a:pt x="368162" y="-426"/>
                    <a:pt x="307515" y="2"/>
                  </a:cubicBezTo>
                  <a:cubicBezTo>
                    <a:pt x="274240" y="173"/>
                    <a:pt x="241136" y="32678"/>
                    <a:pt x="248407" y="88022"/>
                  </a:cubicBezTo>
                  <a:cubicBezTo>
                    <a:pt x="248407" y="88022"/>
                    <a:pt x="236517" y="90759"/>
                    <a:pt x="240623" y="99656"/>
                  </a:cubicBezTo>
                  <a:cubicBezTo>
                    <a:pt x="244814" y="108552"/>
                    <a:pt x="249947" y="125146"/>
                    <a:pt x="255164" y="126258"/>
                  </a:cubicBezTo>
                  <a:cubicBezTo>
                    <a:pt x="260382" y="127371"/>
                    <a:pt x="270733" y="125146"/>
                    <a:pt x="270733" y="125146"/>
                  </a:cubicBezTo>
                  <a:cubicBezTo>
                    <a:pt x="270733" y="125146"/>
                    <a:pt x="273812" y="136181"/>
                    <a:pt x="274924" y="145077"/>
                  </a:cubicBezTo>
                  <a:lnTo>
                    <a:pt x="275951" y="153973"/>
                  </a:lnTo>
                  <a:cubicBezTo>
                    <a:pt x="270733" y="158935"/>
                    <a:pt x="268166" y="178865"/>
                    <a:pt x="268166" y="178865"/>
                  </a:cubicBezTo>
                  <a:cubicBezTo>
                    <a:pt x="267653" y="179464"/>
                    <a:pt x="266370" y="180405"/>
                    <a:pt x="264574" y="181688"/>
                  </a:cubicBezTo>
                  <a:cubicBezTo>
                    <a:pt x="260040" y="182800"/>
                    <a:pt x="253197" y="183399"/>
                    <a:pt x="251572" y="184938"/>
                  </a:cubicBezTo>
                  <a:cubicBezTo>
                    <a:pt x="249519" y="186906"/>
                    <a:pt x="248150" y="188531"/>
                    <a:pt x="244814" y="190755"/>
                  </a:cubicBezTo>
                  <a:cubicBezTo>
                    <a:pt x="241393" y="192979"/>
                    <a:pt x="230016" y="195717"/>
                    <a:pt x="225910" y="200165"/>
                  </a:cubicBezTo>
                  <a:cubicBezTo>
                    <a:pt x="221718" y="204612"/>
                    <a:pt x="217099" y="206238"/>
                    <a:pt x="212651" y="209061"/>
                  </a:cubicBezTo>
                  <a:cubicBezTo>
                    <a:pt x="208289" y="211798"/>
                    <a:pt x="192293" y="223774"/>
                    <a:pt x="196570" y="221550"/>
                  </a:cubicBezTo>
                  <a:cubicBezTo>
                    <a:pt x="194004" y="224287"/>
                    <a:pt x="185193" y="232071"/>
                    <a:pt x="182028" y="234295"/>
                  </a:cubicBezTo>
                  <a:cubicBezTo>
                    <a:pt x="178949" y="236519"/>
                    <a:pt x="175271" y="239855"/>
                    <a:pt x="173731" y="244303"/>
                  </a:cubicBezTo>
                  <a:cubicBezTo>
                    <a:pt x="172191" y="248751"/>
                    <a:pt x="166460" y="252600"/>
                    <a:pt x="163381" y="258160"/>
                  </a:cubicBezTo>
                  <a:cubicBezTo>
                    <a:pt x="160301" y="263721"/>
                    <a:pt x="165434" y="276979"/>
                    <a:pt x="165434" y="276979"/>
                  </a:cubicBezTo>
                  <a:cubicBezTo>
                    <a:pt x="157649" y="295285"/>
                    <a:pt x="142081" y="336771"/>
                    <a:pt x="144134" y="389378"/>
                  </a:cubicBezTo>
                  <a:cubicBezTo>
                    <a:pt x="145845" y="432148"/>
                    <a:pt x="154399" y="448571"/>
                    <a:pt x="162268" y="452934"/>
                  </a:cubicBezTo>
                  <a:cubicBezTo>
                    <a:pt x="168941" y="457980"/>
                    <a:pt x="198281" y="458665"/>
                    <a:pt x="200505" y="458751"/>
                  </a:cubicBezTo>
                  <a:lnTo>
                    <a:pt x="200676" y="458751"/>
                  </a:lnTo>
                  <a:cubicBezTo>
                    <a:pt x="201104" y="461402"/>
                    <a:pt x="201617" y="464567"/>
                    <a:pt x="201702" y="469956"/>
                  </a:cubicBezTo>
                  <a:cubicBezTo>
                    <a:pt x="201702" y="474319"/>
                    <a:pt x="201873" y="483728"/>
                    <a:pt x="201959" y="494506"/>
                  </a:cubicBezTo>
                  <a:cubicBezTo>
                    <a:pt x="201104" y="518029"/>
                    <a:pt x="199991" y="545402"/>
                    <a:pt x="203755" y="552758"/>
                  </a:cubicBezTo>
                  <a:cubicBezTo>
                    <a:pt x="205551" y="556351"/>
                    <a:pt x="208032" y="558746"/>
                    <a:pt x="210941" y="560372"/>
                  </a:cubicBezTo>
                  <a:cubicBezTo>
                    <a:pt x="210256" y="561569"/>
                    <a:pt x="203413" y="572518"/>
                    <a:pt x="198024" y="584323"/>
                  </a:cubicBezTo>
                  <a:cubicBezTo>
                    <a:pt x="192293" y="596811"/>
                    <a:pt x="184509" y="664644"/>
                    <a:pt x="186647" y="711691"/>
                  </a:cubicBezTo>
                  <a:cubicBezTo>
                    <a:pt x="188700" y="758738"/>
                    <a:pt x="195201" y="821866"/>
                    <a:pt x="199051" y="854798"/>
                  </a:cubicBezTo>
                  <a:cubicBezTo>
                    <a:pt x="202900" y="887731"/>
                    <a:pt x="206321" y="907149"/>
                    <a:pt x="207861" y="912367"/>
                  </a:cubicBezTo>
                  <a:cubicBezTo>
                    <a:pt x="209401" y="917585"/>
                    <a:pt x="209657" y="937259"/>
                    <a:pt x="209914" y="940595"/>
                  </a:cubicBezTo>
                  <a:cubicBezTo>
                    <a:pt x="210171" y="943930"/>
                    <a:pt x="215132" y="960525"/>
                    <a:pt x="215132" y="960525"/>
                  </a:cubicBezTo>
                  <a:lnTo>
                    <a:pt x="218639" y="967882"/>
                  </a:lnTo>
                  <a:lnTo>
                    <a:pt x="211454" y="959157"/>
                  </a:lnTo>
                  <a:cubicBezTo>
                    <a:pt x="211454" y="959157"/>
                    <a:pt x="210427" y="928191"/>
                    <a:pt x="192293" y="920921"/>
                  </a:cubicBezTo>
                  <a:cubicBezTo>
                    <a:pt x="174158" y="913735"/>
                    <a:pt x="135751" y="914248"/>
                    <a:pt x="125401" y="924256"/>
                  </a:cubicBezTo>
                  <a:cubicBezTo>
                    <a:pt x="115051" y="934179"/>
                    <a:pt x="121209" y="956334"/>
                    <a:pt x="121723" y="958558"/>
                  </a:cubicBezTo>
                  <a:cubicBezTo>
                    <a:pt x="122236" y="960782"/>
                    <a:pt x="116077" y="971902"/>
                    <a:pt x="116077" y="971902"/>
                  </a:cubicBezTo>
                  <a:lnTo>
                    <a:pt x="61589" y="970790"/>
                  </a:lnTo>
                  <a:lnTo>
                    <a:pt x="61589" y="970790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D98E76D9-F997-C2BB-5694-043B2A811F4F}"/>
                </a:ext>
              </a:extLst>
            </p:cNvPr>
            <p:cNvSpPr/>
            <p:nvPr/>
          </p:nvSpPr>
          <p:spPr>
            <a:xfrm>
              <a:off x="-5150103" y="4242956"/>
              <a:ext cx="483414" cy="1256417"/>
            </a:xfrm>
            <a:custGeom>
              <a:avLst/>
              <a:gdLst>
                <a:gd name="connsiteX0" fmla="*/ 220047 w 483414"/>
                <a:gd name="connsiteY0" fmla="*/ 379030 h 1256417"/>
                <a:gd name="connsiteX1" fmla="*/ 227318 w 483414"/>
                <a:gd name="connsiteY1" fmla="*/ 346782 h 1256417"/>
                <a:gd name="connsiteX2" fmla="*/ 227831 w 483414"/>
                <a:gd name="connsiteY2" fmla="*/ 344985 h 1256417"/>
                <a:gd name="connsiteX3" fmla="*/ 219962 w 483414"/>
                <a:gd name="connsiteY3" fmla="*/ 379030 h 1256417"/>
                <a:gd name="connsiteX4" fmla="*/ 219962 w 483414"/>
                <a:gd name="connsiteY4" fmla="*/ 379030 h 1256417"/>
                <a:gd name="connsiteX5" fmla="*/ 204393 w 483414"/>
                <a:gd name="connsiteY5" fmla="*/ 462944 h 1256417"/>
                <a:gd name="connsiteX6" fmla="*/ 204393 w 483414"/>
                <a:gd name="connsiteY6" fmla="*/ 461832 h 1256417"/>
                <a:gd name="connsiteX7" fmla="*/ 204393 w 483414"/>
                <a:gd name="connsiteY7" fmla="*/ 462944 h 1256417"/>
                <a:gd name="connsiteX8" fmla="*/ 204393 w 483414"/>
                <a:gd name="connsiteY8" fmla="*/ 462944 h 1256417"/>
                <a:gd name="connsiteX9" fmla="*/ 216882 w 483414"/>
                <a:gd name="connsiteY9" fmla="*/ 205042 h 1256417"/>
                <a:gd name="connsiteX10" fmla="*/ 182837 w 483414"/>
                <a:gd name="connsiteY10" fmla="*/ 191014 h 1256417"/>
                <a:gd name="connsiteX11" fmla="*/ 162992 w 483414"/>
                <a:gd name="connsiteY11" fmla="*/ 183829 h 1256417"/>
                <a:gd name="connsiteX12" fmla="*/ 124756 w 483414"/>
                <a:gd name="connsiteY12" fmla="*/ 162872 h 1256417"/>
                <a:gd name="connsiteX13" fmla="*/ 120479 w 483414"/>
                <a:gd name="connsiteY13" fmla="*/ 163642 h 1256417"/>
                <a:gd name="connsiteX14" fmla="*/ 91481 w 483414"/>
                <a:gd name="connsiteY14" fmla="*/ 149869 h 1256417"/>
                <a:gd name="connsiteX15" fmla="*/ 62141 w 483414"/>
                <a:gd name="connsiteY15" fmla="*/ 136611 h 1256417"/>
                <a:gd name="connsiteX16" fmla="*/ 49995 w 483414"/>
                <a:gd name="connsiteY16" fmla="*/ 130281 h 1256417"/>
                <a:gd name="connsiteX17" fmla="*/ 41526 w 483414"/>
                <a:gd name="connsiteY17" fmla="*/ 128656 h 1256417"/>
                <a:gd name="connsiteX18" fmla="*/ 22879 w 483414"/>
                <a:gd name="connsiteY18" fmla="*/ 128143 h 1256417"/>
                <a:gd name="connsiteX19" fmla="*/ 8936 w 483414"/>
                <a:gd name="connsiteY19" fmla="*/ 128399 h 1256417"/>
                <a:gd name="connsiteX20" fmla="*/ 210 w 483414"/>
                <a:gd name="connsiteY20" fmla="*/ 127886 h 1256417"/>
                <a:gd name="connsiteX21" fmla="*/ 1665 w 483414"/>
                <a:gd name="connsiteY21" fmla="*/ 132163 h 1256417"/>
                <a:gd name="connsiteX22" fmla="*/ 13127 w 483414"/>
                <a:gd name="connsiteY22" fmla="*/ 134814 h 1256417"/>
                <a:gd name="connsiteX23" fmla="*/ 25017 w 483414"/>
                <a:gd name="connsiteY23" fmla="*/ 139348 h 1256417"/>
                <a:gd name="connsiteX24" fmla="*/ 31005 w 483414"/>
                <a:gd name="connsiteY24" fmla="*/ 145165 h 1256417"/>
                <a:gd name="connsiteX25" fmla="*/ 25274 w 483414"/>
                <a:gd name="connsiteY25" fmla="*/ 153890 h 1256417"/>
                <a:gd name="connsiteX26" fmla="*/ 22536 w 483414"/>
                <a:gd name="connsiteY26" fmla="*/ 161075 h 1256417"/>
                <a:gd name="connsiteX27" fmla="*/ 16805 w 483414"/>
                <a:gd name="connsiteY27" fmla="*/ 170399 h 1256417"/>
                <a:gd name="connsiteX28" fmla="*/ 21510 w 483414"/>
                <a:gd name="connsiteY28" fmla="*/ 174932 h 1256417"/>
                <a:gd name="connsiteX29" fmla="*/ 30492 w 483414"/>
                <a:gd name="connsiteY29" fmla="*/ 171511 h 1256417"/>
                <a:gd name="connsiteX30" fmla="*/ 35196 w 483414"/>
                <a:gd name="connsiteY30" fmla="*/ 177071 h 1256417"/>
                <a:gd name="connsiteX31" fmla="*/ 40927 w 483414"/>
                <a:gd name="connsiteY31" fmla="*/ 179979 h 1256417"/>
                <a:gd name="connsiteX32" fmla="*/ 45375 w 483414"/>
                <a:gd name="connsiteY32" fmla="*/ 174932 h 1256417"/>
                <a:gd name="connsiteX33" fmla="*/ 52304 w 483414"/>
                <a:gd name="connsiteY33" fmla="*/ 181263 h 1256417"/>
                <a:gd name="connsiteX34" fmla="*/ 60516 w 483414"/>
                <a:gd name="connsiteY34" fmla="*/ 176473 h 1256417"/>
                <a:gd name="connsiteX35" fmla="*/ 65990 w 483414"/>
                <a:gd name="connsiteY35" fmla="*/ 173564 h 1256417"/>
                <a:gd name="connsiteX36" fmla="*/ 74715 w 483414"/>
                <a:gd name="connsiteY36" fmla="*/ 175702 h 1256417"/>
                <a:gd name="connsiteX37" fmla="*/ 89086 w 483414"/>
                <a:gd name="connsiteY37" fmla="*/ 177584 h 1256417"/>
                <a:gd name="connsiteX38" fmla="*/ 96528 w 483414"/>
                <a:gd name="connsiteY38" fmla="*/ 182374 h 1256417"/>
                <a:gd name="connsiteX39" fmla="*/ 102772 w 483414"/>
                <a:gd name="connsiteY39" fmla="*/ 191099 h 1256417"/>
                <a:gd name="connsiteX40" fmla="*/ 102259 w 483414"/>
                <a:gd name="connsiteY40" fmla="*/ 196489 h 1256417"/>
                <a:gd name="connsiteX41" fmla="*/ 154096 w 483414"/>
                <a:gd name="connsiteY41" fmla="*/ 238146 h 1256417"/>
                <a:gd name="connsiteX42" fmla="*/ 170947 w 483414"/>
                <a:gd name="connsiteY42" fmla="*/ 258505 h 1256417"/>
                <a:gd name="connsiteX43" fmla="*/ 229884 w 483414"/>
                <a:gd name="connsiteY43" fmla="*/ 305295 h 1256417"/>
                <a:gd name="connsiteX44" fmla="*/ 222271 w 483414"/>
                <a:gd name="connsiteY44" fmla="*/ 340965 h 1256417"/>
                <a:gd name="connsiteX45" fmla="*/ 203281 w 483414"/>
                <a:gd name="connsiteY45" fmla="*/ 424109 h 1256417"/>
                <a:gd name="connsiteX46" fmla="*/ 186516 w 483414"/>
                <a:gd name="connsiteY46" fmla="*/ 501266 h 1256417"/>
                <a:gd name="connsiteX47" fmla="*/ 183522 w 483414"/>
                <a:gd name="connsiteY47" fmla="*/ 511188 h 1256417"/>
                <a:gd name="connsiteX48" fmla="*/ 189852 w 483414"/>
                <a:gd name="connsiteY48" fmla="*/ 507254 h 1256417"/>
                <a:gd name="connsiteX49" fmla="*/ 201742 w 483414"/>
                <a:gd name="connsiteY49" fmla="*/ 475005 h 1256417"/>
                <a:gd name="connsiteX50" fmla="*/ 202426 w 483414"/>
                <a:gd name="connsiteY50" fmla="*/ 471840 h 1256417"/>
                <a:gd name="connsiteX51" fmla="*/ 203196 w 483414"/>
                <a:gd name="connsiteY51" fmla="*/ 474578 h 1256417"/>
                <a:gd name="connsiteX52" fmla="*/ 197721 w 483414"/>
                <a:gd name="connsiteY52" fmla="*/ 490745 h 1256417"/>
                <a:gd name="connsiteX53" fmla="*/ 189082 w 483414"/>
                <a:gd name="connsiteY53" fmla="*/ 516749 h 1256417"/>
                <a:gd name="connsiteX54" fmla="*/ 188055 w 483414"/>
                <a:gd name="connsiteY54" fmla="*/ 556011 h 1256417"/>
                <a:gd name="connsiteX55" fmla="*/ 202426 w 483414"/>
                <a:gd name="connsiteY55" fmla="*/ 563710 h 1256417"/>
                <a:gd name="connsiteX56" fmla="*/ 208841 w 483414"/>
                <a:gd name="connsiteY56" fmla="*/ 570638 h 1256417"/>
                <a:gd name="connsiteX57" fmla="*/ 203367 w 483414"/>
                <a:gd name="connsiteY57" fmla="*/ 582357 h 1256417"/>
                <a:gd name="connsiteX58" fmla="*/ 204393 w 483414"/>
                <a:gd name="connsiteY58" fmla="*/ 606223 h 1256417"/>
                <a:gd name="connsiteX59" fmla="*/ 208328 w 483414"/>
                <a:gd name="connsiteY59" fmla="*/ 631714 h 1256417"/>
                <a:gd name="connsiteX60" fmla="*/ 212776 w 483414"/>
                <a:gd name="connsiteY60" fmla="*/ 758996 h 1256417"/>
                <a:gd name="connsiteX61" fmla="*/ 257941 w 483414"/>
                <a:gd name="connsiteY61" fmla="*/ 981741 h 1256417"/>
                <a:gd name="connsiteX62" fmla="*/ 277786 w 483414"/>
                <a:gd name="connsiteY62" fmla="*/ 1082507 h 1256417"/>
                <a:gd name="connsiteX63" fmla="*/ 289163 w 483414"/>
                <a:gd name="connsiteY63" fmla="*/ 1150939 h 1256417"/>
                <a:gd name="connsiteX64" fmla="*/ 310035 w 483414"/>
                <a:gd name="connsiteY64" fmla="*/ 1170527 h 1256417"/>
                <a:gd name="connsiteX65" fmla="*/ 295664 w 483414"/>
                <a:gd name="connsiteY65" fmla="*/ 1181647 h 1256417"/>
                <a:gd name="connsiteX66" fmla="*/ 284202 w 483414"/>
                <a:gd name="connsiteY66" fmla="*/ 1200723 h 1256417"/>
                <a:gd name="connsiteX67" fmla="*/ 285228 w 483414"/>
                <a:gd name="connsiteY67" fmla="*/ 1207053 h 1256417"/>
                <a:gd name="connsiteX68" fmla="*/ 217738 w 483414"/>
                <a:gd name="connsiteY68" fmla="*/ 1230918 h 1256417"/>
                <a:gd name="connsiteX69" fmla="*/ 198833 w 483414"/>
                <a:gd name="connsiteY69" fmla="*/ 1231431 h 1256417"/>
                <a:gd name="connsiteX70" fmla="*/ 191391 w 483414"/>
                <a:gd name="connsiteY70" fmla="*/ 1247855 h 1256417"/>
                <a:gd name="connsiteX71" fmla="*/ 234076 w 483414"/>
                <a:gd name="connsiteY71" fmla="*/ 1256323 h 1256417"/>
                <a:gd name="connsiteX72" fmla="*/ 344849 w 483414"/>
                <a:gd name="connsiteY72" fmla="*/ 1248368 h 1256417"/>
                <a:gd name="connsiteX73" fmla="*/ 346817 w 483414"/>
                <a:gd name="connsiteY73" fmla="*/ 1255297 h 1256417"/>
                <a:gd name="connsiteX74" fmla="*/ 421322 w 483414"/>
                <a:gd name="connsiteY74" fmla="*/ 1253158 h 1256417"/>
                <a:gd name="connsiteX75" fmla="*/ 477436 w 483414"/>
                <a:gd name="connsiteY75" fmla="*/ 1248368 h 1256417"/>
                <a:gd name="connsiteX76" fmla="*/ 482910 w 483414"/>
                <a:gd name="connsiteY76" fmla="*/ 1227154 h 1256417"/>
                <a:gd name="connsiteX77" fmla="*/ 474442 w 483414"/>
                <a:gd name="connsiteY77" fmla="*/ 1201150 h 1256417"/>
                <a:gd name="connsiteX78" fmla="*/ 468026 w 483414"/>
                <a:gd name="connsiteY78" fmla="*/ 1174633 h 1256417"/>
                <a:gd name="connsiteX79" fmla="*/ 465032 w 483414"/>
                <a:gd name="connsiteY79" fmla="*/ 1165052 h 1256417"/>
                <a:gd name="connsiteX80" fmla="*/ 441167 w 483414"/>
                <a:gd name="connsiteY80" fmla="*/ 956079 h 1256417"/>
                <a:gd name="connsiteX81" fmla="*/ 413880 w 483414"/>
                <a:gd name="connsiteY81" fmla="*/ 886621 h 1256417"/>
                <a:gd name="connsiteX82" fmla="*/ 407379 w 483414"/>
                <a:gd name="connsiteY82" fmla="*/ 862243 h 1256417"/>
                <a:gd name="connsiteX83" fmla="*/ 397456 w 483414"/>
                <a:gd name="connsiteY83" fmla="*/ 824605 h 1256417"/>
                <a:gd name="connsiteX84" fmla="*/ 401391 w 483414"/>
                <a:gd name="connsiteY84" fmla="*/ 804418 h 1256417"/>
                <a:gd name="connsiteX85" fmla="*/ 395403 w 483414"/>
                <a:gd name="connsiteY85" fmla="*/ 793298 h 1256417"/>
                <a:gd name="connsiteX86" fmla="*/ 397371 w 483414"/>
                <a:gd name="connsiteY86" fmla="*/ 776874 h 1256417"/>
                <a:gd name="connsiteX87" fmla="*/ 391896 w 483414"/>
                <a:gd name="connsiteY87" fmla="*/ 763615 h 1256417"/>
                <a:gd name="connsiteX88" fmla="*/ 386422 w 483414"/>
                <a:gd name="connsiteY88" fmla="*/ 722215 h 1256417"/>
                <a:gd name="connsiteX89" fmla="*/ 388389 w 483414"/>
                <a:gd name="connsiteY89" fmla="*/ 713233 h 1256417"/>
                <a:gd name="connsiteX90" fmla="*/ 388902 w 483414"/>
                <a:gd name="connsiteY90" fmla="*/ 704251 h 1256417"/>
                <a:gd name="connsiteX91" fmla="*/ 388902 w 483414"/>
                <a:gd name="connsiteY91" fmla="*/ 688854 h 1256417"/>
                <a:gd name="connsiteX92" fmla="*/ 411228 w 483414"/>
                <a:gd name="connsiteY92" fmla="*/ 603486 h 1256417"/>
                <a:gd name="connsiteX93" fmla="*/ 394804 w 483414"/>
                <a:gd name="connsiteY93" fmla="*/ 564736 h 1256417"/>
                <a:gd name="connsiteX94" fmla="*/ 392837 w 483414"/>
                <a:gd name="connsiteY94" fmla="*/ 556268 h 1256417"/>
                <a:gd name="connsiteX95" fmla="*/ 399766 w 483414"/>
                <a:gd name="connsiteY95" fmla="*/ 555755 h 1256417"/>
                <a:gd name="connsiteX96" fmla="*/ 407721 w 483414"/>
                <a:gd name="connsiteY96" fmla="*/ 482019 h 1256417"/>
                <a:gd name="connsiteX97" fmla="*/ 421664 w 483414"/>
                <a:gd name="connsiteY97" fmla="*/ 437197 h 1256417"/>
                <a:gd name="connsiteX98" fmla="*/ 414992 w 483414"/>
                <a:gd name="connsiteY98" fmla="*/ 271421 h 1256417"/>
                <a:gd name="connsiteX99" fmla="*/ 389415 w 483414"/>
                <a:gd name="connsiteY99" fmla="*/ 216590 h 1256417"/>
                <a:gd name="connsiteX100" fmla="*/ 353916 w 483414"/>
                <a:gd name="connsiteY100" fmla="*/ 171084 h 1256417"/>
                <a:gd name="connsiteX101" fmla="*/ 353916 w 483414"/>
                <a:gd name="connsiteY101" fmla="*/ 166721 h 1256417"/>
                <a:gd name="connsiteX102" fmla="*/ 354173 w 483414"/>
                <a:gd name="connsiteY102" fmla="*/ 165096 h 1256417"/>
                <a:gd name="connsiteX103" fmla="*/ 343481 w 483414"/>
                <a:gd name="connsiteY103" fmla="*/ 148158 h 1256417"/>
                <a:gd name="connsiteX104" fmla="*/ 342540 w 483414"/>
                <a:gd name="connsiteY104" fmla="*/ 148587 h 1256417"/>
                <a:gd name="connsiteX105" fmla="*/ 341855 w 483414"/>
                <a:gd name="connsiteY105" fmla="*/ 141743 h 1256417"/>
                <a:gd name="connsiteX106" fmla="*/ 345961 w 483414"/>
                <a:gd name="connsiteY106" fmla="*/ 139177 h 1256417"/>
                <a:gd name="connsiteX107" fmla="*/ 346303 w 483414"/>
                <a:gd name="connsiteY107" fmla="*/ 128228 h 1256417"/>
                <a:gd name="connsiteX108" fmla="*/ 358022 w 483414"/>
                <a:gd name="connsiteY108" fmla="*/ 97434 h 1256417"/>
                <a:gd name="connsiteX109" fmla="*/ 365892 w 483414"/>
                <a:gd name="connsiteY109" fmla="*/ 78530 h 1256417"/>
                <a:gd name="connsiteX110" fmla="*/ 361016 w 483414"/>
                <a:gd name="connsiteY110" fmla="*/ 37727 h 1256417"/>
                <a:gd name="connsiteX111" fmla="*/ 327314 w 483414"/>
                <a:gd name="connsiteY111" fmla="*/ 12750 h 1256417"/>
                <a:gd name="connsiteX112" fmla="*/ 329794 w 483414"/>
                <a:gd name="connsiteY112" fmla="*/ 9328 h 1256417"/>
                <a:gd name="connsiteX113" fmla="*/ 324063 w 483414"/>
                <a:gd name="connsiteY113" fmla="*/ 11723 h 1256417"/>
                <a:gd name="connsiteX114" fmla="*/ 322352 w 483414"/>
                <a:gd name="connsiteY114" fmla="*/ 4795 h 1256417"/>
                <a:gd name="connsiteX115" fmla="*/ 321069 w 483414"/>
                <a:gd name="connsiteY115" fmla="*/ 10868 h 1256417"/>
                <a:gd name="connsiteX116" fmla="*/ 294980 w 483414"/>
                <a:gd name="connsiteY116" fmla="*/ 4 h 1256417"/>
                <a:gd name="connsiteX117" fmla="*/ 260507 w 483414"/>
                <a:gd name="connsiteY117" fmla="*/ 6848 h 1256417"/>
                <a:gd name="connsiteX118" fmla="*/ 238181 w 483414"/>
                <a:gd name="connsiteY118" fmla="*/ 22758 h 1256417"/>
                <a:gd name="connsiteX119" fmla="*/ 228002 w 483414"/>
                <a:gd name="connsiteY119" fmla="*/ 29943 h 1256417"/>
                <a:gd name="connsiteX120" fmla="*/ 227746 w 483414"/>
                <a:gd name="connsiteY120" fmla="*/ 26778 h 1256417"/>
                <a:gd name="connsiteX121" fmla="*/ 234247 w 483414"/>
                <a:gd name="connsiteY121" fmla="*/ 35503 h 1256417"/>
                <a:gd name="connsiteX122" fmla="*/ 224581 w 483414"/>
                <a:gd name="connsiteY122" fmla="*/ 52183 h 1256417"/>
                <a:gd name="connsiteX123" fmla="*/ 216369 w 483414"/>
                <a:gd name="connsiteY123" fmla="*/ 76049 h 1256417"/>
                <a:gd name="connsiteX124" fmla="*/ 211921 w 483414"/>
                <a:gd name="connsiteY124" fmla="*/ 88795 h 1256417"/>
                <a:gd name="connsiteX125" fmla="*/ 217139 w 483414"/>
                <a:gd name="connsiteY125" fmla="*/ 98375 h 1256417"/>
                <a:gd name="connsiteX126" fmla="*/ 215685 w 483414"/>
                <a:gd name="connsiteY126" fmla="*/ 109324 h 1256417"/>
                <a:gd name="connsiteX127" fmla="*/ 205078 w 483414"/>
                <a:gd name="connsiteY127" fmla="*/ 125063 h 1256417"/>
                <a:gd name="connsiteX128" fmla="*/ 205078 w 483414"/>
                <a:gd name="connsiteY128" fmla="*/ 129426 h 1256417"/>
                <a:gd name="connsiteX129" fmla="*/ 215342 w 483414"/>
                <a:gd name="connsiteY129" fmla="*/ 131393 h 1256417"/>
                <a:gd name="connsiteX130" fmla="*/ 215856 w 483414"/>
                <a:gd name="connsiteY130" fmla="*/ 137980 h 1256417"/>
                <a:gd name="connsiteX131" fmla="*/ 214915 w 483414"/>
                <a:gd name="connsiteY131" fmla="*/ 142599 h 1256417"/>
                <a:gd name="connsiteX132" fmla="*/ 219021 w 483414"/>
                <a:gd name="connsiteY132" fmla="*/ 144994 h 1256417"/>
                <a:gd name="connsiteX133" fmla="*/ 220304 w 483414"/>
                <a:gd name="connsiteY133" fmla="*/ 151153 h 1256417"/>
                <a:gd name="connsiteX134" fmla="*/ 217909 w 483414"/>
                <a:gd name="connsiteY134" fmla="*/ 156542 h 1256417"/>
                <a:gd name="connsiteX135" fmla="*/ 222186 w 483414"/>
                <a:gd name="connsiteY135" fmla="*/ 161674 h 1256417"/>
                <a:gd name="connsiteX136" fmla="*/ 221245 w 483414"/>
                <a:gd name="connsiteY136" fmla="*/ 170399 h 1256417"/>
                <a:gd name="connsiteX137" fmla="*/ 228173 w 483414"/>
                <a:gd name="connsiteY137" fmla="*/ 183144 h 1256417"/>
                <a:gd name="connsiteX138" fmla="*/ 250670 w 483414"/>
                <a:gd name="connsiteY138" fmla="*/ 184770 h 1256417"/>
                <a:gd name="connsiteX139" fmla="*/ 267607 w 483414"/>
                <a:gd name="connsiteY139" fmla="*/ 200851 h 1256417"/>
                <a:gd name="connsiteX140" fmla="*/ 267607 w 483414"/>
                <a:gd name="connsiteY140" fmla="*/ 201022 h 1256417"/>
                <a:gd name="connsiteX141" fmla="*/ 259566 w 483414"/>
                <a:gd name="connsiteY141" fmla="*/ 223006 h 1256417"/>
                <a:gd name="connsiteX142" fmla="*/ 216369 w 483414"/>
                <a:gd name="connsiteY142" fmla="*/ 205214 h 1256417"/>
                <a:gd name="connsiteX143" fmla="*/ 216369 w 483414"/>
                <a:gd name="connsiteY143" fmla="*/ 205214 h 1256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</a:cxnLst>
              <a:rect l="l" t="t" r="r" b="b"/>
              <a:pathLst>
                <a:path w="483414" h="1256417">
                  <a:moveTo>
                    <a:pt x="220047" y="379030"/>
                  </a:moveTo>
                  <a:cubicBezTo>
                    <a:pt x="221672" y="366712"/>
                    <a:pt x="225179" y="354138"/>
                    <a:pt x="227318" y="346782"/>
                  </a:cubicBezTo>
                  <a:lnTo>
                    <a:pt x="227831" y="344985"/>
                  </a:lnTo>
                  <a:cubicBezTo>
                    <a:pt x="225693" y="354737"/>
                    <a:pt x="222955" y="366712"/>
                    <a:pt x="219962" y="379030"/>
                  </a:cubicBezTo>
                  <a:lnTo>
                    <a:pt x="219962" y="379030"/>
                  </a:lnTo>
                  <a:close/>
                  <a:moveTo>
                    <a:pt x="204393" y="462944"/>
                  </a:moveTo>
                  <a:lnTo>
                    <a:pt x="204393" y="461832"/>
                  </a:lnTo>
                  <a:cubicBezTo>
                    <a:pt x="204393" y="461832"/>
                    <a:pt x="204393" y="462944"/>
                    <a:pt x="204393" y="462944"/>
                  </a:cubicBezTo>
                  <a:lnTo>
                    <a:pt x="204393" y="462944"/>
                  </a:lnTo>
                  <a:close/>
                  <a:moveTo>
                    <a:pt x="216882" y="205042"/>
                  </a:moveTo>
                  <a:cubicBezTo>
                    <a:pt x="198235" y="191271"/>
                    <a:pt x="194556" y="188875"/>
                    <a:pt x="182837" y="191014"/>
                  </a:cubicBezTo>
                  <a:cubicBezTo>
                    <a:pt x="171118" y="193152"/>
                    <a:pt x="170947" y="188106"/>
                    <a:pt x="162992" y="183829"/>
                  </a:cubicBezTo>
                  <a:cubicBezTo>
                    <a:pt x="155037" y="179552"/>
                    <a:pt x="130658" y="164753"/>
                    <a:pt x="124756" y="162872"/>
                  </a:cubicBezTo>
                  <a:cubicBezTo>
                    <a:pt x="123387" y="162444"/>
                    <a:pt x="121933" y="162872"/>
                    <a:pt x="120479" y="163642"/>
                  </a:cubicBezTo>
                  <a:cubicBezTo>
                    <a:pt x="114235" y="160647"/>
                    <a:pt x="96956" y="152521"/>
                    <a:pt x="91481" y="149869"/>
                  </a:cubicBezTo>
                  <a:cubicBezTo>
                    <a:pt x="84809" y="146704"/>
                    <a:pt x="69840" y="140631"/>
                    <a:pt x="62141" y="136611"/>
                  </a:cubicBezTo>
                  <a:cubicBezTo>
                    <a:pt x="54442" y="132591"/>
                    <a:pt x="52988" y="132591"/>
                    <a:pt x="49995" y="130281"/>
                  </a:cubicBezTo>
                  <a:cubicBezTo>
                    <a:pt x="47001" y="127886"/>
                    <a:pt x="45546" y="128143"/>
                    <a:pt x="41526" y="128656"/>
                  </a:cubicBezTo>
                  <a:cubicBezTo>
                    <a:pt x="41526" y="128656"/>
                    <a:pt x="26642" y="128399"/>
                    <a:pt x="22879" y="128143"/>
                  </a:cubicBezTo>
                  <a:cubicBezTo>
                    <a:pt x="19200" y="127886"/>
                    <a:pt x="11929" y="128656"/>
                    <a:pt x="8936" y="128399"/>
                  </a:cubicBezTo>
                  <a:cubicBezTo>
                    <a:pt x="5942" y="128143"/>
                    <a:pt x="1494" y="127030"/>
                    <a:pt x="210" y="127886"/>
                  </a:cubicBezTo>
                  <a:cubicBezTo>
                    <a:pt x="210" y="127886"/>
                    <a:pt x="-816" y="131051"/>
                    <a:pt x="1665" y="132163"/>
                  </a:cubicBezTo>
                  <a:cubicBezTo>
                    <a:pt x="4145" y="133189"/>
                    <a:pt x="9876" y="134301"/>
                    <a:pt x="13127" y="134814"/>
                  </a:cubicBezTo>
                  <a:cubicBezTo>
                    <a:pt x="16377" y="135328"/>
                    <a:pt x="22536" y="138749"/>
                    <a:pt x="25017" y="139348"/>
                  </a:cubicBezTo>
                  <a:cubicBezTo>
                    <a:pt x="27498" y="139861"/>
                    <a:pt x="31261" y="143026"/>
                    <a:pt x="31005" y="145165"/>
                  </a:cubicBezTo>
                  <a:cubicBezTo>
                    <a:pt x="30748" y="147303"/>
                    <a:pt x="26984" y="151324"/>
                    <a:pt x="25274" y="153890"/>
                  </a:cubicBezTo>
                  <a:cubicBezTo>
                    <a:pt x="23563" y="156542"/>
                    <a:pt x="22536" y="159193"/>
                    <a:pt x="22536" y="161075"/>
                  </a:cubicBezTo>
                  <a:cubicBezTo>
                    <a:pt x="22536" y="162957"/>
                    <a:pt x="15864" y="168261"/>
                    <a:pt x="16805" y="170399"/>
                  </a:cubicBezTo>
                  <a:cubicBezTo>
                    <a:pt x="17832" y="172538"/>
                    <a:pt x="18773" y="175702"/>
                    <a:pt x="21510" y="174932"/>
                  </a:cubicBezTo>
                  <a:cubicBezTo>
                    <a:pt x="24247" y="174163"/>
                    <a:pt x="28695" y="170998"/>
                    <a:pt x="30492" y="171511"/>
                  </a:cubicBezTo>
                  <a:cubicBezTo>
                    <a:pt x="32202" y="172024"/>
                    <a:pt x="33143" y="175275"/>
                    <a:pt x="35196" y="177071"/>
                  </a:cubicBezTo>
                  <a:cubicBezTo>
                    <a:pt x="37164" y="178953"/>
                    <a:pt x="37506" y="180750"/>
                    <a:pt x="40927" y="179979"/>
                  </a:cubicBezTo>
                  <a:cubicBezTo>
                    <a:pt x="43322" y="179466"/>
                    <a:pt x="44178" y="174932"/>
                    <a:pt x="45375" y="174932"/>
                  </a:cubicBezTo>
                  <a:cubicBezTo>
                    <a:pt x="46573" y="174932"/>
                    <a:pt x="50593" y="181605"/>
                    <a:pt x="52304" y="181263"/>
                  </a:cubicBezTo>
                  <a:cubicBezTo>
                    <a:pt x="54015" y="181006"/>
                    <a:pt x="56495" y="181519"/>
                    <a:pt x="60516" y="176473"/>
                  </a:cubicBezTo>
                  <a:cubicBezTo>
                    <a:pt x="60516" y="176473"/>
                    <a:pt x="61542" y="173564"/>
                    <a:pt x="65990" y="173564"/>
                  </a:cubicBezTo>
                  <a:cubicBezTo>
                    <a:pt x="70438" y="173564"/>
                    <a:pt x="71208" y="174334"/>
                    <a:pt x="74715" y="175702"/>
                  </a:cubicBezTo>
                  <a:cubicBezTo>
                    <a:pt x="78222" y="177071"/>
                    <a:pt x="85151" y="178097"/>
                    <a:pt x="89086" y="177584"/>
                  </a:cubicBezTo>
                  <a:cubicBezTo>
                    <a:pt x="93021" y="177071"/>
                    <a:pt x="95330" y="181861"/>
                    <a:pt x="96528" y="182374"/>
                  </a:cubicBezTo>
                  <a:cubicBezTo>
                    <a:pt x="97469" y="182802"/>
                    <a:pt x="101233" y="188619"/>
                    <a:pt x="102772" y="191099"/>
                  </a:cubicBezTo>
                  <a:cubicBezTo>
                    <a:pt x="102259" y="193067"/>
                    <a:pt x="102088" y="194949"/>
                    <a:pt x="102259" y="196489"/>
                  </a:cubicBezTo>
                  <a:cubicBezTo>
                    <a:pt x="102259" y="196489"/>
                    <a:pt x="130658" y="213938"/>
                    <a:pt x="154096" y="238146"/>
                  </a:cubicBezTo>
                  <a:cubicBezTo>
                    <a:pt x="162907" y="248582"/>
                    <a:pt x="170947" y="258505"/>
                    <a:pt x="170947" y="258505"/>
                  </a:cubicBezTo>
                  <a:cubicBezTo>
                    <a:pt x="188397" y="281942"/>
                    <a:pt x="226805" y="303670"/>
                    <a:pt x="229884" y="305295"/>
                  </a:cubicBezTo>
                  <a:cubicBezTo>
                    <a:pt x="226890" y="317955"/>
                    <a:pt x="223896" y="331385"/>
                    <a:pt x="222271" y="340965"/>
                  </a:cubicBezTo>
                  <a:cubicBezTo>
                    <a:pt x="218935" y="360468"/>
                    <a:pt x="208499" y="403836"/>
                    <a:pt x="203281" y="424109"/>
                  </a:cubicBezTo>
                  <a:cubicBezTo>
                    <a:pt x="198063" y="444382"/>
                    <a:pt x="190964" y="491344"/>
                    <a:pt x="186516" y="501266"/>
                  </a:cubicBezTo>
                  <a:cubicBezTo>
                    <a:pt x="182068" y="511188"/>
                    <a:pt x="182410" y="511188"/>
                    <a:pt x="183522" y="511188"/>
                  </a:cubicBezTo>
                  <a:cubicBezTo>
                    <a:pt x="184634" y="511188"/>
                    <a:pt x="187970" y="510419"/>
                    <a:pt x="189852" y="507254"/>
                  </a:cubicBezTo>
                  <a:cubicBezTo>
                    <a:pt x="191733" y="504089"/>
                    <a:pt x="199945" y="482960"/>
                    <a:pt x="201742" y="475005"/>
                  </a:cubicBezTo>
                  <a:lnTo>
                    <a:pt x="202426" y="471840"/>
                  </a:lnTo>
                  <a:lnTo>
                    <a:pt x="203196" y="474578"/>
                  </a:lnTo>
                  <a:cubicBezTo>
                    <a:pt x="204650" y="479111"/>
                    <a:pt x="203452" y="480907"/>
                    <a:pt x="197721" y="490745"/>
                  </a:cubicBezTo>
                  <a:cubicBezTo>
                    <a:pt x="191990" y="500581"/>
                    <a:pt x="191220" y="506655"/>
                    <a:pt x="189082" y="516749"/>
                  </a:cubicBezTo>
                  <a:cubicBezTo>
                    <a:pt x="186858" y="526842"/>
                    <a:pt x="185318" y="549339"/>
                    <a:pt x="188055" y="556011"/>
                  </a:cubicBezTo>
                  <a:cubicBezTo>
                    <a:pt x="190793" y="562683"/>
                    <a:pt x="193786" y="567645"/>
                    <a:pt x="202426" y="563710"/>
                  </a:cubicBezTo>
                  <a:cubicBezTo>
                    <a:pt x="202426" y="563710"/>
                    <a:pt x="207900" y="569013"/>
                    <a:pt x="208841" y="570638"/>
                  </a:cubicBezTo>
                  <a:cubicBezTo>
                    <a:pt x="209868" y="572264"/>
                    <a:pt x="206874" y="576455"/>
                    <a:pt x="203367" y="582357"/>
                  </a:cubicBezTo>
                  <a:cubicBezTo>
                    <a:pt x="199860" y="588174"/>
                    <a:pt x="204393" y="606223"/>
                    <a:pt x="204393" y="606223"/>
                  </a:cubicBezTo>
                  <a:cubicBezTo>
                    <a:pt x="212862" y="625298"/>
                    <a:pt x="208328" y="631714"/>
                    <a:pt x="208328" y="631714"/>
                  </a:cubicBezTo>
                  <a:cubicBezTo>
                    <a:pt x="201913" y="652927"/>
                    <a:pt x="207302" y="716055"/>
                    <a:pt x="212776" y="758996"/>
                  </a:cubicBezTo>
                  <a:cubicBezTo>
                    <a:pt x="218251" y="801938"/>
                    <a:pt x="249558" y="956336"/>
                    <a:pt x="257941" y="981741"/>
                  </a:cubicBezTo>
                  <a:cubicBezTo>
                    <a:pt x="266409" y="1007232"/>
                    <a:pt x="272825" y="1046409"/>
                    <a:pt x="277786" y="1082507"/>
                  </a:cubicBezTo>
                  <a:cubicBezTo>
                    <a:pt x="282748" y="1118604"/>
                    <a:pt x="282748" y="1142984"/>
                    <a:pt x="289163" y="1150939"/>
                  </a:cubicBezTo>
                  <a:cubicBezTo>
                    <a:pt x="295664" y="1158894"/>
                    <a:pt x="310548" y="1167362"/>
                    <a:pt x="310035" y="1170527"/>
                  </a:cubicBezTo>
                  <a:cubicBezTo>
                    <a:pt x="309521" y="1173692"/>
                    <a:pt x="302593" y="1176344"/>
                    <a:pt x="295664" y="1181647"/>
                  </a:cubicBezTo>
                  <a:cubicBezTo>
                    <a:pt x="288735" y="1186950"/>
                    <a:pt x="284202" y="1200723"/>
                    <a:pt x="284202" y="1200723"/>
                  </a:cubicBezTo>
                  <a:lnTo>
                    <a:pt x="285228" y="1207053"/>
                  </a:lnTo>
                  <a:cubicBezTo>
                    <a:pt x="252467" y="1227240"/>
                    <a:pt x="231595" y="1229891"/>
                    <a:pt x="217738" y="1230918"/>
                  </a:cubicBezTo>
                  <a:cubicBezTo>
                    <a:pt x="203795" y="1231944"/>
                    <a:pt x="198833" y="1231431"/>
                    <a:pt x="198833" y="1231431"/>
                  </a:cubicBezTo>
                  <a:lnTo>
                    <a:pt x="191391" y="1247855"/>
                  </a:lnTo>
                  <a:cubicBezTo>
                    <a:pt x="204308" y="1253158"/>
                    <a:pt x="234076" y="1256323"/>
                    <a:pt x="234076" y="1256323"/>
                  </a:cubicBezTo>
                  <a:cubicBezTo>
                    <a:pt x="281721" y="1257435"/>
                    <a:pt x="344849" y="1248368"/>
                    <a:pt x="344849" y="1248368"/>
                  </a:cubicBezTo>
                  <a:lnTo>
                    <a:pt x="346817" y="1255297"/>
                  </a:lnTo>
                  <a:lnTo>
                    <a:pt x="421322" y="1253158"/>
                  </a:lnTo>
                  <a:cubicBezTo>
                    <a:pt x="421322" y="1253158"/>
                    <a:pt x="476922" y="1251020"/>
                    <a:pt x="477436" y="1248368"/>
                  </a:cubicBezTo>
                  <a:cubicBezTo>
                    <a:pt x="477949" y="1245717"/>
                    <a:pt x="485391" y="1231944"/>
                    <a:pt x="482910" y="1227154"/>
                  </a:cubicBezTo>
                  <a:cubicBezTo>
                    <a:pt x="480429" y="1222364"/>
                    <a:pt x="477436" y="1217574"/>
                    <a:pt x="474442" y="1201150"/>
                  </a:cubicBezTo>
                  <a:cubicBezTo>
                    <a:pt x="471448" y="1184727"/>
                    <a:pt x="472474" y="1178910"/>
                    <a:pt x="468026" y="1174633"/>
                  </a:cubicBezTo>
                  <a:cubicBezTo>
                    <a:pt x="463578" y="1170356"/>
                    <a:pt x="465032" y="1165052"/>
                    <a:pt x="465032" y="1165052"/>
                  </a:cubicBezTo>
                  <a:cubicBezTo>
                    <a:pt x="469994" y="1100898"/>
                    <a:pt x="451602" y="997481"/>
                    <a:pt x="441167" y="956079"/>
                  </a:cubicBezTo>
                  <a:cubicBezTo>
                    <a:pt x="430731" y="914679"/>
                    <a:pt x="419269" y="898255"/>
                    <a:pt x="413880" y="886621"/>
                  </a:cubicBezTo>
                  <a:cubicBezTo>
                    <a:pt x="408405" y="874988"/>
                    <a:pt x="412425" y="870711"/>
                    <a:pt x="407379" y="862243"/>
                  </a:cubicBezTo>
                  <a:cubicBezTo>
                    <a:pt x="402417" y="853774"/>
                    <a:pt x="400963" y="830422"/>
                    <a:pt x="397456" y="824605"/>
                  </a:cubicBezTo>
                  <a:cubicBezTo>
                    <a:pt x="393949" y="818789"/>
                    <a:pt x="401391" y="809208"/>
                    <a:pt x="401391" y="804418"/>
                  </a:cubicBezTo>
                  <a:cubicBezTo>
                    <a:pt x="401391" y="799628"/>
                    <a:pt x="396943" y="796976"/>
                    <a:pt x="395403" y="793298"/>
                  </a:cubicBezTo>
                  <a:cubicBezTo>
                    <a:pt x="393949" y="789620"/>
                    <a:pt x="397884" y="781665"/>
                    <a:pt x="397371" y="776874"/>
                  </a:cubicBezTo>
                  <a:cubicBezTo>
                    <a:pt x="396857" y="772084"/>
                    <a:pt x="391896" y="763615"/>
                    <a:pt x="391896" y="763615"/>
                  </a:cubicBezTo>
                  <a:cubicBezTo>
                    <a:pt x="386935" y="756174"/>
                    <a:pt x="386422" y="722215"/>
                    <a:pt x="386422" y="722215"/>
                  </a:cubicBezTo>
                  <a:cubicBezTo>
                    <a:pt x="385395" y="717424"/>
                    <a:pt x="386935" y="714773"/>
                    <a:pt x="388389" y="713233"/>
                  </a:cubicBezTo>
                  <a:cubicBezTo>
                    <a:pt x="389843" y="711608"/>
                    <a:pt x="390356" y="706903"/>
                    <a:pt x="388902" y="704251"/>
                  </a:cubicBezTo>
                  <a:cubicBezTo>
                    <a:pt x="387448" y="701599"/>
                    <a:pt x="388902" y="688854"/>
                    <a:pt x="388902" y="688854"/>
                  </a:cubicBezTo>
                  <a:cubicBezTo>
                    <a:pt x="414735" y="640610"/>
                    <a:pt x="413709" y="620936"/>
                    <a:pt x="411228" y="603486"/>
                  </a:cubicBezTo>
                  <a:cubicBezTo>
                    <a:pt x="408747" y="585950"/>
                    <a:pt x="398311" y="567388"/>
                    <a:pt x="394804" y="564736"/>
                  </a:cubicBezTo>
                  <a:cubicBezTo>
                    <a:pt x="391297" y="562084"/>
                    <a:pt x="392837" y="556268"/>
                    <a:pt x="392837" y="556268"/>
                  </a:cubicBezTo>
                  <a:cubicBezTo>
                    <a:pt x="395318" y="556011"/>
                    <a:pt x="398311" y="556781"/>
                    <a:pt x="399766" y="555755"/>
                  </a:cubicBezTo>
                  <a:cubicBezTo>
                    <a:pt x="401220" y="554728"/>
                    <a:pt x="404470" y="499812"/>
                    <a:pt x="407721" y="482019"/>
                  </a:cubicBezTo>
                  <a:cubicBezTo>
                    <a:pt x="410971" y="464227"/>
                    <a:pt x="420894" y="469017"/>
                    <a:pt x="421664" y="437197"/>
                  </a:cubicBezTo>
                  <a:cubicBezTo>
                    <a:pt x="422434" y="405376"/>
                    <a:pt x="424658" y="291865"/>
                    <a:pt x="414992" y="271421"/>
                  </a:cubicBezTo>
                  <a:cubicBezTo>
                    <a:pt x="405326" y="250977"/>
                    <a:pt x="394633" y="233527"/>
                    <a:pt x="389415" y="216590"/>
                  </a:cubicBezTo>
                  <a:cubicBezTo>
                    <a:pt x="389415" y="216590"/>
                    <a:pt x="363497" y="182717"/>
                    <a:pt x="353916" y="171084"/>
                  </a:cubicBezTo>
                  <a:lnTo>
                    <a:pt x="353916" y="166721"/>
                  </a:lnTo>
                  <a:cubicBezTo>
                    <a:pt x="353916" y="166721"/>
                    <a:pt x="354173" y="165096"/>
                    <a:pt x="354173" y="165096"/>
                  </a:cubicBezTo>
                  <a:cubicBezTo>
                    <a:pt x="354173" y="165096"/>
                    <a:pt x="351179" y="151837"/>
                    <a:pt x="343481" y="148158"/>
                  </a:cubicBezTo>
                  <a:lnTo>
                    <a:pt x="342540" y="148587"/>
                  </a:lnTo>
                  <a:cubicBezTo>
                    <a:pt x="341941" y="146876"/>
                    <a:pt x="340914" y="143540"/>
                    <a:pt x="341855" y="141743"/>
                  </a:cubicBezTo>
                  <a:cubicBezTo>
                    <a:pt x="343138" y="139177"/>
                    <a:pt x="344849" y="141743"/>
                    <a:pt x="345961" y="139177"/>
                  </a:cubicBezTo>
                  <a:cubicBezTo>
                    <a:pt x="347073" y="136611"/>
                    <a:pt x="344678" y="132591"/>
                    <a:pt x="346303" y="128228"/>
                  </a:cubicBezTo>
                  <a:cubicBezTo>
                    <a:pt x="348014" y="123866"/>
                    <a:pt x="354857" y="102566"/>
                    <a:pt x="358022" y="97434"/>
                  </a:cubicBezTo>
                  <a:cubicBezTo>
                    <a:pt x="361187" y="92301"/>
                    <a:pt x="365464" y="80497"/>
                    <a:pt x="365892" y="78530"/>
                  </a:cubicBezTo>
                  <a:cubicBezTo>
                    <a:pt x="365892" y="78530"/>
                    <a:pt x="368116" y="54493"/>
                    <a:pt x="361016" y="37727"/>
                  </a:cubicBezTo>
                  <a:cubicBezTo>
                    <a:pt x="361016" y="37727"/>
                    <a:pt x="346646" y="13776"/>
                    <a:pt x="327314" y="12750"/>
                  </a:cubicBezTo>
                  <a:cubicBezTo>
                    <a:pt x="327314" y="12750"/>
                    <a:pt x="328340" y="10354"/>
                    <a:pt x="329794" y="9328"/>
                  </a:cubicBezTo>
                  <a:cubicBezTo>
                    <a:pt x="327656" y="9670"/>
                    <a:pt x="324405" y="10440"/>
                    <a:pt x="324063" y="11723"/>
                  </a:cubicBezTo>
                  <a:cubicBezTo>
                    <a:pt x="323550" y="13605"/>
                    <a:pt x="325774" y="6163"/>
                    <a:pt x="322352" y="4795"/>
                  </a:cubicBezTo>
                  <a:cubicBezTo>
                    <a:pt x="322352" y="4795"/>
                    <a:pt x="324063" y="11125"/>
                    <a:pt x="321069" y="10868"/>
                  </a:cubicBezTo>
                  <a:cubicBezTo>
                    <a:pt x="318075" y="10611"/>
                    <a:pt x="315595" y="-252"/>
                    <a:pt x="294980" y="4"/>
                  </a:cubicBezTo>
                  <a:cubicBezTo>
                    <a:pt x="274365" y="261"/>
                    <a:pt x="267693" y="6334"/>
                    <a:pt x="260507" y="6848"/>
                  </a:cubicBezTo>
                  <a:cubicBezTo>
                    <a:pt x="253322" y="7361"/>
                    <a:pt x="244084" y="19849"/>
                    <a:pt x="238181" y="22758"/>
                  </a:cubicBezTo>
                  <a:cubicBezTo>
                    <a:pt x="232194" y="25666"/>
                    <a:pt x="233135" y="31397"/>
                    <a:pt x="228002" y="29943"/>
                  </a:cubicBezTo>
                  <a:cubicBezTo>
                    <a:pt x="225693" y="29259"/>
                    <a:pt x="227746" y="26778"/>
                    <a:pt x="227746" y="26778"/>
                  </a:cubicBezTo>
                  <a:cubicBezTo>
                    <a:pt x="227746" y="26778"/>
                    <a:pt x="220304" y="34990"/>
                    <a:pt x="234247" y="35503"/>
                  </a:cubicBezTo>
                  <a:cubicBezTo>
                    <a:pt x="238010" y="35589"/>
                    <a:pt x="229799" y="42689"/>
                    <a:pt x="224581" y="52183"/>
                  </a:cubicBezTo>
                  <a:cubicBezTo>
                    <a:pt x="219363" y="61678"/>
                    <a:pt x="216369" y="72029"/>
                    <a:pt x="216369" y="76049"/>
                  </a:cubicBezTo>
                  <a:cubicBezTo>
                    <a:pt x="216369" y="80069"/>
                    <a:pt x="211921" y="85629"/>
                    <a:pt x="211921" y="88795"/>
                  </a:cubicBezTo>
                  <a:cubicBezTo>
                    <a:pt x="211921" y="91959"/>
                    <a:pt x="216369" y="94354"/>
                    <a:pt x="217139" y="98375"/>
                  </a:cubicBezTo>
                  <a:cubicBezTo>
                    <a:pt x="217139" y="98375"/>
                    <a:pt x="220304" y="102566"/>
                    <a:pt x="215685" y="109324"/>
                  </a:cubicBezTo>
                  <a:cubicBezTo>
                    <a:pt x="215685" y="109324"/>
                    <a:pt x="208243" y="122240"/>
                    <a:pt x="205078" y="125063"/>
                  </a:cubicBezTo>
                  <a:cubicBezTo>
                    <a:pt x="205078" y="125063"/>
                    <a:pt x="203623" y="128057"/>
                    <a:pt x="205078" y="129426"/>
                  </a:cubicBezTo>
                  <a:cubicBezTo>
                    <a:pt x="206617" y="130794"/>
                    <a:pt x="213289" y="130452"/>
                    <a:pt x="215342" y="131393"/>
                  </a:cubicBezTo>
                  <a:cubicBezTo>
                    <a:pt x="217395" y="132420"/>
                    <a:pt x="217909" y="135756"/>
                    <a:pt x="215856" y="137980"/>
                  </a:cubicBezTo>
                  <a:cubicBezTo>
                    <a:pt x="213803" y="140203"/>
                    <a:pt x="214145" y="141401"/>
                    <a:pt x="214915" y="142599"/>
                  </a:cubicBezTo>
                  <a:cubicBezTo>
                    <a:pt x="215685" y="143796"/>
                    <a:pt x="216968" y="144224"/>
                    <a:pt x="219021" y="144994"/>
                  </a:cubicBezTo>
                  <a:cubicBezTo>
                    <a:pt x="221074" y="145764"/>
                    <a:pt x="222357" y="148415"/>
                    <a:pt x="220304" y="151153"/>
                  </a:cubicBezTo>
                  <a:cubicBezTo>
                    <a:pt x="218251" y="153976"/>
                    <a:pt x="216540" y="154916"/>
                    <a:pt x="217909" y="156542"/>
                  </a:cubicBezTo>
                  <a:cubicBezTo>
                    <a:pt x="219192" y="158167"/>
                    <a:pt x="222186" y="158937"/>
                    <a:pt x="222186" y="161674"/>
                  </a:cubicBezTo>
                  <a:cubicBezTo>
                    <a:pt x="222186" y="164411"/>
                    <a:pt x="221843" y="165865"/>
                    <a:pt x="221245" y="170399"/>
                  </a:cubicBezTo>
                  <a:cubicBezTo>
                    <a:pt x="220731" y="175018"/>
                    <a:pt x="223640" y="181177"/>
                    <a:pt x="228173" y="183144"/>
                  </a:cubicBezTo>
                  <a:cubicBezTo>
                    <a:pt x="232621" y="185112"/>
                    <a:pt x="244597" y="181776"/>
                    <a:pt x="250670" y="184770"/>
                  </a:cubicBezTo>
                  <a:cubicBezTo>
                    <a:pt x="256829" y="187763"/>
                    <a:pt x="265554" y="193666"/>
                    <a:pt x="267607" y="200851"/>
                  </a:cubicBezTo>
                  <a:lnTo>
                    <a:pt x="267607" y="201022"/>
                  </a:lnTo>
                  <a:cubicBezTo>
                    <a:pt x="265041" y="205470"/>
                    <a:pt x="260935" y="213596"/>
                    <a:pt x="259566" y="223006"/>
                  </a:cubicBezTo>
                  <a:cubicBezTo>
                    <a:pt x="259566" y="223006"/>
                    <a:pt x="234931" y="218985"/>
                    <a:pt x="216369" y="205214"/>
                  </a:cubicBezTo>
                  <a:lnTo>
                    <a:pt x="216369" y="205214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611E43C0-DF4F-C5F0-B6B9-86DC03B5F9A2}"/>
                </a:ext>
              </a:extLst>
            </p:cNvPr>
            <p:cNvSpPr/>
            <p:nvPr/>
          </p:nvSpPr>
          <p:spPr>
            <a:xfrm>
              <a:off x="-5729489" y="4294069"/>
              <a:ext cx="253113" cy="1190583"/>
            </a:xfrm>
            <a:custGeom>
              <a:avLst/>
              <a:gdLst>
                <a:gd name="connsiteX0" fmla="*/ 494 w 253113"/>
                <a:gd name="connsiteY0" fmla="*/ 361278 h 1190583"/>
                <a:gd name="connsiteX1" fmla="*/ 494 w 253113"/>
                <a:gd name="connsiteY1" fmla="*/ 377103 h 1190583"/>
                <a:gd name="connsiteX2" fmla="*/ 1007 w 253113"/>
                <a:gd name="connsiteY2" fmla="*/ 405416 h 1190583"/>
                <a:gd name="connsiteX3" fmla="*/ 3916 w 253113"/>
                <a:gd name="connsiteY3" fmla="*/ 407640 h 1190583"/>
                <a:gd name="connsiteX4" fmla="*/ 7423 w 253113"/>
                <a:gd name="connsiteY4" fmla="*/ 412174 h 1190583"/>
                <a:gd name="connsiteX5" fmla="*/ 29064 w 253113"/>
                <a:gd name="connsiteY5" fmla="*/ 420556 h 1190583"/>
                <a:gd name="connsiteX6" fmla="*/ 33256 w 253113"/>
                <a:gd name="connsiteY6" fmla="*/ 434329 h 1190583"/>
                <a:gd name="connsiteX7" fmla="*/ 39757 w 253113"/>
                <a:gd name="connsiteY7" fmla="*/ 443567 h 1190583"/>
                <a:gd name="connsiteX8" fmla="*/ 46771 w 253113"/>
                <a:gd name="connsiteY8" fmla="*/ 444679 h 1190583"/>
                <a:gd name="connsiteX9" fmla="*/ 43007 w 253113"/>
                <a:gd name="connsiteY9" fmla="*/ 458280 h 1190583"/>
                <a:gd name="connsiteX10" fmla="*/ 37533 w 253113"/>
                <a:gd name="connsiteY10" fmla="*/ 476072 h 1190583"/>
                <a:gd name="connsiteX11" fmla="*/ 34881 w 253113"/>
                <a:gd name="connsiteY11" fmla="*/ 481119 h 1190583"/>
                <a:gd name="connsiteX12" fmla="*/ 24616 w 253113"/>
                <a:gd name="connsiteY12" fmla="*/ 505583 h 1190583"/>
                <a:gd name="connsiteX13" fmla="*/ 13838 w 253113"/>
                <a:gd name="connsiteY13" fmla="*/ 546984 h 1190583"/>
                <a:gd name="connsiteX14" fmla="*/ 16576 w 253113"/>
                <a:gd name="connsiteY14" fmla="*/ 637913 h 1190583"/>
                <a:gd name="connsiteX15" fmla="*/ 19826 w 253113"/>
                <a:gd name="connsiteY15" fmla="*/ 715240 h 1190583"/>
                <a:gd name="connsiteX16" fmla="*/ 23676 w 253113"/>
                <a:gd name="connsiteY16" fmla="*/ 715326 h 1190583"/>
                <a:gd name="connsiteX17" fmla="*/ 22820 w 253113"/>
                <a:gd name="connsiteY17" fmla="*/ 715497 h 1190583"/>
                <a:gd name="connsiteX18" fmla="*/ 31973 w 253113"/>
                <a:gd name="connsiteY18" fmla="*/ 715497 h 1190583"/>
                <a:gd name="connsiteX19" fmla="*/ 49508 w 253113"/>
                <a:gd name="connsiteY19" fmla="*/ 716780 h 1190583"/>
                <a:gd name="connsiteX20" fmla="*/ 50107 w 253113"/>
                <a:gd name="connsiteY20" fmla="*/ 730210 h 1190583"/>
                <a:gd name="connsiteX21" fmla="*/ 50107 w 253113"/>
                <a:gd name="connsiteY21" fmla="*/ 735856 h 1190583"/>
                <a:gd name="connsiteX22" fmla="*/ 69439 w 253113"/>
                <a:gd name="connsiteY22" fmla="*/ 742185 h 1190583"/>
                <a:gd name="connsiteX23" fmla="*/ 76539 w 253113"/>
                <a:gd name="connsiteY23" fmla="*/ 765281 h 1190583"/>
                <a:gd name="connsiteX24" fmla="*/ 74914 w 253113"/>
                <a:gd name="connsiteY24" fmla="*/ 787094 h 1190583"/>
                <a:gd name="connsiteX25" fmla="*/ 66274 w 253113"/>
                <a:gd name="connsiteY25" fmla="*/ 836621 h 1190583"/>
                <a:gd name="connsiteX26" fmla="*/ 66787 w 253113"/>
                <a:gd name="connsiteY26" fmla="*/ 861171 h 1190583"/>
                <a:gd name="connsiteX27" fmla="*/ 46343 w 253113"/>
                <a:gd name="connsiteY27" fmla="*/ 932511 h 1190583"/>
                <a:gd name="connsiteX28" fmla="*/ 38303 w 253113"/>
                <a:gd name="connsiteY28" fmla="*/ 1066466 h 1190583"/>
                <a:gd name="connsiteX29" fmla="*/ 22563 w 253113"/>
                <a:gd name="connsiteY29" fmla="*/ 1110091 h 1190583"/>
                <a:gd name="connsiteX30" fmla="*/ 22136 w 253113"/>
                <a:gd name="connsiteY30" fmla="*/ 1109920 h 1190583"/>
                <a:gd name="connsiteX31" fmla="*/ 22136 w 253113"/>
                <a:gd name="connsiteY31" fmla="*/ 1110519 h 1190583"/>
                <a:gd name="connsiteX32" fmla="*/ 6995 w 253113"/>
                <a:gd name="connsiteY32" fmla="*/ 1142596 h 1190583"/>
                <a:gd name="connsiteX33" fmla="*/ 19399 w 253113"/>
                <a:gd name="connsiteY33" fmla="*/ 1168600 h 1190583"/>
                <a:gd name="connsiteX34" fmla="*/ 22050 w 253113"/>
                <a:gd name="connsiteY34" fmla="*/ 1187932 h 1190583"/>
                <a:gd name="connsiteX35" fmla="*/ 35566 w 253113"/>
                <a:gd name="connsiteY35" fmla="*/ 1187932 h 1190583"/>
                <a:gd name="connsiteX36" fmla="*/ 48482 w 253113"/>
                <a:gd name="connsiteY36" fmla="*/ 1182371 h 1190583"/>
                <a:gd name="connsiteX37" fmla="*/ 50620 w 253113"/>
                <a:gd name="connsiteY37" fmla="*/ 1188445 h 1190583"/>
                <a:gd name="connsiteX38" fmla="*/ 61398 w 253113"/>
                <a:gd name="connsiteY38" fmla="*/ 1188445 h 1190583"/>
                <a:gd name="connsiteX39" fmla="*/ 67301 w 253113"/>
                <a:gd name="connsiteY39" fmla="*/ 1185109 h 1190583"/>
                <a:gd name="connsiteX40" fmla="*/ 74315 w 253113"/>
                <a:gd name="connsiteY40" fmla="*/ 1188958 h 1190583"/>
                <a:gd name="connsiteX41" fmla="*/ 170803 w 253113"/>
                <a:gd name="connsiteY41" fmla="*/ 1190583 h 1190583"/>
                <a:gd name="connsiteX42" fmla="*/ 171915 w 253113"/>
                <a:gd name="connsiteY42" fmla="*/ 1179549 h 1190583"/>
                <a:gd name="connsiteX43" fmla="*/ 145484 w 253113"/>
                <a:gd name="connsiteY43" fmla="*/ 1159618 h 1190583"/>
                <a:gd name="connsiteX44" fmla="*/ 137101 w 253113"/>
                <a:gd name="connsiteY44" fmla="*/ 1157736 h 1190583"/>
                <a:gd name="connsiteX45" fmla="*/ 135989 w 253113"/>
                <a:gd name="connsiteY45" fmla="*/ 1157993 h 1190583"/>
                <a:gd name="connsiteX46" fmla="*/ 126066 w 253113"/>
                <a:gd name="connsiteY46" fmla="*/ 1153117 h 1190583"/>
                <a:gd name="connsiteX47" fmla="*/ 95358 w 253113"/>
                <a:gd name="connsiteY47" fmla="*/ 1082291 h 1190583"/>
                <a:gd name="connsiteX48" fmla="*/ 117427 w 253113"/>
                <a:gd name="connsiteY48" fmla="*/ 923272 h 1190583"/>
                <a:gd name="connsiteX49" fmla="*/ 140608 w 253113"/>
                <a:gd name="connsiteY49" fmla="*/ 868784 h 1190583"/>
                <a:gd name="connsiteX50" fmla="*/ 160025 w 253113"/>
                <a:gd name="connsiteY50" fmla="*/ 816006 h 1190583"/>
                <a:gd name="connsiteX51" fmla="*/ 158657 w 253113"/>
                <a:gd name="connsiteY51" fmla="*/ 750141 h 1190583"/>
                <a:gd name="connsiteX52" fmla="*/ 172942 w 253113"/>
                <a:gd name="connsiteY52" fmla="*/ 748943 h 1190583"/>
                <a:gd name="connsiteX53" fmla="*/ 171915 w 253113"/>
                <a:gd name="connsiteY53" fmla="*/ 635689 h 1190583"/>
                <a:gd name="connsiteX54" fmla="*/ 172942 w 253113"/>
                <a:gd name="connsiteY54" fmla="*/ 498483 h 1190583"/>
                <a:gd name="connsiteX55" fmla="*/ 176706 w 253113"/>
                <a:gd name="connsiteY55" fmla="*/ 482658 h 1190583"/>
                <a:gd name="connsiteX56" fmla="*/ 174054 w 253113"/>
                <a:gd name="connsiteY56" fmla="*/ 469571 h 1190583"/>
                <a:gd name="connsiteX57" fmla="*/ 174482 w 253113"/>
                <a:gd name="connsiteY57" fmla="*/ 463156 h 1190583"/>
                <a:gd name="connsiteX58" fmla="*/ 174909 w 253113"/>
                <a:gd name="connsiteY58" fmla="*/ 464268 h 1190583"/>
                <a:gd name="connsiteX59" fmla="*/ 210922 w 253113"/>
                <a:gd name="connsiteY59" fmla="*/ 463412 h 1190583"/>
                <a:gd name="connsiteX60" fmla="*/ 223068 w 253113"/>
                <a:gd name="connsiteY60" fmla="*/ 476500 h 1190583"/>
                <a:gd name="connsiteX61" fmla="*/ 225121 w 253113"/>
                <a:gd name="connsiteY61" fmla="*/ 480947 h 1190583"/>
                <a:gd name="connsiteX62" fmla="*/ 222298 w 253113"/>
                <a:gd name="connsiteY62" fmla="*/ 483770 h 1190583"/>
                <a:gd name="connsiteX63" fmla="*/ 242486 w 253113"/>
                <a:gd name="connsiteY63" fmla="*/ 489074 h 1190583"/>
                <a:gd name="connsiteX64" fmla="*/ 244881 w 253113"/>
                <a:gd name="connsiteY64" fmla="*/ 483343 h 1190583"/>
                <a:gd name="connsiteX65" fmla="*/ 248559 w 253113"/>
                <a:gd name="connsiteY65" fmla="*/ 472736 h 1190583"/>
                <a:gd name="connsiteX66" fmla="*/ 248559 w 253113"/>
                <a:gd name="connsiteY66" fmla="*/ 463754 h 1190583"/>
                <a:gd name="connsiteX67" fmla="*/ 253007 w 253113"/>
                <a:gd name="connsiteY67" fmla="*/ 457681 h 1190583"/>
                <a:gd name="connsiteX68" fmla="*/ 249329 w 253113"/>
                <a:gd name="connsiteY68" fmla="*/ 451522 h 1190583"/>
                <a:gd name="connsiteX69" fmla="*/ 248901 w 253113"/>
                <a:gd name="connsiteY69" fmla="*/ 442113 h 1190583"/>
                <a:gd name="connsiteX70" fmla="*/ 242058 w 253113"/>
                <a:gd name="connsiteY70" fmla="*/ 438007 h 1190583"/>
                <a:gd name="connsiteX71" fmla="*/ 231536 w 253113"/>
                <a:gd name="connsiteY71" fmla="*/ 424064 h 1190583"/>
                <a:gd name="connsiteX72" fmla="*/ 195952 w 253113"/>
                <a:gd name="connsiteY72" fmla="*/ 422439 h 1190583"/>
                <a:gd name="connsiteX73" fmla="*/ 176192 w 253113"/>
                <a:gd name="connsiteY73" fmla="*/ 414312 h 1190583"/>
                <a:gd name="connsiteX74" fmla="*/ 170974 w 253113"/>
                <a:gd name="connsiteY74" fmla="*/ 412858 h 1190583"/>
                <a:gd name="connsiteX75" fmla="*/ 170974 w 253113"/>
                <a:gd name="connsiteY75" fmla="*/ 412259 h 1190583"/>
                <a:gd name="connsiteX76" fmla="*/ 167724 w 253113"/>
                <a:gd name="connsiteY76" fmla="*/ 389420 h 1190583"/>
                <a:gd name="connsiteX77" fmla="*/ 163447 w 253113"/>
                <a:gd name="connsiteY77" fmla="*/ 373082 h 1190583"/>
                <a:gd name="connsiteX78" fmla="*/ 158828 w 253113"/>
                <a:gd name="connsiteY78" fmla="*/ 364785 h 1190583"/>
                <a:gd name="connsiteX79" fmla="*/ 158828 w 253113"/>
                <a:gd name="connsiteY79" fmla="*/ 363759 h 1190583"/>
                <a:gd name="connsiteX80" fmla="*/ 158144 w 253113"/>
                <a:gd name="connsiteY80" fmla="*/ 360936 h 1190583"/>
                <a:gd name="connsiteX81" fmla="*/ 159170 w 253113"/>
                <a:gd name="connsiteY81" fmla="*/ 358455 h 1190583"/>
                <a:gd name="connsiteX82" fmla="*/ 163533 w 253113"/>
                <a:gd name="connsiteY82" fmla="*/ 352895 h 1190583"/>
                <a:gd name="connsiteX83" fmla="*/ 165671 w 253113"/>
                <a:gd name="connsiteY83" fmla="*/ 345367 h 1190583"/>
                <a:gd name="connsiteX84" fmla="*/ 166783 w 253113"/>
                <a:gd name="connsiteY84" fmla="*/ 311579 h 1190583"/>
                <a:gd name="connsiteX85" fmla="*/ 148478 w 253113"/>
                <a:gd name="connsiteY85" fmla="*/ 266415 h 1190583"/>
                <a:gd name="connsiteX86" fmla="*/ 146852 w 253113"/>
                <a:gd name="connsiteY86" fmla="*/ 260940 h 1190583"/>
                <a:gd name="connsiteX87" fmla="*/ 151728 w 253113"/>
                <a:gd name="connsiteY87" fmla="*/ 229376 h 1190583"/>
                <a:gd name="connsiteX88" fmla="*/ 131541 w 253113"/>
                <a:gd name="connsiteY88" fmla="*/ 206708 h 1190583"/>
                <a:gd name="connsiteX89" fmla="*/ 132909 w 253113"/>
                <a:gd name="connsiteY89" fmla="*/ 208162 h 1190583"/>
                <a:gd name="connsiteX90" fmla="*/ 132311 w 253113"/>
                <a:gd name="connsiteY90" fmla="*/ 206109 h 1190583"/>
                <a:gd name="connsiteX91" fmla="*/ 131883 w 253113"/>
                <a:gd name="connsiteY91" fmla="*/ 192594 h 1190583"/>
                <a:gd name="connsiteX92" fmla="*/ 136331 w 253113"/>
                <a:gd name="connsiteY92" fmla="*/ 211755 h 1190583"/>
                <a:gd name="connsiteX93" fmla="*/ 137357 w 253113"/>
                <a:gd name="connsiteY93" fmla="*/ 212610 h 1190583"/>
                <a:gd name="connsiteX94" fmla="*/ 136588 w 253113"/>
                <a:gd name="connsiteY94" fmla="*/ 195246 h 1190583"/>
                <a:gd name="connsiteX95" fmla="*/ 137956 w 253113"/>
                <a:gd name="connsiteY95" fmla="*/ 187461 h 1190583"/>
                <a:gd name="connsiteX96" fmla="*/ 143003 w 253113"/>
                <a:gd name="connsiteY96" fmla="*/ 202174 h 1190583"/>
                <a:gd name="connsiteX97" fmla="*/ 148050 w 253113"/>
                <a:gd name="connsiteY97" fmla="*/ 218085 h 1190583"/>
                <a:gd name="connsiteX98" fmla="*/ 143773 w 253113"/>
                <a:gd name="connsiteY98" fmla="*/ 198667 h 1190583"/>
                <a:gd name="connsiteX99" fmla="*/ 139924 w 253113"/>
                <a:gd name="connsiteY99" fmla="*/ 178480 h 1190583"/>
                <a:gd name="connsiteX100" fmla="*/ 140950 w 253113"/>
                <a:gd name="connsiteY100" fmla="*/ 174973 h 1190583"/>
                <a:gd name="connsiteX101" fmla="*/ 142661 w 253113"/>
                <a:gd name="connsiteY101" fmla="*/ 165906 h 1190583"/>
                <a:gd name="connsiteX102" fmla="*/ 142148 w 253113"/>
                <a:gd name="connsiteY102" fmla="*/ 154700 h 1190583"/>
                <a:gd name="connsiteX103" fmla="*/ 141463 w 253113"/>
                <a:gd name="connsiteY103" fmla="*/ 150508 h 1190583"/>
                <a:gd name="connsiteX104" fmla="*/ 157203 w 253113"/>
                <a:gd name="connsiteY104" fmla="*/ 152989 h 1190583"/>
                <a:gd name="connsiteX105" fmla="*/ 175251 w 253113"/>
                <a:gd name="connsiteY105" fmla="*/ 146231 h 1190583"/>
                <a:gd name="connsiteX106" fmla="*/ 176535 w 253113"/>
                <a:gd name="connsiteY106" fmla="*/ 136736 h 1190583"/>
                <a:gd name="connsiteX107" fmla="*/ 179785 w 253113"/>
                <a:gd name="connsiteY107" fmla="*/ 132117 h 1190583"/>
                <a:gd name="connsiteX108" fmla="*/ 182522 w 253113"/>
                <a:gd name="connsiteY108" fmla="*/ 128097 h 1190583"/>
                <a:gd name="connsiteX109" fmla="*/ 179785 w 253113"/>
                <a:gd name="connsiteY109" fmla="*/ 125103 h 1190583"/>
                <a:gd name="connsiteX110" fmla="*/ 179443 w 253113"/>
                <a:gd name="connsiteY110" fmla="*/ 122623 h 1190583"/>
                <a:gd name="connsiteX111" fmla="*/ 183463 w 253113"/>
                <a:gd name="connsiteY111" fmla="*/ 116464 h 1190583"/>
                <a:gd name="connsiteX112" fmla="*/ 183463 w 253113"/>
                <a:gd name="connsiteY112" fmla="*/ 107482 h 1190583"/>
                <a:gd name="connsiteX113" fmla="*/ 189964 w 253113"/>
                <a:gd name="connsiteY113" fmla="*/ 104403 h 1190583"/>
                <a:gd name="connsiteX114" fmla="*/ 189793 w 253113"/>
                <a:gd name="connsiteY114" fmla="*/ 96448 h 1190583"/>
                <a:gd name="connsiteX115" fmla="*/ 175850 w 253113"/>
                <a:gd name="connsiteY115" fmla="*/ 74806 h 1190583"/>
                <a:gd name="connsiteX116" fmla="*/ 179101 w 253113"/>
                <a:gd name="connsiteY116" fmla="*/ 65054 h 1190583"/>
                <a:gd name="connsiteX117" fmla="*/ 177476 w 253113"/>
                <a:gd name="connsiteY117" fmla="*/ 60521 h 1190583"/>
                <a:gd name="connsiteX118" fmla="*/ 165329 w 253113"/>
                <a:gd name="connsiteY118" fmla="*/ 32293 h 1190583"/>
                <a:gd name="connsiteX119" fmla="*/ 170718 w 253113"/>
                <a:gd name="connsiteY119" fmla="*/ 25193 h 1190583"/>
                <a:gd name="connsiteX120" fmla="*/ 132995 w 253113"/>
                <a:gd name="connsiteY120" fmla="*/ 3723 h 1190583"/>
                <a:gd name="connsiteX121" fmla="*/ 48910 w 253113"/>
                <a:gd name="connsiteY121" fmla="*/ 38024 h 1190583"/>
                <a:gd name="connsiteX122" fmla="*/ 33513 w 253113"/>
                <a:gd name="connsiteY122" fmla="*/ 168728 h 1190583"/>
                <a:gd name="connsiteX123" fmla="*/ 19741 w 253113"/>
                <a:gd name="connsiteY123" fmla="*/ 226724 h 1190583"/>
                <a:gd name="connsiteX124" fmla="*/ 6568 w 253113"/>
                <a:gd name="connsiteY124" fmla="*/ 288569 h 1190583"/>
                <a:gd name="connsiteX125" fmla="*/ 2205 w 253113"/>
                <a:gd name="connsiteY125" fmla="*/ 320133 h 1190583"/>
                <a:gd name="connsiteX126" fmla="*/ 1093 w 253113"/>
                <a:gd name="connsiteY126" fmla="*/ 336985 h 1190583"/>
                <a:gd name="connsiteX127" fmla="*/ 580 w 253113"/>
                <a:gd name="connsiteY127" fmla="*/ 360936 h 1190583"/>
                <a:gd name="connsiteX128" fmla="*/ 580 w 253113"/>
                <a:gd name="connsiteY128" fmla="*/ 360936 h 1190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253113" h="1190583">
                  <a:moveTo>
                    <a:pt x="494" y="361278"/>
                  </a:moveTo>
                  <a:cubicBezTo>
                    <a:pt x="494" y="370003"/>
                    <a:pt x="-618" y="371115"/>
                    <a:pt x="494" y="377103"/>
                  </a:cubicBezTo>
                  <a:cubicBezTo>
                    <a:pt x="1606" y="383090"/>
                    <a:pt x="-1131" y="402166"/>
                    <a:pt x="1007" y="405416"/>
                  </a:cubicBezTo>
                  <a:cubicBezTo>
                    <a:pt x="1435" y="406015"/>
                    <a:pt x="2462" y="406785"/>
                    <a:pt x="3916" y="407640"/>
                  </a:cubicBezTo>
                  <a:cubicBezTo>
                    <a:pt x="4600" y="409522"/>
                    <a:pt x="5712" y="411233"/>
                    <a:pt x="7423" y="412174"/>
                  </a:cubicBezTo>
                  <a:cubicBezTo>
                    <a:pt x="9390" y="413200"/>
                    <a:pt x="17688" y="416536"/>
                    <a:pt x="29064" y="420556"/>
                  </a:cubicBezTo>
                  <a:cubicBezTo>
                    <a:pt x="30604" y="424491"/>
                    <a:pt x="31716" y="431420"/>
                    <a:pt x="33256" y="434329"/>
                  </a:cubicBezTo>
                  <a:cubicBezTo>
                    <a:pt x="35394" y="438178"/>
                    <a:pt x="37020" y="441428"/>
                    <a:pt x="39757" y="443567"/>
                  </a:cubicBezTo>
                  <a:cubicBezTo>
                    <a:pt x="42494" y="445705"/>
                    <a:pt x="44633" y="442455"/>
                    <a:pt x="46771" y="444679"/>
                  </a:cubicBezTo>
                  <a:cubicBezTo>
                    <a:pt x="44633" y="447929"/>
                    <a:pt x="46771" y="451779"/>
                    <a:pt x="43007" y="458280"/>
                  </a:cubicBezTo>
                  <a:cubicBezTo>
                    <a:pt x="40013" y="463412"/>
                    <a:pt x="40099" y="469657"/>
                    <a:pt x="37533" y="476072"/>
                  </a:cubicBezTo>
                  <a:cubicBezTo>
                    <a:pt x="35993" y="479066"/>
                    <a:pt x="34881" y="481119"/>
                    <a:pt x="34881" y="481119"/>
                  </a:cubicBezTo>
                  <a:cubicBezTo>
                    <a:pt x="29492" y="489331"/>
                    <a:pt x="27354" y="497970"/>
                    <a:pt x="24616" y="505583"/>
                  </a:cubicBezTo>
                  <a:cubicBezTo>
                    <a:pt x="21879" y="513196"/>
                    <a:pt x="16576" y="522434"/>
                    <a:pt x="13838" y="546984"/>
                  </a:cubicBezTo>
                  <a:cubicBezTo>
                    <a:pt x="11187" y="571448"/>
                    <a:pt x="13838" y="598137"/>
                    <a:pt x="16576" y="637913"/>
                  </a:cubicBezTo>
                  <a:cubicBezTo>
                    <a:pt x="19227" y="677688"/>
                    <a:pt x="19826" y="715240"/>
                    <a:pt x="19826" y="715240"/>
                  </a:cubicBezTo>
                  <a:cubicBezTo>
                    <a:pt x="19826" y="715240"/>
                    <a:pt x="21366" y="715240"/>
                    <a:pt x="23676" y="715326"/>
                  </a:cubicBezTo>
                  <a:lnTo>
                    <a:pt x="22820" y="715497"/>
                  </a:lnTo>
                  <a:cubicBezTo>
                    <a:pt x="22820" y="715497"/>
                    <a:pt x="26926" y="715497"/>
                    <a:pt x="31973" y="715497"/>
                  </a:cubicBezTo>
                  <a:cubicBezTo>
                    <a:pt x="39244" y="715753"/>
                    <a:pt x="47541" y="716181"/>
                    <a:pt x="49508" y="716780"/>
                  </a:cubicBezTo>
                  <a:cubicBezTo>
                    <a:pt x="50022" y="717636"/>
                    <a:pt x="50107" y="724906"/>
                    <a:pt x="50107" y="730210"/>
                  </a:cubicBezTo>
                  <a:cubicBezTo>
                    <a:pt x="49765" y="733118"/>
                    <a:pt x="49508" y="735513"/>
                    <a:pt x="50107" y="735856"/>
                  </a:cubicBezTo>
                  <a:cubicBezTo>
                    <a:pt x="51390" y="736711"/>
                    <a:pt x="64392" y="740646"/>
                    <a:pt x="69439" y="742185"/>
                  </a:cubicBezTo>
                  <a:cubicBezTo>
                    <a:pt x="72519" y="751595"/>
                    <a:pt x="75341" y="760576"/>
                    <a:pt x="76539" y="765281"/>
                  </a:cubicBezTo>
                  <a:cubicBezTo>
                    <a:pt x="79789" y="777770"/>
                    <a:pt x="76026" y="781106"/>
                    <a:pt x="74914" y="787094"/>
                  </a:cubicBezTo>
                  <a:cubicBezTo>
                    <a:pt x="73802" y="793082"/>
                    <a:pt x="64649" y="823020"/>
                    <a:pt x="66274" y="836621"/>
                  </a:cubicBezTo>
                  <a:cubicBezTo>
                    <a:pt x="67899" y="850222"/>
                    <a:pt x="66787" y="861171"/>
                    <a:pt x="66787" y="861171"/>
                  </a:cubicBezTo>
                  <a:cubicBezTo>
                    <a:pt x="66787" y="861171"/>
                    <a:pt x="52246" y="897097"/>
                    <a:pt x="46343" y="932511"/>
                  </a:cubicBezTo>
                  <a:cubicBezTo>
                    <a:pt x="40441" y="967924"/>
                    <a:pt x="41468" y="1043028"/>
                    <a:pt x="38303" y="1066466"/>
                  </a:cubicBezTo>
                  <a:cubicBezTo>
                    <a:pt x="35480" y="1086824"/>
                    <a:pt x="24959" y="1104616"/>
                    <a:pt x="22563" y="1110091"/>
                  </a:cubicBezTo>
                  <a:lnTo>
                    <a:pt x="22136" y="1109920"/>
                  </a:lnTo>
                  <a:lnTo>
                    <a:pt x="22136" y="1110519"/>
                  </a:lnTo>
                  <a:cubicBezTo>
                    <a:pt x="22649" y="1112229"/>
                    <a:pt x="5370" y="1137036"/>
                    <a:pt x="6995" y="1142596"/>
                  </a:cubicBezTo>
                  <a:cubicBezTo>
                    <a:pt x="8620" y="1148156"/>
                    <a:pt x="16148" y="1153117"/>
                    <a:pt x="19399" y="1168600"/>
                  </a:cubicBezTo>
                  <a:cubicBezTo>
                    <a:pt x="22649" y="1184082"/>
                    <a:pt x="22050" y="1187932"/>
                    <a:pt x="22050" y="1187932"/>
                  </a:cubicBezTo>
                  <a:lnTo>
                    <a:pt x="35566" y="1187932"/>
                  </a:lnTo>
                  <a:cubicBezTo>
                    <a:pt x="35566" y="1187932"/>
                    <a:pt x="45231" y="1181858"/>
                    <a:pt x="48482" y="1182371"/>
                  </a:cubicBezTo>
                  <a:cubicBezTo>
                    <a:pt x="51732" y="1182885"/>
                    <a:pt x="50620" y="1188445"/>
                    <a:pt x="50620" y="1188445"/>
                  </a:cubicBezTo>
                  <a:lnTo>
                    <a:pt x="61398" y="1188445"/>
                  </a:lnTo>
                  <a:cubicBezTo>
                    <a:pt x="61398" y="1188445"/>
                    <a:pt x="63024" y="1183997"/>
                    <a:pt x="67301" y="1185109"/>
                  </a:cubicBezTo>
                  <a:cubicBezTo>
                    <a:pt x="71578" y="1186221"/>
                    <a:pt x="74315" y="1188958"/>
                    <a:pt x="74315" y="1188958"/>
                  </a:cubicBezTo>
                  <a:lnTo>
                    <a:pt x="170803" y="1190583"/>
                  </a:lnTo>
                  <a:cubicBezTo>
                    <a:pt x="170803" y="1190583"/>
                    <a:pt x="175080" y="1180661"/>
                    <a:pt x="171915" y="1179549"/>
                  </a:cubicBezTo>
                  <a:cubicBezTo>
                    <a:pt x="168665" y="1178437"/>
                    <a:pt x="149761" y="1161243"/>
                    <a:pt x="145484" y="1159618"/>
                  </a:cubicBezTo>
                  <a:cubicBezTo>
                    <a:pt x="143345" y="1158763"/>
                    <a:pt x="140437" y="1158506"/>
                    <a:pt x="137101" y="1157736"/>
                  </a:cubicBezTo>
                  <a:lnTo>
                    <a:pt x="135989" y="1157993"/>
                  </a:lnTo>
                  <a:cubicBezTo>
                    <a:pt x="132909" y="1157138"/>
                    <a:pt x="129488" y="1155769"/>
                    <a:pt x="126066" y="1153117"/>
                  </a:cubicBezTo>
                  <a:cubicBezTo>
                    <a:pt x="118539" y="1147129"/>
                    <a:pt x="92107" y="1115565"/>
                    <a:pt x="95358" y="1082291"/>
                  </a:cubicBezTo>
                  <a:cubicBezTo>
                    <a:pt x="98608" y="1049101"/>
                    <a:pt x="112637" y="948335"/>
                    <a:pt x="117427" y="923272"/>
                  </a:cubicBezTo>
                  <a:cubicBezTo>
                    <a:pt x="122303" y="898209"/>
                    <a:pt x="128718" y="881871"/>
                    <a:pt x="140608" y="868784"/>
                  </a:cubicBezTo>
                  <a:cubicBezTo>
                    <a:pt x="152498" y="855696"/>
                    <a:pt x="160539" y="839957"/>
                    <a:pt x="160025" y="816006"/>
                  </a:cubicBezTo>
                  <a:cubicBezTo>
                    <a:pt x="159683" y="801635"/>
                    <a:pt x="163704" y="794878"/>
                    <a:pt x="158657" y="750141"/>
                  </a:cubicBezTo>
                  <a:cubicBezTo>
                    <a:pt x="162506" y="750312"/>
                    <a:pt x="173027" y="750654"/>
                    <a:pt x="172942" y="748943"/>
                  </a:cubicBezTo>
                  <a:cubicBezTo>
                    <a:pt x="174054" y="747318"/>
                    <a:pt x="171915" y="668365"/>
                    <a:pt x="171915" y="635689"/>
                  </a:cubicBezTo>
                  <a:cubicBezTo>
                    <a:pt x="171915" y="603012"/>
                    <a:pt x="172942" y="528080"/>
                    <a:pt x="172942" y="498483"/>
                  </a:cubicBezTo>
                  <a:cubicBezTo>
                    <a:pt x="172942" y="496259"/>
                    <a:pt x="176706" y="486508"/>
                    <a:pt x="176706" y="482658"/>
                  </a:cubicBezTo>
                  <a:cubicBezTo>
                    <a:pt x="176706" y="478809"/>
                    <a:pt x="173455" y="472308"/>
                    <a:pt x="174054" y="469571"/>
                  </a:cubicBezTo>
                  <a:cubicBezTo>
                    <a:pt x="174310" y="468373"/>
                    <a:pt x="174396" y="465807"/>
                    <a:pt x="174482" y="463156"/>
                  </a:cubicBezTo>
                  <a:lnTo>
                    <a:pt x="174909" y="464268"/>
                  </a:lnTo>
                  <a:cubicBezTo>
                    <a:pt x="174909" y="464268"/>
                    <a:pt x="206816" y="465465"/>
                    <a:pt x="210922" y="463412"/>
                  </a:cubicBezTo>
                  <a:cubicBezTo>
                    <a:pt x="214172" y="467860"/>
                    <a:pt x="219818" y="475216"/>
                    <a:pt x="223068" y="476500"/>
                  </a:cubicBezTo>
                  <a:cubicBezTo>
                    <a:pt x="226319" y="477697"/>
                    <a:pt x="225121" y="480947"/>
                    <a:pt x="225121" y="480947"/>
                  </a:cubicBezTo>
                  <a:cubicBezTo>
                    <a:pt x="222298" y="481803"/>
                    <a:pt x="222298" y="483770"/>
                    <a:pt x="222298" y="483770"/>
                  </a:cubicBezTo>
                  <a:cubicBezTo>
                    <a:pt x="226319" y="487876"/>
                    <a:pt x="238465" y="489501"/>
                    <a:pt x="242486" y="489074"/>
                  </a:cubicBezTo>
                  <a:cubicBezTo>
                    <a:pt x="246506" y="488646"/>
                    <a:pt x="245308" y="485823"/>
                    <a:pt x="244881" y="483343"/>
                  </a:cubicBezTo>
                  <a:cubicBezTo>
                    <a:pt x="244453" y="480862"/>
                    <a:pt x="247276" y="478039"/>
                    <a:pt x="248559" y="472736"/>
                  </a:cubicBezTo>
                  <a:cubicBezTo>
                    <a:pt x="249756" y="467432"/>
                    <a:pt x="247789" y="464952"/>
                    <a:pt x="248559" y="463754"/>
                  </a:cubicBezTo>
                  <a:cubicBezTo>
                    <a:pt x="249329" y="462557"/>
                    <a:pt x="253862" y="461273"/>
                    <a:pt x="253007" y="457681"/>
                  </a:cubicBezTo>
                  <a:cubicBezTo>
                    <a:pt x="252237" y="454003"/>
                    <a:pt x="249756" y="455200"/>
                    <a:pt x="249329" y="451522"/>
                  </a:cubicBezTo>
                  <a:cubicBezTo>
                    <a:pt x="248901" y="447844"/>
                    <a:pt x="250184" y="445021"/>
                    <a:pt x="248901" y="442113"/>
                  </a:cubicBezTo>
                  <a:cubicBezTo>
                    <a:pt x="247703" y="439204"/>
                    <a:pt x="243683" y="440060"/>
                    <a:pt x="242058" y="438007"/>
                  </a:cubicBezTo>
                  <a:cubicBezTo>
                    <a:pt x="240433" y="435954"/>
                    <a:pt x="233589" y="425775"/>
                    <a:pt x="231536" y="424064"/>
                  </a:cubicBezTo>
                  <a:cubicBezTo>
                    <a:pt x="229484" y="422439"/>
                    <a:pt x="204848" y="423636"/>
                    <a:pt x="195952" y="422439"/>
                  </a:cubicBezTo>
                  <a:cubicBezTo>
                    <a:pt x="187056" y="421241"/>
                    <a:pt x="182608" y="415938"/>
                    <a:pt x="176192" y="414312"/>
                  </a:cubicBezTo>
                  <a:cubicBezTo>
                    <a:pt x="174995" y="414056"/>
                    <a:pt x="173199" y="413542"/>
                    <a:pt x="170974" y="412858"/>
                  </a:cubicBezTo>
                  <a:lnTo>
                    <a:pt x="170974" y="412259"/>
                  </a:lnTo>
                  <a:cubicBezTo>
                    <a:pt x="170376" y="405758"/>
                    <a:pt x="168237" y="398658"/>
                    <a:pt x="167724" y="389420"/>
                  </a:cubicBezTo>
                  <a:cubicBezTo>
                    <a:pt x="167211" y="380182"/>
                    <a:pt x="167211" y="382321"/>
                    <a:pt x="163447" y="373082"/>
                  </a:cubicBezTo>
                  <a:cubicBezTo>
                    <a:pt x="161651" y="368634"/>
                    <a:pt x="159854" y="366495"/>
                    <a:pt x="158828" y="364785"/>
                  </a:cubicBezTo>
                  <a:lnTo>
                    <a:pt x="158828" y="363759"/>
                  </a:lnTo>
                  <a:cubicBezTo>
                    <a:pt x="159084" y="362048"/>
                    <a:pt x="158486" y="361363"/>
                    <a:pt x="158144" y="360936"/>
                  </a:cubicBezTo>
                  <a:lnTo>
                    <a:pt x="159170" y="358455"/>
                  </a:lnTo>
                  <a:cubicBezTo>
                    <a:pt x="162078" y="355632"/>
                    <a:pt x="163618" y="354691"/>
                    <a:pt x="163533" y="352895"/>
                  </a:cubicBezTo>
                  <a:cubicBezTo>
                    <a:pt x="164217" y="351697"/>
                    <a:pt x="164816" y="349644"/>
                    <a:pt x="165671" y="345367"/>
                  </a:cubicBezTo>
                  <a:cubicBezTo>
                    <a:pt x="167810" y="333905"/>
                    <a:pt x="168408" y="323042"/>
                    <a:pt x="166783" y="311579"/>
                  </a:cubicBezTo>
                  <a:cubicBezTo>
                    <a:pt x="165158" y="300117"/>
                    <a:pt x="153867" y="277791"/>
                    <a:pt x="148478" y="266415"/>
                  </a:cubicBezTo>
                  <a:cubicBezTo>
                    <a:pt x="148478" y="266415"/>
                    <a:pt x="145740" y="265901"/>
                    <a:pt x="146852" y="260940"/>
                  </a:cubicBezTo>
                  <a:cubicBezTo>
                    <a:pt x="147964" y="256064"/>
                    <a:pt x="151728" y="229376"/>
                    <a:pt x="151728" y="229376"/>
                  </a:cubicBezTo>
                  <a:lnTo>
                    <a:pt x="131541" y="206708"/>
                  </a:lnTo>
                  <a:lnTo>
                    <a:pt x="132909" y="208162"/>
                  </a:lnTo>
                  <a:lnTo>
                    <a:pt x="132311" y="206109"/>
                  </a:lnTo>
                  <a:cubicBezTo>
                    <a:pt x="131712" y="204227"/>
                    <a:pt x="131883" y="192594"/>
                    <a:pt x="131883" y="192594"/>
                  </a:cubicBezTo>
                  <a:cubicBezTo>
                    <a:pt x="137101" y="199779"/>
                    <a:pt x="136331" y="211755"/>
                    <a:pt x="136331" y="211755"/>
                  </a:cubicBezTo>
                  <a:lnTo>
                    <a:pt x="137357" y="212610"/>
                  </a:lnTo>
                  <a:cubicBezTo>
                    <a:pt x="137186" y="210728"/>
                    <a:pt x="137186" y="198753"/>
                    <a:pt x="136588" y="195246"/>
                  </a:cubicBezTo>
                  <a:cubicBezTo>
                    <a:pt x="135989" y="191824"/>
                    <a:pt x="136417" y="187461"/>
                    <a:pt x="137956" y="187461"/>
                  </a:cubicBezTo>
                  <a:cubicBezTo>
                    <a:pt x="139496" y="187461"/>
                    <a:pt x="140950" y="192337"/>
                    <a:pt x="143003" y="202174"/>
                  </a:cubicBezTo>
                  <a:cubicBezTo>
                    <a:pt x="145056" y="211926"/>
                    <a:pt x="148050" y="218085"/>
                    <a:pt x="148050" y="218085"/>
                  </a:cubicBezTo>
                  <a:cubicBezTo>
                    <a:pt x="146425" y="214834"/>
                    <a:pt x="145826" y="208077"/>
                    <a:pt x="143773" y="198667"/>
                  </a:cubicBezTo>
                  <a:cubicBezTo>
                    <a:pt x="141720" y="189258"/>
                    <a:pt x="139924" y="178480"/>
                    <a:pt x="139924" y="178480"/>
                  </a:cubicBezTo>
                  <a:cubicBezTo>
                    <a:pt x="139924" y="178480"/>
                    <a:pt x="140351" y="176854"/>
                    <a:pt x="140950" y="174973"/>
                  </a:cubicBezTo>
                  <a:cubicBezTo>
                    <a:pt x="141549" y="173176"/>
                    <a:pt x="142661" y="165906"/>
                    <a:pt x="142661" y="165906"/>
                  </a:cubicBezTo>
                  <a:cubicBezTo>
                    <a:pt x="143602" y="161030"/>
                    <a:pt x="143260" y="158891"/>
                    <a:pt x="142148" y="154700"/>
                  </a:cubicBezTo>
                  <a:cubicBezTo>
                    <a:pt x="141036" y="150508"/>
                    <a:pt x="141463" y="150508"/>
                    <a:pt x="141463" y="150508"/>
                  </a:cubicBezTo>
                  <a:cubicBezTo>
                    <a:pt x="146254" y="146830"/>
                    <a:pt x="146938" y="150508"/>
                    <a:pt x="157203" y="152989"/>
                  </a:cubicBezTo>
                  <a:cubicBezTo>
                    <a:pt x="167467" y="155470"/>
                    <a:pt x="173284" y="148968"/>
                    <a:pt x="175251" y="146231"/>
                  </a:cubicBezTo>
                  <a:cubicBezTo>
                    <a:pt x="177304" y="143494"/>
                    <a:pt x="177732" y="142125"/>
                    <a:pt x="176535" y="136736"/>
                  </a:cubicBezTo>
                  <a:cubicBezTo>
                    <a:pt x="175337" y="131347"/>
                    <a:pt x="177048" y="133657"/>
                    <a:pt x="179785" y="132117"/>
                  </a:cubicBezTo>
                  <a:cubicBezTo>
                    <a:pt x="182522" y="130578"/>
                    <a:pt x="182351" y="129295"/>
                    <a:pt x="182522" y="128097"/>
                  </a:cubicBezTo>
                  <a:cubicBezTo>
                    <a:pt x="182693" y="126985"/>
                    <a:pt x="181581" y="126386"/>
                    <a:pt x="179785" y="125103"/>
                  </a:cubicBezTo>
                  <a:cubicBezTo>
                    <a:pt x="177989" y="123905"/>
                    <a:pt x="179443" y="122623"/>
                    <a:pt x="179443" y="122623"/>
                  </a:cubicBezTo>
                  <a:cubicBezTo>
                    <a:pt x="186286" y="118089"/>
                    <a:pt x="183463" y="116464"/>
                    <a:pt x="183463" y="116464"/>
                  </a:cubicBezTo>
                  <a:cubicBezTo>
                    <a:pt x="182266" y="112015"/>
                    <a:pt x="183036" y="109962"/>
                    <a:pt x="183463" y="107482"/>
                  </a:cubicBezTo>
                  <a:cubicBezTo>
                    <a:pt x="183891" y="105002"/>
                    <a:pt x="185858" y="107653"/>
                    <a:pt x="189964" y="104403"/>
                  </a:cubicBezTo>
                  <a:cubicBezTo>
                    <a:pt x="193985" y="101152"/>
                    <a:pt x="189793" y="96448"/>
                    <a:pt x="189793" y="96448"/>
                  </a:cubicBezTo>
                  <a:cubicBezTo>
                    <a:pt x="176021" y="81735"/>
                    <a:pt x="175850" y="74806"/>
                    <a:pt x="175850" y="74806"/>
                  </a:cubicBezTo>
                  <a:cubicBezTo>
                    <a:pt x="174653" y="70358"/>
                    <a:pt x="179443" y="66252"/>
                    <a:pt x="179101" y="65054"/>
                  </a:cubicBezTo>
                  <a:lnTo>
                    <a:pt x="177476" y="60521"/>
                  </a:lnTo>
                  <a:cubicBezTo>
                    <a:pt x="177048" y="43327"/>
                    <a:pt x="165329" y="32293"/>
                    <a:pt x="165329" y="32293"/>
                  </a:cubicBezTo>
                  <a:cubicBezTo>
                    <a:pt x="161309" y="30154"/>
                    <a:pt x="170974" y="26048"/>
                    <a:pt x="170718" y="25193"/>
                  </a:cubicBezTo>
                  <a:cubicBezTo>
                    <a:pt x="169435" y="21344"/>
                    <a:pt x="145911" y="8341"/>
                    <a:pt x="132995" y="3723"/>
                  </a:cubicBezTo>
                  <a:cubicBezTo>
                    <a:pt x="95785" y="-6115"/>
                    <a:pt x="73117" y="2952"/>
                    <a:pt x="48910" y="38024"/>
                  </a:cubicBezTo>
                  <a:cubicBezTo>
                    <a:pt x="24616" y="73181"/>
                    <a:pt x="40013" y="133571"/>
                    <a:pt x="33513" y="168728"/>
                  </a:cubicBezTo>
                  <a:cubicBezTo>
                    <a:pt x="27012" y="203885"/>
                    <a:pt x="15720" y="233225"/>
                    <a:pt x="19741" y="226724"/>
                  </a:cubicBezTo>
                  <a:cubicBezTo>
                    <a:pt x="17346" y="235706"/>
                    <a:pt x="8706" y="278219"/>
                    <a:pt x="6568" y="288569"/>
                  </a:cubicBezTo>
                  <a:cubicBezTo>
                    <a:pt x="4429" y="298920"/>
                    <a:pt x="-447" y="315257"/>
                    <a:pt x="2205" y="320133"/>
                  </a:cubicBezTo>
                  <a:cubicBezTo>
                    <a:pt x="4942" y="325009"/>
                    <a:pt x="1093" y="327746"/>
                    <a:pt x="1093" y="336985"/>
                  </a:cubicBezTo>
                  <a:cubicBezTo>
                    <a:pt x="1093" y="346223"/>
                    <a:pt x="580" y="352210"/>
                    <a:pt x="580" y="360936"/>
                  </a:cubicBezTo>
                  <a:lnTo>
                    <a:pt x="580" y="360936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22A2928B-7529-629D-C660-8491E9BD0BA1}"/>
                </a:ext>
              </a:extLst>
            </p:cNvPr>
            <p:cNvSpPr/>
            <p:nvPr/>
          </p:nvSpPr>
          <p:spPr>
            <a:xfrm>
              <a:off x="-3876722" y="4211502"/>
              <a:ext cx="287488" cy="1279812"/>
            </a:xfrm>
            <a:custGeom>
              <a:avLst/>
              <a:gdLst>
                <a:gd name="connsiteX0" fmla="*/ 248749 w 287488"/>
                <a:gd name="connsiteY0" fmla="*/ 541018 h 1279812"/>
                <a:gd name="connsiteX1" fmla="*/ 246525 w 287488"/>
                <a:gd name="connsiteY1" fmla="*/ 541018 h 1279812"/>
                <a:gd name="connsiteX2" fmla="*/ 248749 w 287488"/>
                <a:gd name="connsiteY2" fmla="*/ 541018 h 1279812"/>
                <a:gd name="connsiteX3" fmla="*/ 248749 w 287488"/>
                <a:gd name="connsiteY3" fmla="*/ 541018 h 1279812"/>
                <a:gd name="connsiteX4" fmla="*/ 171 w 287488"/>
                <a:gd name="connsiteY4" fmla="*/ 422631 h 1279812"/>
                <a:gd name="connsiteX5" fmla="*/ 6843 w 287488"/>
                <a:gd name="connsiteY5" fmla="*/ 435377 h 1279812"/>
                <a:gd name="connsiteX6" fmla="*/ 9067 w 287488"/>
                <a:gd name="connsiteY6" fmla="*/ 446497 h 1279812"/>
                <a:gd name="connsiteX7" fmla="*/ 13173 w 287488"/>
                <a:gd name="connsiteY7" fmla="*/ 450090 h 1279812"/>
                <a:gd name="connsiteX8" fmla="*/ 7613 w 287488"/>
                <a:gd name="connsiteY8" fmla="*/ 457617 h 1279812"/>
                <a:gd name="connsiteX9" fmla="*/ 15825 w 287488"/>
                <a:gd name="connsiteY9" fmla="*/ 466342 h 1279812"/>
                <a:gd name="connsiteX10" fmla="*/ 13259 w 287488"/>
                <a:gd name="connsiteY10" fmla="*/ 475495 h 1279812"/>
                <a:gd name="connsiteX11" fmla="*/ 22155 w 287488"/>
                <a:gd name="connsiteY11" fmla="*/ 480627 h 1279812"/>
                <a:gd name="connsiteX12" fmla="*/ 32163 w 287488"/>
                <a:gd name="connsiteY12" fmla="*/ 475495 h 1279812"/>
                <a:gd name="connsiteX13" fmla="*/ 43369 w 287488"/>
                <a:gd name="connsiteY13" fmla="*/ 475067 h 1279812"/>
                <a:gd name="connsiteX14" fmla="*/ 40032 w 287488"/>
                <a:gd name="connsiteY14" fmla="*/ 496109 h 1279812"/>
                <a:gd name="connsiteX15" fmla="*/ 34045 w 287488"/>
                <a:gd name="connsiteY15" fmla="*/ 541788 h 1279812"/>
                <a:gd name="connsiteX16" fmla="*/ 50981 w 287488"/>
                <a:gd name="connsiteY16" fmla="*/ 560008 h 1279812"/>
                <a:gd name="connsiteX17" fmla="*/ 50981 w 287488"/>
                <a:gd name="connsiteY17" fmla="*/ 560008 h 1279812"/>
                <a:gd name="connsiteX18" fmla="*/ 58252 w 287488"/>
                <a:gd name="connsiteY18" fmla="*/ 604232 h 1279812"/>
                <a:gd name="connsiteX19" fmla="*/ 65694 w 287488"/>
                <a:gd name="connsiteY19" fmla="*/ 636053 h 1279812"/>
                <a:gd name="connsiteX20" fmla="*/ 75360 w 287488"/>
                <a:gd name="connsiteY20" fmla="*/ 700464 h 1279812"/>
                <a:gd name="connsiteX21" fmla="*/ 76729 w 287488"/>
                <a:gd name="connsiteY21" fmla="*/ 717401 h 1279812"/>
                <a:gd name="connsiteX22" fmla="*/ 76729 w 287488"/>
                <a:gd name="connsiteY22" fmla="*/ 723559 h 1279812"/>
                <a:gd name="connsiteX23" fmla="*/ 76986 w 287488"/>
                <a:gd name="connsiteY23" fmla="*/ 724928 h 1279812"/>
                <a:gd name="connsiteX24" fmla="*/ 80407 w 287488"/>
                <a:gd name="connsiteY24" fmla="*/ 790280 h 1279812"/>
                <a:gd name="connsiteX25" fmla="*/ 96061 w 287488"/>
                <a:gd name="connsiteY25" fmla="*/ 853921 h 1279812"/>
                <a:gd name="connsiteX26" fmla="*/ 95291 w 287488"/>
                <a:gd name="connsiteY26" fmla="*/ 908753 h 1279812"/>
                <a:gd name="connsiteX27" fmla="*/ 138489 w 287488"/>
                <a:gd name="connsiteY27" fmla="*/ 1160666 h 1279812"/>
                <a:gd name="connsiteX28" fmla="*/ 127283 w 287488"/>
                <a:gd name="connsiteY28" fmla="*/ 1181367 h 1279812"/>
                <a:gd name="connsiteX29" fmla="*/ 101963 w 287488"/>
                <a:gd name="connsiteY29" fmla="*/ 1197277 h 1279812"/>
                <a:gd name="connsiteX30" fmla="*/ 94521 w 287488"/>
                <a:gd name="connsiteY30" fmla="*/ 1226703 h 1279812"/>
                <a:gd name="connsiteX31" fmla="*/ 98285 w 287488"/>
                <a:gd name="connsiteY31" fmla="*/ 1236198 h 1279812"/>
                <a:gd name="connsiteX32" fmla="*/ 77413 w 287488"/>
                <a:gd name="connsiteY32" fmla="*/ 1252878 h 1279812"/>
                <a:gd name="connsiteX33" fmla="*/ 71426 w 287488"/>
                <a:gd name="connsiteY33" fmla="*/ 1256043 h 1279812"/>
                <a:gd name="connsiteX34" fmla="*/ 37894 w 287488"/>
                <a:gd name="connsiteY34" fmla="*/ 1257668 h 1279812"/>
                <a:gd name="connsiteX35" fmla="*/ 24464 w 287488"/>
                <a:gd name="connsiteY35" fmla="*/ 1271953 h 1279812"/>
                <a:gd name="connsiteX36" fmla="*/ 23695 w 287488"/>
                <a:gd name="connsiteY36" fmla="*/ 1277513 h 1279812"/>
                <a:gd name="connsiteX37" fmla="*/ 40803 w 287488"/>
                <a:gd name="connsiteY37" fmla="*/ 1279139 h 1279812"/>
                <a:gd name="connsiteX38" fmla="*/ 246953 w 287488"/>
                <a:gd name="connsiteY38" fmla="*/ 1279139 h 1279812"/>
                <a:gd name="connsiteX39" fmla="*/ 246953 w 287488"/>
                <a:gd name="connsiteY39" fmla="*/ 1274434 h 1279812"/>
                <a:gd name="connsiteX40" fmla="*/ 247209 w 287488"/>
                <a:gd name="connsiteY40" fmla="*/ 1274434 h 1279812"/>
                <a:gd name="connsiteX41" fmla="*/ 246953 w 287488"/>
                <a:gd name="connsiteY41" fmla="*/ 1272124 h 1279812"/>
                <a:gd name="connsiteX42" fmla="*/ 235833 w 287488"/>
                <a:gd name="connsiteY42" fmla="*/ 1225078 h 1279812"/>
                <a:gd name="connsiteX43" fmla="*/ 235833 w 287488"/>
                <a:gd name="connsiteY43" fmla="*/ 1223966 h 1279812"/>
                <a:gd name="connsiteX44" fmla="*/ 242505 w 287488"/>
                <a:gd name="connsiteY44" fmla="*/ 1215583 h 1279812"/>
                <a:gd name="connsiteX45" fmla="*/ 248407 w 287488"/>
                <a:gd name="connsiteY45" fmla="*/ 1177261 h 1279812"/>
                <a:gd name="connsiteX46" fmla="*/ 249177 w 287488"/>
                <a:gd name="connsiteY46" fmla="*/ 1173754 h 1279812"/>
                <a:gd name="connsiteX47" fmla="*/ 240623 w 287488"/>
                <a:gd name="connsiteY47" fmla="*/ 1128846 h 1279812"/>
                <a:gd name="connsiteX48" fmla="*/ 240280 w 287488"/>
                <a:gd name="connsiteY48" fmla="*/ 1079660 h 1279812"/>
                <a:gd name="connsiteX49" fmla="*/ 251401 w 287488"/>
                <a:gd name="connsiteY49" fmla="*/ 889677 h 1279812"/>
                <a:gd name="connsiteX50" fmla="*/ 258843 w 287488"/>
                <a:gd name="connsiteY50" fmla="*/ 737844 h 1279812"/>
                <a:gd name="connsiteX51" fmla="*/ 275951 w 287488"/>
                <a:gd name="connsiteY51" fmla="*/ 607482 h 1279812"/>
                <a:gd name="connsiteX52" fmla="*/ 250032 w 287488"/>
                <a:gd name="connsiteY52" fmla="*/ 540933 h 1279812"/>
                <a:gd name="connsiteX53" fmla="*/ 258843 w 287488"/>
                <a:gd name="connsiteY53" fmla="*/ 541103 h 1279812"/>
                <a:gd name="connsiteX54" fmla="*/ 283820 w 287488"/>
                <a:gd name="connsiteY54" fmla="*/ 503381 h 1279812"/>
                <a:gd name="connsiteX55" fmla="*/ 276036 w 287488"/>
                <a:gd name="connsiteY55" fmla="*/ 340856 h 1279812"/>
                <a:gd name="connsiteX56" fmla="*/ 266028 w 287488"/>
                <a:gd name="connsiteY56" fmla="*/ 286795 h 1279812"/>
                <a:gd name="connsiteX57" fmla="*/ 227279 w 287488"/>
                <a:gd name="connsiteY57" fmla="*/ 218021 h 1279812"/>
                <a:gd name="connsiteX58" fmla="*/ 193063 w 287488"/>
                <a:gd name="connsiteY58" fmla="*/ 182265 h 1279812"/>
                <a:gd name="connsiteX59" fmla="*/ 190839 w 287488"/>
                <a:gd name="connsiteY59" fmla="*/ 178672 h 1279812"/>
                <a:gd name="connsiteX60" fmla="*/ 178607 w 287488"/>
                <a:gd name="connsiteY60" fmla="*/ 157972 h 1279812"/>
                <a:gd name="connsiteX61" fmla="*/ 177152 w 287488"/>
                <a:gd name="connsiteY61" fmla="*/ 156604 h 1279812"/>
                <a:gd name="connsiteX62" fmla="*/ 176382 w 287488"/>
                <a:gd name="connsiteY62" fmla="*/ 152070 h 1279812"/>
                <a:gd name="connsiteX63" fmla="*/ 191267 w 287488"/>
                <a:gd name="connsiteY63" fmla="*/ 102286 h 1279812"/>
                <a:gd name="connsiteX64" fmla="*/ 184765 w 287488"/>
                <a:gd name="connsiteY64" fmla="*/ 41895 h 1279812"/>
                <a:gd name="connsiteX65" fmla="*/ 137633 w 287488"/>
                <a:gd name="connsiteY65" fmla="*/ 579 h 1279812"/>
                <a:gd name="connsiteX66" fmla="*/ 120782 w 287488"/>
                <a:gd name="connsiteY66" fmla="*/ 5882 h 1279812"/>
                <a:gd name="connsiteX67" fmla="*/ 76643 w 287488"/>
                <a:gd name="connsiteY67" fmla="*/ 14351 h 1279812"/>
                <a:gd name="connsiteX68" fmla="*/ 44908 w 287488"/>
                <a:gd name="connsiteY68" fmla="*/ 57805 h 1279812"/>
                <a:gd name="connsiteX69" fmla="*/ 50896 w 287488"/>
                <a:gd name="connsiteY69" fmla="*/ 67385 h 1279812"/>
                <a:gd name="connsiteX70" fmla="*/ 49870 w 287488"/>
                <a:gd name="connsiteY70" fmla="*/ 83296 h 1279812"/>
                <a:gd name="connsiteX71" fmla="*/ 46705 w 287488"/>
                <a:gd name="connsiteY71" fmla="*/ 108102 h 1279812"/>
                <a:gd name="connsiteX72" fmla="*/ 51067 w 287488"/>
                <a:gd name="connsiteY72" fmla="*/ 117940 h 1279812"/>
                <a:gd name="connsiteX73" fmla="*/ 49955 w 287488"/>
                <a:gd name="connsiteY73" fmla="*/ 133679 h 1279812"/>
                <a:gd name="connsiteX74" fmla="*/ 63812 w 287488"/>
                <a:gd name="connsiteY74" fmla="*/ 183463 h 1279812"/>
                <a:gd name="connsiteX75" fmla="*/ 67320 w 287488"/>
                <a:gd name="connsiteY75" fmla="*/ 199373 h 1279812"/>
                <a:gd name="connsiteX76" fmla="*/ 78782 w 287488"/>
                <a:gd name="connsiteY76" fmla="*/ 206815 h 1279812"/>
                <a:gd name="connsiteX77" fmla="*/ 95120 w 287488"/>
                <a:gd name="connsiteY77" fmla="*/ 209980 h 1279812"/>
                <a:gd name="connsiteX78" fmla="*/ 107010 w 287488"/>
                <a:gd name="connsiteY78" fmla="*/ 224864 h 1279812"/>
                <a:gd name="connsiteX79" fmla="*/ 107352 w 287488"/>
                <a:gd name="connsiteY79" fmla="*/ 223153 h 1279812"/>
                <a:gd name="connsiteX80" fmla="*/ 106839 w 287488"/>
                <a:gd name="connsiteY80" fmla="*/ 228200 h 1279812"/>
                <a:gd name="connsiteX81" fmla="*/ 98798 w 287488"/>
                <a:gd name="connsiteY81" fmla="*/ 250183 h 1279812"/>
                <a:gd name="connsiteX82" fmla="*/ 91613 w 287488"/>
                <a:gd name="connsiteY82" fmla="*/ 277043 h 1279812"/>
                <a:gd name="connsiteX83" fmla="*/ 76729 w 287488"/>
                <a:gd name="connsiteY83" fmla="*/ 347784 h 1279812"/>
                <a:gd name="connsiteX84" fmla="*/ 73222 w 287488"/>
                <a:gd name="connsiteY84" fmla="*/ 373104 h 1279812"/>
                <a:gd name="connsiteX85" fmla="*/ 62615 w 287488"/>
                <a:gd name="connsiteY85" fmla="*/ 405438 h 1279812"/>
                <a:gd name="connsiteX86" fmla="*/ 60306 w 287488"/>
                <a:gd name="connsiteY86" fmla="*/ 412195 h 1279812"/>
                <a:gd name="connsiteX87" fmla="*/ 60306 w 287488"/>
                <a:gd name="connsiteY87" fmla="*/ 411426 h 1279812"/>
                <a:gd name="connsiteX88" fmla="*/ 46191 w 287488"/>
                <a:gd name="connsiteY88" fmla="*/ 406635 h 1279812"/>
                <a:gd name="connsiteX89" fmla="*/ 25320 w 287488"/>
                <a:gd name="connsiteY89" fmla="*/ 406208 h 1279812"/>
                <a:gd name="connsiteX90" fmla="*/ 11206 w 287488"/>
                <a:gd name="connsiteY90" fmla="*/ 410998 h 1279812"/>
                <a:gd name="connsiteX91" fmla="*/ 9324 w 287488"/>
                <a:gd name="connsiteY91" fmla="*/ 417328 h 1279812"/>
                <a:gd name="connsiteX92" fmla="*/ 0 w 287488"/>
                <a:gd name="connsiteY92" fmla="*/ 422888 h 1279812"/>
                <a:gd name="connsiteX93" fmla="*/ 0 w 287488"/>
                <a:gd name="connsiteY93" fmla="*/ 422888 h 1279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287488" h="1279812">
                  <a:moveTo>
                    <a:pt x="248749" y="541018"/>
                  </a:moveTo>
                  <a:lnTo>
                    <a:pt x="246525" y="541018"/>
                  </a:lnTo>
                  <a:cubicBezTo>
                    <a:pt x="246525" y="541018"/>
                    <a:pt x="248749" y="541018"/>
                    <a:pt x="248749" y="541018"/>
                  </a:cubicBezTo>
                  <a:lnTo>
                    <a:pt x="248749" y="541018"/>
                  </a:lnTo>
                  <a:close/>
                  <a:moveTo>
                    <a:pt x="171" y="422631"/>
                  </a:moveTo>
                  <a:cubicBezTo>
                    <a:pt x="-599" y="428619"/>
                    <a:pt x="1625" y="435377"/>
                    <a:pt x="6843" y="435377"/>
                  </a:cubicBezTo>
                  <a:cubicBezTo>
                    <a:pt x="6843" y="435377"/>
                    <a:pt x="4961" y="442904"/>
                    <a:pt x="9067" y="446497"/>
                  </a:cubicBezTo>
                  <a:lnTo>
                    <a:pt x="13173" y="450090"/>
                  </a:lnTo>
                  <a:cubicBezTo>
                    <a:pt x="13173" y="450090"/>
                    <a:pt x="6843" y="452912"/>
                    <a:pt x="7613" y="457617"/>
                  </a:cubicBezTo>
                  <a:cubicBezTo>
                    <a:pt x="8383" y="462407"/>
                    <a:pt x="11719" y="466769"/>
                    <a:pt x="15825" y="466342"/>
                  </a:cubicBezTo>
                  <a:cubicBezTo>
                    <a:pt x="15825" y="466342"/>
                    <a:pt x="10265" y="472672"/>
                    <a:pt x="13259" y="475495"/>
                  </a:cubicBezTo>
                  <a:cubicBezTo>
                    <a:pt x="16252" y="478232"/>
                    <a:pt x="19589" y="481055"/>
                    <a:pt x="22155" y="480627"/>
                  </a:cubicBezTo>
                  <a:cubicBezTo>
                    <a:pt x="24721" y="480199"/>
                    <a:pt x="29597" y="475837"/>
                    <a:pt x="32163" y="475495"/>
                  </a:cubicBezTo>
                  <a:cubicBezTo>
                    <a:pt x="34729" y="475067"/>
                    <a:pt x="43369" y="475067"/>
                    <a:pt x="43369" y="475067"/>
                  </a:cubicBezTo>
                  <a:cubicBezTo>
                    <a:pt x="40032" y="494570"/>
                    <a:pt x="43711" y="487812"/>
                    <a:pt x="40032" y="496109"/>
                  </a:cubicBezTo>
                  <a:cubicBezTo>
                    <a:pt x="36354" y="504407"/>
                    <a:pt x="30709" y="533491"/>
                    <a:pt x="34045" y="541788"/>
                  </a:cubicBezTo>
                  <a:cubicBezTo>
                    <a:pt x="36953" y="549058"/>
                    <a:pt x="40204" y="560521"/>
                    <a:pt x="50981" y="560008"/>
                  </a:cubicBezTo>
                  <a:lnTo>
                    <a:pt x="50981" y="560008"/>
                  </a:lnTo>
                  <a:cubicBezTo>
                    <a:pt x="49527" y="569588"/>
                    <a:pt x="56713" y="598672"/>
                    <a:pt x="58252" y="604232"/>
                  </a:cubicBezTo>
                  <a:cubicBezTo>
                    <a:pt x="59707" y="609792"/>
                    <a:pt x="65694" y="620142"/>
                    <a:pt x="65694" y="636053"/>
                  </a:cubicBezTo>
                  <a:cubicBezTo>
                    <a:pt x="65694" y="651963"/>
                    <a:pt x="72366" y="677368"/>
                    <a:pt x="75360" y="700464"/>
                  </a:cubicBezTo>
                  <a:cubicBezTo>
                    <a:pt x="75959" y="705168"/>
                    <a:pt x="76387" y="710985"/>
                    <a:pt x="76729" y="717401"/>
                  </a:cubicBezTo>
                  <a:cubicBezTo>
                    <a:pt x="76387" y="719368"/>
                    <a:pt x="76301" y="721335"/>
                    <a:pt x="76729" y="723559"/>
                  </a:cubicBezTo>
                  <a:lnTo>
                    <a:pt x="76986" y="724928"/>
                  </a:lnTo>
                  <a:cubicBezTo>
                    <a:pt x="78012" y="749221"/>
                    <a:pt x="78269" y="778818"/>
                    <a:pt x="80407" y="790280"/>
                  </a:cubicBezTo>
                  <a:cubicBezTo>
                    <a:pt x="83401" y="806190"/>
                    <a:pt x="92297" y="841946"/>
                    <a:pt x="96061" y="853921"/>
                  </a:cubicBezTo>
                  <a:cubicBezTo>
                    <a:pt x="99825" y="865812"/>
                    <a:pt x="93067" y="870602"/>
                    <a:pt x="95291" y="908753"/>
                  </a:cubicBezTo>
                  <a:cubicBezTo>
                    <a:pt x="97515" y="946903"/>
                    <a:pt x="137719" y="1155106"/>
                    <a:pt x="138489" y="1160666"/>
                  </a:cubicBezTo>
                  <a:cubicBezTo>
                    <a:pt x="139258" y="1166226"/>
                    <a:pt x="137719" y="1171787"/>
                    <a:pt x="127283" y="1181367"/>
                  </a:cubicBezTo>
                  <a:cubicBezTo>
                    <a:pt x="116847" y="1190862"/>
                    <a:pt x="107951" y="1193257"/>
                    <a:pt x="101963" y="1197277"/>
                  </a:cubicBezTo>
                  <a:cubicBezTo>
                    <a:pt x="95975" y="1201297"/>
                    <a:pt x="90843" y="1220373"/>
                    <a:pt x="94521" y="1226703"/>
                  </a:cubicBezTo>
                  <a:cubicBezTo>
                    <a:pt x="98199" y="1233033"/>
                    <a:pt x="102733" y="1236198"/>
                    <a:pt x="98285" y="1236198"/>
                  </a:cubicBezTo>
                  <a:cubicBezTo>
                    <a:pt x="93837" y="1236198"/>
                    <a:pt x="82631" y="1252878"/>
                    <a:pt x="77413" y="1252878"/>
                  </a:cubicBezTo>
                  <a:cubicBezTo>
                    <a:pt x="72195" y="1252878"/>
                    <a:pt x="77413" y="1252878"/>
                    <a:pt x="71426" y="1256043"/>
                  </a:cubicBezTo>
                  <a:cubicBezTo>
                    <a:pt x="65438" y="1259208"/>
                    <a:pt x="48330" y="1257668"/>
                    <a:pt x="37894" y="1257668"/>
                  </a:cubicBezTo>
                  <a:cubicBezTo>
                    <a:pt x="27458" y="1257668"/>
                    <a:pt x="24464" y="1271953"/>
                    <a:pt x="24464" y="1271953"/>
                  </a:cubicBezTo>
                  <a:cubicBezTo>
                    <a:pt x="24464" y="1271953"/>
                    <a:pt x="21471" y="1273578"/>
                    <a:pt x="23695" y="1277513"/>
                  </a:cubicBezTo>
                  <a:cubicBezTo>
                    <a:pt x="25918" y="1281448"/>
                    <a:pt x="40803" y="1279139"/>
                    <a:pt x="40803" y="1279139"/>
                  </a:cubicBezTo>
                  <a:lnTo>
                    <a:pt x="246953" y="1279139"/>
                  </a:lnTo>
                  <a:cubicBezTo>
                    <a:pt x="246953" y="1277513"/>
                    <a:pt x="246953" y="1275974"/>
                    <a:pt x="246953" y="1274434"/>
                  </a:cubicBezTo>
                  <a:lnTo>
                    <a:pt x="247209" y="1274434"/>
                  </a:lnTo>
                  <a:cubicBezTo>
                    <a:pt x="247209" y="1274434"/>
                    <a:pt x="246953" y="1272124"/>
                    <a:pt x="246953" y="1272124"/>
                  </a:cubicBezTo>
                  <a:cubicBezTo>
                    <a:pt x="245926" y="1248772"/>
                    <a:pt x="237201" y="1228756"/>
                    <a:pt x="235833" y="1225078"/>
                  </a:cubicBezTo>
                  <a:lnTo>
                    <a:pt x="235833" y="1223966"/>
                  </a:lnTo>
                  <a:cubicBezTo>
                    <a:pt x="236517" y="1224222"/>
                    <a:pt x="239340" y="1225848"/>
                    <a:pt x="242505" y="1215583"/>
                  </a:cubicBezTo>
                  <a:cubicBezTo>
                    <a:pt x="245413" y="1206344"/>
                    <a:pt x="248578" y="1192743"/>
                    <a:pt x="248407" y="1177261"/>
                  </a:cubicBezTo>
                  <a:lnTo>
                    <a:pt x="249177" y="1173754"/>
                  </a:lnTo>
                  <a:cubicBezTo>
                    <a:pt x="251315" y="1162377"/>
                    <a:pt x="244814" y="1145098"/>
                    <a:pt x="240623" y="1128846"/>
                  </a:cubicBezTo>
                  <a:cubicBezTo>
                    <a:pt x="240195" y="1119265"/>
                    <a:pt x="241649" y="1109257"/>
                    <a:pt x="240280" y="1079660"/>
                  </a:cubicBezTo>
                  <a:cubicBezTo>
                    <a:pt x="238057" y="1031929"/>
                    <a:pt x="246268" y="931078"/>
                    <a:pt x="251401" y="889677"/>
                  </a:cubicBezTo>
                  <a:cubicBezTo>
                    <a:pt x="256619" y="848362"/>
                    <a:pt x="258843" y="737844"/>
                    <a:pt x="258843" y="737844"/>
                  </a:cubicBezTo>
                  <a:cubicBezTo>
                    <a:pt x="278945" y="675828"/>
                    <a:pt x="278945" y="623392"/>
                    <a:pt x="275951" y="607482"/>
                  </a:cubicBezTo>
                  <a:cubicBezTo>
                    <a:pt x="273042" y="592171"/>
                    <a:pt x="251572" y="544354"/>
                    <a:pt x="250032" y="540933"/>
                  </a:cubicBezTo>
                  <a:cubicBezTo>
                    <a:pt x="254052" y="540676"/>
                    <a:pt x="255849" y="540248"/>
                    <a:pt x="258843" y="541103"/>
                  </a:cubicBezTo>
                  <a:cubicBezTo>
                    <a:pt x="262949" y="542301"/>
                    <a:pt x="280399" y="517238"/>
                    <a:pt x="283820" y="503381"/>
                  </a:cubicBezTo>
                  <a:cubicBezTo>
                    <a:pt x="287156" y="489438"/>
                    <a:pt x="292802" y="407576"/>
                    <a:pt x="276036" y="340856"/>
                  </a:cubicBezTo>
                  <a:cubicBezTo>
                    <a:pt x="276036" y="340856"/>
                    <a:pt x="276378" y="319385"/>
                    <a:pt x="266028" y="286795"/>
                  </a:cubicBezTo>
                  <a:cubicBezTo>
                    <a:pt x="255592" y="254204"/>
                    <a:pt x="238484" y="229569"/>
                    <a:pt x="227279" y="218021"/>
                  </a:cubicBezTo>
                  <a:cubicBezTo>
                    <a:pt x="216159" y="206473"/>
                    <a:pt x="195287" y="185858"/>
                    <a:pt x="193063" y="182265"/>
                  </a:cubicBezTo>
                  <a:lnTo>
                    <a:pt x="190839" y="178672"/>
                  </a:lnTo>
                  <a:cubicBezTo>
                    <a:pt x="190839" y="178672"/>
                    <a:pt x="179291" y="160367"/>
                    <a:pt x="178607" y="157972"/>
                  </a:cubicBezTo>
                  <a:lnTo>
                    <a:pt x="177152" y="156604"/>
                  </a:lnTo>
                  <a:cubicBezTo>
                    <a:pt x="176211" y="154807"/>
                    <a:pt x="175527" y="152925"/>
                    <a:pt x="176382" y="152070"/>
                  </a:cubicBezTo>
                  <a:cubicBezTo>
                    <a:pt x="178350" y="149931"/>
                    <a:pt x="193747" y="132481"/>
                    <a:pt x="191267" y="102286"/>
                  </a:cubicBezTo>
                  <a:cubicBezTo>
                    <a:pt x="188786" y="72091"/>
                    <a:pt x="186818" y="46685"/>
                    <a:pt x="184765" y="41895"/>
                  </a:cubicBezTo>
                  <a:cubicBezTo>
                    <a:pt x="182798" y="37105"/>
                    <a:pt x="161926" y="8534"/>
                    <a:pt x="137633" y="579"/>
                  </a:cubicBezTo>
                  <a:cubicBezTo>
                    <a:pt x="137633" y="579"/>
                    <a:pt x="131474" y="-2586"/>
                    <a:pt x="120782" y="5882"/>
                  </a:cubicBezTo>
                  <a:cubicBezTo>
                    <a:pt x="112827" y="3231"/>
                    <a:pt x="101963" y="-3099"/>
                    <a:pt x="76643" y="14351"/>
                  </a:cubicBezTo>
                  <a:cubicBezTo>
                    <a:pt x="51324" y="31801"/>
                    <a:pt x="43882" y="51475"/>
                    <a:pt x="44908" y="57805"/>
                  </a:cubicBezTo>
                  <a:cubicBezTo>
                    <a:pt x="45935" y="64135"/>
                    <a:pt x="49356" y="63622"/>
                    <a:pt x="50896" y="67385"/>
                  </a:cubicBezTo>
                  <a:cubicBezTo>
                    <a:pt x="52350" y="71064"/>
                    <a:pt x="48415" y="78506"/>
                    <a:pt x="49870" y="83296"/>
                  </a:cubicBezTo>
                  <a:cubicBezTo>
                    <a:pt x="51324" y="88086"/>
                    <a:pt x="46619" y="103398"/>
                    <a:pt x="46705" y="108102"/>
                  </a:cubicBezTo>
                  <a:cubicBezTo>
                    <a:pt x="46790" y="115373"/>
                    <a:pt x="50554" y="113663"/>
                    <a:pt x="51067" y="117940"/>
                  </a:cubicBezTo>
                  <a:cubicBezTo>
                    <a:pt x="51580" y="122131"/>
                    <a:pt x="48929" y="125723"/>
                    <a:pt x="49955" y="133679"/>
                  </a:cubicBezTo>
                  <a:cubicBezTo>
                    <a:pt x="50981" y="141634"/>
                    <a:pt x="52436" y="162848"/>
                    <a:pt x="63812" y="183463"/>
                  </a:cubicBezTo>
                  <a:cubicBezTo>
                    <a:pt x="63812" y="183463"/>
                    <a:pt x="66806" y="197235"/>
                    <a:pt x="67320" y="199373"/>
                  </a:cubicBezTo>
                  <a:cubicBezTo>
                    <a:pt x="67833" y="201512"/>
                    <a:pt x="72794" y="206815"/>
                    <a:pt x="78782" y="206815"/>
                  </a:cubicBezTo>
                  <a:cubicBezTo>
                    <a:pt x="84770" y="206815"/>
                    <a:pt x="91185" y="204677"/>
                    <a:pt x="95120" y="209980"/>
                  </a:cubicBezTo>
                  <a:cubicBezTo>
                    <a:pt x="99055" y="215284"/>
                    <a:pt x="102562" y="223752"/>
                    <a:pt x="107010" y="224864"/>
                  </a:cubicBezTo>
                  <a:lnTo>
                    <a:pt x="107352" y="223153"/>
                  </a:lnTo>
                  <a:cubicBezTo>
                    <a:pt x="107181" y="224778"/>
                    <a:pt x="107010" y="226404"/>
                    <a:pt x="106839" y="228200"/>
                  </a:cubicBezTo>
                  <a:cubicBezTo>
                    <a:pt x="106839" y="228200"/>
                    <a:pt x="103589" y="242571"/>
                    <a:pt x="98798" y="250183"/>
                  </a:cubicBezTo>
                  <a:cubicBezTo>
                    <a:pt x="97002" y="250269"/>
                    <a:pt x="90843" y="270970"/>
                    <a:pt x="91613" y="277043"/>
                  </a:cubicBezTo>
                  <a:cubicBezTo>
                    <a:pt x="92383" y="283373"/>
                    <a:pt x="77499" y="332644"/>
                    <a:pt x="76729" y="347784"/>
                  </a:cubicBezTo>
                  <a:cubicBezTo>
                    <a:pt x="76301" y="355825"/>
                    <a:pt x="74676" y="365662"/>
                    <a:pt x="73222" y="373104"/>
                  </a:cubicBezTo>
                  <a:cubicBezTo>
                    <a:pt x="68688" y="385935"/>
                    <a:pt x="64924" y="399022"/>
                    <a:pt x="62615" y="405438"/>
                  </a:cubicBezTo>
                  <a:cubicBezTo>
                    <a:pt x="62102" y="406892"/>
                    <a:pt x="61332" y="409202"/>
                    <a:pt x="60306" y="412195"/>
                  </a:cubicBezTo>
                  <a:lnTo>
                    <a:pt x="60306" y="411426"/>
                  </a:lnTo>
                  <a:cubicBezTo>
                    <a:pt x="60306" y="411426"/>
                    <a:pt x="52521" y="407063"/>
                    <a:pt x="46191" y="406635"/>
                  </a:cubicBezTo>
                  <a:cubicBezTo>
                    <a:pt x="39861" y="406208"/>
                    <a:pt x="31307" y="403471"/>
                    <a:pt x="25320" y="406208"/>
                  </a:cubicBezTo>
                  <a:cubicBezTo>
                    <a:pt x="19332" y="408945"/>
                    <a:pt x="13430" y="410570"/>
                    <a:pt x="11206" y="410998"/>
                  </a:cubicBezTo>
                  <a:cubicBezTo>
                    <a:pt x="8982" y="411426"/>
                    <a:pt x="7442" y="416130"/>
                    <a:pt x="9324" y="417328"/>
                  </a:cubicBezTo>
                  <a:cubicBezTo>
                    <a:pt x="9324" y="417328"/>
                    <a:pt x="770" y="416900"/>
                    <a:pt x="0" y="422888"/>
                  </a:cubicBezTo>
                  <a:lnTo>
                    <a:pt x="0" y="422888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BDAA9383-80DC-8BBB-5806-904E24D20A4B}"/>
                </a:ext>
              </a:extLst>
            </p:cNvPr>
            <p:cNvSpPr/>
            <p:nvPr/>
          </p:nvSpPr>
          <p:spPr>
            <a:xfrm>
              <a:off x="-4456719" y="4243014"/>
              <a:ext cx="379231" cy="1255542"/>
            </a:xfrm>
            <a:custGeom>
              <a:avLst/>
              <a:gdLst>
                <a:gd name="connsiteX0" fmla="*/ 147253 w 379231"/>
                <a:gd name="connsiteY0" fmla="*/ 238431 h 1255542"/>
                <a:gd name="connsiteX1" fmla="*/ 159057 w 379231"/>
                <a:gd name="connsiteY1" fmla="*/ 249123 h 1255542"/>
                <a:gd name="connsiteX2" fmla="*/ 158031 w 379231"/>
                <a:gd name="connsiteY2" fmla="*/ 268455 h 1255542"/>
                <a:gd name="connsiteX3" fmla="*/ 157090 w 379231"/>
                <a:gd name="connsiteY3" fmla="*/ 267685 h 1255542"/>
                <a:gd name="connsiteX4" fmla="*/ 147167 w 379231"/>
                <a:gd name="connsiteY4" fmla="*/ 238516 h 1255542"/>
                <a:gd name="connsiteX5" fmla="*/ 147253 w 379231"/>
                <a:gd name="connsiteY5" fmla="*/ 238516 h 1255542"/>
                <a:gd name="connsiteX6" fmla="*/ 215599 w 379231"/>
                <a:gd name="connsiteY6" fmla="*/ 110036 h 1255542"/>
                <a:gd name="connsiteX7" fmla="*/ 217566 w 379231"/>
                <a:gd name="connsiteY7" fmla="*/ 102851 h 1255542"/>
                <a:gd name="connsiteX8" fmla="*/ 226035 w 379231"/>
                <a:gd name="connsiteY8" fmla="*/ 105759 h 1255542"/>
                <a:gd name="connsiteX9" fmla="*/ 219106 w 379231"/>
                <a:gd name="connsiteY9" fmla="*/ 125604 h 1255542"/>
                <a:gd name="connsiteX10" fmla="*/ 214915 w 379231"/>
                <a:gd name="connsiteY10" fmla="*/ 119531 h 1255542"/>
                <a:gd name="connsiteX11" fmla="*/ 215684 w 379231"/>
                <a:gd name="connsiteY11" fmla="*/ 110036 h 1255542"/>
                <a:gd name="connsiteX12" fmla="*/ 215684 w 379231"/>
                <a:gd name="connsiteY12" fmla="*/ 110036 h 1255542"/>
                <a:gd name="connsiteX13" fmla="*/ 3717 w 379231"/>
                <a:gd name="connsiteY13" fmla="*/ 352455 h 1255542"/>
                <a:gd name="connsiteX14" fmla="*/ 5172 w 379231"/>
                <a:gd name="connsiteY14" fmla="*/ 390092 h 1255542"/>
                <a:gd name="connsiteX15" fmla="*/ 19542 w 379231"/>
                <a:gd name="connsiteY15" fmla="*/ 460577 h 1255542"/>
                <a:gd name="connsiteX16" fmla="*/ 44862 w 379231"/>
                <a:gd name="connsiteY16" fmla="*/ 490259 h 1255542"/>
                <a:gd name="connsiteX17" fmla="*/ 39388 w 379231"/>
                <a:gd name="connsiteY17" fmla="*/ 496076 h 1255542"/>
                <a:gd name="connsiteX18" fmla="*/ 50337 w 379231"/>
                <a:gd name="connsiteY18" fmla="*/ 517290 h 1255542"/>
                <a:gd name="connsiteX19" fmla="*/ 50593 w 379231"/>
                <a:gd name="connsiteY19" fmla="*/ 516862 h 1255542"/>
                <a:gd name="connsiteX20" fmla="*/ 49823 w 379231"/>
                <a:gd name="connsiteY20" fmla="*/ 547998 h 1255542"/>
                <a:gd name="connsiteX21" fmla="*/ 53758 w 379231"/>
                <a:gd name="connsiteY21" fmla="*/ 660311 h 1255542"/>
                <a:gd name="connsiteX22" fmla="*/ 67872 w 379231"/>
                <a:gd name="connsiteY22" fmla="*/ 688882 h 1255542"/>
                <a:gd name="connsiteX23" fmla="*/ 67872 w 379231"/>
                <a:gd name="connsiteY23" fmla="*/ 688882 h 1255542"/>
                <a:gd name="connsiteX24" fmla="*/ 67958 w 379231"/>
                <a:gd name="connsiteY24" fmla="*/ 688968 h 1255542"/>
                <a:gd name="connsiteX25" fmla="*/ 70609 w 379231"/>
                <a:gd name="connsiteY25" fmla="*/ 693159 h 1255542"/>
                <a:gd name="connsiteX26" fmla="*/ 63681 w 379231"/>
                <a:gd name="connsiteY26" fmla="*/ 719163 h 1255542"/>
                <a:gd name="connsiteX27" fmla="*/ 63509 w 379231"/>
                <a:gd name="connsiteY27" fmla="*/ 725151 h 1255542"/>
                <a:gd name="connsiteX28" fmla="*/ 62312 w 379231"/>
                <a:gd name="connsiteY28" fmla="*/ 741489 h 1255542"/>
                <a:gd name="connsiteX29" fmla="*/ 61884 w 379231"/>
                <a:gd name="connsiteY29" fmla="*/ 743798 h 1255542"/>
                <a:gd name="connsiteX30" fmla="*/ 60516 w 379231"/>
                <a:gd name="connsiteY30" fmla="*/ 755517 h 1255542"/>
                <a:gd name="connsiteX31" fmla="*/ 57351 w 379231"/>
                <a:gd name="connsiteY31" fmla="*/ 818645 h 1255542"/>
                <a:gd name="connsiteX32" fmla="*/ 55212 w 379231"/>
                <a:gd name="connsiteY32" fmla="*/ 839175 h 1255542"/>
                <a:gd name="connsiteX33" fmla="*/ 39559 w 379231"/>
                <a:gd name="connsiteY33" fmla="*/ 887676 h 1255542"/>
                <a:gd name="connsiteX34" fmla="*/ 39388 w 379231"/>
                <a:gd name="connsiteY34" fmla="*/ 889472 h 1255542"/>
                <a:gd name="connsiteX35" fmla="*/ 38789 w 379231"/>
                <a:gd name="connsiteY35" fmla="*/ 894604 h 1255542"/>
                <a:gd name="connsiteX36" fmla="*/ 38789 w 379231"/>
                <a:gd name="connsiteY36" fmla="*/ 897769 h 1255542"/>
                <a:gd name="connsiteX37" fmla="*/ 36394 w 379231"/>
                <a:gd name="connsiteY37" fmla="*/ 925142 h 1255542"/>
                <a:gd name="connsiteX38" fmla="*/ 33827 w 379231"/>
                <a:gd name="connsiteY38" fmla="*/ 934894 h 1255542"/>
                <a:gd name="connsiteX39" fmla="*/ 30491 w 379231"/>
                <a:gd name="connsiteY39" fmla="*/ 970649 h 1255542"/>
                <a:gd name="connsiteX40" fmla="*/ 29893 w 379231"/>
                <a:gd name="connsiteY40" fmla="*/ 989468 h 1255542"/>
                <a:gd name="connsiteX41" fmla="*/ 24675 w 379231"/>
                <a:gd name="connsiteY41" fmla="*/ 1079284 h 1255542"/>
                <a:gd name="connsiteX42" fmla="*/ 29893 w 379231"/>
                <a:gd name="connsiteY42" fmla="*/ 1156356 h 1255542"/>
                <a:gd name="connsiteX43" fmla="*/ 19970 w 379231"/>
                <a:gd name="connsiteY43" fmla="*/ 1206139 h 1255542"/>
                <a:gd name="connsiteX44" fmla="*/ 22964 w 379231"/>
                <a:gd name="connsiteY44" fmla="*/ 1227353 h 1255542"/>
                <a:gd name="connsiteX45" fmla="*/ 21937 w 379231"/>
                <a:gd name="connsiteY45" fmla="*/ 1248567 h 1255542"/>
                <a:gd name="connsiteX46" fmla="*/ 89428 w 379231"/>
                <a:gd name="connsiteY46" fmla="*/ 1254897 h 1255542"/>
                <a:gd name="connsiteX47" fmla="*/ 93363 w 379231"/>
                <a:gd name="connsiteY47" fmla="*/ 1248567 h 1255542"/>
                <a:gd name="connsiteX48" fmla="*/ 119196 w 379231"/>
                <a:gd name="connsiteY48" fmla="*/ 1253870 h 1255542"/>
                <a:gd name="connsiteX49" fmla="*/ 218250 w 379231"/>
                <a:gd name="connsiteY49" fmla="*/ 1244718 h 1255542"/>
                <a:gd name="connsiteX50" fmla="*/ 223126 w 379231"/>
                <a:gd name="connsiteY50" fmla="*/ 1243691 h 1255542"/>
                <a:gd name="connsiteX51" fmla="*/ 222356 w 379231"/>
                <a:gd name="connsiteY51" fmla="*/ 1227353 h 1255542"/>
                <a:gd name="connsiteX52" fmla="*/ 189167 w 379231"/>
                <a:gd name="connsiteY52" fmla="*/ 1223076 h 1255542"/>
                <a:gd name="connsiteX53" fmla="*/ 158801 w 379231"/>
                <a:gd name="connsiteY53" fmla="*/ 1213582 h 1255542"/>
                <a:gd name="connsiteX54" fmla="*/ 139982 w 379231"/>
                <a:gd name="connsiteY54" fmla="*/ 1143610 h 1255542"/>
                <a:gd name="connsiteX55" fmla="*/ 132027 w 379231"/>
                <a:gd name="connsiteY55" fmla="*/ 1130095 h 1255542"/>
                <a:gd name="connsiteX56" fmla="*/ 134165 w 379231"/>
                <a:gd name="connsiteY56" fmla="*/ 1117948 h 1255542"/>
                <a:gd name="connsiteX57" fmla="*/ 147937 w 379231"/>
                <a:gd name="connsiteY57" fmla="*/ 1081166 h 1255542"/>
                <a:gd name="connsiteX58" fmla="*/ 153668 w 379231"/>
                <a:gd name="connsiteY58" fmla="*/ 1054478 h 1255542"/>
                <a:gd name="connsiteX59" fmla="*/ 221416 w 379231"/>
                <a:gd name="connsiteY59" fmla="*/ 736784 h 1255542"/>
                <a:gd name="connsiteX60" fmla="*/ 219448 w 379231"/>
                <a:gd name="connsiteY60" fmla="*/ 668951 h 1255542"/>
                <a:gd name="connsiteX61" fmla="*/ 232365 w 379231"/>
                <a:gd name="connsiteY61" fmla="*/ 614890 h 1255542"/>
                <a:gd name="connsiteX62" fmla="*/ 228430 w 379231"/>
                <a:gd name="connsiteY62" fmla="*/ 522679 h 1255542"/>
                <a:gd name="connsiteX63" fmla="*/ 233391 w 379231"/>
                <a:gd name="connsiteY63" fmla="*/ 513184 h 1255542"/>
                <a:gd name="connsiteX64" fmla="*/ 232108 w 379231"/>
                <a:gd name="connsiteY64" fmla="*/ 504202 h 1255542"/>
                <a:gd name="connsiteX65" fmla="*/ 240320 w 379231"/>
                <a:gd name="connsiteY65" fmla="*/ 502063 h 1255542"/>
                <a:gd name="connsiteX66" fmla="*/ 244340 w 379231"/>
                <a:gd name="connsiteY66" fmla="*/ 494194 h 1255542"/>
                <a:gd name="connsiteX67" fmla="*/ 257684 w 379231"/>
                <a:gd name="connsiteY67" fmla="*/ 522679 h 1255542"/>
                <a:gd name="connsiteX68" fmla="*/ 241346 w 379231"/>
                <a:gd name="connsiteY68" fmla="*/ 476145 h 1255542"/>
                <a:gd name="connsiteX69" fmla="*/ 239892 w 379231"/>
                <a:gd name="connsiteY69" fmla="*/ 466992 h 1255542"/>
                <a:gd name="connsiteX70" fmla="*/ 252808 w 379231"/>
                <a:gd name="connsiteY70" fmla="*/ 458011 h 1255542"/>
                <a:gd name="connsiteX71" fmla="*/ 255888 w 379231"/>
                <a:gd name="connsiteY71" fmla="*/ 450911 h 1255542"/>
                <a:gd name="connsiteX72" fmla="*/ 259994 w 379231"/>
                <a:gd name="connsiteY72" fmla="*/ 448772 h 1255542"/>
                <a:gd name="connsiteX73" fmla="*/ 270088 w 379231"/>
                <a:gd name="connsiteY73" fmla="*/ 448003 h 1255542"/>
                <a:gd name="connsiteX74" fmla="*/ 298401 w 379231"/>
                <a:gd name="connsiteY74" fmla="*/ 434744 h 1255542"/>
                <a:gd name="connsiteX75" fmla="*/ 293440 w 379231"/>
                <a:gd name="connsiteY75" fmla="*/ 418320 h 1255542"/>
                <a:gd name="connsiteX76" fmla="*/ 291986 w 379231"/>
                <a:gd name="connsiteY76" fmla="*/ 399844 h 1255542"/>
                <a:gd name="connsiteX77" fmla="*/ 301994 w 379231"/>
                <a:gd name="connsiteY77" fmla="*/ 393856 h 1255542"/>
                <a:gd name="connsiteX78" fmla="*/ 326544 w 379231"/>
                <a:gd name="connsiteY78" fmla="*/ 393086 h 1255542"/>
                <a:gd name="connsiteX79" fmla="*/ 338434 w 379231"/>
                <a:gd name="connsiteY79" fmla="*/ 390691 h 1255542"/>
                <a:gd name="connsiteX80" fmla="*/ 349982 w 379231"/>
                <a:gd name="connsiteY80" fmla="*/ 386329 h 1255542"/>
                <a:gd name="connsiteX81" fmla="*/ 358535 w 379231"/>
                <a:gd name="connsiteY81" fmla="*/ 376406 h 1255542"/>
                <a:gd name="connsiteX82" fmla="*/ 354429 w 379231"/>
                <a:gd name="connsiteY82" fmla="*/ 372044 h 1255542"/>
                <a:gd name="connsiteX83" fmla="*/ 356996 w 379231"/>
                <a:gd name="connsiteY83" fmla="*/ 366911 h 1255542"/>
                <a:gd name="connsiteX84" fmla="*/ 355114 w 379231"/>
                <a:gd name="connsiteY84" fmla="*/ 358186 h 1255542"/>
                <a:gd name="connsiteX85" fmla="*/ 359990 w 379231"/>
                <a:gd name="connsiteY85" fmla="*/ 355021 h 1255542"/>
                <a:gd name="connsiteX86" fmla="*/ 364865 w 379231"/>
                <a:gd name="connsiteY86" fmla="*/ 348691 h 1255542"/>
                <a:gd name="connsiteX87" fmla="*/ 359648 w 379231"/>
                <a:gd name="connsiteY87" fmla="*/ 343131 h 1255542"/>
                <a:gd name="connsiteX88" fmla="*/ 363753 w 379231"/>
                <a:gd name="connsiteY88" fmla="*/ 336801 h 1255542"/>
                <a:gd name="connsiteX89" fmla="*/ 375301 w 379231"/>
                <a:gd name="connsiteY89" fmla="*/ 336801 h 1255542"/>
                <a:gd name="connsiteX90" fmla="*/ 378637 w 379231"/>
                <a:gd name="connsiteY90" fmla="*/ 331241 h 1255542"/>
                <a:gd name="connsiteX91" fmla="*/ 367089 w 379231"/>
                <a:gd name="connsiteY91" fmla="*/ 325253 h 1255542"/>
                <a:gd name="connsiteX92" fmla="*/ 337664 w 379231"/>
                <a:gd name="connsiteY92" fmla="*/ 330043 h 1255542"/>
                <a:gd name="connsiteX93" fmla="*/ 327827 w 379231"/>
                <a:gd name="connsiteY93" fmla="*/ 332695 h 1255542"/>
                <a:gd name="connsiteX94" fmla="*/ 322352 w 379231"/>
                <a:gd name="connsiteY94" fmla="*/ 333208 h 1255542"/>
                <a:gd name="connsiteX95" fmla="*/ 291473 w 379231"/>
                <a:gd name="connsiteY95" fmla="*/ 355877 h 1255542"/>
                <a:gd name="connsiteX96" fmla="*/ 270259 w 379231"/>
                <a:gd name="connsiteY96" fmla="*/ 370162 h 1255542"/>
                <a:gd name="connsiteX97" fmla="*/ 243228 w 379231"/>
                <a:gd name="connsiteY97" fmla="*/ 385131 h 1255542"/>
                <a:gd name="connsiteX98" fmla="*/ 232279 w 379231"/>
                <a:gd name="connsiteY98" fmla="*/ 390948 h 1255542"/>
                <a:gd name="connsiteX99" fmla="*/ 229798 w 379231"/>
                <a:gd name="connsiteY99" fmla="*/ 395139 h 1255542"/>
                <a:gd name="connsiteX100" fmla="*/ 213888 w 379231"/>
                <a:gd name="connsiteY100" fmla="*/ 391974 h 1255542"/>
                <a:gd name="connsiteX101" fmla="*/ 204393 w 379231"/>
                <a:gd name="connsiteY101" fmla="*/ 363490 h 1255542"/>
                <a:gd name="connsiteX102" fmla="*/ 195069 w 379231"/>
                <a:gd name="connsiteY102" fmla="*/ 328418 h 1255542"/>
                <a:gd name="connsiteX103" fmla="*/ 167782 w 379231"/>
                <a:gd name="connsiteY103" fmla="*/ 240484 h 1255542"/>
                <a:gd name="connsiteX104" fmla="*/ 159485 w 379231"/>
                <a:gd name="connsiteY104" fmla="*/ 220639 h 1255542"/>
                <a:gd name="connsiteX105" fmla="*/ 154951 w 379231"/>
                <a:gd name="connsiteY105" fmla="*/ 201649 h 1255542"/>
                <a:gd name="connsiteX106" fmla="*/ 161196 w 379231"/>
                <a:gd name="connsiteY106" fmla="*/ 194464 h 1255542"/>
                <a:gd name="connsiteX107" fmla="*/ 178560 w 379231"/>
                <a:gd name="connsiteY107" fmla="*/ 188134 h 1255542"/>
                <a:gd name="connsiteX108" fmla="*/ 191135 w 379231"/>
                <a:gd name="connsiteY108" fmla="*/ 192667 h 1255542"/>
                <a:gd name="connsiteX109" fmla="*/ 199346 w 379231"/>
                <a:gd name="connsiteY109" fmla="*/ 181547 h 1255542"/>
                <a:gd name="connsiteX110" fmla="*/ 196524 w 379231"/>
                <a:gd name="connsiteY110" fmla="*/ 173249 h 1255542"/>
                <a:gd name="connsiteX111" fmla="*/ 201656 w 379231"/>
                <a:gd name="connsiteY111" fmla="*/ 164439 h 1255542"/>
                <a:gd name="connsiteX112" fmla="*/ 197122 w 379231"/>
                <a:gd name="connsiteY112" fmla="*/ 158537 h 1255542"/>
                <a:gd name="connsiteX113" fmla="*/ 205163 w 379231"/>
                <a:gd name="connsiteY113" fmla="*/ 153405 h 1255542"/>
                <a:gd name="connsiteX114" fmla="*/ 209782 w 379231"/>
                <a:gd name="connsiteY114" fmla="*/ 144252 h 1255542"/>
                <a:gd name="connsiteX115" fmla="*/ 218678 w 379231"/>
                <a:gd name="connsiteY115" fmla="*/ 145877 h 1255542"/>
                <a:gd name="connsiteX116" fmla="*/ 223298 w 379231"/>
                <a:gd name="connsiteY116" fmla="*/ 136040 h 1255542"/>
                <a:gd name="connsiteX117" fmla="*/ 220132 w 379231"/>
                <a:gd name="connsiteY117" fmla="*/ 127572 h 1255542"/>
                <a:gd name="connsiteX118" fmla="*/ 226804 w 379231"/>
                <a:gd name="connsiteY118" fmla="*/ 103706 h 1255542"/>
                <a:gd name="connsiteX119" fmla="*/ 220132 w 379231"/>
                <a:gd name="connsiteY119" fmla="*/ 98916 h 1255542"/>
                <a:gd name="connsiteX120" fmla="*/ 217139 w 379231"/>
                <a:gd name="connsiteY120" fmla="*/ 86170 h 1255542"/>
                <a:gd name="connsiteX121" fmla="*/ 213375 w 379231"/>
                <a:gd name="connsiteY121" fmla="*/ 59140 h 1255542"/>
                <a:gd name="connsiteX122" fmla="*/ 205163 w 379231"/>
                <a:gd name="connsiteY122" fmla="*/ 46223 h 1255542"/>
                <a:gd name="connsiteX123" fmla="*/ 216112 w 379231"/>
                <a:gd name="connsiteY123" fmla="*/ 48020 h 1255542"/>
                <a:gd name="connsiteX124" fmla="*/ 216454 w 379231"/>
                <a:gd name="connsiteY124" fmla="*/ 44427 h 1255542"/>
                <a:gd name="connsiteX125" fmla="*/ 182067 w 379231"/>
                <a:gd name="connsiteY125" fmla="*/ 15087 h 1255542"/>
                <a:gd name="connsiteX126" fmla="*/ 132283 w 379231"/>
                <a:gd name="connsiteY126" fmla="*/ 203 h 1255542"/>
                <a:gd name="connsiteX127" fmla="*/ 111069 w 379231"/>
                <a:gd name="connsiteY127" fmla="*/ 5165 h 1255542"/>
                <a:gd name="connsiteX128" fmla="*/ 91139 w 379231"/>
                <a:gd name="connsiteY128" fmla="*/ 15686 h 1255542"/>
                <a:gd name="connsiteX129" fmla="*/ 91053 w 379231"/>
                <a:gd name="connsiteY129" fmla="*/ 10896 h 1255542"/>
                <a:gd name="connsiteX130" fmla="*/ 90198 w 379231"/>
                <a:gd name="connsiteY130" fmla="*/ 18081 h 1255542"/>
                <a:gd name="connsiteX131" fmla="*/ 82842 w 379231"/>
                <a:gd name="connsiteY131" fmla="*/ 18680 h 1255542"/>
                <a:gd name="connsiteX132" fmla="*/ 89086 w 379231"/>
                <a:gd name="connsiteY132" fmla="*/ 20647 h 1255542"/>
                <a:gd name="connsiteX133" fmla="*/ 87546 w 379231"/>
                <a:gd name="connsiteY133" fmla="*/ 21759 h 1255542"/>
                <a:gd name="connsiteX134" fmla="*/ 69583 w 379231"/>
                <a:gd name="connsiteY134" fmla="*/ 69234 h 1255542"/>
                <a:gd name="connsiteX135" fmla="*/ 77880 w 379231"/>
                <a:gd name="connsiteY135" fmla="*/ 112688 h 1255542"/>
                <a:gd name="connsiteX136" fmla="*/ 80789 w 379231"/>
                <a:gd name="connsiteY136" fmla="*/ 136382 h 1255542"/>
                <a:gd name="connsiteX137" fmla="*/ 85408 w 379231"/>
                <a:gd name="connsiteY137" fmla="*/ 137665 h 1255542"/>
                <a:gd name="connsiteX138" fmla="*/ 89000 w 379231"/>
                <a:gd name="connsiteY138" fmla="*/ 143054 h 1255542"/>
                <a:gd name="connsiteX139" fmla="*/ 75485 w 379231"/>
                <a:gd name="connsiteY139" fmla="*/ 164610 h 1255542"/>
                <a:gd name="connsiteX140" fmla="*/ 76426 w 379231"/>
                <a:gd name="connsiteY140" fmla="*/ 167262 h 1255542"/>
                <a:gd name="connsiteX141" fmla="*/ 70952 w 379231"/>
                <a:gd name="connsiteY141" fmla="*/ 166663 h 1255542"/>
                <a:gd name="connsiteX142" fmla="*/ 53587 w 379231"/>
                <a:gd name="connsiteY142" fmla="*/ 185225 h 1255542"/>
                <a:gd name="connsiteX143" fmla="*/ 44691 w 379231"/>
                <a:gd name="connsiteY143" fmla="*/ 200622 h 1255542"/>
                <a:gd name="connsiteX144" fmla="*/ 9962 w 379231"/>
                <a:gd name="connsiteY144" fmla="*/ 252545 h 1255542"/>
                <a:gd name="connsiteX145" fmla="*/ 4487 w 379231"/>
                <a:gd name="connsiteY145" fmla="*/ 294887 h 1255542"/>
                <a:gd name="connsiteX146" fmla="*/ 3461 w 379231"/>
                <a:gd name="connsiteY146" fmla="*/ 352626 h 1255542"/>
                <a:gd name="connsiteX147" fmla="*/ 3461 w 379231"/>
                <a:gd name="connsiteY147" fmla="*/ 352626 h 1255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</a:cxnLst>
              <a:rect l="l" t="t" r="r" b="b"/>
              <a:pathLst>
                <a:path w="379231" h="1255542">
                  <a:moveTo>
                    <a:pt x="147253" y="238431"/>
                  </a:moveTo>
                  <a:cubicBezTo>
                    <a:pt x="155978" y="239799"/>
                    <a:pt x="158630" y="246044"/>
                    <a:pt x="159057" y="249123"/>
                  </a:cubicBezTo>
                  <a:cubicBezTo>
                    <a:pt x="159485" y="251860"/>
                    <a:pt x="158373" y="265204"/>
                    <a:pt x="158031" y="268455"/>
                  </a:cubicBezTo>
                  <a:lnTo>
                    <a:pt x="157090" y="267685"/>
                  </a:lnTo>
                  <a:cubicBezTo>
                    <a:pt x="157090" y="267685"/>
                    <a:pt x="155550" y="251262"/>
                    <a:pt x="147167" y="238516"/>
                  </a:cubicBezTo>
                  <a:lnTo>
                    <a:pt x="147253" y="238516"/>
                  </a:lnTo>
                  <a:close/>
                  <a:moveTo>
                    <a:pt x="215599" y="110036"/>
                  </a:moveTo>
                  <a:cubicBezTo>
                    <a:pt x="215342" y="107641"/>
                    <a:pt x="217566" y="102851"/>
                    <a:pt x="217566" y="102851"/>
                  </a:cubicBezTo>
                  <a:cubicBezTo>
                    <a:pt x="223298" y="100456"/>
                    <a:pt x="226035" y="105759"/>
                    <a:pt x="226035" y="105759"/>
                  </a:cubicBezTo>
                  <a:cubicBezTo>
                    <a:pt x="226035" y="113457"/>
                    <a:pt x="220304" y="125347"/>
                    <a:pt x="219106" y="125604"/>
                  </a:cubicBezTo>
                  <a:cubicBezTo>
                    <a:pt x="217823" y="125861"/>
                    <a:pt x="216112" y="121669"/>
                    <a:pt x="214915" y="119531"/>
                  </a:cubicBezTo>
                  <a:cubicBezTo>
                    <a:pt x="213717" y="117392"/>
                    <a:pt x="215941" y="112345"/>
                    <a:pt x="215684" y="110036"/>
                  </a:cubicBezTo>
                  <a:lnTo>
                    <a:pt x="215684" y="110036"/>
                  </a:lnTo>
                  <a:close/>
                  <a:moveTo>
                    <a:pt x="3717" y="352455"/>
                  </a:moveTo>
                  <a:cubicBezTo>
                    <a:pt x="3717" y="352455"/>
                    <a:pt x="5685" y="379486"/>
                    <a:pt x="5172" y="390092"/>
                  </a:cubicBezTo>
                  <a:cubicBezTo>
                    <a:pt x="4659" y="400699"/>
                    <a:pt x="13127" y="446805"/>
                    <a:pt x="19542" y="460577"/>
                  </a:cubicBezTo>
                  <a:cubicBezTo>
                    <a:pt x="25958" y="474349"/>
                    <a:pt x="43408" y="484955"/>
                    <a:pt x="44862" y="490259"/>
                  </a:cubicBezTo>
                  <a:cubicBezTo>
                    <a:pt x="46316" y="495563"/>
                    <a:pt x="39388" y="493424"/>
                    <a:pt x="39388" y="496076"/>
                  </a:cubicBezTo>
                  <a:cubicBezTo>
                    <a:pt x="39388" y="498728"/>
                    <a:pt x="43835" y="514125"/>
                    <a:pt x="50337" y="517290"/>
                  </a:cubicBezTo>
                  <a:lnTo>
                    <a:pt x="50593" y="516862"/>
                  </a:lnTo>
                  <a:cubicBezTo>
                    <a:pt x="51534" y="524988"/>
                    <a:pt x="52304" y="537562"/>
                    <a:pt x="49823" y="547998"/>
                  </a:cubicBezTo>
                  <a:cubicBezTo>
                    <a:pt x="45888" y="564935"/>
                    <a:pt x="28011" y="608389"/>
                    <a:pt x="53758" y="660311"/>
                  </a:cubicBezTo>
                  <a:cubicBezTo>
                    <a:pt x="53758" y="660311"/>
                    <a:pt x="61884" y="678361"/>
                    <a:pt x="67872" y="688882"/>
                  </a:cubicBezTo>
                  <a:lnTo>
                    <a:pt x="67872" y="688882"/>
                  </a:lnTo>
                  <a:cubicBezTo>
                    <a:pt x="67872" y="688882"/>
                    <a:pt x="67958" y="688968"/>
                    <a:pt x="67958" y="688968"/>
                  </a:cubicBezTo>
                  <a:cubicBezTo>
                    <a:pt x="68899" y="690593"/>
                    <a:pt x="69840" y="692047"/>
                    <a:pt x="70609" y="693159"/>
                  </a:cubicBezTo>
                  <a:cubicBezTo>
                    <a:pt x="70609" y="693159"/>
                    <a:pt x="64108" y="703252"/>
                    <a:pt x="63681" y="719163"/>
                  </a:cubicBezTo>
                  <a:cubicBezTo>
                    <a:pt x="63681" y="719163"/>
                    <a:pt x="63681" y="721644"/>
                    <a:pt x="63509" y="725151"/>
                  </a:cubicBezTo>
                  <a:cubicBezTo>
                    <a:pt x="63338" y="729086"/>
                    <a:pt x="62996" y="734731"/>
                    <a:pt x="62312" y="741489"/>
                  </a:cubicBezTo>
                  <a:lnTo>
                    <a:pt x="61884" y="743798"/>
                  </a:lnTo>
                  <a:cubicBezTo>
                    <a:pt x="61371" y="746022"/>
                    <a:pt x="60943" y="750299"/>
                    <a:pt x="60516" y="755517"/>
                  </a:cubicBezTo>
                  <a:cubicBezTo>
                    <a:pt x="58719" y="769118"/>
                    <a:pt x="58377" y="797260"/>
                    <a:pt x="57351" y="818645"/>
                  </a:cubicBezTo>
                  <a:cubicBezTo>
                    <a:pt x="56666" y="827028"/>
                    <a:pt x="55811" y="834812"/>
                    <a:pt x="55212" y="839175"/>
                  </a:cubicBezTo>
                  <a:cubicBezTo>
                    <a:pt x="53672" y="848670"/>
                    <a:pt x="40328" y="878950"/>
                    <a:pt x="39559" y="887676"/>
                  </a:cubicBezTo>
                  <a:lnTo>
                    <a:pt x="39388" y="889472"/>
                  </a:lnTo>
                  <a:cubicBezTo>
                    <a:pt x="38960" y="891439"/>
                    <a:pt x="38789" y="893150"/>
                    <a:pt x="38789" y="894604"/>
                  </a:cubicBezTo>
                  <a:lnTo>
                    <a:pt x="38789" y="897769"/>
                  </a:lnTo>
                  <a:cubicBezTo>
                    <a:pt x="38104" y="906751"/>
                    <a:pt x="37334" y="918299"/>
                    <a:pt x="36394" y="925142"/>
                  </a:cubicBezTo>
                  <a:cubicBezTo>
                    <a:pt x="35709" y="928307"/>
                    <a:pt x="34854" y="931643"/>
                    <a:pt x="33827" y="934894"/>
                  </a:cubicBezTo>
                  <a:cubicBezTo>
                    <a:pt x="30919" y="943448"/>
                    <a:pt x="30406" y="957989"/>
                    <a:pt x="30491" y="970649"/>
                  </a:cubicBezTo>
                  <a:cubicBezTo>
                    <a:pt x="29978" y="977578"/>
                    <a:pt x="29636" y="984250"/>
                    <a:pt x="29893" y="989468"/>
                  </a:cubicBezTo>
                  <a:cubicBezTo>
                    <a:pt x="30662" y="1007773"/>
                    <a:pt x="26899" y="1061749"/>
                    <a:pt x="24675" y="1079284"/>
                  </a:cubicBezTo>
                  <a:cubicBezTo>
                    <a:pt x="22451" y="1096734"/>
                    <a:pt x="28438" y="1158750"/>
                    <a:pt x="29893" y="1156356"/>
                  </a:cubicBezTo>
                  <a:cubicBezTo>
                    <a:pt x="29893" y="1156356"/>
                    <a:pt x="23905" y="1187064"/>
                    <a:pt x="19970" y="1206139"/>
                  </a:cubicBezTo>
                  <a:cubicBezTo>
                    <a:pt x="19970" y="1206139"/>
                    <a:pt x="22964" y="1223076"/>
                    <a:pt x="22964" y="1227353"/>
                  </a:cubicBezTo>
                  <a:cubicBezTo>
                    <a:pt x="22964" y="1231630"/>
                    <a:pt x="18003" y="1244290"/>
                    <a:pt x="21937" y="1248567"/>
                  </a:cubicBezTo>
                  <a:cubicBezTo>
                    <a:pt x="21937" y="1248567"/>
                    <a:pt x="76512" y="1258062"/>
                    <a:pt x="89428" y="1254897"/>
                  </a:cubicBezTo>
                  <a:cubicBezTo>
                    <a:pt x="89428" y="1254897"/>
                    <a:pt x="87461" y="1249593"/>
                    <a:pt x="93363" y="1248567"/>
                  </a:cubicBezTo>
                  <a:cubicBezTo>
                    <a:pt x="99351" y="1247540"/>
                    <a:pt x="108247" y="1253870"/>
                    <a:pt x="119196" y="1253870"/>
                  </a:cubicBezTo>
                  <a:cubicBezTo>
                    <a:pt x="130145" y="1253870"/>
                    <a:pt x="191648" y="1261312"/>
                    <a:pt x="218250" y="1244718"/>
                  </a:cubicBezTo>
                  <a:lnTo>
                    <a:pt x="223126" y="1243691"/>
                  </a:lnTo>
                  <a:lnTo>
                    <a:pt x="222356" y="1227353"/>
                  </a:lnTo>
                  <a:cubicBezTo>
                    <a:pt x="222356" y="1227353"/>
                    <a:pt x="206446" y="1224787"/>
                    <a:pt x="189167" y="1223076"/>
                  </a:cubicBezTo>
                  <a:cubicBezTo>
                    <a:pt x="176507" y="1220852"/>
                    <a:pt x="163933" y="1217687"/>
                    <a:pt x="158801" y="1213582"/>
                  </a:cubicBezTo>
                  <a:cubicBezTo>
                    <a:pt x="146911" y="1204001"/>
                    <a:pt x="139982" y="1157382"/>
                    <a:pt x="139982" y="1143610"/>
                  </a:cubicBezTo>
                  <a:cubicBezTo>
                    <a:pt x="139982" y="1134372"/>
                    <a:pt x="133738" y="1134628"/>
                    <a:pt x="132027" y="1130095"/>
                  </a:cubicBezTo>
                  <a:cubicBezTo>
                    <a:pt x="132198" y="1126587"/>
                    <a:pt x="133053" y="1122396"/>
                    <a:pt x="134165" y="1117948"/>
                  </a:cubicBezTo>
                  <a:cubicBezTo>
                    <a:pt x="142035" y="1098958"/>
                    <a:pt x="147937" y="1081166"/>
                    <a:pt x="147937" y="1081166"/>
                  </a:cubicBezTo>
                  <a:cubicBezTo>
                    <a:pt x="150247" y="1076461"/>
                    <a:pt x="151957" y="1066539"/>
                    <a:pt x="153668" y="1054478"/>
                  </a:cubicBezTo>
                  <a:cubicBezTo>
                    <a:pt x="170520" y="975696"/>
                    <a:pt x="218935" y="748931"/>
                    <a:pt x="221416" y="736784"/>
                  </a:cubicBezTo>
                  <a:cubicBezTo>
                    <a:pt x="224409" y="722071"/>
                    <a:pt x="220389" y="690165"/>
                    <a:pt x="219448" y="668951"/>
                  </a:cubicBezTo>
                  <a:cubicBezTo>
                    <a:pt x="219448" y="668951"/>
                    <a:pt x="231338" y="635078"/>
                    <a:pt x="232365" y="614890"/>
                  </a:cubicBezTo>
                  <a:cubicBezTo>
                    <a:pt x="233391" y="594788"/>
                    <a:pt x="224409" y="558690"/>
                    <a:pt x="228430" y="522679"/>
                  </a:cubicBezTo>
                  <a:lnTo>
                    <a:pt x="233391" y="513184"/>
                  </a:lnTo>
                  <a:lnTo>
                    <a:pt x="232108" y="504202"/>
                  </a:lnTo>
                  <a:cubicBezTo>
                    <a:pt x="233990" y="504202"/>
                    <a:pt x="237497" y="503945"/>
                    <a:pt x="240320" y="502063"/>
                  </a:cubicBezTo>
                  <a:cubicBezTo>
                    <a:pt x="242715" y="500438"/>
                    <a:pt x="243827" y="496931"/>
                    <a:pt x="244340" y="494194"/>
                  </a:cubicBezTo>
                  <a:cubicBezTo>
                    <a:pt x="247334" y="501123"/>
                    <a:pt x="257684" y="522679"/>
                    <a:pt x="257684" y="522679"/>
                  </a:cubicBezTo>
                  <a:cubicBezTo>
                    <a:pt x="257684" y="512756"/>
                    <a:pt x="249301" y="493167"/>
                    <a:pt x="241346" y="476145"/>
                  </a:cubicBezTo>
                  <a:cubicBezTo>
                    <a:pt x="240405" y="471783"/>
                    <a:pt x="239635" y="467848"/>
                    <a:pt x="239892" y="466992"/>
                  </a:cubicBezTo>
                  <a:cubicBezTo>
                    <a:pt x="240405" y="464854"/>
                    <a:pt x="249301" y="460662"/>
                    <a:pt x="252808" y="458011"/>
                  </a:cubicBezTo>
                  <a:cubicBezTo>
                    <a:pt x="255289" y="456129"/>
                    <a:pt x="255460" y="452964"/>
                    <a:pt x="255888" y="450911"/>
                  </a:cubicBezTo>
                  <a:cubicBezTo>
                    <a:pt x="257085" y="450226"/>
                    <a:pt x="258454" y="449457"/>
                    <a:pt x="259994" y="448772"/>
                  </a:cubicBezTo>
                  <a:cubicBezTo>
                    <a:pt x="263073" y="448944"/>
                    <a:pt x="267436" y="449371"/>
                    <a:pt x="270088" y="448003"/>
                  </a:cubicBezTo>
                  <a:cubicBezTo>
                    <a:pt x="274022" y="445864"/>
                    <a:pt x="298401" y="434744"/>
                    <a:pt x="298401" y="434744"/>
                  </a:cubicBezTo>
                  <a:cubicBezTo>
                    <a:pt x="298401" y="434744"/>
                    <a:pt x="293440" y="419946"/>
                    <a:pt x="293440" y="418320"/>
                  </a:cubicBezTo>
                  <a:cubicBezTo>
                    <a:pt x="293440" y="416695"/>
                    <a:pt x="296434" y="405661"/>
                    <a:pt x="291986" y="399844"/>
                  </a:cubicBezTo>
                  <a:cubicBezTo>
                    <a:pt x="294979" y="397277"/>
                    <a:pt x="298743" y="394369"/>
                    <a:pt x="301994" y="393856"/>
                  </a:cubicBezTo>
                  <a:cubicBezTo>
                    <a:pt x="307212" y="393086"/>
                    <a:pt x="321753" y="393086"/>
                    <a:pt x="326544" y="393086"/>
                  </a:cubicBezTo>
                  <a:cubicBezTo>
                    <a:pt x="331334" y="393086"/>
                    <a:pt x="334328" y="390691"/>
                    <a:pt x="338434" y="390691"/>
                  </a:cubicBezTo>
                  <a:cubicBezTo>
                    <a:pt x="342540" y="390691"/>
                    <a:pt x="346645" y="388296"/>
                    <a:pt x="349982" y="386329"/>
                  </a:cubicBezTo>
                  <a:cubicBezTo>
                    <a:pt x="353317" y="384361"/>
                    <a:pt x="358535" y="379143"/>
                    <a:pt x="358535" y="376406"/>
                  </a:cubicBezTo>
                  <a:cubicBezTo>
                    <a:pt x="358535" y="373669"/>
                    <a:pt x="354429" y="374011"/>
                    <a:pt x="354429" y="372044"/>
                  </a:cubicBezTo>
                  <a:cubicBezTo>
                    <a:pt x="354429" y="370076"/>
                    <a:pt x="355884" y="369306"/>
                    <a:pt x="356996" y="366911"/>
                  </a:cubicBezTo>
                  <a:cubicBezTo>
                    <a:pt x="358108" y="364516"/>
                    <a:pt x="358450" y="360923"/>
                    <a:pt x="355114" y="358186"/>
                  </a:cubicBezTo>
                  <a:cubicBezTo>
                    <a:pt x="355114" y="358186"/>
                    <a:pt x="354772" y="355791"/>
                    <a:pt x="359990" y="355021"/>
                  </a:cubicBezTo>
                  <a:cubicBezTo>
                    <a:pt x="365208" y="354251"/>
                    <a:pt x="364438" y="351856"/>
                    <a:pt x="364865" y="348691"/>
                  </a:cubicBezTo>
                  <a:cubicBezTo>
                    <a:pt x="365208" y="345526"/>
                    <a:pt x="359648" y="345526"/>
                    <a:pt x="359648" y="343131"/>
                  </a:cubicBezTo>
                  <a:cubicBezTo>
                    <a:pt x="359648" y="340736"/>
                    <a:pt x="362641" y="338341"/>
                    <a:pt x="363753" y="336801"/>
                  </a:cubicBezTo>
                  <a:cubicBezTo>
                    <a:pt x="364865" y="335176"/>
                    <a:pt x="373077" y="336801"/>
                    <a:pt x="375301" y="336801"/>
                  </a:cubicBezTo>
                  <a:cubicBezTo>
                    <a:pt x="377525" y="336801"/>
                    <a:pt x="380519" y="334064"/>
                    <a:pt x="378637" y="331241"/>
                  </a:cubicBezTo>
                  <a:cubicBezTo>
                    <a:pt x="376755" y="328418"/>
                    <a:pt x="370853" y="325253"/>
                    <a:pt x="367089" y="325253"/>
                  </a:cubicBezTo>
                  <a:cubicBezTo>
                    <a:pt x="363326" y="325253"/>
                    <a:pt x="343651" y="328846"/>
                    <a:pt x="337664" y="330043"/>
                  </a:cubicBezTo>
                  <a:cubicBezTo>
                    <a:pt x="331676" y="331241"/>
                    <a:pt x="329366" y="332268"/>
                    <a:pt x="327827" y="332695"/>
                  </a:cubicBezTo>
                  <a:cubicBezTo>
                    <a:pt x="326373" y="333123"/>
                    <a:pt x="325346" y="332866"/>
                    <a:pt x="322352" y="333208"/>
                  </a:cubicBezTo>
                  <a:cubicBezTo>
                    <a:pt x="319358" y="333551"/>
                    <a:pt x="298914" y="347494"/>
                    <a:pt x="291473" y="355877"/>
                  </a:cubicBezTo>
                  <a:cubicBezTo>
                    <a:pt x="291473" y="355877"/>
                    <a:pt x="274022" y="367767"/>
                    <a:pt x="270259" y="370162"/>
                  </a:cubicBezTo>
                  <a:cubicBezTo>
                    <a:pt x="270259" y="370162"/>
                    <a:pt x="250157" y="379828"/>
                    <a:pt x="243228" y="385131"/>
                  </a:cubicBezTo>
                  <a:cubicBezTo>
                    <a:pt x="236299" y="390434"/>
                    <a:pt x="233819" y="389921"/>
                    <a:pt x="232279" y="390948"/>
                  </a:cubicBezTo>
                  <a:cubicBezTo>
                    <a:pt x="230825" y="392060"/>
                    <a:pt x="229798" y="395139"/>
                    <a:pt x="229798" y="395139"/>
                  </a:cubicBezTo>
                  <a:cubicBezTo>
                    <a:pt x="229798" y="395139"/>
                    <a:pt x="215428" y="391974"/>
                    <a:pt x="213888" y="391974"/>
                  </a:cubicBezTo>
                  <a:cubicBezTo>
                    <a:pt x="213375" y="391974"/>
                    <a:pt x="209868" y="380084"/>
                    <a:pt x="204393" y="363490"/>
                  </a:cubicBezTo>
                  <a:cubicBezTo>
                    <a:pt x="200458" y="348349"/>
                    <a:pt x="197037" y="335347"/>
                    <a:pt x="195069" y="328418"/>
                  </a:cubicBezTo>
                  <a:cubicBezTo>
                    <a:pt x="188654" y="305665"/>
                    <a:pt x="170263" y="250577"/>
                    <a:pt x="167782" y="240484"/>
                  </a:cubicBezTo>
                  <a:cubicBezTo>
                    <a:pt x="165900" y="232871"/>
                    <a:pt x="161196" y="223376"/>
                    <a:pt x="159485" y="220639"/>
                  </a:cubicBezTo>
                  <a:cubicBezTo>
                    <a:pt x="159741" y="218073"/>
                    <a:pt x="159057" y="210973"/>
                    <a:pt x="154951" y="201649"/>
                  </a:cubicBezTo>
                  <a:cubicBezTo>
                    <a:pt x="155892" y="199681"/>
                    <a:pt x="157860" y="197543"/>
                    <a:pt x="161196" y="194464"/>
                  </a:cubicBezTo>
                  <a:cubicBezTo>
                    <a:pt x="167012" y="189075"/>
                    <a:pt x="175139" y="188818"/>
                    <a:pt x="178560" y="188134"/>
                  </a:cubicBezTo>
                  <a:cubicBezTo>
                    <a:pt x="181982" y="187449"/>
                    <a:pt x="191135" y="192667"/>
                    <a:pt x="191135" y="192667"/>
                  </a:cubicBezTo>
                  <a:cubicBezTo>
                    <a:pt x="196352" y="194207"/>
                    <a:pt x="199346" y="187107"/>
                    <a:pt x="199346" y="181547"/>
                  </a:cubicBezTo>
                  <a:cubicBezTo>
                    <a:pt x="199346" y="175987"/>
                    <a:pt x="194984" y="177184"/>
                    <a:pt x="196524" y="173249"/>
                  </a:cubicBezTo>
                  <a:cubicBezTo>
                    <a:pt x="197978" y="169229"/>
                    <a:pt x="202426" y="168374"/>
                    <a:pt x="201656" y="164439"/>
                  </a:cubicBezTo>
                  <a:cubicBezTo>
                    <a:pt x="200886" y="160418"/>
                    <a:pt x="197892" y="163327"/>
                    <a:pt x="197122" y="158537"/>
                  </a:cubicBezTo>
                  <a:cubicBezTo>
                    <a:pt x="196352" y="153747"/>
                    <a:pt x="205163" y="153405"/>
                    <a:pt x="205163" y="153405"/>
                  </a:cubicBezTo>
                  <a:cubicBezTo>
                    <a:pt x="205163" y="153405"/>
                    <a:pt x="207130" y="145278"/>
                    <a:pt x="209782" y="144252"/>
                  </a:cubicBezTo>
                  <a:cubicBezTo>
                    <a:pt x="212434" y="143225"/>
                    <a:pt x="216283" y="146818"/>
                    <a:pt x="218678" y="145877"/>
                  </a:cubicBezTo>
                  <a:cubicBezTo>
                    <a:pt x="221073" y="144851"/>
                    <a:pt x="225008" y="140488"/>
                    <a:pt x="223298" y="136040"/>
                  </a:cubicBezTo>
                  <a:cubicBezTo>
                    <a:pt x="221929" y="132362"/>
                    <a:pt x="220132" y="127572"/>
                    <a:pt x="220132" y="127572"/>
                  </a:cubicBezTo>
                  <a:cubicBezTo>
                    <a:pt x="224581" y="122011"/>
                    <a:pt x="227574" y="106101"/>
                    <a:pt x="226804" y="103706"/>
                  </a:cubicBezTo>
                  <a:cubicBezTo>
                    <a:pt x="226035" y="101311"/>
                    <a:pt x="220817" y="102081"/>
                    <a:pt x="220132" y="98916"/>
                  </a:cubicBezTo>
                  <a:cubicBezTo>
                    <a:pt x="219363" y="95751"/>
                    <a:pt x="217908" y="91730"/>
                    <a:pt x="217139" y="86170"/>
                  </a:cubicBezTo>
                  <a:cubicBezTo>
                    <a:pt x="216369" y="80610"/>
                    <a:pt x="216369" y="67865"/>
                    <a:pt x="213375" y="59140"/>
                  </a:cubicBezTo>
                  <a:cubicBezTo>
                    <a:pt x="210381" y="50415"/>
                    <a:pt x="203880" y="49987"/>
                    <a:pt x="205163" y="46223"/>
                  </a:cubicBezTo>
                  <a:cubicBezTo>
                    <a:pt x="205933" y="43914"/>
                    <a:pt x="211578" y="43829"/>
                    <a:pt x="216112" y="48020"/>
                  </a:cubicBezTo>
                  <a:lnTo>
                    <a:pt x="216454" y="44427"/>
                  </a:lnTo>
                  <a:cubicBezTo>
                    <a:pt x="214658" y="28944"/>
                    <a:pt x="192503" y="21674"/>
                    <a:pt x="182067" y="15087"/>
                  </a:cubicBezTo>
                  <a:cubicBezTo>
                    <a:pt x="165216" y="3881"/>
                    <a:pt x="140837" y="1059"/>
                    <a:pt x="132283" y="203"/>
                  </a:cubicBezTo>
                  <a:cubicBezTo>
                    <a:pt x="123729" y="-652"/>
                    <a:pt x="111754" y="1230"/>
                    <a:pt x="111069" y="5165"/>
                  </a:cubicBezTo>
                  <a:cubicBezTo>
                    <a:pt x="110385" y="9099"/>
                    <a:pt x="93962" y="16028"/>
                    <a:pt x="91139" y="15686"/>
                  </a:cubicBezTo>
                  <a:cubicBezTo>
                    <a:pt x="88316" y="15344"/>
                    <a:pt x="91053" y="10896"/>
                    <a:pt x="91053" y="10896"/>
                  </a:cubicBezTo>
                  <a:cubicBezTo>
                    <a:pt x="87289" y="13804"/>
                    <a:pt x="90198" y="18081"/>
                    <a:pt x="90198" y="18081"/>
                  </a:cubicBezTo>
                  <a:cubicBezTo>
                    <a:pt x="87461" y="16199"/>
                    <a:pt x="84296" y="17739"/>
                    <a:pt x="82842" y="18680"/>
                  </a:cubicBezTo>
                  <a:cubicBezTo>
                    <a:pt x="84723" y="18252"/>
                    <a:pt x="88744" y="19877"/>
                    <a:pt x="89086" y="20647"/>
                  </a:cubicBezTo>
                  <a:lnTo>
                    <a:pt x="87546" y="21759"/>
                  </a:lnTo>
                  <a:cubicBezTo>
                    <a:pt x="71208" y="32965"/>
                    <a:pt x="69583" y="52297"/>
                    <a:pt x="69583" y="69234"/>
                  </a:cubicBezTo>
                  <a:cubicBezTo>
                    <a:pt x="69583" y="86170"/>
                    <a:pt x="74886" y="104219"/>
                    <a:pt x="77880" y="112688"/>
                  </a:cubicBezTo>
                  <a:cubicBezTo>
                    <a:pt x="80874" y="121156"/>
                    <a:pt x="79848" y="136297"/>
                    <a:pt x="80789" y="136382"/>
                  </a:cubicBezTo>
                  <a:cubicBezTo>
                    <a:pt x="81729" y="136468"/>
                    <a:pt x="82157" y="135698"/>
                    <a:pt x="85408" y="137665"/>
                  </a:cubicBezTo>
                  <a:cubicBezTo>
                    <a:pt x="88060" y="139290"/>
                    <a:pt x="88829" y="142028"/>
                    <a:pt x="89000" y="143054"/>
                  </a:cubicBezTo>
                  <a:cubicBezTo>
                    <a:pt x="85664" y="142883"/>
                    <a:pt x="80275" y="158964"/>
                    <a:pt x="75485" y="164610"/>
                  </a:cubicBezTo>
                  <a:lnTo>
                    <a:pt x="76426" y="167262"/>
                  </a:lnTo>
                  <a:cubicBezTo>
                    <a:pt x="76426" y="167262"/>
                    <a:pt x="72491" y="164610"/>
                    <a:pt x="70952" y="166663"/>
                  </a:cubicBezTo>
                  <a:cubicBezTo>
                    <a:pt x="69497" y="168802"/>
                    <a:pt x="57522" y="181461"/>
                    <a:pt x="53587" y="185225"/>
                  </a:cubicBezTo>
                  <a:cubicBezTo>
                    <a:pt x="49652" y="188903"/>
                    <a:pt x="48112" y="196858"/>
                    <a:pt x="44691" y="200622"/>
                  </a:cubicBezTo>
                  <a:cubicBezTo>
                    <a:pt x="41184" y="204300"/>
                    <a:pt x="19371" y="223889"/>
                    <a:pt x="9962" y="252545"/>
                  </a:cubicBezTo>
                  <a:cubicBezTo>
                    <a:pt x="553" y="281115"/>
                    <a:pt x="5514" y="289669"/>
                    <a:pt x="4487" y="294887"/>
                  </a:cubicBezTo>
                  <a:cubicBezTo>
                    <a:pt x="3461" y="300190"/>
                    <a:pt x="-4409" y="322944"/>
                    <a:pt x="3461" y="352626"/>
                  </a:cubicBezTo>
                  <a:lnTo>
                    <a:pt x="3461" y="352626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5C5281FB-48E9-1448-8361-F0B8CFEFECFB}"/>
                </a:ext>
              </a:extLst>
            </p:cNvPr>
            <p:cNvSpPr/>
            <p:nvPr/>
          </p:nvSpPr>
          <p:spPr>
            <a:xfrm>
              <a:off x="-4204205" y="4248142"/>
              <a:ext cx="408642" cy="1246090"/>
            </a:xfrm>
            <a:custGeom>
              <a:avLst/>
              <a:gdLst>
                <a:gd name="connsiteX0" fmla="*/ 50762 w 408642"/>
                <a:gd name="connsiteY0" fmla="*/ 582817 h 1246090"/>
                <a:gd name="connsiteX1" fmla="*/ 51447 w 408642"/>
                <a:gd name="connsiteY1" fmla="*/ 581705 h 1246090"/>
                <a:gd name="connsiteX2" fmla="*/ 50762 w 408642"/>
                <a:gd name="connsiteY2" fmla="*/ 582903 h 1246090"/>
                <a:gd name="connsiteX3" fmla="*/ 50762 w 408642"/>
                <a:gd name="connsiteY3" fmla="*/ 582903 h 1246090"/>
                <a:gd name="connsiteX4" fmla="*/ 66331 w 408642"/>
                <a:gd name="connsiteY4" fmla="*/ 453225 h 1246090"/>
                <a:gd name="connsiteX5" fmla="*/ 66331 w 408642"/>
                <a:gd name="connsiteY5" fmla="*/ 442105 h 1246090"/>
                <a:gd name="connsiteX6" fmla="*/ 77878 w 408642"/>
                <a:gd name="connsiteY6" fmla="*/ 403783 h 1246090"/>
                <a:gd name="connsiteX7" fmla="*/ 77878 w 408642"/>
                <a:gd name="connsiteY7" fmla="*/ 404382 h 1246090"/>
                <a:gd name="connsiteX8" fmla="*/ 80445 w 408642"/>
                <a:gd name="connsiteY8" fmla="*/ 441250 h 1246090"/>
                <a:gd name="connsiteX9" fmla="*/ 74457 w 408642"/>
                <a:gd name="connsiteY9" fmla="*/ 484190 h 1246090"/>
                <a:gd name="connsiteX10" fmla="*/ 65561 w 408642"/>
                <a:gd name="connsiteY10" fmla="*/ 508825 h 1246090"/>
                <a:gd name="connsiteX11" fmla="*/ 59573 w 408642"/>
                <a:gd name="connsiteY11" fmla="*/ 494540 h 1246090"/>
                <a:gd name="connsiteX12" fmla="*/ 62567 w 408642"/>
                <a:gd name="connsiteY12" fmla="*/ 470675 h 1246090"/>
                <a:gd name="connsiteX13" fmla="*/ 66245 w 408642"/>
                <a:gd name="connsiteY13" fmla="*/ 453225 h 1246090"/>
                <a:gd name="connsiteX14" fmla="*/ 66245 w 408642"/>
                <a:gd name="connsiteY14" fmla="*/ 453225 h 1246090"/>
                <a:gd name="connsiteX15" fmla="*/ 313112 w 408642"/>
                <a:gd name="connsiteY15" fmla="*/ 450231 h 1246090"/>
                <a:gd name="connsiteX16" fmla="*/ 319357 w 408642"/>
                <a:gd name="connsiteY16" fmla="*/ 405494 h 1246090"/>
                <a:gd name="connsiteX17" fmla="*/ 321837 w 408642"/>
                <a:gd name="connsiteY17" fmla="*/ 407461 h 1246090"/>
                <a:gd name="connsiteX18" fmla="*/ 333727 w 408642"/>
                <a:gd name="connsiteY18" fmla="*/ 421062 h 1246090"/>
                <a:gd name="connsiteX19" fmla="*/ 333898 w 408642"/>
                <a:gd name="connsiteY19" fmla="*/ 419865 h 1246090"/>
                <a:gd name="connsiteX20" fmla="*/ 338175 w 408642"/>
                <a:gd name="connsiteY20" fmla="*/ 425253 h 1246090"/>
                <a:gd name="connsiteX21" fmla="*/ 344163 w 408642"/>
                <a:gd name="connsiteY21" fmla="*/ 462891 h 1246090"/>
                <a:gd name="connsiteX22" fmla="*/ 344676 w 408642"/>
                <a:gd name="connsiteY22" fmla="*/ 482479 h 1246090"/>
                <a:gd name="connsiteX23" fmla="*/ 348354 w 408642"/>
                <a:gd name="connsiteY23" fmla="*/ 506345 h 1246090"/>
                <a:gd name="connsiteX24" fmla="*/ 332701 w 408642"/>
                <a:gd name="connsiteY24" fmla="*/ 537310 h 1246090"/>
                <a:gd name="connsiteX25" fmla="*/ 324232 w 408642"/>
                <a:gd name="connsiteY25" fmla="*/ 560064 h 1246090"/>
                <a:gd name="connsiteX26" fmla="*/ 314053 w 408642"/>
                <a:gd name="connsiteY26" fmla="*/ 491974 h 1246090"/>
                <a:gd name="connsiteX27" fmla="*/ 313026 w 408642"/>
                <a:gd name="connsiteY27" fmla="*/ 450060 h 1246090"/>
                <a:gd name="connsiteX28" fmla="*/ 313026 w 408642"/>
                <a:gd name="connsiteY28" fmla="*/ 450060 h 1246090"/>
                <a:gd name="connsiteX29" fmla="*/ 807 w 408642"/>
                <a:gd name="connsiteY29" fmla="*/ 535599 h 1246090"/>
                <a:gd name="connsiteX30" fmla="*/ 1320 w 408642"/>
                <a:gd name="connsiteY30" fmla="*/ 560492 h 1246090"/>
                <a:gd name="connsiteX31" fmla="*/ 12269 w 408642"/>
                <a:gd name="connsiteY31" fmla="*/ 589660 h 1246090"/>
                <a:gd name="connsiteX32" fmla="*/ 19712 w 408642"/>
                <a:gd name="connsiteY32" fmla="*/ 616691 h 1246090"/>
                <a:gd name="connsiteX33" fmla="*/ 32371 w 408642"/>
                <a:gd name="connsiteY33" fmla="*/ 621823 h 1246090"/>
                <a:gd name="connsiteX34" fmla="*/ 40754 w 408642"/>
                <a:gd name="connsiteY34" fmla="*/ 634055 h 1246090"/>
                <a:gd name="connsiteX35" fmla="*/ 56237 w 408642"/>
                <a:gd name="connsiteY35" fmla="*/ 646629 h 1246090"/>
                <a:gd name="connsiteX36" fmla="*/ 56066 w 408642"/>
                <a:gd name="connsiteY36" fmla="*/ 646031 h 1246090"/>
                <a:gd name="connsiteX37" fmla="*/ 57691 w 408642"/>
                <a:gd name="connsiteY37" fmla="*/ 648084 h 1246090"/>
                <a:gd name="connsiteX38" fmla="*/ 58290 w 408642"/>
                <a:gd name="connsiteY38" fmla="*/ 665192 h 1246090"/>
                <a:gd name="connsiteX39" fmla="*/ 56921 w 408642"/>
                <a:gd name="connsiteY39" fmla="*/ 694019 h 1246090"/>
                <a:gd name="connsiteX40" fmla="*/ 55467 w 408642"/>
                <a:gd name="connsiteY40" fmla="*/ 780927 h 1246090"/>
                <a:gd name="connsiteX41" fmla="*/ 61883 w 408642"/>
                <a:gd name="connsiteY41" fmla="*/ 855089 h 1246090"/>
                <a:gd name="connsiteX42" fmla="*/ 65817 w 408642"/>
                <a:gd name="connsiteY42" fmla="*/ 928739 h 1246090"/>
                <a:gd name="connsiteX43" fmla="*/ 58889 w 408642"/>
                <a:gd name="connsiteY43" fmla="*/ 959961 h 1246090"/>
                <a:gd name="connsiteX44" fmla="*/ 60856 w 408642"/>
                <a:gd name="connsiteY44" fmla="*/ 1072274 h 1246090"/>
                <a:gd name="connsiteX45" fmla="*/ 68811 w 408642"/>
                <a:gd name="connsiteY45" fmla="*/ 1134290 h 1246090"/>
                <a:gd name="connsiteX46" fmla="*/ 66331 w 408642"/>
                <a:gd name="connsiteY46" fmla="*/ 1159696 h 1246090"/>
                <a:gd name="connsiteX47" fmla="*/ 42978 w 408642"/>
                <a:gd name="connsiteY47" fmla="*/ 1172954 h 1246090"/>
                <a:gd name="connsiteX48" fmla="*/ 49394 w 408642"/>
                <a:gd name="connsiteY48" fmla="*/ 1206828 h 1246090"/>
                <a:gd name="connsiteX49" fmla="*/ 40498 w 408642"/>
                <a:gd name="connsiteY49" fmla="*/ 1221712 h 1246090"/>
                <a:gd name="connsiteX50" fmla="*/ 29121 w 408642"/>
                <a:gd name="connsiteY50" fmla="*/ 1232319 h 1246090"/>
                <a:gd name="connsiteX51" fmla="*/ 26640 w 408642"/>
                <a:gd name="connsiteY51" fmla="*/ 1241300 h 1246090"/>
                <a:gd name="connsiteX52" fmla="*/ 94131 w 408642"/>
                <a:gd name="connsiteY52" fmla="*/ 1245577 h 1246090"/>
                <a:gd name="connsiteX53" fmla="*/ 104567 w 408642"/>
                <a:gd name="connsiteY53" fmla="*/ 1243439 h 1246090"/>
                <a:gd name="connsiteX54" fmla="*/ 115516 w 408642"/>
                <a:gd name="connsiteY54" fmla="*/ 1246091 h 1246090"/>
                <a:gd name="connsiteX55" fmla="*/ 125952 w 408642"/>
                <a:gd name="connsiteY55" fmla="*/ 1246091 h 1246090"/>
                <a:gd name="connsiteX56" fmla="*/ 123129 w 408642"/>
                <a:gd name="connsiteY56" fmla="*/ 1223851 h 1246090"/>
                <a:gd name="connsiteX57" fmla="*/ 126978 w 408642"/>
                <a:gd name="connsiteY57" fmla="*/ 1220600 h 1246090"/>
                <a:gd name="connsiteX58" fmla="*/ 141349 w 408642"/>
                <a:gd name="connsiteY58" fmla="*/ 1179883 h 1246090"/>
                <a:gd name="connsiteX59" fmla="*/ 133393 w 408642"/>
                <a:gd name="connsiteY59" fmla="*/ 1162946 h 1246090"/>
                <a:gd name="connsiteX60" fmla="*/ 133393 w 408642"/>
                <a:gd name="connsiteY60" fmla="*/ 1160295 h 1246090"/>
                <a:gd name="connsiteX61" fmla="*/ 137328 w 408642"/>
                <a:gd name="connsiteY61" fmla="*/ 1145496 h 1246090"/>
                <a:gd name="connsiteX62" fmla="*/ 137927 w 408642"/>
                <a:gd name="connsiteY62" fmla="*/ 1137798 h 1246090"/>
                <a:gd name="connsiteX63" fmla="*/ 141007 w 408642"/>
                <a:gd name="connsiteY63" fmla="*/ 1099476 h 1246090"/>
                <a:gd name="connsiteX64" fmla="*/ 157772 w 408642"/>
                <a:gd name="connsiteY64" fmla="*/ 870230 h 1246090"/>
                <a:gd name="connsiteX65" fmla="*/ 162562 w 408642"/>
                <a:gd name="connsiteY65" fmla="*/ 844312 h 1246090"/>
                <a:gd name="connsiteX66" fmla="*/ 166754 w 408642"/>
                <a:gd name="connsiteY66" fmla="*/ 828316 h 1246090"/>
                <a:gd name="connsiteX67" fmla="*/ 167524 w 408642"/>
                <a:gd name="connsiteY67" fmla="*/ 825322 h 1246090"/>
                <a:gd name="connsiteX68" fmla="*/ 172399 w 408642"/>
                <a:gd name="connsiteY68" fmla="*/ 772715 h 1246090"/>
                <a:gd name="connsiteX69" fmla="*/ 173768 w 408642"/>
                <a:gd name="connsiteY69" fmla="*/ 759884 h 1246090"/>
                <a:gd name="connsiteX70" fmla="*/ 176676 w 408642"/>
                <a:gd name="connsiteY70" fmla="*/ 735163 h 1246090"/>
                <a:gd name="connsiteX71" fmla="*/ 180868 w 408642"/>
                <a:gd name="connsiteY71" fmla="*/ 711127 h 1246090"/>
                <a:gd name="connsiteX72" fmla="*/ 190619 w 408642"/>
                <a:gd name="connsiteY72" fmla="*/ 734821 h 1246090"/>
                <a:gd name="connsiteX73" fmla="*/ 193271 w 408642"/>
                <a:gd name="connsiteY73" fmla="*/ 746112 h 1246090"/>
                <a:gd name="connsiteX74" fmla="*/ 200542 w 408642"/>
                <a:gd name="connsiteY74" fmla="*/ 774768 h 1246090"/>
                <a:gd name="connsiteX75" fmla="*/ 211149 w 408642"/>
                <a:gd name="connsiteY75" fmla="*/ 826519 h 1246090"/>
                <a:gd name="connsiteX76" fmla="*/ 211320 w 408642"/>
                <a:gd name="connsiteY76" fmla="*/ 829000 h 1246090"/>
                <a:gd name="connsiteX77" fmla="*/ 212518 w 408642"/>
                <a:gd name="connsiteY77" fmla="*/ 852866 h 1246090"/>
                <a:gd name="connsiteX78" fmla="*/ 212603 w 408642"/>
                <a:gd name="connsiteY78" fmla="*/ 857399 h 1246090"/>
                <a:gd name="connsiteX79" fmla="*/ 219019 w 408642"/>
                <a:gd name="connsiteY79" fmla="*/ 881265 h 1246090"/>
                <a:gd name="connsiteX80" fmla="*/ 220131 w 408642"/>
                <a:gd name="connsiteY80" fmla="*/ 885371 h 1246090"/>
                <a:gd name="connsiteX81" fmla="*/ 225520 w 408642"/>
                <a:gd name="connsiteY81" fmla="*/ 936866 h 1246090"/>
                <a:gd name="connsiteX82" fmla="*/ 226204 w 408642"/>
                <a:gd name="connsiteY82" fmla="*/ 939089 h 1246090"/>
                <a:gd name="connsiteX83" fmla="*/ 231935 w 408642"/>
                <a:gd name="connsiteY83" fmla="*/ 958165 h 1246090"/>
                <a:gd name="connsiteX84" fmla="*/ 235014 w 408642"/>
                <a:gd name="connsiteY84" fmla="*/ 970311 h 1246090"/>
                <a:gd name="connsiteX85" fmla="*/ 232705 w 408642"/>
                <a:gd name="connsiteY85" fmla="*/ 984767 h 1246090"/>
                <a:gd name="connsiteX86" fmla="*/ 231507 w 408642"/>
                <a:gd name="connsiteY86" fmla="*/ 988873 h 1246090"/>
                <a:gd name="connsiteX87" fmla="*/ 233475 w 408642"/>
                <a:gd name="connsiteY87" fmla="*/ 1011114 h 1246090"/>
                <a:gd name="connsiteX88" fmla="*/ 234416 w 408642"/>
                <a:gd name="connsiteY88" fmla="*/ 1037032 h 1246090"/>
                <a:gd name="connsiteX89" fmla="*/ 233475 w 408642"/>
                <a:gd name="connsiteY89" fmla="*/ 1053969 h 1246090"/>
                <a:gd name="connsiteX90" fmla="*/ 226546 w 408642"/>
                <a:gd name="connsiteY90" fmla="*/ 1136600 h 1246090"/>
                <a:gd name="connsiteX91" fmla="*/ 248872 w 408642"/>
                <a:gd name="connsiteY91" fmla="*/ 1166795 h 1246090"/>
                <a:gd name="connsiteX92" fmla="*/ 243911 w 408642"/>
                <a:gd name="connsiteY92" fmla="*/ 1180054 h 1246090"/>
                <a:gd name="connsiteX93" fmla="*/ 239462 w 408642"/>
                <a:gd name="connsiteY93" fmla="*/ 1200755 h 1246090"/>
                <a:gd name="connsiteX94" fmla="*/ 241430 w 408642"/>
                <a:gd name="connsiteY94" fmla="*/ 1220343 h 1246090"/>
                <a:gd name="connsiteX95" fmla="*/ 244937 w 408642"/>
                <a:gd name="connsiteY95" fmla="*/ 1231977 h 1246090"/>
                <a:gd name="connsiteX96" fmla="*/ 240489 w 408642"/>
                <a:gd name="connsiteY96" fmla="*/ 1243610 h 1246090"/>
                <a:gd name="connsiteX97" fmla="*/ 313454 w 408642"/>
                <a:gd name="connsiteY97" fmla="*/ 1243610 h 1246090"/>
                <a:gd name="connsiteX98" fmla="*/ 313454 w 408642"/>
                <a:gd name="connsiteY98" fmla="*/ 1231463 h 1246090"/>
                <a:gd name="connsiteX99" fmla="*/ 305499 w 408642"/>
                <a:gd name="connsiteY99" fmla="*/ 1201781 h 1246090"/>
                <a:gd name="connsiteX100" fmla="*/ 311487 w 408642"/>
                <a:gd name="connsiteY100" fmla="*/ 1189549 h 1246090"/>
                <a:gd name="connsiteX101" fmla="*/ 308493 w 408642"/>
                <a:gd name="connsiteY101" fmla="*/ 1177317 h 1246090"/>
                <a:gd name="connsiteX102" fmla="*/ 329792 w 408642"/>
                <a:gd name="connsiteY102" fmla="*/ 1108458 h 1246090"/>
                <a:gd name="connsiteX103" fmla="*/ 319357 w 408642"/>
                <a:gd name="connsiteY103" fmla="*/ 918731 h 1246090"/>
                <a:gd name="connsiteX104" fmla="*/ 312941 w 408642"/>
                <a:gd name="connsiteY104" fmla="*/ 650650 h 1246090"/>
                <a:gd name="connsiteX105" fmla="*/ 333813 w 408642"/>
                <a:gd name="connsiteY105" fmla="*/ 621994 h 1246090"/>
                <a:gd name="connsiteX106" fmla="*/ 335523 w 408642"/>
                <a:gd name="connsiteY106" fmla="*/ 619514 h 1246090"/>
                <a:gd name="connsiteX107" fmla="*/ 354342 w 408642"/>
                <a:gd name="connsiteY107" fmla="*/ 607623 h 1246090"/>
                <a:gd name="connsiteX108" fmla="*/ 354342 w 408642"/>
                <a:gd name="connsiteY108" fmla="*/ 608052 h 1246090"/>
                <a:gd name="connsiteX109" fmla="*/ 364692 w 408642"/>
                <a:gd name="connsiteY109" fmla="*/ 602919 h 1246090"/>
                <a:gd name="connsiteX110" fmla="*/ 364692 w 408642"/>
                <a:gd name="connsiteY110" fmla="*/ 602748 h 1246090"/>
                <a:gd name="connsiteX111" fmla="*/ 365462 w 408642"/>
                <a:gd name="connsiteY111" fmla="*/ 603518 h 1246090"/>
                <a:gd name="connsiteX112" fmla="*/ 366917 w 408642"/>
                <a:gd name="connsiteY112" fmla="*/ 605913 h 1246090"/>
                <a:gd name="connsiteX113" fmla="*/ 393177 w 408642"/>
                <a:gd name="connsiteY113" fmla="*/ 572553 h 1246090"/>
                <a:gd name="connsiteX114" fmla="*/ 406607 w 408642"/>
                <a:gd name="connsiteY114" fmla="*/ 542357 h 1246090"/>
                <a:gd name="connsiteX115" fmla="*/ 408061 w 408642"/>
                <a:gd name="connsiteY115" fmla="*/ 483591 h 1246090"/>
                <a:gd name="connsiteX116" fmla="*/ 402843 w 408642"/>
                <a:gd name="connsiteY116" fmla="*/ 445441 h 1246090"/>
                <a:gd name="connsiteX117" fmla="*/ 386505 w 408642"/>
                <a:gd name="connsiteY117" fmla="*/ 376325 h 1246090"/>
                <a:gd name="connsiteX118" fmla="*/ 355968 w 408642"/>
                <a:gd name="connsiteY118" fmla="*/ 271368 h 1246090"/>
                <a:gd name="connsiteX119" fmla="*/ 347071 w 408642"/>
                <a:gd name="connsiteY119" fmla="*/ 249897 h 1246090"/>
                <a:gd name="connsiteX120" fmla="*/ 343308 w 408642"/>
                <a:gd name="connsiteY120" fmla="*/ 236382 h 1246090"/>
                <a:gd name="connsiteX121" fmla="*/ 250241 w 408642"/>
                <a:gd name="connsiteY121" fmla="*/ 202166 h 1246090"/>
                <a:gd name="connsiteX122" fmla="*/ 240746 w 408642"/>
                <a:gd name="connsiteY122" fmla="*/ 191217 h 1246090"/>
                <a:gd name="connsiteX123" fmla="*/ 234587 w 408642"/>
                <a:gd name="connsiteY123" fmla="*/ 177531 h 1246090"/>
                <a:gd name="connsiteX124" fmla="*/ 234330 w 408642"/>
                <a:gd name="connsiteY124" fmla="*/ 177531 h 1246090"/>
                <a:gd name="connsiteX125" fmla="*/ 233133 w 408642"/>
                <a:gd name="connsiteY125" fmla="*/ 175393 h 1246090"/>
                <a:gd name="connsiteX126" fmla="*/ 239548 w 408642"/>
                <a:gd name="connsiteY126" fmla="*/ 149388 h 1246090"/>
                <a:gd name="connsiteX127" fmla="*/ 253919 w 408642"/>
                <a:gd name="connsiteY127" fmla="*/ 131339 h 1246090"/>
                <a:gd name="connsiteX128" fmla="*/ 257939 w 408642"/>
                <a:gd name="connsiteY128" fmla="*/ 105935 h 1246090"/>
                <a:gd name="connsiteX129" fmla="*/ 254945 w 408642"/>
                <a:gd name="connsiteY129" fmla="*/ 101144 h 1246090"/>
                <a:gd name="connsiteX130" fmla="*/ 256913 w 408642"/>
                <a:gd name="connsiteY130" fmla="*/ 86859 h 1246090"/>
                <a:gd name="connsiteX131" fmla="*/ 260420 w 408642"/>
                <a:gd name="connsiteY131" fmla="*/ 72061 h 1246090"/>
                <a:gd name="connsiteX132" fmla="*/ 257939 w 408642"/>
                <a:gd name="connsiteY132" fmla="*/ 47682 h 1246090"/>
                <a:gd name="connsiteX133" fmla="*/ 244510 w 408642"/>
                <a:gd name="connsiteY133" fmla="*/ 25442 h 1246090"/>
                <a:gd name="connsiteX134" fmla="*/ 244510 w 408642"/>
                <a:gd name="connsiteY134" fmla="*/ 18598 h 1246090"/>
                <a:gd name="connsiteX135" fmla="*/ 236554 w 408642"/>
                <a:gd name="connsiteY135" fmla="*/ 14920 h 1246090"/>
                <a:gd name="connsiteX136" fmla="*/ 237067 w 408642"/>
                <a:gd name="connsiteY136" fmla="*/ 7478 h 1246090"/>
                <a:gd name="connsiteX137" fmla="*/ 230567 w 408642"/>
                <a:gd name="connsiteY137" fmla="*/ 11157 h 1246090"/>
                <a:gd name="connsiteX138" fmla="*/ 216196 w 408642"/>
                <a:gd name="connsiteY138" fmla="*/ 550 h 1246090"/>
                <a:gd name="connsiteX139" fmla="*/ 212176 w 408642"/>
                <a:gd name="connsiteY139" fmla="*/ 3201 h 1246090"/>
                <a:gd name="connsiteX140" fmla="*/ 194298 w 408642"/>
                <a:gd name="connsiteY140" fmla="*/ 2688 h 1246090"/>
                <a:gd name="connsiteX141" fmla="*/ 170518 w 408642"/>
                <a:gd name="connsiteY141" fmla="*/ 15434 h 1246090"/>
                <a:gd name="connsiteX142" fmla="*/ 165556 w 408642"/>
                <a:gd name="connsiteY142" fmla="*/ 13894 h 1246090"/>
                <a:gd name="connsiteX143" fmla="*/ 162562 w 408642"/>
                <a:gd name="connsiteY143" fmla="*/ 19197 h 1246090"/>
                <a:gd name="connsiteX144" fmla="*/ 143230 w 408642"/>
                <a:gd name="connsiteY144" fmla="*/ 40924 h 1246090"/>
                <a:gd name="connsiteX145" fmla="*/ 140750 w 408642"/>
                <a:gd name="connsiteY145" fmla="*/ 84378 h 1246090"/>
                <a:gd name="connsiteX146" fmla="*/ 141263 w 408642"/>
                <a:gd name="connsiteY146" fmla="*/ 97124 h 1246090"/>
                <a:gd name="connsiteX147" fmla="*/ 142717 w 408642"/>
                <a:gd name="connsiteY147" fmla="*/ 129971 h 1246090"/>
                <a:gd name="connsiteX148" fmla="*/ 149646 w 408642"/>
                <a:gd name="connsiteY148" fmla="*/ 140065 h 1246090"/>
                <a:gd name="connsiteX149" fmla="*/ 158115 w 408642"/>
                <a:gd name="connsiteY149" fmla="*/ 177702 h 1246090"/>
                <a:gd name="connsiteX150" fmla="*/ 152982 w 408642"/>
                <a:gd name="connsiteY150" fmla="*/ 182663 h 1246090"/>
                <a:gd name="connsiteX151" fmla="*/ 153153 w 408642"/>
                <a:gd name="connsiteY151" fmla="*/ 181979 h 1246090"/>
                <a:gd name="connsiteX152" fmla="*/ 152383 w 408642"/>
                <a:gd name="connsiteY152" fmla="*/ 183604 h 1246090"/>
                <a:gd name="connsiteX153" fmla="*/ 150416 w 408642"/>
                <a:gd name="connsiteY153" fmla="*/ 187625 h 1246090"/>
                <a:gd name="connsiteX154" fmla="*/ 144257 w 408642"/>
                <a:gd name="connsiteY154" fmla="*/ 196863 h 1246090"/>
                <a:gd name="connsiteX155" fmla="*/ 54954 w 408642"/>
                <a:gd name="connsiteY155" fmla="*/ 226032 h 1246090"/>
                <a:gd name="connsiteX156" fmla="*/ 46485 w 408642"/>
                <a:gd name="connsiteY156" fmla="*/ 229710 h 1246090"/>
                <a:gd name="connsiteX157" fmla="*/ 42551 w 408642"/>
                <a:gd name="connsiteY157" fmla="*/ 249812 h 1246090"/>
                <a:gd name="connsiteX158" fmla="*/ 30661 w 408642"/>
                <a:gd name="connsiteY158" fmla="*/ 295917 h 1246090"/>
                <a:gd name="connsiteX159" fmla="*/ 29206 w 408642"/>
                <a:gd name="connsiteY159" fmla="*/ 320297 h 1246090"/>
                <a:gd name="connsiteX160" fmla="*/ 16803 w 408642"/>
                <a:gd name="connsiteY160" fmla="*/ 391807 h 1246090"/>
                <a:gd name="connsiteX161" fmla="*/ 5341 w 408642"/>
                <a:gd name="connsiteY161" fmla="*/ 443217 h 1246090"/>
                <a:gd name="connsiteX162" fmla="*/ 1834 w 408642"/>
                <a:gd name="connsiteY162" fmla="*/ 491974 h 1246090"/>
                <a:gd name="connsiteX163" fmla="*/ 2347 w 408642"/>
                <a:gd name="connsiteY163" fmla="*/ 509424 h 1246090"/>
                <a:gd name="connsiteX164" fmla="*/ 893 w 408642"/>
                <a:gd name="connsiteY164" fmla="*/ 535941 h 1246090"/>
                <a:gd name="connsiteX165" fmla="*/ 893 w 408642"/>
                <a:gd name="connsiteY165" fmla="*/ 535941 h 1246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</a:cxnLst>
              <a:rect l="l" t="t" r="r" b="b"/>
              <a:pathLst>
                <a:path w="408642" h="1246090">
                  <a:moveTo>
                    <a:pt x="50762" y="582817"/>
                  </a:moveTo>
                  <a:lnTo>
                    <a:pt x="51447" y="581705"/>
                  </a:lnTo>
                  <a:lnTo>
                    <a:pt x="50762" y="582903"/>
                  </a:lnTo>
                  <a:lnTo>
                    <a:pt x="50762" y="582903"/>
                  </a:lnTo>
                  <a:close/>
                  <a:moveTo>
                    <a:pt x="66331" y="453225"/>
                  </a:moveTo>
                  <a:cubicBezTo>
                    <a:pt x="70779" y="449290"/>
                    <a:pt x="66331" y="442105"/>
                    <a:pt x="66331" y="442105"/>
                  </a:cubicBezTo>
                  <a:cubicBezTo>
                    <a:pt x="66929" y="420891"/>
                    <a:pt x="74371" y="408488"/>
                    <a:pt x="77878" y="403783"/>
                  </a:cubicBezTo>
                  <a:lnTo>
                    <a:pt x="77878" y="404382"/>
                  </a:lnTo>
                  <a:cubicBezTo>
                    <a:pt x="74713" y="413364"/>
                    <a:pt x="80445" y="435689"/>
                    <a:pt x="80445" y="441250"/>
                  </a:cubicBezTo>
                  <a:cubicBezTo>
                    <a:pt x="80445" y="447579"/>
                    <a:pt x="75227" y="474610"/>
                    <a:pt x="74457" y="484190"/>
                  </a:cubicBezTo>
                  <a:cubicBezTo>
                    <a:pt x="73687" y="493770"/>
                    <a:pt x="65561" y="508825"/>
                    <a:pt x="65561" y="508825"/>
                  </a:cubicBezTo>
                  <a:cubicBezTo>
                    <a:pt x="65561" y="508825"/>
                    <a:pt x="58889" y="498475"/>
                    <a:pt x="59573" y="494540"/>
                  </a:cubicBezTo>
                  <a:cubicBezTo>
                    <a:pt x="60343" y="490520"/>
                    <a:pt x="62567" y="476235"/>
                    <a:pt x="62567" y="470675"/>
                  </a:cubicBezTo>
                  <a:cubicBezTo>
                    <a:pt x="62567" y="465115"/>
                    <a:pt x="61797" y="457160"/>
                    <a:pt x="66245" y="453225"/>
                  </a:cubicBezTo>
                  <a:lnTo>
                    <a:pt x="66245" y="453225"/>
                  </a:lnTo>
                  <a:close/>
                  <a:moveTo>
                    <a:pt x="313112" y="450231"/>
                  </a:moveTo>
                  <a:cubicBezTo>
                    <a:pt x="314566" y="436288"/>
                    <a:pt x="317817" y="406092"/>
                    <a:pt x="319357" y="405494"/>
                  </a:cubicBezTo>
                  <a:lnTo>
                    <a:pt x="321837" y="407461"/>
                  </a:lnTo>
                  <a:cubicBezTo>
                    <a:pt x="325344" y="411653"/>
                    <a:pt x="331075" y="421062"/>
                    <a:pt x="333727" y="421062"/>
                  </a:cubicBezTo>
                  <a:lnTo>
                    <a:pt x="333898" y="419865"/>
                  </a:lnTo>
                  <a:cubicBezTo>
                    <a:pt x="336550" y="423030"/>
                    <a:pt x="338175" y="425253"/>
                    <a:pt x="338175" y="425253"/>
                  </a:cubicBezTo>
                  <a:cubicBezTo>
                    <a:pt x="338175" y="427135"/>
                    <a:pt x="340314" y="442960"/>
                    <a:pt x="344163" y="462891"/>
                  </a:cubicBezTo>
                  <a:cubicBezTo>
                    <a:pt x="347841" y="482052"/>
                    <a:pt x="343906" y="477091"/>
                    <a:pt x="344676" y="482479"/>
                  </a:cubicBezTo>
                  <a:cubicBezTo>
                    <a:pt x="345617" y="489579"/>
                    <a:pt x="348697" y="485645"/>
                    <a:pt x="348354" y="506345"/>
                  </a:cubicBezTo>
                  <a:cubicBezTo>
                    <a:pt x="348354" y="510964"/>
                    <a:pt x="332701" y="537310"/>
                    <a:pt x="332701" y="537310"/>
                  </a:cubicBezTo>
                  <a:lnTo>
                    <a:pt x="324232" y="560064"/>
                  </a:lnTo>
                  <a:cubicBezTo>
                    <a:pt x="324232" y="560064"/>
                    <a:pt x="318501" y="534915"/>
                    <a:pt x="314053" y="491974"/>
                  </a:cubicBezTo>
                  <a:cubicBezTo>
                    <a:pt x="312513" y="477604"/>
                    <a:pt x="312428" y="463062"/>
                    <a:pt x="313026" y="450060"/>
                  </a:cubicBezTo>
                  <a:lnTo>
                    <a:pt x="313026" y="450060"/>
                  </a:lnTo>
                  <a:close/>
                  <a:moveTo>
                    <a:pt x="807" y="535599"/>
                  </a:moveTo>
                  <a:cubicBezTo>
                    <a:pt x="3288" y="543041"/>
                    <a:pt x="-647" y="555188"/>
                    <a:pt x="1320" y="560492"/>
                  </a:cubicBezTo>
                  <a:cubicBezTo>
                    <a:pt x="3288" y="565795"/>
                    <a:pt x="10302" y="582219"/>
                    <a:pt x="12269" y="589660"/>
                  </a:cubicBezTo>
                  <a:cubicBezTo>
                    <a:pt x="14237" y="597102"/>
                    <a:pt x="14750" y="611387"/>
                    <a:pt x="19712" y="616691"/>
                  </a:cubicBezTo>
                  <a:cubicBezTo>
                    <a:pt x="24245" y="621566"/>
                    <a:pt x="31174" y="621823"/>
                    <a:pt x="32371" y="621823"/>
                  </a:cubicBezTo>
                  <a:cubicBezTo>
                    <a:pt x="35451" y="626442"/>
                    <a:pt x="40412" y="633713"/>
                    <a:pt x="40754" y="634055"/>
                  </a:cubicBezTo>
                  <a:lnTo>
                    <a:pt x="56237" y="646629"/>
                  </a:lnTo>
                  <a:lnTo>
                    <a:pt x="56066" y="646031"/>
                  </a:lnTo>
                  <a:lnTo>
                    <a:pt x="57691" y="648084"/>
                  </a:lnTo>
                  <a:cubicBezTo>
                    <a:pt x="57691" y="648084"/>
                    <a:pt x="58290" y="663053"/>
                    <a:pt x="58290" y="665192"/>
                  </a:cubicBezTo>
                  <a:cubicBezTo>
                    <a:pt x="58290" y="665192"/>
                    <a:pt x="58889" y="678622"/>
                    <a:pt x="56921" y="694019"/>
                  </a:cubicBezTo>
                  <a:cubicBezTo>
                    <a:pt x="54954" y="709330"/>
                    <a:pt x="54441" y="763904"/>
                    <a:pt x="55467" y="780927"/>
                  </a:cubicBezTo>
                  <a:cubicBezTo>
                    <a:pt x="56494" y="797864"/>
                    <a:pt x="61883" y="832336"/>
                    <a:pt x="61883" y="855089"/>
                  </a:cubicBezTo>
                  <a:cubicBezTo>
                    <a:pt x="61883" y="877843"/>
                    <a:pt x="60856" y="920784"/>
                    <a:pt x="65817" y="928739"/>
                  </a:cubicBezTo>
                  <a:cubicBezTo>
                    <a:pt x="70779" y="936694"/>
                    <a:pt x="58375" y="946788"/>
                    <a:pt x="58889" y="959961"/>
                  </a:cubicBezTo>
                  <a:cubicBezTo>
                    <a:pt x="59402" y="973220"/>
                    <a:pt x="60856" y="1057476"/>
                    <a:pt x="60856" y="1072274"/>
                  </a:cubicBezTo>
                  <a:cubicBezTo>
                    <a:pt x="60856" y="1087073"/>
                    <a:pt x="70779" y="1129500"/>
                    <a:pt x="68811" y="1134290"/>
                  </a:cubicBezTo>
                  <a:cubicBezTo>
                    <a:pt x="66844" y="1139081"/>
                    <a:pt x="63850" y="1153879"/>
                    <a:pt x="66331" y="1159696"/>
                  </a:cubicBezTo>
                  <a:cubicBezTo>
                    <a:pt x="66331" y="1159696"/>
                    <a:pt x="42551" y="1165513"/>
                    <a:pt x="42978" y="1172954"/>
                  </a:cubicBezTo>
                  <a:cubicBezTo>
                    <a:pt x="43492" y="1180396"/>
                    <a:pt x="46913" y="1201610"/>
                    <a:pt x="49394" y="1206828"/>
                  </a:cubicBezTo>
                  <a:cubicBezTo>
                    <a:pt x="49394" y="1206828"/>
                    <a:pt x="44946" y="1219060"/>
                    <a:pt x="40498" y="1221712"/>
                  </a:cubicBezTo>
                  <a:cubicBezTo>
                    <a:pt x="36049" y="1224364"/>
                    <a:pt x="29121" y="1224364"/>
                    <a:pt x="29121" y="1232319"/>
                  </a:cubicBezTo>
                  <a:cubicBezTo>
                    <a:pt x="29121" y="1240274"/>
                    <a:pt x="22705" y="1240787"/>
                    <a:pt x="26640" y="1241300"/>
                  </a:cubicBezTo>
                  <a:cubicBezTo>
                    <a:pt x="26640" y="1241300"/>
                    <a:pt x="18685" y="1245577"/>
                    <a:pt x="94131" y="1245577"/>
                  </a:cubicBezTo>
                  <a:cubicBezTo>
                    <a:pt x="94131" y="1245577"/>
                    <a:pt x="101573" y="1241814"/>
                    <a:pt x="104567" y="1243439"/>
                  </a:cubicBezTo>
                  <a:cubicBezTo>
                    <a:pt x="107561" y="1245064"/>
                    <a:pt x="109015" y="1246091"/>
                    <a:pt x="115516" y="1246091"/>
                  </a:cubicBezTo>
                  <a:lnTo>
                    <a:pt x="125952" y="1246091"/>
                  </a:lnTo>
                  <a:cubicBezTo>
                    <a:pt x="125952" y="1246091"/>
                    <a:pt x="126379" y="1233859"/>
                    <a:pt x="123129" y="1223851"/>
                  </a:cubicBezTo>
                  <a:cubicBezTo>
                    <a:pt x="123556" y="1223765"/>
                    <a:pt x="124583" y="1222995"/>
                    <a:pt x="126978" y="1220600"/>
                  </a:cubicBezTo>
                  <a:cubicBezTo>
                    <a:pt x="133137" y="1215639"/>
                    <a:pt x="143829" y="1203321"/>
                    <a:pt x="141349" y="1179883"/>
                  </a:cubicBezTo>
                  <a:cubicBezTo>
                    <a:pt x="140322" y="1169790"/>
                    <a:pt x="133393" y="1166111"/>
                    <a:pt x="133393" y="1162946"/>
                  </a:cubicBezTo>
                  <a:lnTo>
                    <a:pt x="133393" y="1160295"/>
                  </a:lnTo>
                  <a:cubicBezTo>
                    <a:pt x="133821" y="1156873"/>
                    <a:pt x="135019" y="1152254"/>
                    <a:pt x="137328" y="1145496"/>
                  </a:cubicBezTo>
                  <a:cubicBezTo>
                    <a:pt x="137328" y="1145496"/>
                    <a:pt x="137585" y="1142759"/>
                    <a:pt x="137927" y="1137798"/>
                  </a:cubicBezTo>
                  <a:cubicBezTo>
                    <a:pt x="139638" y="1129073"/>
                    <a:pt x="140322" y="1114616"/>
                    <a:pt x="141007" y="1099476"/>
                  </a:cubicBezTo>
                  <a:cubicBezTo>
                    <a:pt x="146396" y="1032242"/>
                    <a:pt x="155976" y="910690"/>
                    <a:pt x="157772" y="870230"/>
                  </a:cubicBezTo>
                  <a:cubicBezTo>
                    <a:pt x="159055" y="860222"/>
                    <a:pt x="160766" y="851754"/>
                    <a:pt x="162562" y="844312"/>
                  </a:cubicBezTo>
                  <a:cubicBezTo>
                    <a:pt x="164188" y="839949"/>
                    <a:pt x="165727" y="835073"/>
                    <a:pt x="166754" y="828316"/>
                  </a:cubicBezTo>
                  <a:lnTo>
                    <a:pt x="167524" y="825322"/>
                  </a:lnTo>
                  <a:cubicBezTo>
                    <a:pt x="170176" y="814458"/>
                    <a:pt x="171715" y="787171"/>
                    <a:pt x="172399" y="772715"/>
                  </a:cubicBezTo>
                  <a:cubicBezTo>
                    <a:pt x="172827" y="768438"/>
                    <a:pt x="173341" y="764161"/>
                    <a:pt x="173768" y="759884"/>
                  </a:cubicBezTo>
                  <a:cubicBezTo>
                    <a:pt x="175907" y="751929"/>
                    <a:pt x="176420" y="743118"/>
                    <a:pt x="176676" y="735163"/>
                  </a:cubicBezTo>
                  <a:cubicBezTo>
                    <a:pt x="178302" y="722760"/>
                    <a:pt x="179842" y="713351"/>
                    <a:pt x="180868" y="711127"/>
                  </a:cubicBezTo>
                  <a:cubicBezTo>
                    <a:pt x="183605" y="713265"/>
                    <a:pt x="187027" y="722503"/>
                    <a:pt x="190619" y="734821"/>
                  </a:cubicBezTo>
                  <a:cubicBezTo>
                    <a:pt x="191475" y="738157"/>
                    <a:pt x="192330" y="741921"/>
                    <a:pt x="193271" y="746112"/>
                  </a:cubicBezTo>
                  <a:cubicBezTo>
                    <a:pt x="195923" y="757746"/>
                    <a:pt x="198318" y="766813"/>
                    <a:pt x="200542" y="774768"/>
                  </a:cubicBezTo>
                  <a:cubicBezTo>
                    <a:pt x="205845" y="798548"/>
                    <a:pt x="210122" y="821130"/>
                    <a:pt x="211149" y="826519"/>
                  </a:cubicBezTo>
                  <a:lnTo>
                    <a:pt x="211320" y="829000"/>
                  </a:lnTo>
                  <a:cubicBezTo>
                    <a:pt x="211149" y="838153"/>
                    <a:pt x="211662" y="846022"/>
                    <a:pt x="212518" y="852866"/>
                  </a:cubicBezTo>
                  <a:cubicBezTo>
                    <a:pt x="212518" y="854320"/>
                    <a:pt x="212518" y="855859"/>
                    <a:pt x="212603" y="857399"/>
                  </a:cubicBezTo>
                  <a:cubicBezTo>
                    <a:pt x="212603" y="857399"/>
                    <a:pt x="215597" y="872796"/>
                    <a:pt x="219019" y="881265"/>
                  </a:cubicBezTo>
                  <a:cubicBezTo>
                    <a:pt x="219446" y="882548"/>
                    <a:pt x="219788" y="883917"/>
                    <a:pt x="220131" y="885371"/>
                  </a:cubicBezTo>
                  <a:cubicBezTo>
                    <a:pt x="222013" y="896833"/>
                    <a:pt x="220730" y="920698"/>
                    <a:pt x="225520" y="936866"/>
                  </a:cubicBezTo>
                  <a:lnTo>
                    <a:pt x="226204" y="939089"/>
                  </a:lnTo>
                  <a:cubicBezTo>
                    <a:pt x="227744" y="946446"/>
                    <a:pt x="230053" y="952776"/>
                    <a:pt x="231935" y="958165"/>
                  </a:cubicBezTo>
                  <a:cubicBezTo>
                    <a:pt x="233218" y="962442"/>
                    <a:pt x="234074" y="965949"/>
                    <a:pt x="235014" y="970311"/>
                  </a:cubicBezTo>
                  <a:cubicBezTo>
                    <a:pt x="234843" y="975615"/>
                    <a:pt x="233133" y="979293"/>
                    <a:pt x="232705" y="984767"/>
                  </a:cubicBezTo>
                  <a:cubicBezTo>
                    <a:pt x="232192" y="986051"/>
                    <a:pt x="231764" y="987334"/>
                    <a:pt x="231507" y="988873"/>
                  </a:cubicBezTo>
                  <a:cubicBezTo>
                    <a:pt x="230481" y="995203"/>
                    <a:pt x="233475" y="999480"/>
                    <a:pt x="233475" y="1011114"/>
                  </a:cubicBezTo>
                  <a:cubicBezTo>
                    <a:pt x="233475" y="1022747"/>
                    <a:pt x="232448" y="1032327"/>
                    <a:pt x="234416" y="1037032"/>
                  </a:cubicBezTo>
                  <a:cubicBezTo>
                    <a:pt x="236383" y="1041822"/>
                    <a:pt x="233902" y="1046612"/>
                    <a:pt x="233475" y="1053969"/>
                  </a:cubicBezTo>
                  <a:cubicBezTo>
                    <a:pt x="232962" y="1061411"/>
                    <a:pt x="224065" y="1127619"/>
                    <a:pt x="226546" y="1136600"/>
                  </a:cubicBezTo>
                  <a:cubicBezTo>
                    <a:pt x="229027" y="1145582"/>
                    <a:pt x="231507" y="1149859"/>
                    <a:pt x="248872" y="1166795"/>
                  </a:cubicBezTo>
                  <a:cubicBezTo>
                    <a:pt x="248872" y="1166795"/>
                    <a:pt x="246391" y="1173724"/>
                    <a:pt x="243911" y="1180054"/>
                  </a:cubicBezTo>
                  <a:cubicBezTo>
                    <a:pt x="241430" y="1186384"/>
                    <a:pt x="239976" y="1194853"/>
                    <a:pt x="239462" y="1200755"/>
                  </a:cubicBezTo>
                  <a:cubicBezTo>
                    <a:pt x="238949" y="1206571"/>
                    <a:pt x="235528" y="1214013"/>
                    <a:pt x="241430" y="1220343"/>
                  </a:cubicBezTo>
                  <a:cubicBezTo>
                    <a:pt x="247418" y="1226673"/>
                    <a:pt x="244937" y="1230352"/>
                    <a:pt x="244937" y="1231977"/>
                  </a:cubicBezTo>
                  <a:cubicBezTo>
                    <a:pt x="244937" y="1233602"/>
                    <a:pt x="236469" y="1240958"/>
                    <a:pt x="240489" y="1243610"/>
                  </a:cubicBezTo>
                  <a:cubicBezTo>
                    <a:pt x="244424" y="1246262"/>
                    <a:pt x="313454" y="1243610"/>
                    <a:pt x="313454" y="1243610"/>
                  </a:cubicBezTo>
                  <a:cubicBezTo>
                    <a:pt x="313454" y="1243610"/>
                    <a:pt x="313968" y="1234629"/>
                    <a:pt x="313454" y="1231463"/>
                  </a:cubicBezTo>
                  <a:cubicBezTo>
                    <a:pt x="312941" y="1228298"/>
                    <a:pt x="306526" y="1208111"/>
                    <a:pt x="305499" y="1201781"/>
                  </a:cubicBezTo>
                  <a:cubicBezTo>
                    <a:pt x="305499" y="1201781"/>
                    <a:pt x="311487" y="1196478"/>
                    <a:pt x="311487" y="1189549"/>
                  </a:cubicBezTo>
                  <a:cubicBezTo>
                    <a:pt x="311487" y="1182620"/>
                    <a:pt x="307039" y="1181594"/>
                    <a:pt x="308493" y="1177317"/>
                  </a:cubicBezTo>
                  <a:cubicBezTo>
                    <a:pt x="309947" y="1173040"/>
                    <a:pt x="319442" y="1175692"/>
                    <a:pt x="329792" y="1108458"/>
                  </a:cubicBezTo>
                  <a:cubicBezTo>
                    <a:pt x="340228" y="1041138"/>
                    <a:pt x="322863" y="969114"/>
                    <a:pt x="319357" y="918731"/>
                  </a:cubicBezTo>
                  <a:cubicBezTo>
                    <a:pt x="315849" y="868434"/>
                    <a:pt x="313369" y="697782"/>
                    <a:pt x="312941" y="650650"/>
                  </a:cubicBezTo>
                  <a:cubicBezTo>
                    <a:pt x="312941" y="650650"/>
                    <a:pt x="325857" y="629950"/>
                    <a:pt x="333813" y="621994"/>
                  </a:cubicBezTo>
                  <a:lnTo>
                    <a:pt x="335523" y="619514"/>
                  </a:lnTo>
                  <a:cubicBezTo>
                    <a:pt x="338603" y="617803"/>
                    <a:pt x="353145" y="608992"/>
                    <a:pt x="354342" y="607623"/>
                  </a:cubicBezTo>
                  <a:lnTo>
                    <a:pt x="354342" y="608052"/>
                  </a:lnTo>
                  <a:cubicBezTo>
                    <a:pt x="354342" y="608052"/>
                    <a:pt x="364692" y="602919"/>
                    <a:pt x="364692" y="602919"/>
                  </a:cubicBezTo>
                  <a:lnTo>
                    <a:pt x="364692" y="602748"/>
                  </a:lnTo>
                  <a:cubicBezTo>
                    <a:pt x="364692" y="602748"/>
                    <a:pt x="365462" y="603518"/>
                    <a:pt x="365462" y="603518"/>
                  </a:cubicBezTo>
                  <a:lnTo>
                    <a:pt x="366917" y="605913"/>
                  </a:lnTo>
                  <a:cubicBezTo>
                    <a:pt x="366917" y="605913"/>
                    <a:pt x="390183" y="580508"/>
                    <a:pt x="393177" y="572553"/>
                  </a:cubicBezTo>
                  <a:cubicBezTo>
                    <a:pt x="396171" y="564597"/>
                    <a:pt x="402073" y="547917"/>
                    <a:pt x="406607" y="542357"/>
                  </a:cubicBezTo>
                  <a:cubicBezTo>
                    <a:pt x="411055" y="536797"/>
                    <a:pt x="406607" y="502581"/>
                    <a:pt x="408061" y="483591"/>
                  </a:cubicBezTo>
                  <a:cubicBezTo>
                    <a:pt x="409515" y="464516"/>
                    <a:pt x="405837" y="455791"/>
                    <a:pt x="402843" y="445441"/>
                  </a:cubicBezTo>
                  <a:cubicBezTo>
                    <a:pt x="399849" y="435090"/>
                    <a:pt x="387189" y="389840"/>
                    <a:pt x="386505" y="376325"/>
                  </a:cubicBezTo>
                  <a:cubicBezTo>
                    <a:pt x="385735" y="362809"/>
                    <a:pt x="356737" y="280948"/>
                    <a:pt x="355968" y="271368"/>
                  </a:cubicBezTo>
                  <a:cubicBezTo>
                    <a:pt x="355198" y="261873"/>
                    <a:pt x="346301" y="255457"/>
                    <a:pt x="347071" y="249897"/>
                  </a:cubicBezTo>
                  <a:cubicBezTo>
                    <a:pt x="347841" y="244337"/>
                    <a:pt x="343308" y="236382"/>
                    <a:pt x="343308" y="236382"/>
                  </a:cubicBezTo>
                  <a:cubicBezTo>
                    <a:pt x="343308" y="236382"/>
                    <a:pt x="256228" y="209351"/>
                    <a:pt x="250241" y="202166"/>
                  </a:cubicBezTo>
                  <a:cubicBezTo>
                    <a:pt x="245878" y="196949"/>
                    <a:pt x="242285" y="193014"/>
                    <a:pt x="240746" y="191217"/>
                  </a:cubicBezTo>
                  <a:cubicBezTo>
                    <a:pt x="238607" y="184288"/>
                    <a:pt x="236469" y="180183"/>
                    <a:pt x="234587" y="177531"/>
                  </a:cubicBezTo>
                  <a:lnTo>
                    <a:pt x="234330" y="177531"/>
                  </a:lnTo>
                  <a:cubicBezTo>
                    <a:pt x="233731" y="176162"/>
                    <a:pt x="233133" y="175393"/>
                    <a:pt x="233133" y="175393"/>
                  </a:cubicBezTo>
                  <a:cubicBezTo>
                    <a:pt x="235100" y="169063"/>
                    <a:pt x="236640" y="152639"/>
                    <a:pt x="239548" y="149388"/>
                  </a:cubicBezTo>
                  <a:cubicBezTo>
                    <a:pt x="242542" y="146223"/>
                    <a:pt x="250497" y="137755"/>
                    <a:pt x="253919" y="131339"/>
                  </a:cubicBezTo>
                  <a:cubicBezTo>
                    <a:pt x="257426" y="125010"/>
                    <a:pt x="258880" y="110126"/>
                    <a:pt x="257939" y="105935"/>
                  </a:cubicBezTo>
                  <a:cubicBezTo>
                    <a:pt x="256913" y="101658"/>
                    <a:pt x="253491" y="103796"/>
                    <a:pt x="254945" y="101144"/>
                  </a:cubicBezTo>
                  <a:cubicBezTo>
                    <a:pt x="256485" y="98493"/>
                    <a:pt x="257426" y="92163"/>
                    <a:pt x="256913" y="86859"/>
                  </a:cubicBezTo>
                  <a:cubicBezTo>
                    <a:pt x="256399" y="81555"/>
                    <a:pt x="257426" y="83181"/>
                    <a:pt x="260420" y="72061"/>
                  </a:cubicBezTo>
                  <a:cubicBezTo>
                    <a:pt x="263414" y="60941"/>
                    <a:pt x="259907" y="58802"/>
                    <a:pt x="257939" y="47682"/>
                  </a:cubicBezTo>
                  <a:cubicBezTo>
                    <a:pt x="255972" y="36562"/>
                    <a:pt x="248016" y="28093"/>
                    <a:pt x="244510" y="25442"/>
                  </a:cubicBezTo>
                  <a:cubicBezTo>
                    <a:pt x="241002" y="22790"/>
                    <a:pt x="244510" y="18598"/>
                    <a:pt x="244510" y="18598"/>
                  </a:cubicBezTo>
                  <a:cubicBezTo>
                    <a:pt x="244510" y="18598"/>
                    <a:pt x="239548" y="18598"/>
                    <a:pt x="236554" y="14920"/>
                  </a:cubicBezTo>
                  <a:cubicBezTo>
                    <a:pt x="233560" y="11157"/>
                    <a:pt x="237067" y="7478"/>
                    <a:pt x="237067" y="7478"/>
                  </a:cubicBezTo>
                  <a:cubicBezTo>
                    <a:pt x="237067" y="7478"/>
                    <a:pt x="233133" y="10643"/>
                    <a:pt x="230567" y="11157"/>
                  </a:cubicBezTo>
                  <a:cubicBezTo>
                    <a:pt x="228086" y="11670"/>
                    <a:pt x="219190" y="2688"/>
                    <a:pt x="216196" y="550"/>
                  </a:cubicBezTo>
                  <a:cubicBezTo>
                    <a:pt x="213202" y="-1589"/>
                    <a:pt x="215169" y="3201"/>
                    <a:pt x="212176" y="3201"/>
                  </a:cubicBezTo>
                  <a:cubicBezTo>
                    <a:pt x="209182" y="3201"/>
                    <a:pt x="202253" y="1576"/>
                    <a:pt x="194298" y="2688"/>
                  </a:cubicBezTo>
                  <a:cubicBezTo>
                    <a:pt x="186342" y="3715"/>
                    <a:pt x="173939" y="13295"/>
                    <a:pt x="170518" y="15434"/>
                  </a:cubicBezTo>
                  <a:cubicBezTo>
                    <a:pt x="167011" y="17572"/>
                    <a:pt x="167011" y="13894"/>
                    <a:pt x="165556" y="13894"/>
                  </a:cubicBezTo>
                  <a:cubicBezTo>
                    <a:pt x="164102" y="13894"/>
                    <a:pt x="165556" y="17572"/>
                    <a:pt x="162562" y="19197"/>
                  </a:cubicBezTo>
                  <a:cubicBezTo>
                    <a:pt x="159569" y="20823"/>
                    <a:pt x="147165" y="35621"/>
                    <a:pt x="143230" y="40924"/>
                  </a:cubicBezTo>
                  <a:cubicBezTo>
                    <a:pt x="139296" y="46228"/>
                    <a:pt x="139809" y="72745"/>
                    <a:pt x="140750" y="84378"/>
                  </a:cubicBezTo>
                  <a:cubicBezTo>
                    <a:pt x="141776" y="96012"/>
                    <a:pt x="144257" y="93873"/>
                    <a:pt x="141263" y="97124"/>
                  </a:cubicBezTo>
                  <a:cubicBezTo>
                    <a:pt x="138269" y="100289"/>
                    <a:pt x="141178" y="127319"/>
                    <a:pt x="142717" y="129971"/>
                  </a:cubicBezTo>
                  <a:cubicBezTo>
                    <a:pt x="145027" y="133820"/>
                    <a:pt x="149133" y="133136"/>
                    <a:pt x="149646" y="140065"/>
                  </a:cubicBezTo>
                  <a:cubicBezTo>
                    <a:pt x="150159" y="146908"/>
                    <a:pt x="153581" y="169233"/>
                    <a:pt x="158115" y="177702"/>
                  </a:cubicBezTo>
                  <a:cubicBezTo>
                    <a:pt x="158115" y="177702"/>
                    <a:pt x="155377" y="179327"/>
                    <a:pt x="152982" y="182663"/>
                  </a:cubicBezTo>
                  <a:lnTo>
                    <a:pt x="153153" y="181979"/>
                  </a:lnTo>
                  <a:lnTo>
                    <a:pt x="152383" y="183604"/>
                  </a:lnTo>
                  <a:cubicBezTo>
                    <a:pt x="151613" y="184802"/>
                    <a:pt x="150929" y="186085"/>
                    <a:pt x="150416" y="187625"/>
                  </a:cubicBezTo>
                  <a:cubicBezTo>
                    <a:pt x="148449" y="191388"/>
                    <a:pt x="145882" y="195922"/>
                    <a:pt x="144257" y="196863"/>
                  </a:cubicBezTo>
                  <a:cubicBezTo>
                    <a:pt x="141263" y="198488"/>
                    <a:pt x="75740" y="216965"/>
                    <a:pt x="54954" y="226032"/>
                  </a:cubicBezTo>
                  <a:cubicBezTo>
                    <a:pt x="54954" y="226032"/>
                    <a:pt x="46485" y="226545"/>
                    <a:pt x="46485" y="229710"/>
                  </a:cubicBezTo>
                  <a:cubicBezTo>
                    <a:pt x="46485" y="232875"/>
                    <a:pt x="45031" y="244509"/>
                    <a:pt x="42551" y="249812"/>
                  </a:cubicBezTo>
                  <a:cubicBezTo>
                    <a:pt x="40070" y="255115"/>
                    <a:pt x="28693" y="287962"/>
                    <a:pt x="30661" y="295917"/>
                  </a:cubicBezTo>
                  <a:cubicBezTo>
                    <a:pt x="32628" y="303873"/>
                    <a:pt x="33141" y="309176"/>
                    <a:pt x="29206" y="320297"/>
                  </a:cubicBezTo>
                  <a:cubicBezTo>
                    <a:pt x="25272" y="331417"/>
                    <a:pt x="19797" y="378549"/>
                    <a:pt x="16803" y="391807"/>
                  </a:cubicBezTo>
                  <a:cubicBezTo>
                    <a:pt x="13809" y="405066"/>
                    <a:pt x="8848" y="433123"/>
                    <a:pt x="5341" y="443217"/>
                  </a:cubicBezTo>
                  <a:cubicBezTo>
                    <a:pt x="1834" y="453225"/>
                    <a:pt x="5341" y="481881"/>
                    <a:pt x="1834" y="491974"/>
                  </a:cubicBezTo>
                  <a:cubicBezTo>
                    <a:pt x="-1673" y="502068"/>
                    <a:pt x="2860" y="505233"/>
                    <a:pt x="2347" y="509424"/>
                  </a:cubicBezTo>
                  <a:cubicBezTo>
                    <a:pt x="1834" y="513701"/>
                    <a:pt x="-1588" y="528499"/>
                    <a:pt x="893" y="535941"/>
                  </a:cubicBezTo>
                  <a:lnTo>
                    <a:pt x="893" y="535941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6ED6BB4D-C298-BDE9-9465-8F572FEB5DB0}"/>
                </a:ext>
              </a:extLst>
            </p:cNvPr>
            <p:cNvSpPr/>
            <p:nvPr/>
          </p:nvSpPr>
          <p:spPr>
            <a:xfrm>
              <a:off x="-3356727" y="4261906"/>
              <a:ext cx="446430" cy="1229161"/>
            </a:xfrm>
            <a:custGeom>
              <a:avLst/>
              <a:gdLst>
                <a:gd name="connsiteX0" fmla="*/ 394679 w 446430"/>
                <a:gd name="connsiteY0" fmla="*/ 415253 h 1229161"/>
                <a:gd name="connsiteX1" fmla="*/ 394679 w 446430"/>
                <a:gd name="connsiteY1" fmla="*/ 415424 h 1229161"/>
                <a:gd name="connsiteX2" fmla="*/ 393054 w 446430"/>
                <a:gd name="connsiteY2" fmla="*/ 416365 h 1229161"/>
                <a:gd name="connsiteX3" fmla="*/ 394679 w 446430"/>
                <a:gd name="connsiteY3" fmla="*/ 415253 h 1229161"/>
                <a:gd name="connsiteX4" fmla="*/ 394679 w 446430"/>
                <a:gd name="connsiteY4" fmla="*/ 415253 h 1229161"/>
                <a:gd name="connsiteX5" fmla="*/ 173303 w 446430"/>
                <a:gd name="connsiteY5" fmla="*/ 162398 h 1229161"/>
                <a:gd name="connsiteX6" fmla="*/ 156537 w 446430"/>
                <a:gd name="connsiteY6" fmla="*/ 184724 h 1229161"/>
                <a:gd name="connsiteX7" fmla="*/ 121124 w 446430"/>
                <a:gd name="connsiteY7" fmla="*/ 189343 h 1229161"/>
                <a:gd name="connsiteX8" fmla="*/ 49356 w 446430"/>
                <a:gd name="connsiteY8" fmla="*/ 215433 h 1229161"/>
                <a:gd name="connsiteX9" fmla="*/ 27031 w 446430"/>
                <a:gd name="connsiteY9" fmla="*/ 291819 h 1229161"/>
                <a:gd name="connsiteX10" fmla="*/ 10265 w 446430"/>
                <a:gd name="connsiteY10" fmla="*/ 339294 h 1229161"/>
                <a:gd name="connsiteX11" fmla="*/ 0 w 446430"/>
                <a:gd name="connsiteY11" fmla="*/ 388650 h 1229161"/>
                <a:gd name="connsiteX12" fmla="*/ 20529 w 446430"/>
                <a:gd name="connsiteY12" fmla="*/ 426886 h 1229161"/>
                <a:gd name="connsiteX13" fmla="*/ 56884 w 446430"/>
                <a:gd name="connsiteY13" fmla="*/ 444593 h 1229161"/>
                <a:gd name="connsiteX14" fmla="*/ 68089 w 446430"/>
                <a:gd name="connsiteY14" fmla="*/ 444593 h 1229161"/>
                <a:gd name="connsiteX15" fmla="*/ 75531 w 446430"/>
                <a:gd name="connsiteY15" fmla="*/ 463241 h 1229161"/>
                <a:gd name="connsiteX16" fmla="*/ 72709 w 446430"/>
                <a:gd name="connsiteY16" fmla="*/ 505155 h 1229161"/>
                <a:gd name="connsiteX17" fmla="*/ 78269 w 446430"/>
                <a:gd name="connsiteY17" fmla="*/ 513110 h 1229161"/>
                <a:gd name="connsiteX18" fmla="*/ 77670 w 446430"/>
                <a:gd name="connsiteY18" fmla="*/ 513281 h 1229161"/>
                <a:gd name="connsiteX19" fmla="*/ 78440 w 446430"/>
                <a:gd name="connsiteY19" fmla="*/ 513281 h 1229161"/>
                <a:gd name="connsiteX20" fmla="*/ 82888 w 446430"/>
                <a:gd name="connsiteY20" fmla="*/ 519012 h 1229161"/>
                <a:gd name="connsiteX21" fmla="*/ 81519 w 446430"/>
                <a:gd name="connsiteY21" fmla="*/ 525685 h 1229161"/>
                <a:gd name="connsiteX22" fmla="*/ 81690 w 446430"/>
                <a:gd name="connsiteY22" fmla="*/ 525685 h 1229161"/>
                <a:gd name="connsiteX23" fmla="*/ 74505 w 446430"/>
                <a:gd name="connsiteY23" fmla="*/ 547069 h 1229161"/>
                <a:gd name="connsiteX24" fmla="*/ 68004 w 446430"/>
                <a:gd name="connsiteY24" fmla="*/ 591806 h 1229161"/>
                <a:gd name="connsiteX25" fmla="*/ 72623 w 446430"/>
                <a:gd name="connsiteY25" fmla="*/ 624397 h 1229161"/>
                <a:gd name="connsiteX26" fmla="*/ 72623 w 446430"/>
                <a:gd name="connsiteY26" fmla="*/ 656047 h 1229161"/>
                <a:gd name="connsiteX27" fmla="*/ 71682 w 446430"/>
                <a:gd name="connsiteY27" fmla="*/ 698902 h 1229161"/>
                <a:gd name="connsiteX28" fmla="*/ 81947 w 446430"/>
                <a:gd name="connsiteY28" fmla="*/ 750140 h 1229161"/>
                <a:gd name="connsiteX29" fmla="*/ 78183 w 446430"/>
                <a:gd name="connsiteY29" fmla="*/ 924384 h 1229161"/>
                <a:gd name="connsiteX30" fmla="*/ 66977 w 446430"/>
                <a:gd name="connsiteY30" fmla="*/ 1126600 h 1229161"/>
                <a:gd name="connsiteX31" fmla="*/ 71597 w 446430"/>
                <a:gd name="connsiteY31" fmla="*/ 1155512 h 1229161"/>
                <a:gd name="connsiteX32" fmla="*/ 72538 w 446430"/>
                <a:gd name="connsiteY32" fmla="*/ 1176041 h 1229161"/>
                <a:gd name="connsiteX33" fmla="*/ 87421 w 446430"/>
                <a:gd name="connsiteY33" fmla="*/ 1199308 h 1229161"/>
                <a:gd name="connsiteX34" fmla="*/ 79980 w 446430"/>
                <a:gd name="connsiteY34" fmla="*/ 1218897 h 1229161"/>
                <a:gd name="connsiteX35" fmla="*/ 80920 w 446430"/>
                <a:gd name="connsiteY35" fmla="*/ 1229161 h 1229161"/>
                <a:gd name="connsiteX36" fmla="*/ 159189 w 446430"/>
                <a:gd name="connsiteY36" fmla="*/ 1229161 h 1229161"/>
                <a:gd name="connsiteX37" fmla="*/ 159189 w 446430"/>
                <a:gd name="connsiteY37" fmla="*/ 1214278 h 1229161"/>
                <a:gd name="connsiteX38" fmla="*/ 161156 w 446430"/>
                <a:gd name="connsiteY38" fmla="*/ 1207948 h 1229161"/>
                <a:gd name="connsiteX39" fmla="*/ 167144 w 446430"/>
                <a:gd name="connsiteY39" fmla="*/ 1201703 h 1229161"/>
                <a:gd name="connsiteX40" fmla="*/ 169454 w 446430"/>
                <a:gd name="connsiteY40" fmla="*/ 1196485 h 1229161"/>
                <a:gd name="connsiteX41" fmla="*/ 170395 w 446430"/>
                <a:gd name="connsiteY41" fmla="*/ 1187589 h 1229161"/>
                <a:gd name="connsiteX42" fmla="*/ 172276 w 446430"/>
                <a:gd name="connsiteY42" fmla="*/ 1166718 h 1229161"/>
                <a:gd name="connsiteX43" fmla="*/ 174244 w 446430"/>
                <a:gd name="connsiteY43" fmla="*/ 1165007 h 1229161"/>
                <a:gd name="connsiteX44" fmla="*/ 185364 w 446430"/>
                <a:gd name="connsiteY44" fmla="*/ 1151748 h 1229161"/>
                <a:gd name="connsiteX45" fmla="*/ 185022 w 446430"/>
                <a:gd name="connsiteY45" fmla="*/ 1150551 h 1229161"/>
                <a:gd name="connsiteX46" fmla="*/ 167829 w 446430"/>
                <a:gd name="connsiteY46" fmla="*/ 1128567 h 1229161"/>
                <a:gd name="connsiteX47" fmla="*/ 168256 w 446430"/>
                <a:gd name="connsiteY47" fmla="*/ 1126343 h 1229161"/>
                <a:gd name="connsiteX48" fmla="*/ 175185 w 446430"/>
                <a:gd name="connsiteY48" fmla="*/ 1115223 h 1229161"/>
                <a:gd name="connsiteX49" fmla="*/ 191779 w 446430"/>
                <a:gd name="connsiteY49" fmla="*/ 1086482 h 1229161"/>
                <a:gd name="connsiteX50" fmla="*/ 193063 w 446430"/>
                <a:gd name="connsiteY50" fmla="*/ 1082804 h 1229161"/>
                <a:gd name="connsiteX51" fmla="*/ 194260 w 446430"/>
                <a:gd name="connsiteY51" fmla="*/ 980926 h 1229161"/>
                <a:gd name="connsiteX52" fmla="*/ 204183 w 446430"/>
                <a:gd name="connsiteY52" fmla="*/ 879048 h 1229161"/>
                <a:gd name="connsiteX53" fmla="*/ 203841 w 446430"/>
                <a:gd name="connsiteY53" fmla="*/ 856808 h 1229161"/>
                <a:gd name="connsiteX54" fmla="*/ 206492 w 446430"/>
                <a:gd name="connsiteY54" fmla="*/ 825757 h 1229161"/>
                <a:gd name="connsiteX55" fmla="*/ 206578 w 446430"/>
                <a:gd name="connsiteY55" fmla="*/ 825757 h 1229161"/>
                <a:gd name="connsiteX56" fmla="*/ 206835 w 446430"/>
                <a:gd name="connsiteY56" fmla="*/ 825329 h 1229161"/>
                <a:gd name="connsiteX57" fmla="*/ 221462 w 446430"/>
                <a:gd name="connsiteY57" fmla="*/ 974767 h 1229161"/>
                <a:gd name="connsiteX58" fmla="*/ 223515 w 446430"/>
                <a:gd name="connsiteY58" fmla="*/ 1003337 h 1229161"/>
                <a:gd name="connsiteX59" fmla="*/ 215217 w 446430"/>
                <a:gd name="connsiteY59" fmla="*/ 1087765 h 1229161"/>
                <a:gd name="connsiteX60" fmla="*/ 206492 w 446430"/>
                <a:gd name="connsiteY60" fmla="*/ 1145247 h 1229161"/>
                <a:gd name="connsiteX61" fmla="*/ 214020 w 446430"/>
                <a:gd name="connsiteY61" fmla="*/ 1154314 h 1229161"/>
                <a:gd name="connsiteX62" fmla="*/ 215816 w 446430"/>
                <a:gd name="connsiteY62" fmla="*/ 1159276 h 1229161"/>
                <a:gd name="connsiteX63" fmla="*/ 222317 w 446430"/>
                <a:gd name="connsiteY63" fmla="*/ 1173219 h 1229161"/>
                <a:gd name="connsiteX64" fmla="*/ 223942 w 446430"/>
                <a:gd name="connsiteY64" fmla="*/ 1181602 h 1229161"/>
                <a:gd name="connsiteX65" fmla="*/ 226081 w 446430"/>
                <a:gd name="connsiteY65" fmla="*/ 1198367 h 1229161"/>
                <a:gd name="connsiteX66" fmla="*/ 225739 w 446430"/>
                <a:gd name="connsiteY66" fmla="*/ 1210086 h 1229161"/>
                <a:gd name="connsiteX67" fmla="*/ 231641 w 446430"/>
                <a:gd name="connsiteY67" fmla="*/ 1219837 h 1229161"/>
                <a:gd name="connsiteX68" fmla="*/ 235063 w 446430"/>
                <a:gd name="connsiteY68" fmla="*/ 1225398 h 1229161"/>
                <a:gd name="connsiteX69" fmla="*/ 338822 w 446430"/>
                <a:gd name="connsiteY69" fmla="*/ 1225398 h 1229161"/>
                <a:gd name="connsiteX70" fmla="*/ 365852 w 446430"/>
                <a:gd name="connsiteY70" fmla="*/ 1219837 h 1229161"/>
                <a:gd name="connsiteX71" fmla="*/ 348146 w 446430"/>
                <a:gd name="connsiteY71" fmla="*/ 1197512 h 1229161"/>
                <a:gd name="connsiteX72" fmla="*/ 331380 w 446430"/>
                <a:gd name="connsiteY72" fmla="*/ 1192893 h 1229161"/>
                <a:gd name="connsiteX73" fmla="*/ 327702 w 446430"/>
                <a:gd name="connsiteY73" fmla="*/ 1184510 h 1229161"/>
                <a:gd name="connsiteX74" fmla="*/ 313759 w 446430"/>
                <a:gd name="connsiteY74" fmla="*/ 1166803 h 1229161"/>
                <a:gd name="connsiteX75" fmla="*/ 335229 w 446430"/>
                <a:gd name="connsiteY75" fmla="*/ 1147214 h 1229161"/>
                <a:gd name="connsiteX76" fmla="*/ 324965 w 446430"/>
                <a:gd name="connsiteY76" fmla="*/ 969207 h 1229161"/>
                <a:gd name="connsiteX77" fmla="*/ 325906 w 446430"/>
                <a:gd name="connsiteY77" fmla="*/ 785639 h 1229161"/>
                <a:gd name="connsiteX78" fmla="*/ 328728 w 446430"/>
                <a:gd name="connsiteY78" fmla="*/ 654250 h 1229161"/>
                <a:gd name="connsiteX79" fmla="*/ 339934 w 446430"/>
                <a:gd name="connsiteY79" fmla="*/ 587187 h 1229161"/>
                <a:gd name="connsiteX80" fmla="*/ 321286 w 446430"/>
                <a:gd name="connsiteY80" fmla="*/ 548096 h 1229161"/>
                <a:gd name="connsiteX81" fmla="*/ 343698 w 446430"/>
                <a:gd name="connsiteY81" fmla="*/ 537831 h 1229161"/>
                <a:gd name="connsiteX82" fmla="*/ 345237 w 446430"/>
                <a:gd name="connsiteY82" fmla="*/ 530560 h 1229161"/>
                <a:gd name="connsiteX83" fmla="*/ 345751 w 446430"/>
                <a:gd name="connsiteY83" fmla="*/ 526112 h 1229161"/>
                <a:gd name="connsiteX84" fmla="*/ 347376 w 446430"/>
                <a:gd name="connsiteY84" fmla="*/ 525770 h 1229161"/>
                <a:gd name="connsiteX85" fmla="*/ 376288 w 446430"/>
                <a:gd name="connsiteY85" fmla="*/ 521066 h 1229161"/>
                <a:gd name="connsiteX86" fmla="*/ 401437 w 446430"/>
                <a:gd name="connsiteY86" fmla="*/ 491212 h 1229161"/>
                <a:gd name="connsiteX87" fmla="*/ 408879 w 446430"/>
                <a:gd name="connsiteY87" fmla="*/ 461359 h 1229161"/>
                <a:gd name="connsiteX88" fmla="*/ 409392 w 446430"/>
                <a:gd name="connsiteY88" fmla="*/ 453147 h 1229161"/>
                <a:gd name="connsiteX89" fmla="*/ 414011 w 446430"/>
                <a:gd name="connsiteY89" fmla="*/ 435269 h 1229161"/>
                <a:gd name="connsiteX90" fmla="*/ 415380 w 446430"/>
                <a:gd name="connsiteY90" fmla="*/ 415253 h 1229161"/>
                <a:gd name="connsiteX91" fmla="*/ 409820 w 446430"/>
                <a:gd name="connsiteY91" fmla="*/ 404988 h 1229161"/>
                <a:gd name="connsiteX92" fmla="*/ 409563 w 446430"/>
                <a:gd name="connsiteY92" fmla="*/ 403791 h 1229161"/>
                <a:gd name="connsiteX93" fmla="*/ 435311 w 446430"/>
                <a:gd name="connsiteY93" fmla="*/ 377787 h 1229161"/>
                <a:gd name="connsiteX94" fmla="*/ 440272 w 446430"/>
                <a:gd name="connsiteY94" fmla="*/ 367864 h 1229161"/>
                <a:gd name="connsiteX95" fmla="*/ 446431 w 446430"/>
                <a:gd name="connsiteY95" fmla="*/ 199522 h 1229161"/>
                <a:gd name="connsiteX96" fmla="*/ 435909 w 446430"/>
                <a:gd name="connsiteY96" fmla="*/ 190198 h 1229161"/>
                <a:gd name="connsiteX97" fmla="*/ 278944 w 446430"/>
                <a:gd name="connsiteY97" fmla="*/ 166333 h 1229161"/>
                <a:gd name="connsiteX98" fmla="*/ 279372 w 446430"/>
                <a:gd name="connsiteY98" fmla="*/ 165050 h 1229161"/>
                <a:gd name="connsiteX99" fmla="*/ 287755 w 446430"/>
                <a:gd name="connsiteY99" fmla="*/ 135282 h 1229161"/>
                <a:gd name="connsiteX100" fmla="*/ 291519 w 446430"/>
                <a:gd name="connsiteY100" fmla="*/ 113812 h 1229161"/>
                <a:gd name="connsiteX101" fmla="*/ 298961 w 446430"/>
                <a:gd name="connsiteY101" fmla="*/ 53250 h 1229161"/>
                <a:gd name="connsiteX102" fmla="*/ 222574 w 446430"/>
                <a:gd name="connsiteY102" fmla="*/ 130 h 1229161"/>
                <a:gd name="connsiteX103" fmla="*/ 163894 w 446430"/>
                <a:gd name="connsiteY103" fmla="*/ 44867 h 1229161"/>
                <a:gd name="connsiteX104" fmla="*/ 169454 w 446430"/>
                <a:gd name="connsiteY104" fmla="*/ 125017 h 1229161"/>
                <a:gd name="connsiteX105" fmla="*/ 177837 w 446430"/>
                <a:gd name="connsiteY105" fmla="*/ 145547 h 1229161"/>
                <a:gd name="connsiteX106" fmla="*/ 175955 w 446430"/>
                <a:gd name="connsiteY106" fmla="*/ 162398 h 1229161"/>
                <a:gd name="connsiteX107" fmla="*/ 173132 w 446430"/>
                <a:gd name="connsiteY107" fmla="*/ 162398 h 1229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446430" h="1229161">
                  <a:moveTo>
                    <a:pt x="394679" y="415253"/>
                  </a:moveTo>
                  <a:lnTo>
                    <a:pt x="394679" y="415424"/>
                  </a:lnTo>
                  <a:cubicBezTo>
                    <a:pt x="394679" y="415424"/>
                    <a:pt x="393054" y="416365"/>
                    <a:pt x="393054" y="416365"/>
                  </a:cubicBezTo>
                  <a:lnTo>
                    <a:pt x="394679" y="415253"/>
                  </a:lnTo>
                  <a:lnTo>
                    <a:pt x="394679" y="415253"/>
                  </a:lnTo>
                  <a:close/>
                  <a:moveTo>
                    <a:pt x="173303" y="162398"/>
                  </a:moveTo>
                  <a:cubicBezTo>
                    <a:pt x="173303" y="162398"/>
                    <a:pt x="162098" y="179164"/>
                    <a:pt x="156537" y="184724"/>
                  </a:cubicBezTo>
                  <a:cubicBezTo>
                    <a:pt x="156537" y="184724"/>
                    <a:pt x="143450" y="189343"/>
                    <a:pt x="121124" y="189343"/>
                  </a:cubicBezTo>
                  <a:cubicBezTo>
                    <a:pt x="98798" y="189343"/>
                    <a:pt x="54061" y="199608"/>
                    <a:pt x="49356" y="215433"/>
                  </a:cubicBezTo>
                  <a:cubicBezTo>
                    <a:pt x="44652" y="231258"/>
                    <a:pt x="34472" y="247082"/>
                    <a:pt x="27031" y="291819"/>
                  </a:cubicBezTo>
                  <a:cubicBezTo>
                    <a:pt x="27031" y="291819"/>
                    <a:pt x="13943" y="329970"/>
                    <a:pt x="10265" y="339294"/>
                  </a:cubicBezTo>
                  <a:cubicBezTo>
                    <a:pt x="6501" y="348618"/>
                    <a:pt x="0" y="377530"/>
                    <a:pt x="0" y="388650"/>
                  </a:cubicBezTo>
                  <a:cubicBezTo>
                    <a:pt x="0" y="399770"/>
                    <a:pt x="11206" y="419359"/>
                    <a:pt x="20529" y="426886"/>
                  </a:cubicBezTo>
                  <a:cubicBezTo>
                    <a:pt x="29853" y="434328"/>
                    <a:pt x="39177" y="446475"/>
                    <a:pt x="56884" y="444593"/>
                  </a:cubicBezTo>
                  <a:cubicBezTo>
                    <a:pt x="74590" y="442711"/>
                    <a:pt x="68089" y="444593"/>
                    <a:pt x="68089" y="444593"/>
                  </a:cubicBezTo>
                  <a:lnTo>
                    <a:pt x="75531" y="463241"/>
                  </a:lnTo>
                  <a:cubicBezTo>
                    <a:pt x="75531" y="463241"/>
                    <a:pt x="69971" y="500536"/>
                    <a:pt x="72709" y="505155"/>
                  </a:cubicBezTo>
                  <a:cubicBezTo>
                    <a:pt x="73992" y="507208"/>
                    <a:pt x="76216" y="510288"/>
                    <a:pt x="78269" y="513110"/>
                  </a:cubicBezTo>
                  <a:lnTo>
                    <a:pt x="77670" y="513281"/>
                  </a:lnTo>
                  <a:lnTo>
                    <a:pt x="78440" y="513281"/>
                  </a:lnTo>
                  <a:cubicBezTo>
                    <a:pt x="80321" y="515762"/>
                    <a:pt x="82118" y="517986"/>
                    <a:pt x="82888" y="519012"/>
                  </a:cubicBezTo>
                  <a:cubicBezTo>
                    <a:pt x="82289" y="520809"/>
                    <a:pt x="81776" y="523033"/>
                    <a:pt x="81519" y="525685"/>
                  </a:cubicBezTo>
                  <a:lnTo>
                    <a:pt x="81690" y="525685"/>
                  </a:lnTo>
                  <a:cubicBezTo>
                    <a:pt x="78354" y="532613"/>
                    <a:pt x="75275" y="540312"/>
                    <a:pt x="74505" y="547069"/>
                  </a:cubicBezTo>
                  <a:cubicBezTo>
                    <a:pt x="72623" y="563835"/>
                    <a:pt x="67063" y="572218"/>
                    <a:pt x="68004" y="591806"/>
                  </a:cubicBezTo>
                  <a:cubicBezTo>
                    <a:pt x="68004" y="591806"/>
                    <a:pt x="72623" y="618837"/>
                    <a:pt x="72623" y="624397"/>
                  </a:cubicBezTo>
                  <a:lnTo>
                    <a:pt x="72623" y="656047"/>
                  </a:lnTo>
                  <a:cubicBezTo>
                    <a:pt x="72623" y="671871"/>
                    <a:pt x="68004" y="686756"/>
                    <a:pt x="71682" y="698902"/>
                  </a:cubicBezTo>
                  <a:cubicBezTo>
                    <a:pt x="75360" y="711049"/>
                    <a:pt x="79124" y="724992"/>
                    <a:pt x="81947" y="750140"/>
                  </a:cubicBezTo>
                  <a:cubicBezTo>
                    <a:pt x="84770" y="775289"/>
                    <a:pt x="87507" y="846116"/>
                    <a:pt x="78183" y="924384"/>
                  </a:cubicBezTo>
                  <a:cubicBezTo>
                    <a:pt x="68859" y="1002653"/>
                    <a:pt x="59535" y="1075362"/>
                    <a:pt x="66977" y="1126600"/>
                  </a:cubicBezTo>
                  <a:cubicBezTo>
                    <a:pt x="66977" y="1126600"/>
                    <a:pt x="71597" y="1150808"/>
                    <a:pt x="71597" y="1155512"/>
                  </a:cubicBezTo>
                  <a:cubicBezTo>
                    <a:pt x="71597" y="1160217"/>
                    <a:pt x="65095" y="1162954"/>
                    <a:pt x="72538" y="1176041"/>
                  </a:cubicBezTo>
                  <a:cubicBezTo>
                    <a:pt x="79980" y="1189043"/>
                    <a:pt x="91185" y="1190926"/>
                    <a:pt x="87421" y="1199308"/>
                  </a:cubicBezTo>
                  <a:cubicBezTo>
                    <a:pt x="83743" y="1207691"/>
                    <a:pt x="79038" y="1214192"/>
                    <a:pt x="79980" y="1218897"/>
                  </a:cubicBezTo>
                  <a:cubicBezTo>
                    <a:pt x="80920" y="1223601"/>
                    <a:pt x="80920" y="1229161"/>
                    <a:pt x="80920" y="1229161"/>
                  </a:cubicBezTo>
                  <a:lnTo>
                    <a:pt x="159189" y="1229161"/>
                  </a:lnTo>
                  <a:lnTo>
                    <a:pt x="159189" y="1214278"/>
                  </a:lnTo>
                  <a:cubicBezTo>
                    <a:pt x="159189" y="1211284"/>
                    <a:pt x="159959" y="1209402"/>
                    <a:pt x="161156" y="1207948"/>
                  </a:cubicBezTo>
                  <a:cubicBezTo>
                    <a:pt x="162953" y="1207520"/>
                    <a:pt x="165177" y="1206579"/>
                    <a:pt x="167144" y="1201703"/>
                  </a:cubicBezTo>
                  <a:cubicBezTo>
                    <a:pt x="168085" y="1200420"/>
                    <a:pt x="168855" y="1198709"/>
                    <a:pt x="169454" y="1196485"/>
                  </a:cubicBezTo>
                  <a:cubicBezTo>
                    <a:pt x="170224" y="1193748"/>
                    <a:pt x="170395" y="1190669"/>
                    <a:pt x="170395" y="1187589"/>
                  </a:cubicBezTo>
                  <a:cubicBezTo>
                    <a:pt x="171165" y="1182200"/>
                    <a:pt x="171849" y="1175443"/>
                    <a:pt x="172276" y="1166718"/>
                  </a:cubicBezTo>
                  <a:lnTo>
                    <a:pt x="174244" y="1165007"/>
                  </a:lnTo>
                  <a:cubicBezTo>
                    <a:pt x="179120" y="1161243"/>
                    <a:pt x="186134" y="1158335"/>
                    <a:pt x="185364" y="1151748"/>
                  </a:cubicBezTo>
                  <a:lnTo>
                    <a:pt x="185022" y="1150551"/>
                  </a:lnTo>
                  <a:cubicBezTo>
                    <a:pt x="182884" y="1144905"/>
                    <a:pt x="171763" y="1135838"/>
                    <a:pt x="167829" y="1128567"/>
                  </a:cubicBezTo>
                  <a:lnTo>
                    <a:pt x="168256" y="1126343"/>
                  </a:lnTo>
                  <a:cubicBezTo>
                    <a:pt x="169454" y="1123948"/>
                    <a:pt x="172105" y="1119927"/>
                    <a:pt x="175185" y="1115223"/>
                  </a:cubicBezTo>
                  <a:cubicBezTo>
                    <a:pt x="181173" y="1110775"/>
                    <a:pt x="188529" y="1103590"/>
                    <a:pt x="191779" y="1086482"/>
                  </a:cubicBezTo>
                  <a:cubicBezTo>
                    <a:pt x="192293" y="1085198"/>
                    <a:pt x="192721" y="1084001"/>
                    <a:pt x="193063" y="1082804"/>
                  </a:cubicBezTo>
                  <a:cubicBezTo>
                    <a:pt x="196741" y="1069117"/>
                    <a:pt x="189299" y="1014457"/>
                    <a:pt x="194260" y="980926"/>
                  </a:cubicBezTo>
                  <a:cubicBezTo>
                    <a:pt x="199222" y="947394"/>
                    <a:pt x="202985" y="893932"/>
                    <a:pt x="204183" y="879048"/>
                  </a:cubicBezTo>
                  <a:cubicBezTo>
                    <a:pt x="204610" y="873488"/>
                    <a:pt x="204183" y="865191"/>
                    <a:pt x="203841" y="856808"/>
                  </a:cubicBezTo>
                  <a:cubicBezTo>
                    <a:pt x="205124" y="843635"/>
                    <a:pt x="206150" y="832857"/>
                    <a:pt x="206492" y="825757"/>
                  </a:cubicBezTo>
                  <a:lnTo>
                    <a:pt x="206578" y="825757"/>
                  </a:lnTo>
                  <a:cubicBezTo>
                    <a:pt x="206578" y="825757"/>
                    <a:pt x="206835" y="825329"/>
                    <a:pt x="206835" y="825329"/>
                  </a:cubicBezTo>
                  <a:cubicBezTo>
                    <a:pt x="208802" y="853728"/>
                    <a:pt x="216330" y="940893"/>
                    <a:pt x="221462" y="974767"/>
                  </a:cubicBezTo>
                  <a:cubicBezTo>
                    <a:pt x="222830" y="983920"/>
                    <a:pt x="223429" y="993500"/>
                    <a:pt x="223515" y="1003337"/>
                  </a:cubicBezTo>
                  <a:cubicBezTo>
                    <a:pt x="222745" y="1023439"/>
                    <a:pt x="220521" y="1055944"/>
                    <a:pt x="215217" y="1087765"/>
                  </a:cubicBezTo>
                  <a:cubicBezTo>
                    <a:pt x="207776" y="1132502"/>
                    <a:pt x="200333" y="1138062"/>
                    <a:pt x="206492" y="1145247"/>
                  </a:cubicBezTo>
                  <a:cubicBezTo>
                    <a:pt x="207947" y="1151235"/>
                    <a:pt x="211283" y="1149439"/>
                    <a:pt x="214020" y="1154314"/>
                  </a:cubicBezTo>
                  <a:cubicBezTo>
                    <a:pt x="214533" y="1155512"/>
                    <a:pt x="215132" y="1157052"/>
                    <a:pt x="215816" y="1159276"/>
                  </a:cubicBezTo>
                  <a:cubicBezTo>
                    <a:pt x="218639" y="1170482"/>
                    <a:pt x="220435" y="1165777"/>
                    <a:pt x="222317" y="1173219"/>
                  </a:cubicBezTo>
                  <a:cubicBezTo>
                    <a:pt x="222745" y="1176554"/>
                    <a:pt x="223344" y="1179292"/>
                    <a:pt x="223942" y="1181602"/>
                  </a:cubicBezTo>
                  <a:cubicBezTo>
                    <a:pt x="224798" y="1187333"/>
                    <a:pt x="225397" y="1193406"/>
                    <a:pt x="226081" y="1198367"/>
                  </a:cubicBezTo>
                  <a:cubicBezTo>
                    <a:pt x="225311" y="1206237"/>
                    <a:pt x="224199" y="1206921"/>
                    <a:pt x="225739" y="1210086"/>
                  </a:cubicBezTo>
                  <a:cubicBezTo>
                    <a:pt x="225995" y="1213508"/>
                    <a:pt x="227279" y="1216758"/>
                    <a:pt x="231641" y="1219837"/>
                  </a:cubicBezTo>
                  <a:cubicBezTo>
                    <a:pt x="237885" y="1224200"/>
                    <a:pt x="236602" y="1225226"/>
                    <a:pt x="235063" y="1225398"/>
                  </a:cubicBezTo>
                  <a:lnTo>
                    <a:pt x="338822" y="1225398"/>
                  </a:lnTo>
                  <a:cubicBezTo>
                    <a:pt x="338822" y="1225398"/>
                    <a:pt x="361148" y="1223516"/>
                    <a:pt x="365852" y="1219837"/>
                  </a:cubicBezTo>
                  <a:cubicBezTo>
                    <a:pt x="370472" y="1216159"/>
                    <a:pt x="364912" y="1202131"/>
                    <a:pt x="348146" y="1197512"/>
                  </a:cubicBezTo>
                  <a:lnTo>
                    <a:pt x="331380" y="1192893"/>
                  </a:lnTo>
                  <a:cubicBezTo>
                    <a:pt x="331380" y="1192893"/>
                    <a:pt x="326761" y="1189129"/>
                    <a:pt x="327702" y="1184510"/>
                  </a:cubicBezTo>
                  <a:cubicBezTo>
                    <a:pt x="328643" y="1179891"/>
                    <a:pt x="308113" y="1175186"/>
                    <a:pt x="313759" y="1166803"/>
                  </a:cubicBezTo>
                  <a:cubicBezTo>
                    <a:pt x="319319" y="1158420"/>
                    <a:pt x="328643" y="1158420"/>
                    <a:pt x="335229" y="1147214"/>
                  </a:cubicBezTo>
                  <a:cubicBezTo>
                    <a:pt x="341731" y="1136009"/>
                    <a:pt x="324965" y="1017708"/>
                    <a:pt x="324965" y="969207"/>
                  </a:cubicBezTo>
                  <a:cubicBezTo>
                    <a:pt x="324965" y="920706"/>
                    <a:pt x="312818" y="884437"/>
                    <a:pt x="325906" y="785639"/>
                  </a:cubicBezTo>
                  <a:cubicBezTo>
                    <a:pt x="338908" y="686841"/>
                    <a:pt x="326846" y="662633"/>
                    <a:pt x="328728" y="654250"/>
                  </a:cubicBezTo>
                  <a:cubicBezTo>
                    <a:pt x="330610" y="645867"/>
                    <a:pt x="347376" y="604894"/>
                    <a:pt x="339934" y="587187"/>
                  </a:cubicBezTo>
                  <a:cubicBezTo>
                    <a:pt x="332492" y="569481"/>
                    <a:pt x="321286" y="554597"/>
                    <a:pt x="321286" y="548096"/>
                  </a:cubicBezTo>
                  <a:cubicBezTo>
                    <a:pt x="321286" y="548096"/>
                    <a:pt x="339934" y="541595"/>
                    <a:pt x="343698" y="537831"/>
                  </a:cubicBezTo>
                  <a:cubicBezTo>
                    <a:pt x="345409" y="536120"/>
                    <a:pt x="345323" y="533126"/>
                    <a:pt x="345237" y="530560"/>
                  </a:cubicBezTo>
                  <a:cubicBezTo>
                    <a:pt x="345836" y="529106"/>
                    <a:pt x="346093" y="527566"/>
                    <a:pt x="345751" y="526112"/>
                  </a:cubicBezTo>
                  <a:lnTo>
                    <a:pt x="347376" y="525770"/>
                  </a:lnTo>
                  <a:cubicBezTo>
                    <a:pt x="352081" y="526711"/>
                    <a:pt x="370643" y="526711"/>
                    <a:pt x="376288" y="521066"/>
                  </a:cubicBezTo>
                  <a:cubicBezTo>
                    <a:pt x="381848" y="515505"/>
                    <a:pt x="399641" y="497799"/>
                    <a:pt x="401437" y="491212"/>
                  </a:cubicBezTo>
                  <a:cubicBezTo>
                    <a:pt x="403319" y="484711"/>
                    <a:pt x="404260" y="469827"/>
                    <a:pt x="408879" y="461359"/>
                  </a:cubicBezTo>
                  <a:cubicBezTo>
                    <a:pt x="410504" y="458365"/>
                    <a:pt x="410419" y="455713"/>
                    <a:pt x="409392" y="453147"/>
                  </a:cubicBezTo>
                  <a:cubicBezTo>
                    <a:pt x="409563" y="442027"/>
                    <a:pt x="412215" y="438348"/>
                    <a:pt x="414011" y="435269"/>
                  </a:cubicBezTo>
                  <a:cubicBezTo>
                    <a:pt x="415893" y="432019"/>
                    <a:pt x="414011" y="420813"/>
                    <a:pt x="415380" y="415253"/>
                  </a:cubicBezTo>
                  <a:cubicBezTo>
                    <a:pt x="416749" y="409693"/>
                    <a:pt x="410247" y="407811"/>
                    <a:pt x="409820" y="404988"/>
                  </a:cubicBezTo>
                  <a:lnTo>
                    <a:pt x="409563" y="403791"/>
                  </a:lnTo>
                  <a:cubicBezTo>
                    <a:pt x="419657" y="395066"/>
                    <a:pt x="433600" y="381123"/>
                    <a:pt x="435311" y="377787"/>
                  </a:cubicBezTo>
                  <a:cubicBezTo>
                    <a:pt x="437192" y="374023"/>
                    <a:pt x="439673" y="371542"/>
                    <a:pt x="440272" y="367864"/>
                  </a:cubicBezTo>
                  <a:cubicBezTo>
                    <a:pt x="440871" y="364100"/>
                    <a:pt x="446431" y="199522"/>
                    <a:pt x="446431" y="199522"/>
                  </a:cubicBezTo>
                  <a:cubicBezTo>
                    <a:pt x="446431" y="199522"/>
                    <a:pt x="442068" y="190797"/>
                    <a:pt x="435909" y="190198"/>
                  </a:cubicBezTo>
                  <a:cubicBezTo>
                    <a:pt x="432231" y="189856"/>
                    <a:pt x="346863" y="176769"/>
                    <a:pt x="278944" y="166333"/>
                  </a:cubicBezTo>
                  <a:lnTo>
                    <a:pt x="279372" y="165050"/>
                  </a:lnTo>
                  <a:cubicBezTo>
                    <a:pt x="279372" y="165050"/>
                    <a:pt x="285873" y="144606"/>
                    <a:pt x="287755" y="135282"/>
                  </a:cubicBezTo>
                  <a:cubicBezTo>
                    <a:pt x="289637" y="125959"/>
                    <a:pt x="291519" y="113812"/>
                    <a:pt x="291519" y="113812"/>
                  </a:cubicBezTo>
                  <a:cubicBezTo>
                    <a:pt x="299902" y="99869"/>
                    <a:pt x="308285" y="89604"/>
                    <a:pt x="298961" y="53250"/>
                  </a:cubicBezTo>
                  <a:cubicBezTo>
                    <a:pt x="289637" y="16896"/>
                    <a:pt x="251401" y="-1752"/>
                    <a:pt x="222574" y="130"/>
                  </a:cubicBezTo>
                  <a:cubicBezTo>
                    <a:pt x="193661" y="2011"/>
                    <a:pt x="171336" y="19718"/>
                    <a:pt x="163894" y="44867"/>
                  </a:cubicBezTo>
                  <a:cubicBezTo>
                    <a:pt x="156452" y="70015"/>
                    <a:pt x="161071" y="117575"/>
                    <a:pt x="169454" y="125017"/>
                  </a:cubicBezTo>
                  <a:cubicBezTo>
                    <a:pt x="177837" y="132459"/>
                    <a:pt x="176896" y="136223"/>
                    <a:pt x="177837" y="145547"/>
                  </a:cubicBezTo>
                  <a:cubicBezTo>
                    <a:pt x="178435" y="151791"/>
                    <a:pt x="176981" y="158549"/>
                    <a:pt x="175955" y="162398"/>
                  </a:cubicBezTo>
                  <a:lnTo>
                    <a:pt x="173132" y="162398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0D7D9EDF-863B-65F1-9B01-CEE082A94E65}"/>
                </a:ext>
              </a:extLst>
            </p:cNvPr>
            <p:cNvSpPr/>
            <p:nvPr/>
          </p:nvSpPr>
          <p:spPr>
            <a:xfrm>
              <a:off x="-2837370" y="4284486"/>
              <a:ext cx="275697" cy="1216143"/>
            </a:xfrm>
            <a:custGeom>
              <a:avLst/>
              <a:gdLst>
                <a:gd name="connsiteX0" fmla="*/ 70523 w 275697"/>
                <a:gd name="connsiteY0" fmla="*/ 430482 h 1216143"/>
                <a:gd name="connsiteX1" fmla="*/ 70523 w 275697"/>
                <a:gd name="connsiteY1" fmla="*/ 430482 h 1216143"/>
                <a:gd name="connsiteX2" fmla="*/ 70523 w 275697"/>
                <a:gd name="connsiteY2" fmla="*/ 430482 h 1216143"/>
                <a:gd name="connsiteX3" fmla="*/ 70523 w 275697"/>
                <a:gd name="connsiteY3" fmla="*/ 430482 h 1216143"/>
                <a:gd name="connsiteX4" fmla="*/ 2177 w 275697"/>
                <a:gd name="connsiteY4" fmla="*/ 343231 h 1216143"/>
                <a:gd name="connsiteX5" fmla="*/ 10902 w 275697"/>
                <a:gd name="connsiteY5" fmla="*/ 402254 h 1216143"/>
                <a:gd name="connsiteX6" fmla="*/ 12185 w 275697"/>
                <a:gd name="connsiteY6" fmla="*/ 405675 h 1216143"/>
                <a:gd name="connsiteX7" fmla="*/ 25530 w 275697"/>
                <a:gd name="connsiteY7" fmla="*/ 426461 h 1216143"/>
                <a:gd name="connsiteX8" fmla="*/ 39216 w 275697"/>
                <a:gd name="connsiteY8" fmla="*/ 428343 h 1216143"/>
                <a:gd name="connsiteX9" fmla="*/ 48540 w 275697"/>
                <a:gd name="connsiteY9" fmla="*/ 420473 h 1216143"/>
                <a:gd name="connsiteX10" fmla="*/ 51705 w 275697"/>
                <a:gd name="connsiteY10" fmla="*/ 424921 h 1216143"/>
                <a:gd name="connsiteX11" fmla="*/ 51705 w 275697"/>
                <a:gd name="connsiteY11" fmla="*/ 425093 h 1216143"/>
                <a:gd name="connsiteX12" fmla="*/ 52047 w 275697"/>
                <a:gd name="connsiteY12" fmla="*/ 426461 h 1216143"/>
                <a:gd name="connsiteX13" fmla="*/ 64707 w 275697"/>
                <a:gd name="connsiteY13" fmla="*/ 434844 h 1216143"/>
                <a:gd name="connsiteX14" fmla="*/ 62312 w 275697"/>
                <a:gd name="connsiteY14" fmla="*/ 439549 h 1216143"/>
                <a:gd name="connsiteX15" fmla="*/ 57350 w 275697"/>
                <a:gd name="connsiteY15" fmla="*/ 451952 h 1216143"/>
                <a:gd name="connsiteX16" fmla="*/ 58890 w 275697"/>
                <a:gd name="connsiteY16" fmla="*/ 461960 h 1216143"/>
                <a:gd name="connsiteX17" fmla="*/ 57008 w 275697"/>
                <a:gd name="connsiteY17" fmla="*/ 465810 h 1216143"/>
                <a:gd name="connsiteX18" fmla="*/ 56666 w 275697"/>
                <a:gd name="connsiteY18" fmla="*/ 466237 h 1216143"/>
                <a:gd name="connsiteX19" fmla="*/ 37420 w 275697"/>
                <a:gd name="connsiteY19" fmla="*/ 560074 h 1216143"/>
                <a:gd name="connsiteX20" fmla="*/ 34340 w 275697"/>
                <a:gd name="connsiteY20" fmla="*/ 721572 h 1216143"/>
                <a:gd name="connsiteX21" fmla="*/ 38018 w 275697"/>
                <a:gd name="connsiteY21" fmla="*/ 733377 h 1216143"/>
                <a:gd name="connsiteX22" fmla="*/ 64621 w 275697"/>
                <a:gd name="connsiteY22" fmla="*/ 738424 h 1216143"/>
                <a:gd name="connsiteX23" fmla="*/ 82157 w 275697"/>
                <a:gd name="connsiteY23" fmla="*/ 839617 h 1216143"/>
                <a:gd name="connsiteX24" fmla="*/ 50507 w 275697"/>
                <a:gd name="connsiteY24" fmla="*/ 920366 h 1216143"/>
                <a:gd name="connsiteX25" fmla="*/ 43065 w 275697"/>
                <a:gd name="connsiteY25" fmla="*/ 1043971 h 1216143"/>
                <a:gd name="connsiteX26" fmla="*/ 44348 w 275697"/>
                <a:gd name="connsiteY26" fmla="*/ 1096150 h 1216143"/>
                <a:gd name="connsiteX27" fmla="*/ 34426 w 275697"/>
                <a:gd name="connsiteY27" fmla="*/ 1131563 h 1216143"/>
                <a:gd name="connsiteX28" fmla="*/ 30662 w 275697"/>
                <a:gd name="connsiteY28" fmla="*/ 1136610 h 1216143"/>
                <a:gd name="connsiteX29" fmla="*/ 18857 w 275697"/>
                <a:gd name="connsiteY29" fmla="*/ 1168773 h 1216143"/>
                <a:gd name="connsiteX30" fmla="*/ 30662 w 275697"/>
                <a:gd name="connsiteY30" fmla="*/ 1214109 h 1216143"/>
                <a:gd name="connsiteX31" fmla="*/ 37505 w 275697"/>
                <a:gd name="connsiteY31" fmla="*/ 1215991 h 1216143"/>
                <a:gd name="connsiteX32" fmla="*/ 43065 w 275697"/>
                <a:gd name="connsiteY32" fmla="*/ 1209148 h 1216143"/>
                <a:gd name="connsiteX33" fmla="*/ 62910 w 275697"/>
                <a:gd name="connsiteY33" fmla="*/ 1215307 h 1216143"/>
                <a:gd name="connsiteX34" fmla="*/ 111326 w 275697"/>
                <a:gd name="connsiteY34" fmla="*/ 1215307 h 1216143"/>
                <a:gd name="connsiteX35" fmla="*/ 125611 w 275697"/>
                <a:gd name="connsiteY35" fmla="*/ 1202904 h 1216143"/>
                <a:gd name="connsiteX36" fmla="*/ 112609 w 275697"/>
                <a:gd name="connsiteY36" fmla="*/ 1189217 h 1216143"/>
                <a:gd name="connsiteX37" fmla="*/ 104910 w 275697"/>
                <a:gd name="connsiteY37" fmla="*/ 1183400 h 1216143"/>
                <a:gd name="connsiteX38" fmla="*/ 93363 w 275697"/>
                <a:gd name="connsiteY38" fmla="*/ 1168089 h 1216143"/>
                <a:gd name="connsiteX39" fmla="*/ 82157 w 275697"/>
                <a:gd name="connsiteY39" fmla="*/ 1088537 h 1216143"/>
                <a:gd name="connsiteX40" fmla="*/ 110128 w 275697"/>
                <a:gd name="connsiteY40" fmla="*/ 971177 h 1216143"/>
                <a:gd name="connsiteX41" fmla="*/ 121334 w 275697"/>
                <a:gd name="connsiteY41" fmla="*/ 917116 h 1216143"/>
                <a:gd name="connsiteX42" fmla="*/ 134336 w 275697"/>
                <a:gd name="connsiteY42" fmla="*/ 890427 h 1216143"/>
                <a:gd name="connsiteX43" fmla="*/ 136816 w 275697"/>
                <a:gd name="connsiteY43" fmla="*/ 900949 h 1216143"/>
                <a:gd name="connsiteX44" fmla="*/ 127493 w 275697"/>
                <a:gd name="connsiteY44" fmla="*/ 982297 h 1216143"/>
                <a:gd name="connsiteX45" fmla="*/ 126210 w 275697"/>
                <a:gd name="connsiteY45" fmla="*/ 1088537 h 1216143"/>
                <a:gd name="connsiteX46" fmla="*/ 118768 w 275697"/>
                <a:gd name="connsiteY46" fmla="*/ 1129510 h 1216143"/>
                <a:gd name="connsiteX47" fmla="*/ 113978 w 275697"/>
                <a:gd name="connsiteY47" fmla="*/ 1137637 h 1216143"/>
                <a:gd name="connsiteX48" fmla="*/ 109444 w 275697"/>
                <a:gd name="connsiteY48" fmla="*/ 1167404 h 1216143"/>
                <a:gd name="connsiteX49" fmla="*/ 128690 w 275697"/>
                <a:gd name="connsiteY49" fmla="*/ 1210260 h 1216143"/>
                <a:gd name="connsiteX50" fmla="*/ 138613 w 275697"/>
                <a:gd name="connsiteY50" fmla="*/ 1211543 h 1216143"/>
                <a:gd name="connsiteX51" fmla="*/ 140495 w 275697"/>
                <a:gd name="connsiteY51" fmla="*/ 1205983 h 1216143"/>
                <a:gd name="connsiteX52" fmla="*/ 151016 w 275697"/>
                <a:gd name="connsiteY52" fmla="*/ 1212227 h 1216143"/>
                <a:gd name="connsiteX53" fmla="*/ 195753 w 275697"/>
                <a:gd name="connsiteY53" fmla="*/ 1212227 h 1216143"/>
                <a:gd name="connsiteX54" fmla="*/ 202596 w 275697"/>
                <a:gd name="connsiteY54" fmla="*/ 1205384 h 1216143"/>
                <a:gd name="connsiteX55" fmla="*/ 181554 w 275697"/>
                <a:gd name="connsiteY55" fmla="*/ 1182117 h 1216143"/>
                <a:gd name="connsiteX56" fmla="*/ 180185 w 275697"/>
                <a:gd name="connsiteY56" fmla="*/ 1179893 h 1216143"/>
                <a:gd name="connsiteX57" fmla="*/ 164617 w 275697"/>
                <a:gd name="connsiteY57" fmla="*/ 1133873 h 1216143"/>
                <a:gd name="connsiteX58" fmla="*/ 180185 w 275697"/>
                <a:gd name="connsiteY58" fmla="*/ 1025837 h 1216143"/>
                <a:gd name="connsiteX59" fmla="*/ 197550 w 275697"/>
                <a:gd name="connsiteY59" fmla="*/ 892908 h 1216143"/>
                <a:gd name="connsiteX60" fmla="*/ 202511 w 275697"/>
                <a:gd name="connsiteY60" fmla="*/ 868701 h 1216143"/>
                <a:gd name="connsiteX61" fmla="*/ 204991 w 275697"/>
                <a:gd name="connsiteY61" fmla="*/ 840130 h 1216143"/>
                <a:gd name="connsiteX62" fmla="*/ 228344 w 275697"/>
                <a:gd name="connsiteY62" fmla="*/ 758098 h 1216143"/>
                <a:gd name="connsiteX63" fmla="*/ 230055 w 275697"/>
                <a:gd name="connsiteY63" fmla="*/ 758098 h 1216143"/>
                <a:gd name="connsiteX64" fmla="*/ 257769 w 275697"/>
                <a:gd name="connsiteY64" fmla="*/ 756815 h 1216143"/>
                <a:gd name="connsiteX65" fmla="*/ 255888 w 275697"/>
                <a:gd name="connsiteY65" fmla="*/ 720204 h 1216143"/>
                <a:gd name="connsiteX66" fmla="*/ 255460 w 275697"/>
                <a:gd name="connsiteY66" fmla="*/ 678803 h 1216143"/>
                <a:gd name="connsiteX67" fmla="*/ 269916 w 275697"/>
                <a:gd name="connsiteY67" fmla="*/ 669565 h 1216143"/>
                <a:gd name="connsiteX68" fmla="*/ 272226 w 275697"/>
                <a:gd name="connsiteY68" fmla="*/ 655536 h 1216143"/>
                <a:gd name="connsiteX69" fmla="*/ 273167 w 275697"/>
                <a:gd name="connsiteY69" fmla="*/ 644416 h 1216143"/>
                <a:gd name="connsiteX70" fmla="*/ 275476 w 275697"/>
                <a:gd name="connsiteY70" fmla="*/ 636033 h 1216143"/>
                <a:gd name="connsiteX71" fmla="*/ 273594 w 275697"/>
                <a:gd name="connsiteY71" fmla="*/ 615076 h 1216143"/>
                <a:gd name="connsiteX72" fmla="*/ 273594 w 275697"/>
                <a:gd name="connsiteY72" fmla="*/ 574102 h 1216143"/>
                <a:gd name="connsiteX73" fmla="*/ 262902 w 275697"/>
                <a:gd name="connsiteY73" fmla="*/ 534070 h 1216143"/>
                <a:gd name="connsiteX74" fmla="*/ 255460 w 275697"/>
                <a:gd name="connsiteY74" fmla="*/ 490274 h 1216143"/>
                <a:gd name="connsiteX75" fmla="*/ 254348 w 275697"/>
                <a:gd name="connsiteY75" fmla="*/ 473850 h 1216143"/>
                <a:gd name="connsiteX76" fmla="*/ 255631 w 275697"/>
                <a:gd name="connsiteY76" fmla="*/ 464355 h 1216143"/>
                <a:gd name="connsiteX77" fmla="*/ 250670 w 275697"/>
                <a:gd name="connsiteY77" fmla="*/ 442885 h 1216143"/>
                <a:gd name="connsiteX78" fmla="*/ 253493 w 275697"/>
                <a:gd name="connsiteY78" fmla="*/ 435700 h 1216143"/>
                <a:gd name="connsiteX79" fmla="*/ 251012 w 275697"/>
                <a:gd name="connsiteY79" fmla="*/ 421072 h 1216143"/>
                <a:gd name="connsiteX80" fmla="*/ 252894 w 275697"/>
                <a:gd name="connsiteY80" fmla="*/ 335961 h 1216143"/>
                <a:gd name="connsiteX81" fmla="*/ 253834 w 275697"/>
                <a:gd name="connsiteY81" fmla="*/ 266074 h 1216143"/>
                <a:gd name="connsiteX82" fmla="*/ 207558 w 275697"/>
                <a:gd name="connsiteY82" fmla="*/ 206881 h 1216143"/>
                <a:gd name="connsiteX83" fmla="*/ 207130 w 275697"/>
                <a:gd name="connsiteY83" fmla="*/ 200808 h 1216143"/>
                <a:gd name="connsiteX84" fmla="*/ 203879 w 275697"/>
                <a:gd name="connsiteY84" fmla="*/ 192083 h 1216143"/>
                <a:gd name="connsiteX85" fmla="*/ 198576 w 275697"/>
                <a:gd name="connsiteY85" fmla="*/ 167875 h 1216143"/>
                <a:gd name="connsiteX86" fmla="*/ 201656 w 275697"/>
                <a:gd name="connsiteY86" fmla="*/ 165737 h 1216143"/>
                <a:gd name="connsiteX87" fmla="*/ 213460 w 275697"/>
                <a:gd name="connsiteY87" fmla="*/ 162315 h 1216143"/>
                <a:gd name="connsiteX88" fmla="*/ 215000 w 275697"/>
                <a:gd name="connsiteY88" fmla="*/ 152393 h 1216143"/>
                <a:gd name="connsiteX89" fmla="*/ 219362 w 275697"/>
                <a:gd name="connsiteY89" fmla="*/ 141871 h 1216143"/>
                <a:gd name="connsiteX90" fmla="*/ 221843 w 275697"/>
                <a:gd name="connsiteY90" fmla="*/ 135028 h 1216143"/>
                <a:gd name="connsiteX91" fmla="*/ 224324 w 275697"/>
                <a:gd name="connsiteY91" fmla="*/ 127586 h 1216143"/>
                <a:gd name="connsiteX92" fmla="*/ 229884 w 275697"/>
                <a:gd name="connsiteY92" fmla="*/ 105175 h 1216143"/>
                <a:gd name="connsiteX93" fmla="*/ 227403 w 275697"/>
                <a:gd name="connsiteY93" fmla="*/ 90890 h 1216143"/>
                <a:gd name="connsiteX94" fmla="*/ 229285 w 275697"/>
                <a:gd name="connsiteY94" fmla="*/ 82165 h 1216143"/>
                <a:gd name="connsiteX95" fmla="*/ 228686 w 275697"/>
                <a:gd name="connsiteY95" fmla="*/ 67281 h 1216143"/>
                <a:gd name="connsiteX96" fmla="*/ 227403 w 275697"/>
                <a:gd name="connsiteY96" fmla="*/ 49318 h 1216143"/>
                <a:gd name="connsiteX97" fmla="*/ 226205 w 275697"/>
                <a:gd name="connsiteY97" fmla="*/ 34434 h 1216143"/>
                <a:gd name="connsiteX98" fmla="*/ 192075 w 275697"/>
                <a:gd name="connsiteY98" fmla="*/ 7061 h 1216143"/>
                <a:gd name="connsiteX99" fmla="*/ 105081 w 275697"/>
                <a:gd name="connsiteY99" fmla="*/ 31953 h 1216143"/>
                <a:gd name="connsiteX100" fmla="*/ 90198 w 275697"/>
                <a:gd name="connsiteY100" fmla="*/ 92857 h 1216143"/>
                <a:gd name="connsiteX101" fmla="*/ 82157 w 275697"/>
                <a:gd name="connsiteY101" fmla="*/ 151281 h 1216143"/>
                <a:gd name="connsiteX102" fmla="*/ 84637 w 275697"/>
                <a:gd name="connsiteY102" fmla="*/ 166164 h 1216143"/>
                <a:gd name="connsiteX103" fmla="*/ 91994 w 275697"/>
                <a:gd name="connsiteY103" fmla="*/ 167448 h 1216143"/>
                <a:gd name="connsiteX104" fmla="*/ 89941 w 275697"/>
                <a:gd name="connsiteY104" fmla="*/ 166763 h 1216143"/>
                <a:gd name="connsiteX105" fmla="*/ 71635 w 275697"/>
                <a:gd name="connsiteY105" fmla="*/ 174205 h 1216143"/>
                <a:gd name="connsiteX106" fmla="*/ 29978 w 275697"/>
                <a:gd name="connsiteY106" fmla="*/ 195676 h 1216143"/>
                <a:gd name="connsiteX107" fmla="*/ 6968 w 275697"/>
                <a:gd name="connsiteY107" fmla="*/ 240670 h 1216143"/>
                <a:gd name="connsiteX108" fmla="*/ 7310 w 275697"/>
                <a:gd name="connsiteY108" fmla="*/ 301231 h 1216143"/>
                <a:gd name="connsiteX109" fmla="*/ 2348 w 275697"/>
                <a:gd name="connsiteY109" fmla="*/ 343146 h 1216143"/>
                <a:gd name="connsiteX110" fmla="*/ 2348 w 275697"/>
                <a:gd name="connsiteY110" fmla="*/ 343146 h 1216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275697" h="1216143">
                  <a:moveTo>
                    <a:pt x="70523" y="430482"/>
                  </a:moveTo>
                  <a:lnTo>
                    <a:pt x="70523" y="430482"/>
                  </a:lnTo>
                  <a:lnTo>
                    <a:pt x="70523" y="430482"/>
                  </a:lnTo>
                  <a:lnTo>
                    <a:pt x="70523" y="430482"/>
                  </a:lnTo>
                  <a:close/>
                  <a:moveTo>
                    <a:pt x="2177" y="343231"/>
                  </a:moveTo>
                  <a:cubicBezTo>
                    <a:pt x="39" y="357516"/>
                    <a:pt x="-4067" y="368380"/>
                    <a:pt x="10902" y="402254"/>
                  </a:cubicBezTo>
                  <a:cubicBezTo>
                    <a:pt x="10902" y="402254"/>
                    <a:pt x="10902" y="403793"/>
                    <a:pt x="12185" y="405675"/>
                  </a:cubicBezTo>
                  <a:cubicBezTo>
                    <a:pt x="12528" y="407215"/>
                    <a:pt x="20568" y="423981"/>
                    <a:pt x="25530" y="426461"/>
                  </a:cubicBezTo>
                  <a:cubicBezTo>
                    <a:pt x="30491" y="428942"/>
                    <a:pt x="35452" y="432021"/>
                    <a:pt x="39216" y="428343"/>
                  </a:cubicBezTo>
                  <a:cubicBezTo>
                    <a:pt x="42210" y="425349"/>
                    <a:pt x="45631" y="422697"/>
                    <a:pt x="48540" y="420473"/>
                  </a:cubicBezTo>
                  <a:cubicBezTo>
                    <a:pt x="49310" y="421585"/>
                    <a:pt x="50593" y="423382"/>
                    <a:pt x="51705" y="424921"/>
                  </a:cubicBezTo>
                  <a:lnTo>
                    <a:pt x="51705" y="425093"/>
                  </a:lnTo>
                  <a:cubicBezTo>
                    <a:pt x="51705" y="425093"/>
                    <a:pt x="52047" y="426461"/>
                    <a:pt x="52047" y="426461"/>
                  </a:cubicBezTo>
                  <a:cubicBezTo>
                    <a:pt x="52047" y="426461"/>
                    <a:pt x="62654" y="434331"/>
                    <a:pt x="64707" y="434844"/>
                  </a:cubicBezTo>
                  <a:cubicBezTo>
                    <a:pt x="64108" y="436384"/>
                    <a:pt x="63509" y="438094"/>
                    <a:pt x="62312" y="439549"/>
                  </a:cubicBezTo>
                  <a:cubicBezTo>
                    <a:pt x="59147" y="443227"/>
                    <a:pt x="57350" y="446991"/>
                    <a:pt x="57350" y="451952"/>
                  </a:cubicBezTo>
                  <a:cubicBezTo>
                    <a:pt x="57350" y="455716"/>
                    <a:pt x="59831" y="458111"/>
                    <a:pt x="58890" y="461960"/>
                  </a:cubicBezTo>
                  <a:cubicBezTo>
                    <a:pt x="58462" y="462901"/>
                    <a:pt x="57778" y="464270"/>
                    <a:pt x="57008" y="465810"/>
                  </a:cubicBezTo>
                  <a:lnTo>
                    <a:pt x="56666" y="466237"/>
                  </a:lnTo>
                  <a:cubicBezTo>
                    <a:pt x="51705" y="473080"/>
                    <a:pt x="37420" y="507809"/>
                    <a:pt x="37420" y="560074"/>
                  </a:cubicBezTo>
                  <a:cubicBezTo>
                    <a:pt x="37420" y="612339"/>
                    <a:pt x="35538" y="705405"/>
                    <a:pt x="34340" y="721572"/>
                  </a:cubicBezTo>
                  <a:cubicBezTo>
                    <a:pt x="34340" y="721572"/>
                    <a:pt x="33057" y="730298"/>
                    <a:pt x="38018" y="733377"/>
                  </a:cubicBezTo>
                  <a:cubicBezTo>
                    <a:pt x="38018" y="733377"/>
                    <a:pt x="46915" y="739279"/>
                    <a:pt x="64621" y="738424"/>
                  </a:cubicBezTo>
                  <a:cubicBezTo>
                    <a:pt x="69925" y="755788"/>
                    <a:pt x="78735" y="790689"/>
                    <a:pt x="82157" y="839617"/>
                  </a:cubicBezTo>
                  <a:cubicBezTo>
                    <a:pt x="83012" y="851593"/>
                    <a:pt x="62910" y="879992"/>
                    <a:pt x="50507" y="920366"/>
                  </a:cubicBezTo>
                  <a:cubicBezTo>
                    <a:pt x="38104" y="960741"/>
                    <a:pt x="40585" y="1015401"/>
                    <a:pt x="43065" y="1043971"/>
                  </a:cubicBezTo>
                  <a:cubicBezTo>
                    <a:pt x="45546" y="1072541"/>
                    <a:pt x="48711" y="1083747"/>
                    <a:pt x="44348" y="1096150"/>
                  </a:cubicBezTo>
                  <a:cubicBezTo>
                    <a:pt x="39986" y="1108553"/>
                    <a:pt x="36906" y="1127800"/>
                    <a:pt x="34426" y="1131563"/>
                  </a:cubicBezTo>
                  <a:cubicBezTo>
                    <a:pt x="33827" y="1132419"/>
                    <a:pt x="32458" y="1134215"/>
                    <a:pt x="30662" y="1136610"/>
                  </a:cubicBezTo>
                  <a:cubicBezTo>
                    <a:pt x="24931" y="1144480"/>
                    <a:pt x="15521" y="1158850"/>
                    <a:pt x="18857" y="1168773"/>
                  </a:cubicBezTo>
                  <a:cubicBezTo>
                    <a:pt x="23220" y="1181775"/>
                    <a:pt x="32544" y="1195462"/>
                    <a:pt x="30662" y="1214109"/>
                  </a:cubicBezTo>
                  <a:lnTo>
                    <a:pt x="37505" y="1215991"/>
                  </a:lnTo>
                  <a:cubicBezTo>
                    <a:pt x="37505" y="1215991"/>
                    <a:pt x="38788" y="1208549"/>
                    <a:pt x="43065" y="1209148"/>
                  </a:cubicBezTo>
                  <a:cubicBezTo>
                    <a:pt x="47428" y="1209747"/>
                    <a:pt x="56153" y="1213510"/>
                    <a:pt x="62910" y="1215307"/>
                  </a:cubicBezTo>
                  <a:cubicBezTo>
                    <a:pt x="69754" y="1217188"/>
                    <a:pt x="111326" y="1215307"/>
                    <a:pt x="111326" y="1215307"/>
                  </a:cubicBezTo>
                  <a:cubicBezTo>
                    <a:pt x="111326" y="1215307"/>
                    <a:pt x="125012" y="1206582"/>
                    <a:pt x="125611" y="1202904"/>
                  </a:cubicBezTo>
                  <a:cubicBezTo>
                    <a:pt x="126210" y="1199140"/>
                    <a:pt x="117570" y="1193579"/>
                    <a:pt x="112609" y="1189217"/>
                  </a:cubicBezTo>
                  <a:cubicBezTo>
                    <a:pt x="110641" y="1187507"/>
                    <a:pt x="107819" y="1185710"/>
                    <a:pt x="104910" y="1183400"/>
                  </a:cubicBezTo>
                  <a:cubicBezTo>
                    <a:pt x="100377" y="1179893"/>
                    <a:pt x="95586" y="1175274"/>
                    <a:pt x="93363" y="1168089"/>
                  </a:cubicBezTo>
                  <a:cubicBezTo>
                    <a:pt x="89599" y="1156284"/>
                    <a:pt x="81558" y="1123352"/>
                    <a:pt x="82157" y="1088537"/>
                  </a:cubicBezTo>
                  <a:cubicBezTo>
                    <a:pt x="82755" y="1053723"/>
                    <a:pt x="105766" y="991022"/>
                    <a:pt x="110128" y="971177"/>
                  </a:cubicBezTo>
                  <a:cubicBezTo>
                    <a:pt x="114491" y="951331"/>
                    <a:pt x="118169" y="922676"/>
                    <a:pt x="121334" y="917116"/>
                  </a:cubicBezTo>
                  <a:cubicBezTo>
                    <a:pt x="124413" y="911556"/>
                    <a:pt x="131855" y="892908"/>
                    <a:pt x="134336" y="890427"/>
                  </a:cubicBezTo>
                  <a:cubicBezTo>
                    <a:pt x="136816" y="887947"/>
                    <a:pt x="138698" y="894106"/>
                    <a:pt x="136816" y="900949"/>
                  </a:cubicBezTo>
                  <a:cubicBezTo>
                    <a:pt x="134935" y="907792"/>
                    <a:pt x="126894" y="958089"/>
                    <a:pt x="127493" y="982297"/>
                  </a:cubicBezTo>
                  <a:cubicBezTo>
                    <a:pt x="128092" y="1006505"/>
                    <a:pt x="126894" y="1069291"/>
                    <a:pt x="126210" y="1088537"/>
                  </a:cubicBezTo>
                  <a:cubicBezTo>
                    <a:pt x="125611" y="1107784"/>
                    <a:pt x="123729" y="1122069"/>
                    <a:pt x="118768" y="1129510"/>
                  </a:cubicBezTo>
                  <a:cubicBezTo>
                    <a:pt x="117399" y="1131563"/>
                    <a:pt x="115688" y="1134386"/>
                    <a:pt x="113978" y="1137637"/>
                  </a:cubicBezTo>
                  <a:cubicBezTo>
                    <a:pt x="109529" y="1146362"/>
                    <a:pt x="105338" y="1158337"/>
                    <a:pt x="109444" y="1167404"/>
                  </a:cubicBezTo>
                  <a:cubicBezTo>
                    <a:pt x="115004" y="1179808"/>
                    <a:pt x="126210" y="1192896"/>
                    <a:pt x="128690" y="1210260"/>
                  </a:cubicBezTo>
                  <a:lnTo>
                    <a:pt x="138613" y="1211543"/>
                  </a:lnTo>
                  <a:cubicBezTo>
                    <a:pt x="138613" y="1211543"/>
                    <a:pt x="138613" y="1205298"/>
                    <a:pt x="140495" y="1205983"/>
                  </a:cubicBezTo>
                  <a:cubicBezTo>
                    <a:pt x="142377" y="1206582"/>
                    <a:pt x="142377" y="1211543"/>
                    <a:pt x="151016" y="1212227"/>
                  </a:cubicBezTo>
                  <a:cubicBezTo>
                    <a:pt x="159741" y="1212826"/>
                    <a:pt x="193871" y="1211629"/>
                    <a:pt x="195753" y="1212227"/>
                  </a:cubicBezTo>
                  <a:cubicBezTo>
                    <a:pt x="197635" y="1212826"/>
                    <a:pt x="201912" y="1209747"/>
                    <a:pt x="202596" y="1205384"/>
                  </a:cubicBezTo>
                  <a:cubicBezTo>
                    <a:pt x="203195" y="1201364"/>
                    <a:pt x="187541" y="1190586"/>
                    <a:pt x="181554" y="1182117"/>
                  </a:cubicBezTo>
                  <a:lnTo>
                    <a:pt x="180185" y="1179893"/>
                  </a:lnTo>
                  <a:cubicBezTo>
                    <a:pt x="175822" y="1171168"/>
                    <a:pt x="164018" y="1155686"/>
                    <a:pt x="164617" y="1133873"/>
                  </a:cubicBezTo>
                  <a:cubicBezTo>
                    <a:pt x="165216" y="1112146"/>
                    <a:pt x="166499" y="1091617"/>
                    <a:pt x="180185" y="1025837"/>
                  </a:cubicBezTo>
                  <a:cubicBezTo>
                    <a:pt x="193871" y="959971"/>
                    <a:pt x="200030" y="946371"/>
                    <a:pt x="197550" y="892908"/>
                  </a:cubicBezTo>
                  <a:cubicBezTo>
                    <a:pt x="197550" y="892908"/>
                    <a:pt x="200030" y="879222"/>
                    <a:pt x="202511" y="868701"/>
                  </a:cubicBezTo>
                  <a:cubicBezTo>
                    <a:pt x="204991" y="858179"/>
                    <a:pt x="201313" y="849454"/>
                    <a:pt x="204991" y="840130"/>
                  </a:cubicBezTo>
                  <a:cubicBezTo>
                    <a:pt x="208328" y="831833"/>
                    <a:pt x="223040" y="779397"/>
                    <a:pt x="228344" y="758098"/>
                  </a:cubicBezTo>
                  <a:lnTo>
                    <a:pt x="230055" y="758098"/>
                  </a:lnTo>
                  <a:cubicBezTo>
                    <a:pt x="236641" y="759124"/>
                    <a:pt x="250071" y="760493"/>
                    <a:pt x="257769" y="756815"/>
                  </a:cubicBezTo>
                  <a:cubicBezTo>
                    <a:pt x="257769" y="756815"/>
                    <a:pt x="257171" y="748090"/>
                    <a:pt x="255888" y="720204"/>
                  </a:cubicBezTo>
                  <a:cubicBezTo>
                    <a:pt x="255460" y="711393"/>
                    <a:pt x="255460" y="696338"/>
                    <a:pt x="255460" y="678803"/>
                  </a:cubicBezTo>
                  <a:cubicBezTo>
                    <a:pt x="263928" y="674611"/>
                    <a:pt x="267863" y="672387"/>
                    <a:pt x="269916" y="669565"/>
                  </a:cubicBezTo>
                  <a:cubicBezTo>
                    <a:pt x="272739" y="665886"/>
                    <a:pt x="273167" y="659300"/>
                    <a:pt x="272226" y="655536"/>
                  </a:cubicBezTo>
                  <a:cubicBezTo>
                    <a:pt x="271285" y="651858"/>
                    <a:pt x="272226" y="645785"/>
                    <a:pt x="273167" y="644416"/>
                  </a:cubicBezTo>
                  <a:cubicBezTo>
                    <a:pt x="274108" y="643047"/>
                    <a:pt x="276417" y="639283"/>
                    <a:pt x="275476" y="636033"/>
                  </a:cubicBezTo>
                  <a:cubicBezTo>
                    <a:pt x="274535" y="632782"/>
                    <a:pt x="274108" y="625340"/>
                    <a:pt x="273594" y="615076"/>
                  </a:cubicBezTo>
                  <a:cubicBezTo>
                    <a:pt x="273167" y="604811"/>
                    <a:pt x="273594" y="574102"/>
                    <a:pt x="273594" y="574102"/>
                  </a:cubicBezTo>
                  <a:cubicBezTo>
                    <a:pt x="270344" y="564779"/>
                    <a:pt x="265639" y="547585"/>
                    <a:pt x="262902" y="534070"/>
                  </a:cubicBezTo>
                  <a:cubicBezTo>
                    <a:pt x="260079" y="520555"/>
                    <a:pt x="255460" y="490274"/>
                    <a:pt x="255460" y="490274"/>
                  </a:cubicBezTo>
                  <a:cubicBezTo>
                    <a:pt x="253920" y="483944"/>
                    <a:pt x="254091" y="477528"/>
                    <a:pt x="254348" y="473850"/>
                  </a:cubicBezTo>
                  <a:cubicBezTo>
                    <a:pt x="255203" y="474364"/>
                    <a:pt x="257684" y="475047"/>
                    <a:pt x="255631" y="464355"/>
                  </a:cubicBezTo>
                  <a:cubicBezTo>
                    <a:pt x="253150" y="451610"/>
                    <a:pt x="251611" y="446050"/>
                    <a:pt x="250670" y="442885"/>
                  </a:cubicBezTo>
                  <a:cubicBezTo>
                    <a:pt x="249729" y="439805"/>
                    <a:pt x="252808" y="438522"/>
                    <a:pt x="253493" y="435700"/>
                  </a:cubicBezTo>
                  <a:cubicBezTo>
                    <a:pt x="254091" y="432877"/>
                    <a:pt x="252551" y="428258"/>
                    <a:pt x="251012" y="421072"/>
                  </a:cubicBezTo>
                  <a:cubicBezTo>
                    <a:pt x="249472" y="413973"/>
                    <a:pt x="251953" y="355207"/>
                    <a:pt x="252894" y="335961"/>
                  </a:cubicBezTo>
                  <a:cubicBezTo>
                    <a:pt x="253834" y="316714"/>
                    <a:pt x="256914" y="277537"/>
                    <a:pt x="253834" y="266074"/>
                  </a:cubicBezTo>
                  <a:cubicBezTo>
                    <a:pt x="250755" y="254612"/>
                    <a:pt x="222784" y="222278"/>
                    <a:pt x="207558" y="206881"/>
                  </a:cubicBezTo>
                  <a:cubicBezTo>
                    <a:pt x="203366" y="202690"/>
                    <a:pt x="207130" y="200808"/>
                    <a:pt x="207130" y="200808"/>
                  </a:cubicBezTo>
                  <a:cubicBezTo>
                    <a:pt x="207729" y="198327"/>
                    <a:pt x="227659" y="230661"/>
                    <a:pt x="203879" y="192083"/>
                  </a:cubicBezTo>
                  <a:cubicBezTo>
                    <a:pt x="199260" y="184641"/>
                    <a:pt x="199517" y="170613"/>
                    <a:pt x="198576" y="167875"/>
                  </a:cubicBezTo>
                  <a:cubicBezTo>
                    <a:pt x="197635" y="165052"/>
                    <a:pt x="201656" y="165737"/>
                    <a:pt x="201656" y="165737"/>
                  </a:cubicBezTo>
                  <a:cubicBezTo>
                    <a:pt x="207900" y="165395"/>
                    <a:pt x="210979" y="164539"/>
                    <a:pt x="213460" y="162315"/>
                  </a:cubicBezTo>
                  <a:cubicBezTo>
                    <a:pt x="215941" y="160177"/>
                    <a:pt x="215598" y="157012"/>
                    <a:pt x="215000" y="152393"/>
                  </a:cubicBezTo>
                  <a:cubicBezTo>
                    <a:pt x="214401" y="147774"/>
                    <a:pt x="217822" y="143411"/>
                    <a:pt x="219362" y="141871"/>
                  </a:cubicBezTo>
                  <a:cubicBezTo>
                    <a:pt x="220902" y="140331"/>
                    <a:pt x="221843" y="136910"/>
                    <a:pt x="221843" y="135028"/>
                  </a:cubicBezTo>
                  <a:cubicBezTo>
                    <a:pt x="221843" y="133146"/>
                    <a:pt x="224324" y="127586"/>
                    <a:pt x="224324" y="127586"/>
                  </a:cubicBezTo>
                  <a:cubicBezTo>
                    <a:pt x="229285" y="116380"/>
                    <a:pt x="229884" y="112103"/>
                    <a:pt x="229884" y="105175"/>
                  </a:cubicBezTo>
                  <a:cubicBezTo>
                    <a:pt x="229884" y="98246"/>
                    <a:pt x="227403" y="94055"/>
                    <a:pt x="227403" y="90890"/>
                  </a:cubicBezTo>
                  <a:cubicBezTo>
                    <a:pt x="227403" y="87725"/>
                    <a:pt x="229285" y="82165"/>
                    <a:pt x="229285" y="82165"/>
                  </a:cubicBezTo>
                  <a:cubicBezTo>
                    <a:pt x="230568" y="75321"/>
                    <a:pt x="228686" y="67281"/>
                    <a:pt x="228686" y="67281"/>
                  </a:cubicBezTo>
                  <a:cubicBezTo>
                    <a:pt x="226205" y="61037"/>
                    <a:pt x="227403" y="49318"/>
                    <a:pt x="227403" y="49318"/>
                  </a:cubicBezTo>
                  <a:cubicBezTo>
                    <a:pt x="228686" y="41191"/>
                    <a:pt x="226205" y="34434"/>
                    <a:pt x="226205" y="34434"/>
                  </a:cubicBezTo>
                  <a:cubicBezTo>
                    <a:pt x="217480" y="20747"/>
                    <a:pt x="192075" y="7061"/>
                    <a:pt x="192075" y="7061"/>
                  </a:cubicBezTo>
                  <a:cubicBezTo>
                    <a:pt x="146739" y="-10903"/>
                    <a:pt x="120650" y="8344"/>
                    <a:pt x="105081" y="31953"/>
                  </a:cubicBezTo>
                  <a:cubicBezTo>
                    <a:pt x="89513" y="55562"/>
                    <a:pt x="92079" y="81052"/>
                    <a:pt x="90198" y="92857"/>
                  </a:cubicBezTo>
                  <a:cubicBezTo>
                    <a:pt x="88316" y="104661"/>
                    <a:pt x="79676" y="136996"/>
                    <a:pt x="82157" y="151281"/>
                  </a:cubicBezTo>
                  <a:cubicBezTo>
                    <a:pt x="84637" y="165566"/>
                    <a:pt x="84637" y="166164"/>
                    <a:pt x="84637" y="166164"/>
                  </a:cubicBezTo>
                  <a:cubicBezTo>
                    <a:pt x="87803" y="163855"/>
                    <a:pt x="90026" y="164796"/>
                    <a:pt x="91994" y="167448"/>
                  </a:cubicBezTo>
                  <a:lnTo>
                    <a:pt x="89941" y="166763"/>
                  </a:lnTo>
                  <a:cubicBezTo>
                    <a:pt x="82499" y="163427"/>
                    <a:pt x="75314" y="174547"/>
                    <a:pt x="71635" y="174205"/>
                  </a:cubicBezTo>
                  <a:cubicBezTo>
                    <a:pt x="67872" y="173863"/>
                    <a:pt x="49908" y="176686"/>
                    <a:pt x="29978" y="195676"/>
                  </a:cubicBezTo>
                  <a:cubicBezTo>
                    <a:pt x="10047" y="214580"/>
                    <a:pt x="2947" y="229207"/>
                    <a:pt x="6968" y="240670"/>
                  </a:cubicBezTo>
                  <a:cubicBezTo>
                    <a:pt x="10988" y="252132"/>
                    <a:pt x="8507" y="276681"/>
                    <a:pt x="7310" y="301231"/>
                  </a:cubicBezTo>
                  <a:cubicBezTo>
                    <a:pt x="6112" y="325781"/>
                    <a:pt x="4487" y="328861"/>
                    <a:pt x="2348" y="343146"/>
                  </a:cubicBezTo>
                  <a:lnTo>
                    <a:pt x="2348" y="343146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A2F4C7E0-8631-C356-BA81-4C35BE8076E6}"/>
                </a:ext>
              </a:extLst>
            </p:cNvPr>
            <p:cNvSpPr/>
            <p:nvPr/>
          </p:nvSpPr>
          <p:spPr>
            <a:xfrm>
              <a:off x="-2551115" y="4242999"/>
              <a:ext cx="422144" cy="1258932"/>
            </a:xfrm>
            <a:custGeom>
              <a:avLst/>
              <a:gdLst>
                <a:gd name="connsiteX0" fmla="*/ 855 w 422144"/>
                <a:gd name="connsiteY0" fmla="*/ 437240 h 1258932"/>
                <a:gd name="connsiteX1" fmla="*/ 5987 w 422144"/>
                <a:gd name="connsiteY1" fmla="*/ 438608 h 1258932"/>
                <a:gd name="connsiteX2" fmla="*/ 32761 w 422144"/>
                <a:gd name="connsiteY2" fmla="*/ 439207 h 1258932"/>
                <a:gd name="connsiteX3" fmla="*/ 33017 w 422144"/>
                <a:gd name="connsiteY3" fmla="*/ 443741 h 1258932"/>
                <a:gd name="connsiteX4" fmla="*/ 36268 w 422144"/>
                <a:gd name="connsiteY4" fmla="*/ 467521 h 1258932"/>
                <a:gd name="connsiteX5" fmla="*/ 44223 w 422144"/>
                <a:gd name="connsiteY5" fmla="*/ 484714 h 1258932"/>
                <a:gd name="connsiteX6" fmla="*/ 62443 w 422144"/>
                <a:gd name="connsiteY6" fmla="*/ 503362 h 1258932"/>
                <a:gd name="connsiteX7" fmla="*/ 70826 w 422144"/>
                <a:gd name="connsiteY7" fmla="*/ 509435 h 1258932"/>
                <a:gd name="connsiteX8" fmla="*/ 87592 w 422144"/>
                <a:gd name="connsiteY8" fmla="*/ 517390 h 1258932"/>
                <a:gd name="connsiteX9" fmla="*/ 92468 w 422144"/>
                <a:gd name="connsiteY9" fmla="*/ 516449 h 1258932"/>
                <a:gd name="connsiteX10" fmla="*/ 83315 w 422144"/>
                <a:gd name="connsiteY10" fmla="*/ 534584 h 1258932"/>
                <a:gd name="connsiteX11" fmla="*/ 69629 w 422144"/>
                <a:gd name="connsiteY11" fmla="*/ 571879 h 1258932"/>
                <a:gd name="connsiteX12" fmla="*/ 60903 w 422144"/>
                <a:gd name="connsiteY12" fmla="*/ 676237 h 1258932"/>
                <a:gd name="connsiteX13" fmla="*/ 66464 w 422144"/>
                <a:gd name="connsiteY13" fmla="*/ 714730 h 1258932"/>
                <a:gd name="connsiteX14" fmla="*/ 74504 w 422144"/>
                <a:gd name="connsiteY14" fmla="*/ 825333 h 1258932"/>
                <a:gd name="connsiteX15" fmla="*/ 83828 w 422144"/>
                <a:gd name="connsiteY15" fmla="*/ 892395 h 1258932"/>
                <a:gd name="connsiteX16" fmla="*/ 85710 w 422144"/>
                <a:gd name="connsiteY16" fmla="*/ 921564 h 1258932"/>
                <a:gd name="connsiteX17" fmla="*/ 86908 w 422144"/>
                <a:gd name="connsiteY17" fmla="*/ 937047 h 1258932"/>
                <a:gd name="connsiteX18" fmla="*/ 85026 w 422144"/>
                <a:gd name="connsiteY18" fmla="*/ 979902 h 1258932"/>
                <a:gd name="connsiteX19" fmla="*/ 85026 w 422144"/>
                <a:gd name="connsiteY19" fmla="*/ 1065613 h 1258932"/>
                <a:gd name="connsiteX20" fmla="*/ 93751 w 422144"/>
                <a:gd name="connsiteY20" fmla="*/ 1143882 h 1258932"/>
                <a:gd name="connsiteX21" fmla="*/ 99311 w 422144"/>
                <a:gd name="connsiteY21" fmla="*/ 1159364 h 1258932"/>
                <a:gd name="connsiteX22" fmla="*/ 83828 w 422144"/>
                <a:gd name="connsiteY22" fmla="*/ 1185454 h 1258932"/>
                <a:gd name="connsiteX23" fmla="*/ 81946 w 422144"/>
                <a:gd name="connsiteY23" fmla="*/ 1210260 h 1258932"/>
                <a:gd name="connsiteX24" fmla="*/ 69543 w 422144"/>
                <a:gd name="connsiteY24" fmla="*/ 1224545 h 1258932"/>
                <a:gd name="connsiteX25" fmla="*/ 41571 w 422144"/>
                <a:gd name="connsiteY25" fmla="*/ 1230790 h 1258932"/>
                <a:gd name="connsiteX26" fmla="*/ 36610 w 422144"/>
                <a:gd name="connsiteY26" fmla="*/ 1240114 h 1258932"/>
                <a:gd name="connsiteX27" fmla="*/ 32932 w 422144"/>
                <a:gd name="connsiteY27" fmla="*/ 1246957 h 1258932"/>
                <a:gd name="connsiteX28" fmla="*/ 60219 w 422144"/>
                <a:gd name="connsiteY28" fmla="*/ 1256880 h 1258932"/>
                <a:gd name="connsiteX29" fmla="*/ 163978 w 422144"/>
                <a:gd name="connsiteY29" fmla="*/ 1256880 h 1258932"/>
                <a:gd name="connsiteX30" fmla="*/ 171420 w 422144"/>
                <a:gd name="connsiteY30" fmla="*/ 1255596 h 1258932"/>
                <a:gd name="connsiteX31" fmla="*/ 170822 w 422144"/>
                <a:gd name="connsiteY31" fmla="*/ 1236350 h 1258932"/>
                <a:gd name="connsiteX32" fmla="*/ 168940 w 422144"/>
                <a:gd name="connsiteY32" fmla="*/ 1226427 h 1258932"/>
                <a:gd name="connsiteX33" fmla="*/ 174415 w 422144"/>
                <a:gd name="connsiteY33" fmla="*/ 1212655 h 1258932"/>
                <a:gd name="connsiteX34" fmla="*/ 178264 w 422144"/>
                <a:gd name="connsiteY34" fmla="*/ 1199996 h 1258932"/>
                <a:gd name="connsiteX35" fmla="*/ 179205 w 422144"/>
                <a:gd name="connsiteY35" fmla="*/ 1192297 h 1258932"/>
                <a:gd name="connsiteX36" fmla="*/ 178948 w 422144"/>
                <a:gd name="connsiteY36" fmla="*/ 1184684 h 1258932"/>
                <a:gd name="connsiteX37" fmla="*/ 176981 w 422144"/>
                <a:gd name="connsiteY37" fmla="*/ 1160648 h 1258932"/>
                <a:gd name="connsiteX38" fmla="*/ 171592 w 422144"/>
                <a:gd name="connsiteY38" fmla="*/ 1141658 h 1258932"/>
                <a:gd name="connsiteX39" fmla="*/ 168940 w 422144"/>
                <a:gd name="connsiteY39" fmla="*/ 1117792 h 1258932"/>
                <a:gd name="connsiteX40" fmla="*/ 175184 w 422144"/>
                <a:gd name="connsiteY40" fmla="*/ 1075621 h 1258932"/>
                <a:gd name="connsiteX41" fmla="*/ 184423 w 422144"/>
                <a:gd name="connsiteY41" fmla="*/ 997267 h 1258932"/>
                <a:gd name="connsiteX42" fmla="*/ 186305 w 422144"/>
                <a:gd name="connsiteY42" fmla="*/ 896672 h 1258932"/>
                <a:gd name="connsiteX43" fmla="*/ 201274 w 422144"/>
                <a:gd name="connsiteY43" fmla="*/ 752795 h 1258932"/>
                <a:gd name="connsiteX44" fmla="*/ 211282 w 422144"/>
                <a:gd name="connsiteY44" fmla="*/ 701728 h 1258932"/>
                <a:gd name="connsiteX45" fmla="*/ 209913 w 422144"/>
                <a:gd name="connsiteY45" fmla="*/ 705834 h 1258932"/>
                <a:gd name="connsiteX46" fmla="*/ 211368 w 422144"/>
                <a:gd name="connsiteY46" fmla="*/ 701386 h 1258932"/>
                <a:gd name="connsiteX47" fmla="*/ 211368 w 422144"/>
                <a:gd name="connsiteY47" fmla="*/ 701813 h 1258932"/>
                <a:gd name="connsiteX48" fmla="*/ 211368 w 422144"/>
                <a:gd name="connsiteY48" fmla="*/ 701215 h 1258932"/>
                <a:gd name="connsiteX49" fmla="*/ 211710 w 422144"/>
                <a:gd name="connsiteY49" fmla="*/ 700445 h 1258932"/>
                <a:gd name="connsiteX50" fmla="*/ 211881 w 422144"/>
                <a:gd name="connsiteY50" fmla="*/ 700445 h 1258932"/>
                <a:gd name="connsiteX51" fmla="*/ 211881 w 422144"/>
                <a:gd name="connsiteY51" fmla="*/ 700445 h 1258932"/>
                <a:gd name="connsiteX52" fmla="*/ 211967 w 422144"/>
                <a:gd name="connsiteY52" fmla="*/ 700445 h 1258932"/>
                <a:gd name="connsiteX53" fmla="*/ 211967 w 422144"/>
                <a:gd name="connsiteY53" fmla="*/ 700445 h 1258932"/>
                <a:gd name="connsiteX54" fmla="*/ 219750 w 422144"/>
                <a:gd name="connsiteY54" fmla="*/ 729357 h 1258932"/>
                <a:gd name="connsiteX55" fmla="*/ 233522 w 422144"/>
                <a:gd name="connsiteY55" fmla="*/ 819088 h 1258932"/>
                <a:gd name="connsiteX56" fmla="*/ 241050 w 422144"/>
                <a:gd name="connsiteY56" fmla="*/ 842782 h 1258932"/>
                <a:gd name="connsiteX57" fmla="*/ 241905 w 422144"/>
                <a:gd name="connsiteY57" fmla="*/ 846375 h 1258932"/>
                <a:gd name="connsiteX58" fmla="*/ 246524 w 422144"/>
                <a:gd name="connsiteY58" fmla="*/ 870583 h 1258932"/>
                <a:gd name="connsiteX59" fmla="*/ 246524 w 422144"/>
                <a:gd name="connsiteY59" fmla="*/ 871267 h 1258932"/>
                <a:gd name="connsiteX60" fmla="*/ 262093 w 422144"/>
                <a:gd name="connsiteY60" fmla="*/ 983666 h 1258932"/>
                <a:gd name="connsiteX61" fmla="*/ 268251 w 422144"/>
                <a:gd name="connsiteY61" fmla="*/ 1077503 h 1258932"/>
                <a:gd name="connsiteX62" fmla="*/ 271673 w 422144"/>
                <a:gd name="connsiteY62" fmla="*/ 1121470 h 1258932"/>
                <a:gd name="connsiteX63" fmla="*/ 278260 w 422144"/>
                <a:gd name="connsiteY63" fmla="*/ 1170142 h 1258932"/>
                <a:gd name="connsiteX64" fmla="*/ 287412 w 422144"/>
                <a:gd name="connsiteY64" fmla="*/ 1198456 h 1258932"/>
                <a:gd name="connsiteX65" fmla="*/ 287412 w 422144"/>
                <a:gd name="connsiteY65" fmla="*/ 1200594 h 1258932"/>
                <a:gd name="connsiteX66" fmla="*/ 289208 w 422144"/>
                <a:gd name="connsiteY66" fmla="*/ 1212313 h 1258932"/>
                <a:gd name="connsiteX67" fmla="*/ 291860 w 422144"/>
                <a:gd name="connsiteY67" fmla="*/ 1215478 h 1258932"/>
                <a:gd name="connsiteX68" fmla="*/ 303921 w 422144"/>
                <a:gd name="connsiteY68" fmla="*/ 1228309 h 1258932"/>
                <a:gd name="connsiteX69" fmla="*/ 303237 w 422144"/>
                <a:gd name="connsiteY69" fmla="*/ 1235323 h 1258932"/>
                <a:gd name="connsiteX70" fmla="*/ 301783 w 422144"/>
                <a:gd name="connsiteY70" fmla="*/ 1246529 h 1258932"/>
                <a:gd name="connsiteX71" fmla="*/ 303066 w 422144"/>
                <a:gd name="connsiteY71" fmla="*/ 1258334 h 1258932"/>
                <a:gd name="connsiteX72" fmla="*/ 378255 w 422144"/>
                <a:gd name="connsiteY72" fmla="*/ 1258932 h 1258932"/>
                <a:gd name="connsiteX73" fmla="*/ 396304 w 422144"/>
                <a:gd name="connsiteY73" fmla="*/ 1232244 h 1258932"/>
                <a:gd name="connsiteX74" fmla="*/ 386381 w 422144"/>
                <a:gd name="connsiteY74" fmla="*/ 1219841 h 1258932"/>
                <a:gd name="connsiteX75" fmla="*/ 378939 w 422144"/>
                <a:gd name="connsiteY75" fmla="*/ 1205556 h 1258932"/>
                <a:gd name="connsiteX76" fmla="*/ 378340 w 422144"/>
                <a:gd name="connsiteY76" fmla="*/ 1176985 h 1258932"/>
                <a:gd name="connsiteX77" fmla="*/ 364056 w 422144"/>
                <a:gd name="connsiteY77" fmla="*/ 1152778 h 1258932"/>
                <a:gd name="connsiteX78" fmla="*/ 370899 w 422144"/>
                <a:gd name="connsiteY78" fmla="*/ 1054664 h 1258932"/>
                <a:gd name="connsiteX79" fmla="*/ 351053 w 422144"/>
                <a:gd name="connsiteY79" fmla="*/ 924216 h 1258932"/>
                <a:gd name="connsiteX80" fmla="*/ 352935 w 422144"/>
                <a:gd name="connsiteY80" fmla="*/ 716783 h 1258932"/>
                <a:gd name="connsiteX81" fmla="*/ 339249 w 422144"/>
                <a:gd name="connsiteY81" fmla="*/ 575728 h 1258932"/>
                <a:gd name="connsiteX82" fmla="*/ 313159 w 422144"/>
                <a:gd name="connsiteY82" fmla="*/ 525431 h 1258932"/>
                <a:gd name="connsiteX83" fmla="*/ 313502 w 422144"/>
                <a:gd name="connsiteY83" fmla="*/ 518930 h 1258932"/>
                <a:gd name="connsiteX84" fmla="*/ 327017 w 422144"/>
                <a:gd name="connsiteY84" fmla="*/ 513370 h 1258932"/>
                <a:gd name="connsiteX85" fmla="*/ 313502 w 422144"/>
                <a:gd name="connsiteY85" fmla="*/ 481207 h 1258932"/>
                <a:gd name="connsiteX86" fmla="*/ 306060 w 422144"/>
                <a:gd name="connsiteY86" fmla="*/ 462559 h 1258932"/>
                <a:gd name="connsiteX87" fmla="*/ 308882 w 422144"/>
                <a:gd name="connsiteY87" fmla="*/ 448616 h 1258932"/>
                <a:gd name="connsiteX88" fmla="*/ 309054 w 422144"/>
                <a:gd name="connsiteY88" fmla="*/ 448445 h 1258932"/>
                <a:gd name="connsiteX89" fmla="*/ 310422 w 422144"/>
                <a:gd name="connsiteY89" fmla="*/ 448274 h 1258932"/>
                <a:gd name="connsiteX90" fmla="*/ 325648 w 422144"/>
                <a:gd name="connsiteY90" fmla="*/ 453236 h 1258932"/>
                <a:gd name="connsiteX91" fmla="*/ 353620 w 422144"/>
                <a:gd name="connsiteY91" fmla="*/ 453663 h 1258932"/>
                <a:gd name="connsiteX92" fmla="*/ 376886 w 422144"/>
                <a:gd name="connsiteY92" fmla="*/ 465810 h 1258932"/>
                <a:gd name="connsiteX93" fmla="*/ 409049 w 422144"/>
                <a:gd name="connsiteY93" fmla="*/ 451867 h 1258932"/>
                <a:gd name="connsiteX94" fmla="*/ 422137 w 422144"/>
                <a:gd name="connsiteY94" fmla="*/ 432792 h 1258932"/>
                <a:gd name="connsiteX95" fmla="*/ 403062 w 422144"/>
                <a:gd name="connsiteY95" fmla="*/ 378730 h 1258932"/>
                <a:gd name="connsiteX96" fmla="*/ 392797 w 422144"/>
                <a:gd name="connsiteY96" fmla="*/ 350331 h 1258932"/>
                <a:gd name="connsiteX97" fmla="*/ 369530 w 422144"/>
                <a:gd name="connsiteY97" fmla="*/ 310299 h 1258932"/>
                <a:gd name="connsiteX98" fmla="*/ 360206 w 422144"/>
                <a:gd name="connsiteY98" fmla="*/ 290711 h 1258932"/>
                <a:gd name="connsiteX99" fmla="*/ 349942 w 422144"/>
                <a:gd name="connsiteY99" fmla="*/ 271122 h 1258932"/>
                <a:gd name="connsiteX100" fmla="*/ 345322 w 422144"/>
                <a:gd name="connsiteY100" fmla="*/ 256238 h 1258932"/>
                <a:gd name="connsiteX101" fmla="*/ 311791 w 422144"/>
                <a:gd name="connsiteY101" fmla="*/ 228267 h 1258932"/>
                <a:gd name="connsiteX102" fmla="*/ 262862 w 422144"/>
                <a:gd name="connsiteY102" fmla="*/ 218515 h 1258932"/>
                <a:gd name="connsiteX103" fmla="*/ 238655 w 422144"/>
                <a:gd name="connsiteY103" fmla="*/ 203118 h 1258932"/>
                <a:gd name="connsiteX104" fmla="*/ 227877 w 422144"/>
                <a:gd name="connsiteY104" fmla="*/ 198926 h 1258932"/>
                <a:gd name="connsiteX105" fmla="*/ 226080 w 422144"/>
                <a:gd name="connsiteY105" fmla="*/ 197558 h 1258932"/>
                <a:gd name="connsiteX106" fmla="*/ 217270 w 422144"/>
                <a:gd name="connsiteY106" fmla="*/ 178483 h 1258932"/>
                <a:gd name="connsiteX107" fmla="*/ 213506 w 422144"/>
                <a:gd name="connsiteY107" fmla="*/ 170613 h 1258932"/>
                <a:gd name="connsiteX108" fmla="*/ 210854 w 422144"/>
                <a:gd name="connsiteY108" fmla="*/ 152308 h 1258932"/>
                <a:gd name="connsiteX109" fmla="*/ 212137 w 422144"/>
                <a:gd name="connsiteY109" fmla="*/ 138022 h 1258932"/>
                <a:gd name="connsiteX110" fmla="*/ 213421 w 422144"/>
                <a:gd name="connsiteY110" fmla="*/ 124336 h 1258932"/>
                <a:gd name="connsiteX111" fmla="*/ 220862 w 422144"/>
                <a:gd name="connsiteY111" fmla="*/ 112532 h 1258932"/>
                <a:gd name="connsiteX112" fmla="*/ 225824 w 422144"/>
                <a:gd name="connsiteY112" fmla="*/ 84560 h 1258932"/>
                <a:gd name="connsiteX113" fmla="*/ 219579 w 422144"/>
                <a:gd name="connsiteY113" fmla="*/ 82678 h 1258932"/>
                <a:gd name="connsiteX114" fmla="*/ 218296 w 422144"/>
                <a:gd name="connsiteY114" fmla="*/ 35460 h 1258932"/>
                <a:gd name="connsiteX115" fmla="*/ 184764 w 422144"/>
                <a:gd name="connsiteY115" fmla="*/ 2528 h 1258932"/>
                <a:gd name="connsiteX116" fmla="*/ 164920 w 422144"/>
                <a:gd name="connsiteY116" fmla="*/ 47 h 1258932"/>
                <a:gd name="connsiteX117" fmla="*/ 128223 w 422144"/>
                <a:gd name="connsiteY117" fmla="*/ 13049 h 1258932"/>
                <a:gd name="connsiteX118" fmla="*/ 109575 w 422144"/>
                <a:gd name="connsiteY118" fmla="*/ 34178 h 1258932"/>
                <a:gd name="connsiteX119" fmla="*/ 109575 w 422144"/>
                <a:gd name="connsiteY119" fmla="*/ 80796 h 1258932"/>
                <a:gd name="connsiteX120" fmla="*/ 110859 w 422144"/>
                <a:gd name="connsiteY120" fmla="*/ 87640 h 1258932"/>
                <a:gd name="connsiteX121" fmla="*/ 104016 w 422144"/>
                <a:gd name="connsiteY121" fmla="*/ 87041 h 1258932"/>
                <a:gd name="connsiteX122" fmla="*/ 105897 w 422144"/>
                <a:gd name="connsiteY122" fmla="*/ 110650 h 1258932"/>
                <a:gd name="connsiteX123" fmla="*/ 118301 w 422144"/>
                <a:gd name="connsiteY123" fmla="*/ 124935 h 1258932"/>
                <a:gd name="connsiteX124" fmla="*/ 122663 w 422144"/>
                <a:gd name="connsiteY124" fmla="*/ 133660 h 1258932"/>
                <a:gd name="connsiteX125" fmla="*/ 134468 w 422144"/>
                <a:gd name="connsiteY125" fmla="*/ 170955 h 1258932"/>
                <a:gd name="connsiteX126" fmla="*/ 131901 w 422144"/>
                <a:gd name="connsiteY126" fmla="*/ 174890 h 1258932"/>
                <a:gd name="connsiteX127" fmla="*/ 125486 w 422144"/>
                <a:gd name="connsiteY127" fmla="*/ 193024 h 1258932"/>
                <a:gd name="connsiteX128" fmla="*/ 105897 w 422144"/>
                <a:gd name="connsiteY128" fmla="*/ 203289 h 1258932"/>
                <a:gd name="connsiteX129" fmla="*/ 50895 w 422144"/>
                <a:gd name="connsiteY129" fmla="*/ 233142 h 1258932"/>
                <a:gd name="connsiteX130" fmla="*/ 31307 w 422144"/>
                <a:gd name="connsiteY130" fmla="*/ 248967 h 1258932"/>
                <a:gd name="connsiteX131" fmla="*/ 28313 w 422144"/>
                <a:gd name="connsiteY131" fmla="*/ 262825 h 1258932"/>
                <a:gd name="connsiteX132" fmla="*/ 7527 w 422144"/>
                <a:gd name="connsiteY132" fmla="*/ 263423 h 1258932"/>
                <a:gd name="connsiteX133" fmla="*/ 2394 w 422144"/>
                <a:gd name="connsiteY133" fmla="*/ 271379 h 1258932"/>
                <a:gd name="connsiteX134" fmla="*/ 5645 w 422144"/>
                <a:gd name="connsiteY134" fmla="*/ 423724 h 1258932"/>
                <a:gd name="connsiteX135" fmla="*/ 1967 w 422144"/>
                <a:gd name="connsiteY135" fmla="*/ 431166 h 1258932"/>
                <a:gd name="connsiteX136" fmla="*/ 1026 w 422144"/>
                <a:gd name="connsiteY136" fmla="*/ 437667 h 1258932"/>
                <a:gd name="connsiteX137" fmla="*/ 1026 w 422144"/>
                <a:gd name="connsiteY137" fmla="*/ 437667 h 125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</a:cxnLst>
              <a:rect l="l" t="t" r="r" b="b"/>
              <a:pathLst>
                <a:path w="422144" h="1258932">
                  <a:moveTo>
                    <a:pt x="855" y="437240"/>
                  </a:moveTo>
                  <a:cubicBezTo>
                    <a:pt x="2737" y="439121"/>
                    <a:pt x="5987" y="438608"/>
                    <a:pt x="5987" y="438608"/>
                  </a:cubicBezTo>
                  <a:lnTo>
                    <a:pt x="32761" y="439207"/>
                  </a:lnTo>
                  <a:cubicBezTo>
                    <a:pt x="32847" y="441602"/>
                    <a:pt x="32932" y="443142"/>
                    <a:pt x="33017" y="443741"/>
                  </a:cubicBezTo>
                  <a:cubicBezTo>
                    <a:pt x="33959" y="451183"/>
                    <a:pt x="34386" y="460079"/>
                    <a:pt x="36268" y="467521"/>
                  </a:cubicBezTo>
                  <a:cubicBezTo>
                    <a:pt x="38150" y="474962"/>
                    <a:pt x="37637" y="479154"/>
                    <a:pt x="44223" y="484714"/>
                  </a:cubicBezTo>
                  <a:cubicBezTo>
                    <a:pt x="50724" y="490274"/>
                    <a:pt x="57311" y="498657"/>
                    <a:pt x="62443" y="503362"/>
                  </a:cubicBezTo>
                  <a:cubicBezTo>
                    <a:pt x="67576" y="508066"/>
                    <a:pt x="70398" y="508066"/>
                    <a:pt x="70826" y="509435"/>
                  </a:cubicBezTo>
                  <a:cubicBezTo>
                    <a:pt x="71254" y="510804"/>
                    <a:pt x="82460" y="516877"/>
                    <a:pt x="87592" y="517390"/>
                  </a:cubicBezTo>
                  <a:cubicBezTo>
                    <a:pt x="88533" y="517476"/>
                    <a:pt x="90329" y="517133"/>
                    <a:pt x="92468" y="516449"/>
                  </a:cubicBezTo>
                  <a:cubicBezTo>
                    <a:pt x="88447" y="520555"/>
                    <a:pt x="82545" y="527911"/>
                    <a:pt x="83315" y="534584"/>
                  </a:cubicBezTo>
                  <a:cubicBezTo>
                    <a:pt x="84512" y="544506"/>
                    <a:pt x="77071" y="553830"/>
                    <a:pt x="69629" y="571879"/>
                  </a:cubicBezTo>
                  <a:cubicBezTo>
                    <a:pt x="62187" y="589928"/>
                    <a:pt x="60903" y="645785"/>
                    <a:pt x="60903" y="676237"/>
                  </a:cubicBezTo>
                  <a:cubicBezTo>
                    <a:pt x="63983" y="688640"/>
                    <a:pt x="67148" y="693003"/>
                    <a:pt x="66464" y="714730"/>
                  </a:cubicBezTo>
                  <a:cubicBezTo>
                    <a:pt x="66464" y="714730"/>
                    <a:pt x="68345" y="786840"/>
                    <a:pt x="74504" y="825333"/>
                  </a:cubicBezTo>
                  <a:cubicBezTo>
                    <a:pt x="80749" y="863825"/>
                    <a:pt x="83828" y="883756"/>
                    <a:pt x="83828" y="892395"/>
                  </a:cubicBezTo>
                  <a:cubicBezTo>
                    <a:pt x="83828" y="901035"/>
                    <a:pt x="83828" y="919084"/>
                    <a:pt x="85710" y="921564"/>
                  </a:cubicBezTo>
                  <a:cubicBezTo>
                    <a:pt x="87592" y="924045"/>
                    <a:pt x="88789" y="927723"/>
                    <a:pt x="86908" y="937047"/>
                  </a:cubicBezTo>
                  <a:cubicBezTo>
                    <a:pt x="85026" y="946371"/>
                    <a:pt x="85710" y="958175"/>
                    <a:pt x="85026" y="979902"/>
                  </a:cubicBezTo>
                  <a:cubicBezTo>
                    <a:pt x="84427" y="1001629"/>
                    <a:pt x="83144" y="1032680"/>
                    <a:pt x="85026" y="1065613"/>
                  </a:cubicBezTo>
                  <a:cubicBezTo>
                    <a:pt x="86908" y="1098546"/>
                    <a:pt x="91270" y="1126517"/>
                    <a:pt x="93751" y="1143882"/>
                  </a:cubicBezTo>
                  <a:cubicBezTo>
                    <a:pt x="93751" y="1143882"/>
                    <a:pt x="98712" y="1153205"/>
                    <a:pt x="99311" y="1159364"/>
                  </a:cubicBezTo>
                  <a:cubicBezTo>
                    <a:pt x="99909" y="1165608"/>
                    <a:pt x="88789" y="1173649"/>
                    <a:pt x="83828" y="1185454"/>
                  </a:cubicBezTo>
                  <a:cubicBezTo>
                    <a:pt x="78867" y="1197258"/>
                    <a:pt x="80749" y="1208464"/>
                    <a:pt x="81946" y="1210260"/>
                  </a:cubicBezTo>
                  <a:cubicBezTo>
                    <a:pt x="83144" y="1212142"/>
                    <a:pt x="76386" y="1223947"/>
                    <a:pt x="69543" y="1224545"/>
                  </a:cubicBezTo>
                  <a:cubicBezTo>
                    <a:pt x="62700" y="1225144"/>
                    <a:pt x="46533" y="1225144"/>
                    <a:pt x="41571" y="1230790"/>
                  </a:cubicBezTo>
                  <a:cubicBezTo>
                    <a:pt x="36610" y="1236350"/>
                    <a:pt x="36610" y="1240114"/>
                    <a:pt x="36610" y="1240114"/>
                  </a:cubicBezTo>
                  <a:cubicBezTo>
                    <a:pt x="36610" y="1240114"/>
                    <a:pt x="27971" y="1242594"/>
                    <a:pt x="32932" y="1246957"/>
                  </a:cubicBezTo>
                  <a:cubicBezTo>
                    <a:pt x="37893" y="1251319"/>
                    <a:pt x="54659" y="1256880"/>
                    <a:pt x="60219" y="1256880"/>
                  </a:cubicBezTo>
                  <a:lnTo>
                    <a:pt x="163978" y="1256880"/>
                  </a:lnTo>
                  <a:lnTo>
                    <a:pt x="171420" y="1255596"/>
                  </a:lnTo>
                  <a:lnTo>
                    <a:pt x="170822" y="1236350"/>
                  </a:lnTo>
                  <a:cubicBezTo>
                    <a:pt x="170822" y="1236350"/>
                    <a:pt x="168341" y="1234468"/>
                    <a:pt x="168940" y="1226427"/>
                  </a:cubicBezTo>
                  <a:cubicBezTo>
                    <a:pt x="169881" y="1222407"/>
                    <a:pt x="172190" y="1218044"/>
                    <a:pt x="174415" y="1212655"/>
                  </a:cubicBezTo>
                  <a:cubicBezTo>
                    <a:pt x="176296" y="1208891"/>
                    <a:pt x="177921" y="1204786"/>
                    <a:pt x="178264" y="1199996"/>
                  </a:cubicBezTo>
                  <a:cubicBezTo>
                    <a:pt x="178692" y="1197600"/>
                    <a:pt x="179033" y="1195034"/>
                    <a:pt x="179205" y="1192297"/>
                  </a:cubicBezTo>
                  <a:cubicBezTo>
                    <a:pt x="179290" y="1190073"/>
                    <a:pt x="179205" y="1187507"/>
                    <a:pt x="178948" y="1184684"/>
                  </a:cubicBezTo>
                  <a:cubicBezTo>
                    <a:pt x="179205" y="1175959"/>
                    <a:pt x="178948" y="1166806"/>
                    <a:pt x="176981" y="1160648"/>
                  </a:cubicBezTo>
                  <a:cubicBezTo>
                    <a:pt x="175697" y="1156627"/>
                    <a:pt x="173474" y="1149870"/>
                    <a:pt x="171592" y="1141658"/>
                  </a:cubicBezTo>
                  <a:cubicBezTo>
                    <a:pt x="170052" y="1132932"/>
                    <a:pt x="168940" y="1124550"/>
                    <a:pt x="168940" y="1117792"/>
                  </a:cubicBezTo>
                  <a:cubicBezTo>
                    <a:pt x="168940" y="1108725"/>
                    <a:pt x="171934" y="1094098"/>
                    <a:pt x="175184" y="1075621"/>
                  </a:cubicBezTo>
                  <a:cubicBezTo>
                    <a:pt x="180060" y="1052012"/>
                    <a:pt x="184850" y="1023185"/>
                    <a:pt x="184423" y="997267"/>
                  </a:cubicBezTo>
                  <a:cubicBezTo>
                    <a:pt x="183824" y="961853"/>
                    <a:pt x="184423" y="933283"/>
                    <a:pt x="186305" y="896672"/>
                  </a:cubicBezTo>
                  <a:cubicBezTo>
                    <a:pt x="187587" y="872208"/>
                    <a:pt x="194089" y="802921"/>
                    <a:pt x="201274" y="752795"/>
                  </a:cubicBezTo>
                  <a:cubicBezTo>
                    <a:pt x="205380" y="730041"/>
                    <a:pt x="209999" y="707801"/>
                    <a:pt x="211282" y="701728"/>
                  </a:cubicBezTo>
                  <a:cubicBezTo>
                    <a:pt x="211025" y="702840"/>
                    <a:pt x="210512" y="704208"/>
                    <a:pt x="209913" y="705834"/>
                  </a:cubicBezTo>
                  <a:cubicBezTo>
                    <a:pt x="210426" y="704123"/>
                    <a:pt x="210854" y="702583"/>
                    <a:pt x="211368" y="701386"/>
                  </a:cubicBezTo>
                  <a:lnTo>
                    <a:pt x="211368" y="701813"/>
                  </a:lnTo>
                  <a:cubicBezTo>
                    <a:pt x="211368" y="701813"/>
                    <a:pt x="211368" y="701215"/>
                    <a:pt x="211368" y="701215"/>
                  </a:cubicBezTo>
                  <a:lnTo>
                    <a:pt x="211710" y="700445"/>
                  </a:lnTo>
                  <a:lnTo>
                    <a:pt x="211881" y="700445"/>
                  </a:lnTo>
                  <a:lnTo>
                    <a:pt x="211881" y="700445"/>
                  </a:lnTo>
                  <a:cubicBezTo>
                    <a:pt x="211881" y="700445"/>
                    <a:pt x="211967" y="700445"/>
                    <a:pt x="211967" y="700445"/>
                  </a:cubicBezTo>
                  <a:lnTo>
                    <a:pt x="211967" y="700445"/>
                  </a:lnTo>
                  <a:cubicBezTo>
                    <a:pt x="212480" y="700701"/>
                    <a:pt x="214533" y="703524"/>
                    <a:pt x="219750" y="729357"/>
                  </a:cubicBezTo>
                  <a:cubicBezTo>
                    <a:pt x="222744" y="756901"/>
                    <a:pt x="231213" y="811475"/>
                    <a:pt x="233522" y="819088"/>
                  </a:cubicBezTo>
                  <a:cubicBezTo>
                    <a:pt x="234891" y="823536"/>
                    <a:pt x="238142" y="832261"/>
                    <a:pt x="241050" y="842782"/>
                  </a:cubicBezTo>
                  <a:lnTo>
                    <a:pt x="241905" y="846375"/>
                  </a:lnTo>
                  <a:cubicBezTo>
                    <a:pt x="243274" y="852363"/>
                    <a:pt x="244899" y="860746"/>
                    <a:pt x="246524" y="870583"/>
                  </a:cubicBezTo>
                  <a:lnTo>
                    <a:pt x="246524" y="871267"/>
                  </a:lnTo>
                  <a:cubicBezTo>
                    <a:pt x="248492" y="892994"/>
                    <a:pt x="259013" y="960057"/>
                    <a:pt x="262093" y="983666"/>
                  </a:cubicBezTo>
                  <a:cubicBezTo>
                    <a:pt x="265172" y="1007275"/>
                    <a:pt x="268251" y="1058855"/>
                    <a:pt x="268251" y="1077503"/>
                  </a:cubicBezTo>
                  <a:cubicBezTo>
                    <a:pt x="268251" y="1086228"/>
                    <a:pt x="269706" y="1103764"/>
                    <a:pt x="271673" y="1121470"/>
                  </a:cubicBezTo>
                  <a:cubicBezTo>
                    <a:pt x="273127" y="1142770"/>
                    <a:pt x="275265" y="1161503"/>
                    <a:pt x="278260" y="1170142"/>
                  </a:cubicBezTo>
                  <a:cubicBezTo>
                    <a:pt x="281082" y="1183914"/>
                    <a:pt x="286642" y="1190244"/>
                    <a:pt x="287412" y="1198456"/>
                  </a:cubicBezTo>
                  <a:lnTo>
                    <a:pt x="287412" y="1200594"/>
                  </a:lnTo>
                  <a:cubicBezTo>
                    <a:pt x="287498" y="1207694"/>
                    <a:pt x="287156" y="1209405"/>
                    <a:pt x="289208" y="1212313"/>
                  </a:cubicBezTo>
                  <a:cubicBezTo>
                    <a:pt x="289807" y="1213597"/>
                    <a:pt x="290662" y="1214623"/>
                    <a:pt x="291860" y="1215478"/>
                  </a:cubicBezTo>
                  <a:cubicBezTo>
                    <a:pt x="296223" y="1220354"/>
                    <a:pt x="302381" y="1224802"/>
                    <a:pt x="303921" y="1228309"/>
                  </a:cubicBezTo>
                  <a:cubicBezTo>
                    <a:pt x="303836" y="1230276"/>
                    <a:pt x="303493" y="1232843"/>
                    <a:pt x="303237" y="1235323"/>
                  </a:cubicBezTo>
                  <a:cubicBezTo>
                    <a:pt x="302211" y="1239258"/>
                    <a:pt x="301013" y="1243792"/>
                    <a:pt x="301783" y="1246529"/>
                  </a:cubicBezTo>
                  <a:cubicBezTo>
                    <a:pt x="301441" y="1250293"/>
                    <a:pt x="303066" y="1258334"/>
                    <a:pt x="303066" y="1258334"/>
                  </a:cubicBezTo>
                  <a:cubicBezTo>
                    <a:pt x="303066" y="1258334"/>
                    <a:pt x="364569" y="1258932"/>
                    <a:pt x="378255" y="1258932"/>
                  </a:cubicBezTo>
                  <a:cubicBezTo>
                    <a:pt x="391941" y="1258932"/>
                    <a:pt x="408707" y="1258932"/>
                    <a:pt x="396304" y="1232244"/>
                  </a:cubicBezTo>
                  <a:cubicBezTo>
                    <a:pt x="396304" y="1232244"/>
                    <a:pt x="389461" y="1225999"/>
                    <a:pt x="386381" y="1219841"/>
                  </a:cubicBezTo>
                  <a:cubicBezTo>
                    <a:pt x="383216" y="1213682"/>
                    <a:pt x="378939" y="1207437"/>
                    <a:pt x="378939" y="1205556"/>
                  </a:cubicBezTo>
                  <a:cubicBezTo>
                    <a:pt x="378939" y="1203674"/>
                    <a:pt x="380223" y="1181947"/>
                    <a:pt x="378340" y="1176985"/>
                  </a:cubicBezTo>
                  <a:cubicBezTo>
                    <a:pt x="376459" y="1172024"/>
                    <a:pt x="367135" y="1163983"/>
                    <a:pt x="364056" y="1152778"/>
                  </a:cubicBezTo>
                  <a:cubicBezTo>
                    <a:pt x="360976" y="1141572"/>
                    <a:pt x="373380" y="1062705"/>
                    <a:pt x="370899" y="1054664"/>
                  </a:cubicBezTo>
                  <a:cubicBezTo>
                    <a:pt x="368418" y="1046623"/>
                    <a:pt x="352251" y="971434"/>
                    <a:pt x="351053" y="924216"/>
                  </a:cubicBezTo>
                  <a:cubicBezTo>
                    <a:pt x="349771" y="876998"/>
                    <a:pt x="351053" y="753992"/>
                    <a:pt x="352935" y="716783"/>
                  </a:cubicBezTo>
                  <a:cubicBezTo>
                    <a:pt x="354817" y="679488"/>
                    <a:pt x="355416" y="611141"/>
                    <a:pt x="339249" y="575728"/>
                  </a:cubicBezTo>
                  <a:cubicBezTo>
                    <a:pt x="323082" y="540315"/>
                    <a:pt x="314357" y="532274"/>
                    <a:pt x="313159" y="525431"/>
                  </a:cubicBezTo>
                  <a:cubicBezTo>
                    <a:pt x="311962" y="518588"/>
                    <a:pt x="311620" y="517989"/>
                    <a:pt x="313502" y="518930"/>
                  </a:cubicBezTo>
                  <a:cubicBezTo>
                    <a:pt x="315384" y="519871"/>
                    <a:pt x="324194" y="525003"/>
                    <a:pt x="327017" y="513370"/>
                  </a:cubicBezTo>
                  <a:cubicBezTo>
                    <a:pt x="329840" y="501736"/>
                    <a:pt x="323766" y="492412"/>
                    <a:pt x="313502" y="481207"/>
                  </a:cubicBezTo>
                  <a:cubicBezTo>
                    <a:pt x="303237" y="470001"/>
                    <a:pt x="305547" y="469060"/>
                    <a:pt x="306060" y="462559"/>
                  </a:cubicBezTo>
                  <a:cubicBezTo>
                    <a:pt x="306488" y="456058"/>
                    <a:pt x="307942" y="450926"/>
                    <a:pt x="308882" y="448616"/>
                  </a:cubicBezTo>
                  <a:lnTo>
                    <a:pt x="309054" y="448445"/>
                  </a:lnTo>
                  <a:lnTo>
                    <a:pt x="310422" y="448274"/>
                  </a:lnTo>
                  <a:cubicBezTo>
                    <a:pt x="313074" y="449044"/>
                    <a:pt x="318805" y="453236"/>
                    <a:pt x="325648" y="453236"/>
                  </a:cubicBezTo>
                  <a:cubicBezTo>
                    <a:pt x="334459" y="453236"/>
                    <a:pt x="349856" y="451353"/>
                    <a:pt x="353620" y="453663"/>
                  </a:cubicBezTo>
                  <a:cubicBezTo>
                    <a:pt x="357384" y="455973"/>
                    <a:pt x="371840" y="465810"/>
                    <a:pt x="376886" y="465810"/>
                  </a:cubicBezTo>
                  <a:cubicBezTo>
                    <a:pt x="381933" y="465810"/>
                    <a:pt x="404345" y="454176"/>
                    <a:pt x="409049" y="451867"/>
                  </a:cubicBezTo>
                  <a:cubicBezTo>
                    <a:pt x="413754" y="449557"/>
                    <a:pt x="421623" y="438865"/>
                    <a:pt x="422137" y="432792"/>
                  </a:cubicBezTo>
                  <a:cubicBezTo>
                    <a:pt x="422565" y="426718"/>
                    <a:pt x="405799" y="388995"/>
                    <a:pt x="403062" y="378730"/>
                  </a:cubicBezTo>
                  <a:cubicBezTo>
                    <a:pt x="400239" y="368466"/>
                    <a:pt x="404944" y="368038"/>
                    <a:pt x="392797" y="350331"/>
                  </a:cubicBezTo>
                  <a:cubicBezTo>
                    <a:pt x="380650" y="332625"/>
                    <a:pt x="375518" y="320564"/>
                    <a:pt x="369530" y="310299"/>
                  </a:cubicBezTo>
                  <a:cubicBezTo>
                    <a:pt x="363457" y="300034"/>
                    <a:pt x="360634" y="294474"/>
                    <a:pt x="360206" y="290711"/>
                  </a:cubicBezTo>
                  <a:cubicBezTo>
                    <a:pt x="359779" y="286947"/>
                    <a:pt x="352251" y="276254"/>
                    <a:pt x="349942" y="271122"/>
                  </a:cubicBezTo>
                  <a:cubicBezTo>
                    <a:pt x="347632" y="265989"/>
                    <a:pt x="348573" y="263167"/>
                    <a:pt x="345322" y="256238"/>
                  </a:cubicBezTo>
                  <a:cubicBezTo>
                    <a:pt x="342072" y="249224"/>
                    <a:pt x="335057" y="238959"/>
                    <a:pt x="311791" y="228267"/>
                  </a:cubicBezTo>
                  <a:cubicBezTo>
                    <a:pt x="288524" y="217574"/>
                    <a:pt x="272186" y="223134"/>
                    <a:pt x="262862" y="218515"/>
                  </a:cubicBezTo>
                  <a:cubicBezTo>
                    <a:pt x="253539" y="213896"/>
                    <a:pt x="245156" y="205941"/>
                    <a:pt x="238655" y="203118"/>
                  </a:cubicBezTo>
                  <a:cubicBezTo>
                    <a:pt x="233522" y="200894"/>
                    <a:pt x="230357" y="200466"/>
                    <a:pt x="227877" y="198926"/>
                  </a:cubicBezTo>
                  <a:lnTo>
                    <a:pt x="226080" y="197558"/>
                  </a:lnTo>
                  <a:cubicBezTo>
                    <a:pt x="223257" y="194735"/>
                    <a:pt x="219579" y="183102"/>
                    <a:pt x="217270" y="178483"/>
                  </a:cubicBezTo>
                  <a:cubicBezTo>
                    <a:pt x="214960" y="173863"/>
                    <a:pt x="213506" y="170613"/>
                    <a:pt x="213506" y="170613"/>
                  </a:cubicBezTo>
                  <a:cubicBezTo>
                    <a:pt x="213506" y="170613"/>
                    <a:pt x="209657" y="172153"/>
                    <a:pt x="210854" y="152308"/>
                  </a:cubicBezTo>
                  <a:cubicBezTo>
                    <a:pt x="210854" y="152308"/>
                    <a:pt x="212137" y="143582"/>
                    <a:pt x="212137" y="138022"/>
                  </a:cubicBezTo>
                  <a:cubicBezTo>
                    <a:pt x="212137" y="132462"/>
                    <a:pt x="210854" y="127415"/>
                    <a:pt x="213421" y="124336"/>
                  </a:cubicBezTo>
                  <a:cubicBezTo>
                    <a:pt x="215901" y="121257"/>
                    <a:pt x="216500" y="118092"/>
                    <a:pt x="220862" y="112532"/>
                  </a:cubicBezTo>
                  <a:cubicBezTo>
                    <a:pt x="225225" y="106971"/>
                    <a:pt x="227877" y="87212"/>
                    <a:pt x="225824" y="84560"/>
                  </a:cubicBezTo>
                  <a:cubicBezTo>
                    <a:pt x="222744" y="80540"/>
                    <a:pt x="219579" y="85159"/>
                    <a:pt x="219579" y="82678"/>
                  </a:cubicBezTo>
                  <a:cubicBezTo>
                    <a:pt x="219579" y="80198"/>
                    <a:pt x="221461" y="40422"/>
                    <a:pt x="218296" y="35460"/>
                  </a:cubicBezTo>
                  <a:cubicBezTo>
                    <a:pt x="215217" y="30499"/>
                    <a:pt x="192207" y="5607"/>
                    <a:pt x="184764" y="2528"/>
                  </a:cubicBezTo>
                  <a:cubicBezTo>
                    <a:pt x="177323" y="-551"/>
                    <a:pt x="164920" y="47"/>
                    <a:pt x="164920" y="47"/>
                  </a:cubicBezTo>
                  <a:cubicBezTo>
                    <a:pt x="147555" y="1929"/>
                    <a:pt x="132586" y="6292"/>
                    <a:pt x="128223" y="13049"/>
                  </a:cubicBezTo>
                  <a:cubicBezTo>
                    <a:pt x="123860" y="19892"/>
                    <a:pt x="111458" y="29216"/>
                    <a:pt x="109575" y="34178"/>
                  </a:cubicBezTo>
                  <a:cubicBezTo>
                    <a:pt x="107694" y="39138"/>
                    <a:pt x="104016" y="65827"/>
                    <a:pt x="109575" y="80796"/>
                  </a:cubicBezTo>
                  <a:lnTo>
                    <a:pt x="110859" y="87640"/>
                  </a:lnTo>
                  <a:cubicBezTo>
                    <a:pt x="108378" y="88238"/>
                    <a:pt x="107095" y="83876"/>
                    <a:pt x="104016" y="87041"/>
                  </a:cubicBezTo>
                  <a:cubicBezTo>
                    <a:pt x="100679" y="90377"/>
                    <a:pt x="104016" y="105688"/>
                    <a:pt x="105897" y="110650"/>
                  </a:cubicBezTo>
                  <a:cubicBezTo>
                    <a:pt x="107779" y="115611"/>
                    <a:pt x="114622" y="123053"/>
                    <a:pt x="118301" y="124935"/>
                  </a:cubicBezTo>
                  <a:cubicBezTo>
                    <a:pt x="122064" y="126816"/>
                    <a:pt x="122064" y="129896"/>
                    <a:pt x="122663" y="133660"/>
                  </a:cubicBezTo>
                  <a:cubicBezTo>
                    <a:pt x="123262" y="137423"/>
                    <a:pt x="124545" y="152906"/>
                    <a:pt x="134468" y="170955"/>
                  </a:cubicBezTo>
                  <a:lnTo>
                    <a:pt x="131901" y="174890"/>
                  </a:lnTo>
                  <a:cubicBezTo>
                    <a:pt x="131217" y="178653"/>
                    <a:pt x="126170" y="190715"/>
                    <a:pt x="125486" y="193024"/>
                  </a:cubicBezTo>
                  <a:cubicBezTo>
                    <a:pt x="124545" y="195847"/>
                    <a:pt x="109661" y="197643"/>
                    <a:pt x="105897" y="203289"/>
                  </a:cubicBezTo>
                  <a:cubicBezTo>
                    <a:pt x="102134" y="208849"/>
                    <a:pt x="68602" y="220055"/>
                    <a:pt x="50895" y="233142"/>
                  </a:cubicBezTo>
                  <a:cubicBezTo>
                    <a:pt x="50895" y="233142"/>
                    <a:pt x="33616" y="243834"/>
                    <a:pt x="31307" y="248967"/>
                  </a:cubicBezTo>
                  <a:cubicBezTo>
                    <a:pt x="29853" y="252046"/>
                    <a:pt x="28826" y="257949"/>
                    <a:pt x="28313" y="262825"/>
                  </a:cubicBezTo>
                  <a:cubicBezTo>
                    <a:pt x="15397" y="263167"/>
                    <a:pt x="7527" y="263423"/>
                    <a:pt x="7527" y="263423"/>
                  </a:cubicBezTo>
                  <a:cubicBezTo>
                    <a:pt x="1026" y="265733"/>
                    <a:pt x="2394" y="271379"/>
                    <a:pt x="2394" y="271379"/>
                  </a:cubicBezTo>
                  <a:lnTo>
                    <a:pt x="5645" y="423724"/>
                  </a:lnTo>
                  <a:cubicBezTo>
                    <a:pt x="5645" y="423724"/>
                    <a:pt x="3763" y="428857"/>
                    <a:pt x="1967" y="431166"/>
                  </a:cubicBezTo>
                  <a:cubicBezTo>
                    <a:pt x="85" y="433476"/>
                    <a:pt x="-856" y="435871"/>
                    <a:pt x="1026" y="437667"/>
                  </a:cubicBezTo>
                  <a:lnTo>
                    <a:pt x="1026" y="437667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0A49E9F5-482D-AF08-4CA5-7DC36B1E6956}"/>
                </a:ext>
              </a:extLst>
            </p:cNvPr>
            <p:cNvSpPr/>
            <p:nvPr/>
          </p:nvSpPr>
          <p:spPr>
            <a:xfrm>
              <a:off x="15807265" y="5698482"/>
              <a:ext cx="454296" cy="1211130"/>
            </a:xfrm>
            <a:custGeom>
              <a:avLst/>
              <a:gdLst>
                <a:gd name="connsiteX0" fmla="*/ 205809 w 454296"/>
                <a:gd name="connsiteY0" fmla="*/ 132862 h 1211130"/>
                <a:gd name="connsiteX1" fmla="*/ 196227 w 454296"/>
                <a:gd name="connsiteY1" fmla="*/ 138422 h 1211130"/>
                <a:gd name="connsiteX2" fmla="*/ 205809 w 454296"/>
                <a:gd name="connsiteY2" fmla="*/ 150227 h 1211130"/>
                <a:gd name="connsiteX3" fmla="*/ 212310 w 454296"/>
                <a:gd name="connsiteY3" fmla="*/ 149628 h 1211130"/>
                <a:gd name="connsiteX4" fmla="*/ 205809 w 454296"/>
                <a:gd name="connsiteY4" fmla="*/ 132862 h 1211130"/>
                <a:gd name="connsiteX5" fmla="*/ 205809 w 454296"/>
                <a:gd name="connsiteY5" fmla="*/ 132862 h 1211130"/>
                <a:gd name="connsiteX6" fmla="*/ 179376 w 454296"/>
                <a:gd name="connsiteY6" fmla="*/ 340039 h 1211130"/>
                <a:gd name="connsiteX7" fmla="*/ 180318 w 454296"/>
                <a:gd name="connsiteY7" fmla="*/ 325668 h 1211130"/>
                <a:gd name="connsiteX8" fmla="*/ 177837 w 454296"/>
                <a:gd name="connsiteY8" fmla="*/ 325069 h 1211130"/>
                <a:gd name="connsiteX9" fmla="*/ 181087 w 454296"/>
                <a:gd name="connsiteY9" fmla="*/ 304625 h 1211130"/>
                <a:gd name="connsiteX10" fmla="*/ 182028 w 454296"/>
                <a:gd name="connsiteY10" fmla="*/ 295986 h 1211130"/>
                <a:gd name="connsiteX11" fmla="*/ 163893 w 454296"/>
                <a:gd name="connsiteY11" fmla="*/ 305737 h 1211130"/>
                <a:gd name="connsiteX12" fmla="*/ 155082 w 454296"/>
                <a:gd name="connsiteY12" fmla="*/ 309330 h 1211130"/>
                <a:gd name="connsiteX13" fmla="*/ 154142 w 454296"/>
                <a:gd name="connsiteY13" fmla="*/ 397522 h 1211130"/>
                <a:gd name="connsiteX14" fmla="*/ 146699 w 454296"/>
                <a:gd name="connsiteY14" fmla="*/ 399831 h 1211130"/>
                <a:gd name="connsiteX15" fmla="*/ 137717 w 454296"/>
                <a:gd name="connsiteY15" fmla="*/ 398890 h 1211130"/>
                <a:gd name="connsiteX16" fmla="*/ 140284 w 454296"/>
                <a:gd name="connsiteY16" fmla="*/ 400344 h 1211130"/>
                <a:gd name="connsiteX17" fmla="*/ 180658 w 454296"/>
                <a:gd name="connsiteY17" fmla="*/ 416511 h 1211130"/>
                <a:gd name="connsiteX18" fmla="*/ 190582 w 454296"/>
                <a:gd name="connsiteY18" fmla="*/ 420874 h 1211130"/>
                <a:gd name="connsiteX19" fmla="*/ 199308 w 454296"/>
                <a:gd name="connsiteY19" fmla="*/ 420874 h 1211130"/>
                <a:gd name="connsiteX20" fmla="*/ 213592 w 454296"/>
                <a:gd name="connsiteY20" fmla="*/ 416511 h 1211130"/>
                <a:gd name="connsiteX21" fmla="*/ 216073 w 454296"/>
                <a:gd name="connsiteY21" fmla="*/ 415313 h 1211130"/>
                <a:gd name="connsiteX22" fmla="*/ 217955 w 454296"/>
                <a:gd name="connsiteY22" fmla="*/ 373057 h 1211130"/>
                <a:gd name="connsiteX23" fmla="*/ 228476 w 454296"/>
                <a:gd name="connsiteY23" fmla="*/ 347566 h 1211130"/>
                <a:gd name="connsiteX24" fmla="*/ 179376 w 454296"/>
                <a:gd name="connsiteY24" fmla="*/ 340124 h 1211130"/>
                <a:gd name="connsiteX25" fmla="*/ 179376 w 454296"/>
                <a:gd name="connsiteY25" fmla="*/ 340124 h 1211130"/>
                <a:gd name="connsiteX26" fmla="*/ 453188 w 454296"/>
                <a:gd name="connsiteY26" fmla="*/ 289400 h 1211130"/>
                <a:gd name="connsiteX27" fmla="*/ 446173 w 454296"/>
                <a:gd name="connsiteY27" fmla="*/ 341578 h 1211130"/>
                <a:gd name="connsiteX28" fmla="*/ 431718 w 454296"/>
                <a:gd name="connsiteY28" fmla="*/ 417024 h 1211130"/>
                <a:gd name="connsiteX29" fmla="*/ 423335 w 454296"/>
                <a:gd name="connsiteY29" fmla="*/ 481350 h 1211130"/>
                <a:gd name="connsiteX30" fmla="*/ 423421 w 454296"/>
                <a:gd name="connsiteY30" fmla="*/ 485969 h 1211130"/>
                <a:gd name="connsiteX31" fmla="*/ 424703 w 454296"/>
                <a:gd name="connsiteY31" fmla="*/ 502136 h 1211130"/>
                <a:gd name="connsiteX32" fmla="*/ 424446 w 454296"/>
                <a:gd name="connsiteY32" fmla="*/ 523008 h 1211130"/>
                <a:gd name="connsiteX33" fmla="*/ 425131 w 454296"/>
                <a:gd name="connsiteY33" fmla="*/ 557737 h 1211130"/>
                <a:gd name="connsiteX34" fmla="*/ 418630 w 454296"/>
                <a:gd name="connsiteY34" fmla="*/ 638315 h 1211130"/>
                <a:gd name="connsiteX35" fmla="*/ 410418 w 454296"/>
                <a:gd name="connsiteY35" fmla="*/ 641224 h 1211130"/>
                <a:gd name="connsiteX36" fmla="*/ 407937 w 454296"/>
                <a:gd name="connsiteY36" fmla="*/ 653028 h 1211130"/>
                <a:gd name="connsiteX37" fmla="*/ 402976 w 454296"/>
                <a:gd name="connsiteY37" fmla="*/ 674156 h 1211130"/>
                <a:gd name="connsiteX38" fmla="*/ 396731 w 454296"/>
                <a:gd name="connsiteY38" fmla="*/ 722572 h 1211130"/>
                <a:gd name="connsiteX39" fmla="*/ 394250 w 454296"/>
                <a:gd name="connsiteY39" fmla="*/ 787154 h 1211130"/>
                <a:gd name="connsiteX40" fmla="*/ 400411 w 454296"/>
                <a:gd name="connsiteY40" fmla="*/ 797504 h 1211130"/>
                <a:gd name="connsiteX41" fmla="*/ 406056 w 454296"/>
                <a:gd name="connsiteY41" fmla="*/ 814441 h 1211130"/>
                <a:gd name="connsiteX42" fmla="*/ 400497 w 454296"/>
                <a:gd name="connsiteY42" fmla="*/ 864140 h 1211130"/>
                <a:gd name="connsiteX43" fmla="*/ 412899 w 454296"/>
                <a:gd name="connsiteY43" fmla="*/ 931202 h 1211130"/>
                <a:gd name="connsiteX44" fmla="*/ 411615 w 454296"/>
                <a:gd name="connsiteY44" fmla="*/ 1046766 h 1211130"/>
                <a:gd name="connsiteX45" fmla="*/ 406056 w 454296"/>
                <a:gd name="connsiteY45" fmla="*/ 1105190 h 1211130"/>
                <a:gd name="connsiteX46" fmla="*/ 393653 w 454296"/>
                <a:gd name="connsiteY46" fmla="*/ 1123838 h 1211130"/>
                <a:gd name="connsiteX47" fmla="*/ 398613 w 454296"/>
                <a:gd name="connsiteY47" fmla="*/ 1142485 h 1211130"/>
                <a:gd name="connsiteX48" fmla="*/ 398613 w 454296"/>
                <a:gd name="connsiteY48" fmla="*/ 1157369 h 1211130"/>
                <a:gd name="connsiteX49" fmla="*/ 404174 w 454296"/>
                <a:gd name="connsiteY49" fmla="*/ 1174135 h 1211130"/>
                <a:gd name="connsiteX50" fmla="*/ 399812 w 454296"/>
                <a:gd name="connsiteY50" fmla="*/ 1185340 h 1211130"/>
                <a:gd name="connsiteX51" fmla="*/ 406655 w 454296"/>
                <a:gd name="connsiteY51" fmla="*/ 1194066 h 1211130"/>
                <a:gd name="connsiteX52" fmla="*/ 407253 w 454296"/>
                <a:gd name="connsiteY52" fmla="*/ 1208351 h 1211130"/>
                <a:gd name="connsiteX53" fmla="*/ 361319 w 454296"/>
                <a:gd name="connsiteY53" fmla="*/ 1208351 h 1211130"/>
                <a:gd name="connsiteX54" fmla="*/ 362601 w 454296"/>
                <a:gd name="connsiteY54" fmla="*/ 1203988 h 1211130"/>
                <a:gd name="connsiteX55" fmla="*/ 343355 w 454296"/>
                <a:gd name="connsiteY55" fmla="*/ 1210831 h 1211130"/>
                <a:gd name="connsiteX56" fmla="*/ 224712 w 454296"/>
                <a:gd name="connsiteY56" fmla="*/ 1210831 h 1211130"/>
                <a:gd name="connsiteX57" fmla="*/ 191180 w 454296"/>
                <a:gd name="connsiteY57" fmla="*/ 1203988 h 1211130"/>
                <a:gd name="connsiteX58" fmla="*/ 192464 w 454296"/>
                <a:gd name="connsiteY58" fmla="*/ 1196546 h 1211130"/>
                <a:gd name="connsiteX59" fmla="*/ 199308 w 454296"/>
                <a:gd name="connsiteY59" fmla="*/ 1185939 h 1211130"/>
                <a:gd name="connsiteX60" fmla="*/ 204267 w 454296"/>
                <a:gd name="connsiteY60" fmla="*/ 1186538 h 1211130"/>
                <a:gd name="connsiteX61" fmla="*/ 214191 w 454296"/>
                <a:gd name="connsiteY61" fmla="*/ 1179695 h 1211130"/>
                <a:gd name="connsiteX62" fmla="*/ 262606 w 454296"/>
                <a:gd name="connsiteY62" fmla="*/ 1174734 h 1211130"/>
                <a:gd name="connsiteX63" fmla="*/ 268165 w 454296"/>
                <a:gd name="connsiteY63" fmla="*/ 1163528 h 1211130"/>
                <a:gd name="connsiteX64" fmla="*/ 277490 w 454296"/>
                <a:gd name="connsiteY64" fmla="*/ 1158567 h 1211130"/>
                <a:gd name="connsiteX65" fmla="*/ 277490 w 454296"/>
                <a:gd name="connsiteY65" fmla="*/ 1145564 h 1211130"/>
                <a:gd name="connsiteX66" fmla="*/ 277490 w 454296"/>
                <a:gd name="connsiteY66" fmla="*/ 1129996 h 1211130"/>
                <a:gd name="connsiteX67" fmla="*/ 270646 w 454296"/>
                <a:gd name="connsiteY67" fmla="*/ 1113231 h 1211130"/>
                <a:gd name="connsiteX68" fmla="*/ 277490 w 454296"/>
                <a:gd name="connsiteY68" fmla="*/ 1028718 h 1211130"/>
                <a:gd name="connsiteX69" fmla="*/ 274411 w 454296"/>
                <a:gd name="connsiteY69" fmla="*/ 932400 h 1211130"/>
                <a:gd name="connsiteX70" fmla="*/ 245841 w 454296"/>
                <a:gd name="connsiteY70" fmla="*/ 779627 h 1211130"/>
                <a:gd name="connsiteX71" fmla="*/ 225995 w 454296"/>
                <a:gd name="connsiteY71" fmla="*/ 684592 h 1211130"/>
                <a:gd name="connsiteX72" fmla="*/ 189384 w 454296"/>
                <a:gd name="connsiteY72" fmla="*/ 604441 h 1211130"/>
                <a:gd name="connsiteX73" fmla="*/ 201189 w 454296"/>
                <a:gd name="connsiteY73" fmla="*/ 493240 h 1211130"/>
                <a:gd name="connsiteX74" fmla="*/ 152687 w 454296"/>
                <a:gd name="connsiteY74" fmla="*/ 471941 h 1211130"/>
                <a:gd name="connsiteX75" fmla="*/ 133440 w 454296"/>
                <a:gd name="connsiteY75" fmla="*/ 471770 h 1211130"/>
                <a:gd name="connsiteX76" fmla="*/ 128566 w 454296"/>
                <a:gd name="connsiteY76" fmla="*/ 472112 h 1211130"/>
                <a:gd name="connsiteX77" fmla="*/ 105043 w 454296"/>
                <a:gd name="connsiteY77" fmla="*/ 423611 h 1211130"/>
                <a:gd name="connsiteX78" fmla="*/ 83230 w 454296"/>
                <a:gd name="connsiteY78" fmla="*/ 414972 h 1211130"/>
                <a:gd name="connsiteX79" fmla="*/ 75190 w 454296"/>
                <a:gd name="connsiteY79" fmla="*/ 413688 h 1211130"/>
                <a:gd name="connsiteX80" fmla="*/ 69286 w 454296"/>
                <a:gd name="connsiteY80" fmla="*/ 409326 h 1211130"/>
                <a:gd name="connsiteX81" fmla="*/ 63384 w 454296"/>
                <a:gd name="connsiteY81" fmla="*/ 405562 h 1211130"/>
                <a:gd name="connsiteX82" fmla="*/ 50981 w 454296"/>
                <a:gd name="connsiteY82" fmla="*/ 393159 h 1211130"/>
                <a:gd name="connsiteX83" fmla="*/ 42599 w 454296"/>
                <a:gd name="connsiteY83" fmla="*/ 384434 h 1211130"/>
                <a:gd name="connsiteX84" fmla="*/ 42085 w 454296"/>
                <a:gd name="connsiteY84" fmla="*/ 383579 h 1211130"/>
                <a:gd name="connsiteX85" fmla="*/ 10264 w 454296"/>
                <a:gd name="connsiteY85" fmla="*/ 378532 h 1211130"/>
                <a:gd name="connsiteX86" fmla="*/ 6501 w 454296"/>
                <a:gd name="connsiteY86" fmla="*/ 371517 h 1211130"/>
                <a:gd name="connsiteX87" fmla="*/ 0 w 454296"/>
                <a:gd name="connsiteY87" fmla="*/ 266646 h 1211130"/>
                <a:gd name="connsiteX88" fmla="*/ 6501 w 454296"/>
                <a:gd name="connsiteY88" fmla="*/ 265277 h 1211130"/>
                <a:gd name="connsiteX89" fmla="*/ 82630 w 454296"/>
                <a:gd name="connsiteY89" fmla="*/ 276397 h 1211130"/>
                <a:gd name="connsiteX90" fmla="*/ 95033 w 454296"/>
                <a:gd name="connsiteY90" fmla="*/ 267587 h 1211130"/>
                <a:gd name="connsiteX91" fmla="*/ 132329 w 454296"/>
                <a:gd name="connsiteY91" fmla="*/ 253644 h 1211130"/>
                <a:gd name="connsiteX92" fmla="*/ 171422 w 454296"/>
                <a:gd name="connsiteY92" fmla="*/ 255013 h 1211130"/>
                <a:gd name="connsiteX93" fmla="*/ 193063 w 454296"/>
                <a:gd name="connsiteY93" fmla="*/ 257835 h 1211130"/>
                <a:gd name="connsiteX94" fmla="*/ 193661 w 454296"/>
                <a:gd name="connsiteY94" fmla="*/ 257835 h 1211130"/>
                <a:gd name="connsiteX95" fmla="*/ 201617 w 454296"/>
                <a:gd name="connsiteY95" fmla="*/ 259974 h 1211130"/>
                <a:gd name="connsiteX96" fmla="*/ 203156 w 454296"/>
                <a:gd name="connsiteY96" fmla="*/ 257664 h 1211130"/>
                <a:gd name="connsiteX97" fmla="*/ 261581 w 454296"/>
                <a:gd name="connsiteY97" fmla="*/ 278194 h 1211130"/>
                <a:gd name="connsiteX98" fmla="*/ 263719 w 454296"/>
                <a:gd name="connsiteY98" fmla="*/ 278622 h 1211130"/>
                <a:gd name="connsiteX99" fmla="*/ 263291 w 454296"/>
                <a:gd name="connsiteY99" fmla="*/ 278365 h 1211130"/>
                <a:gd name="connsiteX100" fmla="*/ 269364 w 454296"/>
                <a:gd name="connsiteY100" fmla="*/ 243465 h 1211130"/>
                <a:gd name="connsiteX101" fmla="*/ 275437 w 454296"/>
                <a:gd name="connsiteY101" fmla="*/ 230463 h 1211130"/>
                <a:gd name="connsiteX102" fmla="*/ 280741 w 454296"/>
                <a:gd name="connsiteY102" fmla="*/ 222166 h 1211130"/>
                <a:gd name="connsiteX103" fmla="*/ 282880 w 454296"/>
                <a:gd name="connsiteY103" fmla="*/ 217461 h 1211130"/>
                <a:gd name="connsiteX104" fmla="*/ 284419 w 454296"/>
                <a:gd name="connsiteY104" fmla="*/ 214381 h 1211130"/>
                <a:gd name="connsiteX105" fmla="*/ 285872 w 454296"/>
                <a:gd name="connsiteY105" fmla="*/ 207709 h 1211130"/>
                <a:gd name="connsiteX106" fmla="*/ 282195 w 454296"/>
                <a:gd name="connsiteY106" fmla="*/ 202834 h 1211130"/>
                <a:gd name="connsiteX107" fmla="*/ 260039 w 454296"/>
                <a:gd name="connsiteY107" fmla="*/ 201892 h 1211130"/>
                <a:gd name="connsiteX108" fmla="*/ 249775 w 454296"/>
                <a:gd name="connsiteY108" fmla="*/ 193510 h 1211130"/>
                <a:gd name="connsiteX109" fmla="*/ 240879 w 454296"/>
                <a:gd name="connsiteY109" fmla="*/ 182304 h 1211130"/>
                <a:gd name="connsiteX110" fmla="*/ 236002 w 454296"/>
                <a:gd name="connsiteY110" fmla="*/ 180251 h 1211130"/>
                <a:gd name="connsiteX111" fmla="*/ 236002 w 454296"/>
                <a:gd name="connsiteY111" fmla="*/ 177941 h 1211130"/>
                <a:gd name="connsiteX112" fmla="*/ 231556 w 454296"/>
                <a:gd name="connsiteY112" fmla="*/ 176316 h 1211130"/>
                <a:gd name="connsiteX113" fmla="*/ 229503 w 454296"/>
                <a:gd name="connsiteY113" fmla="*/ 173066 h 1211130"/>
                <a:gd name="connsiteX114" fmla="*/ 219237 w 454296"/>
                <a:gd name="connsiteY114" fmla="*/ 161860 h 1211130"/>
                <a:gd name="connsiteX115" fmla="*/ 215559 w 454296"/>
                <a:gd name="connsiteY115" fmla="*/ 151852 h 1211130"/>
                <a:gd name="connsiteX116" fmla="*/ 205295 w 454296"/>
                <a:gd name="connsiteY116" fmla="*/ 152536 h 1211130"/>
                <a:gd name="connsiteX117" fmla="*/ 194602 w 454296"/>
                <a:gd name="connsiteY117" fmla="*/ 137139 h 1211130"/>
                <a:gd name="connsiteX118" fmla="*/ 205552 w 454296"/>
                <a:gd name="connsiteY118" fmla="*/ 131322 h 1211130"/>
                <a:gd name="connsiteX119" fmla="*/ 204610 w 454296"/>
                <a:gd name="connsiteY119" fmla="*/ 129013 h 1211130"/>
                <a:gd name="connsiteX120" fmla="*/ 197169 w 454296"/>
                <a:gd name="connsiteY120" fmla="*/ 121058 h 1211130"/>
                <a:gd name="connsiteX121" fmla="*/ 196227 w 454296"/>
                <a:gd name="connsiteY121" fmla="*/ 111734 h 1211130"/>
                <a:gd name="connsiteX122" fmla="*/ 193404 w 454296"/>
                <a:gd name="connsiteY122" fmla="*/ 104292 h 1211130"/>
                <a:gd name="connsiteX123" fmla="*/ 192036 w 454296"/>
                <a:gd name="connsiteY123" fmla="*/ 113616 h 1211130"/>
                <a:gd name="connsiteX124" fmla="*/ 183653 w 454296"/>
                <a:gd name="connsiteY124" fmla="*/ 70333 h 1211130"/>
                <a:gd name="connsiteX125" fmla="*/ 225567 w 454296"/>
                <a:gd name="connsiteY125" fmla="*/ 13449 h 1211130"/>
                <a:gd name="connsiteX126" fmla="*/ 246525 w 454296"/>
                <a:gd name="connsiteY126" fmla="*/ 12080 h 1211130"/>
                <a:gd name="connsiteX127" fmla="*/ 232068 w 454296"/>
                <a:gd name="connsiteY127" fmla="*/ 1816 h 1211130"/>
                <a:gd name="connsiteX128" fmla="*/ 253538 w 454296"/>
                <a:gd name="connsiteY128" fmla="*/ 11139 h 1211130"/>
                <a:gd name="connsiteX129" fmla="*/ 298275 w 454296"/>
                <a:gd name="connsiteY129" fmla="*/ 6948 h 1211130"/>
                <a:gd name="connsiteX130" fmla="*/ 350883 w 454296"/>
                <a:gd name="connsiteY130" fmla="*/ 86158 h 1211130"/>
                <a:gd name="connsiteX131" fmla="*/ 349941 w 454296"/>
                <a:gd name="connsiteY131" fmla="*/ 132777 h 1211130"/>
                <a:gd name="connsiteX132" fmla="*/ 357896 w 454296"/>
                <a:gd name="connsiteY132" fmla="*/ 146292 h 1211130"/>
                <a:gd name="connsiteX133" fmla="*/ 345322 w 454296"/>
                <a:gd name="connsiteY133" fmla="*/ 149115 h 1211130"/>
                <a:gd name="connsiteX134" fmla="*/ 349941 w 454296"/>
                <a:gd name="connsiteY134" fmla="*/ 160320 h 1211130"/>
                <a:gd name="connsiteX135" fmla="*/ 349941 w 454296"/>
                <a:gd name="connsiteY135" fmla="*/ 161604 h 1211130"/>
                <a:gd name="connsiteX136" fmla="*/ 351311 w 454296"/>
                <a:gd name="connsiteY136" fmla="*/ 161090 h 1211130"/>
                <a:gd name="connsiteX137" fmla="*/ 361833 w 454296"/>
                <a:gd name="connsiteY137" fmla="*/ 161432 h 1211130"/>
                <a:gd name="connsiteX138" fmla="*/ 365596 w 454296"/>
                <a:gd name="connsiteY138" fmla="*/ 170157 h 1211130"/>
                <a:gd name="connsiteX139" fmla="*/ 376031 w 454296"/>
                <a:gd name="connsiteY139" fmla="*/ 170157 h 1211130"/>
                <a:gd name="connsiteX140" fmla="*/ 386296 w 454296"/>
                <a:gd name="connsiteY140" fmla="*/ 187351 h 1211130"/>
                <a:gd name="connsiteX141" fmla="*/ 414267 w 454296"/>
                <a:gd name="connsiteY141" fmla="*/ 187351 h 1211130"/>
                <a:gd name="connsiteX142" fmla="*/ 444121 w 454296"/>
                <a:gd name="connsiteY142" fmla="*/ 207367 h 1211130"/>
                <a:gd name="connsiteX143" fmla="*/ 452503 w 454296"/>
                <a:gd name="connsiteY143" fmla="*/ 239017 h 1211130"/>
                <a:gd name="connsiteX144" fmla="*/ 451563 w 454296"/>
                <a:gd name="connsiteY144" fmla="*/ 256296 h 1211130"/>
                <a:gd name="connsiteX145" fmla="*/ 453445 w 454296"/>
                <a:gd name="connsiteY145" fmla="*/ 289400 h 1211130"/>
                <a:gd name="connsiteX146" fmla="*/ 453445 w 454296"/>
                <a:gd name="connsiteY146" fmla="*/ 289400 h 1211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454296" h="1211130">
                  <a:moveTo>
                    <a:pt x="205809" y="132862"/>
                  </a:moveTo>
                  <a:cubicBezTo>
                    <a:pt x="202386" y="133803"/>
                    <a:pt x="195885" y="136882"/>
                    <a:pt x="196227" y="138422"/>
                  </a:cubicBezTo>
                  <a:cubicBezTo>
                    <a:pt x="196570" y="139962"/>
                    <a:pt x="203670" y="149885"/>
                    <a:pt x="205809" y="150227"/>
                  </a:cubicBezTo>
                  <a:cubicBezTo>
                    <a:pt x="207947" y="150569"/>
                    <a:pt x="212310" y="149628"/>
                    <a:pt x="212310" y="149628"/>
                  </a:cubicBezTo>
                  <a:cubicBezTo>
                    <a:pt x="213249" y="135685"/>
                    <a:pt x="207433" y="132434"/>
                    <a:pt x="205809" y="132862"/>
                  </a:cubicBezTo>
                  <a:lnTo>
                    <a:pt x="205809" y="132862"/>
                  </a:lnTo>
                  <a:close/>
                  <a:moveTo>
                    <a:pt x="179376" y="340039"/>
                  </a:moveTo>
                  <a:cubicBezTo>
                    <a:pt x="179376" y="340039"/>
                    <a:pt x="179376" y="334393"/>
                    <a:pt x="180318" y="325668"/>
                  </a:cubicBezTo>
                  <a:lnTo>
                    <a:pt x="177837" y="325069"/>
                  </a:lnTo>
                  <a:cubicBezTo>
                    <a:pt x="180830" y="316259"/>
                    <a:pt x="181087" y="304625"/>
                    <a:pt x="181087" y="304625"/>
                  </a:cubicBezTo>
                  <a:cubicBezTo>
                    <a:pt x="181343" y="301632"/>
                    <a:pt x="181686" y="298723"/>
                    <a:pt x="182028" y="295986"/>
                  </a:cubicBezTo>
                  <a:cubicBezTo>
                    <a:pt x="181943" y="295986"/>
                    <a:pt x="170394" y="303000"/>
                    <a:pt x="163893" y="305737"/>
                  </a:cubicBezTo>
                  <a:cubicBezTo>
                    <a:pt x="160815" y="307021"/>
                    <a:pt x="157906" y="308218"/>
                    <a:pt x="155082" y="309330"/>
                  </a:cubicBezTo>
                  <a:cubicBezTo>
                    <a:pt x="154911" y="341578"/>
                    <a:pt x="154142" y="397522"/>
                    <a:pt x="154142" y="397522"/>
                  </a:cubicBezTo>
                  <a:cubicBezTo>
                    <a:pt x="154142" y="397522"/>
                    <a:pt x="153029" y="399403"/>
                    <a:pt x="146699" y="399831"/>
                  </a:cubicBezTo>
                  <a:cubicBezTo>
                    <a:pt x="145845" y="399831"/>
                    <a:pt x="142594" y="399575"/>
                    <a:pt x="137717" y="398890"/>
                  </a:cubicBezTo>
                  <a:lnTo>
                    <a:pt x="140284" y="400344"/>
                  </a:lnTo>
                  <a:cubicBezTo>
                    <a:pt x="140284" y="400344"/>
                    <a:pt x="170737" y="412149"/>
                    <a:pt x="180658" y="416511"/>
                  </a:cubicBezTo>
                  <a:cubicBezTo>
                    <a:pt x="190582" y="420874"/>
                    <a:pt x="191180" y="418992"/>
                    <a:pt x="190582" y="420874"/>
                  </a:cubicBezTo>
                  <a:cubicBezTo>
                    <a:pt x="189983" y="422755"/>
                    <a:pt x="197426" y="418992"/>
                    <a:pt x="199308" y="420874"/>
                  </a:cubicBezTo>
                  <a:cubicBezTo>
                    <a:pt x="201189" y="422755"/>
                    <a:pt x="211111" y="417794"/>
                    <a:pt x="213592" y="416511"/>
                  </a:cubicBezTo>
                  <a:lnTo>
                    <a:pt x="216073" y="415313"/>
                  </a:lnTo>
                  <a:cubicBezTo>
                    <a:pt x="216073" y="415313"/>
                    <a:pt x="217355" y="377420"/>
                    <a:pt x="217955" y="373057"/>
                  </a:cubicBezTo>
                  <a:cubicBezTo>
                    <a:pt x="218554" y="368694"/>
                    <a:pt x="228476" y="347566"/>
                    <a:pt x="228476" y="347566"/>
                  </a:cubicBezTo>
                  <a:cubicBezTo>
                    <a:pt x="228476" y="347566"/>
                    <a:pt x="193063" y="338242"/>
                    <a:pt x="179376" y="340124"/>
                  </a:cubicBezTo>
                  <a:lnTo>
                    <a:pt x="179376" y="340124"/>
                  </a:lnTo>
                  <a:close/>
                  <a:moveTo>
                    <a:pt x="453188" y="289400"/>
                  </a:moveTo>
                  <a:cubicBezTo>
                    <a:pt x="450365" y="308988"/>
                    <a:pt x="452246" y="319680"/>
                    <a:pt x="446173" y="341578"/>
                  </a:cubicBezTo>
                  <a:cubicBezTo>
                    <a:pt x="440100" y="363477"/>
                    <a:pt x="436423" y="390935"/>
                    <a:pt x="431718" y="417024"/>
                  </a:cubicBezTo>
                  <a:cubicBezTo>
                    <a:pt x="427098" y="443114"/>
                    <a:pt x="422907" y="449615"/>
                    <a:pt x="423335" y="481350"/>
                  </a:cubicBezTo>
                  <a:cubicBezTo>
                    <a:pt x="423335" y="482890"/>
                    <a:pt x="423335" y="484430"/>
                    <a:pt x="423421" y="485969"/>
                  </a:cubicBezTo>
                  <a:cubicBezTo>
                    <a:pt x="423934" y="491615"/>
                    <a:pt x="424617" y="496576"/>
                    <a:pt x="424703" y="502136"/>
                  </a:cubicBezTo>
                  <a:cubicBezTo>
                    <a:pt x="424960" y="511460"/>
                    <a:pt x="424703" y="517875"/>
                    <a:pt x="424446" y="523008"/>
                  </a:cubicBezTo>
                  <a:cubicBezTo>
                    <a:pt x="424874" y="534128"/>
                    <a:pt x="425131" y="544906"/>
                    <a:pt x="425131" y="557737"/>
                  </a:cubicBezTo>
                  <a:cubicBezTo>
                    <a:pt x="425131" y="584767"/>
                    <a:pt x="419058" y="629932"/>
                    <a:pt x="418630" y="638315"/>
                  </a:cubicBezTo>
                  <a:lnTo>
                    <a:pt x="410418" y="641224"/>
                  </a:lnTo>
                  <a:cubicBezTo>
                    <a:pt x="410418" y="641224"/>
                    <a:pt x="409220" y="648067"/>
                    <a:pt x="407937" y="653028"/>
                  </a:cubicBezTo>
                  <a:cubicBezTo>
                    <a:pt x="406655" y="657989"/>
                    <a:pt x="405457" y="664234"/>
                    <a:pt x="402976" y="674156"/>
                  </a:cubicBezTo>
                  <a:cubicBezTo>
                    <a:pt x="400497" y="684079"/>
                    <a:pt x="395535" y="685362"/>
                    <a:pt x="396731" y="722572"/>
                  </a:cubicBezTo>
                  <a:cubicBezTo>
                    <a:pt x="398016" y="759867"/>
                    <a:pt x="394250" y="787154"/>
                    <a:pt x="394250" y="787154"/>
                  </a:cubicBezTo>
                  <a:cubicBezTo>
                    <a:pt x="396988" y="790490"/>
                    <a:pt x="398955" y="793997"/>
                    <a:pt x="400411" y="797504"/>
                  </a:cubicBezTo>
                  <a:cubicBezTo>
                    <a:pt x="403318" y="803064"/>
                    <a:pt x="406056" y="809651"/>
                    <a:pt x="406056" y="814441"/>
                  </a:cubicBezTo>
                  <a:cubicBezTo>
                    <a:pt x="406056" y="824364"/>
                    <a:pt x="399212" y="857297"/>
                    <a:pt x="400497" y="864140"/>
                  </a:cubicBezTo>
                  <a:cubicBezTo>
                    <a:pt x="401779" y="870983"/>
                    <a:pt x="412300" y="916917"/>
                    <a:pt x="412899" y="931202"/>
                  </a:cubicBezTo>
                  <a:cubicBezTo>
                    <a:pt x="413497" y="945488"/>
                    <a:pt x="412899" y="1018196"/>
                    <a:pt x="411615" y="1046766"/>
                  </a:cubicBezTo>
                  <a:cubicBezTo>
                    <a:pt x="410418" y="1075337"/>
                    <a:pt x="411615" y="1095866"/>
                    <a:pt x="406056" y="1105190"/>
                  </a:cubicBezTo>
                  <a:cubicBezTo>
                    <a:pt x="400497" y="1114513"/>
                    <a:pt x="392369" y="1115797"/>
                    <a:pt x="393653" y="1123838"/>
                  </a:cubicBezTo>
                  <a:cubicBezTo>
                    <a:pt x="394850" y="1131878"/>
                    <a:pt x="396731" y="1130082"/>
                    <a:pt x="398613" y="1142485"/>
                  </a:cubicBezTo>
                  <a:cubicBezTo>
                    <a:pt x="400497" y="1154888"/>
                    <a:pt x="393653" y="1150526"/>
                    <a:pt x="398613" y="1157369"/>
                  </a:cubicBezTo>
                  <a:cubicBezTo>
                    <a:pt x="403575" y="1164212"/>
                    <a:pt x="407937" y="1170457"/>
                    <a:pt x="404174" y="1174135"/>
                  </a:cubicBezTo>
                  <a:cubicBezTo>
                    <a:pt x="400497" y="1177899"/>
                    <a:pt x="397331" y="1180293"/>
                    <a:pt x="399812" y="1185340"/>
                  </a:cubicBezTo>
                  <a:cubicBezTo>
                    <a:pt x="402293" y="1190302"/>
                    <a:pt x="406655" y="1194066"/>
                    <a:pt x="406655" y="1194066"/>
                  </a:cubicBezTo>
                  <a:lnTo>
                    <a:pt x="407253" y="1208351"/>
                  </a:lnTo>
                  <a:lnTo>
                    <a:pt x="361319" y="1208351"/>
                  </a:lnTo>
                  <a:lnTo>
                    <a:pt x="362601" y="1203988"/>
                  </a:lnTo>
                  <a:cubicBezTo>
                    <a:pt x="362601" y="1203988"/>
                    <a:pt x="353876" y="1210831"/>
                    <a:pt x="343355" y="1210831"/>
                  </a:cubicBezTo>
                  <a:lnTo>
                    <a:pt x="224712" y="1210831"/>
                  </a:lnTo>
                  <a:cubicBezTo>
                    <a:pt x="224712" y="1210831"/>
                    <a:pt x="208544" y="1213312"/>
                    <a:pt x="191180" y="1203988"/>
                  </a:cubicBezTo>
                  <a:cubicBezTo>
                    <a:pt x="191180" y="1203988"/>
                    <a:pt x="189298" y="1198428"/>
                    <a:pt x="192464" y="1196546"/>
                  </a:cubicBezTo>
                  <a:cubicBezTo>
                    <a:pt x="195542" y="1194664"/>
                    <a:pt x="199308" y="1185939"/>
                    <a:pt x="199308" y="1185939"/>
                  </a:cubicBezTo>
                  <a:lnTo>
                    <a:pt x="204267" y="1186538"/>
                  </a:lnTo>
                  <a:cubicBezTo>
                    <a:pt x="204267" y="1186538"/>
                    <a:pt x="208630" y="1179096"/>
                    <a:pt x="214191" y="1179695"/>
                  </a:cubicBezTo>
                  <a:cubicBezTo>
                    <a:pt x="219751" y="1180293"/>
                    <a:pt x="253966" y="1182860"/>
                    <a:pt x="262606" y="1174734"/>
                  </a:cubicBezTo>
                  <a:cubicBezTo>
                    <a:pt x="271331" y="1166607"/>
                    <a:pt x="264488" y="1164811"/>
                    <a:pt x="268165" y="1163528"/>
                  </a:cubicBezTo>
                  <a:cubicBezTo>
                    <a:pt x="271845" y="1162245"/>
                    <a:pt x="277490" y="1163528"/>
                    <a:pt x="277490" y="1158567"/>
                  </a:cubicBezTo>
                  <a:cubicBezTo>
                    <a:pt x="277490" y="1153605"/>
                    <a:pt x="278772" y="1153006"/>
                    <a:pt x="277490" y="1145564"/>
                  </a:cubicBezTo>
                  <a:cubicBezTo>
                    <a:pt x="276207" y="1138122"/>
                    <a:pt x="280570" y="1136241"/>
                    <a:pt x="277490" y="1129996"/>
                  </a:cubicBezTo>
                  <a:cubicBezTo>
                    <a:pt x="274411" y="1123752"/>
                    <a:pt x="273127" y="1131194"/>
                    <a:pt x="270646" y="1113231"/>
                  </a:cubicBezTo>
                  <a:cubicBezTo>
                    <a:pt x="268165" y="1095182"/>
                    <a:pt x="276890" y="1051728"/>
                    <a:pt x="277490" y="1028718"/>
                  </a:cubicBezTo>
                  <a:cubicBezTo>
                    <a:pt x="278089" y="1005707"/>
                    <a:pt x="276890" y="953529"/>
                    <a:pt x="274411" y="932400"/>
                  </a:cubicBezTo>
                  <a:cubicBezTo>
                    <a:pt x="271930" y="911272"/>
                    <a:pt x="258243" y="875260"/>
                    <a:pt x="245841" y="779627"/>
                  </a:cubicBezTo>
                  <a:cubicBezTo>
                    <a:pt x="245841" y="779627"/>
                    <a:pt x="234634" y="773382"/>
                    <a:pt x="225995" y="684592"/>
                  </a:cubicBezTo>
                  <a:cubicBezTo>
                    <a:pt x="197426" y="673387"/>
                    <a:pt x="183739" y="647297"/>
                    <a:pt x="189384" y="604441"/>
                  </a:cubicBezTo>
                  <a:cubicBezTo>
                    <a:pt x="194945" y="561586"/>
                    <a:pt x="191865" y="536095"/>
                    <a:pt x="201189" y="493240"/>
                  </a:cubicBezTo>
                  <a:cubicBezTo>
                    <a:pt x="201189" y="493240"/>
                    <a:pt x="169540" y="475106"/>
                    <a:pt x="152687" y="471941"/>
                  </a:cubicBezTo>
                  <a:cubicBezTo>
                    <a:pt x="145760" y="471684"/>
                    <a:pt x="138060" y="471684"/>
                    <a:pt x="133440" y="471770"/>
                  </a:cubicBezTo>
                  <a:cubicBezTo>
                    <a:pt x="129934" y="471941"/>
                    <a:pt x="128566" y="472112"/>
                    <a:pt x="128566" y="472112"/>
                  </a:cubicBezTo>
                  <a:cubicBezTo>
                    <a:pt x="128566" y="472112"/>
                    <a:pt x="108806" y="477672"/>
                    <a:pt x="105043" y="423611"/>
                  </a:cubicBezTo>
                  <a:cubicBezTo>
                    <a:pt x="95804" y="419676"/>
                    <a:pt x="85796" y="415998"/>
                    <a:pt x="83230" y="414972"/>
                  </a:cubicBezTo>
                  <a:cubicBezTo>
                    <a:pt x="79467" y="413432"/>
                    <a:pt x="78525" y="414972"/>
                    <a:pt x="75190" y="413688"/>
                  </a:cubicBezTo>
                  <a:cubicBezTo>
                    <a:pt x="71767" y="412405"/>
                    <a:pt x="71169" y="410609"/>
                    <a:pt x="69286" y="409326"/>
                  </a:cubicBezTo>
                  <a:cubicBezTo>
                    <a:pt x="67404" y="408043"/>
                    <a:pt x="65266" y="408727"/>
                    <a:pt x="63384" y="405562"/>
                  </a:cubicBezTo>
                  <a:cubicBezTo>
                    <a:pt x="61502" y="402483"/>
                    <a:pt x="54659" y="397179"/>
                    <a:pt x="50981" y="393159"/>
                  </a:cubicBezTo>
                  <a:cubicBezTo>
                    <a:pt x="47304" y="389138"/>
                    <a:pt x="44480" y="387856"/>
                    <a:pt x="42599" y="384434"/>
                  </a:cubicBezTo>
                  <a:lnTo>
                    <a:pt x="42085" y="383579"/>
                  </a:lnTo>
                  <a:cubicBezTo>
                    <a:pt x="24720" y="380756"/>
                    <a:pt x="11718" y="378617"/>
                    <a:pt x="10264" y="378532"/>
                  </a:cubicBezTo>
                  <a:cubicBezTo>
                    <a:pt x="10264" y="378532"/>
                    <a:pt x="7015" y="377163"/>
                    <a:pt x="6501" y="371517"/>
                  </a:cubicBezTo>
                  <a:cubicBezTo>
                    <a:pt x="5987" y="365872"/>
                    <a:pt x="0" y="266646"/>
                    <a:pt x="0" y="266646"/>
                  </a:cubicBezTo>
                  <a:cubicBezTo>
                    <a:pt x="0" y="266646"/>
                    <a:pt x="2823" y="264764"/>
                    <a:pt x="6501" y="265277"/>
                  </a:cubicBezTo>
                  <a:cubicBezTo>
                    <a:pt x="8383" y="265534"/>
                    <a:pt x="45762" y="271008"/>
                    <a:pt x="82630" y="276397"/>
                  </a:cubicBezTo>
                  <a:cubicBezTo>
                    <a:pt x="84683" y="273660"/>
                    <a:pt x="88277" y="271180"/>
                    <a:pt x="95033" y="267587"/>
                  </a:cubicBezTo>
                  <a:cubicBezTo>
                    <a:pt x="107181" y="261086"/>
                    <a:pt x="113511" y="252275"/>
                    <a:pt x="132329" y="253644"/>
                  </a:cubicBezTo>
                  <a:cubicBezTo>
                    <a:pt x="151918" y="255013"/>
                    <a:pt x="154656" y="253131"/>
                    <a:pt x="171422" y="255013"/>
                  </a:cubicBezTo>
                  <a:cubicBezTo>
                    <a:pt x="176553" y="255611"/>
                    <a:pt x="186305" y="256210"/>
                    <a:pt x="193063" y="257835"/>
                  </a:cubicBezTo>
                  <a:lnTo>
                    <a:pt x="193661" y="257835"/>
                  </a:lnTo>
                  <a:cubicBezTo>
                    <a:pt x="195628" y="258177"/>
                    <a:pt x="198879" y="259118"/>
                    <a:pt x="201617" y="259974"/>
                  </a:cubicBezTo>
                  <a:lnTo>
                    <a:pt x="203156" y="257664"/>
                  </a:lnTo>
                  <a:cubicBezTo>
                    <a:pt x="203156" y="257664"/>
                    <a:pt x="246012" y="270068"/>
                    <a:pt x="261581" y="278194"/>
                  </a:cubicBezTo>
                  <a:cubicBezTo>
                    <a:pt x="261581" y="278194"/>
                    <a:pt x="262435" y="278365"/>
                    <a:pt x="263719" y="278622"/>
                  </a:cubicBezTo>
                  <a:lnTo>
                    <a:pt x="263291" y="278365"/>
                  </a:lnTo>
                  <a:cubicBezTo>
                    <a:pt x="260039" y="276055"/>
                    <a:pt x="267482" y="250907"/>
                    <a:pt x="269364" y="243465"/>
                  </a:cubicBezTo>
                  <a:cubicBezTo>
                    <a:pt x="271246" y="236023"/>
                    <a:pt x="276379" y="232259"/>
                    <a:pt x="275437" y="230463"/>
                  </a:cubicBezTo>
                  <a:cubicBezTo>
                    <a:pt x="274752" y="229009"/>
                    <a:pt x="277062" y="224218"/>
                    <a:pt x="280741" y="222166"/>
                  </a:cubicBezTo>
                  <a:cubicBezTo>
                    <a:pt x="281424" y="220455"/>
                    <a:pt x="282195" y="218915"/>
                    <a:pt x="282880" y="217461"/>
                  </a:cubicBezTo>
                  <a:cubicBezTo>
                    <a:pt x="283135" y="216862"/>
                    <a:pt x="283648" y="215750"/>
                    <a:pt x="284419" y="214381"/>
                  </a:cubicBezTo>
                  <a:cubicBezTo>
                    <a:pt x="285187" y="212500"/>
                    <a:pt x="286044" y="209933"/>
                    <a:pt x="285872" y="207709"/>
                  </a:cubicBezTo>
                  <a:cubicBezTo>
                    <a:pt x="285616" y="203261"/>
                    <a:pt x="282195" y="202834"/>
                    <a:pt x="282195" y="202834"/>
                  </a:cubicBezTo>
                  <a:cubicBezTo>
                    <a:pt x="272870" y="203518"/>
                    <a:pt x="264744" y="203774"/>
                    <a:pt x="260039" y="201892"/>
                  </a:cubicBezTo>
                  <a:cubicBezTo>
                    <a:pt x="255420" y="200011"/>
                    <a:pt x="252085" y="197445"/>
                    <a:pt x="249775" y="193510"/>
                  </a:cubicBezTo>
                  <a:cubicBezTo>
                    <a:pt x="247465" y="189575"/>
                    <a:pt x="242503" y="182561"/>
                    <a:pt x="240879" y="182304"/>
                  </a:cubicBezTo>
                  <a:cubicBezTo>
                    <a:pt x="239254" y="182048"/>
                    <a:pt x="236944" y="181106"/>
                    <a:pt x="236002" y="180251"/>
                  </a:cubicBezTo>
                  <a:lnTo>
                    <a:pt x="236002" y="177941"/>
                  </a:lnTo>
                  <a:lnTo>
                    <a:pt x="231556" y="176316"/>
                  </a:lnTo>
                  <a:cubicBezTo>
                    <a:pt x="230871" y="175119"/>
                    <a:pt x="231556" y="174691"/>
                    <a:pt x="229503" y="173066"/>
                  </a:cubicBezTo>
                  <a:cubicBezTo>
                    <a:pt x="227448" y="171440"/>
                    <a:pt x="222745" y="166993"/>
                    <a:pt x="219237" y="161860"/>
                  </a:cubicBezTo>
                  <a:cubicBezTo>
                    <a:pt x="215730" y="156728"/>
                    <a:pt x="215559" y="151852"/>
                    <a:pt x="215559" y="151852"/>
                  </a:cubicBezTo>
                  <a:cubicBezTo>
                    <a:pt x="212736" y="152279"/>
                    <a:pt x="205295" y="152536"/>
                    <a:pt x="205295" y="152536"/>
                  </a:cubicBezTo>
                  <a:cubicBezTo>
                    <a:pt x="198794" y="146463"/>
                    <a:pt x="193661" y="139962"/>
                    <a:pt x="194602" y="137139"/>
                  </a:cubicBezTo>
                  <a:cubicBezTo>
                    <a:pt x="195542" y="134316"/>
                    <a:pt x="205552" y="131322"/>
                    <a:pt x="205552" y="131322"/>
                  </a:cubicBezTo>
                  <a:lnTo>
                    <a:pt x="204610" y="129013"/>
                  </a:lnTo>
                  <a:cubicBezTo>
                    <a:pt x="204182" y="126190"/>
                    <a:pt x="199051" y="122939"/>
                    <a:pt x="197169" y="121058"/>
                  </a:cubicBezTo>
                  <a:cubicBezTo>
                    <a:pt x="195287" y="119176"/>
                    <a:pt x="194859" y="115925"/>
                    <a:pt x="196227" y="111734"/>
                  </a:cubicBezTo>
                  <a:cubicBezTo>
                    <a:pt x="197595" y="107542"/>
                    <a:pt x="193404" y="104292"/>
                    <a:pt x="193404" y="104292"/>
                  </a:cubicBezTo>
                  <a:cubicBezTo>
                    <a:pt x="191522" y="109424"/>
                    <a:pt x="192036" y="113616"/>
                    <a:pt x="192036" y="113616"/>
                  </a:cubicBezTo>
                  <a:cubicBezTo>
                    <a:pt x="185535" y="103351"/>
                    <a:pt x="184595" y="95909"/>
                    <a:pt x="183653" y="70333"/>
                  </a:cubicBezTo>
                  <a:cubicBezTo>
                    <a:pt x="182711" y="44671"/>
                    <a:pt x="213506" y="20977"/>
                    <a:pt x="225567" y="13449"/>
                  </a:cubicBezTo>
                  <a:cubicBezTo>
                    <a:pt x="237715" y="6007"/>
                    <a:pt x="245156" y="13021"/>
                    <a:pt x="246525" y="12080"/>
                  </a:cubicBezTo>
                  <a:cubicBezTo>
                    <a:pt x="254823" y="6520"/>
                    <a:pt x="232068" y="1816"/>
                    <a:pt x="232068" y="1816"/>
                  </a:cubicBezTo>
                  <a:cubicBezTo>
                    <a:pt x="243702" y="-1948"/>
                    <a:pt x="253538" y="11139"/>
                    <a:pt x="253538" y="11139"/>
                  </a:cubicBezTo>
                  <a:cubicBezTo>
                    <a:pt x="269364" y="-11186"/>
                    <a:pt x="298275" y="6948"/>
                    <a:pt x="298275" y="6948"/>
                  </a:cubicBezTo>
                  <a:cubicBezTo>
                    <a:pt x="335571" y="20036"/>
                    <a:pt x="350883" y="63319"/>
                    <a:pt x="350883" y="86158"/>
                  </a:cubicBezTo>
                  <a:cubicBezTo>
                    <a:pt x="350883" y="108996"/>
                    <a:pt x="349941" y="132777"/>
                    <a:pt x="349941" y="132777"/>
                  </a:cubicBezTo>
                  <a:cubicBezTo>
                    <a:pt x="345750" y="142613"/>
                    <a:pt x="357896" y="146292"/>
                    <a:pt x="357896" y="146292"/>
                  </a:cubicBezTo>
                  <a:cubicBezTo>
                    <a:pt x="353279" y="151937"/>
                    <a:pt x="344896" y="146720"/>
                    <a:pt x="345322" y="149115"/>
                  </a:cubicBezTo>
                  <a:cubicBezTo>
                    <a:pt x="345750" y="151424"/>
                    <a:pt x="349941" y="160320"/>
                    <a:pt x="349941" y="160320"/>
                  </a:cubicBezTo>
                  <a:lnTo>
                    <a:pt x="349941" y="161604"/>
                  </a:lnTo>
                  <a:lnTo>
                    <a:pt x="351311" y="161090"/>
                  </a:lnTo>
                  <a:cubicBezTo>
                    <a:pt x="351311" y="161090"/>
                    <a:pt x="357813" y="158609"/>
                    <a:pt x="361833" y="161432"/>
                  </a:cubicBezTo>
                  <a:cubicBezTo>
                    <a:pt x="361833" y="161432"/>
                    <a:pt x="365853" y="166051"/>
                    <a:pt x="365596" y="170157"/>
                  </a:cubicBezTo>
                  <a:cubicBezTo>
                    <a:pt x="374664" y="166394"/>
                    <a:pt x="376031" y="170157"/>
                    <a:pt x="376031" y="170157"/>
                  </a:cubicBezTo>
                  <a:cubicBezTo>
                    <a:pt x="376031" y="170157"/>
                    <a:pt x="379281" y="185554"/>
                    <a:pt x="386296" y="187351"/>
                  </a:cubicBezTo>
                  <a:cubicBezTo>
                    <a:pt x="386296" y="187351"/>
                    <a:pt x="404003" y="184528"/>
                    <a:pt x="414267" y="187351"/>
                  </a:cubicBezTo>
                  <a:cubicBezTo>
                    <a:pt x="424532" y="190173"/>
                    <a:pt x="435652" y="195306"/>
                    <a:pt x="444121" y="207367"/>
                  </a:cubicBezTo>
                  <a:cubicBezTo>
                    <a:pt x="452503" y="219513"/>
                    <a:pt x="450194" y="224646"/>
                    <a:pt x="452503" y="239017"/>
                  </a:cubicBezTo>
                  <a:cubicBezTo>
                    <a:pt x="454813" y="253473"/>
                    <a:pt x="452075" y="254841"/>
                    <a:pt x="451563" y="256296"/>
                  </a:cubicBezTo>
                  <a:cubicBezTo>
                    <a:pt x="451135" y="257664"/>
                    <a:pt x="456266" y="269811"/>
                    <a:pt x="453445" y="289400"/>
                  </a:cubicBezTo>
                  <a:lnTo>
                    <a:pt x="453445" y="289400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A2494631-00B9-2123-DDAC-E71E6A154518}"/>
                </a:ext>
              </a:extLst>
            </p:cNvPr>
            <p:cNvSpPr/>
            <p:nvPr/>
          </p:nvSpPr>
          <p:spPr>
            <a:xfrm>
              <a:off x="15406225" y="5718775"/>
              <a:ext cx="437872" cy="1195598"/>
            </a:xfrm>
            <a:custGeom>
              <a:avLst/>
              <a:gdLst>
                <a:gd name="connsiteX0" fmla="*/ 135953 w 437872"/>
                <a:gd name="connsiteY0" fmla="*/ 437277 h 1195598"/>
                <a:gd name="connsiteX1" fmla="*/ 129452 w 437872"/>
                <a:gd name="connsiteY1" fmla="*/ 434198 h 1195598"/>
                <a:gd name="connsiteX2" fmla="*/ 121412 w 437872"/>
                <a:gd name="connsiteY2" fmla="*/ 424874 h 1195598"/>
                <a:gd name="connsiteX3" fmla="*/ 132275 w 437872"/>
                <a:gd name="connsiteY3" fmla="*/ 403147 h 1195598"/>
                <a:gd name="connsiteX4" fmla="*/ 131933 w 437872"/>
                <a:gd name="connsiteY4" fmla="*/ 376459 h 1195598"/>
                <a:gd name="connsiteX5" fmla="*/ 129794 w 437872"/>
                <a:gd name="connsiteY5" fmla="*/ 361831 h 1195598"/>
                <a:gd name="connsiteX6" fmla="*/ 121412 w 437872"/>
                <a:gd name="connsiteY6" fmla="*/ 337624 h 1195598"/>
                <a:gd name="connsiteX7" fmla="*/ 120898 w 437872"/>
                <a:gd name="connsiteY7" fmla="*/ 300243 h 1195598"/>
                <a:gd name="connsiteX8" fmla="*/ 120299 w 437872"/>
                <a:gd name="connsiteY8" fmla="*/ 299986 h 1195598"/>
                <a:gd name="connsiteX9" fmla="*/ 116707 w 437872"/>
                <a:gd name="connsiteY9" fmla="*/ 299645 h 1195598"/>
                <a:gd name="connsiteX10" fmla="*/ 113969 w 437872"/>
                <a:gd name="connsiteY10" fmla="*/ 300585 h 1195598"/>
                <a:gd name="connsiteX11" fmla="*/ 107211 w 437872"/>
                <a:gd name="connsiteY11" fmla="*/ 303493 h 1195598"/>
                <a:gd name="connsiteX12" fmla="*/ 106697 w 437872"/>
                <a:gd name="connsiteY12" fmla="*/ 303665 h 1195598"/>
                <a:gd name="connsiteX13" fmla="*/ 101652 w 437872"/>
                <a:gd name="connsiteY13" fmla="*/ 306830 h 1195598"/>
                <a:gd name="connsiteX14" fmla="*/ 100539 w 437872"/>
                <a:gd name="connsiteY14" fmla="*/ 307942 h 1195598"/>
                <a:gd name="connsiteX15" fmla="*/ 99856 w 437872"/>
                <a:gd name="connsiteY15" fmla="*/ 308797 h 1195598"/>
                <a:gd name="connsiteX16" fmla="*/ 87110 w 437872"/>
                <a:gd name="connsiteY16" fmla="*/ 323424 h 1195598"/>
                <a:gd name="connsiteX17" fmla="*/ 78471 w 437872"/>
                <a:gd name="connsiteY17" fmla="*/ 334031 h 1195598"/>
                <a:gd name="connsiteX18" fmla="*/ 71884 w 437872"/>
                <a:gd name="connsiteY18" fmla="*/ 342842 h 1195598"/>
                <a:gd name="connsiteX19" fmla="*/ 70088 w 437872"/>
                <a:gd name="connsiteY19" fmla="*/ 346606 h 1195598"/>
                <a:gd name="connsiteX20" fmla="*/ 66408 w 437872"/>
                <a:gd name="connsiteY20" fmla="*/ 353534 h 1195598"/>
                <a:gd name="connsiteX21" fmla="*/ 56144 w 437872"/>
                <a:gd name="connsiteY21" fmla="*/ 365681 h 1195598"/>
                <a:gd name="connsiteX22" fmla="*/ 49643 w 437872"/>
                <a:gd name="connsiteY22" fmla="*/ 378683 h 1195598"/>
                <a:gd name="connsiteX23" fmla="*/ 70600 w 437872"/>
                <a:gd name="connsiteY23" fmla="*/ 488173 h 1195598"/>
                <a:gd name="connsiteX24" fmla="*/ 72567 w 437872"/>
                <a:gd name="connsiteY24" fmla="*/ 491167 h 1195598"/>
                <a:gd name="connsiteX25" fmla="*/ 81891 w 437872"/>
                <a:gd name="connsiteY25" fmla="*/ 492365 h 1195598"/>
                <a:gd name="connsiteX26" fmla="*/ 107040 w 437872"/>
                <a:gd name="connsiteY26" fmla="*/ 477738 h 1195598"/>
                <a:gd name="connsiteX27" fmla="*/ 119445 w 437872"/>
                <a:gd name="connsiteY27" fmla="*/ 466275 h 1195598"/>
                <a:gd name="connsiteX28" fmla="*/ 135439 w 437872"/>
                <a:gd name="connsiteY28" fmla="*/ 447115 h 1195598"/>
                <a:gd name="connsiteX29" fmla="*/ 137150 w 437872"/>
                <a:gd name="connsiteY29" fmla="*/ 443950 h 1195598"/>
                <a:gd name="connsiteX30" fmla="*/ 135867 w 437872"/>
                <a:gd name="connsiteY30" fmla="*/ 437363 h 1195598"/>
                <a:gd name="connsiteX31" fmla="*/ 135867 w 437872"/>
                <a:gd name="connsiteY31" fmla="*/ 437363 h 1195598"/>
                <a:gd name="connsiteX32" fmla="*/ 320291 w 437872"/>
                <a:gd name="connsiteY32" fmla="*/ 472434 h 1195598"/>
                <a:gd name="connsiteX33" fmla="*/ 326022 w 437872"/>
                <a:gd name="connsiteY33" fmla="*/ 497412 h 1195598"/>
                <a:gd name="connsiteX34" fmla="*/ 329442 w 437872"/>
                <a:gd name="connsiteY34" fmla="*/ 498695 h 1195598"/>
                <a:gd name="connsiteX35" fmla="*/ 335943 w 437872"/>
                <a:gd name="connsiteY35" fmla="*/ 503998 h 1195598"/>
                <a:gd name="connsiteX36" fmla="*/ 335346 w 437872"/>
                <a:gd name="connsiteY36" fmla="*/ 512039 h 1195598"/>
                <a:gd name="connsiteX37" fmla="*/ 340905 w 437872"/>
                <a:gd name="connsiteY37" fmla="*/ 517342 h 1195598"/>
                <a:gd name="connsiteX38" fmla="*/ 342445 w 437872"/>
                <a:gd name="connsiteY38" fmla="*/ 525383 h 1195598"/>
                <a:gd name="connsiteX39" fmla="*/ 348346 w 437872"/>
                <a:gd name="connsiteY39" fmla="*/ 530088 h 1195598"/>
                <a:gd name="connsiteX40" fmla="*/ 354847 w 437872"/>
                <a:gd name="connsiteY40" fmla="*/ 529147 h 1195598"/>
                <a:gd name="connsiteX41" fmla="*/ 371955 w 437872"/>
                <a:gd name="connsiteY41" fmla="*/ 480732 h 1195598"/>
                <a:gd name="connsiteX42" fmla="*/ 371016 w 437872"/>
                <a:gd name="connsiteY42" fmla="*/ 463966 h 1195598"/>
                <a:gd name="connsiteX43" fmla="*/ 378799 w 437872"/>
                <a:gd name="connsiteY43" fmla="*/ 442838 h 1195598"/>
                <a:gd name="connsiteX44" fmla="*/ 375977 w 437872"/>
                <a:gd name="connsiteY44" fmla="*/ 390658 h 1195598"/>
                <a:gd name="connsiteX45" fmla="*/ 373068 w 437872"/>
                <a:gd name="connsiteY45" fmla="*/ 383302 h 1195598"/>
                <a:gd name="connsiteX46" fmla="*/ 368877 w 437872"/>
                <a:gd name="connsiteY46" fmla="*/ 371241 h 1195598"/>
                <a:gd name="connsiteX47" fmla="*/ 368192 w 437872"/>
                <a:gd name="connsiteY47" fmla="*/ 369787 h 1195598"/>
                <a:gd name="connsiteX48" fmla="*/ 352112 w 437872"/>
                <a:gd name="connsiteY48" fmla="*/ 340105 h 1195598"/>
                <a:gd name="connsiteX49" fmla="*/ 350316 w 437872"/>
                <a:gd name="connsiteY49" fmla="*/ 336854 h 1195598"/>
                <a:gd name="connsiteX50" fmla="*/ 344241 w 437872"/>
                <a:gd name="connsiteY50" fmla="*/ 325905 h 1195598"/>
                <a:gd name="connsiteX51" fmla="*/ 341847 w 437872"/>
                <a:gd name="connsiteY51" fmla="*/ 322911 h 1195598"/>
                <a:gd name="connsiteX52" fmla="*/ 339452 w 437872"/>
                <a:gd name="connsiteY52" fmla="*/ 321200 h 1195598"/>
                <a:gd name="connsiteX53" fmla="*/ 334576 w 437872"/>
                <a:gd name="connsiteY53" fmla="*/ 319746 h 1195598"/>
                <a:gd name="connsiteX54" fmla="*/ 333208 w 437872"/>
                <a:gd name="connsiteY54" fmla="*/ 322483 h 1195598"/>
                <a:gd name="connsiteX55" fmla="*/ 329442 w 437872"/>
                <a:gd name="connsiteY55" fmla="*/ 332235 h 1195598"/>
                <a:gd name="connsiteX56" fmla="*/ 328674 w 437872"/>
                <a:gd name="connsiteY56" fmla="*/ 335143 h 1195598"/>
                <a:gd name="connsiteX57" fmla="*/ 328674 w 437872"/>
                <a:gd name="connsiteY57" fmla="*/ 337025 h 1195598"/>
                <a:gd name="connsiteX58" fmla="*/ 319949 w 437872"/>
                <a:gd name="connsiteY58" fmla="*/ 379282 h 1195598"/>
                <a:gd name="connsiteX59" fmla="*/ 319949 w 437872"/>
                <a:gd name="connsiteY59" fmla="*/ 409135 h 1195598"/>
                <a:gd name="connsiteX60" fmla="*/ 326792 w 437872"/>
                <a:gd name="connsiteY60" fmla="*/ 425644 h 1195598"/>
                <a:gd name="connsiteX61" fmla="*/ 336372 w 437872"/>
                <a:gd name="connsiteY61" fmla="*/ 445489 h 1195598"/>
                <a:gd name="connsiteX62" fmla="*/ 328588 w 437872"/>
                <a:gd name="connsiteY62" fmla="*/ 452589 h 1195598"/>
                <a:gd name="connsiteX63" fmla="*/ 322515 w 437872"/>
                <a:gd name="connsiteY63" fmla="*/ 454215 h 1195598"/>
                <a:gd name="connsiteX64" fmla="*/ 320034 w 437872"/>
                <a:gd name="connsiteY64" fmla="*/ 472263 h 1195598"/>
                <a:gd name="connsiteX65" fmla="*/ 320034 w 437872"/>
                <a:gd name="connsiteY65" fmla="*/ 472263 h 1195598"/>
                <a:gd name="connsiteX66" fmla="*/ 324823 w 437872"/>
                <a:gd name="connsiteY66" fmla="*/ 204353 h 1195598"/>
                <a:gd name="connsiteX67" fmla="*/ 384189 w 437872"/>
                <a:gd name="connsiteY67" fmla="*/ 263974 h 1195598"/>
                <a:gd name="connsiteX68" fmla="*/ 399415 w 437872"/>
                <a:gd name="connsiteY68" fmla="*/ 305889 h 1195598"/>
                <a:gd name="connsiteX69" fmla="*/ 436966 w 437872"/>
                <a:gd name="connsiteY69" fmla="*/ 382275 h 1195598"/>
                <a:gd name="connsiteX70" fmla="*/ 424563 w 437872"/>
                <a:gd name="connsiteY70" fmla="*/ 473290 h 1195598"/>
                <a:gd name="connsiteX71" fmla="*/ 385728 w 437872"/>
                <a:gd name="connsiteY71" fmla="*/ 554039 h 1195598"/>
                <a:gd name="connsiteX72" fmla="*/ 385728 w 437872"/>
                <a:gd name="connsiteY72" fmla="*/ 554039 h 1195598"/>
                <a:gd name="connsiteX73" fmla="*/ 384531 w 437872"/>
                <a:gd name="connsiteY73" fmla="*/ 555921 h 1195598"/>
                <a:gd name="connsiteX74" fmla="*/ 375806 w 437872"/>
                <a:gd name="connsiteY74" fmla="*/ 565587 h 1195598"/>
                <a:gd name="connsiteX75" fmla="*/ 363401 w 437872"/>
                <a:gd name="connsiteY75" fmla="*/ 568068 h 1195598"/>
                <a:gd name="connsiteX76" fmla="*/ 356217 w 437872"/>
                <a:gd name="connsiteY76" fmla="*/ 561823 h 1195598"/>
                <a:gd name="connsiteX77" fmla="*/ 348432 w 437872"/>
                <a:gd name="connsiteY77" fmla="*/ 558145 h 1195598"/>
                <a:gd name="connsiteX78" fmla="*/ 346550 w 437872"/>
                <a:gd name="connsiteY78" fmla="*/ 556605 h 1195598"/>
                <a:gd name="connsiteX79" fmla="*/ 339792 w 437872"/>
                <a:gd name="connsiteY79" fmla="*/ 559684 h 1195598"/>
                <a:gd name="connsiteX80" fmla="*/ 342701 w 437872"/>
                <a:gd name="connsiteY80" fmla="*/ 598092 h 1195598"/>
                <a:gd name="connsiteX81" fmla="*/ 335687 w 437872"/>
                <a:gd name="connsiteY81" fmla="*/ 718275 h 1195598"/>
                <a:gd name="connsiteX82" fmla="*/ 336200 w 437872"/>
                <a:gd name="connsiteY82" fmla="*/ 803558 h 1195598"/>
                <a:gd name="connsiteX83" fmla="*/ 316611 w 437872"/>
                <a:gd name="connsiteY83" fmla="*/ 807749 h 1195598"/>
                <a:gd name="connsiteX84" fmla="*/ 299247 w 437872"/>
                <a:gd name="connsiteY84" fmla="*/ 804413 h 1195598"/>
                <a:gd name="connsiteX85" fmla="*/ 295655 w 437872"/>
                <a:gd name="connsiteY85" fmla="*/ 828706 h 1195598"/>
                <a:gd name="connsiteX86" fmla="*/ 301728 w 437872"/>
                <a:gd name="connsiteY86" fmla="*/ 921431 h 1195598"/>
                <a:gd name="connsiteX87" fmla="*/ 294287 w 437872"/>
                <a:gd name="connsiteY87" fmla="*/ 1054445 h 1195598"/>
                <a:gd name="connsiteX88" fmla="*/ 294287 w 437872"/>
                <a:gd name="connsiteY88" fmla="*/ 1054702 h 1195598"/>
                <a:gd name="connsiteX89" fmla="*/ 296597 w 437872"/>
                <a:gd name="connsiteY89" fmla="*/ 1087292 h 1195598"/>
                <a:gd name="connsiteX90" fmla="*/ 307289 w 437872"/>
                <a:gd name="connsiteY90" fmla="*/ 1152986 h 1195598"/>
                <a:gd name="connsiteX91" fmla="*/ 304466 w 437872"/>
                <a:gd name="connsiteY91" fmla="*/ 1173516 h 1195598"/>
                <a:gd name="connsiteX92" fmla="*/ 305833 w 437872"/>
                <a:gd name="connsiteY92" fmla="*/ 1180958 h 1195598"/>
                <a:gd name="connsiteX93" fmla="*/ 301216 w 437872"/>
                <a:gd name="connsiteY93" fmla="*/ 1189854 h 1195598"/>
                <a:gd name="connsiteX94" fmla="*/ 296083 w 437872"/>
                <a:gd name="connsiteY94" fmla="*/ 1194473 h 1195598"/>
                <a:gd name="connsiteX95" fmla="*/ 253656 w 437872"/>
                <a:gd name="connsiteY95" fmla="*/ 1194473 h 1195598"/>
                <a:gd name="connsiteX96" fmla="*/ 251346 w 437872"/>
                <a:gd name="connsiteY96" fmla="*/ 1182327 h 1195598"/>
                <a:gd name="connsiteX97" fmla="*/ 248522 w 437872"/>
                <a:gd name="connsiteY97" fmla="*/ 1173430 h 1195598"/>
                <a:gd name="connsiteX98" fmla="*/ 252286 w 437872"/>
                <a:gd name="connsiteY98" fmla="*/ 1138445 h 1195598"/>
                <a:gd name="connsiteX99" fmla="*/ 248094 w 437872"/>
                <a:gd name="connsiteY99" fmla="*/ 1114665 h 1195598"/>
                <a:gd name="connsiteX100" fmla="*/ 249976 w 437872"/>
                <a:gd name="connsiteY100" fmla="*/ 1096958 h 1195598"/>
                <a:gd name="connsiteX101" fmla="*/ 255537 w 437872"/>
                <a:gd name="connsiteY101" fmla="*/ 1057353 h 1195598"/>
                <a:gd name="connsiteX102" fmla="*/ 255366 w 437872"/>
                <a:gd name="connsiteY102" fmla="*/ 1056412 h 1195598"/>
                <a:gd name="connsiteX103" fmla="*/ 224314 w 437872"/>
                <a:gd name="connsiteY103" fmla="*/ 916128 h 1195598"/>
                <a:gd name="connsiteX104" fmla="*/ 221064 w 437872"/>
                <a:gd name="connsiteY104" fmla="*/ 853684 h 1195598"/>
                <a:gd name="connsiteX105" fmla="*/ 210800 w 437872"/>
                <a:gd name="connsiteY105" fmla="*/ 828022 h 1195598"/>
                <a:gd name="connsiteX106" fmla="*/ 199594 w 437872"/>
                <a:gd name="connsiteY106" fmla="*/ 861981 h 1195598"/>
                <a:gd name="connsiteX107" fmla="*/ 194461 w 437872"/>
                <a:gd name="connsiteY107" fmla="*/ 946323 h 1195598"/>
                <a:gd name="connsiteX108" fmla="*/ 185138 w 437872"/>
                <a:gd name="connsiteY108" fmla="*/ 1034343 h 1195598"/>
                <a:gd name="connsiteX109" fmla="*/ 185138 w 437872"/>
                <a:gd name="connsiteY109" fmla="*/ 1054445 h 1195598"/>
                <a:gd name="connsiteX110" fmla="*/ 185992 w 437872"/>
                <a:gd name="connsiteY110" fmla="*/ 1059064 h 1195598"/>
                <a:gd name="connsiteX111" fmla="*/ 194803 w 437872"/>
                <a:gd name="connsiteY111" fmla="*/ 1098669 h 1195598"/>
                <a:gd name="connsiteX112" fmla="*/ 223203 w 437872"/>
                <a:gd name="connsiteY112" fmla="*/ 1152730 h 1195598"/>
                <a:gd name="connsiteX113" fmla="*/ 238600 w 437872"/>
                <a:gd name="connsiteY113" fmla="*/ 1160172 h 1195598"/>
                <a:gd name="connsiteX114" fmla="*/ 237231 w 437872"/>
                <a:gd name="connsiteY114" fmla="*/ 1167614 h 1195598"/>
                <a:gd name="connsiteX115" fmla="*/ 233981 w 437872"/>
                <a:gd name="connsiteY115" fmla="*/ 1177365 h 1195598"/>
                <a:gd name="connsiteX116" fmla="*/ 231158 w 437872"/>
                <a:gd name="connsiteY116" fmla="*/ 1190368 h 1195598"/>
                <a:gd name="connsiteX117" fmla="*/ 177610 w 437872"/>
                <a:gd name="connsiteY117" fmla="*/ 1195500 h 1195598"/>
                <a:gd name="connsiteX118" fmla="*/ 167774 w 437872"/>
                <a:gd name="connsiteY118" fmla="*/ 1186176 h 1195598"/>
                <a:gd name="connsiteX119" fmla="*/ 164950 w 437872"/>
                <a:gd name="connsiteY119" fmla="*/ 1193618 h 1195598"/>
                <a:gd name="connsiteX120" fmla="*/ 160331 w 437872"/>
                <a:gd name="connsiteY120" fmla="*/ 1195500 h 1195598"/>
                <a:gd name="connsiteX121" fmla="*/ 151008 w 437872"/>
                <a:gd name="connsiteY121" fmla="*/ 1149821 h 1195598"/>
                <a:gd name="connsiteX122" fmla="*/ 134669 w 437872"/>
                <a:gd name="connsiteY122" fmla="*/ 1108848 h 1195598"/>
                <a:gd name="connsiteX123" fmla="*/ 138348 w 437872"/>
                <a:gd name="connsiteY123" fmla="*/ 1079936 h 1195598"/>
                <a:gd name="connsiteX124" fmla="*/ 138860 w 437872"/>
                <a:gd name="connsiteY124" fmla="*/ 1060347 h 1195598"/>
                <a:gd name="connsiteX125" fmla="*/ 142112 w 437872"/>
                <a:gd name="connsiteY125" fmla="*/ 1050938 h 1195598"/>
                <a:gd name="connsiteX126" fmla="*/ 143051 w 437872"/>
                <a:gd name="connsiteY126" fmla="*/ 1050596 h 1195598"/>
                <a:gd name="connsiteX127" fmla="*/ 118331 w 437872"/>
                <a:gd name="connsiteY127" fmla="*/ 893631 h 1195598"/>
                <a:gd name="connsiteX128" fmla="*/ 126714 w 437872"/>
                <a:gd name="connsiteY128" fmla="*/ 820494 h 1195598"/>
                <a:gd name="connsiteX129" fmla="*/ 126714 w 437872"/>
                <a:gd name="connsiteY129" fmla="*/ 793977 h 1195598"/>
                <a:gd name="connsiteX130" fmla="*/ 90360 w 437872"/>
                <a:gd name="connsiteY130" fmla="*/ 784568 h 1195598"/>
                <a:gd name="connsiteX131" fmla="*/ 90874 w 437872"/>
                <a:gd name="connsiteY131" fmla="*/ 618707 h 1195598"/>
                <a:gd name="connsiteX132" fmla="*/ 106442 w 437872"/>
                <a:gd name="connsiteY132" fmla="*/ 517342 h 1195598"/>
                <a:gd name="connsiteX133" fmla="*/ 103448 w 437872"/>
                <a:gd name="connsiteY133" fmla="*/ 518112 h 1195598"/>
                <a:gd name="connsiteX134" fmla="*/ 92926 w 437872"/>
                <a:gd name="connsiteY134" fmla="*/ 520336 h 1195598"/>
                <a:gd name="connsiteX135" fmla="*/ 83005 w 437872"/>
                <a:gd name="connsiteY135" fmla="*/ 526239 h 1195598"/>
                <a:gd name="connsiteX136" fmla="*/ 73338 w 437872"/>
                <a:gd name="connsiteY136" fmla="*/ 526837 h 1195598"/>
                <a:gd name="connsiteX137" fmla="*/ 55373 w 437872"/>
                <a:gd name="connsiteY137" fmla="*/ 523074 h 1195598"/>
                <a:gd name="connsiteX138" fmla="*/ 53749 w 437872"/>
                <a:gd name="connsiteY138" fmla="*/ 521277 h 1195598"/>
                <a:gd name="connsiteX139" fmla="*/ 25265 w 437872"/>
                <a:gd name="connsiteY139" fmla="*/ 482699 h 1195598"/>
                <a:gd name="connsiteX140" fmla="*/ 2939 w 437872"/>
                <a:gd name="connsiteY140" fmla="*/ 419314 h 1195598"/>
                <a:gd name="connsiteX141" fmla="*/ 115 w 437872"/>
                <a:gd name="connsiteY141" fmla="*/ 377400 h 1195598"/>
                <a:gd name="connsiteX142" fmla="*/ 3881 w 437872"/>
                <a:gd name="connsiteY142" fmla="*/ 352251 h 1195598"/>
                <a:gd name="connsiteX143" fmla="*/ 17822 w 437872"/>
                <a:gd name="connsiteY143" fmla="*/ 314101 h 1195598"/>
                <a:gd name="connsiteX144" fmla="*/ 40149 w 437872"/>
                <a:gd name="connsiteY144" fmla="*/ 274923 h 1195598"/>
                <a:gd name="connsiteX145" fmla="*/ 46650 w 437872"/>
                <a:gd name="connsiteY145" fmla="*/ 255848 h 1195598"/>
                <a:gd name="connsiteX146" fmla="*/ 60678 w 437872"/>
                <a:gd name="connsiteY146" fmla="*/ 232068 h 1195598"/>
                <a:gd name="connsiteX147" fmla="*/ 67693 w 437872"/>
                <a:gd name="connsiteY147" fmla="*/ 215217 h 1195598"/>
                <a:gd name="connsiteX148" fmla="*/ 93697 w 437872"/>
                <a:gd name="connsiteY148" fmla="*/ 199478 h 1195598"/>
                <a:gd name="connsiteX149" fmla="*/ 121667 w 437872"/>
                <a:gd name="connsiteY149" fmla="*/ 180830 h 1195598"/>
                <a:gd name="connsiteX150" fmla="*/ 155199 w 437872"/>
                <a:gd name="connsiteY150" fmla="*/ 176639 h 1195598"/>
                <a:gd name="connsiteX151" fmla="*/ 171194 w 437872"/>
                <a:gd name="connsiteY151" fmla="*/ 158932 h 1195598"/>
                <a:gd name="connsiteX152" fmla="*/ 165892 w 437872"/>
                <a:gd name="connsiteY152" fmla="*/ 150720 h 1195598"/>
                <a:gd name="connsiteX153" fmla="*/ 167174 w 437872"/>
                <a:gd name="connsiteY153" fmla="*/ 138317 h 1195598"/>
                <a:gd name="connsiteX154" fmla="*/ 173333 w 437872"/>
                <a:gd name="connsiteY154" fmla="*/ 129934 h 1195598"/>
                <a:gd name="connsiteX155" fmla="*/ 166491 w 437872"/>
                <a:gd name="connsiteY155" fmla="*/ 128651 h 1195598"/>
                <a:gd name="connsiteX156" fmla="*/ 169570 w 437872"/>
                <a:gd name="connsiteY156" fmla="*/ 116504 h 1195598"/>
                <a:gd name="connsiteX157" fmla="*/ 160844 w 437872"/>
                <a:gd name="connsiteY157" fmla="*/ 104358 h 1195598"/>
                <a:gd name="connsiteX158" fmla="*/ 160844 w 437872"/>
                <a:gd name="connsiteY158" fmla="*/ 91355 h 1195598"/>
                <a:gd name="connsiteX159" fmla="*/ 157081 w 437872"/>
                <a:gd name="connsiteY159" fmla="*/ 71767 h 1195598"/>
                <a:gd name="connsiteX160" fmla="*/ 165806 w 437872"/>
                <a:gd name="connsiteY160" fmla="*/ 45421 h 1195598"/>
                <a:gd name="connsiteX161" fmla="*/ 186335 w 437872"/>
                <a:gd name="connsiteY161" fmla="*/ 25234 h 1195598"/>
                <a:gd name="connsiteX162" fmla="*/ 216103 w 437872"/>
                <a:gd name="connsiteY162" fmla="*/ 1026 h 1195598"/>
                <a:gd name="connsiteX163" fmla="*/ 235349 w 437872"/>
                <a:gd name="connsiteY163" fmla="*/ 427 h 1195598"/>
                <a:gd name="connsiteX164" fmla="*/ 291292 w 437872"/>
                <a:gd name="connsiteY164" fmla="*/ 30879 h 1195598"/>
                <a:gd name="connsiteX165" fmla="*/ 298735 w 437872"/>
                <a:gd name="connsiteY165" fmla="*/ 84341 h 1195598"/>
                <a:gd name="connsiteX166" fmla="*/ 299332 w 437872"/>
                <a:gd name="connsiteY166" fmla="*/ 113510 h 1195598"/>
                <a:gd name="connsiteX167" fmla="*/ 275126 w 437872"/>
                <a:gd name="connsiteY167" fmla="*/ 160130 h 1195598"/>
                <a:gd name="connsiteX168" fmla="*/ 292234 w 437872"/>
                <a:gd name="connsiteY168" fmla="*/ 182541 h 1195598"/>
                <a:gd name="connsiteX169" fmla="*/ 324568 w 437872"/>
                <a:gd name="connsiteY169" fmla="*/ 204268 h 1195598"/>
                <a:gd name="connsiteX170" fmla="*/ 324568 w 437872"/>
                <a:gd name="connsiteY170" fmla="*/ 204268 h 1195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</a:cxnLst>
              <a:rect l="l" t="t" r="r" b="b"/>
              <a:pathLst>
                <a:path w="437872" h="1195598">
                  <a:moveTo>
                    <a:pt x="135953" y="437277"/>
                  </a:moveTo>
                  <a:cubicBezTo>
                    <a:pt x="133986" y="437107"/>
                    <a:pt x="131847" y="436337"/>
                    <a:pt x="129452" y="434198"/>
                  </a:cubicBezTo>
                  <a:cubicBezTo>
                    <a:pt x="126628" y="431718"/>
                    <a:pt x="122095" y="430349"/>
                    <a:pt x="121412" y="424874"/>
                  </a:cubicBezTo>
                  <a:cubicBezTo>
                    <a:pt x="120727" y="419400"/>
                    <a:pt x="126971" y="421025"/>
                    <a:pt x="132275" y="403147"/>
                  </a:cubicBezTo>
                  <a:cubicBezTo>
                    <a:pt x="138177" y="383302"/>
                    <a:pt x="133815" y="385440"/>
                    <a:pt x="131933" y="376459"/>
                  </a:cubicBezTo>
                  <a:cubicBezTo>
                    <a:pt x="130051" y="367477"/>
                    <a:pt x="134071" y="366194"/>
                    <a:pt x="129794" y="361831"/>
                  </a:cubicBezTo>
                  <a:cubicBezTo>
                    <a:pt x="125432" y="357469"/>
                    <a:pt x="121412" y="350027"/>
                    <a:pt x="121412" y="337624"/>
                  </a:cubicBezTo>
                  <a:cubicBezTo>
                    <a:pt x="121412" y="326418"/>
                    <a:pt x="124404" y="306316"/>
                    <a:pt x="120898" y="300243"/>
                  </a:cubicBezTo>
                  <a:lnTo>
                    <a:pt x="120299" y="299986"/>
                  </a:lnTo>
                  <a:lnTo>
                    <a:pt x="116707" y="299645"/>
                  </a:lnTo>
                  <a:lnTo>
                    <a:pt x="113969" y="300585"/>
                  </a:lnTo>
                  <a:cubicBezTo>
                    <a:pt x="111916" y="301526"/>
                    <a:pt x="109777" y="302809"/>
                    <a:pt x="107211" y="303493"/>
                  </a:cubicBezTo>
                  <a:lnTo>
                    <a:pt x="106697" y="303665"/>
                  </a:lnTo>
                  <a:cubicBezTo>
                    <a:pt x="104816" y="304605"/>
                    <a:pt x="103020" y="305718"/>
                    <a:pt x="101652" y="306830"/>
                  </a:cubicBezTo>
                  <a:lnTo>
                    <a:pt x="100539" y="307942"/>
                  </a:lnTo>
                  <a:lnTo>
                    <a:pt x="99856" y="308797"/>
                  </a:lnTo>
                  <a:cubicBezTo>
                    <a:pt x="97546" y="312304"/>
                    <a:pt x="92241" y="317608"/>
                    <a:pt x="87110" y="323424"/>
                  </a:cubicBezTo>
                  <a:cubicBezTo>
                    <a:pt x="83859" y="328300"/>
                    <a:pt x="80695" y="332919"/>
                    <a:pt x="78471" y="334031"/>
                  </a:cubicBezTo>
                  <a:cubicBezTo>
                    <a:pt x="75134" y="338821"/>
                    <a:pt x="73338" y="340789"/>
                    <a:pt x="71884" y="342842"/>
                  </a:cubicBezTo>
                  <a:cubicBezTo>
                    <a:pt x="71370" y="344040"/>
                    <a:pt x="70771" y="345322"/>
                    <a:pt x="70088" y="346606"/>
                  </a:cubicBezTo>
                  <a:cubicBezTo>
                    <a:pt x="67436" y="351481"/>
                    <a:pt x="71456" y="353363"/>
                    <a:pt x="66408" y="353534"/>
                  </a:cubicBezTo>
                  <a:cubicBezTo>
                    <a:pt x="62645" y="359864"/>
                    <a:pt x="59650" y="351053"/>
                    <a:pt x="56144" y="365681"/>
                  </a:cubicBezTo>
                  <a:cubicBezTo>
                    <a:pt x="52381" y="381506"/>
                    <a:pt x="50071" y="375432"/>
                    <a:pt x="49643" y="378683"/>
                  </a:cubicBezTo>
                  <a:cubicBezTo>
                    <a:pt x="49643" y="378683"/>
                    <a:pt x="44512" y="443008"/>
                    <a:pt x="70600" y="488173"/>
                  </a:cubicBezTo>
                  <a:lnTo>
                    <a:pt x="72567" y="491167"/>
                  </a:lnTo>
                  <a:cubicBezTo>
                    <a:pt x="74536" y="491852"/>
                    <a:pt x="79496" y="493391"/>
                    <a:pt x="81891" y="492365"/>
                  </a:cubicBezTo>
                  <a:cubicBezTo>
                    <a:pt x="84972" y="491167"/>
                    <a:pt x="102677" y="481159"/>
                    <a:pt x="107040" y="477738"/>
                  </a:cubicBezTo>
                  <a:cubicBezTo>
                    <a:pt x="109863" y="475514"/>
                    <a:pt x="115422" y="473033"/>
                    <a:pt x="119445" y="466275"/>
                  </a:cubicBezTo>
                  <a:cubicBezTo>
                    <a:pt x="123465" y="459518"/>
                    <a:pt x="132787" y="448654"/>
                    <a:pt x="135439" y="447115"/>
                  </a:cubicBezTo>
                  <a:lnTo>
                    <a:pt x="137150" y="443950"/>
                  </a:lnTo>
                  <a:cubicBezTo>
                    <a:pt x="137150" y="443950"/>
                    <a:pt x="136722" y="440613"/>
                    <a:pt x="135867" y="437363"/>
                  </a:cubicBezTo>
                  <a:lnTo>
                    <a:pt x="135867" y="437363"/>
                  </a:lnTo>
                  <a:close/>
                  <a:moveTo>
                    <a:pt x="320291" y="472434"/>
                  </a:moveTo>
                  <a:cubicBezTo>
                    <a:pt x="320974" y="477567"/>
                    <a:pt x="323198" y="486377"/>
                    <a:pt x="326022" y="497412"/>
                  </a:cubicBezTo>
                  <a:lnTo>
                    <a:pt x="329442" y="498695"/>
                  </a:lnTo>
                  <a:cubicBezTo>
                    <a:pt x="332865" y="500833"/>
                    <a:pt x="336286" y="502458"/>
                    <a:pt x="335943" y="503998"/>
                  </a:cubicBezTo>
                  <a:cubicBezTo>
                    <a:pt x="335601" y="505538"/>
                    <a:pt x="335601" y="511098"/>
                    <a:pt x="335346" y="512039"/>
                  </a:cubicBezTo>
                  <a:cubicBezTo>
                    <a:pt x="335004" y="512980"/>
                    <a:pt x="339024" y="513236"/>
                    <a:pt x="340905" y="517342"/>
                  </a:cubicBezTo>
                  <a:cubicBezTo>
                    <a:pt x="342787" y="521363"/>
                    <a:pt x="341505" y="523501"/>
                    <a:pt x="342445" y="525383"/>
                  </a:cubicBezTo>
                  <a:cubicBezTo>
                    <a:pt x="343386" y="527265"/>
                    <a:pt x="347150" y="527864"/>
                    <a:pt x="348346" y="530088"/>
                  </a:cubicBezTo>
                  <a:cubicBezTo>
                    <a:pt x="349631" y="532227"/>
                    <a:pt x="352112" y="529147"/>
                    <a:pt x="354847" y="529147"/>
                  </a:cubicBezTo>
                  <a:cubicBezTo>
                    <a:pt x="353308" y="528548"/>
                    <a:pt x="371615" y="488430"/>
                    <a:pt x="371955" y="480732"/>
                  </a:cubicBezTo>
                  <a:cubicBezTo>
                    <a:pt x="372298" y="472947"/>
                    <a:pt x="369648" y="471322"/>
                    <a:pt x="371016" y="463966"/>
                  </a:cubicBezTo>
                  <a:cubicBezTo>
                    <a:pt x="372383" y="456609"/>
                    <a:pt x="378116" y="458063"/>
                    <a:pt x="378799" y="442838"/>
                  </a:cubicBezTo>
                  <a:cubicBezTo>
                    <a:pt x="379398" y="427611"/>
                    <a:pt x="379398" y="396903"/>
                    <a:pt x="375977" y="390658"/>
                  </a:cubicBezTo>
                  <a:cubicBezTo>
                    <a:pt x="374779" y="388349"/>
                    <a:pt x="373839" y="385868"/>
                    <a:pt x="373068" y="383302"/>
                  </a:cubicBezTo>
                  <a:cubicBezTo>
                    <a:pt x="371786" y="380565"/>
                    <a:pt x="370759" y="376459"/>
                    <a:pt x="368877" y="371241"/>
                  </a:cubicBezTo>
                  <a:lnTo>
                    <a:pt x="368192" y="369787"/>
                  </a:lnTo>
                  <a:cubicBezTo>
                    <a:pt x="365797" y="365424"/>
                    <a:pt x="358270" y="351396"/>
                    <a:pt x="352112" y="340105"/>
                  </a:cubicBezTo>
                  <a:lnTo>
                    <a:pt x="350316" y="336854"/>
                  </a:lnTo>
                  <a:cubicBezTo>
                    <a:pt x="347663" y="331978"/>
                    <a:pt x="345439" y="327958"/>
                    <a:pt x="344241" y="325905"/>
                  </a:cubicBezTo>
                  <a:lnTo>
                    <a:pt x="341847" y="322911"/>
                  </a:lnTo>
                  <a:lnTo>
                    <a:pt x="339452" y="321200"/>
                  </a:lnTo>
                  <a:cubicBezTo>
                    <a:pt x="337570" y="320174"/>
                    <a:pt x="335772" y="319832"/>
                    <a:pt x="334576" y="319746"/>
                  </a:cubicBezTo>
                  <a:lnTo>
                    <a:pt x="333208" y="322483"/>
                  </a:lnTo>
                  <a:cubicBezTo>
                    <a:pt x="330898" y="324365"/>
                    <a:pt x="331324" y="324793"/>
                    <a:pt x="329442" y="332235"/>
                  </a:cubicBezTo>
                  <a:lnTo>
                    <a:pt x="328674" y="335143"/>
                  </a:lnTo>
                  <a:lnTo>
                    <a:pt x="328674" y="337025"/>
                  </a:lnTo>
                  <a:cubicBezTo>
                    <a:pt x="328674" y="349172"/>
                    <a:pt x="321231" y="366194"/>
                    <a:pt x="319949" y="379282"/>
                  </a:cubicBezTo>
                  <a:cubicBezTo>
                    <a:pt x="318750" y="392283"/>
                    <a:pt x="320888" y="398870"/>
                    <a:pt x="319949" y="409135"/>
                  </a:cubicBezTo>
                  <a:cubicBezTo>
                    <a:pt x="319007" y="419400"/>
                    <a:pt x="323369" y="411017"/>
                    <a:pt x="326792" y="425644"/>
                  </a:cubicBezTo>
                  <a:cubicBezTo>
                    <a:pt x="330213" y="440272"/>
                    <a:pt x="335772" y="440528"/>
                    <a:pt x="336372" y="445489"/>
                  </a:cubicBezTo>
                  <a:cubicBezTo>
                    <a:pt x="336971" y="450451"/>
                    <a:pt x="334832" y="450451"/>
                    <a:pt x="328588" y="452589"/>
                  </a:cubicBezTo>
                  <a:cubicBezTo>
                    <a:pt x="325765" y="453616"/>
                    <a:pt x="323883" y="454043"/>
                    <a:pt x="322515" y="454215"/>
                  </a:cubicBezTo>
                  <a:cubicBezTo>
                    <a:pt x="321060" y="455241"/>
                    <a:pt x="318324" y="458833"/>
                    <a:pt x="320034" y="472263"/>
                  </a:cubicBezTo>
                  <a:lnTo>
                    <a:pt x="320034" y="472263"/>
                  </a:lnTo>
                  <a:close/>
                  <a:moveTo>
                    <a:pt x="324823" y="204353"/>
                  </a:moveTo>
                  <a:cubicBezTo>
                    <a:pt x="337825" y="212394"/>
                    <a:pt x="376063" y="248748"/>
                    <a:pt x="384189" y="263974"/>
                  </a:cubicBezTo>
                  <a:cubicBezTo>
                    <a:pt x="392229" y="279200"/>
                    <a:pt x="395053" y="299388"/>
                    <a:pt x="399415" y="305889"/>
                  </a:cubicBezTo>
                  <a:cubicBezTo>
                    <a:pt x="403778" y="312390"/>
                    <a:pt x="434485" y="374577"/>
                    <a:pt x="436966" y="382275"/>
                  </a:cubicBezTo>
                  <a:cubicBezTo>
                    <a:pt x="439447" y="390060"/>
                    <a:pt x="437309" y="443778"/>
                    <a:pt x="424563" y="473290"/>
                  </a:cubicBezTo>
                  <a:cubicBezTo>
                    <a:pt x="411989" y="502288"/>
                    <a:pt x="391033" y="550018"/>
                    <a:pt x="385728" y="554039"/>
                  </a:cubicBezTo>
                  <a:lnTo>
                    <a:pt x="385728" y="554039"/>
                  </a:lnTo>
                  <a:cubicBezTo>
                    <a:pt x="385728" y="554039"/>
                    <a:pt x="384531" y="555921"/>
                    <a:pt x="384531" y="555921"/>
                  </a:cubicBezTo>
                  <a:cubicBezTo>
                    <a:pt x="383247" y="557460"/>
                    <a:pt x="378030" y="563705"/>
                    <a:pt x="375806" y="565587"/>
                  </a:cubicBezTo>
                  <a:cubicBezTo>
                    <a:pt x="373668" y="567469"/>
                    <a:pt x="368021" y="569607"/>
                    <a:pt x="363401" y="568068"/>
                  </a:cubicBezTo>
                  <a:cubicBezTo>
                    <a:pt x="358698" y="566527"/>
                    <a:pt x="359981" y="563448"/>
                    <a:pt x="356217" y="561823"/>
                  </a:cubicBezTo>
                  <a:cubicBezTo>
                    <a:pt x="352540" y="560283"/>
                    <a:pt x="350316" y="559684"/>
                    <a:pt x="348432" y="558145"/>
                  </a:cubicBezTo>
                  <a:lnTo>
                    <a:pt x="346550" y="556605"/>
                  </a:lnTo>
                  <a:cubicBezTo>
                    <a:pt x="346550" y="556605"/>
                    <a:pt x="342787" y="558487"/>
                    <a:pt x="339792" y="559684"/>
                  </a:cubicBezTo>
                  <a:cubicBezTo>
                    <a:pt x="341847" y="572943"/>
                    <a:pt x="343044" y="586116"/>
                    <a:pt x="342701" y="598092"/>
                  </a:cubicBezTo>
                  <a:cubicBezTo>
                    <a:pt x="341334" y="643257"/>
                    <a:pt x="337142" y="674992"/>
                    <a:pt x="335687" y="718275"/>
                  </a:cubicBezTo>
                  <a:cubicBezTo>
                    <a:pt x="334319" y="761558"/>
                    <a:pt x="332437" y="794234"/>
                    <a:pt x="336200" y="803558"/>
                  </a:cubicBezTo>
                  <a:cubicBezTo>
                    <a:pt x="336200" y="803558"/>
                    <a:pt x="326878" y="809118"/>
                    <a:pt x="316611" y="807749"/>
                  </a:cubicBezTo>
                  <a:cubicBezTo>
                    <a:pt x="313704" y="807321"/>
                    <a:pt x="307546" y="806038"/>
                    <a:pt x="299247" y="804413"/>
                  </a:cubicBezTo>
                  <a:cubicBezTo>
                    <a:pt x="296768" y="810743"/>
                    <a:pt x="294030" y="820238"/>
                    <a:pt x="295655" y="828706"/>
                  </a:cubicBezTo>
                  <a:cubicBezTo>
                    <a:pt x="298478" y="843162"/>
                    <a:pt x="301216" y="893973"/>
                    <a:pt x="301728" y="921431"/>
                  </a:cubicBezTo>
                  <a:cubicBezTo>
                    <a:pt x="302156" y="948889"/>
                    <a:pt x="301728" y="997219"/>
                    <a:pt x="294287" y="1054445"/>
                  </a:cubicBezTo>
                  <a:lnTo>
                    <a:pt x="294287" y="1054702"/>
                  </a:lnTo>
                  <a:cubicBezTo>
                    <a:pt x="294287" y="1054702"/>
                    <a:pt x="295227" y="1076600"/>
                    <a:pt x="296597" y="1087292"/>
                  </a:cubicBezTo>
                  <a:cubicBezTo>
                    <a:pt x="298050" y="1097985"/>
                    <a:pt x="304979" y="1132030"/>
                    <a:pt x="307289" y="1152986"/>
                  </a:cubicBezTo>
                  <a:cubicBezTo>
                    <a:pt x="309599" y="1173944"/>
                    <a:pt x="306347" y="1169752"/>
                    <a:pt x="304466" y="1173516"/>
                  </a:cubicBezTo>
                  <a:cubicBezTo>
                    <a:pt x="302584" y="1177280"/>
                    <a:pt x="307289" y="1180017"/>
                    <a:pt x="305833" y="1180958"/>
                  </a:cubicBezTo>
                  <a:cubicBezTo>
                    <a:pt x="304466" y="1181899"/>
                    <a:pt x="302070" y="1185149"/>
                    <a:pt x="301216" y="1189854"/>
                  </a:cubicBezTo>
                  <a:cubicBezTo>
                    <a:pt x="300274" y="1194473"/>
                    <a:pt x="298906" y="1194987"/>
                    <a:pt x="296083" y="1194473"/>
                  </a:cubicBezTo>
                  <a:cubicBezTo>
                    <a:pt x="293259" y="1194046"/>
                    <a:pt x="253656" y="1194473"/>
                    <a:pt x="253656" y="1194473"/>
                  </a:cubicBezTo>
                  <a:cubicBezTo>
                    <a:pt x="253656" y="1194473"/>
                    <a:pt x="252714" y="1185149"/>
                    <a:pt x="251346" y="1182327"/>
                  </a:cubicBezTo>
                  <a:cubicBezTo>
                    <a:pt x="249976" y="1179504"/>
                    <a:pt x="247583" y="1177194"/>
                    <a:pt x="248522" y="1173430"/>
                  </a:cubicBezTo>
                  <a:cubicBezTo>
                    <a:pt x="249464" y="1169752"/>
                    <a:pt x="252286" y="1145459"/>
                    <a:pt x="252286" y="1138445"/>
                  </a:cubicBezTo>
                  <a:cubicBezTo>
                    <a:pt x="252286" y="1131431"/>
                    <a:pt x="248522" y="1119798"/>
                    <a:pt x="248094" y="1114665"/>
                  </a:cubicBezTo>
                  <a:cubicBezTo>
                    <a:pt x="247583" y="1109533"/>
                    <a:pt x="248522" y="1103032"/>
                    <a:pt x="249976" y="1096958"/>
                  </a:cubicBezTo>
                  <a:cubicBezTo>
                    <a:pt x="251346" y="1090885"/>
                    <a:pt x="257419" y="1068987"/>
                    <a:pt x="255537" y="1057353"/>
                  </a:cubicBezTo>
                  <a:lnTo>
                    <a:pt x="255366" y="1056412"/>
                  </a:lnTo>
                  <a:cubicBezTo>
                    <a:pt x="252628" y="1041529"/>
                    <a:pt x="230218" y="948975"/>
                    <a:pt x="224314" y="916128"/>
                  </a:cubicBezTo>
                  <a:cubicBezTo>
                    <a:pt x="218241" y="882596"/>
                    <a:pt x="223374" y="863008"/>
                    <a:pt x="221064" y="853684"/>
                  </a:cubicBezTo>
                  <a:cubicBezTo>
                    <a:pt x="218755" y="844360"/>
                    <a:pt x="213195" y="827594"/>
                    <a:pt x="210800" y="828022"/>
                  </a:cubicBezTo>
                  <a:cubicBezTo>
                    <a:pt x="208490" y="828450"/>
                    <a:pt x="199594" y="858303"/>
                    <a:pt x="199594" y="861981"/>
                  </a:cubicBezTo>
                  <a:cubicBezTo>
                    <a:pt x="199594" y="865659"/>
                    <a:pt x="194461" y="919720"/>
                    <a:pt x="194461" y="946323"/>
                  </a:cubicBezTo>
                  <a:cubicBezTo>
                    <a:pt x="194461" y="972926"/>
                    <a:pt x="186592" y="1014840"/>
                    <a:pt x="185138" y="1034343"/>
                  </a:cubicBezTo>
                  <a:cubicBezTo>
                    <a:pt x="184282" y="1046661"/>
                    <a:pt x="184710" y="1051366"/>
                    <a:pt x="185138" y="1054445"/>
                  </a:cubicBezTo>
                  <a:cubicBezTo>
                    <a:pt x="185481" y="1056156"/>
                    <a:pt x="185821" y="1057353"/>
                    <a:pt x="185992" y="1059064"/>
                  </a:cubicBezTo>
                  <a:cubicBezTo>
                    <a:pt x="186506" y="1063769"/>
                    <a:pt x="190184" y="1086523"/>
                    <a:pt x="194803" y="1098669"/>
                  </a:cubicBezTo>
                  <a:cubicBezTo>
                    <a:pt x="199508" y="1110815"/>
                    <a:pt x="206009" y="1139215"/>
                    <a:pt x="223203" y="1152730"/>
                  </a:cubicBezTo>
                  <a:cubicBezTo>
                    <a:pt x="223203" y="1152730"/>
                    <a:pt x="230646" y="1155553"/>
                    <a:pt x="238600" y="1160172"/>
                  </a:cubicBezTo>
                  <a:cubicBezTo>
                    <a:pt x="246555" y="1164876"/>
                    <a:pt x="239540" y="1166245"/>
                    <a:pt x="237231" y="1167614"/>
                  </a:cubicBezTo>
                  <a:cubicBezTo>
                    <a:pt x="234923" y="1168983"/>
                    <a:pt x="235863" y="1171805"/>
                    <a:pt x="233981" y="1177365"/>
                  </a:cubicBezTo>
                  <a:cubicBezTo>
                    <a:pt x="232099" y="1182925"/>
                    <a:pt x="234923" y="1190368"/>
                    <a:pt x="231158" y="1190368"/>
                  </a:cubicBezTo>
                  <a:cubicBezTo>
                    <a:pt x="227394" y="1190368"/>
                    <a:pt x="180861" y="1196441"/>
                    <a:pt x="177610" y="1195500"/>
                  </a:cubicBezTo>
                  <a:cubicBezTo>
                    <a:pt x="174360" y="1194559"/>
                    <a:pt x="167774" y="1186176"/>
                    <a:pt x="167774" y="1186176"/>
                  </a:cubicBezTo>
                  <a:cubicBezTo>
                    <a:pt x="167774" y="1186176"/>
                    <a:pt x="166406" y="1191308"/>
                    <a:pt x="164950" y="1193618"/>
                  </a:cubicBezTo>
                  <a:cubicBezTo>
                    <a:pt x="163582" y="1195927"/>
                    <a:pt x="161701" y="1194987"/>
                    <a:pt x="160331" y="1195500"/>
                  </a:cubicBezTo>
                  <a:cubicBezTo>
                    <a:pt x="158963" y="1196013"/>
                    <a:pt x="156567" y="1165647"/>
                    <a:pt x="151008" y="1149821"/>
                  </a:cubicBezTo>
                  <a:cubicBezTo>
                    <a:pt x="145447" y="1133997"/>
                    <a:pt x="135611" y="1118172"/>
                    <a:pt x="134669" y="1108848"/>
                  </a:cubicBezTo>
                  <a:cubicBezTo>
                    <a:pt x="133729" y="1099524"/>
                    <a:pt x="139802" y="1085582"/>
                    <a:pt x="138348" y="1079936"/>
                  </a:cubicBezTo>
                  <a:cubicBezTo>
                    <a:pt x="136978" y="1074376"/>
                    <a:pt x="136467" y="1071553"/>
                    <a:pt x="138860" y="1060347"/>
                  </a:cubicBezTo>
                  <a:cubicBezTo>
                    <a:pt x="140144" y="1054018"/>
                    <a:pt x="141341" y="1051708"/>
                    <a:pt x="142112" y="1050938"/>
                  </a:cubicBezTo>
                  <a:lnTo>
                    <a:pt x="143051" y="1050596"/>
                  </a:lnTo>
                  <a:cubicBezTo>
                    <a:pt x="143051" y="1050596"/>
                    <a:pt x="123976" y="960180"/>
                    <a:pt x="118331" y="893631"/>
                  </a:cubicBezTo>
                  <a:cubicBezTo>
                    <a:pt x="112772" y="826995"/>
                    <a:pt x="125346" y="828364"/>
                    <a:pt x="126714" y="820494"/>
                  </a:cubicBezTo>
                  <a:cubicBezTo>
                    <a:pt x="127742" y="814592"/>
                    <a:pt x="127228" y="801761"/>
                    <a:pt x="126714" y="793977"/>
                  </a:cubicBezTo>
                  <a:cubicBezTo>
                    <a:pt x="112772" y="791240"/>
                    <a:pt x="94808" y="787391"/>
                    <a:pt x="90360" y="784568"/>
                  </a:cubicBezTo>
                  <a:cubicBezTo>
                    <a:pt x="90360" y="784568"/>
                    <a:pt x="91302" y="672340"/>
                    <a:pt x="90874" y="618707"/>
                  </a:cubicBezTo>
                  <a:cubicBezTo>
                    <a:pt x="90617" y="587656"/>
                    <a:pt x="96005" y="552328"/>
                    <a:pt x="106442" y="517342"/>
                  </a:cubicBezTo>
                  <a:cubicBezTo>
                    <a:pt x="105929" y="517513"/>
                    <a:pt x="105158" y="517770"/>
                    <a:pt x="103448" y="518112"/>
                  </a:cubicBezTo>
                  <a:cubicBezTo>
                    <a:pt x="98143" y="519053"/>
                    <a:pt x="94722" y="519053"/>
                    <a:pt x="92926" y="520336"/>
                  </a:cubicBezTo>
                  <a:cubicBezTo>
                    <a:pt x="91045" y="521534"/>
                    <a:pt x="87964" y="525640"/>
                    <a:pt x="83005" y="526239"/>
                  </a:cubicBezTo>
                  <a:cubicBezTo>
                    <a:pt x="78043" y="526837"/>
                    <a:pt x="78982" y="528120"/>
                    <a:pt x="73338" y="526837"/>
                  </a:cubicBezTo>
                  <a:cubicBezTo>
                    <a:pt x="67778" y="525554"/>
                    <a:pt x="59993" y="525298"/>
                    <a:pt x="55373" y="523074"/>
                  </a:cubicBezTo>
                  <a:lnTo>
                    <a:pt x="53749" y="521277"/>
                  </a:lnTo>
                  <a:cubicBezTo>
                    <a:pt x="48874" y="515803"/>
                    <a:pt x="34074" y="498524"/>
                    <a:pt x="25265" y="482699"/>
                  </a:cubicBezTo>
                  <a:cubicBezTo>
                    <a:pt x="18251" y="470125"/>
                    <a:pt x="8926" y="436422"/>
                    <a:pt x="2939" y="419314"/>
                  </a:cubicBezTo>
                  <a:cubicBezTo>
                    <a:pt x="115" y="411359"/>
                    <a:pt x="1057" y="382019"/>
                    <a:pt x="115" y="377400"/>
                  </a:cubicBezTo>
                  <a:cubicBezTo>
                    <a:pt x="-825" y="372781"/>
                    <a:pt x="4307" y="360634"/>
                    <a:pt x="3881" y="352251"/>
                  </a:cubicBezTo>
                  <a:cubicBezTo>
                    <a:pt x="3367" y="343868"/>
                    <a:pt x="11321" y="324793"/>
                    <a:pt x="17822" y="314101"/>
                  </a:cubicBezTo>
                  <a:cubicBezTo>
                    <a:pt x="24324" y="303408"/>
                    <a:pt x="36898" y="285188"/>
                    <a:pt x="40149" y="274923"/>
                  </a:cubicBezTo>
                  <a:cubicBezTo>
                    <a:pt x="43399" y="264659"/>
                    <a:pt x="42971" y="263290"/>
                    <a:pt x="46650" y="255848"/>
                  </a:cubicBezTo>
                  <a:cubicBezTo>
                    <a:pt x="50414" y="248406"/>
                    <a:pt x="59224" y="235319"/>
                    <a:pt x="60678" y="232068"/>
                  </a:cubicBezTo>
                  <a:cubicBezTo>
                    <a:pt x="62046" y="228818"/>
                    <a:pt x="63501" y="217099"/>
                    <a:pt x="67693" y="215217"/>
                  </a:cubicBezTo>
                  <a:cubicBezTo>
                    <a:pt x="71884" y="213335"/>
                    <a:pt x="89078" y="205979"/>
                    <a:pt x="93697" y="199478"/>
                  </a:cubicBezTo>
                  <a:cubicBezTo>
                    <a:pt x="98400" y="192976"/>
                    <a:pt x="115168" y="184594"/>
                    <a:pt x="121667" y="180830"/>
                  </a:cubicBezTo>
                  <a:cubicBezTo>
                    <a:pt x="128168" y="177066"/>
                    <a:pt x="148698" y="176125"/>
                    <a:pt x="155199" y="176639"/>
                  </a:cubicBezTo>
                  <a:cubicBezTo>
                    <a:pt x="160587" y="176981"/>
                    <a:pt x="166660" y="167143"/>
                    <a:pt x="171194" y="158932"/>
                  </a:cubicBezTo>
                  <a:cubicBezTo>
                    <a:pt x="170169" y="157307"/>
                    <a:pt x="168116" y="155083"/>
                    <a:pt x="165892" y="150720"/>
                  </a:cubicBezTo>
                  <a:cubicBezTo>
                    <a:pt x="162129" y="143278"/>
                    <a:pt x="165549" y="142936"/>
                    <a:pt x="167174" y="138317"/>
                  </a:cubicBezTo>
                  <a:cubicBezTo>
                    <a:pt x="168713" y="133612"/>
                    <a:pt x="172136" y="132072"/>
                    <a:pt x="173333" y="129934"/>
                  </a:cubicBezTo>
                  <a:cubicBezTo>
                    <a:pt x="173333" y="129934"/>
                    <a:pt x="167431" y="133955"/>
                    <a:pt x="166491" y="128651"/>
                  </a:cubicBezTo>
                  <a:cubicBezTo>
                    <a:pt x="165549" y="123347"/>
                    <a:pt x="168373" y="125571"/>
                    <a:pt x="169570" y="116504"/>
                  </a:cubicBezTo>
                  <a:cubicBezTo>
                    <a:pt x="170768" y="107523"/>
                    <a:pt x="163668" y="111800"/>
                    <a:pt x="160844" y="104358"/>
                  </a:cubicBezTo>
                  <a:cubicBezTo>
                    <a:pt x="158021" y="96916"/>
                    <a:pt x="160844" y="91355"/>
                    <a:pt x="160844" y="91355"/>
                  </a:cubicBezTo>
                  <a:cubicBezTo>
                    <a:pt x="165207" y="88875"/>
                    <a:pt x="159562" y="80492"/>
                    <a:pt x="157081" y="71767"/>
                  </a:cubicBezTo>
                  <a:cubicBezTo>
                    <a:pt x="154600" y="63042"/>
                    <a:pt x="158963" y="47217"/>
                    <a:pt x="165806" y="45421"/>
                  </a:cubicBezTo>
                  <a:cubicBezTo>
                    <a:pt x="172650" y="43539"/>
                    <a:pt x="179491" y="34557"/>
                    <a:pt x="186335" y="25234"/>
                  </a:cubicBezTo>
                  <a:cubicBezTo>
                    <a:pt x="193178" y="15910"/>
                    <a:pt x="210201" y="2908"/>
                    <a:pt x="216103" y="1026"/>
                  </a:cubicBezTo>
                  <a:cubicBezTo>
                    <a:pt x="222006" y="-856"/>
                    <a:pt x="235349" y="427"/>
                    <a:pt x="235349" y="427"/>
                  </a:cubicBezTo>
                  <a:cubicBezTo>
                    <a:pt x="257076" y="1625"/>
                    <a:pt x="281285" y="12231"/>
                    <a:pt x="291292" y="30879"/>
                  </a:cubicBezTo>
                  <a:cubicBezTo>
                    <a:pt x="301216" y="49527"/>
                    <a:pt x="303098" y="60048"/>
                    <a:pt x="298735" y="84341"/>
                  </a:cubicBezTo>
                  <a:cubicBezTo>
                    <a:pt x="298735" y="84341"/>
                    <a:pt x="301216" y="101107"/>
                    <a:pt x="299332" y="113510"/>
                  </a:cubicBezTo>
                  <a:cubicBezTo>
                    <a:pt x="297451" y="125914"/>
                    <a:pt x="282567" y="147726"/>
                    <a:pt x="275126" y="160130"/>
                  </a:cubicBezTo>
                  <a:cubicBezTo>
                    <a:pt x="277947" y="162952"/>
                    <a:pt x="288811" y="173816"/>
                    <a:pt x="292234" y="182541"/>
                  </a:cubicBezTo>
                  <a:cubicBezTo>
                    <a:pt x="295655" y="191266"/>
                    <a:pt x="311480" y="196227"/>
                    <a:pt x="324568" y="204268"/>
                  </a:cubicBezTo>
                  <a:lnTo>
                    <a:pt x="324568" y="204268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FE840644-FB5C-21F7-6B13-339DA0464D52}"/>
                </a:ext>
              </a:extLst>
            </p:cNvPr>
            <p:cNvSpPr/>
            <p:nvPr/>
          </p:nvSpPr>
          <p:spPr>
            <a:xfrm>
              <a:off x="15017878" y="5684564"/>
              <a:ext cx="407268" cy="1228663"/>
            </a:xfrm>
            <a:custGeom>
              <a:avLst/>
              <a:gdLst>
                <a:gd name="connsiteX0" fmla="*/ 395392 w 407268"/>
                <a:gd name="connsiteY0" fmla="*/ 118467 h 1228663"/>
                <a:gd name="connsiteX1" fmla="*/ 387951 w 407268"/>
                <a:gd name="connsiteY1" fmla="*/ 124027 h 1228663"/>
                <a:gd name="connsiteX2" fmla="*/ 380508 w 407268"/>
                <a:gd name="connsiteY2" fmla="*/ 132067 h 1228663"/>
                <a:gd name="connsiteX3" fmla="*/ 374264 w 407268"/>
                <a:gd name="connsiteY3" fmla="*/ 135147 h 1228663"/>
                <a:gd name="connsiteX4" fmla="*/ 373750 w 407268"/>
                <a:gd name="connsiteY4" fmla="*/ 139509 h 1228663"/>
                <a:gd name="connsiteX5" fmla="*/ 395392 w 407268"/>
                <a:gd name="connsiteY5" fmla="*/ 118381 h 1228663"/>
                <a:gd name="connsiteX6" fmla="*/ 395392 w 407268"/>
                <a:gd name="connsiteY6" fmla="*/ 118381 h 1228663"/>
                <a:gd name="connsiteX7" fmla="*/ 236373 w 407268"/>
                <a:gd name="connsiteY7" fmla="*/ 56964 h 1228663"/>
                <a:gd name="connsiteX8" fmla="*/ 295396 w 407268"/>
                <a:gd name="connsiteY8" fmla="*/ 5383 h 1228663"/>
                <a:gd name="connsiteX9" fmla="*/ 325250 w 407268"/>
                <a:gd name="connsiteY9" fmla="*/ 1021 h 1228663"/>
                <a:gd name="connsiteX10" fmla="*/ 394792 w 407268"/>
                <a:gd name="connsiteY10" fmla="*/ 42679 h 1228663"/>
                <a:gd name="connsiteX11" fmla="*/ 404716 w 407268"/>
                <a:gd name="connsiteY11" fmla="*/ 106064 h 1228663"/>
                <a:gd name="connsiteX12" fmla="*/ 390430 w 407268"/>
                <a:gd name="connsiteY12" fmla="*/ 134035 h 1228663"/>
                <a:gd name="connsiteX13" fmla="*/ 373750 w 407268"/>
                <a:gd name="connsiteY13" fmla="*/ 139595 h 1228663"/>
                <a:gd name="connsiteX14" fmla="*/ 370586 w 407268"/>
                <a:gd name="connsiteY14" fmla="*/ 156960 h 1228663"/>
                <a:gd name="connsiteX15" fmla="*/ 366566 w 407268"/>
                <a:gd name="connsiteY15" fmla="*/ 167224 h 1228663"/>
                <a:gd name="connsiteX16" fmla="*/ 358181 w 407268"/>
                <a:gd name="connsiteY16" fmla="*/ 165684 h 1228663"/>
                <a:gd name="connsiteX17" fmla="*/ 350740 w 407268"/>
                <a:gd name="connsiteY17" fmla="*/ 175008 h 1228663"/>
                <a:gd name="connsiteX18" fmla="*/ 349458 w 407268"/>
                <a:gd name="connsiteY18" fmla="*/ 177489 h 1228663"/>
                <a:gd name="connsiteX19" fmla="*/ 346378 w 407268"/>
                <a:gd name="connsiteY19" fmla="*/ 180568 h 1228663"/>
                <a:gd name="connsiteX20" fmla="*/ 341416 w 407268"/>
                <a:gd name="connsiteY20" fmla="*/ 183049 h 1228663"/>
                <a:gd name="connsiteX21" fmla="*/ 337053 w 407268"/>
                <a:gd name="connsiteY21" fmla="*/ 189293 h 1228663"/>
                <a:gd name="connsiteX22" fmla="*/ 320288 w 407268"/>
                <a:gd name="connsiteY22" fmla="*/ 195453 h 1228663"/>
                <a:gd name="connsiteX23" fmla="*/ 290434 w 407268"/>
                <a:gd name="connsiteY23" fmla="*/ 176804 h 1228663"/>
                <a:gd name="connsiteX24" fmla="*/ 276150 w 407268"/>
                <a:gd name="connsiteY24" fmla="*/ 184246 h 1228663"/>
                <a:gd name="connsiteX25" fmla="*/ 273070 w 407268"/>
                <a:gd name="connsiteY25" fmla="*/ 188010 h 1228663"/>
                <a:gd name="connsiteX26" fmla="*/ 277090 w 407268"/>
                <a:gd name="connsiteY26" fmla="*/ 213330 h 1228663"/>
                <a:gd name="connsiteX27" fmla="*/ 320288 w 407268"/>
                <a:gd name="connsiteY27" fmla="*/ 260719 h 1228663"/>
                <a:gd name="connsiteX28" fmla="*/ 325250 w 407268"/>
                <a:gd name="connsiteY28" fmla="*/ 293053 h 1228663"/>
                <a:gd name="connsiteX29" fmla="*/ 328073 w 407268"/>
                <a:gd name="connsiteY29" fmla="*/ 293994 h 1228663"/>
                <a:gd name="connsiteX30" fmla="*/ 327131 w 407268"/>
                <a:gd name="connsiteY30" fmla="*/ 276886 h 1228663"/>
                <a:gd name="connsiteX31" fmla="*/ 323454 w 407268"/>
                <a:gd name="connsiteY31" fmla="*/ 250198 h 1228663"/>
                <a:gd name="connsiteX32" fmla="*/ 325335 w 407268"/>
                <a:gd name="connsiteY32" fmla="*/ 233432 h 1228663"/>
                <a:gd name="connsiteX33" fmla="*/ 329098 w 407268"/>
                <a:gd name="connsiteY33" fmla="*/ 225990 h 1228663"/>
                <a:gd name="connsiteX34" fmla="*/ 330980 w 407268"/>
                <a:gd name="connsiteY34" fmla="*/ 221029 h 1228663"/>
                <a:gd name="connsiteX35" fmla="*/ 330980 w 407268"/>
                <a:gd name="connsiteY35" fmla="*/ 214185 h 1228663"/>
                <a:gd name="connsiteX36" fmla="*/ 334060 w 407268"/>
                <a:gd name="connsiteY36" fmla="*/ 205461 h 1228663"/>
                <a:gd name="connsiteX37" fmla="*/ 335343 w 407268"/>
                <a:gd name="connsiteY37" fmla="*/ 193057 h 1228663"/>
                <a:gd name="connsiteX38" fmla="*/ 344667 w 407268"/>
                <a:gd name="connsiteY38" fmla="*/ 189379 h 1228663"/>
                <a:gd name="connsiteX39" fmla="*/ 349030 w 407268"/>
                <a:gd name="connsiteY39" fmla="*/ 200585 h 1228663"/>
                <a:gd name="connsiteX40" fmla="*/ 361433 w 407268"/>
                <a:gd name="connsiteY40" fmla="*/ 202466 h 1228663"/>
                <a:gd name="connsiteX41" fmla="*/ 375120 w 407268"/>
                <a:gd name="connsiteY41" fmla="*/ 224194 h 1228663"/>
                <a:gd name="connsiteX42" fmla="*/ 379482 w 407268"/>
                <a:gd name="connsiteY42" fmla="*/ 237281 h 1228663"/>
                <a:gd name="connsiteX43" fmla="*/ 378284 w 407268"/>
                <a:gd name="connsiteY43" fmla="*/ 246006 h 1228663"/>
                <a:gd name="connsiteX44" fmla="*/ 375205 w 407268"/>
                <a:gd name="connsiteY44" fmla="*/ 257212 h 1228663"/>
                <a:gd name="connsiteX45" fmla="*/ 365281 w 407268"/>
                <a:gd name="connsiteY45" fmla="*/ 273978 h 1228663"/>
                <a:gd name="connsiteX46" fmla="*/ 362544 w 407268"/>
                <a:gd name="connsiteY46" fmla="*/ 293994 h 1228663"/>
                <a:gd name="connsiteX47" fmla="*/ 372039 w 407268"/>
                <a:gd name="connsiteY47" fmla="*/ 328637 h 1228663"/>
                <a:gd name="connsiteX48" fmla="*/ 370158 w 407268"/>
                <a:gd name="connsiteY48" fmla="*/ 375256 h 1228663"/>
                <a:gd name="connsiteX49" fmla="*/ 363314 w 407268"/>
                <a:gd name="connsiteY49" fmla="*/ 418710 h 1228663"/>
                <a:gd name="connsiteX50" fmla="*/ 350911 w 407268"/>
                <a:gd name="connsiteY50" fmla="*/ 457888 h 1228663"/>
                <a:gd name="connsiteX51" fmla="*/ 336627 w 407268"/>
                <a:gd name="connsiteY51" fmla="*/ 468409 h 1228663"/>
                <a:gd name="connsiteX52" fmla="*/ 318320 w 407268"/>
                <a:gd name="connsiteY52" fmla="*/ 470120 h 1228663"/>
                <a:gd name="connsiteX53" fmla="*/ 318063 w 407268"/>
                <a:gd name="connsiteY53" fmla="*/ 470291 h 1228663"/>
                <a:gd name="connsiteX54" fmla="*/ 310023 w 407268"/>
                <a:gd name="connsiteY54" fmla="*/ 575248 h 1228663"/>
                <a:gd name="connsiteX55" fmla="*/ 307885 w 407268"/>
                <a:gd name="connsiteY55" fmla="*/ 632132 h 1228663"/>
                <a:gd name="connsiteX56" fmla="*/ 306260 w 407268"/>
                <a:gd name="connsiteY56" fmla="*/ 667802 h 1228663"/>
                <a:gd name="connsiteX57" fmla="*/ 292573 w 407268"/>
                <a:gd name="connsiteY57" fmla="*/ 672763 h 1228663"/>
                <a:gd name="connsiteX58" fmla="*/ 277090 w 407268"/>
                <a:gd name="connsiteY58" fmla="*/ 801329 h 1228663"/>
                <a:gd name="connsiteX59" fmla="*/ 252883 w 407268"/>
                <a:gd name="connsiteY59" fmla="*/ 977112 h 1228663"/>
                <a:gd name="connsiteX60" fmla="*/ 237315 w 407268"/>
                <a:gd name="connsiteY60" fmla="*/ 1052302 h 1228663"/>
                <a:gd name="connsiteX61" fmla="*/ 229872 w 407268"/>
                <a:gd name="connsiteY61" fmla="*/ 1092077 h 1228663"/>
                <a:gd name="connsiteX62" fmla="*/ 218068 w 407268"/>
                <a:gd name="connsiteY62" fmla="*/ 1117569 h 1228663"/>
                <a:gd name="connsiteX63" fmla="*/ 220549 w 407268"/>
                <a:gd name="connsiteY63" fmla="*/ 1150501 h 1228663"/>
                <a:gd name="connsiteX64" fmla="*/ 202499 w 407268"/>
                <a:gd name="connsiteY64" fmla="*/ 1157344 h 1228663"/>
                <a:gd name="connsiteX65" fmla="*/ 211225 w 407268"/>
                <a:gd name="connsiteY65" fmla="*/ 1175393 h 1228663"/>
                <a:gd name="connsiteX66" fmla="*/ 285729 w 407268"/>
                <a:gd name="connsiteY66" fmla="*/ 1200884 h 1228663"/>
                <a:gd name="connsiteX67" fmla="*/ 297535 w 407268"/>
                <a:gd name="connsiteY67" fmla="*/ 1208925 h 1228663"/>
                <a:gd name="connsiteX68" fmla="*/ 298817 w 407268"/>
                <a:gd name="connsiteY68" fmla="*/ 1217650 h 1228663"/>
                <a:gd name="connsiteX69" fmla="*/ 211225 w 407268"/>
                <a:gd name="connsiteY69" fmla="*/ 1228171 h 1228663"/>
                <a:gd name="connsiteX70" fmla="*/ 177095 w 407268"/>
                <a:gd name="connsiteY70" fmla="*/ 1223808 h 1228663"/>
                <a:gd name="connsiteX71" fmla="*/ 154770 w 407268"/>
                <a:gd name="connsiteY71" fmla="*/ 1227572 h 1228663"/>
                <a:gd name="connsiteX72" fmla="*/ 102590 w 407268"/>
                <a:gd name="connsiteY72" fmla="*/ 1225690 h 1228663"/>
                <a:gd name="connsiteX73" fmla="*/ 100109 w 407268"/>
                <a:gd name="connsiteY73" fmla="*/ 1203963 h 1228663"/>
                <a:gd name="connsiteX74" fmla="*/ 100708 w 407268"/>
                <a:gd name="connsiteY74" fmla="*/ 1175992 h 1228663"/>
                <a:gd name="connsiteX75" fmla="*/ 87620 w 407268"/>
                <a:gd name="connsiteY75" fmla="*/ 1188395 h 1228663"/>
                <a:gd name="connsiteX76" fmla="*/ 86338 w 407268"/>
                <a:gd name="connsiteY76" fmla="*/ 1205161 h 1228663"/>
                <a:gd name="connsiteX77" fmla="*/ 89502 w 407268"/>
                <a:gd name="connsiteY77" fmla="*/ 1221328 h 1228663"/>
                <a:gd name="connsiteX78" fmla="*/ 86338 w 407268"/>
                <a:gd name="connsiteY78" fmla="*/ 1227572 h 1228663"/>
                <a:gd name="connsiteX79" fmla="*/ 4305 w 407268"/>
                <a:gd name="connsiteY79" fmla="*/ 1227572 h 1228663"/>
                <a:gd name="connsiteX80" fmla="*/ 3706 w 407268"/>
                <a:gd name="connsiteY80" fmla="*/ 1182835 h 1228663"/>
                <a:gd name="connsiteX81" fmla="*/ 10549 w 407268"/>
                <a:gd name="connsiteY81" fmla="*/ 1035023 h 1228663"/>
                <a:gd name="connsiteX82" fmla="*/ 23551 w 407268"/>
                <a:gd name="connsiteY82" fmla="*/ 916379 h 1228663"/>
                <a:gd name="connsiteX83" fmla="*/ 28513 w 407268"/>
                <a:gd name="connsiteY83" fmla="*/ 889092 h 1228663"/>
                <a:gd name="connsiteX84" fmla="*/ 55886 w 407268"/>
                <a:gd name="connsiteY84" fmla="*/ 846836 h 1228663"/>
                <a:gd name="connsiteX85" fmla="*/ 54687 w 407268"/>
                <a:gd name="connsiteY85" fmla="*/ 818266 h 1228663"/>
                <a:gd name="connsiteX86" fmla="*/ 60248 w 407268"/>
                <a:gd name="connsiteY86" fmla="*/ 799019 h 1228663"/>
                <a:gd name="connsiteX87" fmla="*/ 61531 w 407268"/>
                <a:gd name="connsiteY87" fmla="*/ 761125 h 1228663"/>
                <a:gd name="connsiteX88" fmla="*/ 59649 w 407268"/>
                <a:gd name="connsiteY88" fmla="*/ 677211 h 1228663"/>
                <a:gd name="connsiteX89" fmla="*/ 59478 w 407268"/>
                <a:gd name="connsiteY89" fmla="*/ 666091 h 1228663"/>
                <a:gd name="connsiteX90" fmla="*/ 57168 w 407268"/>
                <a:gd name="connsiteY90" fmla="*/ 661728 h 1228663"/>
                <a:gd name="connsiteX91" fmla="*/ 58964 w 407268"/>
                <a:gd name="connsiteY91" fmla="*/ 651977 h 1228663"/>
                <a:gd name="connsiteX92" fmla="*/ 58538 w 407268"/>
                <a:gd name="connsiteY92" fmla="*/ 642140 h 1228663"/>
                <a:gd name="connsiteX93" fmla="*/ 54601 w 407268"/>
                <a:gd name="connsiteY93" fmla="*/ 640686 h 1228663"/>
                <a:gd name="connsiteX94" fmla="*/ 52122 w 407268"/>
                <a:gd name="connsiteY94" fmla="*/ 625802 h 1228663"/>
                <a:gd name="connsiteX95" fmla="*/ 56911 w 407268"/>
                <a:gd name="connsiteY95" fmla="*/ 613655 h 1228663"/>
                <a:gd name="connsiteX96" fmla="*/ 55800 w 407268"/>
                <a:gd name="connsiteY96" fmla="*/ 605272 h 1228663"/>
                <a:gd name="connsiteX97" fmla="*/ 542 w 407268"/>
                <a:gd name="connsiteY97" fmla="*/ 579782 h 1228663"/>
                <a:gd name="connsiteX98" fmla="*/ 4904 w 407268"/>
                <a:gd name="connsiteY98" fmla="*/ 553692 h 1228663"/>
                <a:gd name="connsiteX99" fmla="*/ 26632 w 407268"/>
                <a:gd name="connsiteY99" fmla="*/ 447452 h 1228663"/>
                <a:gd name="connsiteX100" fmla="*/ 37836 w 407268"/>
                <a:gd name="connsiteY100" fmla="*/ 308963 h 1228663"/>
                <a:gd name="connsiteX101" fmla="*/ 79495 w 407268"/>
                <a:gd name="connsiteY101" fmla="*/ 151143 h 1228663"/>
                <a:gd name="connsiteX102" fmla="*/ 181371 w 407268"/>
                <a:gd name="connsiteY102" fmla="*/ 119493 h 1228663"/>
                <a:gd name="connsiteX103" fmla="*/ 201902 w 407268"/>
                <a:gd name="connsiteY103" fmla="*/ 112650 h 1228663"/>
                <a:gd name="connsiteX104" fmla="*/ 206862 w 407268"/>
                <a:gd name="connsiteY104" fmla="*/ 105208 h 1228663"/>
                <a:gd name="connsiteX105" fmla="*/ 212081 w 407268"/>
                <a:gd name="connsiteY105" fmla="*/ 111538 h 1228663"/>
                <a:gd name="connsiteX106" fmla="*/ 221149 w 407268"/>
                <a:gd name="connsiteY106" fmla="*/ 103925 h 1228663"/>
                <a:gd name="connsiteX107" fmla="*/ 241763 w 407268"/>
                <a:gd name="connsiteY107" fmla="*/ 128646 h 1228663"/>
                <a:gd name="connsiteX108" fmla="*/ 227990 w 407268"/>
                <a:gd name="connsiteY108" fmla="*/ 108886 h 1228663"/>
                <a:gd name="connsiteX109" fmla="*/ 231070 w 407268"/>
                <a:gd name="connsiteY109" fmla="*/ 92121 h 1228663"/>
                <a:gd name="connsiteX110" fmla="*/ 224826 w 407268"/>
                <a:gd name="connsiteY110" fmla="*/ 93318 h 1228663"/>
                <a:gd name="connsiteX111" fmla="*/ 221063 w 407268"/>
                <a:gd name="connsiteY111" fmla="*/ 103840 h 1228663"/>
                <a:gd name="connsiteX112" fmla="*/ 236630 w 407268"/>
                <a:gd name="connsiteY112" fmla="*/ 57220 h 1228663"/>
                <a:gd name="connsiteX113" fmla="*/ 236630 w 407268"/>
                <a:gd name="connsiteY113" fmla="*/ 57220 h 1228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407268" h="1228663">
                  <a:moveTo>
                    <a:pt x="395392" y="118467"/>
                  </a:moveTo>
                  <a:cubicBezTo>
                    <a:pt x="395392" y="118467"/>
                    <a:pt x="391029" y="121546"/>
                    <a:pt x="387951" y="124027"/>
                  </a:cubicBezTo>
                  <a:cubicBezTo>
                    <a:pt x="384870" y="126507"/>
                    <a:pt x="383588" y="130870"/>
                    <a:pt x="380508" y="132067"/>
                  </a:cubicBezTo>
                  <a:cubicBezTo>
                    <a:pt x="377427" y="133265"/>
                    <a:pt x="374949" y="130784"/>
                    <a:pt x="374264" y="135147"/>
                  </a:cubicBezTo>
                  <a:cubicBezTo>
                    <a:pt x="374092" y="136344"/>
                    <a:pt x="373921" y="137798"/>
                    <a:pt x="373750" y="139509"/>
                  </a:cubicBezTo>
                  <a:cubicBezTo>
                    <a:pt x="375120" y="139082"/>
                    <a:pt x="395392" y="132838"/>
                    <a:pt x="395392" y="118381"/>
                  </a:cubicBezTo>
                  <a:lnTo>
                    <a:pt x="395392" y="118381"/>
                  </a:lnTo>
                  <a:close/>
                  <a:moveTo>
                    <a:pt x="236373" y="56964"/>
                  </a:moveTo>
                  <a:cubicBezTo>
                    <a:pt x="255022" y="25913"/>
                    <a:pt x="266825" y="17787"/>
                    <a:pt x="295396" y="5383"/>
                  </a:cubicBezTo>
                  <a:cubicBezTo>
                    <a:pt x="295396" y="5383"/>
                    <a:pt x="310280" y="4785"/>
                    <a:pt x="325250" y="1021"/>
                  </a:cubicBezTo>
                  <a:cubicBezTo>
                    <a:pt x="345267" y="-3941"/>
                    <a:pt x="380508" y="9062"/>
                    <a:pt x="394792" y="42679"/>
                  </a:cubicBezTo>
                  <a:cubicBezTo>
                    <a:pt x="409079" y="76210"/>
                    <a:pt x="409079" y="92976"/>
                    <a:pt x="404716" y="106064"/>
                  </a:cubicBezTo>
                  <a:cubicBezTo>
                    <a:pt x="400354" y="119065"/>
                    <a:pt x="397873" y="129074"/>
                    <a:pt x="390430" y="134035"/>
                  </a:cubicBezTo>
                  <a:cubicBezTo>
                    <a:pt x="383331" y="138825"/>
                    <a:pt x="374520" y="139595"/>
                    <a:pt x="373750" y="139595"/>
                  </a:cubicBezTo>
                  <a:cubicBezTo>
                    <a:pt x="373236" y="144129"/>
                    <a:pt x="372382" y="150202"/>
                    <a:pt x="370586" y="156960"/>
                  </a:cubicBezTo>
                  <a:cubicBezTo>
                    <a:pt x="370243" y="161322"/>
                    <a:pt x="369045" y="166540"/>
                    <a:pt x="366566" y="167224"/>
                  </a:cubicBezTo>
                  <a:cubicBezTo>
                    <a:pt x="362886" y="167224"/>
                    <a:pt x="360065" y="164402"/>
                    <a:pt x="358181" y="165684"/>
                  </a:cubicBezTo>
                  <a:cubicBezTo>
                    <a:pt x="356299" y="166882"/>
                    <a:pt x="351937" y="172528"/>
                    <a:pt x="350740" y="175008"/>
                  </a:cubicBezTo>
                  <a:lnTo>
                    <a:pt x="349458" y="177489"/>
                  </a:lnTo>
                  <a:lnTo>
                    <a:pt x="346378" y="180568"/>
                  </a:lnTo>
                  <a:cubicBezTo>
                    <a:pt x="346378" y="180568"/>
                    <a:pt x="343297" y="181766"/>
                    <a:pt x="341416" y="183049"/>
                  </a:cubicBezTo>
                  <a:cubicBezTo>
                    <a:pt x="339534" y="184246"/>
                    <a:pt x="340133" y="185530"/>
                    <a:pt x="337053" y="189293"/>
                  </a:cubicBezTo>
                  <a:cubicBezTo>
                    <a:pt x="333975" y="192972"/>
                    <a:pt x="325849" y="198617"/>
                    <a:pt x="320288" y="195453"/>
                  </a:cubicBezTo>
                  <a:cubicBezTo>
                    <a:pt x="314728" y="192373"/>
                    <a:pt x="295482" y="181766"/>
                    <a:pt x="290434" y="176804"/>
                  </a:cubicBezTo>
                  <a:cubicBezTo>
                    <a:pt x="285472" y="171844"/>
                    <a:pt x="279228" y="180483"/>
                    <a:pt x="276150" y="184246"/>
                  </a:cubicBezTo>
                  <a:lnTo>
                    <a:pt x="273070" y="188010"/>
                  </a:lnTo>
                  <a:cubicBezTo>
                    <a:pt x="274866" y="196393"/>
                    <a:pt x="276150" y="204947"/>
                    <a:pt x="277090" y="213330"/>
                  </a:cubicBezTo>
                  <a:cubicBezTo>
                    <a:pt x="287868" y="224621"/>
                    <a:pt x="316781" y="255159"/>
                    <a:pt x="320288" y="260719"/>
                  </a:cubicBezTo>
                  <a:cubicBezTo>
                    <a:pt x="324650" y="267562"/>
                    <a:pt x="324650" y="288690"/>
                    <a:pt x="325250" y="293053"/>
                  </a:cubicBezTo>
                  <a:cubicBezTo>
                    <a:pt x="325335" y="293823"/>
                    <a:pt x="326446" y="294079"/>
                    <a:pt x="328073" y="293994"/>
                  </a:cubicBezTo>
                  <a:cubicBezTo>
                    <a:pt x="327987" y="288434"/>
                    <a:pt x="328073" y="280906"/>
                    <a:pt x="327131" y="276886"/>
                  </a:cubicBezTo>
                  <a:cubicBezTo>
                    <a:pt x="325849" y="271326"/>
                    <a:pt x="322169" y="257639"/>
                    <a:pt x="323454" y="250198"/>
                  </a:cubicBezTo>
                  <a:cubicBezTo>
                    <a:pt x="324650" y="242756"/>
                    <a:pt x="322169" y="235913"/>
                    <a:pt x="325335" y="233432"/>
                  </a:cubicBezTo>
                  <a:cubicBezTo>
                    <a:pt x="328413" y="230951"/>
                    <a:pt x="329098" y="228471"/>
                    <a:pt x="329098" y="225990"/>
                  </a:cubicBezTo>
                  <a:cubicBezTo>
                    <a:pt x="329098" y="223509"/>
                    <a:pt x="329098" y="223509"/>
                    <a:pt x="330980" y="221029"/>
                  </a:cubicBezTo>
                  <a:cubicBezTo>
                    <a:pt x="332862" y="218548"/>
                    <a:pt x="332264" y="217265"/>
                    <a:pt x="330980" y="214185"/>
                  </a:cubicBezTo>
                  <a:cubicBezTo>
                    <a:pt x="329783" y="211106"/>
                    <a:pt x="332862" y="207941"/>
                    <a:pt x="334060" y="205461"/>
                  </a:cubicBezTo>
                  <a:cubicBezTo>
                    <a:pt x="335343" y="202980"/>
                    <a:pt x="334658" y="195538"/>
                    <a:pt x="335343" y="193057"/>
                  </a:cubicBezTo>
                  <a:cubicBezTo>
                    <a:pt x="335942" y="190577"/>
                    <a:pt x="340305" y="186813"/>
                    <a:pt x="344667" y="189379"/>
                  </a:cubicBezTo>
                  <a:cubicBezTo>
                    <a:pt x="350398" y="192630"/>
                    <a:pt x="348430" y="198703"/>
                    <a:pt x="349030" y="200585"/>
                  </a:cubicBezTo>
                  <a:cubicBezTo>
                    <a:pt x="349627" y="202466"/>
                    <a:pt x="358352" y="198104"/>
                    <a:pt x="361433" y="202466"/>
                  </a:cubicBezTo>
                  <a:cubicBezTo>
                    <a:pt x="364513" y="206829"/>
                    <a:pt x="372639" y="218633"/>
                    <a:pt x="375120" y="224194"/>
                  </a:cubicBezTo>
                  <a:cubicBezTo>
                    <a:pt x="377599" y="229753"/>
                    <a:pt x="380080" y="232234"/>
                    <a:pt x="379482" y="237281"/>
                  </a:cubicBezTo>
                  <a:cubicBezTo>
                    <a:pt x="379482" y="237281"/>
                    <a:pt x="380765" y="242841"/>
                    <a:pt x="378284" y="246006"/>
                  </a:cubicBezTo>
                  <a:cubicBezTo>
                    <a:pt x="375803" y="249085"/>
                    <a:pt x="377684" y="254047"/>
                    <a:pt x="375205" y="257212"/>
                  </a:cubicBezTo>
                  <a:cubicBezTo>
                    <a:pt x="372724" y="260291"/>
                    <a:pt x="367163" y="269615"/>
                    <a:pt x="365281" y="273978"/>
                  </a:cubicBezTo>
                  <a:cubicBezTo>
                    <a:pt x="363657" y="277742"/>
                    <a:pt x="364342" y="287151"/>
                    <a:pt x="362544" y="293994"/>
                  </a:cubicBezTo>
                  <a:cubicBezTo>
                    <a:pt x="367848" y="301436"/>
                    <a:pt x="371526" y="317346"/>
                    <a:pt x="372039" y="328637"/>
                  </a:cubicBezTo>
                  <a:cubicBezTo>
                    <a:pt x="372639" y="341040"/>
                    <a:pt x="367077" y="355325"/>
                    <a:pt x="370158" y="375256"/>
                  </a:cubicBezTo>
                  <a:cubicBezTo>
                    <a:pt x="373236" y="395102"/>
                    <a:pt x="369558" y="396385"/>
                    <a:pt x="363314" y="418710"/>
                  </a:cubicBezTo>
                  <a:cubicBezTo>
                    <a:pt x="357070" y="441122"/>
                    <a:pt x="355274" y="454124"/>
                    <a:pt x="350911" y="457888"/>
                  </a:cubicBezTo>
                  <a:cubicBezTo>
                    <a:pt x="346549" y="461566"/>
                    <a:pt x="342186" y="467810"/>
                    <a:pt x="336627" y="468409"/>
                  </a:cubicBezTo>
                  <a:cubicBezTo>
                    <a:pt x="331237" y="469008"/>
                    <a:pt x="321658" y="468409"/>
                    <a:pt x="318320" y="470120"/>
                  </a:cubicBezTo>
                  <a:lnTo>
                    <a:pt x="318063" y="470291"/>
                  </a:lnTo>
                  <a:cubicBezTo>
                    <a:pt x="314985" y="472173"/>
                    <a:pt x="313701" y="550442"/>
                    <a:pt x="310023" y="575248"/>
                  </a:cubicBezTo>
                  <a:cubicBezTo>
                    <a:pt x="308056" y="588592"/>
                    <a:pt x="307970" y="612030"/>
                    <a:pt x="307885" y="632132"/>
                  </a:cubicBezTo>
                  <a:cubicBezTo>
                    <a:pt x="308655" y="650522"/>
                    <a:pt x="308912" y="666604"/>
                    <a:pt x="306260" y="667802"/>
                  </a:cubicBezTo>
                  <a:cubicBezTo>
                    <a:pt x="303180" y="675842"/>
                    <a:pt x="296336" y="673362"/>
                    <a:pt x="292573" y="672763"/>
                  </a:cubicBezTo>
                  <a:cubicBezTo>
                    <a:pt x="288810" y="672164"/>
                    <a:pt x="280170" y="756592"/>
                    <a:pt x="277090" y="801329"/>
                  </a:cubicBezTo>
                  <a:cubicBezTo>
                    <a:pt x="274011" y="846066"/>
                    <a:pt x="262206" y="928697"/>
                    <a:pt x="252883" y="977112"/>
                  </a:cubicBezTo>
                  <a:cubicBezTo>
                    <a:pt x="243559" y="1025528"/>
                    <a:pt x="239196" y="1034851"/>
                    <a:pt x="237315" y="1052302"/>
                  </a:cubicBezTo>
                  <a:cubicBezTo>
                    <a:pt x="235433" y="1069666"/>
                    <a:pt x="231755" y="1087715"/>
                    <a:pt x="229872" y="1092077"/>
                  </a:cubicBezTo>
                  <a:cubicBezTo>
                    <a:pt x="227990" y="1096440"/>
                    <a:pt x="219351" y="1110127"/>
                    <a:pt x="218068" y="1117569"/>
                  </a:cubicBezTo>
                  <a:cubicBezTo>
                    <a:pt x="216872" y="1125010"/>
                    <a:pt x="223030" y="1147336"/>
                    <a:pt x="220549" y="1150501"/>
                  </a:cubicBezTo>
                  <a:cubicBezTo>
                    <a:pt x="218068" y="1153580"/>
                    <a:pt x="205665" y="1156745"/>
                    <a:pt x="202499" y="1157344"/>
                  </a:cubicBezTo>
                  <a:cubicBezTo>
                    <a:pt x="199421" y="1157943"/>
                    <a:pt x="200019" y="1167866"/>
                    <a:pt x="211225" y="1175393"/>
                  </a:cubicBezTo>
                  <a:cubicBezTo>
                    <a:pt x="222431" y="1182835"/>
                    <a:pt x="238597" y="1199002"/>
                    <a:pt x="285729" y="1200884"/>
                  </a:cubicBezTo>
                  <a:cubicBezTo>
                    <a:pt x="285729" y="1200884"/>
                    <a:pt x="296250" y="1200285"/>
                    <a:pt x="297535" y="1208925"/>
                  </a:cubicBezTo>
                  <a:cubicBezTo>
                    <a:pt x="298817" y="1217650"/>
                    <a:pt x="301298" y="1216965"/>
                    <a:pt x="298817" y="1217650"/>
                  </a:cubicBezTo>
                  <a:cubicBezTo>
                    <a:pt x="296336" y="1218248"/>
                    <a:pt x="279571" y="1231336"/>
                    <a:pt x="211225" y="1228171"/>
                  </a:cubicBezTo>
                  <a:cubicBezTo>
                    <a:pt x="211225" y="1228171"/>
                    <a:pt x="185135" y="1223210"/>
                    <a:pt x="177095" y="1223808"/>
                  </a:cubicBezTo>
                  <a:cubicBezTo>
                    <a:pt x="169054" y="1224407"/>
                    <a:pt x="165888" y="1227572"/>
                    <a:pt x="154770" y="1227572"/>
                  </a:cubicBezTo>
                  <a:cubicBezTo>
                    <a:pt x="143649" y="1227572"/>
                    <a:pt x="108149" y="1229454"/>
                    <a:pt x="102590" y="1225690"/>
                  </a:cubicBezTo>
                  <a:cubicBezTo>
                    <a:pt x="97031" y="1222012"/>
                    <a:pt x="100109" y="1208326"/>
                    <a:pt x="100109" y="1203963"/>
                  </a:cubicBezTo>
                  <a:cubicBezTo>
                    <a:pt x="100109" y="1199601"/>
                    <a:pt x="100109" y="1182236"/>
                    <a:pt x="100708" y="1175992"/>
                  </a:cubicBezTo>
                  <a:cubicBezTo>
                    <a:pt x="100708" y="1175992"/>
                    <a:pt x="95147" y="1176590"/>
                    <a:pt x="87620" y="1188395"/>
                  </a:cubicBezTo>
                  <a:cubicBezTo>
                    <a:pt x="80178" y="1200199"/>
                    <a:pt x="83943" y="1198318"/>
                    <a:pt x="86338" y="1205161"/>
                  </a:cubicBezTo>
                  <a:cubicBezTo>
                    <a:pt x="88817" y="1212004"/>
                    <a:pt x="91298" y="1217564"/>
                    <a:pt x="89502" y="1221328"/>
                  </a:cubicBezTo>
                  <a:cubicBezTo>
                    <a:pt x="87620" y="1225006"/>
                    <a:pt x="86338" y="1227572"/>
                    <a:pt x="86338" y="1227572"/>
                  </a:cubicBezTo>
                  <a:lnTo>
                    <a:pt x="4305" y="1227572"/>
                  </a:lnTo>
                  <a:cubicBezTo>
                    <a:pt x="4305" y="1227572"/>
                    <a:pt x="3023" y="1199002"/>
                    <a:pt x="3706" y="1182835"/>
                  </a:cubicBezTo>
                  <a:cubicBezTo>
                    <a:pt x="4305" y="1166668"/>
                    <a:pt x="11149" y="1056066"/>
                    <a:pt x="10549" y="1035023"/>
                  </a:cubicBezTo>
                  <a:cubicBezTo>
                    <a:pt x="9950" y="1013895"/>
                    <a:pt x="4990" y="980363"/>
                    <a:pt x="23551" y="916379"/>
                  </a:cubicBezTo>
                  <a:cubicBezTo>
                    <a:pt x="23551" y="916379"/>
                    <a:pt x="28513" y="895251"/>
                    <a:pt x="28513" y="889092"/>
                  </a:cubicBezTo>
                  <a:cubicBezTo>
                    <a:pt x="28513" y="882934"/>
                    <a:pt x="55201" y="856759"/>
                    <a:pt x="55886" y="846836"/>
                  </a:cubicBezTo>
                  <a:cubicBezTo>
                    <a:pt x="56485" y="836913"/>
                    <a:pt x="51523" y="824510"/>
                    <a:pt x="54687" y="818266"/>
                  </a:cubicBezTo>
                  <a:cubicBezTo>
                    <a:pt x="57767" y="812021"/>
                    <a:pt x="59649" y="806461"/>
                    <a:pt x="60248" y="799019"/>
                  </a:cubicBezTo>
                  <a:cubicBezTo>
                    <a:pt x="60848" y="791577"/>
                    <a:pt x="61531" y="769166"/>
                    <a:pt x="61531" y="761125"/>
                  </a:cubicBezTo>
                  <a:cubicBezTo>
                    <a:pt x="61531" y="753084"/>
                    <a:pt x="59649" y="687219"/>
                    <a:pt x="59649" y="677211"/>
                  </a:cubicBezTo>
                  <a:cubicBezTo>
                    <a:pt x="59649" y="675158"/>
                    <a:pt x="59649" y="671223"/>
                    <a:pt x="59478" y="666091"/>
                  </a:cubicBezTo>
                  <a:cubicBezTo>
                    <a:pt x="58195" y="665492"/>
                    <a:pt x="57510" y="664038"/>
                    <a:pt x="57168" y="661728"/>
                  </a:cubicBezTo>
                  <a:cubicBezTo>
                    <a:pt x="56911" y="659419"/>
                    <a:pt x="57767" y="655741"/>
                    <a:pt x="58964" y="651977"/>
                  </a:cubicBezTo>
                  <a:cubicBezTo>
                    <a:pt x="58878" y="648726"/>
                    <a:pt x="58709" y="645390"/>
                    <a:pt x="58538" y="642140"/>
                  </a:cubicBezTo>
                  <a:cubicBezTo>
                    <a:pt x="57254" y="642225"/>
                    <a:pt x="55886" y="641883"/>
                    <a:pt x="54601" y="640686"/>
                  </a:cubicBezTo>
                  <a:cubicBezTo>
                    <a:pt x="50838" y="637008"/>
                    <a:pt x="49641" y="632645"/>
                    <a:pt x="52122" y="625802"/>
                  </a:cubicBezTo>
                  <a:cubicBezTo>
                    <a:pt x="53833" y="621012"/>
                    <a:pt x="55886" y="617761"/>
                    <a:pt x="56911" y="613655"/>
                  </a:cubicBezTo>
                  <a:cubicBezTo>
                    <a:pt x="56571" y="609292"/>
                    <a:pt x="56228" y="606213"/>
                    <a:pt x="55800" y="605272"/>
                  </a:cubicBezTo>
                  <a:cubicBezTo>
                    <a:pt x="53918" y="600311"/>
                    <a:pt x="3023" y="586625"/>
                    <a:pt x="542" y="579782"/>
                  </a:cubicBezTo>
                  <a:cubicBezTo>
                    <a:pt x="-1939" y="572938"/>
                    <a:pt x="4904" y="565496"/>
                    <a:pt x="4904" y="553692"/>
                  </a:cubicBezTo>
                  <a:cubicBezTo>
                    <a:pt x="4904" y="541888"/>
                    <a:pt x="16708" y="484148"/>
                    <a:pt x="26632" y="447452"/>
                  </a:cubicBezTo>
                  <a:cubicBezTo>
                    <a:pt x="36554" y="410755"/>
                    <a:pt x="37836" y="338132"/>
                    <a:pt x="37836" y="308963"/>
                  </a:cubicBezTo>
                  <a:cubicBezTo>
                    <a:pt x="37836" y="279794"/>
                    <a:pt x="55886" y="191603"/>
                    <a:pt x="79495" y="151143"/>
                  </a:cubicBezTo>
                  <a:cubicBezTo>
                    <a:pt x="103104" y="110768"/>
                    <a:pt x="138516" y="102043"/>
                    <a:pt x="181371" y="119493"/>
                  </a:cubicBezTo>
                  <a:cubicBezTo>
                    <a:pt x="181371" y="119493"/>
                    <a:pt x="199421" y="118895"/>
                    <a:pt x="201902" y="112650"/>
                  </a:cubicBezTo>
                  <a:cubicBezTo>
                    <a:pt x="204381" y="106491"/>
                    <a:pt x="206862" y="105208"/>
                    <a:pt x="206862" y="105208"/>
                  </a:cubicBezTo>
                  <a:cubicBezTo>
                    <a:pt x="206862" y="105208"/>
                    <a:pt x="208829" y="107090"/>
                    <a:pt x="212081" y="111538"/>
                  </a:cubicBezTo>
                  <a:cubicBezTo>
                    <a:pt x="215587" y="111025"/>
                    <a:pt x="220720" y="109827"/>
                    <a:pt x="221149" y="103925"/>
                  </a:cubicBezTo>
                  <a:cubicBezTo>
                    <a:pt x="221149" y="103925"/>
                    <a:pt x="230728" y="114019"/>
                    <a:pt x="241763" y="128646"/>
                  </a:cubicBezTo>
                  <a:cubicBezTo>
                    <a:pt x="236204" y="119322"/>
                    <a:pt x="231070" y="111367"/>
                    <a:pt x="227990" y="108886"/>
                  </a:cubicBezTo>
                  <a:cubicBezTo>
                    <a:pt x="227990" y="108886"/>
                    <a:pt x="233551" y="105807"/>
                    <a:pt x="231070" y="92121"/>
                  </a:cubicBezTo>
                  <a:cubicBezTo>
                    <a:pt x="231070" y="92121"/>
                    <a:pt x="227393" y="87758"/>
                    <a:pt x="224826" y="93318"/>
                  </a:cubicBezTo>
                  <a:cubicBezTo>
                    <a:pt x="222345" y="98878"/>
                    <a:pt x="221063" y="103840"/>
                    <a:pt x="221063" y="103840"/>
                  </a:cubicBezTo>
                  <a:cubicBezTo>
                    <a:pt x="221063" y="103840"/>
                    <a:pt x="217983" y="88357"/>
                    <a:pt x="236630" y="57220"/>
                  </a:cubicBezTo>
                  <a:lnTo>
                    <a:pt x="236630" y="57220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7B3F512-778E-91DF-4EA5-79C85505082F}"/>
                </a:ext>
              </a:extLst>
            </p:cNvPr>
            <p:cNvSpPr/>
            <p:nvPr/>
          </p:nvSpPr>
          <p:spPr>
            <a:xfrm>
              <a:off x="14374732" y="5649552"/>
              <a:ext cx="464958" cy="1259760"/>
            </a:xfrm>
            <a:custGeom>
              <a:avLst/>
              <a:gdLst>
                <a:gd name="connsiteX0" fmla="*/ 307945 w 464958"/>
                <a:gd name="connsiteY0" fmla="*/ 234570 h 1259760"/>
                <a:gd name="connsiteX1" fmla="*/ 299477 w 464958"/>
                <a:gd name="connsiteY1" fmla="*/ 223535 h 1259760"/>
                <a:gd name="connsiteX2" fmla="*/ 305378 w 464958"/>
                <a:gd name="connsiteY2" fmla="*/ 231918 h 1259760"/>
                <a:gd name="connsiteX3" fmla="*/ 297509 w 464958"/>
                <a:gd name="connsiteY3" fmla="*/ 244406 h 1259760"/>
                <a:gd name="connsiteX4" fmla="*/ 296824 w 464958"/>
                <a:gd name="connsiteY4" fmla="*/ 267331 h 1259760"/>
                <a:gd name="connsiteX5" fmla="*/ 295371 w 464958"/>
                <a:gd name="connsiteY5" fmla="*/ 270154 h 1259760"/>
                <a:gd name="connsiteX6" fmla="*/ 300759 w 464958"/>
                <a:gd name="connsiteY6" fmla="*/ 254928 h 1259760"/>
                <a:gd name="connsiteX7" fmla="*/ 307945 w 464958"/>
                <a:gd name="connsiteY7" fmla="*/ 234570 h 1259760"/>
                <a:gd name="connsiteX8" fmla="*/ 307945 w 464958"/>
                <a:gd name="connsiteY8" fmla="*/ 234570 h 1259760"/>
                <a:gd name="connsiteX9" fmla="*/ 278434 w 464958"/>
                <a:gd name="connsiteY9" fmla="*/ 295474 h 1259760"/>
                <a:gd name="connsiteX10" fmla="*/ 273900 w 464958"/>
                <a:gd name="connsiteY10" fmla="*/ 307877 h 1259760"/>
                <a:gd name="connsiteX11" fmla="*/ 286474 w 464958"/>
                <a:gd name="connsiteY11" fmla="*/ 282215 h 1259760"/>
                <a:gd name="connsiteX12" fmla="*/ 278434 w 464958"/>
                <a:gd name="connsiteY12" fmla="*/ 295474 h 1259760"/>
                <a:gd name="connsiteX13" fmla="*/ 278434 w 464958"/>
                <a:gd name="connsiteY13" fmla="*/ 295474 h 1259760"/>
                <a:gd name="connsiteX14" fmla="*/ 237204 w 464958"/>
                <a:gd name="connsiteY14" fmla="*/ 107115 h 1259760"/>
                <a:gd name="connsiteX15" fmla="*/ 230103 w 464958"/>
                <a:gd name="connsiteY15" fmla="*/ 100700 h 1259760"/>
                <a:gd name="connsiteX16" fmla="*/ 224201 w 464958"/>
                <a:gd name="connsiteY16" fmla="*/ 110537 h 1259760"/>
                <a:gd name="connsiteX17" fmla="*/ 231302 w 464958"/>
                <a:gd name="connsiteY17" fmla="*/ 126533 h 1259760"/>
                <a:gd name="connsiteX18" fmla="*/ 236690 w 464958"/>
                <a:gd name="connsiteY18" fmla="*/ 117380 h 1259760"/>
                <a:gd name="connsiteX19" fmla="*/ 237204 w 464958"/>
                <a:gd name="connsiteY19" fmla="*/ 107030 h 1259760"/>
                <a:gd name="connsiteX20" fmla="*/ 237204 w 464958"/>
                <a:gd name="connsiteY20" fmla="*/ 107030 h 1259760"/>
                <a:gd name="connsiteX21" fmla="*/ 226426 w 464958"/>
                <a:gd name="connsiteY21" fmla="*/ 501025 h 1259760"/>
                <a:gd name="connsiteX22" fmla="*/ 228393 w 464958"/>
                <a:gd name="connsiteY22" fmla="*/ 499742 h 1259760"/>
                <a:gd name="connsiteX23" fmla="*/ 226426 w 464958"/>
                <a:gd name="connsiteY23" fmla="*/ 501025 h 1259760"/>
                <a:gd name="connsiteX24" fmla="*/ 226426 w 464958"/>
                <a:gd name="connsiteY24" fmla="*/ 501025 h 1259760"/>
                <a:gd name="connsiteX25" fmla="*/ 411020 w 464958"/>
                <a:gd name="connsiteY25" fmla="*/ 512060 h 1259760"/>
                <a:gd name="connsiteX26" fmla="*/ 408368 w 464958"/>
                <a:gd name="connsiteY26" fmla="*/ 510948 h 1259760"/>
                <a:gd name="connsiteX27" fmla="*/ 406743 w 464958"/>
                <a:gd name="connsiteY27" fmla="*/ 510948 h 1259760"/>
                <a:gd name="connsiteX28" fmla="*/ 411020 w 464958"/>
                <a:gd name="connsiteY28" fmla="*/ 512060 h 1259760"/>
                <a:gd name="connsiteX29" fmla="*/ 411020 w 464958"/>
                <a:gd name="connsiteY29" fmla="*/ 512060 h 1259760"/>
                <a:gd name="connsiteX30" fmla="*/ 385273 w 464958"/>
                <a:gd name="connsiteY30" fmla="*/ 163743 h 1259760"/>
                <a:gd name="connsiteX31" fmla="*/ 391175 w 464958"/>
                <a:gd name="connsiteY31" fmla="*/ 166993 h 1259760"/>
                <a:gd name="connsiteX32" fmla="*/ 408882 w 464958"/>
                <a:gd name="connsiteY32" fmla="*/ 185983 h 1259760"/>
                <a:gd name="connsiteX33" fmla="*/ 415467 w 464958"/>
                <a:gd name="connsiteY33" fmla="*/ 195136 h 1259760"/>
                <a:gd name="connsiteX34" fmla="*/ 453448 w 464958"/>
                <a:gd name="connsiteY34" fmla="*/ 254072 h 1259760"/>
                <a:gd name="connsiteX35" fmla="*/ 464566 w 464958"/>
                <a:gd name="connsiteY35" fmla="*/ 363478 h 1259760"/>
                <a:gd name="connsiteX36" fmla="*/ 459349 w 464958"/>
                <a:gd name="connsiteY36" fmla="*/ 407359 h 1259760"/>
                <a:gd name="connsiteX37" fmla="*/ 446090 w 464958"/>
                <a:gd name="connsiteY37" fmla="*/ 462361 h 1259760"/>
                <a:gd name="connsiteX38" fmla="*/ 442327 w 464958"/>
                <a:gd name="connsiteY38" fmla="*/ 471599 h 1259760"/>
                <a:gd name="connsiteX39" fmla="*/ 426587 w 464958"/>
                <a:gd name="connsiteY39" fmla="*/ 494524 h 1259760"/>
                <a:gd name="connsiteX40" fmla="*/ 426245 w 464958"/>
                <a:gd name="connsiteY40" fmla="*/ 495807 h 1259760"/>
                <a:gd name="connsiteX41" fmla="*/ 425305 w 464958"/>
                <a:gd name="connsiteY41" fmla="*/ 507612 h 1259760"/>
                <a:gd name="connsiteX42" fmla="*/ 418633 w 464958"/>
                <a:gd name="connsiteY42" fmla="*/ 514284 h 1259760"/>
                <a:gd name="connsiteX43" fmla="*/ 414698 w 464958"/>
                <a:gd name="connsiteY43" fmla="*/ 526602 h 1259760"/>
                <a:gd name="connsiteX44" fmla="*/ 420600 w 464958"/>
                <a:gd name="connsiteY44" fmla="*/ 535925 h 1259760"/>
                <a:gd name="connsiteX45" fmla="*/ 422567 w 464958"/>
                <a:gd name="connsiteY45" fmla="*/ 598369 h 1259760"/>
                <a:gd name="connsiteX46" fmla="*/ 398530 w 464958"/>
                <a:gd name="connsiteY46" fmla="*/ 682369 h 1259760"/>
                <a:gd name="connsiteX47" fmla="*/ 404434 w 464958"/>
                <a:gd name="connsiteY47" fmla="*/ 703497 h 1259760"/>
                <a:gd name="connsiteX48" fmla="*/ 399814 w 464958"/>
                <a:gd name="connsiteY48" fmla="*/ 718809 h 1259760"/>
                <a:gd name="connsiteX49" fmla="*/ 399557 w 464958"/>
                <a:gd name="connsiteY49" fmla="*/ 720178 h 1259760"/>
                <a:gd name="connsiteX50" fmla="*/ 407426 w 464958"/>
                <a:gd name="connsiteY50" fmla="*/ 739852 h 1259760"/>
                <a:gd name="connsiteX51" fmla="*/ 407426 w 464958"/>
                <a:gd name="connsiteY51" fmla="*/ 769790 h 1259760"/>
                <a:gd name="connsiteX52" fmla="*/ 408882 w 464958"/>
                <a:gd name="connsiteY52" fmla="*/ 837623 h 1259760"/>
                <a:gd name="connsiteX53" fmla="*/ 426073 w 464958"/>
                <a:gd name="connsiteY53" fmla="*/ 920682 h 1259760"/>
                <a:gd name="connsiteX54" fmla="*/ 437879 w 464958"/>
                <a:gd name="connsiteY54" fmla="*/ 1056348 h 1259760"/>
                <a:gd name="connsiteX55" fmla="*/ 434458 w 464958"/>
                <a:gd name="connsiteY55" fmla="*/ 1134017 h 1259760"/>
                <a:gd name="connsiteX56" fmla="*/ 438904 w 464958"/>
                <a:gd name="connsiteY56" fmla="*/ 1156600 h 1259760"/>
                <a:gd name="connsiteX57" fmla="*/ 443781 w 464958"/>
                <a:gd name="connsiteY57" fmla="*/ 1196376 h 1259760"/>
                <a:gd name="connsiteX58" fmla="*/ 448229 w 464958"/>
                <a:gd name="connsiteY58" fmla="*/ 1216050 h 1259760"/>
                <a:gd name="connsiteX59" fmla="*/ 443353 w 464958"/>
                <a:gd name="connsiteY59" fmla="*/ 1217076 h 1259760"/>
                <a:gd name="connsiteX60" fmla="*/ 444380 w 464958"/>
                <a:gd name="connsiteY60" fmla="*/ 1230848 h 1259760"/>
                <a:gd name="connsiteX61" fmla="*/ 444380 w 464958"/>
                <a:gd name="connsiteY61" fmla="*/ 1237692 h 1259760"/>
                <a:gd name="connsiteX62" fmla="*/ 444894 w 464958"/>
                <a:gd name="connsiteY62" fmla="*/ 1256339 h 1259760"/>
                <a:gd name="connsiteX63" fmla="*/ 246869 w 464958"/>
                <a:gd name="connsiteY63" fmla="*/ 1259760 h 1259760"/>
                <a:gd name="connsiteX64" fmla="*/ 210003 w 464958"/>
                <a:gd name="connsiteY64" fmla="*/ 1252404 h 1259760"/>
                <a:gd name="connsiteX65" fmla="*/ 214449 w 464958"/>
                <a:gd name="connsiteY65" fmla="*/ 1236665 h 1259760"/>
                <a:gd name="connsiteX66" fmla="*/ 247382 w 464958"/>
                <a:gd name="connsiteY66" fmla="*/ 1233243 h 1259760"/>
                <a:gd name="connsiteX67" fmla="*/ 261667 w 464958"/>
                <a:gd name="connsiteY67" fmla="*/ 1230335 h 1259760"/>
                <a:gd name="connsiteX68" fmla="*/ 289724 w 464958"/>
                <a:gd name="connsiteY68" fmla="*/ 1216563 h 1259760"/>
                <a:gd name="connsiteX69" fmla="*/ 296139 w 464958"/>
                <a:gd name="connsiteY69" fmla="*/ 1208180 h 1259760"/>
                <a:gd name="connsiteX70" fmla="*/ 302983 w 464958"/>
                <a:gd name="connsiteY70" fmla="*/ 1162502 h 1259760"/>
                <a:gd name="connsiteX71" fmla="*/ 311794 w 464958"/>
                <a:gd name="connsiteY71" fmla="*/ 1111435 h 1259760"/>
                <a:gd name="connsiteX72" fmla="*/ 308373 w 464958"/>
                <a:gd name="connsiteY72" fmla="*/ 1098690 h 1259760"/>
                <a:gd name="connsiteX73" fmla="*/ 296568 w 464958"/>
                <a:gd name="connsiteY73" fmla="*/ 1050018 h 1259760"/>
                <a:gd name="connsiteX74" fmla="*/ 269024 w 464958"/>
                <a:gd name="connsiteY74" fmla="*/ 910931 h 1259760"/>
                <a:gd name="connsiteX75" fmla="*/ 252344 w 464958"/>
                <a:gd name="connsiteY75" fmla="*/ 802295 h 1259760"/>
                <a:gd name="connsiteX76" fmla="*/ 241052 w 464958"/>
                <a:gd name="connsiteY76" fmla="*/ 735489 h 1259760"/>
                <a:gd name="connsiteX77" fmla="*/ 237632 w 464958"/>
                <a:gd name="connsiteY77" fmla="*/ 729587 h 1259760"/>
                <a:gd name="connsiteX78" fmla="*/ 240111 w 464958"/>
                <a:gd name="connsiteY78" fmla="*/ 685363 h 1259760"/>
                <a:gd name="connsiteX79" fmla="*/ 230788 w 464958"/>
                <a:gd name="connsiteY79" fmla="*/ 631815 h 1259760"/>
                <a:gd name="connsiteX80" fmla="*/ 229333 w 464958"/>
                <a:gd name="connsiteY80" fmla="*/ 563041 h 1259760"/>
                <a:gd name="connsiteX81" fmla="*/ 227365 w 464958"/>
                <a:gd name="connsiteY81" fmla="*/ 520784 h 1259760"/>
                <a:gd name="connsiteX82" fmla="*/ 225826 w 464958"/>
                <a:gd name="connsiteY82" fmla="*/ 517705 h 1259760"/>
                <a:gd name="connsiteX83" fmla="*/ 223431 w 464958"/>
                <a:gd name="connsiteY83" fmla="*/ 514883 h 1259760"/>
                <a:gd name="connsiteX84" fmla="*/ 224373 w 464958"/>
                <a:gd name="connsiteY84" fmla="*/ 512316 h 1259760"/>
                <a:gd name="connsiteX85" fmla="*/ 224373 w 464958"/>
                <a:gd name="connsiteY85" fmla="*/ 506329 h 1259760"/>
                <a:gd name="connsiteX86" fmla="*/ 213423 w 464958"/>
                <a:gd name="connsiteY86" fmla="*/ 503163 h 1259760"/>
                <a:gd name="connsiteX87" fmla="*/ 202988 w 464958"/>
                <a:gd name="connsiteY87" fmla="*/ 523351 h 1259760"/>
                <a:gd name="connsiteX88" fmla="*/ 201703 w 464958"/>
                <a:gd name="connsiteY88" fmla="*/ 510862 h 1259760"/>
                <a:gd name="connsiteX89" fmla="*/ 202988 w 464958"/>
                <a:gd name="connsiteY89" fmla="*/ 493155 h 1259760"/>
                <a:gd name="connsiteX90" fmla="*/ 219068 w 464958"/>
                <a:gd name="connsiteY90" fmla="*/ 450044 h 1259760"/>
                <a:gd name="connsiteX91" fmla="*/ 192552 w 464958"/>
                <a:gd name="connsiteY91" fmla="*/ 432251 h 1259760"/>
                <a:gd name="connsiteX92" fmla="*/ 162442 w 464958"/>
                <a:gd name="connsiteY92" fmla="*/ 418479 h 1259760"/>
                <a:gd name="connsiteX93" fmla="*/ 128995 w 464958"/>
                <a:gd name="connsiteY93" fmla="*/ 387001 h 1259760"/>
                <a:gd name="connsiteX94" fmla="*/ 115909 w 464958"/>
                <a:gd name="connsiteY94" fmla="*/ 373913 h 1259760"/>
                <a:gd name="connsiteX95" fmla="*/ 94267 w 464958"/>
                <a:gd name="connsiteY95" fmla="*/ 354239 h 1259760"/>
                <a:gd name="connsiteX96" fmla="*/ 110605 w 464958"/>
                <a:gd name="connsiteY96" fmla="*/ 325412 h 1259760"/>
                <a:gd name="connsiteX97" fmla="*/ 114025 w 464958"/>
                <a:gd name="connsiteY97" fmla="*/ 326610 h 1259760"/>
                <a:gd name="connsiteX98" fmla="*/ 112658 w 464958"/>
                <a:gd name="connsiteY98" fmla="*/ 324814 h 1259760"/>
                <a:gd name="connsiteX99" fmla="*/ 101879 w 464958"/>
                <a:gd name="connsiteY99" fmla="*/ 316431 h 1259760"/>
                <a:gd name="connsiteX100" fmla="*/ 86910 w 464958"/>
                <a:gd name="connsiteY100" fmla="*/ 314207 h 1259760"/>
                <a:gd name="connsiteX101" fmla="*/ 61591 w 464958"/>
                <a:gd name="connsiteY101" fmla="*/ 306337 h 1259760"/>
                <a:gd name="connsiteX102" fmla="*/ 20360 w 464958"/>
                <a:gd name="connsiteY102" fmla="*/ 288117 h 1259760"/>
                <a:gd name="connsiteX103" fmla="*/ 16939 w 464958"/>
                <a:gd name="connsiteY103" fmla="*/ 281702 h 1259760"/>
                <a:gd name="connsiteX104" fmla="*/ 43712 w 464958"/>
                <a:gd name="connsiteY104" fmla="*/ 289314 h 1259760"/>
                <a:gd name="connsiteX105" fmla="*/ 48417 w 464958"/>
                <a:gd name="connsiteY105" fmla="*/ 284610 h 1259760"/>
                <a:gd name="connsiteX106" fmla="*/ 21131 w 464958"/>
                <a:gd name="connsiteY106" fmla="*/ 275030 h 1259760"/>
                <a:gd name="connsiteX107" fmla="*/ 771 w 464958"/>
                <a:gd name="connsiteY107" fmla="*/ 267160 h 1259760"/>
                <a:gd name="connsiteX108" fmla="*/ 2995 w 464958"/>
                <a:gd name="connsiteY108" fmla="*/ 262541 h 1259760"/>
                <a:gd name="connsiteX109" fmla="*/ 14287 w 464958"/>
                <a:gd name="connsiteY109" fmla="*/ 262797 h 1259760"/>
                <a:gd name="connsiteX110" fmla="*/ 11549 w 464958"/>
                <a:gd name="connsiteY110" fmla="*/ 260573 h 1259760"/>
                <a:gd name="connsiteX111" fmla="*/ 260 w 464958"/>
                <a:gd name="connsiteY111" fmla="*/ 253217 h 1259760"/>
                <a:gd name="connsiteX112" fmla="*/ 8813 w 464958"/>
                <a:gd name="connsiteY112" fmla="*/ 250737 h 1259760"/>
                <a:gd name="connsiteX113" fmla="*/ 16939 w 464958"/>
                <a:gd name="connsiteY113" fmla="*/ 249795 h 1259760"/>
                <a:gd name="connsiteX114" fmla="*/ 14715 w 464958"/>
                <a:gd name="connsiteY114" fmla="*/ 243380 h 1259760"/>
                <a:gd name="connsiteX115" fmla="*/ 44226 w 464958"/>
                <a:gd name="connsiteY115" fmla="*/ 244321 h 1259760"/>
                <a:gd name="connsiteX116" fmla="*/ 53550 w 464958"/>
                <a:gd name="connsiteY116" fmla="*/ 246288 h 1259760"/>
                <a:gd name="connsiteX117" fmla="*/ 69288 w 464958"/>
                <a:gd name="connsiteY117" fmla="*/ 249282 h 1259760"/>
                <a:gd name="connsiteX118" fmla="*/ 83061 w 464958"/>
                <a:gd name="connsiteY118" fmla="*/ 254671 h 1259760"/>
                <a:gd name="connsiteX119" fmla="*/ 84515 w 464958"/>
                <a:gd name="connsiteY119" fmla="*/ 247315 h 1259760"/>
                <a:gd name="connsiteX120" fmla="*/ 75704 w 464958"/>
                <a:gd name="connsiteY120" fmla="*/ 234997 h 1259760"/>
                <a:gd name="connsiteX121" fmla="*/ 75704 w 464958"/>
                <a:gd name="connsiteY121" fmla="*/ 222765 h 1259760"/>
                <a:gd name="connsiteX122" fmla="*/ 81094 w 464958"/>
                <a:gd name="connsiteY122" fmla="*/ 224732 h 1259760"/>
                <a:gd name="connsiteX123" fmla="*/ 90416 w 464958"/>
                <a:gd name="connsiteY123" fmla="*/ 237991 h 1259760"/>
                <a:gd name="connsiteX124" fmla="*/ 103675 w 464958"/>
                <a:gd name="connsiteY124" fmla="*/ 248769 h 1259760"/>
                <a:gd name="connsiteX125" fmla="*/ 123778 w 464958"/>
                <a:gd name="connsiteY125" fmla="*/ 279734 h 1259760"/>
                <a:gd name="connsiteX126" fmla="*/ 143453 w 464958"/>
                <a:gd name="connsiteY126" fmla="*/ 301803 h 1259760"/>
                <a:gd name="connsiteX127" fmla="*/ 119244 w 464958"/>
                <a:gd name="connsiteY127" fmla="*/ 329946 h 1259760"/>
                <a:gd name="connsiteX128" fmla="*/ 119929 w 464958"/>
                <a:gd name="connsiteY128" fmla="*/ 330459 h 1259760"/>
                <a:gd name="connsiteX129" fmla="*/ 143538 w 464958"/>
                <a:gd name="connsiteY129" fmla="*/ 301803 h 1259760"/>
                <a:gd name="connsiteX130" fmla="*/ 173648 w 464958"/>
                <a:gd name="connsiteY130" fmla="*/ 331828 h 1259760"/>
                <a:gd name="connsiteX131" fmla="*/ 203756 w 464958"/>
                <a:gd name="connsiteY131" fmla="*/ 344915 h 1259760"/>
                <a:gd name="connsiteX132" fmla="*/ 207008 w 464958"/>
                <a:gd name="connsiteY132" fmla="*/ 356720 h 1259760"/>
                <a:gd name="connsiteX133" fmla="*/ 220779 w 464958"/>
                <a:gd name="connsiteY133" fmla="*/ 361938 h 1259760"/>
                <a:gd name="connsiteX134" fmla="*/ 230617 w 464958"/>
                <a:gd name="connsiteY134" fmla="*/ 361254 h 1259760"/>
                <a:gd name="connsiteX135" fmla="*/ 241737 w 464958"/>
                <a:gd name="connsiteY135" fmla="*/ 354667 h 1259760"/>
                <a:gd name="connsiteX136" fmla="*/ 252430 w 464958"/>
                <a:gd name="connsiteY136" fmla="*/ 347225 h 1259760"/>
                <a:gd name="connsiteX137" fmla="*/ 261410 w 464958"/>
                <a:gd name="connsiteY137" fmla="*/ 314036 h 1259760"/>
                <a:gd name="connsiteX138" fmla="*/ 271848 w 464958"/>
                <a:gd name="connsiteY138" fmla="*/ 270154 h 1259760"/>
                <a:gd name="connsiteX139" fmla="*/ 284933 w 464958"/>
                <a:gd name="connsiteY139" fmla="*/ 243979 h 1259760"/>
                <a:gd name="connsiteX140" fmla="*/ 284250 w 464958"/>
                <a:gd name="connsiteY140" fmla="*/ 234142 h 1259760"/>
                <a:gd name="connsiteX141" fmla="*/ 297338 w 464958"/>
                <a:gd name="connsiteY141" fmla="*/ 214467 h 1259760"/>
                <a:gd name="connsiteX142" fmla="*/ 297338 w 464958"/>
                <a:gd name="connsiteY142" fmla="*/ 214981 h 1259760"/>
                <a:gd name="connsiteX143" fmla="*/ 302041 w 464958"/>
                <a:gd name="connsiteY143" fmla="*/ 198215 h 1259760"/>
                <a:gd name="connsiteX144" fmla="*/ 301273 w 464958"/>
                <a:gd name="connsiteY144" fmla="*/ 197445 h 1259760"/>
                <a:gd name="connsiteX145" fmla="*/ 287500 w 464958"/>
                <a:gd name="connsiteY145" fmla="*/ 186924 h 1259760"/>
                <a:gd name="connsiteX146" fmla="*/ 261326 w 464958"/>
                <a:gd name="connsiteY146" fmla="*/ 184272 h 1259760"/>
                <a:gd name="connsiteX147" fmla="*/ 247554 w 464958"/>
                <a:gd name="connsiteY147" fmla="*/ 179054 h 1259760"/>
                <a:gd name="connsiteX148" fmla="*/ 248239 w 464958"/>
                <a:gd name="connsiteY148" fmla="*/ 168533 h 1259760"/>
                <a:gd name="connsiteX149" fmla="*/ 243619 w 464958"/>
                <a:gd name="connsiteY149" fmla="*/ 160749 h 1259760"/>
                <a:gd name="connsiteX150" fmla="*/ 246100 w 464958"/>
                <a:gd name="connsiteY150" fmla="*/ 154590 h 1259760"/>
                <a:gd name="connsiteX151" fmla="*/ 241138 w 464958"/>
                <a:gd name="connsiteY151" fmla="*/ 150912 h 1259760"/>
                <a:gd name="connsiteX152" fmla="*/ 240282 w 464958"/>
                <a:gd name="connsiteY152" fmla="*/ 141075 h 1259760"/>
                <a:gd name="connsiteX153" fmla="*/ 234380 w 464958"/>
                <a:gd name="connsiteY153" fmla="*/ 141161 h 1259760"/>
                <a:gd name="connsiteX154" fmla="*/ 228478 w 464958"/>
                <a:gd name="connsiteY154" fmla="*/ 134061 h 1259760"/>
                <a:gd name="connsiteX155" fmla="*/ 230446 w 464958"/>
                <a:gd name="connsiteY155" fmla="*/ 127303 h 1259760"/>
                <a:gd name="connsiteX156" fmla="*/ 225826 w 464958"/>
                <a:gd name="connsiteY156" fmla="*/ 118150 h 1259760"/>
                <a:gd name="connsiteX157" fmla="*/ 225141 w 464958"/>
                <a:gd name="connsiteY157" fmla="*/ 99845 h 1259760"/>
                <a:gd name="connsiteX158" fmla="*/ 231728 w 464958"/>
                <a:gd name="connsiteY158" fmla="*/ 93943 h 1259760"/>
                <a:gd name="connsiteX159" fmla="*/ 234380 w 464958"/>
                <a:gd name="connsiteY159" fmla="*/ 84105 h 1259760"/>
                <a:gd name="connsiteX160" fmla="*/ 238315 w 464958"/>
                <a:gd name="connsiteY160" fmla="*/ 59898 h 1259760"/>
                <a:gd name="connsiteX161" fmla="*/ 244559 w 464958"/>
                <a:gd name="connsiteY161" fmla="*/ 46468 h 1259760"/>
                <a:gd name="connsiteX162" fmla="*/ 232070 w 464958"/>
                <a:gd name="connsiteY162" fmla="*/ 51686 h 1259760"/>
                <a:gd name="connsiteX163" fmla="*/ 254994 w 464958"/>
                <a:gd name="connsiteY163" fmla="*/ 17641 h 1259760"/>
                <a:gd name="connsiteX164" fmla="*/ 322144 w 464958"/>
                <a:gd name="connsiteY164" fmla="*/ 277 h 1259760"/>
                <a:gd name="connsiteX165" fmla="*/ 374581 w 464958"/>
                <a:gd name="connsiteY165" fmla="*/ 23886 h 1259760"/>
                <a:gd name="connsiteX166" fmla="*/ 388351 w 464958"/>
                <a:gd name="connsiteY166" fmla="*/ 84790 h 1259760"/>
                <a:gd name="connsiteX167" fmla="*/ 378515 w 464958"/>
                <a:gd name="connsiteY167" fmla="*/ 115584 h 1259760"/>
                <a:gd name="connsiteX168" fmla="*/ 373296 w 464958"/>
                <a:gd name="connsiteY168" fmla="*/ 133290 h 1259760"/>
                <a:gd name="connsiteX169" fmla="*/ 372611 w 464958"/>
                <a:gd name="connsiteY169" fmla="*/ 139877 h 1259760"/>
                <a:gd name="connsiteX170" fmla="*/ 385699 w 464958"/>
                <a:gd name="connsiteY170" fmla="*/ 163486 h 1259760"/>
                <a:gd name="connsiteX171" fmla="*/ 385699 w 464958"/>
                <a:gd name="connsiteY171" fmla="*/ 163486 h 1259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</a:cxnLst>
              <a:rect l="l" t="t" r="r" b="b"/>
              <a:pathLst>
                <a:path w="464958" h="1259760">
                  <a:moveTo>
                    <a:pt x="307945" y="234570"/>
                  </a:moveTo>
                  <a:cubicBezTo>
                    <a:pt x="306661" y="232431"/>
                    <a:pt x="302298" y="227812"/>
                    <a:pt x="299477" y="223535"/>
                  </a:cubicBezTo>
                  <a:cubicBezTo>
                    <a:pt x="301615" y="227042"/>
                    <a:pt x="305378" y="231918"/>
                    <a:pt x="305378" y="231918"/>
                  </a:cubicBezTo>
                  <a:cubicBezTo>
                    <a:pt x="305378" y="231918"/>
                    <a:pt x="300759" y="237820"/>
                    <a:pt x="297509" y="244406"/>
                  </a:cubicBezTo>
                  <a:cubicBezTo>
                    <a:pt x="294258" y="250907"/>
                    <a:pt x="298107" y="262712"/>
                    <a:pt x="296824" y="267331"/>
                  </a:cubicBezTo>
                  <a:lnTo>
                    <a:pt x="295371" y="270154"/>
                  </a:lnTo>
                  <a:cubicBezTo>
                    <a:pt x="300759" y="264680"/>
                    <a:pt x="298363" y="263824"/>
                    <a:pt x="300759" y="254928"/>
                  </a:cubicBezTo>
                  <a:cubicBezTo>
                    <a:pt x="303411" y="245091"/>
                    <a:pt x="309912" y="237906"/>
                    <a:pt x="307945" y="234570"/>
                  </a:cubicBezTo>
                  <a:lnTo>
                    <a:pt x="307945" y="234570"/>
                  </a:lnTo>
                  <a:close/>
                  <a:moveTo>
                    <a:pt x="278434" y="295474"/>
                  </a:moveTo>
                  <a:cubicBezTo>
                    <a:pt x="277235" y="298211"/>
                    <a:pt x="275696" y="302574"/>
                    <a:pt x="273900" y="307877"/>
                  </a:cubicBezTo>
                  <a:cubicBezTo>
                    <a:pt x="277664" y="301975"/>
                    <a:pt x="281855" y="290940"/>
                    <a:pt x="286474" y="282215"/>
                  </a:cubicBezTo>
                  <a:cubicBezTo>
                    <a:pt x="283480" y="286321"/>
                    <a:pt x="280487" y="290855"/>
                    <a:pt x="278434" y="295474"/>
                  </a:cubicBezTo>
                  <a:lnTo>
                    <a:pt x="278434" y="295474"/>
                  </a:lnTo>
                  <a:close/>
                  <a:moveTo>
                    <a:pt x="237204" y="107115"/>
                  </a:moveTo>
                  <a:cubicBezTo>
                    <a:pt x="236690" y="103694"/>
                    <a:pt x="230103" y="100700"/>
                    <a:pt x="230103" y="100700"/>
                  </a:cubicBezTo>
                  <a:cubicBezTo>
                    <a:pt x="222491" y="100444"/>
                    <a:pt x="223431" y="104122"/>
                    <a:pt x="224201" y="110537"/>
                  </a:cubicBezTo>
                  <a:cubicBezTo>
                    <a:pt x="224972" y="116953"/>
                    <a:pt x="230103" y="125507"/>
                    <a:pt x="231302" y="126533"/>
                  </a:cubicBezTo>
                  <a:cubicBezTo>
                    <a:pt x="232498" y="127474"/>
                    <a:pt x="235236" y="120374"/>
                    <a:pt x="236690" y="117380"/>
                  </a:cubicBezTo>
                  <a:cubicBezTo>
                    <a:pt x="238143" y="114472"/>
                    <a:pt x="237717" y="110537"/>
                    <a:pt x="237204" y="107030"/>
                  </a:cubicBezTo>
                  <a:lnTo>
                    <a:pt x="237204" y="107030"/>
                  </a:lnTo>
                  <a:close/>
                  <a:moveTo>
                    <a:pt x="226426" y="501025"/>
                  </a:moveTo>
                  <a:lnTo>
                    <a:pt x="228393" y="499742"/>
                  </a:lnTo>
                  <a:lnTo>
                    <a:pt x="226426" y="501025"/>
                  </a:lnTo>
                  <a:lnTo>
                    <a:pt x="226426" y="501025"/>
                  </a:lnTo>
                  <a:close/>
                  <a:moveTo>
                    <a:pt x="411020" y="512060"/>
                  </a:moveTo>
                  <a:lnTo>
                    <a:pt x="408368" y="510948"/>
                  </a:lnTo>
                  <a:lnTo>
                    <a:pt x="406743" y="510948"/>
                  </a:lnTo>
                  <a:cubicBezTo>
                    <a:pt x="407426" y="511033"/>
                    <a:pt x="409137" y="511461"/>
                    <a:pt x="411020" y="512060"/>
                  </a:cubicBezTo>
                  <a:lnTo>
                    <a:pt x="411020" y="512060"/>
                  </a:lnTo>
                  <a:close/>
                  <a:moveTo>
                    <a:pt x="385273" y="163743"/>
                  </a:moveTo>
                  <a:cubicBezTo>
                    <a:pt x="385273" y="163743"/>
                    <a:pt x="388522" y="165026"/>
                    <a:pt x="391175" y="166993"/>
                  </a:cubicBezTo>
                  <a:cubicBezTo>
                    <a:pt x="393827" y="168961"/>
                    <a:pt x="405545" y="180765"/>
                    <a:pt x="408882" y="185983"/>
                  </a:cubicBezTo>
                  <a:cubicBezTo>
                    <a:pt x="412131" y="191201"/>
                    <a:pt x="412131" y="193168"/>
                    <a:pt x="415467" y="195136"/>
                  </a:cubicBezTo>
                  <a:cubicBezTo>
                    <a:pt x="418718" y="197103"/>
                    <a:pt x="440360" y="218060"/>
                    <a:pt x="453448" y="254072"/>
                  </a:cubicBezTo>
                  <a:cubicBezTo>
                    <a:pt x="466536" y="290085"/>
                    <a:pt x="465251" y="345172"/>
                    <a:pt x="464566" y="363478"/>
                  </a:cubicBezTo>
                  <a:cubicBezTo>
                    <a:pt x="463883" y="381868"/>
                    <a:pt x="462599" y="390337"/>
                    <a:pt x="459349" y="407359"/>
                  </a:cubicBezTo>
                  <a:cubicBezTo>
                    <a:pt x="456868" y="420275"/>
                    <a:pt x="450624" y="447734"/>
                    <a:pt x="446090" y="462361"/>
                  </a:cubicBezTo>
                  <a:cubicBezTo>
                    <a:pt x="446861" y="465184"/>
                    <a:pt x="446090" y="468777"/>
                    <a:pt x="442327" y="471599"/>
                  </a:cubicBezTo>
                  <a:cubicBezTo>
                    <a:pt x="438393" y="476219"/>
                    <a:pt x="428554" y="488023"/>
                    <a:pt x="426587" y="494524"/>
                  </a:cubicBezTo>
                  <a:lnTo>
                    <a:pt x="426245" y="495807"/>
                  </a:lnTo>
                  <a:cubicBezTo>
                    <a:pt x="425134" y="501282"/>
                    <a:pt x="428298" y="502736"/>
                    <a:pt x="425305" y="507612"/>
                  </a:cubicBezTo>
                  <a:cubicBezTo>
                    <a:pt x="422053" y="512829"/>
                    <a:pt x="421713" y="511888"/>
                    <a:pt x="418633" y="514284"/>
                  </a:cubicBezTo>
                  <a:cubicBezTo>
                    <a:pt x="418633" y="514284"/>
                    <a:pt x="417179" y="522153"/>
                    <a:pt x="414698" y="526602"/>
                  </a:cubicBezTo>
                  <a:cubicBezTo>
                    <a:pt x="412217" y="531049"/>
                    <a:pt x="418119" y="532504"/>
                    <a:pt x="420600" y="535925"/>
                  </a:cubicBezTo>
                  <a:cubicBezTo>
                    <a:pt x="423081" y="539347"/>
                    <a:pt x="425562" y="563982"/>
                    <a:pt x="422567" y="598369"/>
                  </a:cubicBezTo>
                  <a:cubicBezTo>
                    <a:pt x="419574" y="632756"/>
                    <a:pt x="399472" y="676466"/>
                    <a:pt x="398530" y="682369"/>
                  </a:cubicBezTo>
                  <a:cubicBezTo>
                    <a:pt x="398530" y="687159"/>
                    <a:pt x="405117" y="697595"/>
                    <a:pt x="404434" y="703497"/>
                  </a:cubicBezTo>
                  <a:cubicBezTo>
                    <a:pt x="405288" y="709913"/>
                    <a:pt x="401011" y="715558"/>
                    <a:pt x="399814" y="718809"/>
                  </a:cubicBezTo>
                  <a:lnTo>
                    <a:pt x="399557" y="720178"/>
                  </a:lnTo>
                  <a:cubicBezTo>
                    <a:pt x="399557" y="723171"/>
                    <a:pt x="404434" y="736430"/>
                    <a:pt x="407426" y="739852"/>
                  </a:cubicBezTo>
                  <a:cubicBezTo>
                    <a:pt x="410335" y="743273"/>
                    <a:pt x="408368" y="754564"/>
                    <a:pt x="407426" y="769790"/>
                  </a:cubicBezTo>
                  <a:cubicBezTo>
                    <a:pt x="406401" y="785016"/>
                    <a:pt x="407940" y="832234"/>
                    <a:pt x="408882" y="837623"/>
                  </a:cubicBezTo>
                  <a:cubicBezTo>
                    <a:pt x="409822" y="843012"/>
                    <a:pt x="420172" y="875431"/>
                    <a:pt x="426073" y="920682"/>
                  </a:cubicBezTo>
                  <a:cubicBezTo>
                    <a:pt x="431977" y="965847"/>
                    <a:pt x="435398" y="1027350"/>
                    <a:pt x="437879" y="1056348"/>
                  </a:cubicBezTo>
                  <a:cubicBezTo>
                    <a:pt x="440360" y="1085345"/>
                    <a:pt x="434458" y="1123667"/>
                    <a:pt x="434458" y="1134017"/>
                  </a:cubicBezTo>
                  <a:cubicBezTo>
                    <a:pt x="434458" y="1144368"/>
                    <a:pt x="437451" y="1149757"/>
                    <a:pt x="438904" y="1156600"/>
                  </a:cubicBezTo>
                  <a:cubicBezTo>
                    <a:pt x="440360" y="1163443"/>
                    <a:pt x="442327" y="1190474"/>
                    <a:pt x="443781" y="1196376"/>
                  </a:cubicBezTo>
                  <a:cubicBezTo>
                    <a:pt x="445236" y="1202278"/>
                    <a:pt x="446262" y="1216050"/>
                    <a:pt x="448229" y="1216050"/>
                  </a:cubicBezTo>
                  <a:cubicBezTo>
                    <a:pt x="450196" y="1216050"/>
                    <a:pt x="443353" y="1217076"/>
                    <a:pt x="443353" y="1217076"/>
                  </a:cubicBezTo>
                  <a:cubicBezTo>
                    <a:pt x="443353" y="1217076"/>
                    <a:pt x="444808" y="1228881"/>
                    <a:pt x="444380" y="1230848"/>
                  </a:cubicBezTo>
                  <a:cubicBezTo>
                    <a:pt x="443866" y="1232816"/>
                    <a:pt x="443353" y="1235724"/>
                    <a:pt x="444380" y="1237692"/>
                  </a:cubicBezTo>
                  <a:cubicBezTo>
                    <a:pt x="445320" y="1239659"/>
                    <a:pt x="444894" y="1256339"/>
                    <a:pt x="444894" y="1256339"/>
                  </a:cubicBezTo>
                  <a:cubicBezTo>
                    <a:pt x="433602" y="1259760"/>
                    <a:pt x="254740" y="1259760"/>
                    <a:pt x="246869" y="1259760"/>
                  </a:cubicBezTo>
                  <a:cubicBezTo>
                    <a:pt x="239000" y="1259760"/>
                    <a:pt x="210003" y="1252404"/>
                    <a:pt x="210003" y="1252404"/>
                  </a:cubicBezTo>
                  <a:cubicBezTo>
                    <a:pt x="205554" y="1250437"/>
                    <a:pt x="210514" y="1239659"/>
                    <a:pt x="214449" y="1236665"/>
                  </a:cubicBezTo>
                  <a:cubicBezTo>
                    <a:pt x="218385" y="1233671"/>
                    <a:pt x="245415" y="1234184"/>
                    <a:pt x="247382" y="1233243"/>
                  </a:cubicBezTo>
                  <a:cubicBezTo>
                    <a:pt x="249350" y="1232217"/>
                    <a:pt x="245415" y="1229822"/>
                    <a:pt x="261667" y="1230335"/>
                  </a:cubicBezTo>
                  <a:cubicBezTo>
                    <a:pt x="277920" y="1230848"/>
                    <a:pt x="289210" y="1218017"/>
                    <a:pt x="289724" y="1216563"/>
                  </a:cubicBezTo>
                  <a:cubicBezTo>
                    <a:pt x="290238" y="1215109"/>
                    <a:pt x="295626" y="1212115"/>
                    <a:pt x="296139" y="1208180"/>
                  </a:cubicBezTo>
                  <a:cubicBezTo>
                    <a:pt x="296653" y="1204245"/>
                    <a:pt x="302983" y="1170800"/>
                    <a:pt x="302983" y="1162502"/>
                  </a:cubicBezTo>
                  <a:cubicBezTo>
                    <a:pt x="302983" y="1154205"/>
                    <a:pt x="309398" y="1114343"/>
                    <a:pt x="311794" y="1111435"/>
                  </a:cubicBezTo>
                  <a:cubicBezTo>
                    <a:pt x="314275" y="1108441"/>
                    <a:pt x="314703" y="1107500"/>
                    <a:pt x="308373" y="1098690"/>
                  </a:cubicBezTo>
                  <a:cubicBezTo>
                    <a:pt x="301958" y="1089879"/>
                    <a:pt x="301016" y="1079015"/>
                    <a:pt x="296568" y="1050018"/>
                  </a:cubicBezTo>
                  <a:cubicBezTo>
                    <a:pt x="292119" y="1021020"/>
                    <a:pt x="275953" y="939415"/>
                    <a:pt x="269024" y="910931"/>
                  </a:cubicBezTo>
                  <a:cubicBezTo>
                    <a:pt x="262180" y="882446"/>
                    <a:pt x="257218" y="820515"/>
                    <a:pt x="252344" y="802295"/>
                  </a:cubicBezTo>
                  <a:cubicBezTo>
                    <a:pt x="247468" y="784161"/>
                    <a:pt x="241052" y="737456"/>
                    <a:pt x="241052" y="735489"/>
                  </a:cubicBezTo>
                  <a:cubicBezTo>
                    <a:pt x="241052" y="733522"/>
                    <a:pt x="237632" y="729587"/>
                    <a:pt x="237632" y="729587"/>
                  </a:cubicBezTo>
                  <a:cubicBezTo>
                    <a:pt x="237632" y="729587"/>
                    <a:pt x="240539" y="697681"/>
                    <a:pt x="240111" y="685363"/>
                  </a:cubicBezTo>
                  <a:cubicBezTo>
                    <a:pt x="239599" y="673045"/>
                    <a:pt x="234723" y="650463"/>
                    <a:pt x="230788" y="631815"/>
                  </a:cubicBezTo>
                  <a:cubicBezTo>
                    <a:pt x="226854" y="613168"/>
                    <a:pt x="231813" y="590072"/>
                    <a:pt x="229333" y="563041"/>
                  </a:cubicBezTo>
                  <a:cubicBezTo>
                    <a:pt x="226854" y="536011"/>
                    <a:pt x="226854" y="524719"/>
                    <a:pt x="227365" y="520784"/>
                  </a:cubicBezTo>
                  <a:lnTo>
                    <a:pt x="225826" y="517705"/>
                  </a:lnTo>
                  <a:cubicBezTo>
                    <a:pt x="224458" y="516764"/>
                    <a:pt x="222834" y="516337"/>
                    <a:pt x="223431" y="514883"/>
                  </a:cubicBezTo>
                  <a:lnTo>
                    <a:pt x="224373" y="512316"/>
                  </a:lnTo>
                  <a:cubicBezTo>
                    <a:pt x="224030" y="510263"/>
                    <a:pt x="224030" y="508210"/>
                    <a:pt x="224373" y="506329"/>
                  </a:cubicBezTo>
                  <a:cubicBezTo>
                    <a:pt x="221207" y="505986"/>
                    <a:pt x="215990" y="504532"/>
                    <a:pt x="213423" y="503163"/>
                  </a:cubicBezTo>
                  <a:cubicBezTo>
                    <a:pt x="208975" y="513257"/>
                    <a:pt x="204955" y="522068"/>
                    <a:pt x="202988" y="523351"/>
                  </a:cubicBezTo>
                  <a:cubicBezTo>
                    <a:pt x="199053" y="526003"/>
                    <a:pt x="201021" y="517449"/>
                    <a:pt x="201703" y="510862"/>
                  </a:cubicBezTo>
                  <a:cubicBezTo>
                    <a:pt x="202303" y="504275"/>
                    <a:pt x="201703" y="496406"/>
                    <a:pt x="202988" y="493155"/>
                  </a:cubicBezTo>
                  <a:cubicBezTo>
                    <a:pt x="203671" y="491530"/>
                    <a:pt x="211114" y="471685"/>
                    <a:pt x="219068" y="450044"/>
                  </a:cubicBezTo>
                  <a:cubicBezTo>
                    <a:pt x="214791" y="445082"/>
                    <a:pt x="197683" y="435673"/>
                    <a:pt x="192552" y="432251"/>
                  </a:cubicBezTo>
                  <a:cubicBezTo>
                    <a:pt x="186648" y="428316"/>
                    <a:pt x="168344" y="423697"/>
                    <a:pt x="162442" y="418479"/>
                  </a:cubicBezTo>
                  <a:cubicBezTo>
                    <a:pt x="156540" y="413262"/>
                    <a:pt x="132332" y="396838"/>
                    <a:pt x="128995" y="387001"/>
                  </a:cubicBezTo>
                  <a:cubicBezTo>
                    <a:pt x="125745" y="377164"/>
                    <a:pt x="119844" y="375197"/>
                    <a:pt x="115909" y="373913"/>
                  </a:cubicBezTo>
                  <a:cubicBezTo>
                    <a:pt x="111973" y="372630"/>
                    <a:pt x="96235" y="356206"/>
                    <a:pt x="94267" y="354239"/>
                  </a:cubicBezTo>
                  <a:cubicBezTo>
                    <a:pt x="92300" y="352272"/>
                    <a:pt x="108552" y="326011"/>
                    <a:pt x="110605" y="325412"/>
                  </a:cubicBezTo>
                  <a:cubicBezTo>
                    <a:pt x="111290" y="325241"/>
                    <a:pt x="112658" y="325754"/>
                    <a:pt x="114025" y="326610"/>
                  </a:cubicBezTo>
                  <a:lnTo>
                    <a:pt x="112658" y="324814"/>
                  </a:lnTo>
                  <a:cubicBezTo>
                    <a:pt x="111887" y="324044"/>
                    <a:pt x="104018" y="318398"/>
                    <a:pt x="101879" y="316431"/>
                  </a:cubicBezTo>
                  <a:cubicBezTo>
                    <a:pt x="99655" y="314463"/>
                    <a:pt x="95036" y="313522"/>
                    <a:pt x="86910" y="314207"/>
                  </a:cubicBezTo>
                  <a:cubicBezTo>
                    <a:pt x="78784" y="314976"/>
                    <a:pt x="68946" y="309331"/>
                    <a:pt x="61591" y="306337"/>
                  </a:cubicBezTo>
                  <a:cubicBezTo>
                    <a:pt x="54233" y="303429"/>
                    <a:pt x="28145" y="291111"/>
                    <a:pt x="20360" y="288117"/>
                  </a:cubicBezTo>
                  <a:cubicBezTo>
                    <a:pt x="12491" y="285123"/>
                    <a:pt x="13688" y="282985"/>
                    <a:pt x="16939" y="281702"/>
                  </a:cubicBezTo>
                  <a:cubicBezTo>
                    <a:pt x="20103" y="280419"/>
                    <a:pt x="37297" y="288288"/>
                    <a:pt x="43712" y="289314"/>
                  </a:cubicBezTo>
                  <a:cubicBezTo>
                    <a:pt x="50128" y="290341"/>
                    <a:pt x="51326" y="287091"/>
                    <a:pt x="48417" y="284610"/>
                  </a:cubicBezTo>
                  <a:cubicBezTo>
                    <a:pt x="45423" y="282129"/>
                    <a:pt x="29000" y="276740"/>
                    <a:pt x="21131" y="275030"/>
                  </a:cubicBezTo>
                  <a:cubicBezTo>
                    <a:pt x="13262" y="273319"/>
                    <a:pt x="2910" y="269127"/>
                    <a:pt x="771" y="267160"/>
                  </a:cubicBezTo>
                  <a:cubicBezTo>
                    <a:pt x="-1453" y="265193"/>
                    <a:pt x="1713" y="262969"/>
                    <a:pt x="2995" y="262541"/>
                  </a:cubicBezTo>
                  <a:cubicBezTo>
                    <a:pt x="4194" y="262027"/>
                    <a:pt x="12320" y="262797"/>
                    <a:pt x="14287" y="262797"/>
                  </a:cubicBezTo>
                  <a:cubicBezTo>
                    <a:pt x="16254" y="262797"/>
                    <a:pt x="15058" y="261857"/>
                    <a:pt x="11549" y="260573"/>
                  </a:cubicBezTo>
                  <a:cubicBezTo>
                    <a:pt x="8128" y="259376"/>
                    <a:pt x="-254" y="255184"/>
                    <a:pt x="260" y="253217"/>
                  </a:cubicBezTo>
                  <a:cubicBezTo>
                    <a:pt x="771" y="251250"/>
                    <a:pt x="2738" y="250223"/>
                    <a:pt x="8813" y="250737"/>
                  </a:cubicBezTo>
                  <a:cubicBezTo>
                    <a:pt x="14972" y="251250"/>
                    <a:pt x="16939" y="249795"/>
                    <a:pt x="16939" y="249795"/>
                  </a:cubicBezTo>
                  <a:cubicBezTo>
                    <a:pt x="10781" y="247058"/>
                    <a:pt x="14715" y="243380"/>
                    <a:pt x="14715" y="243380"/>
                  </a:cubicBezTo>
                  <a:cubicBezTo>
                    <a:pt x="15741" y="240899"/>
                    <a:pt x="41745" y="244834"/>
                    <a:pt x="44226" y="244321"/>
                  </a:cubicBezTo>
                  <a:cubicBezTo>
                    <a:pt x="46707" y="243808"/>
                    <a:pt x="47647" y="244834"/>
                    <a:pt x="53550" y="246288"/>
                  </a:cubicBezTo>
                  <a:cubicBezTo>
                    <a:pt x="59452" y="247742"/>
                    <a:pt x="65354" y="249282"/>
                    <a:pt x="69288" y="249282"/>
                  </a:cubicBezTo>
                  <a:cubicBezTo>
                    <a:pt x="73223" y="249282"/>
                    <a:pt x="78099" y="253730"/>
                    <a:pt x="83061" y="254671"/>
                  </a:cubicBezTo>
                  <a:cubicBezTo>
                    <a:pt x="88023" y="255612"/>
                    <a:pt x="85542" y="251250"/>
                    <a:pt x="84515" y="247315"/>
                  </a:cubicBezTo>
                  <a:cubicBezTo>
                    <a:pt x="83489" y="243380"/>
                    <a:pt x="77159" y="238932"/>
                    <a:pt x="75704" y="234997"/>
                  </a:cubicBezTo>
                  <a:cubicBezTo>
                    <a:pt x="74250" y="231062"/>
                    <a:pt x="74678" y="225673"/>
                    <a:pt x="75704" y="222765"/>
                  </a:cubicBezTo>
                  <a:cubicBezTo>
                    <a:pt x="76646" y="219771"/>
                    <a:pt x="79638" y="220285"/>
                    <a:pt x="81094" y="224732"/>
                  </a:cubicBezTo>
                  <a:cubicBezTo>
                    <a:pt x="82547" y="229180"/>
                    <a:pt x="87938" y="235510"/>
                    <a:pt x="90416" y="237991"/>
                  </a:cubicBezTo>
                  <a:cubicBezTo>
                    <a:pt x="92897" y="240472"/>
                    <a:pt x="97260" y="243893"/>
                    <a:pt x="103675" y="248769"/>
                  </a:cubicBezTo>
                  <a:cubicBezTo>
                    <a:pt x="110091" y="253730"/>
                    <a:pt x="122836" y="274345"/>
                    <a:pt x="123778" y="279734"/>
                  </a:cubicBezTo>
                  <a:cubicBezTo>
                    <a:pt x="124803" y="285123"/>
                    <a:pt x="143964" y="300948"/>
                    <a:pt x="143453" y="301803"/>
                  </a:cubicBezTo>
                  <a:cubicBezTo>
                    <a:pt x="136010" y="314463"/>
                    <a:pt x="123521" y="326097"/>
                    <a:pt x="119244" y="329946"/>
                  </a:cubicBezTo>
                  <a:lnTo>
                    <a:pt x="119929" y="330459"/>
                  </a:lnTo>
                  <a:cubicBezTo>
                    <a:pt x="119929" y="330459"/>
                    <a:pt x="142168" y="307877"/>
                    <a:pt x="143538" y="301803"/>
                  </a:cubicBezTo>
                  <a:cubicBezTo>
                    <a:pt x="143538" y="301803"/>
                    <a:pt x="165777" y="320023"/>
                    <a:pt x="173648" y="331828"/>
                  </a:cubicBezTo>
                  <a:cubicBezTo>
                    <a:pt x="173648" y="331828"/>
                    <a:pt x="200507" y="337046"/>
                    <a:pt x="203756" y="344915"/>
                  </a:cubicBezTo>
                  <a:cubicBezTo>
                    <a:pt x="207008" y="352785"/>
                    <a:pt x="203756" y="356036"/>
                    <a:pt x="207008" y="356720"/>
                  </a:cubicBezTo>
                  <a:cubicBezTo>
                    <a:pt x="210257" y="357319"/>
                    <a:pt x="214877" y="363905"/>
                    <a:pt x="220779" y="361938"/>
                  </a:cubicBezTo>
                  <a:cubicBezTo>
                    <a:pt x="226682" y="359970"/>
                    <a:pt x="223431" y="359286"/>
                    <a:pt x="230617" y="361254"/>
                  </a:cubicBezTo>
                  <a:cubicBezTo>
                    <a:pt x="237803" y="363221"/>
                    <a:pt x="233866" y="357319"/>
                    <a:pt x="241737" y="354667"/>
                  </a:cubicBezTo>
                  <a:cubicBezTo>
                    <a:pt x="245672" y="353384"/>
                    <a:pt x="249264" y="350219"/>
                    <a:pt x="252430" y="347225"/>
                  </a:cubicBezTo>
                  <a:cubicBezTo>
                    <a:pt x="256621" y="332940"/>
                    <a:pt x="260299" y="319852"/>
                    <a:pt x="261410" y="314036"/>
                  </a:cubicBezTo>
                  <a:cubicBezTo>
                    <a:pt x="264062" y="300948"/>
                    <a:pt x="271248" y="274773"/>
                    <a:pt x="271848" y="270154"/>
                  </a:cubicBezTo>
                  <a:cubicBezTo>
                    <a:pt x="272530" y="265535"/>
                    <a:pt x="285618" y="249196"/>
                    <a:pt x="284933" y="243979"/>
                  </a:cubicBezTo>
                  <a:cubicBezTo>
                    <a:pt x="284250" y="238761"/>
                    <a:pt x="284250" y="234142"/>
                    <a:pt x="284250" y="234142"/>
                  </a:cubicBezTo>
                  <a:cubicBezTo>
                    <a:pt x="284250" y="234142"/>
                    <a:pt x="292119" y="219087"/>
                    <a:pt x="297338" y="214467"/>
                  </a:cubicBezTo>
                  <a:lnTo>
                    <a:pt x="297338" y="214981"/>
                  </a:lnTo>
                  <a:cubicBezTo>
                    <a:pt x="297764" y="211132"/>
                    <a:pt x="299048" y="204802"/>
                    <a:pt x="302041" y="198215"/>
                  </a:cubicBezTo>
                  <a:lnTo>
                    <a:pt x="301273" y="197445"/>
                  </a:lnTo>
                  <a:cubicBezTo>
                    <a:pt x="298021" y="194195"/>
                    <a:pt x="294087" y="191543"/>
                    <a:pt x="287500" y="186924"/>
                  </a:cubicBezTo>
                  <a:cubicBezTo>
                    <a:pt x="280913" y="182305"/>
                    <a:pt x="269795" y="183673"/>
                    <a:pt x="261326" y="184272"/>
                  </a:cubicBezTo>
                  <a:cubicBezTo>
                    <a:pt x="252772" y="184957"/>
                    <a:pt x="250803" y="182305"/>
                    <a:pt x="247554" y="179054"/>
                  </a:cubicBezTo>
                  <a:cubicBezTo>
                    <a:pt x="244302" y="175804"/>
                    <a:pt x="246954" y="173836"/>
                    <a:pt x="248239" y="168533"/>
                  </a:cubicBezTo>
                  <a:cubicBezTo>
                    <a:pt x="249521" y="163315"/>
                    <a:pt x="244302" y="165026"/>
                    <a:pt x="243619" y="160749"/>
                  </a:cubicBezTo>
                  <a:cubicBezTo>
                    <a:pt x="243191" y="157584"/>
                    <a:pt x="246100" y="158525"/>
                    <a:pt x="246100" y="154590"/>
                  </a:cubicBezTo>
                  <a:cubicBezTo>
                    <a:pt x="246100" y="150655"/>
                    <a:pt x="240539" y="154162"/>
                    <a:pt x="241138" y="150912"/>
                  </a:cubicBezTo>
                  <a:cubicBezTo>
                    <a:pt x="241823" y="147661"/>
                    <a:pt x="240282" y="141075"/>
                    <a:pt x="240282" y="141075"/>
                  </a:cubicBezTo>
                  <a:cubicBezTo>
                    <a:pt x="240282" y="141075"/>
                    <a:pt x="236519" y="141075"/>
                    <a:pt x="234380" y="141161"/>
                  </a:cubicBezTo>
                  <a:cubicBezTo>
                    <a:pt x="231471" y="141331"/>
                    <a:pt x="227194" y="139792"/>
                    <a:pt x="228478" y="134061"/>
                  </a:cubicBezTo>
                  <a:cubicBezTo>
                    <a:pt x="229504" y="129784"/>
                    <a:pt x="230446" y="127303"/>
                    <a:pt x="230446" y="127303"/>
                  </a:cubicBezTo>
                  <a:cubicBezTo>
                    <a:pt x="230446" y="127303"/>
                    <a:pt x="229163" y="124737"/>
                    <a:pt x="225826" y="118150"/>
                  </a:cubicBezTo>
                  <a:cubicBezTo>
                    <a:pt x="222577" y="111649"/>
                    <a:pt x="221207" y="101128"/>
                    <a:pt x="225141" y="99845"/>
                  </a:cubicBezTo>
                  <a:cubicBezTo>
                    <a:pt x="229078" y="98561"/>
                    <a:pt x="231728" y="97193"/>
                    <a:pt x="231728" y="93943"/>
                  </a:cubicBezTo>
                  <a:cubicBezTo>
                    <a:pt x="231728" y="90692"/>
                    <a:pt x="234380" y="90692"/>
                    <a:pt x="234380" y="84105"/>
                  </a:cubicBezTo>
                  <a:cubicBezTo>
                    <a:pt x="234380" y="77519"/>
                    <a:pt x="234380" y="69050"/>
                    <a:pt x="238315" y="59898"/>
                  </a:cubicBezTo>
                  <a:cubicBezTo>
                    <a:pt x="242249" y="50745"/>
                    <a:pt x="244559" y="46468"/>
                    <a:pt x="244559" y="46468"/>
                  </a:cubicBezTo>
                  <a:cubicBezTo>
                    <a:pt x="241309" y="46468"/>
                    <a:pt x="232070" y="51686"/>
                    <a:pt x="232070" y="51686"/>
                  </a:cubicBezTo>
                  <a:cubicBezTo>
                    <a:pt x="235322" y="40566"/>
                    <a:pt x="240539" y="28077"/>
                    <a:pt x="254994" y="17641"/>
                  </a:cubicBezTo>
                  <a:cubicBezTo>
                    <a:pt x="269367" y="7120"/>
                    <a:pt x="296568" y="-1691"/>
                    <a:pt x="322144" y="277"/>
                  </a:cubicBezTo>
                  <a:cubicBezTo>
                    <a:pt x="347720" y="2244"/>
                    <a:pt x="352254" y="9429"/>
                    <a:pt x="374581" y="23886"/>
                  </a:cubicBezTo>
                  <a:cubicBezTo>
                    <a:pt x="396820" y="38256"/>
                    <a:pt x="391603" y="63832"/>
                    <a:pt x="388351" y="84790"/>
                  </a:cubicBezTo>
                  <a:cubicBezTo>
                    <a:pt x="385102" y="105747"/>
                    <a:pt x="379198" y="106431"/>
                    <a:pt x="378515" y="115584"/>
                  </a:cubicBezTo>
                  <a:cubicBezTo>
                    <a:pt x="377830" y="124737"/>
                    <a:pt x="375863" y="131323"/>
                    <a:pt x="373296" y="133290"/>
                  </a:cubicBezTo>
                  <a:cubicBezTo>
                    <a:pt x="370644" y="135258"/>
                    <a:pt x="372611" y="139877"/>
                    <a:pt x="372611" y="139877"/>
                  </a:cubicBezTo>
                  <a:cubicBezTo>
                    <a:pt x="372611" y="139877"/>
                    <a:pt x="381165" y="154248"/>
                    <a:pt x="385699" y="163486"/>
                  </a:cubicBezTo>
                  <a:lnTo>
                    <a:pt x="385699" y="163486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9FC03C6F-0BA1-63AA-5F63-268652A00830}"/>
                </a:ext>
              </a:extLst>
            </p:cNvPr>
            <p:cNvSpPr/>
            <p:nvPr/>
          </p:nvSpPr>
          <p:spPr>
            <a:xfrm>
              <a:off x="14109950" y="5699762"/>
              <a:ext cx="337382" cy="1208092"/>
            </a:xfrm>
            <a:custGeom>
              <a:avLst/>
              <a:gdLst>
                <a:gd name="connsiteX0" fmla="*/ 298316 w 337382"/>
                <a:gd name="connsiteY0" fmla="*/ 664579 h 1208092"/>
                <a:gd name="connsiteX1" fmla="*/ 293696 w 337382"/>
                <a:gd name="connsiteY1" fmla="*/ 671592 h 1208092"/>
                <a:gd name="connsiteX2" fmla="*/ 297460 w 337382"/>
                <a:gd name="connsiteY2" fmla="*/ 677495 h 1208092"/>
                <a:gd name="connsiteX3" fmla="*/ 299941 w 337382"/>
                <a:gd name="connsiteY3" fmla="*/ 681173 h 1208092"/>
                <a:gd name="connsiteX4" fmla="*/ 301737 w 337382"/>
                <a:gd name="connsiteY4" fmla="*/ 672961 h 1208092"/>
                <a:gd name="connsiteX5" fmla="*/ 298316 w 337382"/>
                <a:gd name="connsiteY5" fmla="*/ 664579 h 1208092"/>
                <a:gd name="connsiteX6" fmla="*/ 298316 w 337382"/>
                <a:gd name="connsiteY6" fmla="*/ 664579 h 1208092"/>
                <a:gd name="connsiteX7" fmla="*/ 274193 w 337382"/>
                <a:gd name="connsiteY7" fmla="*/ 597857 h 1208092"/>
                <a:gd name="connsiteX8" fmla="*/ 274964 w 337382"/>
                <a:gd name="connsiteY8" fmla="*/ 616163 h 1208092"/>
                <a:gd name="connsiteX9" fmla="*/ 277702 w 337382"/>
                <a:gd name="connsiteY9" fmla="*/ 605214 h 1208092"/>
                <a:gd name="connsiteX10" fmla="*/ 274193 w 337382"/>
                <a:gd name="connsiteY10" fmla="*/ 597857 h 1208092"/>
                <a:gd name="connsiteX11" fmla="*/ 274193 w 337382"/>
                <a:gd name="connsiteY11" fmla="*/ 597857 h 1208092"/>
                <a:gd name="connsiteX12" fmla="*/ 220305 w 337382"/>
                <a:gd name="connsiteY12" fmla="*/ 814102 h 1208092"/>
                <a:gd name="connsiteX13" fmla="*/ 210467 w 337382"/>
                <a:gd name="connsiteY13" fmla="*/ 800330 h 1208092"/>
                <a:gd name="connsiteX14" fmla="*/ 207986 w 337382"/>
                <a:gd name="connsiteY14" fmla="*/ 837112 h 1208092"/>
                <a:gd name="connsiteX15" fmla="*/ 202084 w 337382"/>
                <a:gd name="connsiteY15" fmla="*/ 874920 h 1208092"/>
                <a:gd name="connsiteX16" fmla="*/ 192248 w 337382"/>
                <a:gd name="connsiteY16" fmla="*/ 922993 h 1208092"/>
                <a:gd name="connsiteX17" fmla="*/ 191734 w 337382"/>
                <a:gd name="connsiteY17" fmla="*/ 957808 h 1208092"/>
                <a:gd name="connsiteX18" fmla="*/ 196610 w 337382"/>
                <a:gd name="connsiteY18" fmla="*/ 947030 h 1208092"/>
                <a:gd name="connsiteX19" fmla="*/ 206447 w 337382"/>
                <a:gd name="connsiteY19" fmla="*/ 922993 h 1208092"/>
                <a:gd name="connsiteX20" fmla="*/ 219706 w 337382"/>
                <a:gd name="connsiteY20" fmla="*/ 893568 h 1208092"/>
                <a:gd name="connsiteX21" fmla="*/ 221673 w 337382"/>
                <a:gd name="connsiteY21" fmla="*/ 877401 h 1208092"/>
                <a:gd name="connsiteX22" fmla="*/ 222272 w 337382"/>
                <a:gd name="connsiteY22" fmla="*/ 875006 h 1208092"/>
                <a:gd name="connsiteX23" fmla="*/ 228602 w 337382"/>
                <a:gd name="connsiteY23" fmla="*/ 865596 h 1208092"/>
                <a:gd name="connsiteX24" fmla="*/ 227489 w 337382"/>
                <a:gd name="connsiteY24" fmla="*/ 858753 h 1208092"/>
                <a:gd name="connsiteX25" fmla="*/ 226635 w 337382"/>
                <a:gd name="connsiteY25" fmla="*/ 854818 h 1208092"/>
                <a:gd name="connsiteX26" fmla="*/ 226121 w 337382"/>
                <a:gd name="connsiteY26" fmla="*/ 844981 h 1208092"/>
                <a:gd name="connsiteX27" fmla="*/ 230056 w 337382"/>
                <a:gd name="connsiteY27" fmla="*/ 836171 h 1208092"/>
                <a:gd name="connsiteX28" fmla="*/ 220219 w 337382"/>
                <a:gd name="connsiteY28" fmla="*/ 814102 h 1208092"/>
                <a:gd name="connsiteX29" fmla="*/ 220219 w 337382"/>
                <a:gd name="connsiteY29" fmla="*/ 814102 h 1208092"/>
                <a:gd name="connsiteX30" fmla="*/ 326887 w 337382"/>
                <a:gd name="connsiteY30" fmla="*/ 816069 h 1208092"/>
                <a:gd name="connsiteX31" fmla="*/ 337322 w 337382"/>
                <a:gd name="connsiteY31" fmla="*/ 848060 h 1208092"/>
                <a:gd name="connsiteX32" fmla="*/ 324920 w 337382"/>
                <a:gd name="connsiteY32" fmla="*/ 880737 h 1208092"/>
                <a:gd name="connsiteX33" fmla="*/ 251697 w 337382"/>
                <a:gd name="connsiteY33" fmla="*/ 1021278 h 1208092"/>
                <a:gd name="connsiteX34" fmla="*/ 226804 w 337382"/>
                <a:gd name="connsiteY34" fmla="*/ 1082696 h 1208092"/>
                <a:gd name="connsiteX35" fmla="*/ 215086 w 337382"/>
                <a:gd name="connsiteY35" fmla="*/ 1110154 h 1208092"/>
                <a:gd name="connsiteX36" fmla="*/ 201313 w 337382"/>
                <a:gd name="connsiteY36" fmla="*/ 1111437 h 1208092"/>
                <a:gd name="connsiteX37" fmla="*/ 213119 w 337382"/>
                <a:gd name="connsiteY37" fmla="*/ 1149417 h 1208092"/>
                <a:gd name="connsiteX38" fmla="*/ 228174 w 337382"/>
                <a:gd name="connsiteY38" fmla="*/ 1164472 h 1208092"/>
                <a:gd name="connsiteX39" fmla="*/ 257599 w 337382"/>
                <a:gd name="connsiteY39" fmla="*/ 1184060 h 1208092"/>
                <a:gd name="connsiteX40" fmla="*/ 257599 w 337382"/>
                <a:gd name="connsiteY40" fmla="*/ 1192614 h 1208092"/>
                <a:gd name="connsiteX41" fmla="*/ 228174 w 337382"/>
                <a:gd name="connsiteY41" fmla="*/ 1193213 h 1208092"/>
                <a:gd name="connsiteX42" fmla="*/ 228174 w 337382"/>
                <a:gd name="connsiteY42" fmla="*/ 1202366 h 1208092"/>
                <a:gd name="connsiteX43" fmla="*/ 141864 w 337382"/>
                <a:gd name="connsiteY43" fmla="*/ 1206985 h 1208092"/>
                <a:gd name="connsiteX44" fmla="*/ 128093 w 337382"/>
                <a:gd name="connsiteY44" fmla="*/ 1190647 h 1208092"/>
                <a:gd name="connsiteX45" fmla="*/ 118940 w 337382"/>
                <a:gd name="connsiteY45" fmla="*/ 1182777 h 1208092"/>
                <a:gd name="connsiteX46" fmla="*/ 120907 w 337382"/>
                <a:gd name="connsiteY46" fmla="*/ 1206985 h 1208092"/>
                <a:gd name="connsiteX47" fmla="*/ 88230 w 337382"/>
                <a:gd name="connsiteY47" fmla="*/ 1207669 h 1208092"/>
                <a:gd name="connsiteX48" fmla="*/ 92850 w 337382"/>
                <a:gd name="connsiteY48" fmla="*/ 1199201 h 1208092"/>
                <a:gd name="connsiteX49" fmla="*/ 90198 w 337382"/>
                <a:gd name="connsiteY49" fmla="*/ 1165241 h 1208092"/>
                <a:gd name="connsiteX50" fmla="*/ 88915 w 337382"/>
                <a:gd name="connsiteY50" fmla="*/ 1146936 h 1208092"/>
                <a:gd name="connsiteX51" fmla="*/ 92850 w 337382"/>
                <a:gd name="connsiteY51" fmla="*/ 1047539 h 1208092"/>
                <a:gd name="connsiteX52" fmla="*/ 94134 w 337382"/>
                <a:gd name="connsiteY52" fmla="*/ 926586 h 1208092"/>
                <a:gd name="connsiteX53" fmla="*/ 92850 w 337382"/>
                <a:gd name="connsiteY53" fmla="*/ 879539 h 1208092"/>
                <a:gd name="connsiteX54" fmla="*/ 100719 w 337382"/>
                <a:gd name="connsiteY54" fmla="*/ 833776 h 1208092"/>
                <a:gd name="connsiteX55" fmla="*/ 77195 w 337382"/>
                <a:gd name="connsiteY55" fmla="*/ 772358 h 1208092"/>
                <a:gd name="connsiteX56" fmla="*/ 62825 w 337382"/>
                <a:gd name="connsiteY56" fmla="*/ 587935 h 1208092"/>
                <a:gd name="connsiteX57" fmla="*/ 81815 w 337382"/>
                <a:gd name="connsiteY57" fmla="*/ 480070 h 1208092"/>
                <a:gd name="connsiteX58" fmla="*/ 76598 w 337382"/>
                <a:gd name="connsiteY58" fmla="*/ 476135 h 1208092"/>
                <a:gd name="connsiteX59" fmla="*/ 76084 w 337382"/>
                <a:gd name="connsiteY59" fmla="*/ 472115 h 1208092"/>
                <a:gd name="connsiteX60" fmla="*/ 75828 w 337382"/>
                <a:gd name="connsiteY60" fmla="*/ 469120 h 1208092"/>
                <a:gd name="connsiteX61" fmla="*/ 68387 w 337382"/>
                <a:gd name="connsiteY61" fmla="*/ 468265 h 1208092"/>
                <a:gd name="connsiteX62" fmla="*/ 66417 w 337382"/>
                <a:gd name="connsiteY62" fmla="*/ 467666 h 1208092"/>
                <a:gd name="connsiteX63" fmla="*/ 45375 w 337382"/>
                <a:gd name="connsiteY63" fmla="*/ 448334 h 1208092"/>
                <a:gd name="connsiteX64" fmla="*/ 39730 w 337382"/>
                <a:gd name="connsiteY64" fmla="*/ 439781 h 1208092"/>
                <a:gd name="connsiteX65" fmla="*/ 32801 w 337382"/>
                <a:gd name="connsiteY65" fmla="*/ 431654 h 1208092"/>
                <a:gd name="connsiteX66" fmla="*/ 12955 w 337382"/>
                <a:gd name="connsiteY66" fmla="*/ 383923 h 1208092"/>
                <a:gd name="connsiteX67" fmla="*/ 5343 w 337382"/>
                <a:gd name="connsiteY67" fmla="*/ 382213 h 1208092"/>
                <a:gd name="connsiteX68" fmla="*/ 724 w 337382"/>
                <a:gd name="connsiteY68" fmla="*/ 380160 h 1208092"/>
                <a:gd name="connsiteX69" fmla="*/ 2179 w 337382"/>
                <a:gd name="connsiteY69" fmla="*/ 350734 h 1208092"/>
                <a:gd name="connsiteX70" fmla="*/ 5086 w 337382"/>
                <a:gd name="connsiteY70" fmla="*/ 317373 h 1208092"/>
                <a:gd name="connsiteX71" fmla="*/ 7053 w 337382"/>
                <a:gd name="connsiteY71" fmla="*/ 295817 h 1208092"/>
                <a:gd name="connsiteX72" fmla="*/ 11930 w 337382"/>
                <a:gd name="connsiteY72" fmla="*/ 257068 h 1208092"/>
                <a:gd name="connsiteX73" fmla="*/ 15864 w 337382"/>
                <a:gd name="connsiteY73" fmla="*/ 231064 h 1208092"/>
                <a:gd name="connsiteX74" fmla="*/ 21766 w 337382"/>
                <a:gd name="connsiteY74" fmla="*/ 213871 h 1208092"/>
                <a:gd name="connsiteX75" fmla="*/ 67873 w 337382"/>
                <a:gd name="connsiteY75" fmla="*/ 195223 h 1208092"/>
                <a:gd name="connsiteX76" fmla="*/ 80618 w 337382"/>
                <a:gd name="connsiteY76" fmla="*/ 178543 h 1208092"/>
                <a:gd name="connsiteX77" fmla="*/ 91910 w 337382"/>
                <a:gd name="connsiteY77" fmla="*/ 167765 h 1208092"/>
                <a:gd name="connsiteX78" fmla="*/ 92165 w 337382"/>
                <a:gd name="connsiteY78" fmla="*/ 167936 h 1208092"/>
                <a:gd name="connsiteX79" fmla="*/ 98069 w 337382"/>
                <a:gd name="connsiteY79" fmla="*/ 143728 h 1208092"/>
                <a:gd name="connsiteX80" fmla="*/ 82842 w 337382"/>
                <a:gd name="connsiteY80" fmla="*/ 115072 h 1208092"/>
                <a:gd name="connsiteX81" fmla="*/ 69326 w 337382"/>
                <a:gd name="connsiteY81" fmla="*/ 84877 h 1208092"/>
                <a:gd name="connsiteX82" fmla="*/ 68813 w 337382"/>
                <a:gd name="connsiteY82" fmla="*/ 64262 h 1208092"/>
                <a:gd name="connsiteX83" fmla="*/ 63168 w 337382"/>
                <a:gd name="connsiteY83" fmla="*/ 65973 h 1208092"/>
                <a:gd name="connsiteX84" fmla="*/ 64450 w 337382"/>
                <a:gd name="connsiteY84" fmla="*/ 58616 h 1208092"/>
                <a:gd name="connsiteX85" fmla="*/ 62226 w 337382"/>
                <a:gd name="connsiteY85" fmla="*/ 43647 h 1208092"/>
                <a:gd name="connsiteX86" fmla="*/ 68813 w 337382"/>
                <a:gd name="connsiteY86" fmla="*/ 31843 h 1208092"/>
                <a:gd name="connsiteX87" fmla="*/ 75656 w 337382"/>
                <a:gd name="connsiteY87" fmla="*/ 37232 h 1208092"/>
                <a:gd name="connsiteX88" fmla="*/ 77110 w 337382"/>
                <a:gd name="connsiteY88" fmla="*/ 29875 h 1208092"/>
                <a:gd name="connsiteX89" fmla="*/ 80361 w 337382"/>
                <a:gd name="connsiteY89" fmla="*/ 30645 h 1208092"/>
                <a:gd name="connsiteX90" fmla="*/ 97726 w 337382"/>
                <a:gd name="connsiteY90" fmla="*/ 14221 h 1208092"/>
                <a:gd name="connsiteX91" fmla="*/ 144430 w 337382"/>
                <a:gd name="connsiteY91" fmla="*/ 22 h 1208092"/>
                <a:gd name="connsiteX92" fmla="*/ 192162 w 337382"/>
                <a:gd name="connsiteY92" fmla="*/ 22262 h 1208092"/>
                <a:gd name="connsiteX93" fmla="*/ 210467 w 337382"/>
                <a:gd name="connsiteY93" fmla="*/ 65374 h 1208092"/>
                <a:gd name="connsiteX94" fmla="*/ 208328 w 337382"/>
                <a:gd name="connsiteY94" fmla="*/ 79402 h 1208092"/>
                <a:gd name="connsiteX95" fmla="*/ 220902 w 337382"/>
                <a:gd name="connsiteY95" fmla="*/ 95741 h 1208092"/>
                <a:gd name="connsiteX96" fmla="*/ 213376 w 337382"/>
                <a:gd name="connsiteY96" fmla="*/ 100360 h 1208092"/>
                <a:gd name="connsiteX97" fmla="*/ 213033 w 337382"/>
                <a:gd name="connsiteY97" fmla="*/ 111822 h 1208092"/>
                <a:gd name="connsiteX98" fmla="*/ 205505 w 337382"/>
                <a:gd name="connsiteY98" fmla="*/ 121573 h 1208092"/>
                <a:gd name="connsiteX99" fmla="*/ 205164 w 337382"/>
                <a:gd name="connsiteY99" fmla="*/ 124396 h 1208092"/>
                <a:gd name="connsiteX100" fmla="*/ 201570 w 337382"/>
                <a:gd name="connsiteY100" fmla="*/ 128160 h 1208092"/>
                <a:gd name="connsiteX101" fmla="*/ 200545 w 337382"/>
                <a:gd name="connsiteY101" fmla="*/ 139623 h 1208092"/>
                <a:gd name="connsiteX102" fmla="*/ 188142 w 337382"/>
                <a:gd name="connsiteY102" fmla="*/ 152881 h 1208092"/>
                <a:gd name="connsiteX103" fmla="*/ 162480 w 337382"/>
                <a:gd name="connsiteY103" fmla="*/ 172470 h 1208092"/>
                <a:gd name="connsiteX104" fmla="*/ 154952 w 337382"/>
                <a:gd name="connsiteY104" fmla="*/ 194368 h 1208092"/>
                <a:gd name="connsiteX105" fmla="*/ 154952 w 337382"/>
                <a:gd name="connsiteY105" fmla="*/ 194368 h 1208092"/>
                <a:gd name="connsiteX106" fmla="*/ 171631 w 337382"/>
                <a:gd name="connsiteY106" fmla="*/ 209251 h 1208092"/>
                <a:gd name="connsiteX107" fmla="*/ 182923 w 337382"/>
                <a:gd name="connsiteY107" fmla="*/ 223024 h 1208092"/>
                <a:gd name="connsiteX108" fmla="*/ 183608 w 337382"/>
                <a:gd name="connsiteY108" fmla="*/ 223708 h 1208092"/>
                <a:gd name="connsiteX109" fmla="*/ 188825 w 337382"/>
                <a:gd name="connsiteY109" fmla="*/ 225077 h 1208092"/>
                <a:gd name="connsiteX110" fmla="*/ 200117 w 337382"/>
                <a:gd name="connsiteY110" fmla="*/ 231321 h 1208092"/>
                <a:gd name="connsiteX111" fmla="*/ 222187 w 337382"/>
                <a:gd name="connsiteY111" fmla="*/ 253390 h 1208092"/>
                <a:gd name="connsiteX112" fmla="*/ 240149 w 337382"/>
                <a:gd name="connsiteY112" fmla="*/ 291027 h 1208092"/>
                <a:gd name="connsiteX113" fmla="*/ 247934 w 337382"/>
                <a:gd name="connsiteY113" fmla="*/ 294021 h 1208092"/>
                <a:gd name="connsiteX114" fmla="*/ 248189 w 337382"/>
                <a:gd name="connsiteY114" fmla="*/ 300608 h 1208092"/>
                <a:gd name="connsiteX115" fmla="*/ 245624 w 337382"/>
                <a:gd name="connsiteY115" fmla="*/ 303430 h 1208092"/>
                <a:gd name="connsiteX116" fmla="*/ 247592 w 337382"/>
                <a:gd name="connsiteY116" fmla="*/ 308049 h 1208092"/>
                <a:gd name="connsiteX117" fmla="*/ 250670 w 337382"/>
                <a:gd name="connsiteY117" fmla="*/ 309504 h 1208092"/>
                <a:gd name="connsiteX118" fmla="*/ 250670 w 337382"/>
                <a:gd name="connsiteY118" fmla="*/ 315492 h 1208092"/>
                <a:gd name="connsiteX119" fmla="*/ 261876 w 337382"/>
                <a:gd name="connsiteY119" fmla="*/ 344661 h 1208092"/>
                <a:gd name="connsiteX120" fmla="*/ 243743 w 337382"/>
                <a:gd name="connsiteY120" fmla="*/ 355952 h 1208092"/>
                <a:gd name="connsiteX121" fmla="*/ 235872 w 337382"/>
                <a:gd name="connsiteY121" fmla="*/ 386832 h 1208092"/>
                <a:gd name="connsiteX122" fmla="*/ 239806 w 337382"/>
                <a:gd name="connsiteY122" fmla="*/ 409414 h 1208092"/>
                <a:gd name="connsiteX123" fmla="*/ 253579 w 337382"/>
                <a:gd name="connsiteY123" fmla="*/ 427035 h 1208092"/>
                <a:gd name="connsiteX124" fmla="*/ 251612 w 337382"/>
                <a:gd name="connsiteY124" fmla="*/ 442261 h 1208092"/>
                <a:gd name="connsiteX125" fmla="*/ 251098 w 337382"/>
                <a:gd name="connsiteY125" fmla="*/ 443031 h 1208092"/>
                <a:gd name="connsiteX126" fmla="*/ 283518 w 337382"/>
                <a:gd name="connsiteY126" fmla="*/ 538065 h 1208092"/>
                <a:gd name="connsiteX127" fmla="*/ 308495 w 337382"/>
                <a:gd name="connsiteY127" fmla="*/ 598884 h 1208092"/>
                <a:gd name="connsiteX128" fmla="*/ 309950 w 337382"/>
                <a:gd name="connsiteY128" fmla="*/ 624888 h 1208092"/>
                <a:gd name="connsiteX129" fmla="*/ 319273 w 337382"/>
                <a:gd name="connsiteY129" fmla="*/ 649352 h 1208092"/>
                <a:gd name="connsiteX130" fmla="*/ 319786 w 337382"/>
                <a:gd name="connsiteY130" fmla="*/ 672876 h 1208092"/>
                <a:gd name="connsiteX131" fmla="*/ 318759 w 337382"/>
                <a:gd name="connsiteY131" fmla="*/ 690497 h 1208092"/>
                <a:gd name="connsiteX132" fmla="*/ 309180 w 337382"/>
                <a:gd name="connsiteY132" fmla="*/ 713764 h 1208092"/>
                <a:gd name="connsiteX133" fmla="*/ 313028 w 337382"/>
                <a:gd name="connsiteY133" fmla="*/ 735662 h 1208092"/>
                <a:gd name="connsiteX134" fmla="*/ 326716 w 337382"/>
                <a:gd name="connsiteY134" fmla="*/ 816069 h 1208092"/>
                <a:gd name="connsiteX135" fmla="*/ 326716 w 337382"/>
                <a:gd name="connsiteY135" fmla="*/ 816069 h 1208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</a:cxnLst>
              <a:rect l="l" t="t" r="r" b="b"/>
              <a:pathLst>
                <a:path w="337382" h="1208092">
                  <a:moveTo>
                    <a:pt x="298316" y="664579"/>
                  </a:moveTo>
                  <a:cubicBezTo>
                    <a:pt x="297034" y="664579"/>
                    <a:pt x="294381" y="670138"/>
                    <a:pt x="293696" y="671592"/>
                  </a:cubicBezTo>
                  <a:cubicBezTo>
                    <a:pt x="294895" y="673988"/>
                    <a:pt x="296177" y="676041"/>
                    <a:pt x="297460" y="677495"/>
                  </a:cubicBezTo>
                  <a:cubicBezTo>
                    <a:pt x="298316" y="678436"/>
                    <a:pt x="299172" y="679633"/>
                    <a:pt x="299941" y="681173"/>
                  </a:cubicBezTo>
                  <a:cubicBezTo>
                    <a:pt x="301054" y="678522"/>
                    <a:pt x="301994" y="675784"/>
                    <a:pt x="301737" y="672961"/>
                  </a:cubicBezTo>
                  <a:cubicBezTo>
                    <a:pt x="301225" y="667059"/>
                    <a:pt x="299769" y="664579"/>
                    <a:pt x="298316" y="664579"/>
                  </a:cubicBezTo>
                  <a:lnTo>
                    <a:pt x="298316" y="664579"/>
                  </a:lnTo>
                  <a:close/>
                  <a:moveTo>
                    <a:pt x="274193" y="597857"/>
                  </a:moveTo>
                  <a:cubicBezTo>
                    <a:pt x="274536" y="605642"/>
                    <a:pt x="274793" y="611630"/>
                    <a:pt x="274964" y="616163"/>
                  </a:cubicBezTo>
                  <a:cubicBezTo>
                    <a:pt x="276160" y="611544"/>
                    <a:pt x="277702" y="608037"/>
                    <a:pt x="277702" y="605214"/>
                  </a:cubicBezTo>
                  <a:cubicBezTo>
                    <a:pt x="277702" y="601365"/>
                    <a:pt x="276160" y="600081"/>
                    <a:pt x="274193" y="597857"/>
                  </a:cubicBezTo>
                  <a:lnTo>
                    <a:pt x="274193" y="597857"/>
                  </a:lnTo>
                  <a:close/>
                  <a:moveTo>
                    <a:pt x="220305" y="814102"/>
                  </a:moveTo>
                  <a:cubicBezTo>
                    <a:pt x="217310" y="811193"/>
                    <a:pt x="210467" y="800330"/>
                    <a:pt x="210467" y="800330"/>
                  </a:cubicBezTo>
                  <a:cubicBezTo>
                    <a:pt x="206018" y="806232"/>
                    <a:pt x="207558" y="827274"/>
                    <a:pt x="207986" y="837112"/>
                  </a:cubicBezTo>
                  <a:cubicBezTo>
                    <a:pt x="208499" y="846948"/>
                    <a:pt x="205079" y="862602"/>
                    <a:pt x="202084" y="874920"/>
                  </a:cubicBezTo>
                  <a:cubicBezTo>
                    <a:pt x="199089" y="887152"/>
                    <a:pt x="193273" y="914183"/>
                    <a:pt x="192248" y="922993"/>
                  </a:cubicBezTo>
                  <a:cubicBezTo>
                    <a:pt x="191306" y="931804"/>
                    <a:pt x="191734" y="957808"/>
                    <a:pt x="191734" y="957808"/>
                  </a:cubicBezTo>
                  <a:cubicBezTo>
                    <a:pt x="191734" y="957808"/>
                    <a:pt x="195668" y="953873"/>
                    <a:pt x="196610" y="947030"/>
                  </a:cubicBezTo>
                  <a:cubicBezTo>
                    <a:pt x="197550" y="940187"/>
                    <a:pt x="202512" y="932317"/>
                    <a:pt x="206447" y="922993"/>
                  </a:cubicBezTo>
                  <a:cubicBezTo>
                    <a:pt x="210381" y="913670"/>
                    <a:pt x="218250" y="897503"/>
                    <a:pt x="219706" y="893568"/>
                  </a:cubicBezTo>
                  <a:cubicBezTo>
                    <a:pt x="221159" y="889633"/>
                    <a:pt x="221159" y="882790"/>
                    <a:pt x="221673" y="877401"/>
                  </a:cubicBezTo>
                  <a:lnTo>
                    <a:pt x="222272" y="875006"/>
                  </a:lnTo>
                  <a:cubicBezTo>
                    <a:pt x="223811" y="870986"/>
                    <a:pt x="227746" y="868077"/>
                    <a:pt x="228602" y="865596"/>
                  </a:cubicBezTo>
                  <a:cubicBezTo>
                    <a:pt x="228260" y="862945"/>
                    <a:pt x="227831" y="860891"/>
                    <a:pt x="227489" y="858753"/>
                  </a:cubicBezTo>
                  <a:cubicBezTo>
                    <a:pt x="227146" y="857556"/>
                    <a:pt x="226804" y="856272"/>
                    <a:pt x="226635" y="854818"/>
                  </a:cubicBezTo>
                  <a:cubicBezTo>
                    <a:pt x="226207" y="850370"/>
                    <a:pt x="224582" y="848317"/>
                    <a:pt x="226121" y="844981"/>
                  </a:cubicBezTo>
                  <a:cubicBezTo>
                    <a:pt x="226549" y="841389"/>
                    <a:pt x="228516" y="841474"/>
                    <a:pt x="230056" y="836171"/>
                  </a:cubicBezTo>
                  <a:cubicBezTo>
                    <a:pt x="225607" y="831295"/>
                    <a:pt x="223212" y="817095"/>
                    <a:pt x="220219" y="814102"/>
                  </a:cubicBezTo>
                  <a:lnTo>
                    <a:pt x="220219" y="814102"/>
                  </a:lnTo>
                  <a:close/>
                  <a:moveTo>
                    <a:pt x="326887" y="816069"/>
                  </a:moveTo>
                  <a:cubicBezTo>
                    <a:pt x="332789" y="845494"/>
                    <a:pt x="338005" y="839592"/>
                    <a:pt x="337322" y="848060"/>
                  </a:cubicBezTo>
                  <a:cubicBezTo>
                    <a:pt x="336723" y="856529"/>
                    <a:pt x="332104" y="868333"/>
                    <a:pt x="324920" y="880737"/>
                  </a:cubicBezTo>
                  <a:cubicBezTo>
                    <a:pt x="317734" y="893140"/>
                    <a:pt x="265468" y="993820"/>
                    <a:pt x="251697" y="1021278"/>
                  </a:cubicBezTo>
                  <a:cubicBezTo>
                    <a:pt x="237925" y="1048736"/>
                    <a:pt x="231423" y="1065759"/>
                    <a:pt x="226804" y="1082696"/>
                  </a:cubicBezTo>
                  <a:cubicBezTo>
                    <a:pt x="222272" y="1099718"/>
                    <a:pt x="215086" y="1110154"/>
                    <a:pt x="215086" y="1110154"/>
                  </a:cubicBezTo>
                  <a:cubicBezTo>
                    <a:pt x="215086" y="1110154"/>
                    <a:pt x="203281" y="1112121"/>
                    <a:pt x="201313" y="1111437"/>
                  </a:cubicBezTo>
                  <a:cubicBezTo>
                    <a:pt x="199346" y="1110753"/>
                    <a:pt x="205250" y="1139579"/>
                    <a:pt x="213119" y="1149417"/>
                  </a:cubicBezTo>
                  <a:cubicBezTo>
                    <a:pt x="213119" y="1149417"/>
                    <a:pt x="219021" y="1161221"/>
                    <a:pt x="228174" y="1164472"/>
                  </a:cubicBezTo>
                  <a:cubicBezTo>
                    <a:pt x="237327" y="1167722"/>
                    <a:pt x="253665" y="1180125"/>
                    <a:pt x="257599" y="1184060"/>
                  </a:cubicBezTo>
                  <a:cubicBezTo>
                    <a:pt x="261534" y="1187995"/>
                    <a:pt x="257599" y="1192614"/>
                    <a:pt x="257599" y="1192614"/>
                  </a:cubicBezTo>
                  <a:cubicBezTo>
                    <a:pt x="257599" y="1192614"/>
                    <a:pt x="235358" y="1197147"/>
                    <a:pt x="228174" y="1193213"/>
                  </a:cubicBezTo>
                  <a:cubicBezTo>
                    <a:pt x="228174" y="1193213"/>
                    <a:pt x="233391" y="1199115"/>
                    <a:pt x="228174" y="1202366"/>
                  </a:cubicBezTo>
                  <a:cubicBezTo>
                    <a:pt x="222955" y="1205616"/>
                    <a:pt x="217053" y="1210235"/>
                    <a:pt x="141864" y="1206985"/>
                  </a:cubicBezTo>
                  <a:cubicBezTo>
                    <a:pt x="141864" y="1206985"/>
                    <a:pt x="128093" y="1205017"/>
                    <a:pt x="128093" y="1190647"/>
                  </a:cubicBezTo>
                  <a:lnTo>
                    <a:pt x="118940" y="1182777"/>
                  </a:lnTo>
                  <a:lnTo>
                    <a:pt x="120907" y="1206985"/>
                  </a:lnTo>
                  <a:lnTo>
                    <a:pt x="88230" y="1207669"/>
                  </a:lnTo>
                  <a:cubicBezTo>
                    <a:pt x="88230" y="1207669"/>
                    <a:pt x="92850" y="1205701"/>
                    <a:pt x="92850" y="1199201"/>
                  </a:cubicBezTo>
                  <a:cubicBezTo>
                    <a:pt x="92850" y="1192700"/>
                    <a:pt x="92850" y="1171058"/>
                    <a:pt x="90198" y="1165241"/>
                  </a:cubicBezTo>
                  <a:cubicBezTo>
                    <a:pt x="87547" y="1159339"/>
                    <a:pt x="88230" y="1152838"/>
                    <a:pt x="88915" y="1146936"/>
                  </a:cubicBezTo>
                  <a:cubicBezTo>
                    <a:pt x="89515" y="1141033"/>
                    <a:pt x="91482" y="1063278"/>
                    <a:pt x="92850" y="1047539"/>
                  </a:cubicBezTo>
                  <a:cubicBezTo>
                    <a:pt x="94134" y="1031885"/>
                    <a:pt x="92850" y="938305"/>
                    <a:pt x="94134" y="926586"/>
                  </a:cubicBezTo>
                  <a:cubicBezTo>
                    <a:pt x="95416" y="914782"/>
                    <a:pt x="92850" y="888692"/>
                    <a:pt x="92850" y="879539"/>
                  </a:cubicBezTo>
                  <a:cubicBezTo>
                    <a:pt x="92850" y="870387"/>
                    <a:pt x="102003" y="842928"/>
                    <a:pt x="100719" y="833776"/>
                  </a:cubicBezTo>
                  <a:cubicBezTo>
                    <a:pt x="99437" y="824623"/>
                    <a:pt x="77880" y="783478"/>
                    <a:pt x="77195" y="772358"/>
                  </a:cubicBezTo>
                  <a:cubicBezTo>
                    <a:pt x="76513" y="761238"/>
                    <a:pt x="60173" y="617361"/>
                    <a:pt x="62825" y="587935"/>
                  </a:cubicBezTo>
                  <a:cubicBezTo>
                    <a:pt x="65478" y="558509"/>
                    <a:pt x="65478" y="518648"/>
                    <a:pt x="81815" y="480070"/>
                  </a:cubicBezTo>
                  <a:cubicBezTo>
                    <a:pt x="81815" y="480070"/>
                    <a:pt x="77195" y="479385"/>
                    <a:pt x="76598" y="476135"/>
                  </a:cubicBezTo>
                  <a:cubicBezTo>
                    <a:pt x="76427" y="475280"/>
                    <a:pt x="76256" y="473825"/>
                    <a:pt x="76084" y="472115"/>
                  </a:cubicBezTo>
                  <a:lnTo>
                    <a:pt x="75828" y="469120"/>
                  </a:lnTo>
                  <a:cubicBezTo>
                    <a:pt x="74203" y="469035"/>
                    <a:pt x="71807" y="468779"/>
                    <a:pt x="68387" y="468265"/>
                  </a:cubicBezTo>
                  <a:lnTo>
                    <a:pt x="66417" y="467666"/>
                  </a:lnTo>
                  <a:cubicBezTo>
                    <a:pt x="59490" y="465784"/>
                    <a:pt x="48627" y="454322"/>
                    <a:pt x="45375" y="448334"/>
                  </a:cubicBezTo>
                  <a:cubicBezTo>
                    <a:pt x="44093" y="445940"/>
                    <a:pt x="41954" y="442860"/>
                    <a:pt x="39730" y="439781"/>
                  </a:cubicBezTo>
                  <a:cubicBezTo>
                    <a:pt x="37335" y="437813"/>
                    <a:pt x="34597" y="435162"/>
                    <a:pt x="32801" y="431654"/>
                  </a:cubicBezTo>
                  <a:cubicBezTo>
                    <a:pt x="31519" y="429088"/>
                    <a:pt x="18516" y="400090"/>
                    <a:pt x="12955" y="383923"/>
                  </a:cubicBezTo>
                  <a:cubicBezTo>
                    <a:pt x="10134" y="383581"/>
                    <a:pt x="7482" y="382897"/>
                    <a:pt x="5343" y="382213"/>
                  </a:cubicBezTo>
                  <a:cubicBezTo>
                    <a:pt x="3376" y="381614"/>
                    <a:pt x="1751" y="380929"/>
                    <a:pt x="724" y="380160"/>
                  </a:cubicBezTo>
                  <a:cubicBezTo>
                    <a:pt x="-1672" y="378363"/>
                    <a:pt x="2691" y="354669"/>
                    <a:pt x="2179" y="350734"/>
                  </a:cubicBezTo>
                  <a:cubicBezTo>
                    <a:pt x="1665" y="346799"/>
                    <a:pt x="4146" y="324730"/>
                    <a:pt x="5086" y="317373"/>
                  </a:cubicBezTo>
                  <a:cubicBezTo>
                    <a:pt x="6114" y="310017"/>
                    <a:pt x="8509" y="307536"/>
                    <a:pt x="7053" y="295817"/>
                  </a:cubicBezTo>
                  <a:cubicBezTo>
                    <a:pt x="5600" y="284013"/>
                    <a:pt x="10048" y="265451"/>
                    <a:pt x="11930" y="257068"/>
                  </a:cubicBezTo>
                  <a:cubicBezTo>
                    <a:pt x="13897" y="248771"/>
                    <a:pt x="15351" y="238934"/>
                    <a:pt x="15864" y="231064"/>
                  </a:cubicBezTo>
                  <a:cubicBezTo>
                    <a:pt x="16378" y="223194"/>
                    <a:pt x="17318" y="219260"/>
                    <a:pt x="21766" y="213871"/>
                  </a:cubicBezTo>
                  <a:cubicBezTo>
                    <a:pt x="26214" y="208482"/>
                    <a:pt x="63425" y="200612"/>
                    <a:pt x="67873" y="195223"/>
                  </a:cubicBezTo>
                  <a:cubicBezTo>
                    <a:pt x="72321" y="189834"/>
                    <a:pt x="79165" y="185899"/>
                    <a:pt x="80618" y="178543"/>
                  </a:cubicBezTo>
                  <a:cubicBezTo>
                    <a:pt x="82072" y="171186"/>
                    <a:pt x="91910" y="167765"/>
                    <a:pt x="91910" y="167765"/>
                  </a:cubicBezTo>
                  <a:lnTo>
                    <a:pt x="92165" y="167936"/>
                  </a:lnTo>
                  <a:cubicBezTo>
                    <a:pt x="94560" y="161948"/>
                    <a:pt x="98923" y="149716"/>
                    <a:pt x="98069" y="143728"/>
                  </a:cubicBezTo>
                  <a:cubicBezTo>
                    <a:pt x="96870" y="135602"/>
                    <a:pt x="87034" y="119435"/>
                    <a:pt x="82842" y="115072"/>
                  </a:cubicBezTo>
                  <a:cubicBezTo>
                    <a:pt x="78651" y="110625"/>
                    <a:pt x="70866" y="92747"/>
                    <a:pt x="69326" y="84877"/>
                  </a:cubicBezTo>
                  <a:cubicBezTo>
                    <a:pt x="67873" y="77008"/>
                    <a:pt x="68813" y="64262"/>
                    <a:pt x="68813" y="64262"/>
                  </a:cubicBezTo>
                  <a:cubicBezTo>
                    <a:pt x="68813" y="64262"/>
                    <a:pt x="65135" y="66230"/>
                    <a:pt x="63168" y="65973"/>
                  </a:cubicBezTo>
                  <a:cubicBezTo>
                    <a:pt x="61201" y="65716"/>
                    <a:pt x="64878" y="63321"/>
                    <a:pt x="64450" y="58616"/>
                  </a:cubicBezTo>
                  <a:cubicBezTo>
                    <a:pt x="63938" y="53997"/>
                    <a:pt x="62997" y="49292"/>
                    <a:pt x="62226" y="43647"/>
                  </a:cubicBezTo>
                  <a:cubicBezTo>
                    <a:pt x="61457" y="38002"/>
                    <a:pt x="64450" y="29191"/>
                    <a:pt x="68813" y="31843"/>
                  </a:cubicBezTo>
                  <a:cubicBezTo>
                    <a:pt x="73261" y="34494"/>
                    <a:pt x="74460" y="39199"/>
                    <a:pt x="75656" y="37232"/>
                  </a:cubicBezTo>
                  <a:cubicBezTo>
                    <a:pt x="76855" y="35264"/>
                    <a:pt x="76170" y="30816"/>
                    <a:pt x="77110" y="29875"/>
                  </a:cubicBezTo>
                  <a:cubicBezTo>
                    <a:pt x="78137" y="28934"/>
                    <a:pt x="77880" y="31586"/>
                    <a:pt x="80361" y="30645"/>
                  </a:cubicBezTo>
                  <a:cubicBezTo>
                    <a:pt x="82757" y="29704"/>
                    <a:pt x="89429" y="20381"/>
                    <a:pt x="97726" y="14221"/>
                  </a:cubicBezTo>
                  <a:cubicBezTo>
                    <a:pt x="106023" y="8063"/>
                    <a:pt x="129632" y="-491"/>
                    <a:pt x="144430" y="22"/>
                  </a:cubicBezTo>
                  <a:cubicBezTo>
                    <a:pt x="165302" y="706"/>
                    <a:pt x="184291" y="11142"/>
                    <a:pt x="192162" y="22262"/>
                  </a:cubicBezTo>
                  <a:cubicBezTo>
                    <a:pt x="200031" y="33382"/>
                    <a:pt x="211751" y="58189"/>
                    <a:pt x="210467" y="65374"/>
                  </a:cubicBezTo>
                  <a:cubicBezTo>
                    <a:pt x="209184" y="72559"/>
                    <a:pt x="205762" y="76152"/>
                    <a:pt x="208328" y="79402"/>
                  </a:cubicBezTo>
                  <a:cubicBezTo>
                    <a:pt x="210980" y="82653"/>
                    <a:pt x="222272" y="92490"/>
                    <a:pt x="220902" y="95741"/>
                  </a:cubicBezTo>
                  <a:cubicBezTo>
                    <a:pt x="219620" y="98991"/>
                    <a:pt x="215343" y="100360"/>
                    <a:pt x="213376" y="100360"/>
                  </a:cubicBezTo>
                  <a:cubicBezTo>
                    <a:pt x="213376" y="100360"/>
                    <a:pt x="214829" y="107374"/>
                    <a:pt x="213033" y="111822"/>
                  </a:cubicBezTo>
                  <a:cubicBezTo>
                    <a:pt x="211237" y="116270"/>
                    <a:pt x="206190" y="120633"/>
                    <a:pt x="205505" y="121573"/>
                  </a:cubicBezTo>
                  <a:cubicBezTo>
                    <a:pt x="204822" y="122600"/>
                    <a:pt x="206361" y="122600"/>
                    <a:pt x="205164" y="124396"/>
                  </a:cubicBezTo>
                  <a:cubicBezTo>
                    <a:pt x="204051" y="126193"/>
                    <a:pt x="202855" y="126193"/>
                    <a:pt x="201570" y="128160"/>
                  </a:cubicBezTo>
                  <a:cubicBezTo>
                    <a:pt x="200288" y="130127"/>
                    <a:pt x="201570" y="133891"/>
                    <a:pt x="200545" y="139623"/>
                  </a:cubicBezTo>
                  <a:cubicBezTo>
                    <a:pt x="199603" y="145354"/>
                    <a:pt x="201570" y="145696"/>
                    <a:pt x="188142" y="152881"/>
                  </a:cubicBezTo>
                  <a:cubicBezTo>
                    <a:pt x="174712" y="160066"/>
                    <a:pt x="166586" y="165626"/>
                    <a:pt x="162480" y="172470"/>
                  </a:cubicBezTo>
                  <a:cubicBezTo>
                    <a:pt x="158372" y="179313"/>
                    <a:pt x="154267" y="186241"/>
                    <a:pt x="154952" y="194368"/>
                  </a:cubicBezTo>
                  <a:lnTo>
                    <a:pt x="154952" y="194368"/>
                  </a:lnTo>
                  <a:cubicBezTo>
                    <a:pt x="157004" y="195907"/>
                    <a:pt x="161710" y="199585"/>
                    <a:pt x="171631" y="209251"/>
                  </a:cubicBezTo>
                  <a:cubicBezTo>
                    <a:pt x="186858" y="223964"/>
                    <a:pt x="182409" y="221056"/>
                    <a:pt x="182923" y="223024"/>
                  </a:cubicBezTo>
                  <a:lnTo>
                    <a:pt x="183608" y="223708"/>
                  </a:lnTo>
                  <a:cubicBezTo>
                    <a:pt x="184805" y="223964"/>
                    <a:pt x="186515" y="224306"/>
                    <a:pt x="188825" y="225077"/>
                  </a:cubicBezTo>
                  <a:cubicBezTo>
                    <a:pt x="191734" y="225932"/>
                    <a:pt x="195497" y="227643"/>
                    <a:pt x="200117" y="231321"/>
                  </a:cubicBezTo>
                  <a:cubicBezTo>
                    <a:pt x="210381" y="239618"/>
                    <a:pt x="215771" y="243125"/>
                    <a:pt x="222187" y="253390"/>
                  </a:cubicBezTo>
                  <a:cubicBezTo>
                    <a:pt x="225094" y="258095"/>
                    <a:pt x="232451" y="273663"/>
                    <a:pt x="240149" y="291027"/>
                  </a:cubicBezTo>
                  <a:cubicBezTo>
                    <a:pt x="243400" y="291540"/>
                    <a:pt x="246650" y="292738"/>
                    <a:pt x="247934" y="294021"/>
                  </a:cubicBezTo>
                  <a:cubicBezTo>
                    <a:pt x="249901" y="295989"/>
                    <a:pt x="249644" y="298469"/>
                    <a:pt x="248189" y="300608"/>
                  </a:cubicBezTo>
                  <a:lnTo>
                    <a:pt x="245624" y="303430"/>
                  </a:lnTo>
                  <a:cubicBezTo>
                    <a:pt x="246307" y="304970"/>
                    <a:pt x="246907" y="306510"/>
                    <a:pt x="247592" y="308049"/>
                  </a:cubicBezTo>
                  <a:cubicBezTo>
                    <a:pt x="249045" y="308392"/>
                    <a:pt x="250244" y="308820"/>
                    <a:pt x="250670" y="309504"/>
                  </a:cubicBezTo>
                  <a:cubicBezTo>
                    <a:pt x="251612" y="311215"/>
                    <a:pt x="251869" y="313096"/>
                    <a:pt x="250670" y="315492"/>
                  </a:cubicBezTo>
                  <a:cubicBezTo>
                    <a:pt x="255717" y="327553"/>
                    <a:pt x="259909" y="338416"/>
                    <a:pt x="261876" y="344661"/>
                  </a:cubicBezTo>
                  <a:cubicBezTo>
                    <a:pt x="261876" y="344661"/>
                    <a:pt x="248105" y="355011"/>
                    <a:pt x="243743" y="355952"/>
                  </a:cubicBezTo>
                  <a:cubicBezTo>
                    <a:pt x="243743" y="355952"/>
                    <a:pt x="241262" y="378962"/>
                    <a:pt x="235872" y="386832"/>
                  </a:cubicBezTo>
                  <a:cubicBezTo>
                    <a:pt x="235872" y="386832"/>
                    <a:pt x="236814" y="401031"/>
                    <a:pt x="239806" y="409414"/>
                  </a:cubicBezTo>
                  <a:cubicBezTo>
                    <a:pt x="242715" y="417711"/>
                    <a:pt x="251098" y="425153"/>
                    <a:pt x="253579" y="427035"/>
                  </a:cubicBezTo>
                  <a:cubicBezTo>
                    <a:pt x="256060" y="429002"/>
                    <a:pt x="254521" y="438326"/>
                    <a:pt x="251612" y="442261"/>
                  </a:cubicBezTo>
                  <a:lnTo>
                    <a:pt x="251098" y="443031"/>
                  </a:lnTo>
                  <a:cubicBezTo>
                    <a:pt x="254435" y="451243"/>
                    <a:pt x="276760" y="506331"/>
                    <a:pt x="283518" y="538065"/>
                  </a:cubicBezTo>
                  <a:cubicBezTo>
                    <a:pt x="290875" y="572367"/>
                    <a:pt x="306527" y="591528"/>
                    <a:pt x="308495" y="598884"/>
                  </a:cubicBezTo>
                  <a:cubicBezTo>
                    <a:pt x="310462" y="606241"/>
                    <a:pt x="309008" y="620440"/>
                    <a:pt x="309950" y="624888"/>
                  </a:cubicBezTo>
                  <a:cubicBezTo>
                    <a:pt x="310890" y="629251"/>
                    <a:pt x="318759" y="643536"/>
                    <a:pt x="319273" y="649352"/>
                  </a:cubicBezTo>
                  <a:cubicBezTo>
                    <a:pt x="319786" y="655255"/>
                    <a:pt x="319273" y="666033"/>
                    <a:pt x="319786" y="672876"/>
                  </a:cubicBezTo>
                  <a:cubicBezTo>
                    <a:pt x="320300" y="679719"/>
                    <a:pt x="320300" y="688530"/>
                    <a:pt x="318759" y="690497"/>
                  </a:cubicBezTo>
                  <a:cubicBezTo>
                    <a:pt x="317477" y="692208"/>
                    <a:pt x="311661" y="707263"/>
                    <a:pt x="309180" y="713764"/>
                  </a:cubicBezTo>
                  <a:cubicBezTo>
                    <a:pt x="310547" y="721035"/>
                    <a:pt x="311832" y="728562"/>
                    <a:pt x="313028" y="735662"/>
                  </a:cubicBezTo>
                  <a:cubicBezTo>
                    <a:pt x="316963" y="758501"/>
                    <a:pt x="320897" y="786643"/>
                    <a:pt x="326716" y="816069"/>
                  </a:cubicBezTo>
                  <a:lnTo>
                    <a:pt x="326716" y="816069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CC631959-F5D4-33B8-BB45-0B3C1F82F697}"/>
                </a:ext>
              </a:extLst>
            </p:cNvPr>
            <p:cNvSpPr/>
            <p:nvPr/>
          </p:nvSpPr>
          <p:spPr>
            <a:xfrm>
              <a:off x="13490232" y="5654727"/>
              <a:ext cx="429541" cy="1249784"/>
            </a:xfrm>
            <a:custGeom>
              <a:avLst/>
              <a:gdLst>
                <a:gd name="connsiteX0" fmla="*/ 76923 w 429541"/>
                <a:gd name="connsiteY0" fmla="*/ 396539 h 1249784"/>
                <a:gd name="connsiteX1" fmla="*/ 77693 w 429541"/>
                <a:gd name="connsiteY1" fmla="*/ 397822 h 1249784"/>
                <a:gd name="connsiteX2" fmla="*/ 77693 w 429541"/>
                <a:gd name="connsiteY2" fmla="*/ 397822 h 1249784"/>
                <a:gd name="connsiteX3" fmla="*/ 76837 w 429541"/>
                <a:gd name="connsiteY3" fmla="*/ 396539 h 1249784"/>
                <a:gd name="connsiteX4" fmla="*/ 76837 w 429541"/>
                <a:gd name="connsiteY4" fmla="*/ 396539 h 1249784"/>
                <a:gd name="connsiteX5" fmla="*/ 16533 w 429541"/>
                <a:gd name="connsiteY5" fmla="*/ 316645 h 1249784"/>
                <a:gd name="connsiteX6" fmla="*/ 10544 w 429541"/>
                <a:gd name="connsiteY6" fmla="*/ 322376 h 1249784"/>
                <a:gd name="connsiteX7" fmla="*/ 16362 w 429541"/>
                <a:gd name="connsiteY7" fmla="*/ 325627 h 1249784"/>
                <a:gd name="connsiteX8" fmla="*/ 20725 w 429541"/>
                <a:gd name="connsiteY8" fmla="*/ 320066 h 1249784"/>
                <a:gd name="connsiteX9" fmla="*/ 16619 w 429541"/>
                <a:gd name="connsiteY9" fmla="*/ 316645 h 1249784"/>
                <a:gd name="connsiteX10" fmla="*/ 16619 w 429541"/>
                <a:gd name="connsiteY10" fmla="*/ 316645 h 1249784"/>
                <a:gd name="connsiteX11" fmla="*/ 419252 w 429541"/>
                <a:gd name="connsiteY11" fmla="*/ 361981 h 1249784"/>
                <a:gd name="connsiteX12" fmla="*/ 421219 w 429541"/>
                <a:gd name="connsiteY12" fmla="*/ 424852 h 1249784"/>
                <a:gd name="connsiteX13" fmla="*/ 429005 w 429541"/>
                <a:gd name="connsiteY13" fmla="*/ 455304 h 1249784"/>
                <a:gd name="connsiteX14" fmla="*/ 416431 w 429541"/>
                <a:gd name="connsiteY14" fmla="*/ 473182 h 1249784"/>
                <a:gd name="connsiteX15" fmla="*/ 391280 w 429541"/>
                <a:gd name="connsiteY15" fmla="*/ 496363 h 1249784"/>
                <a:gd name="connsiteX16" fmla="*/ 363223 w 429541"/>
                <a:gd name="connsiteY16" fmla="*/ 535540 h 1249784"/>
                <a:gd name="connsiteX17" fmla="*/ 346629 w 429541"/>
                <a:gd name="connsiteY17" fmla="*/ 554274 h 1249784"/>
                <a:gd name="connsiteX18" fmla="*/ 346629 w 429541"/>
                <a:gd name="connsiteY18" fmla="*/ 555386 h 1249784"/>
                <a:gd name="connsiteX19" fmla="*/ 333201 w 429541"/>
                <a:gd name="connsiteY19" fmla="*/ 658888 h 1249784"/>
                <a:gd name="connsiteX20" fmla="*/ 320625 w 429541"/>
                <a:gd name="connsiteY20" fmla="*/ 699520 h 1249784"/>
                <a:gd name="connsiteX21" fmla="*/ 326443 w 429541"/>
                <a:gd name="connsiteY21" fmla="*/ 733393 h 1249784"/>
                <a:gd name="connsiteX22" fmla="*/ 323534 w 429541"/>
                <a:gd name="connsiteY22" fmla="*/ 772057 h 1249784"/>
                <a:gd name="connsiteX23" fmla="*/ 331317 w 429541"/>
                <a:gd name="connsiteY23" fmla="*/ 789507 h 1249784"/>
                <a:gd name="connsiteX24" fmla="*/ 329350 w 429541"/>
                <a:gd name="connsiteY24" fmla="*/ 809780 h 1249784"/>
                <a:gd name="connsiteX25" fmla="*/ 331317 w 429541"/>
                <a:gd name="connsiteY25" fmla="*/ 859137 h 1249784"/>
                <a:gd name="connsiteX26" fmla="*/ 351677 w 429541"/>
                <a:gd name="connsiteY26" fmla="*/ 951092 h 1249784"/>
                <a:gd name="connsiteX27" fmla="*/ 365193 w 429541"/>
                <a:gd name="connsiteY27" fmla="*/ 1192997 h 1249784"/>
                <a:gd name="connsiteX28" fmla="*/ 353558 w 429541"/>
                <a:gd name="connsiteY28" fmla="*/ 1196846 h 1249784"/>
                <a:gd name="connsiteX29" fmla="*/ 352616 w 429541"/>
                <a:gd name="connsiteY29" fmla="*/ 1223963 h 1249784"/>
                <a:gd name="connsiteX30" fmla="*/ 354586 w 429541"/>
                <a:gd name="connsiteY30" fmla="*/ 1242354 h 1249784"/>
                <a:gd name="connsiteX31" fmla="*/ 293595 w 429541"/>
                <a:gd name="connsiteY31" fmla="*/ 1248170 h 1249784"/>
                <a:gd name="connsiteX32" fmla="*/ 288719 w 429541"/>
                <a:gd name="connsiteY32" fmla="*/ 1244321 h 1249784"/>
                <a:gd name="connsiteX33" fmla="*/ 209338 w 429541"/>
                <a:gd name="connsiteY33" fmla="*/ 1249197 h 1249784"/>
                <a:gd name="connsiteX34" fmla="*/ 188980 w 429541"/>
                <a:gd name="connsiteY34" fmla="*/ 1245348 h 1249784"/>
                <a:gd name="connsiteX35" fmla="*/ 127989 w 429541"/>
                <a:gd name="connsiteY35" fmla="*/ 1245348 h 1249784"/>
                <a:gd name="connsiteX36" fmla="*/ 81542 w 429541"/>
                <a:gd name="connsiteY36" fmla="*/ 1238590 h 1249784"/>
                <a:gd name="connsiteX37" fmla="*/ 114476 w 429541"/>
                <a:gd name="connsiteY37" fmla="*/ 1224048 h 1249784"/>
                <a:gd name="connsiteX38" fmla="*/ 159983 w 429541"/>
                <a:gd name="connsiteY38" fmla="*/ 1208565 h 1249784"/>
                <a:gd name="connsiteX39" fmla="*/ 184190 w 429541"/>
                <a:gd name="connsiteY39" fmla="*/ 1188207 h 1249784"/>
                <a:gd name="connsiteX40" fmla="*/ 210365 w 429541"/>
                <a:gd name="connsiteY40" fmla="*/ 1149543 h 1249784"/>
                <a:gd name="connsiteX41" fmla="*/ 200698 w 429541"/>
                <a:gd name="connsiteY41" fmla="*/ 1133119 h 1249784"/>
                <a:gd name="connsiteX42" fmla="*/ 175550 w 429541"/>
                <a:gd name="connsiteY42" fmla="*/ 985051 h 1249784"/>
                <a:gd name="connsiteX43" fmla="*/ 149374 w 429541"/>
                <a:gd name="connsiteY43" fmla="*/ 829283 h 1249784"/>
                <a:gd name="connsiteX44" fmla="*/ 130044 w 429541"/>
                <a:gd name="connsiteY44" fmla="*/ 721846 h 1249784"/>
                <a:gd name="connsiteX45" fmla="*/ 133893 w 429541"/>
                <a:gd name="connsiteY45" fmla="*/ 666673 h 1249784"/>
                <a:gd name="connsiteX46" fmla="*/ 141591 w 429541"/>
                <a:gd name="connsiteY46" fmla="*/ 604742 h 1249784"/>
                <a:gd name="connsiteX47" fmla="*/ 148349 w 429541"/>
                <a:gd name="connsiteY47" fmla="*/ 526388 h 1249784"/>
                <a:gd name="connsiteX48" fmla="*/ 148178 w 429541"/>
                <a:gd name="connsiteY48" fmla="*/ 500811 h 1249784"/>
                <a:gd name="connsiteX49" fmla="*/ 147578 w 429541"/>
                <a:gd name="connsiteY49" fmla="*/ 501154 h 1249784"/>
                <a:gd name="connsiteX50" fmla="*/ 134236 w 429541"/>
                <a:gd name="connsiteY50" fmla="*/ 493284 h 1249784"/>
                <a:gd name="connsiteX51" fmla="*/ 129531 w 429541"/>
                <a:gd name="connsiteY51" fmla="*/ 496877 h 1249784"/>
                <a:gd name="connsiteX52" fmla="*/ 127563 w 429541"/>
                <a:gd name="connsiteY52" fmla="*/ 472327 h 1249784"/>
                <a:gd name="connsiteX53" fmla="*/ 125682 w 429541"/>
                <a:gd name="connsiteY53" fmla="*/ 468392 h 1249784"/>
                <a:gd name="connsiteX54" fmla="*/ 108743 w 429541"/>
                <a:gd name="connsiteY54" fmla="*/ 456759 h 1249784"/>
                <a:gd name="connsiteX55" fmla="*/ 99849 w 429541"/>
                <a:gd name="connsiteY55" fmla="*/ 443500 h 1249784"/>
                <a:gd name="connsiteX56" fmla="*/ 81885 w 429541"/>
                <a:gd name="connsiteY56" fmla="*/ 420575 h 1249784"/>
                <a:gd name="connsiteX57" fmla="*/ 71877 w 429541"/>
                <a:gd name="connsiteY57" fmla="*/ 415614 h 1249784"/>
                <a:gd name="connsiteX58" fmla="*/ 70935 w 429541"/>
                <a:gd name="connsiteY58" fmla="*/ 403553 h 1249784"/>
                <a:gd name="connsiteX59" fmla="*/ 65119 w 429541"/>
                <a:gd name="connsiteY59" fmla="*/ 394828 h 1249784"/>
                <a:gd name="connsiteX60" fmla="*/ 63580 w 429541"/>
                <a:gd name="connsiteY60" fmla="*/ 374384 h 1249784"/>
                <a:gd name="connsiteX61" fmla="*/ 69567 w 429541"/>
                <a:gd name="connsiteY61" fmla="*/ 384221 h 1249784"/>
                <a:gd name="connsiteX62" fmla="*/ 60328 w 429541"/>
                <a:gd name="connsiteY62" fmla="*/ 370022 h 1249784"/>
                <a:gd name="connsiteX63" fmla="*/ 32614 w 429541"/>
                <a:gd name="connsiteY63" fmla="*/ 366172 h 1249784"/>
                <a:gd name="connsiteX64" fmla="*/ 26798 w 429541"/>
                <a:gd name="connsiteY64" fmla="*/ 361040 h 1249784"/>
                <a:gd name="connsiteX65" fmla="*/ 18415 w 429541"/>
                <a:gd name="connsiteY65" fmla="*/ 353940 h 1249784"/>
                <a:gd name="connsiteX66" fmla="*/ 11999 w 429541"/>
                <a:gd name="connsiteY66" fmla="*/ 348808 h 1249784"/>
                <a:gd name="connsiteX67" fmla="*/ 7466 w 429541"/>
                <a:gd name="connsiteY67" fmla="*/ 335207 h 1249784"/>
                <a:gd name="connsiteX68" fmla="*/ 365 w 429541"/>
                <a:gd name="connsiteY68" fmla="*/ 316474 h 1249784"/>
                <a:gd name="connsiteX69" fmla="*/ 7466 w 429541"/>
                <a:gd name="connsiteY69" fmla="*/ 308091 h 1249784"/>
                <a:gd name="connsiteX70" fmla="*/ 8065 w 429541"/>
                <a:gd name="connsiteY70" fmla="*/ 299708 h 1249784"/>
                <a:gd name="connsiteX71" fmla="*/ 17131 w 429541"/>
                <a:gd name="connsiteY71" fmla="*/ 305525 h 1249784"/>
                <a:gd name="connsiteX72" fmla="*/ 28080 w 429541"/>
                <a:gd name="connsiteY72" fmla="*/ 302275 h 1249784"/>
                <a:gd name="connsiteX73" fmla="*/ 28080 w 429541"/>
                <a:gd name="connsiteY73" fmla="*/ 310657 h 1249784"/>
                <a:gd name="connsiteX74" fmla="*/ 31929 w 429541"/>
                <a:gd name="connsiteY74" fmla="*/ 311940 h 1249784"/>
                <a:gd name="connsiteX75" fmla="*/ 56394 w 429541"/>
                <a:gd name="connsiteY75" fmla="*/ 324258 h 1249784"/>
                <a:gd name="connsiteX76" fmla="*/ 75127 w 429541"/>
                <a:gd name="connsiteY76" fmla="*/ 345557 h 1249784"/>
                <a:gd name="connsiteX77" fmla="*/ 93176 w 429541"/>
                <a:gd name="connsiteY77" fmla="*/ 368824 h 1249784"/>
                <a:gd name="connsiteX78" fmla="*/ 89582 w 429541"/>
                <a:gd name="connsiteY78" fmla="*/ 380030 h 1249784"/>
                <a:gd name="connsiteX79" fmla="*/ 93176 w 429541"/>
                <a:gd name="connsiteY79" fmla="*/ 368824 h 1249784"/>
                <a:gd name="connsiteX80" fmla="*/ 92235 w 429541"/>
                <a:gd name="connsiteY80" fmla="*/ 365402 h 1249784"/>
                <a:gd name="connsiteX81" fmla="*/ 116871 w 429541"/>
                <a:gd name="connsiteY81" fmla="*/ 390123 h 1249784"/>
                <a:gd name="connsiteX82" fmla="*/ 118838 w 429541"/>
                <a:gd name="connsiteY82" fmla="*/ 390636 h 1249784"/>
                <a:gd name="connsiteX83" fmla="*/ 126108 w 429541"/>
                <a:gd name="connsiteY83" fmla="*/ 394058 h 1249784"/>
                <a:gd name="connsiteX84" fmla="*/ 141077 w 429541"/>
                <a:gd name="connsiteY84" fmla="*/ 397908 h 1249784"/>
                <a:gd name="connsiteX85" fmla="*/ 147835 w 429541"/>
                <a:gd name="connsiteY85" fmla="*/ 398848 h 1249784"/>
                <a:gd name="connsiteX86" fmla="*/ 168621 w 429541"/>
                <a:gd name="connsiteY86" fmla="*/ 350946 h 1249784"/>
                <a:gd name="connsiteX87" fmla="*/ 172898 w 429541"/>
                <a:gd name="connsiteY87" fmla="*/ 341109 h 1249784"/>
                <a:gd name="connsiteX88" fmla="*/ 177346 w 429541"/>
                <a:gd name="connsiteY88" fmla="*/ 329219 h 1249784"/>
                <a:gd name="connsiteX89" fmla="*/ 182907 w 429541"/>
                <a:gd name="connsiteY89" fmla="*/ 317329 h 1249784"/>
                <a:gd name="connsiteX90" fmla="*/ 184618 w 429541"/>
                <a:gd name="connsiteY90" fmla="*/ 294404 h 1249784"/>
                <a:gd name="connsiteX91" fmla="*/ 198645 w 429541"/>
                <a:gd name="connsiteY91" fmla="*/ 272592 h 1249784"/>
                <a:gd name="connsiteX92" fmla="*/ 209766 w 429541"/>
                <a:gd name="connsiteY92" fmla="*/ 257623 h 1249784"/>
                <a:gd name="connsiteX93" fmla="*/ 210023 w 429541"/>
                <a:gd name="connsiteY93" fmla="*/ 257366 h 1249784"/>
                <a:gd name="connsiteX94" fmla="*/ 225763 w 429541"/>
                <a:gd name="connsiteY94" fmla="*/ 226144 h 1249784"/>
                <a:gd name="connsiteX95" fmla="*/ 242614 w 429541"/>
                <a:gd name="connsiteY95" fmla="*/ 203904 h 1249784"/>
                <a:gd name="connsiteX96" fmla="*/ 243213 w 429541"/>
                <a:gd name="connsiteY96" fmla="*/ 201936 h 1249784"/>
                <a:gd name="connsiteX97" fmla="*/ 247062 w 429541"/>
                <a:gd name="connsiteY97" fmla="*/ 192783 h 1249784"/>
                <a:gd name="connsiteX98" fmla="*/ 250654 w 429541"/>
                <a:gd name="connsiteY98" fmla="*/ 188678 h 1249784"/>
                <a:gd name="connsiteX99" fmla="*/ 247404 w 429541"/>
                <a:gd name="connsiteY99" fmla="*/ 190816 h 1249784"/>
                <a:gd name="connsiteX100" fmla="*/ 236455 w 429541"/>
                <a:gd name="connsiteY100" fmla="*/ 179696 h 1249784"/>
                <a:gd name="connsiteX101" fmla="*/ 204035 w 429541"/>
                <a:gd name="connsiteY101" fmla="*/ 185000 h 1249784"/>
                <a:gd name="connsiteX102" fmla="*/ 195139 w 429541"/>
                <a:gd name="connsiteY102" fmla="*/ 174050 h 1249784"/>
                <a:gd name="connsiteX103" fmla="*/ 195738 w 429541"/>
                <a:gd name="connsiteY103" fmla="*/ 163700 h 1249784"/>
                <a:gd name="connsiteX104" fmla="*/ 192487 w 429541"/>
                <a:gd name="connsiteY104" fmla="*/ 155916 h 1249784"/>
                <a:gd name="connsiteX105" fmla="*/ 191204 w 429541"/>
                <a:gd name="connsiteY105" fmla="*/ 149501 h 1249784"/>
                <a:gd name="connsiteX106" fmla="*/ 187356 w 429541"/>
                <a:gd name="connsiteY106" fmla="*/ 142401 h 1249784"/>
                <a:gd name="connsiteX107" fmla="*/ 187356 w 429541"/>
                <a:gd name="connsiteY107" fmla="*/ 134702 h 1249784"/>
                <a:gd name="connsiteX108" fmla="*/ 177006 w 429541"/>
                <a:gd name="connsiteY108" fmla="*/ 134702 h 1249784"/>
                <a:gd name="connsiteX109" fmla="*/ 173754 w 429541"/>
                <a:gd name="connsiteY109" fmla="*/ 124352 h 1249784"/>
                <a:gd name="connsiteX110" fmla="*/ 181452 w 429541"/>
                <a:gd name="connsiteY110" fmla="*/ 111435 h 1249784"/>
                <a:gd name="connsiteX111" fmla="*/ 179570 w 429541"/>
                <a:gd name="connsiteY111" fmla="*/ 93985 h 1249784"/>
                <a:gd name="connsiteX112" fmla="*/ 185388 w 429541"/>
                <a:gd name="connsiteY112" fmla="*/ 84918 h 1249784"/>
                <a:gd name="connsiteX113" fmla="*/ 187356 w 429541"/>
                <a:gd name="connsiteY113" fmla="*/ 66870 h 1249784"/>
                <a:gd name="connsiteX114" fmla="*/ 203522 w 429541"/>
                <a:gd name="connsiteY114" fmla="*/ 37187 h 1249784"/>
                <a:gd name="connsiteX115" fmla="*/ 192572 w 429541"/>
                <a:gd name="connsiteY115" fmla="*/ 36503 h 1249784"/>
                <a:gd name="connsiteX116" fmla="*/ 262288 w 429541"/>
                <a:gd name="connsiteY116" fmla="*/ 405 h 1249784"/>
                <a:gd name="connsiteX117" fmla="*/ 333284 w 429541"/>
                <a:gd name="connsiteY117" fmla="*/ 28804 h 1249784"/>
                <a:gd name="connsiteX118" fmla="*/ 332687 w 429541"/>
                <a:gd name="connsiteY118" fmla="*/ 106902 h 1249784"/>
                <a:gd name="connsiteX119" fmla="*/ 323619 w 429541"/>
                <a:gd name="connsiteY119" fmla="*/ 136584 h 1249784"/>
                <a:gd name="connsiteX120" fmla="*/ 319086 w 429541"/>
                <a:gd name="connsiteY120" fmla="*/ 144967 h 1249784"/>
                <a:gd name="connsiteX121" fmla="*/ 324561 w 429541"/>
                <a:gd name="connsiteY121" fmla="*/ 145309 h 1249784"/>
                <a:gd name="connsiteX122" fmla="*/ 332345 w 429541"/>
                <a:gd name="connsiteY122" fmla="*/ 169004 h 1249784"/>
                <a:gd name="connsiteX123" fmla="*/ 368100 w 429541"/>
                <a:gd name="connsiteY123" fmla="*/ 195179 h 1249784"/>
                <a:gd name="connsiteX124" fmla="*/ 389913 w 429541"/>
                <a:gd name="connsiteY124" fmla="*/ 211602 h 1249784"/>
                <a:gd name="connsiteX125" fmla="*/ 416088 w 429541"/>
                <a:gd name="connsiteY125" fmla="*/ 282686 h 1249784"/>
                <a:gd name="connsiteX126" fmla="*/ 412665 w 429541"/>
                <a:gd name="connsiteY126" fmla="*/ 332983 h 1249784"/>
                <a:gd name="connsiteX127" fmla="*/ 419423 w 429541"/>
                <a:gd name="connsiteY127" fmla="*/ 361981 h 1249784"/>
                <a:gd name="connsiteX128" fmla="*/ 419423 w 429541"/>
                <a:gd name="connsiteY128" fmla="*/ 361981 h 124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429541" h="1249784">
                  <a:moveTo>
                    <a:pt x="76923" y="396539"/>
                  </a:moveTo>
                  <a:lnTo>
                    <a:pt x="77693" y="397822"/>
                  </a:lnTo>
                  <a:lnTo>
                    <a:pt x="77693" y="397822"/>
                  </a:lnTo>
                  <a:cubicBezTo>
                    <a:pt x="77693" y="397822"/>
                    <a:pt x="76837" y="396539"/>
                    <a:pt x="76837" y="396539"/>
                  </a:cubicBezTo>
                  <a:lnTo>
                    <a:pt x="76837" y="396539"/>
                  </a:lnTo>
                  <a:close/>
                  <a:moveTo>
                    <a:pt x="16533" y="316645"/>
                  </a:moveTo>
                  <a:cubicBezTo>
                    <a:pt x="7466" y="315362"/>
                    <a:pt x="10544" y="322376"/>
                    <a:pt x="10544" y="322376"/>
                  </a:cubicBezTo>
                  <a:lnTo>
                    <a:pt x="16362" y="325627"/>
                  </a:lnTo>
                  <a:cubicBezTo>
                    <a:pt x="16362" y="325627"/>
                    <a:pt x="19440" y="323317"/>
                    <a:pt x="20725" y="320066"/>
                  </a:cubicBezTo>
                  <a:cubicBezTo>
                    <a:pt x="22007" y="316816"/>
                    <a:pt x="16619" y="316645"/>
                    <a:pt x="16619" y="316645"/>
                  </a:cubicBezTo>
                  <a:lnTo>
                    <a:pt x="16619" y="316645"/>
                  </a:lnTo>
                  <a:close/>
                  <a:moveTo>
                    <a:pt x="419252" y="361981"/>
                  </a:moveTo>
                  <a:cubicBezTo>
                    <a:pt x="419252" y="372160"/>
                    <a:pt x="419766" y="412278"/>
                    <a:pt x="421219" y="424852"/>
                  </a:cubicBezTo>
                  <a:cubicBezTo>
                    <a:pt x="422675" y="437427"/>
                    <a:pt x="431826" y="447606"/>
                    <a:pt x="429005" y="455304"/>
                  </a:cubicBezTo>
                  <a:cubicBezTo>
                    <a:pt x="426096" y="463089"/>
                    <a:pt x="420793" y="470787"/>
                    <a:pt x="416431" y="473182"/>
                  </a:cubicBezTo>
                  <a:cubicBezTo>
                    <a:pt x="412068" y="475577"/>
                    <a:pt x="400434" y="483362"/>
                    <a:pt x="391280" y="496363"/>
                  </a:cubicBezTo>
                  <a:cubicBezTo>
                    <a:pt x="382044" y="509451"/>
                    <a:pt x="369470" y="529296"/>
                    <a:pt x="363223" y="535540"/>
                  </a:cubicBezTo>
                  <a:cubicBezTo>
                    <a:pt x="359546" y="539219"/>
                    <a:pt x="353901" y="547003"/>
                    <a:pt x="346629" y="554274"/>
                  </a:cubicBezTo>
                  <a:lnTo>
                    <a:pt x="346629" y="555386"/>
                  </a:lnTo>
                  <a:cubicBezTo>
                    <a:pt x="347742" y="581475"/>
                    <a:pt x="340984" y="626041"/>
                    <a:pt x="333201" y="658888"/>
                  </a:cubicBezTo>
                  <a:cubicBezTo>
                    <a:pt x="325501" y="691821"/>
                    <a:pt x="322592" y="692762"/>
                    <a:pt x="320625" y="699520"/>
                  </a:cubicBezTo>
                  <a:cubicBezTo>
                    <a:pt x="318657" y="706278"/>
                    <a:pt x="327383" y="721760"/>
                    <a:pt x="326443" y="733393"/>
                  </a:cubicBezTo>
                  <a:cubicBezTo>
                    <a:pt x="325501" y="745027"/>
                    <a:pt x="323534" y="759483"/>
                    <a:pt x="323534" y="772057"/>
                  </a:cubicBezTo>
                  <a:cubicBezTo>
                    <a:pt x="323534" y="784631"/>
                    <a:pt x="327383" y="782750"/>
                    <a:pt x="331317" y="789507"/>
                  </a:cubicBezTo>
                  <a:cubicBezTo>
                    <a:pt x="335168" y="796265"/>
                    <a:pt x="329350" y="802082"/>
                    <a:pt x="329350" y="809780"/>
                  </a:cubicBezTo>
                  <a:cubicBezTo>
                    <a:pt x="329350" y="817479"/>
                    <a:pt x="328410" y="838778"/>
                    <a:pt x="331317" y="859137"/>
                  </a:cubicBezTo>
                  <a:cubicBezTo>
                    <a:pt x="334226" y="879495"/>
                    <a:pt x="349709" y="927825"/>
                    <a:pt x="351677" y="951092"/>
                  </a:cubicBezTo>
                  <a:cubicBezTo>
                    <a:pt x="353644" y="974358"/>
                    <a:pt x="365193" y="1192997"/>
                    <a:pt x="365193" y="1192997"/>
                  </a:cubicBezTo>
                  <a:lnTo>
                    <a:pt x="353558" y="1196846"/>
                  </a:lnTo>
                  <a:cubicBezTo>
                    <a:pt x="355525" y="1201722"/>
                    <a:pt x="351591" y="1221054"/>
                    <a:pt x="352616" y="1223963"/>
                  </a:cubicBezTo>
                  <a:cubicBezTo>
                    <a:pt x="353558" y="1226871"/>
                    <a:pt x="354586" y="1242354"/>
                    <a:pt x="354586" y="1242354"/>
                  </a:cubicBezTo>
                  <a:cubicBezTo>
                    <a:pt x="347828" y="1247229"/>
                    <a:pt x="293595" y="1248170"/>
                    <a:pt x="293595" y="1248170"/>
                  </a:cubicBezTo>
                  <a:lnTo>
                    <a:pt x="288719" y="1244321"/>
                  </a:lnTo>
                  <a:cubicBezTo>
                    <a:pt x="277086" y="1248170"/>
                    <a:pt x="217123" y="1251079"/>
                    <a:pt x="209338" y="1249197"/>
                  </a:cubicBezTo>
                  <a:cubicBezTo>
                    <a:pt x="201554" y="1247315"/>
                    <a:pt x="188980" y="1245348"/>
                    <a:pt x="188980" y="1245348"/>
                  </a:cubicBezTo>
                  <a:cubicBezTo>
                    <a:pt x="180255" y="1247315"/>
                    <a:pt x="148349" y="1247315"/>
                    <a:pt x="127989" y="1245348"/>
                  </a:cubicBezTo>
                  <a:cubicBezTo>
                    <a:pt x="107718" y="1243380"/>
                    <a:pt x="81542" y="1238590"/>
                    <a:pt x="81542" y="1238590"/>
                  </a:cubicBezTo>
                  <a:cubicBezTo>
                    <a:pt x="85391" y="1220199"/>
                    <a:pt x="96083" y="1225074"/>
                    <a:pt x="114476" y="1224048"/>
                  </a:cubicBezTo>
                  <a:cubicBezTo>
                    <a:pt x="132866" y="1223022"/>
                    <a:pt x="154165" y="1212415"/>
                    <a:pt x="159983" y="1208565"/>
                  </a:cubicBezTo>
                  <a:cubicBezTo>
                    <a:pt x="165799" y="1204716"/>
                    <a:pt x="180341" y="1194024"/>
                    <a:pt x="184190" y="1188207"/>
                  </a:cubicBezTo>
                  <a:cubicBezTo>
                    <a:pt x="188038" y="1182390"/>
                    <a:pt x="209338" y="1154334"/>
                    <a:pt x="210365" y="1149543"/>
                  </a:cubicBezTo>
                  <a:cubicBezTo>
                    <a:pt x="211307" y="1144668"/>
                    <a:pt x="200698" y="1140818"/>
                    <a:pt x="200698" y="1133119"/>
                  </a:cubicBezTo>
                  <a:cubicBezTo>
                    <a:pt x="200698" y="1125421"/>
                    <a:pt x="183250" y="1024741"/>
                    <a:pt x="175550" y="985051"/>
                  </a:cubicBezTo>
                  <a:cubicBezTo>
                    <a:pt x="167767" y="945361"/>
                    <a:pt x="154251" y="861189"/>
                    <a:pt x="149374" y="829283"/>
                  </a:cubicBezTo>
                  <a:cubicBezTo>
                    <a:pt x="144500" y="797377"/>
                    <a:pt x="130044" y="730570"/>
                    <a:pt x="130044" y="721846"/>
                  </a:cubicBezTo>
                  <a:cubicBezTo>
                    <a:pt x="130044" y="713121"/>
                    <a:pt x="132012" y="681214"/>
                    <a:pt x="133893" y="666673"/>
                  </a:cubicBezTo>
                  <a:cubicBezTo>
                    <a:pt x="135775" y="652131"/>
                    <a:pt x="139709" y="617316"/>
                    <a:pt x="141591" y="604742"/>
                  </a:cubicBezTo>
                  <a:cubicBezTo>
                    <a:pt x="143558" y="592168"/>
                    <a:pt x="148349" y="532204"/>
                    <a:pt x="148349" y="526388"/>
                  </a:cubicBezTo>
                  <a:cubicBezTo>
                    <a:pt x="148349" y="522282"/>
                    <a:pt x="147407" y="508938"/>
                    <a:pt x="148178" y="500811"/>
                  </a:cubicBezTo>
                  <a:lnTo>
                    <a:pt x="147578" y="501154"/>
                  </a:lnTo>
                  <a:cubicBezTo>
                    <a:pt x="146039" y="500811"/>
                    <a:pt x="138256" y="496021"/>
                    <a:pt x="134236" y="493284"/>
                  </a:cubicBezTo>
                  <a:cubicBezTo>
                    <a:pt x="132012" y="495422"/>
                    <a:pt x="130214" y="496877"/>
                    <a:pt x="129531" y="496877"/>
                  </a:cubicBezTo>
                  <a:cubicBezTo>
                    <a:pt x="127307" y="496877"/>
                    <a:pt x="127563" y="478828"/>
                    <a:pt x="127563" y="472327"/>
                  </a:cubicBezTo>
                  <a:cubicBezTo>
                    <a:pt x="127050" y="470531"/>
                    <a:pt x="126365" y="469077"/>
                    <a:pt x="125682" y="468392"/>
                  </a:cubicBezTo>
                  <a:cubicBezTo>
                    <a:pt x="122259" y="464970"/>
                    <a:pt x="115501" y="464543"/>
                    <a:pt x="108743" y="456759"/>
                  </a:cubicBezTo>
                  <a:cubicBezTo>
                    <a:pt x="106264" y="453936"/>
                    <a:pt x="103098" y="448889"/>
                    <a:pt x="99849" y="443500"/>
                  </a:cubicBezTo>
                  <a:cubicBezTo>
                    <a:pt x="92577" y="435972"/>
                    <a:pt x="85477" y="427504"/>
                    <a:pt x="81885" y="420575"/>
                  </a:cubicBezTo>
                  <a:cubicBezTo>
                    <a:pt x="76837" y="418009"/>
                    <a:pt x="71877" y="415614"/>
                    <a:pt x="71877" y="415614"/>
                  </a:cubicBezTo>
                  <a:cubicBezTo>
                    <a:pt x="71877" y="415614"/>
                    <a:pt x="72817" y="407402"/>
                    <a:pt x="70935" y="403553"/>
                  </a:cubicBezTo>
                  <a:cubicBezTo>
                    <a:pt x="68968" y="399704"/>
                    <a:pt x="67086" y="396796"/>
                    <a:pt x="65119" y="394828"/>
                  </a:cubicBezTo>
                  <a:cubicBezTo>
                    <a:pt x="63152" y="392861"/>
                    <a:pt x="63580" y="374384"/>
                    <a:pt x="63580" y="374384"/>
                  </a:cubicBezTo>
                  <a:lnTo>
                    <a:pt x="69567" y="384221"/>
                  </a:lnTo>
                  <a:cubicBezTo>
                    <a:pt x="65719" y="377720"/>
                    <a:pt x="62039" y="371390"/>
                    <a:pt x="60328" y="370022"/>
                  </a:cubicBezTo>
                  <a:cubicBezTo>
                    <a:pt x="57079" y="367456"/>
                    <a:pt x="35180" y="366771"/>
                    <a:pt x="32614" y="366172"/>
                  </a:cubicBezTo>
                  <a:cubicBezTo>
                    <a:pt x="30047" y="365488"/>
                    <a:pt x="29364" y="362922"/>
                    <a:pt x="26798" y="361040"/>
                  </a:cubicBezTo>
                  <a:cubicBezTo>
                    <a:pt x="24231" y="359072"/>
                    <a:pt x="18415" y="353940"/>
                    <a:pt x="18415" y="353940"/>
                  </a:cubicBezTo>
                  <a:cubicBezTo>
                    <a:pt x="18415" y="353940"/>
                    <a:pt x="12597" y="351374"/>
                    <a:pt x="11999" y="348808"/>
                  </a:cubicBezTo>
                  <a:cubicBezTo>
                    <a:pt x="11400" y="346241"/>
                    <a:pt x="10032" y="341024"/>
                    <a:pt x="7466" y="335207"/>
                  </a:cubicBezTo>
                  <a:cubicBezTo>
                    <a:pt x="4899" y="329390"/>
                    <a:pt x="-1602" y="320409"/>
                    <a:pt x="365" y="316474"/>
                  </a:cubicBezTo>
                  <a:cubicBezTo>
                    <a:pt x="2247" y="312624"/>
                    <a:pt x="7466" y="308091"/>
                    <a:pt x="7466" y="308091"/>
                  </a:cubicBezTo>
                  <a:cubicBezTo>
                    <a:pt x="7466" y="308091"/>
                    <a:pt x="4214" y="302958"/>
                    <a:pt x="8065" y="299708"/>
                  </a:cubicBezTo>
                  <a:cubicBezTo>
                    <a:pt x="11914" y="296457"/>
                    <a:pt x="17131" y="305525"/>
                    <a:pt x="17131" y="305525"/>
                  </a:cubicBezTo>
                  <a:cubicBezTo>
                    <a:pt x="17131" y="305525"/>
                    <a:pt x="23546" y="302275"/>
                    <a:pt x="28080" y="302275"/>
                  </a:cubicBezTo>
                  <a:cubicBezTo>
                    <a:pt x="32614" y="302275"/>
                    <a:pt x="28080" y="310657"/>
                    <a:pt x="28080" y="310657"/>
                  </a:cubicBezTo>
                  <a:lnTo>
                    <a:pt x="31929" y="311940"/>
                  </a:lnTo>
                  <a:cubicBezTo>
                    <a:pt x="35780" y="313223"/>
                    <a:pt x="45445" y="317073"/>
                    <a:pt x="56394" y="324258"/>
                  </a:cubicBezTo>
                  <a:cubicBezTo>
                    <a:pt x="67343" y="331358"/>
                    <a:pt x="70593" y="338458"/>
                    <a:pt x="75127" y="345557"/>
                  </a:cubicBezTo>
                  <a:cubicBezTo>
                    <a:pt x="79661" y="352657"/>
                    <a:pt x="93176" y="368824"/>
                    <a:pt x="93176" y="368824"/>
                  </a:cubicBezTo>
                  <a:cubicBezTo>
                    <a:pt x="93176" y="371733"/>
                    <a:pt x="91635" y="375753"/>
                    <a:pt x="89582" y="380030"/>
                  </a:cubicBezTo>
                  <a:cubicBezTo>
                    <a:pt x="92149" y="375411"/>
                    <a:pt x="93859" y="371048"/>
                    <a:pt x="93176" y="368824"/>
                  </a:cubicBezTo>
                  <a:lnTo>
                    <a:pt x="92235" y="365402"/>
                  </a:lnTo>
                  <a:cubicBezTo>
                    <a:pt x="92235" y="365402"/>
                    <a:pt x="109171" y="383280"/>
                    <a:pt x="116871" y="390123"/>
                  </a:cubicBezTo>
                  <a:cubicBezTo>
                    <a:pt x="124654" y="396881"/>
                    <a:pt x="118838" y="390636"/>
                    <a:pt x="118838" y="390636"/>
                  </a:cubicBezTo>
                  <a:cubicBezTo>
                    <a:pt x="118838" y="390636"/>
                    <a:pt x="122259" y="393545"/>
                    <a:pt x="126108" y="394058"/>
                  </a:cubicBezTo>
                  <a:cubicBezTo>
                    <a:pt x="129959" y="394571"/>
                    <a:pt x="136715" y="394999"/>
                    <a:pt x="141077" y="397908"/>
                  </a:cubicBezTo>
                  <a:cubicBezTo>
                    <a:pt x="145440" y="400816"/>
                    <a:pt x="146382" y="398848"/>
                    <a:pt x="147835" y="398848"/>
                  </a:cubicBezTo>
                  <a:cubicBezTo>
                    <a:pt x="149291" y="398848"/>
                    <a:pt x="164772" y="362067"/>
                    <a:pt x="168621" y="350946"/>
                  </a:cubicBezTo>
                  <a:cubicBezTo>
                    <a:pt x="169734" y="347696"/>
                    <a:pt x="171273" y="344360"/>
                    <a:pt x="172898" y="341109"/>
                  </a:cubicBezTo>
                  <a:cubicBezTo>
                    <a:pt x="174610" y="335891"/>
                    <a:pt x="176235" y="331615"/>
                    <a:pt x="177346" y="329219"/>
                  </a:cubicBezTo>
                  <a:cubicBezTo>
                    <a:pt x="178630" y="326311"/>
                    <a:pt x="180598" y="322205"/>
                    <a:pt x="182907" y="317329"/>
                  </a:cubicBezTo>
                  <a:cubicBezTo>
                    <a:pt x="183933" y="309460"/>
                    <a:pt x="182822" y="300649"/>
                    <a:pt x="184618" y="294404"/>
                  </a:cubicBezTo>
                  <a:cubicBezTo>
                    <a:pt x="186499" y="287647"/>
                    <a:pt x="194283" y="277981"/>
                    <a:pt x="198645" y="272592"/>
                  </a:cubicBezTo>
                  <a:cubicBezTo>
                    <a:pt x="203008" y="267289"/>
                    <a:pt x="204463" y="262926"/>
                    <a:pt x="209766" y="257623"/>
                  </a:cubicBezTo>
                  <a:lnTo>
                    <a:pt x="210023" y="257366"/>
                  </a:lnTo>
                  <a:cubicBezTo>
                    <a:pt x="216096" y="245476"/>
                    <a:pt x="223453" y="232388"/>
                    <a:pt x="225763" y="226144"/>
                  </a:cubicBezTo>
                  <a:cubicBezTo>
                    <a:pt x="229098" y="216991"/>
                    <a:pt x="235856" y="205871"/>
                    <a:pt x="242614" y="203904"/>
                  </a:cubicBezTo>
                  <a:lnTo>
                    <a:pt x="243213" y="201936"/>
                  </a:lnTo>
                  <a:cubicBezTo>
                    <a:pt x="243725" y="198600"/>
                    <a:pt x="244153" y="195179"/>
                    <a:pt x="247062" y="192783"/>
                  </a:cubicBezTo>
                  <a:cubicBezTo>
                    <a:pt x="247661" y="192270"/>
                    <a:pt x="248772" y="190816"/>
                    <a:pt x="250654" y="188678"/>
                  </a:cubicBezTo>
                  <a:cubicBezTo>
                    <a:pt x="248601" y="190046"/>
                    <a:pt x="247404" y="190816"/>
                    <a:pt x="247404" y="190816"/>
                  </a:cubicBezTo>
                  <a:cubicBezTo>
                    <a:pt x="245437" y="185000"/>
                    <a:pt x="242271" y="180979"/>
                    <a:pt x="236455" y="179696"/>
                  </a:cubicBezTo>
                  <a:cubicBezTo>
                    <a:pt x="230637" y="178413"/>
                    <a:pt x="209169" y="183716"/>
                    <a:pt x="204035" y="185000"/>
                  </a:cubicBezTo>
                  <a:cubicBezTo>
                    <a:pt x="198902" y="186282"/>
                    <a:pt x="193857" y="179867"/>
                    <a:pt x="195139" y="174050"/>
                  </a:cubicBezTo>
                  <a:cubicBezTo>
                    <a:pt x="196421" y="168234"/>
                    <a:pt x="197106" y="167635"/>
                    <a:pt x="195738" y="163700"/>
                  </a:cubicBezTo>
                  <a:cubicBezTo>
                    <a:pt x="194454" y="159851"/>
                    <a:pt x="191204" y="158568"/>
                    <a:pt x="192487" y="155916"/>
                  </a:cubicBezTo>
                  <a:cubicBezTo>
                    <a:pt x="193771" y="153350"/>
                    <a:pt x="194454" y="150099"/>
                    <a:pt x="191204" y="149501"/>
                  </a:cubicBezTo>
                  <a:cubicBezTo>
                    <a:pt x="187953" y="148902"/>
                    <a:pt x="187356" y="147533"/>
                    <a:pt x="187356" y="142401"/>
                  </a:cubicBezTo>
                  <a:lnTo>
                    <a:pt x="187356" y="134702"/>
                  </a:lnTo>
                  <a:cubicBezTo>
                    <a:pt x="187356" y="132136"/>
                    <a:pt x="182822" y="134702"/>
                    <a:pt x="177006" y="134702"/>
                  </a:cubicBezTo>
                  <a:cubicBezTo>
                    <a:pt x="171187" y="134702"/>
                    <a:pt x="172472" y="128201"/>
                    <a:pt x="173754" y="124352"/>
                  </a:cubicBezTo>
                  <a:cubicBezTo>
                    <a:pt x="175036" y="120503"/>
                    <a:pt x="181452" y="114686"/>
                    <a:pt x="181452" y="111435"/>
                  </a:cubicBezTo>
                  <a:cubicBezTo>
                    <a:pt x="181452" y="108185"/>
                    <a:pt x="179570" y="96552"/>
                    <a:pt x="179570" y="93985"/>
                  </a:cubicBezTo>
                  <a:cubicBezTo>
                    <a:pt x="179570" y="91419"/>
                    <a:pt x="183421" y="88169"/>
                    <a:pt x="185388" y="84918"/>
                  </a:cubicBezTo>
                  <a:cubicBezTo>
                    <a:pt x="187356" y="81668"/>
                    <a:pt x="184104" y="79102"/>
                    <a:pt x="187356" y="66870"/>
                  </a:cubicBezTo>
                  <a:cubicBezTo>
                    <a:pt x="190605" y="54637"/>
                    <a:pt x="200272" y="41721"/>
                    <a:pt x="203522" y="37187"/>
                  </a:cubicBezTo>
                  <a:cubicBezTo>
                    <a:pt x="206773" y="32654"/>
                    <a:pt x="192572" y="36503"/>
                    <a:pt x="192572" y="36503"/>
                  </a:cubicBezTo>
                  <a:cubicBezTo>
                    <a:pt x="204207" y="20336"/>
                    <a:pt x="238422" y="2287"/>
                    <a:pt x="262288" y="405"/>
                  </a:cubicBezTo>
                  <a:cubicBezTo>
                    <a:pt x="286154" y="-1562"/>
                    <a:pt x="313269" y="2971"/>
                    <a:pt x="333284" y="28804"/>
                  </a:cubicBezTo>
                  <a:cubicBezTo>
                    <a:pt x="353301" y="54637"/>
                    <a:pt x="332687" y="106902"/>
                    <a:pt x="332687" y="106902"/>
                  </a:cubicBezTo>
                  <a:cubicBezTo>
                    <a:pt x="329436" y="117252"/>
                    <a:pt x="325587" y="129485"/>
                    <a:pt x="323619" y="136584"/>
                  </a:cubicBezTo>
                  <a:cubicBezTo>
                    <a:pt x="321738" y="143684"/>
                    <a:pt x="321395" y="143598"/>
                    <a:pt x="319086" y="144967"/>
                  </a:cubicBezTo>
                  <a:lnTo>
                    <a:pt x="324561" y="145309"/>
                  </a:lnTo>
                  <a:cubicBezTo>
                    <a:pt x="324561" y="145309"/>
                    <a:pt x="329864" y="165154"/>
                    <a:pt x="332345" y="169004"/>
                  </a:cubicBezTo>
                  <a:cubicBezTo>
                    <a:pt x="334740" y="172853"/>
                    <a:pt x="357493" y="190816"/>
                    <a:pt x="368100" y="195179"/>
                  </a:cubicBezTo>
                  <a:cubicBezTo>
                    <a:pt x="378792" y="199541"/>
                    <a:pt x="379734" y="197574"/>
                    <a:pt x="389913" y="211602"/>
                  </a:cubicBezTo>
                  <a:cubicBezTo>
                    <a:pt x="400091" y="225631"/>
                    <a:pt x="415574" y="253688"/>
                    <a:pt x="416088" y="282686"/>
                  </a:cubicBezTo>
                  <a:cubicBezTo>
                    <a:pt x="416602" y="311684"/>
                    <a:pt x="411726" y="323830"/>
                    <a:pt x="412665" y="332983"/>
                  </a:cubicBezTo>
                  <a:cubicBezTo>
                    <a:pt x="413607" y="342136"/>
                    <a:pt x="419423" y="351887"/>
                    <a:pt x="419423" y="361981"/>
                  </a:cubicBezTo>
                  <a:lnTo>
                    <a:pt x="419423" y="361981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3C8A870-A4D5-DC12-4153-67FEA342664F}"/>
                </a:ext>
              </a:extLst>
            </p:cNvPr>
            <p:cNvSpPr/>
            <p:nvPr/>
          </p:nvSpPr>
          <p:spPr>
            <a:xfrm>
              <a:off x="13178978" y="5681864"/>
              <a:ext cx="288703" cy="1218782"/>
            </a:xfrm>
            <a:custGeom>
              <a:avLst/>
              <a:gdLst>
                <a:gd name="connsiteX0" fmla="*/ 203071 w 288703"/>
                <a:gd name="connsiteY0" fmla="*/ 1150891 h 1218782"/>
                <a:gd name="connsiteX1" fmla="*/ 192121 w 288703"/>
                <a:gd name="connsiteY1" fmla="*/ 1098027 h 1218782"/>
                <a:gd name="connsiteX2" fmla="*/ 180487 w 288703"/>
                <a:gd name="connsiteY2" fmla="*/ 1036097 h 1218782"/>
                <a:gd name="connsiteX3" fmla="*/ 180487 w 288703"/>
                <a:gd name="connsiteY3" fmla="*/ 1057482 h 1218782"/>
                <a:gd name="connsiteX4" fmla="*/ 183653 w 288703"/>
                <a:gd name="connsiteY4" fmla="*/ 1070227 h 1218782"/>
                <a:gd name="connsiteX5" fmla="*/ 180915 w 288703"/>
                <a:gd name="connsiteY5" fmla="*/ 1084170 h 1218782"/>
                <a:gd name="connsiteX6" fmla="*/ 181087 w 288703"/>
                <a:gd name="connsiteY6" fmla="*/ 1087678 h 1218782"/>
                <a:gd name="connsiteX7" fmla="*/ 180487 w 288703"/>
                <a:gd name="connsiteY7" fmla="*/ 1110858 h 1218782"/>
                <a:gd name="connsiteX8" fmla="*/ 181771 w 288703"/>
                <a:gd name="connsiteY8" fmla="*/ 1150891 h 1218782"/>
                <a:gd name="connsiteX9" fmla="*/ 199222 w 288703"/>
                <a:gd name="connsiteY9" fmla="*/ 1175441 h 1218782"/>
                <a:gd name="connsiteX10" fmla="*/ 212053 w 288703"/>
                <a:gd name="connsiteY10" fmla="*/ 1182027 h 1218782"/>
                <a:gd name="connsiteX11" fmla="*/ 203071 w 288703"/>
                <a:gd name="connsiteY11" fmla="*/ 1150891 h 1218782"/>
                <a:gd name="connsiteX12" fmla="*/ 203071 w 288703"/>
                <a:gd name="connsiteY12" fmla="*/ 1150891 h 1218782"/>
                <a:gd name="connsiteX13" fmla="*/ 288268 w 288703"/>
                <a:gd name="connsiteY13" fmla="*/ 1207005 h 1218782"/>
                <a:gd name="connsiteX14" fmla="*/ 270220 w 288703"/>
                <a:gd name="connsiteY14" fmla="*/ 1217355 h 1218782"/>
                <a:gd name="connsiteX15" fmla="*/ 211539 w 288703"/>
                <a:gd name="connsiteY15" fmla="*/ 1218638 h 1218782"/>
                <a:gd name="connsiteX16" fmla="*/ 208287 w 288703"/>
                <a:gd name="connsiteY16" fmla="*/ 1216072 h 1218782"/>
                <a:gd name="connsiteX17" fmla="*/ 184424 w 288703"/>
                <a:gd name="connsiteY17" fmla="*/ 1218040 h 1218782"/>
                <a:gd name="connsiteX18" fmla="*/ 111544 w 288703"/>
                <a:gd name="connsiteY18" fmla="*/ 1183225 h 1218782"/>
                <a:gd name="connsiteX19" fmla="*/ 107695 w 288703"/>
                <a:gd name="connsiteY19" fmla="*/ 1208972 h 1218782"/>
                <a:gd name="connsiteX20" fmla="*/ 108977 w 288703"/>
                <a:gd name="connsiteY20" fmla="*/ 1216072 h 1218782"/>
                <a:gd name="connsiteX21" fmla="*/ 85711 w 288703"/>
                <a:gd name="connsiteY21" fmla="*/ 1216072 h 1218782"/>
                <a:gd name="connsiteX22" fmla="*/ 84426 w 288703"/>
                <a:gd name="connsiteY22" fmla="*/ 1179889 h 1218782"/>
                <a:gd name="connsiteX23" fmla="*/ 81862 w 288703"/>
                <a:gd name="connsiteY23" fmla="*/ 1157991 h 1218782"/>
                <a:gd name="connsiteX24" fmla="*/ 92212 w 288703"/>
                <a:gd name="connsiteY24" fmla="*/ 1116077 h 1218782"/>
                <a:gd name="connsiteX25" fmla="*/ 106411 w 288703"/>
                <a:gd name="connsiteY25" fmla="*/ 946366 h 1218782"/>
                <a:gd name="connsiteX26" fmla="*/ 118045 w 288703"/>
                <a:gd name="connsiteY26" fmla="*/ 892219 h 1218782"/>
                <a:gd name="connsiteX27" fmla="*/ 125143 w 288703"/>
                <a:gd name="connsiteY27" fmla="*/ 845087 h 1218782"/>
                <a:gd name="connsiteX28" fmla="*/ 138659 w 288703"/>
                <a:gd name="connsiteY28" fmla="*/ 821222 h 1218782"/>
                <a:gd name="connsiteX29" fmla="*/ 136093 w 288703"/>
                <a:gd name="connsiteY29" fmla="*/ 779906 h 1218782"/>
                <a:gd name="connsiteX30" fmla="*/ 81862 w 288703"/>
                <a:gd name="connsiteY30" fmla="*/ 665112 h 1218782"/>
                <a:gd name="connsiteX31" fmla="*/ 65094 w 288703"/>
                <a:gd name="connsiteY31" fmla="*/ 583849 h 1218782"/>
                <a:gd name="connsiteX32" fmla="*/ 75446 w 288703"/>
                <a:gd name="connsiteY32" fmla="*/ 494204 h 1218782"/>
                <a:gd name="connsiteX33" fmla="*/ 70741 w 288703"/>
                <a:gd name="connsiteY33" fmla="*/ 476241 h 1218782"/>
                <a:gd name="connsiteX34" fmla="*/ 70228 w 288703"/>
                <a:gd name="connsiteY34" fmla="*/ 470253 h 1218782"/>
                <a:gd name="connsiteX35" fmla="*/ 58593 w 288703"/>
                <a:gd name="connsiteY35" fmla="*/ 458619 h 1218782"/>
                <a:gd name="connsiteX36" fmla="*/ 58593 w 288703"/>
                <a:gd name="connsiteY36" fmla="*/ 458619 h 1218782"/>
                <a:gd name="connsiteX37" fmla="*/ 54147 w 288703"/>
                <a:gd name="connsiteY37" fmla="*/ 461015 h 1218782"/>
                <a:gd name="connsiteX38" fmla="*/ 28997 w 288703"/>
                <a:gd name="connsiteY38" fmla="*/ 443137 h 1218782"/>
                <a:gd name="connsiteX39" fmla="*/ 13516 w 288703"/>
                <a:gd name="connsiteY39" fmla="*/ 378298 h 1218782"/>
                <a:gd name="connsiteX40" fmla="*/ 13173 w 288703"/>
                <a:gd name="connsiteY40" fmla="*/ 350155 h 1218782"/>
                <a:gd name="connsiteX41" fmla="*/ 12232 w 288703"/>
                <a:gd name="connsiteY41" fmla="*/ 349557 h 1218782"/>
                <a:gd name="connsiteX42" fmla="*/ 12232 w 288703"/>
                <a:gd name="connsiteY42" fmla="*/ 334758 h 1218782"/>
                <a:gd name="connsiteX43" fmla="*/ 8383 w 288703"/>
                <a:gd name="connsiteY43" fmla="*/ 305760 h 1218782"/>
                <a:gd name="connsiteX44" fmla="*/ 0 w 288703"/>
                <a:gd name="connsiteY44" fmla="*/ 283862 h 1218782"/>
                <a:gd name="connsiteX45" fmla="*/ 5816 w 288703"/>
                <a:gd name="connsiteY45" fmla="*/ 249048 h 1218782"/>
                <a:gd name="connsiteX46" fmla="*/ 20614 w 288703"/>
                <a:gd name="connsiteY46" fmla="*/ 222616 h 1218782"/>
                <a:gd name="connsiteX47" fmla="*/ 48329 w 288703"/>
                <a:gd name="connsiteY47" fmla="*/ 209700 h 1218782"/>
                <a:gd name="connsiteX48" fmla="*/ 62530 w 288703"/>
                <a:gd name="connsiteY48" fmla="*/ 198066 h 1218782"/>
                <a:gd name="connsiteX49" fmla="*/ 67064 w 288703"/>
                <a:gd name="connsiteY49" fmla="*/ 178050 h 1218782"/>
                <a:gd name="connsiteX50" fmla="*/ 84512 w 288703"/>
                <a:gd name="connsiteY50" fmla="*/ 181301 h 1218782"/>
                <a:gd name="connsiteX51" fmla="*/ 92895 w 288703"/>
                <a:gd name="connsiteY51" fmla="*/ 162567 h 1218782"/>
                <a:gd name="connsiteX52" fmla="*/ 86479 w 288703"/>
                <a:gd name="connsiteY52" fmla="*/ 150934 h 1218782"/>
                <a:gd name="connsiteX53" fmla="*/ 80064 w 288703"/>
                <a:gd name="connsiteY53" fmla="*/ 132885 h 1218782"/>
                <a:gd name="connsiteX54" fmla="*/ 70998 w 288703"/>
                <a:gd name="connsiteY54" fmla="*/ 117403 h 1218782"/>
                <a:gd name="connsiteX55" fmla="*/ 61674 w 288703"/>
                <a:gd name="connsiteY55" fmla="*/ 117060 h 1218782"/>
                <a:gd name="connsiteX56" fmla="*/ 63298 w 288703"/>
                <a:gd name="connsiteY56" fmla="*/ 108336 h 1218782"/>
                <a:gd name="connsiteX57" fmla="*/ 45848 w 288703"/>
                <a:gd name="connsiteY57" fmla="*/ 98670 h 1218782"/>
                <a:gd name="connsiteX58" fmla="*/ 38750 w 288703"/>
                <a:gd name="connsiteY58" fmla="*/ 67704 h 1218782"/>
                <a:gd name="connsiteX59" fmla="*/ 54916 w 288703"/>
                <a:gd name="connsiteY59" fmla="*/ 45806 h 1218782"/>
                <a:gd name="connsiteX60" fmla="*/ 54916 w 288703"/>
                <a:gd name="connsiteY60" fmla="*/ 32890 h 1218782"/>
                <a:gd name="connsiteX61" fmla="*/ 68432 w 288703"/>
                <a:gd name="connsiteY61" fmla="*/ 30323 h 1218782"/>
                <a:gd name="connsiteX62" fmla="*/ 134211 w 288703"/>
                <a:gd name="connsiteY62" fmla="*/ 42 h 1218782"/>
                <a:gd name="connsiteX63" fmla="*/ 189726 w 288703"/>
                <a:gd name="connsiteY63" fmla="*/ 24592 h 1218782"/>
                <a:gd name="connsiteX64" fmla="*/ 196142 w 288703"/>
                <a:gd name="connsiteY64" fmla="*/ 42641 h 1218782"/>
                <a:gd name="connsiteX65" fmla="*/ 199393 w 288703"/>
                <a:gd name="connsiteY65" fmla="*/ 58123 h 1218782"/>
                <a:gd name="connsiteX66" fmla="*/ 203242 w 288703"/>
                <a:gd name="connsiteY66" fmla="*/ 77455 h 1218782"/>
                <a:gd name="connsiteX67" fmla="*/ 199393 w 288703"/>
                <a:gd name="connsiteY67" fmla="*/ 88405 h 1218782"/>
                <a:gd name="connsiteX68" fmla="*/ 211368 w 288703"/>
                <a:gd name="connsiteY68" fmla="*/ 103203 h 1218782"/>
                <a:gd name="connsiteX69" fmla="*/ 204610 w 288703"/>
                <a:gd name="connsiteY69" fmla="*/ 110303 h 1218782"/>
                <a:gd name="connsiteX70" fmla="*/ 202643 w 288703"/>
                <a:gd name="connsiteY70" fmla="*/ 119284 h 1218782"/>
                <a:gd name="connsiteX71" fmla="*/ 196827 w 288703"/>
                <a:gd name="connsiteY71" fmla="*/ 128950 h 1218782"/>
                <a:gd name="connsiteX72" fmla="*/ 194859 w 288703"/>
                <a:gd name="connsiteY72" fmla="*/ 135366 h 1218782"/>
                <a:gd name="connsiteX73" fmla="*/ 191010 w 288703"/>
                <a:gd name="connsiteY73" fmla="*/ 141781 h 1218782"/>
                <a:gd name="connsiteX74" fmla="*/ 189041 w 288703"/>
                <a:gd name="connsiteY74" fmla="*/ 155297 h 1218782"/>
                <a:gd name="connsiteX75" fmla="*/ 163210 w 288703"/>
                <a:gd name="connsiteY75" fmla="*/ 168213 h 1218782"/>
                <a:gd name="connsiteX76" fmla="*/ 150976 w 288703"/>
                <a:gd name="connsiteY76" fmla="*/ 190111 h 1218782"/>
                <a:gd name="connsiteX77" fmla="*/ 152603 w 288703"/>
                <a:gd name="connsiteY77" fmla="*/ 196869 h 1218782"/>
                <a:gd name="connsiteX78" fmla="*/ 184509 w 288703"/>
                <a:gd name="connsiteY78" fmla="*/ 226893 h 1218782"/>
                <a:gd name="connsiteX79" fmla="*/ 194859 w 288703"/>
                <a:gd name="connsiteY79" fmla="*/ 230743 h 1218782"/>
                <a:gd name="connsiteX80" fmla="*/ 218725 w 288703"/>
                <a:gd name="connsiteY80" fmla="*/ 246225 h 1218782"/>
                <a:gd name="connsiteX81" fmla="*/ 219665 w 288703"/>
                <a:gd name="connsiteY81" fmla="*/ 248021 h 1218782"/>
                <a:gd name="connsiteX82" fmla="*/ 232753 w 288703"/>
                <a:gd name="connsiteY82" fmla="*/ 245113 h 1218782"/>
                <a:gd name="connsiteX83" fmla="*/ 244387 w 288703"/>
                <a:gd name="connsiteY83" fmla="*/ 249989 h 1218782"/>
                <a:gd name="connsiteX84" fmla="*/ 241478 w 288703"/>
                <a:gd name="connsiteY84" fmla="*/ 258200 h 1218782"/>
                <a:gd name="connsiteX85" fmla="*/ 245327 w 288703"/>
                <a:gd name="connsiteY85" fmla="*/ 266412 h 1218782"/>
                <a:gd name="connsiteX86" fmla="*/ 253112 w 288703"/>
                <a:gd name="connsiteY86" fmla="*/ 276592 h 1218782"/>
                <a:gd name="connsiteX87" fmla="*/ 248236 w 288703"/>
                <a:gd name="connsiteY87" fmla="*/ 284803 h 1218782"/>
                <a:gd name="connsiteX88" fmla="*/ 251657 w 288703"/>
                <a:gd name="connsiteY88" fmla="*/ 291133 h 1218782"/>
                <a:gd name="connsiteX89" fmla="*/ 242503 w 288703"/>
                <a:gd name="connsiteY89" fmla="*/ 297891 h 1218782"/>
                <a:gd name="connsiteX90" fmla="*/ 259611 w 288703"/>
                <a:gd name="connsiteY90" fmla="*/ 343312 h 1218782"/>
                <a:gd name="connsiteX91" fmla="*/ 263719 w 288703"/>
                <a:gd name="connsiteY91" fmla="*/ 360420 h 1218782"/>
                <a:gd name="connsiteX92" fmla="*/ 267739 w 288703"/>
                <a:gd name="connsiteY92" fmla="*/ 403019 h 1218782"/>
                <a:gd name="connsiteX93" fmla="*/ 269706 w 288703"/>
                <a:gd name="connsiteY93" fmla="*/ 431589 h 1218782"/>
                <a:gd name="connsiteX94" fmla="*/ 259528 w 288703"/>
                <a:gd name="connsiteY94" fmla="*/ 461100 h 1218782"/>
                <a:gd name="connsiteX95" fmla="*/ 247294 w 288703"/>
                <a:gd name="connsiteY95" fmla="*/ 475642 h 1218782"/>
                <a:gd name="connsiteX96" fmla="*/ 250460 w 288703"/>
                <a:gd name="connsiteY96" fmla="*/ 480603 h 1218782"/>
                <a:gd name="connsiteX97" fmla="*/ 263974 w 288703"/>
                <a:gd name="connsiteY97" fmla="*/ 511568 h 1218782"/>
                <a:gd name="connsiteX98" fmla="*/ 269107 w 288703"/>
                <a:gd name="connsiteY98" fmla="*/ 640562 h 1218782"/>
                <a:gd name="connsiteX99" fmla="*/ 251657 w 288703"/>
                <a:gd name="connsiteY99" fmla="*/ 790855 h 1218782"/>
                <a:gd name="connsiteX100" fmla="*/ 257473 w 288703"/>
                <a:gd name="connsiteY100" fmla="*/ 810187 h 1218782"/>
                <a:gd name="connsiteX101" fmla="*/ 266540 w 288703"/>
                <a:gd name="connsiteY101" fmla="*/ 939865 h 1218782"/>
                <a:gd name="connsiteX102" fmla="*/ 279457 w 288703"/>
                <a:gd name="connsiteY102" fmla="*/ 1140541 h 1218782"/>
                <a:gd name="connsiteX103" fmla="*/ 273042 w 288703"/>
                <a:gd name="connsiteY103" fmla="*/ 1145673 h 1218782"/>
                <a:gd name="connsiteX104" fmla="*/ 275608 w 288703"/>
                <a:gd name="connsiteY104" fmla="*/ 1182455 h 1218782"/>
                <a:gd name="connsiteX105" fmla="*/ 288525 w 288703"/>
                <a:gd name="connsiteY105" fmla="*/ 1207005 h 1218782"/>
                <a:gd name="connsiteX106" fmla="*/ 288525 w 288703"/>
                <a:gd name="connsiteY106" fmla="*/ 1207005 h 1218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288703" h="1218782">
                  <a:moveTo>
                    <a:pt x="203071" y="1150891"/>
                  </a:moveTo>
                  <a:cubicBezTo>
                    <a:pt x="201104" y="1142508"/>
                    <a:pt x="194688" y="1110858"/>
                    <a:pt x="192121" y="1098027"/>
                  </a:cubicBezTo>
                  <a:cubicBezTo>
                    <a:pt x="189555" y="1085111"/>
                    <a:pt x="183739" y="1043796"/>
                    <a:pt x="180487" y="1036097"/>
                  </a:cubicBezTo>
                  <a:cubicBezTo>
                    <a:pt x="180487" y="1036097"/>
                    <a:pt x="180487" y="1046105"/>
                    <a:pt x="180487" y="1057482"/>
                  </a:cubicBezTo>
                  <a:cubicBezTo>
                    <a:pt x="182285" y="1063897"/>
                    <a:pt x="184167" y="1068602"/>
                    <a:pt x="183653" y="1070227"/>
                  </a:cubicBezTo>
                  <a:cubicBezTo>
                    <a:pt x="183139" y="1071767"/>
                    <a:pt x="182285" y="1078182"/>
                    <a:pt x="180915" y="1084170"/>
                  </a:cubicBezTo>
                  <a:cubicBezTo>
                    <a:pt x="180915" y="1085539"/>
                    <a:pt x="181001" y="1086736"/>
                    <a:pt x="181087" y="1087678"/>
                  </a:cubicBezTo>
                  <a:cubicBezTo>
                    <a:pt x="181771" y="1099311"/>
                    <a:pt x="180487" y="1103844"/>
                    <a:pt x="180487" y="1110858"/>
                  </a:cubicBezTo>
                  <a:cubicBezTo>
                    <a:pt x="180487" y="1117873"/>
                    <a:pt x="179804" y="1143107"/>
                    <a:pt x="181771" y="1150891"/>
                  </a:cubicBezTo>
                  <a:cubicBezTo>
                    <a:pt x="183739" y="1158675"/>
                    <a:pt x="191436" y="1167657"/>
                    <a:pt x="199222" y="1175441"/>
                  </a:cubicBezTo>
                  <a:cubicBezTo>
                    <a:pt x="206920" y="1183225"/>
                    <a:pt x="212053" y="1182027"/>
                    <a:pt x="212053" y="1182027"/>
                  </a:cubicBezTo>
                  <a:cubicBezTo>
                    <a:pt x="212053" y="1182027"/>
                    <a:pt x="204952" y="1159274"/>
                    <a:pt x="203071" y="1150891"/>
                  </a:cubicBezTo>
                  <a:lnTo>
                    <a:pt x="203071" y="1150891"/>
                  </a:lnTo>
                  <a:close/>
                  <a:moveTo>
                    <a:pt x="288268" y="1207005"/>
                  </a:moveTo>
                  <a:cubicBezTo>
                    <a:pt x="286386" y="1215388"/>
                    <a:pt x="276636" y="1217355"/>
                    <a:pt x="270220" y="1217355"/>
                  </a:cubicBezTo>
                  <a:cubicBezTo>
                    <a:pt x="263805" y="1217355"/>
                    <a:pt x="217355" y="1219322"/>
                    <a:pt x="211539" y="1218638"/>
                  </a:cubicBezTo>
                  <a:cubicBezTo>
                    <a:pt x="205723" y="1217954"/>
                    <a:pt x="208287" y="1216072"/>
                    <a:pt x="208287" y="1216072"/>
                  </a:cubicBezTo>
                  <a:cubicBezTo>
                    <a:pt x="208287" y="1216072"/>
                    <a:pt x="186391" y="1218638"/>
                    <a:pt x="184424" y="1218040"/>
                  </a:cubicBezTo>
                  <a:cubicBezTo>
                    <a:pt x="182542" y="1217355"/>
                    <a:pt x="126342" y="1176724"/>
                    <a:pt x="111544" y="1183225"/>
                  </a:cubicBezTo>
                  <a:cubicBezTo>
                    <a:pt x="96746" y="1189640"/>
                    <a:pt x="106411" y="1201958"/>
                    <a:pt x="107695" y="1208972"/>
                  </a:cubicBezTo>
                  <a:lnTo>
                    <a:pt x="108977" y="1216072"/>
                  </a:lnTo>
                  <a:lnTo>
                    <a:pt x="85711" y="1216072"/>
                  </a:lnTo>
                  <a:cubicBezTo>
                    <a:pt x="85711" y="1216072"/>
                    <a:pt x="88277" y="1190239"/>
                    <a:pt x="84426" y="1179889"/>
                  </a:cubicBezTo>
                  <a:cubicBezTo>
                    <a:pt x="80578" y="1169539"/>
                    <a:pt x="79895" y="1163722"/>
                    <a:pt x="81862" y="1157991"/>
                  </a:cubicBezTo>
                  <a:cubicBezTo>
                    <a:pt x="83829" y="1152174"/>
                    <a:pt x="90245" y="1127624"/>
                    <a:pt x="92212" y="1116077"/>
                  </a:cubicBezTo>
                  <a:cubicBezTo>
                    <a:pt x="94179" y="1104443"/>
                    <a:pt x="107695" y="1010948"/>
                    <a:pt x="106411" y="946366"/>
                  </a:cubicBezTo>
                  <a:cubicBezTo>
                    <a:pt x="106411" y="946366"/>
                    <a:pt x="113511" y="918651"/>
                    <a:pt x="118045" y="892219"/>
                  </a:cubicBezTo>
                  <a:cubicBezTo>
                    <a:pt x="122579" y="865788"/>
                    <a:pt x="123176" y="856721"/>
                    <a:pt x="125143" y="845087"/>
                  </a:cubicBezTo>
                  <a:cubicBezTo>
                    <a:pt x="127111" y="833454"/>
                    <a:pt x="138659" y="824472"/>
                    <a:pt x="138659" y="821222"/>
                  </a:cubicBezTo>
                  <a:cubicBezTo>
                    <a:pt x="138659" y="817971"/>
                    <a:pt x="136692" y="782558"/>
                    <a:pt x="136093" y="779906"/>
                  </a:cubicBezTo>
                  <a:cubicBezTo>
                    <a:pt x="135410" y="777340"/>
                    <a:pt x="88960" y="692827"/>
                    <a:pt x="81862" y="665112"/>
                  </a:cubicBezTo>
                  <a:cubicBezTo>
                    <a:pt x="74761" y="637397"/>
                    <a:pt x="65094" y="617381"/>
                    <a:pt x="65094" y="583849"/>
                  </a:cubicBezTo>
                  <a:cubicBezTo>
                    <a:pt x="65094" y="550318"/>
                    <a:pt x="72794" y="505752"/>
                    <a:pt x="75446" y="494204"/>
                  </a:cubicBezTo>
                  <a:cubicBezTo>
                    <a:pt x="75446" y="494204"/>
                    <a:pt x="68004" y="485308"/>
                    <a:pt x="70741" y="476241"/>
                  </a:cubicBezTo>
                  <a:cubicBezTo>
                    <a:pt x="70142" y="473333"/>
                    <a:pt x="69885" y="471023"/>
                    <a:pt x="70228" y="470253"/>
                  </a:cubicBezTo>
                  <a:cubicBezTo>
                    <a:pt x="68260" y="468970"/>
                    <a:pt x="61160" y="462469"/>
                    <a:pt x="58593" y="458619"/>
                  </a:cubicBezTo>
                  <a:lnTo>
                    <a:pt x="58593" y="458619"/>
                  </a:lnTo>
                  <a:cubicBezTo>
                    <a:pt x="57140" y="459390"/>
                    <a:pt x="55601" y="460245"/>
                    <a:pt x="54147" y="461015"/>
                  </a:cubicBezTo>
                  <a:cubicBezTo>
                    <a:pt x="36697" y="470681"/>
                    <a:pt x="28997" y="443137"/>
                    <a:pt x="28997" y="443137"/>
                  </a:cubicBezTo>
                  <a:cubicBezTo>
                    <a:pt x="16423" y="422778"/>
                    <a:pt x="14456" y="388991"/>
                    <a:pt x="13516" y="378298"/>
                  </a:cubicBezTo>
                  <a:cubicBezTo>
                    <a:pt x="12831" y="370600"/>
                    <a:pt x="12488" y="359052"/>
                    <a:pt x="13173" y="350155"/>
                  </a:cubicBezTo>
                  <a:lnTo>
                    <a:pt x="12232" y="349557"/>
                  </a:lnTo>
                  <a:cubicBezTo>
                    <a:pt x="12232" y="349557"/>
                    <a:pt x="11632" y="339207"/>
                    <a:pt x="12232" y="334758"/>
                  </a:cubicBezTo>
                  <a:cubicBezTo>
                    <a:pt x="12917" y="330225"/>
                    <a:pt x="8383" y="312860"/>
                    <a:pt x="8383" y="305760"/>
                  </a:cubicBezTo>
                  <a:cubicBezTo>
                    <a:pt x="8383" y="298661"/>
                    <a:pt x="0" y="292246"/>
                    <a:pt x="0" y="283862"/>
                  </a:cubicBezTo>
                  <a:cubicBezTo>
                    <a:pt x="0" y="275480"/>
                    <a:pt x="0" y="258714"/>
                    <a:pt x="5816" y="249048"/>
                  </a:cubicBezTo>
                  <a:cubicBezTo>
                    <a:pt x="11632" y="239382"/>
                    <a:pt x="15483" y="225781"/>
                    <a:pt x="20614" y="222616"/>
                  </a:cubicBezTo>
                  <a:cubicBezTo>
                    <a:pt x="25747" y="219366"/>
                    <a:pt x="43881" y="212266"/>
                    <a:pt x="48329" y="209700"/>
                  </a:cubicBezTo>
                  <a:cubicBezTo>
                    <a:pt x="52863" y="207134"/>
                    <a:pt x="61246" y="201317"/>
                    <a:pt x="62530" y="198066"/>
                  </a:cubicBezTo>
                  <a:cubicBezTo>
                    <a:pt x="63812" y="194816"/>
                    <a:pt x="64497" y="180017"/>
                    <a:pt x="67064" y="178050"/>
                  </a:cubicBezTo>
                  <a:cubicBezTo>
                    <a:pt x="69628" y="176168"/>
                    <a:pt x="80578" y="180017"/>
                    <a:pt x="84512" y="181301"/>
                  </a:cubicBezTo>
                  <a:cubicBezTo>
                    <a:pt x="84512" y="181301"/>
                    <a:pt x="93580" y="170950"/>
                    <a:pt x="92895" y="162567"/>
                  </a:cubicBezTo>
                  <a:cubicBezTo>
                    <a:pt x="92297" y="154185"/>
                    <a:pt x="89046" y="155467"/>
                    <a:pt x="86479" y="150934"/>
                  </a:cubicBezTo>
                  <a:cubicBezTo>
                    <a:pt x="83915" y="146400"/>
                    <a:pt x="81348" y="143834"/>
                    <a:pt x="80064" y="132885"/>
                  </a:cubicBezTo>
                  <a:cubicBezTo>
                    <a:pt x="78782" y="121936"/>
                    <a:pt x="73563" y="116119"/>
                    <a:pt x="70998" y="117403"/>
                  </a:cubicBezTo>
                  <a:cubicBezTo>
                    <a:pt x="68432" y="118686"/>
                    <a:pt x="61674" y="117060"/>
                    <a:pt x="61674" y="117060"/>
                  </a:cubicBezTo>
                  <a:cubicBezTo>
                    <a:pt x="61674" y="117060"/>
                    <a:pt x="80406" y="117060"/>
                    <a:pt x="63298" y="108336"/>
                  </a:cubicBezTo>
                  <a:cubicBezTo>
                    <a:pt x="56371" y="104828"/>
                    <a:pt x="49785" y="103802"/>
                    <a:pt x="45848" y="98670"/>
                  </a:cubicBezTo>
                  <a:cubicBezTo>
                    <a:pt x="41999" y="93537"/>
                    <a:pt x="34901" y="83871"/>
                    <a:pt x="38750" y="67704"/>
                  </a:cubicBezTo>
                  <a:cubicBezTo>
                    <a:pt x="42599" y="51623"/>
                    <a:pt x="49699" y="52221"/>
                    <a:pt x="54916" y="45806"/>
                  </a:cubicBezTo>
                  <a:cubicBezTo>
                    <a:pt x="54916" y="45806"/>
                    <a:pt x="51666" y="36739"/>
                    <a:pt x="54916" y="32890"/>
                  </a:cubicBezTo>
                  <a:cubicBezTo>
                    <a:pt x="58167" y="29040"/>
                    <a:pt x="65865" y="29639"/>
                    <a:pt x="68432" y="30323"/>
                  </a:cubicBezTo>
                  <a:cubicBezTo>
                    <a:pt x="70998" y="31008"/>
                    <a:pt x="85882" y="-1326"/>
                    <a:pt x="134211" y="42"/>
                  </a:cubicBezTo>
                  <a:cubicBezTo>
                    <a:pt x="169795" y="983"/>
                    <a:pt x="187074" y="18091"/>
                    <a:pt x="189726" y="24592"/>
                  </a:cubicBezTo>
                  <a:cubicBezTo>
                    <a:pt x="192293" y="31008"/>
                    <a:pt x="192978" y="38107"/>
                    <a:pt x="196142" y="42641"/>
                  </a:cubicBezTo>
                  <a:cubicBezTo>
                    <a:pt x="199393" y="47175"/>
                    <a:pt x="198708" y="53590"/>
                    <a:pt x="199393" y="58123"/>
                  </a:cubicBezTo>
                  <a:cubicBezTo>
                    <a:pt x="200076" y="62657"/>
                    <a:pt x="205894" y="72922"/>
                    <a:pt x="203242" y="77455"/>
                  </a:cubicBezTo>
                  <a:cubicBezTo>
                    <a:pt x="200675" y="81989"/>
                    <a:pt x="198109" y="85839"/>
                    <a:pt x="199393" y="88405"/>
                  </a:cubicBezTo>
                  <a:cubicBezTo>
                    <a:pt x="200675" y="90971"/>
                    <a:pt x="210683" y="100979"/>
                    <a:pt x="211368" y="103203"/>
                  </a:cubicBezTo>
                  <a:cubicBezTo>
                    <a:pt x="212993" y="108678"/>
                    <a:pt x="207861" y="108336"/>
                    <a:pt x="204610" y="110303"/>
                  </a:cubicBezTo>
                  <a:cubicBezTo>
                    <a:pt x="201360" y="112270"/>
                    <a:pt x="204610" y="116718"/>
                    <a:pt x="202643" y="119284"/>
                  </a:cubicBezTo>
                  <a:cubicBezTo>
                    <a:pt x="200675" y="121850"/>
                    <a:pt x="199393" y="126384"/>
                    <a:pt x="196827" y="128950"/>
                  </a:cubicBezTo>
                  <a:cubicBezTo>
                    <a:pt x="194260" y="131516"/>
                    <a:pt x="197426" y="132115"/>
                    <a:pt x="194859" y="135366"/>
                  </a:cubicBezTo>
                  <a:cubicBezTo>
                    <a:pt x="192293" y="138616"/>
                    <a:pt x="192293" y="139215"/>
                    <a:pt x="191010" y="141781"/>
                  </a:cubicBezTo>
                  <a:cubicBezTo>
                    <a:pt x="189726" y="144347"/>
                    <a:pt x="192293" y="152132"/>
                    <a:pt x="189041" y="155297"/>
                  </a:cubicBezTo>
                  <a:cubicBezTo>
                    <a:pt x="185792" y="158547"/>
                    <a:pt x="169026" y="161113"/>
                    <a:pt x="163210" y="168213"/>
                  </a:cubicBezTo>
                  <a:cubicBezTo>
                    <a:pt x="157392" y="175313"/>
                    <a:pt x="149009" y="177280"/>
                    <a:pt x="150976" y="190111"/>
                  </a:cubicBezTo>
                  <a:cubicBezTo>
                    <a:pt x="152346" y="199435"/>
                    <a:pt x="152603" y="196869"/>
                    <a:pt x="152603" y="196869"/>
                  </a:cubicBezTo>
                  <a:cubicBezTo>
                    <a:pt x="159702" y="203969"/>
                    <a:pt x="180658" y="224327"/>
                    <a:pt x="184509" y="226893"/>
                  </a:cubicBezTo>
                  <a:cubicBezTo>
                    <a:pt x="188358" y="229459"/>
                    <a:pt x="190325" y="230144"/>
                    <a:pt x="194859" y="230743"/>
                  </a:cubicBezTo>
                  <a:cubicBezTo>
                    <a:pt x="199393" y="231341"/>
                    <a:pt x="215474" y="241691"/>
                    <a:pt x="218725" y="246225"/>
                  </a:cubicBezTo>
                  <a:lnTo>
                    <a:pt x="219665" y="248021"/>
                  </a:lnTo>
                  <a:cubicBezTo>
                    <a:pt x="223514" y="246995"/>
                    <a:pt x="228133" y="245883"/>
                    <a:pt x="232753" y="245113"/>
                  </a:cubicBezTo>
                  <a:cubicBezTo>
                    <a:pt x="240964" y="243659"/>
                    <a:pt x="243445" y="246396"/>
                    <a:pt x="244387" y="249989"/>
                  </a:cubicBezTo>
                  <a:cubicBezTo>
                    <a:pt x="245327" y="253838"/>
                    <a:pt x="238143" y="256746"/>
                    <a:pt x="241478" y="258200"/>
                  </a:cubicBezTo>
                  <a:cubicBezTo>
                    <a:pt x="244899" y="259654"/>
                    <a:pt x="245327" y="266412"/>
                    <a:pt x="245327" y="266412"/>
                  </a:cubicBezTo>
                  <a:cubicBezTo>
                    <a:pt x="253112" y="267353"/>
                    <a:pt x="253538" y="273683"/>
                    <a:pt x="253112" y="276592"/>
                  </a:cubicBezTo>
                  <a:cubicBezTo>
                    <a:pt x="252598" y="279500"/>
                    <a:pt x="245841" y="283862"/>
                    <a:pt x="248236" y="284803"/>
                  </a:cubicBezTo>
                  <a:cubicBezTo>
                    <a:pt x="250631" y="285744"/>
                    <a:pt x="252598" y="289166"/>
                    <a:pt x="251657" y="291133"/>
                  </a:cubicBezTo>
                  <a:cubicBezTo>
                    <a:pt x="250717" y="293101"/>
                    <a:pt x="242503" y="297891"/>
                    <a:pt x="242503" y="297891"/>
                  </a:cubicBezTo>
                  <a:cubicBezTo>
                    <a:pt x="253795" y="311235"/>
                    <a:pt x="258586" y="339463"/>
                    <a:pt x="259611" y="343312"/>
                  </a:cubicBezTo>
                  <a:cubicBezTo>
                    <a:pt x="260553" y="347162"/>
                    <a:pt x="263205" y="352636"/>
                    <a:pt x="263719" y="360420"/>
                  </a:cubicBezTo>
                  <a:cubicBezTo>
                    <a:pt x="264231" y="368204"/>
                    <a:pt x="266284" y="398656"/>
                    <a:pt x="267739" y="403019"/>
                  </a:cubicBezTo>
                  <a:cubicBezTo>
                    <a:pt x="269193" y="407381"/>
                    <a:pt x="274069" y="422864"/>
                    <a:pt x="269706" y="431589"/>
                  </a:cubicBezTo>
                  <a:cubicBezTo>
                    <a:pt x="265344" y="440314"/>
                    <a:pt x="260039" y="455797"/>
                    <a:pt x="259528" y="461100"/>
                  </a:cubicBezTo>
                  <a:cubicBezTo>
                    <a:pt x="259100" y="465548"/>
                    <a:pt x="250289" y="473161"/>
                    <a:pt x="247294" y="475642"/>
                  </a:cubicBezTo>
                  <a:cubicBezTo>
                    <a:pt x="248321" y="477780"/>
                    <a:pt x="249518" y="479662"/>
                    <a:pt x="250460" y="480603"/>
                  </a:cubicBezTo>
                  <a:cubicBezTo>
                    <a:pt x="253027" y="483169"/>
                    <a:pt x="262092" y="500620"/>
                    <a:pt x="263974" y="511568"/>
                  </a:cubicBezTo>
                  <a:cubicBezTo>
                    <a:pt x="265943" y="522518"/>
                    <a:pt x="270389" y="581283"/>
                    <a:pt x="269107" y="640562"/>
                  </a:cubicBezTo>
                  <a:cubicBezTo>
                    <a:pt x="267825" y="699927"/>
                    <a:pt x="251657" y="790855"/>
                    <a:pt x="251657" y="790855"/>
                  </a:cubicBezTo>
                  <a:cubicBezTo>
                    <a:pt x="251657" y="790855"/>
                    <a:pt x="257473" y="807621"/>
                    <a:pt x="257473" y="810187"/>
                  </a:cubicBezTo>
                  <a:cubicBezTo>
                    <a:pt x="257473" y="812753"/>
                    <a:pt x="265858" y="928232"/>
                    <a:pt x="266540" y="939865"/>
                  </a:cubicBezTo>
                  <a:cubicBezTo>
                    <a:pt x="267140" y="951498"/>
                    <a:pt x="272359" y="1105042"/>
                    <a:pt x="279457" y="1140541"/>
                  </a:cubicBezTo>
                  <a:cubicBezTo>
                    <a:pt x="279457" y="1140541"/>
                    <a:pt x="273641" y="1143791"/>
                    <a:pt x="273042" y="1145673"/>
                  </a:cubicBezTo>
                  <a:cubicBezTo>
                    <a:pt x="272442" y="1147641"/>
                    <a:pt x="274326" y="1174072"/>
                    <a:pt x="275608" y="1182455"/>
                  </a:cubicBezTo>
                  <a:cubicBezTo>
                    <a:pt x="276890" y="1190838"/>
                    <a:pt x="290406" y="1198536"/>
                    <a:pt x="288525" y="1207005"/>
                  </a:cubicBezTo>
                  <a:lnTo>
                    <a:pt x="288525" y="1207005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8F83B253-BF52-C704-E386-48566212EECC}"/>
                </a:ext>
              </a:extLst>
            </p:cNvPr>
            <p:cNvSpPr/>
            <p:nvPr/>
          </p:nvSpPr>
          <p:spPr>
            <a:xfrm>
              <a:off x="12566869" y="5682102"/>
              <a:ext cx="308871" cy="1227031"/>
            </a:xfrm>
            <a:custGeom>
              <a:avLst/>
              <a:gdLst>
                <a:gd name="connsiteX0" fmla="*/ 142155 w 308871"/>
                <a:gd name="connsiteY0" fmla="*/ 893436 h 1227031"/>
                <a:gd name="connsiteX1" fmla="*/ 133773 w 308871"/>
                <a:gd name="connsiteY1" fmla="*/ 865037 h 1227031"/>
                <a:gd name="connsiteX2" fmla="*/ 128725 w 308871"/>
                <a:gd name="connsiteY2" fmla="*/ 842027 h 1227031"/>
                <a:gd name="connsiteX3" fmla="*/ 128725 w 308871"/>
                <a:gd name="connsiteY3" fmla="*/ 842197 h 1227031"/>
                <a:gd name="connsiteX4" fmla="*/ 120257 w 308871"/>
                <a:gd name="connsiteY4" fmla="*/ 862727 h 1227031"/>
                <a:gd name="connsiteX5" fmla="*/ 113756 w 308871"/>
                <a:gd name="connsiteY5" fmla="*/ 871965 h 1227031"/>
                <a:gd name="connsiteX6" fmla="*/ 111874 w 308871"/>
                <a:gd name="connsiteY6" fmla="*/ 873933 h 1227031"/>
                <a:gd name="connsiteX7" fmla="*/ 110249 w 308871"/>
                <a:gd name="connsiteY7" fmla="*/ 875729 h 1227031"/>
                <a:gd name="connsiteX8" fmla="*/ 108708 w 308871"/>
                <a:gd name="connsiteY8" fmla="*/ 878637 h 1227031"/>
                <a:gd name="connsiteX9" fmla="*/ 108708 w 308871"/>
                <a:gd name="connsiteY9" fmla="*/ 882315 h 1227031"/>
                <a:gd name="connsiteX10" fmla="*/ 113328 w 308871"/>
                <a:gd name="connsiteY10" fmla="*/ 929875 h 1227031"/>
                <a:gd name="connsiteX11" fmla="*/ 113756 w 308871"/>
                <a:gd name="connsiteY11" fmla="*/ 930902 h 1227031"/>
                <a:gd name="connsiteX12" fmla="*/ 120856 w 308871"/>
                <a:gd name="connsiteY12" fmla="*/ 939199 h 1227031"/>
                <a:gd name="connsiteX13" fmla="*/ 125987 w 308871"/>
                <a:gd name="connsiteY13" fmla="*/ 951346 h 1227031"/>
                <a:gd name="connsiteX14" fmla="*/ 131292 w 308871"/>
                <a:gd name="connsiteY14" fmla="*/ 974527 h 1227031"/>
                <a:gd name="connsiteX15" fmla="*/ 136252 w 308871"/>
                <a:gd name="connsiteY15" fmla="*/ 996083 h 1227031"/>
                <a:gd name="connsiteX16" fmla="*/ 137365 w 308871"/>
                <a:gd name="connsiteY16" fmla="*/ 1003183 h 1227031"/>
                <a:gd name="connsiteX17" fmla="*/ 137622 w 308871"/>
                <a:gd name="connsiteY17" fmla="*/ 1004038 h 1227031"/>
                <a:gd name="connsiteX18" fmla="*/ 141385 w 308871"/>
                <a:gd name="connsiteY18" fmla="*/ 1015672 h 1227031"/>
                <a:gd name="connsiteX19" fmla="*/ 144208 w 308871"/>
                <a:gd name="connsiteY19" fmla="*/ 1004979 h 1227031"/>
                <a:gd name="connsiteX20" fmla="*/ 146518 w 308871"/>
                <a:gd name="connsiteY20" fmla="*/ 963065 h 1227031"/>
                <a:gd name="connsiteX21" fmla="*/ 146518 w 308871"/>
                <a:gd name="connsiteY21" fmla="*/ 909517 h 1227031"/>
                <a:gd name="connsiteX22" fmla="*/ 142327 w 308871"/>
                <a:gd name="connsiteY22" fmla="*/ 893692 h 1227031"/>
                <a:gd name="connsiteX23" fmla="*/ 142327 w 308871"/>
                <a:gd name="connsiteY23" fmla="*/ 893692 h 1227031"/>
                <a:gd name="connsiteX24" fmla="*/ 71414 w 308871"/>
                <a:gd name="connsiteY24" fmla="*/ 347950 h 1227031"/>
                <a:gd name="connsiteX25" fmla="*/ 71414 w 308871"/>
                <a:gd name="connsiteY25" fmla="*/ 347950 h 1227031"/>
                <a:gd name="connsiteX26" fmla="*/ 72611 w 308871"/>
                <a:gd name="connsiteY26" fmla="*/ 345384 h 1227031"/>
                <a:gd name="connsiteX27" fmla="*/ 76545 w 308871"/>
                <a:gd name="connsiteY27" fmla="*/ 332724 h 1227031"/>
                <a:gd name="connsiteX28" fmla="*/ 71328 w 308871"/>
                <a:gd name="connsiteY28" fmla="*/ 347950 h 1227031"/>
                <a:gd name="connsiteX29" fmla="*/ 71328 w 308871"/>
                <a:gd name="connsiteY29" fmla="*/ 347950 h 1227031"/>
                <a:gd name="connsiteX30" fmla="*/ 202630 w 308871"/>
                <a:gd name="connsiteY30" fmla="*/ 164040 h 1227031"/>
                <a:gd name="connsiteX31" fmla="*/ 207592 w 308871"/>
                <a:gd name="connsiteY31" fmla="*/ 161046 h 1227031"/>
                <a:gd name="connsiteX32" fmla="*/ 215035 w 308871"/>
                <a:gd name="connsiteY32" fmla="*/ 176614 h 1227031"/>
                <a:gd name="connsiteX33" fmla="*/ 226239 w 308871"/>
                <a:gd name="connsiteY33" fmla="*/ 180977 h 1227031"/>
                <a:gd name="connsiteX34" fmla="*/ 271576 w 308871"/>
                <a:gd name="connsiteY34" fmla="*/ 188419 h 1227031"/>
                <a:gd name="connsiteX35" fmla="*/ 280301 w 308871"/>
                <a:gd name="connsiteY35" fmla="*/ 197743 h 1227031"/>
                <a:gd name="connsiteX36" fmla="*/ 291507 w 308871"/>
                <a:gd name="connsiteY36" fmla="*/ 221951 h 1227031"/>
                <a:gd name="connsiteX37" fmla="*/ 308872 w 308871"/>
                <a:gd name="connsiteY37" fmla="*/ 266089 h 1227031"/>
                <a:gd name="connsiteX38" fmla="*/ 295784 w 308871"/>
                <a:gd name="connsiteY38" fmla="*/ 407143 h 1227031"/>
                <a:gd name="connsiteX39" fmla="*/ 280900 w 308871"/>
                <a:gd name="connsiteY39" fmla="*/ 426390 h 1227031"/>
                <a:gd name="connsiteX40" fmla="*/ 290223 w 308871"/>
                <a:gd name="connsiteY40" fmla="*/ 533229 h 1227031"/>
                <a:gd name="connsiteX41" fmla="*/ 292704 w 308871"/>
                <a:gd name="connsiteY41" fmla="*/ 611498 h 1227031"/>
                <a:gd name="connsiteX42" fmla="*/ 286459 w 308871"/>
                <a:gd name="connsiteY42" fmla="*/ 631343 h 1227031"/>
                <a:gd name="connsiteX43" fmla="*/ 257891 w 308871"/>
                <a:gd name="connsiteY43" fmla="*/ 639383 h 1227031"/>
                <a:gd name="connsiteX44" fmla="*/ 249165 w 308871"/>
                <a:gd name="connsiteY44" fmla="*/ 666671 h 1227031"/>
                <a:gd name="connsiteX45" fmla="*/ 242322 w 308871"/>
                <a:gd name="connsiteY45" fmla="*/ 679758 h 1227031"/>
                <a:gd name="connsiteX46" fmla="*/ 242322 w 308871"/>
                <a:gd name="connsiteY46" fmla="*/ 689681 h 1227031"/>
                <a:gd name="connsiteX47" fmla="*/ 236760 w 308871"/>
                <a:gd name="connsiteY47" fmla="*/ 764185 h 1227031"/>
                <a:gd name="connsiteX48" fmla="*/ 239841 w 308871"/>
                <a:gd name="connsiteY48" fmla="*/ 799000 h 1227031"/>
                <a:gd name="connsiteX49" fmla="*/ 236760 w 308871"/>
                <a:gd name="connsiteY49" fmla="*/ 823208 h 1227031"/>
                <a:gd name="connsiteX50" fmla="*/ 239241 w 308871"/>
                <a:gd name="connsiteY50" fmla="*/ 862984 h 1227031"/>
                <a:gd name="connsiteX51" fmla="*/ 238045 w 308871"/>
                <a:gd name="connsiteY51" fmla="*/ 887790 h 1227031"/>
                <a:gd name="connsiteX52" fmla="*/ 245486 w 308871"/>
                <a:gd name="connsiteY52" fmla="*/ 990266 h 1227031"/>
                <a:gd name="connsiteX53" fmla="*/ 230602 w 308871"/>
                <a:gd name="connsiteY53" fmla="*/ 1107028 h 1227031"/>
                <a:gd name="connsiteX54" fmla="*/ 218199 w 308871"/>
                <a:gd name="connsiteY54" fmla="*/ 1142441 h 1227031"/>
                <a:gd name="connsiteX55" fmla="*/ 238045 w 308871"/>
                <a:gd name="connsiteY55" fmla="*/ 1163569 h 1227031"/>
                <a:gd name="connsiteX56" fmla="*/ 232484 w 308871"/>
                <a:gd name="connsiteY56" fmla="*/ 1184099 h 1227031"/>
                <a:gd name="connsiteX57" fmla="*/ 232484 w 308871"/>
                <a:gd name="connsiteY57" fmla="*/ 1205227 h 1227031"/>
                <a:gd name="connsiteX58" fmla="*/ 236163 w 308871"/>
                <a:gd name="connsiteY58" fmla="*/ 1211472 h 1227031"/>
                <a:gd name="connsiteX59" fmla="*/ 238644 w 308871"/>
                <a:gd name="connsiteY59" fmla="*/ 1226954 h 1227031"/>
                <a:gd name="connsiteX60" fmla="*/ 80225 w 308871"/>
                <a:gd name="connsiteY60" fmla="*/ 1226954 h 1227031"/>
                <a:gd name="connsiteX61" fmla="*/ 74064 w 308871"/>
                <a:gd name="connsiteY61" fmla="*/ 1224474 h 1227031"/>
                <a:gd name="connsiteX62" fmla="*/ 27446 w 308871"/>
                <a:gd name="connsiteY62" fmla="*/ 1224474 h 1227031"/>
                <a:gd name="connsiteX63" fmla="*/ 758 w 308871"/>
                <a:gd name="connsiteY63" fmla="*/ 1213952 h 1227031"/>
                <a:gd name="connsiteX64" fmla="*/ 3239 w 308871"/>
                <a:gd name="connsiteY64" fmla="*/ 1210274 h 1227031"/>
                <a:gd name="connsiteX65" fmla="*/ 8798 w 308871"/>
                <a:gd name="connsiteY65" fmla="*/ 1200950 h 1227031"/>
                <a:gd name="connsiteX66" fmla="*/ 63457 w 308871"/>
                <a:gd name="connsiteY66" fmla="*/ 1194706 h 1227031"/>
                <a:gd name="connsiteX67" fmla="*/ 78341 w 308871"/>
                <a:gd name="connsiteY67" fmla="*/ 1180421 h 1227031"/>
                <a:gd name="connsiteX68" fmla="*/ 79625 w 308871"/>
                <a:gd name="connsiteY68" fmla="*/ 1172979 h 1227031"/>
                <a:gd name="connsiteX69" fmla="*/ 86469 w 308871"/>
                <a:gd name="connsiteY69" fmla="*/ 1164938 h 1227031"/>
                <a:gd name="connsiteX70" fmla="*/ 61661 w 308871"/>
                <a:gd name="connsiteY70" fmla="*/ 1130808 h 1227031"/>
                <a:gd name="connsiteX71" fmla="*/ 24367 w 308871"/>
                <a:gd name="connsiteY71" fmla="*/ 1012164 h 1227031"/>
                <a:gd name="connsiteX72" fmla="*/ 6318 w 308871"/>
                <a:gd name="connsiteY72" fmla="*/ 907208 h 1227031"/>
                <a:gd name="connsiteX73" fmla="*/ 73 w 308871"/>
                <a:gd name="connsiteY73" fmla="*/ 866833 h 1227031"/>
                <a:gd name="connsiteX74" fmla="*/ 9995 w 308871"/>
                <a:gd name="connsiteY74" fmla="*/ 787966 h 1227031"/>
                <a:gd name="connsiteX75" fmla="*/ 16241 w 308871"/>
                <a:gd name="connsiteY75" fmla="*/ 712776 h 1227031"/>
                <a:gd name="connsiteX76" fmla="*/ 29327 w 308871"/>
                <a:gd name="connsiteY76" fmla="*/ 669322 h 1227031"/>
                <a:gd name="connsiteX77" fmla="*/ 35571 w 308871"/>
                <a:gd name="connsiteY77" fmla="*/ 630830 h 1227031"/>
                <a:gd name="connsiteX78" fmla="*/ 39337 w 308871"/>
                <a:gd name="connsiteY78" fmla="*/ 614662 h 1227031"/>
                <a:gd name="connsiteX79" fmla="*/ 46180 w 308871"/>
                <a:gd name="connsiteY79" fmla="*/ 579249 h 1227031"/>
                <a:gd name="connsiteX80" fmla="*/ 33775 w 308871"/>
                <a:gd name="connsiteY80" fmla="*/ 551278 h 1227031"/>
                <a:gd name="connsiteX81" fmla="*/ 35060 w 308871"/>
                <a:gd name="connsiteY81" fmla="*/ 507139 h 1227031"/>
                <a:gd name="connsiteX82" fmla="*/ 47463 w 308871"/>
                <a:gd name="connsiteY82" fmla="*/ 420146 h 1227031"/>
                <a:gd name="connsiteX83" fmla="*/ 47891 w 308871"/>
                <a:gd name="connsiteY83" fmla="*/ 418263 h 1227031"/>
                <a:gd name="connsiteX84" fmla="*/ 38994 w 308871"/>
                <a:gd name="connsiteY84" fmla="*/ 416724 h 1227031"/>
                <a:gd name="connsiteX85" fmla="*/ 30012 w 308871"/>
                <a:gd name="connsiteY85" fmla="*/ 408341 h 1227031"/>
                <a:gd name="connsiteX86" fmla="*/ 29413 w 308871"/>
                <a:gd name="connsiteY86" fmla="*/ 399616 h 1227031"/>
                <a:gd name="connsiteX87" fmla="*/ 24710 w 308871"/>
                <a:gd name="connsiteY87" fmla="*/ 390292 h 1227031"/>
                <a:gd name="connsiteX88" fmla="*/ 28473 w 308871"/>
                <a:gd name="connsiteY88" fmla="*/ 382508 h 1227031"/>
                <a:gd name="connsiteX89" fmla="*/ 29413 w 308871"/>
                <a:gd name="connsiteY89" fmla="*/ 369164 h 1227031"/>
                <a:gd name="connsiteX90" fmla="*/ 29755 w 308871"/>
                <a:gd name="connsiteY90" fmla="*/ 360182 h 1227031"/>
                <a:gd name="connsiteX91" fmla="*/ 39422 w 308871"/>
                <a:gd name="connsiteY91" fmla="*/ 356419 h 1227031"/>
                <a:gd name="connsiteX92" fmla="*/ 51140 w 308871"/>
                <a:gd name="connsiteY92" fmla="*/ 355135 h 1227031"/>
                <a:gd name="connsiteX93" fmla="*/ 36856 w 308871"/>
                <a:gd name="connsiteY93" fmla="*/ 346154 h 1227031"/>
                <a:gd name="connsiteX94" fmla="*/ 36941 w 308871"/>
                <a:gd name="connsiteY94" fmla="*/ 335291 h 1227031"/>
                <a:gd name="connsiteX95" fmla="*/ 45923 w 308871"/>
                <a:gd name="connsiteY95" fmla="*/ 337172 h 1227031"/>
                <a:gd name="connsiteX96" fmla="*/ 52424 w 308871"/>
                <a:gd name="connsiteY96" fmla="*/ 339995 h 1227031"/>
                <a:gd name="connsiteX97" fmla="*/ 60807 w 308871"/>
                <a:gd name="connsiteY97" fmla="*/ 343759 h 1227031"/>
                <a:gd name="connsiteX98" fmla="*/ 67565 w 308871"/>
                <a:gd name="connsiteY98" fmla="*/ 344700 h 1227031"/>
                <a:gd name="connsiteX99" fmla="*/ 70472 w 308871"/>
                <a:gd name="connsiteY99" fmla="*/ 336317 h 1227031"/>
                <a:gd name="connsiteX100" fmla="*/ 84757 w 308871"/>
                <a:gd name="connsiteY100" fmla="*/ 296541 h 1227031"/>
                <a:gd name="connsiteX101" fmla="*/ 91003 w 308871"/>
                <a:gd name="connsiteY101" fmla="*/ 271734 h 1227031"/>
                <a:gd name="connsiteX102" fmla="*/ 111874 w 308871"/>
                <a:gd name="connsiteY102" fmla="*/ 239229 h 1227031"/>
                <a:gd name="connsiteX103" fmla="*/ 102378 w 308871"/>
                <a:gd name="connsiteY103" fmla="*/ 245816 h 1227031"/>
                <a:gd name="connsiteX104" fmla="*/ 125987 w 308871"/>
                <a:gd name="connsiteY104" fmla="*/ 203560 h 1227031"/>
                <a:gd name="connsiteX105" fmla="*/ 126415 w 308871"/>
                <a:gd name="connsiteY105" fmla="*/ 203987 h 1227031"/>
                <a:gd name="connsiteX106" fmla="*/ 125219 w 308871"/>
                <a:gd name="connsiteY106" fmla="*/ 192867 h 1227031"/>
                <a:gd name="connsiteX107" fmla="*/ 85613 w 308871"/>
                <a:gd name="connsiteY107" fmla="*/ 191499 h 1227031"/>
                <a:gd name="connsiteX108" fmla="*/ 84673 w 308871"/>
                <a:gd name="connsiteY108" fmla="*/ 180806 h 1227031"/>
                <a:gd name="connsiteX109" fmla="*/ 80480 w 308871"/>
                <a:gd name="connsiteY109" fmla="*/ 174305 h 1227031"/>
                <a:gd name="connsiteX110" fmla="*/ 81421 w 308871"/>
                <a:gd name="connsiteY110" fmla="*/ 168232 h 1227031"/>
                <a:gd name="connsiteX111" fmla="*/ 78512 w 308871"/>
                <a:gd name="connsiteY111" fmla="*/ 162586 h 1227031"/>
                <a:gd name="connsiteX112" fmla="*/ 70729 w 308871"/>
                <a:gd name="connsiteY112" fmla="*/ 155144 h 1227031"/>
                <a:gd name="connsiteX113" fmla="*/ 70729 w 308871"/>
                <a:gd name="connsiteY113" fmla="*/ 150012 h 1227031"/>
                <a:gd name="connsiteX114" fmla="*/ 62774 w 308871"/>
                <a:gd name="connsiteY114" fmla="*/ 146761 h 1227031"/>
                <a:gd name="connsiteX115" fmla="*/ 59951 w 308871"/>
                <a:gd name="connsiteY115" fmla="*/ 137438 h 1227031"/>
                <a:gd name="connsiteX116" fmla="*/ 69704 w 308871"/>
                <a:gd name="connsiteY116" fmla="*/ 117421 h 1227031"/>
                <a:gd name="connsiteX117" fmla="*/ 70643 w 308871"/>
                <a:gd name="connsiteY117" fmla="*/ 108611 h 1227031"/>
                <a:gd name="connsiteX118" fmla="*/ 67820 w 308871"/>
                <a:gd name="connsiteY118" fmla="*/ 90904 h 1227031"/>
                <a:gd name="connsiteX119" fmla="*/ 77144 w 308871"/>
                <a:gd name="connsiteY119" fmla="*/ 65242 h 1227031"/>
                <a:gd name="connsiteX120" fmla="*/ 71585 w 308871"/>
                <a:gd name="connsiteY120" fmla="*/ 43344 h 1227031"/>
                <a:gd name="connsiteX121" fmla="*/ 95792 w 308871"/>
                <a:gd name="connsiteY121" fmla="*/ 19564 h 1227031"/>
                <a:gd name="connsiteX122" fmla="*/ 107940 w 308871"/>
                <a:gd name="connsiteY122" fmla="*/ 14432 h 1227031"/>
                <a:gd name="connsiteX123" fmla="*/ 122395 w 308871"/>
                <a:gd name="connsiteY123" fmla="*/ 8358 h 1227031"/>
                <a:gd name="connsiteX124" fmla="*/ 136851 w 308871"/>
                <a:gd name="connsiteY124" fmla="*/ 4167 h 1227031"/>
                <a:gd name="connsiteX125" fmla="*/ 152677 w 308871"/>
                <a:gd name="connsiteY125" fmla="*/ 916 h 1227031"/>
                <a:gd name="connsiteX126" fmla="*/ 185779 w 308871"/>
                <a:gd name="connsiteY126" fmla="*/ 9299 h 1227031"/>
                <a:gd name="connsiteX127" fmla="*/ 213237 w 308871"/>
                <a:gd name="connsiteY127" fmla="*/ 48904 h 1227031"/>
                <a:gd name="connsiteX128" fmla="*/ 213237 w 308871"/>
                <a:gd name="connsiteY128" fmla="*/ 107584 h 1227031"/>
                <a:gd name="connsiteX129" fmla="*/ 200663 w 308871"/>
                <a:gd name="connsiteY129" fmla="*/ 145307 h 1227031"/>
                <a:gd name="connsiteX130" fmla="*/ 198013 w 308871"/>
                <a:gd name="connsiteY130" fmla="*/ 155144 h 1227031"/>
                <a:gd name="connsiteX131" fmla="*/ 198013 w 308871"/>
                <a:gd name="connsiteY131" fmla="*/ 155144 h 1227031"/>
                <a:gd name="connsiteX132" fmla="*/ 202802 w 308871"/>
                <a:gd name="connsiteY132" fmla="*/ 164126 h 1227031"/>
                <a:gd name="connsiteX133" fmla="*/ 202802 w 308871"/>
                <a:gd name="connsiteY133" fmla="*/ 164126 h 1227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</a:cxnLst>
              <a:rect l="l" t="t" r="r" b="b"/>
              <a:pathLst>
                <a:path w="308871" h="1227031">
                  <a:moveTo>
                    <a:pt x="142155" y="893436"/>
                  </a:moveTo>
                  <a:cubicBezTo>
                    <a:pt x="137022" y="882744"/>
                    <a:pt x="135141" y="878038"/>
                    <a:pt x="133773" y="865037"/>
                  </a:cubicBezTo>
                  <a:cubicBezTo>
                    <a:pt x="132574" y="853660"/>
                    <a:pt x="129410" y="842967"/>
                    <a:pt x="128725" y="842027"/>
                  </a:cubicBezTo>
                  <a:lnTo>
                    <a:pt x="128725" y="842197"/>
                  </a:lnTo>
                  <a:cubicBezTo>
                    <a:pt x="129068" y="847330"/>
                    <a:pt x="122566" y="856654"/>
                    <a:pt x="120257" y="862727"/>
                  </a:cubicBezTo>
                  <a:cubicBezTo>
                    <a:pt x="118461" y="867346"/>
                    <a:pt x="115894" y="869827"/>
                    <a:pt x="113756" y="871965"/>
                  </a:cubicBezTo>
                  <a:lnTo>
                    <a:pt x="111874" y="873933"/>
                  </a:lnTo>
                  <a:lnTo>
                    <a:pt x="110249" y="875729"/>
                  </a:lnTo>
                  <a:lnTo>
                    <a:pt x="108708" y="878637"/>
                  </a:lnTo>
                  <a:cubicBezTo>
                    <a:pt x="108537" y="879493"/>
                    <a:pt x="108537" y="880690"/>
                    <a:pt x="108708" y="882315"/>
                  </a:cubicBezTo>
                  <a:cubicBezTo>
                    <a:pt x="109222" y="887876"/>
                    <a:pt x="111532" y="924230"/>
                    <a:pt x="113328" y="929875"/>
                  </a:cubicBezTo>
                  <a:lnTo>
                    <a:pt x="113756" y="930902"/>
                  </a:lnTo>
                  <a:cubicBezTo>
                    <a:pt x="115637" y="935607"/>
                    <a:pt x="118204" y="936548"/>
                    <a:pt x="120856" y="939199"/>
                  </a:cubicBezTo>
                  <a:cubicBezTo>
                    <a:pt x="123677" y="942022"/>
                    <a:pt x="123677" y="944760"/>
                    <a:pt x="125987" y="951346"/>
                  </a:cubicBezTo>
                  <a:cubicBezTo>
                    <a:pt x="127015" y="954254"/>
                    <a:pt x="129153" y="964091"/>
                    <a:pt x="131292" y="974527"/>
                  </a:cubicBezTo>
                  <a:cubicBezTo>
                    <a:pt x="133687" y="983936"/>
                    <a:pt x="135654" y="992662"/>
                    <a:pt x="136252" y="996083"/>
                  </a:cubicBezTo>
                  <a:cubicBezTo>
                    <a:pt x="136594" y="998051"/>
                    <a:pt x="137022" y="1000531"/>
                    <a:pt x="137365" y="1003183"/>
                  </a:cubicBezTo>
                  <a:lnTo>
                    <a:pt x="137622" y="1004038"/>
                  </a:lnTo>
                  <a:cubicBezTo>
                    <a:pt x="138989" y="1007802"/>
                    <a:pt x="140871" y="1018495"/>
                    <a:pt x="141385" y="1015672"/>
                  </a:cubicBezTo>
                  <a:cubicBezTo>
                    <a:pt x="141898" y="1012849"/>
                    <a:pt x="143694" y="1009598"/>
                    <a:pt x="144208" y="1004979"/>
                  </a:cubicBezTo>
                  <a:cubicBezTo>
                    <a:pt x="144634" y="1000360"/>
                    <a:pt x="145576" y="974270"/>
                    <a:pt x="146518" y="963065"/>
                  </a:cubicBezTo>
                  <a:cubicBezTo>
                    <a:pt x="147458" y="951859"/>
                    <a:pt x="146518" y="916446"/>
                    <a:pt x="146518" y="909517"/>
                  </a:cubicBezTo>
                  <a:cubicBezTo>
                    <a:pt x="146518" y="902588"/>
                    <a:pt x="147458" y="904385"/>
                    <a:pt x="142327" y="893692"/>
                  </a:cubicBezTo>
                  <a:lnTo>
                    <a:pt x="142327" y="893692"/>
                  </a:lnTo>
                  <a:close/>
                  <a:moveTo>
                    <a:pt x="71414" y="347950"/>
                  </a:moveTo>
                  <a:lnTo>
                    <a:pt x="71414" y="347950"/>
                  </a:lnTo>
                  <a:cubicBezTo>
                    <a:pt x="71414" y="347950"/>
                    <a:pt x="71926" y="346753"/>
                    <a:pt x="72611" y="345384"/>
                  </a:cubicBezTo>
                  <a:cubicBezTo>
                    <a:pt x="73895" y="341193"/>
                    <a:pt x="75263" y="337001"/>
                    <a:pt x="76545" y="332724"/>
                  </a:cubicBezTo>
                  <a:cubicBezTo>
                    <a:pt x="74749" y="337771"/>
                    <a:pt x="72953" y="342818"/>
                    <a:pt x="71328" y="347950"/>
                  </a:cubicBezTo>
                  <a:lnTo>
                    <a:pt x="71328" y="347950"/>
                  </a:lnTo>
                  <a:close/>
                  <a:moveTo>
                    <a:pt x="202630" y="164040"/>
                  </a:moveTo>
                  <a:cubicBezTo>
                    <a:pt x="205711" y="161987"/>
                    <a:pt x="207592" y="161046"/>
                    <a:pt x="207592" y="161046"/>
                  </a:cubicBezTo>
                  <a:cubicBezTo>
                    <a:pt x="207592" y="161046"/>
                    <a:pt x="211955" y="173449"/>
                    <a:pt x="215035" y="176614"/>
                  </a:cubicBezTo>
                  <a:cubicBezTo>
                    <a:pt x="218113" y="179694"/>
                    <a:pt x="219995" y="179694"/>
                    <a:pt x="226239" y="180977"/>
                  </a:cubicBezTo>
                  <a:cubicBezTo>
                    <a:pt x="232484" y="182260"/>
                    <a:pt x="266614" y="187222"/>
                    <a:pt x="271576" y="188419"/>
                  </a:cubicBezTo>
                  <a:cubicBezTo>
                    <a:pt x="276538" y="189702"/>
                    <a:pt x="275938" y="192781"/>
                    <a:pt x="280301" y="197743"/>
                  </a:cubicBezTo>
                  <a:cubicBezTo>
                    <a:pt x="284663" y="202704"/>
                    <a:pt x="287744" y="215107"/>
                    <a:pt x="291507" y="221951"/>
                  </a:cubicBezTo>
                  <a:cubicBezTo>
                    <a:pt x="295270" y="228794"/>
                    <a:pt x="308872" y="238716"/>
                    <a:pt x="308872" y="266089"/>
                  </a:cubicBezTo>
                  <a:cubicBezTo>
                    <a:pt x="308872" y="293462"/>
                    <a:pt x="300147" y="392174"/>
                    <a:pt x="295784" y="407143"/>
                  </a:cubicBezTo>
                  <a:cubicBezTo>
                    <a:pt x="291421" y="422027"/>
                    <a:pt x="280900" y="426390"/>
                    <a:pt x="280900" y="426390"/>
                  </a:cubicBezTo>
                  <a:cubicBezTo>
                    <a:pt x="277820" y="441274"/>
                    <a:pt x="288940" y="515864"/>
                    <a:pt x="290223" y="533229"/>
                  </a:cubicBezTo>
                  <a:cubicBezTo>
                    <a:pt x="291507" y="550593"/>
                    <a:pt x="292704" y="604654"/>
                    <a:pt x="292704" y="611498"/>
                  </a:cubicBezTo>
                  <a:cubicBezTo>
                    <a:pt x="292704" y="618341"/>
                    <a:pt x="291421" y="623302"/>
                    <a:pt x="286459" y="631343"/>
                  </a:cubicBezTo>
                  <a:cubicBezTo>
                    <a:pt x="281497" y="639383"/>
                    <a:pt x="262850" y="636304"/>
                    <a:pt x="257891" y="639383"/>
                  </a:cubicBezTo>
                  <a:cubicBezTo>
                    <a:pt x="252929" y="642463"/>
                    <a:pt x="250448" y="655551"/>
                    <a:pt x="249165" y="666671"/>
                  </a:cubicBezTo>
                  <a:cubicBezTo>
                    <a:pt x="247881" y="677876"/>
                    <a:pt x="246085" y="672230"/>
                    <a:pt x="242322" y="679758"/>
                  </a:cubicBezTo>
                  <a:cubicBezTo>
                    <a:pt x="238559" y="687200"/>
                    <a:pt x="243604" y="682239"/>
                    <a:pt x="242322" y="689681"/>
                  </a:cubicBezTo>
                  <a:cubicBezTo>
                    <a:pt x="241123" y="697123"/>
                    <a:pt x="238559" y="750585"/>
                    <a:pt x="236760" y="764185"/>
                  </a:cubicBezTo>
                  <a:cubicBezTo>
                    <a:pt x="234879" y="777872"/>
                    <a:pt x="238045" y="788393"/>
                    <a:pt x="239841" y="799000"/>
                  </a:cubicBezTo>
                  <a:cubicBezTo>
                    <a:pt x="241722" y="809522"/>
                    <a:pt x="238559" y="811403"/>
                    <a:pt x="236760" y="823208"/>
                  </a:cubicBezTo>
                  <a:cubicBezTo>
                    <a:pt x="234879" y="835012"/>
                    <a:pt x="238045" y="851179"/>
                    <a:pt x="239241" y="862984"/>
                  </a:cubicBezTo>
                  <a:cubicBezTo>
                    <a:pt x="240526" y="874788"/>
                    <a:pt x="239841" y="875986"/>
                    <a:pt x="238045" y="887790"/>
                  </a:cubicBezTo>
                  <a:cubicBezTo>
                    <a:pt x="236163" y="899595"/>
                    <a:pt x="249848" y="957334"/>
                    <a:pt x="245486" y="990266"/>
                  </a:cubicBezTo>
                  <a:cubicBezTo>
                    <a:pt x="241123" y="1023199"/>
                    <a:pt x="231801" y="1089664"/>
                    <a:pt x="230602" y="1107028"/>
                  </a:cubicBezTo>
                  <a:cubicBezTo>
                    <a:pt x="229405" y="1124393"/>
                    <a:pt x="216917" y="1138079"/>
                    <a:pt x="218199" y="1142441"/>
                  </a:cubicBezTo>
                  <a:cubicBezTo>
                    <a:pt x="219481" y="1146804"/>
                    <a:pt x="235564" y="1154845"/>
                    <a:pt x="238045" y="1163569"/>
                  </a:cubicBezTo>
                  <a:cubicBezTo>
                    <a:pt x="240526" y="1172295"/>
                    <a:pt x="233083" y="1181619"/>
                    <a:pt x="232484" y="1184099"/>
                  </a:cubicBezTo>
                  <a:cubicBezTo>
                    <a:pt x="231886" y="1186580"/>
                    <a:pt x="231886" y="1202747"/>
                    <a:pt x="232484" y="1205227"/>
                  </a:cubicBezTo>
                  <a:cubicBezTo>
                    <a:pt x="233083" y="1207708"/>
                    <a:pt x="236163" y="1211472"/>
                    <a:pt x="236163" y="1211472"/>
                  </a:cubicBezTo>
                  <a:lnTo>
                    <a:pt x="238644" y="1226954"/>
                  </a:lnTo>
                  <a:cubicBezTo>
                    <a:pt x="238644" y="1226954"/>
                    <a:pt x="82106" y="1226356"/>
                    <a:pt x="80225" y="1226954"/>
                  </a:cubicBezTo>
                  <a:cubicBezTo>
                    <a:pt x="78341" y="1227553"/>
                    <a:pt x="74064" y="1224474"/>
                    <a:pt x="74064" y="1224474"/>
                  </a:cubicBezTo>
                  <a:cubicBezTo>
                    <a:pt x="74064" y="1224474"/>
                    <a:pt x="33092" y="1225072"/>
                    <a:pt x="27446" y="1224474"/>
                  </a:cubicBezTo>
                  <a:cubicBezTo>
                    <a:pt x="21886" y="1223875"/>
                    <a:pt x="1955" y="1217032"/>
                    <a:pt x="758" y="1213952"/>
                  </a:cubicBezTo>
                  <a:cubicBezTo>
                    <a:pt x="-526" y="1210873"/>
                    <a:pt x="3239" y="1210274"/>
                    <a:pt x="3239" y="1210274"/>
                  </a:cubicBezTo>
                  <a:cubicBezTo>
                    <a:pt x="2640" y="1204030"/>
                    <a:pt x="8798" y="1200950"/>
                    <a:pt x="8798" y="1200950"/>
                  </a:cubicBezTo>
                  <a:cubicBezTo>
                    <a:pt x="27446" y="1201549"/>
                    <a:pt x="51654" y="1199667"/>
                    <a:pt x="63457" y="1194706"/>
                  </a:cubicBezTo>
                  <a:cubicBezTo>
                    <a:pt x="75263" y="1189744"/>
                    <a:pt x="77144" y="1184784"/>
                    <a:pt x="78341" y="1180421"/>
                  </a:cubicBezTo>
                  <a:cubicBezTo>
                    <a:pt x="79625" y="1176058"/>
                    <a:pt x="78341" y="1174861"/>
                    <a:pt x="79625" y="1172979"/>
                  </a:cubicBezTo>
                  <a:cubicBezTo>
                    <a:pt x="80908" y="1171097"/>
                    <a:pt x="83988" y="1166734"/>
                    <a:pt x="86469" y="1164938"/>
                  </a:cubicBezTo>
                  <a:cubicBezTo>
                    <a:pt x="88950" y="1163056"/>
                    <a:pt x="82106" y="1159378"/>
                    <a:pt x="61661" y="1130808"/>
                  </a:cubicBezTo>
                  <a:cubicBezTo>
                    <a:pt x="41133" y="1102238"/>
                    <a:pt x="31211" y="1044413"/>
                    <a:pt x="24367" y="1012164"/>
                  </a:cubicBezTo>
                  <a:cubicBezTo>
                    <a:pt x="17524" y="979831"/>
                    <a:pt x="10081" y="924572"/>
                    <a:pt x="6318" y="907208"/>
                  </a:cubicBezTo>
                  <a:cubicBezTo>
                    <a:pt x="2640" y="889843"/>
                    <a:pt x="-526" y="883000"/>
                    <a:pt x="73" y="866833"/>
                  </a:cubicBezTo>
                  <a:cubicBezTo>
                    <a:pt x="673" y="850666"/>
                    <a:pt x="9995" y="806613"/>
                    <a:pt x="9995" y="787966"/>
                  </a:cubicBezTo>
                  <a:cubicBezTo>
                    <a:pt x="9995" y="769318"/>
                    <a:pt x="14358" y="726463"/>
                    <a:pt x="16241" y="712776"/>
                  </a:cubicBezTo>
                  <a:cubicBezTo>
                    <a:pt x="18123" y="699090"/>
                    <a:pt x="23682" y="684805"/>
                    <a:pt x="29327" y="669322"/>
                  </a:cubicBezTo>
                  <a:cubicBezTo>
                    <a:pt x="34888" y="653754"/>
                    <a:pt x="31808" y="637673"/>
                    <a:pt x="35571" y="630830"/>
                  </a:cubicBezTo>
                  <a:cubicBezTo>
                    <a:pt x="39337" y="623986"/>
                    <a:pt x="42415" y="621505"/>
                    <a:pt x="39337" y="614662"/>
                  </a:cubicBezTo>
                  <a:cubicBezTo>
                    <a:pt x="36256" y="607819"/>
                    <a:pt x="49259" y="581730"/>
                    <a:pt x="46180" y="579249"/>
                  </a:cubicBezTo>
                  <a:cubicBezTo>
                    <a:pt x="43100" y="576768"/>
                    <a:pt x="33178" y="563082"/>
                    <a:pt x="33775" y="551278"/>
                  </a:cubicBezTo>
                  <a:cubicBezTo>
                    <a:pt x="34375" y="539473"/>
                    <a:pt x="31294" y="527070"/>
                    <a:pt x="35060" y="507139"/>
                  </a:cubicBezTo>
                  <a:cubicBezTo>
                    <a:pt x="38823" y="487294"/>
                    <a:pt x="45581" y="427588"/>
                    <a:pt x="47463" y="420146"/>
                  </a:cubicBezTo>
                  <a:lnTo>
                    <a:pt x="47891" y="418263"/>
                  </a:lnTo>
                  <a:cubicBezTo>
                    <a:pt x="44382" y="418093"/>
                    <a:pt x="40961" y="417750"/>
                    <a:pt x="38994" y="416724"/>
                  </a:cubicBezTo>
                  <a:cubicBezTo>
                    <a:pt x="34974" y="414500"/>
                    <a:pt x="30611" y="411763"/>
                    <a:pt x="30012" y="408341"/>
                  </a:cubicBezTo>
                  <a:cubicBezTo>
                    <a:pt x="29413" y="404919"/>
                    <a:pt x="30355" y="402182"/>
                    <a:pt x="29413" y="399616"/>
                  </a:cubicBezTo>
                  <a:cubicBezTo>
                    <a:pt x="28473" y="397135"/>
                    <a:pt x="24453" y="393372"/>
                    <a:pt x="24710" y="390292"/>
                  </a:cubicBezTo>
                  <a:cubicBezTo>
                    <a:pt x="25050" y="387213"/>
                    <a:pt x="28473" y="386871"/>
                    <a:pt x="28473" y="382508"/>
                  </a:cubicBezTo>
                  <a:cubicBezTo>
                    <a:pt x="28473" y="378145"/>
                    <a:pt x="29413" y="373185"/>
                    <a:pt x="29413" y="369164"/>
                  </a:cubicBezTo>
                  <a:cubicBezTo>
                    <a:pt x="29413" y="365144"/>
                    <a:pt x="28131" y="362663"/>
                    <a:pt x="29755" y="360182"/>
                  </a:cubicBezTo>
                  <a:cubicBezTo>
                    <a:pt x="31294" y="357702"/>
                    <a:pt x="37198" y="356419"/>
                    <a:pt x="39422" y="356419"/>
                  </a:cubicBezTo>
                  <a:cubicBezTo>
                    <a:pt x="41646" y="356419"/>
                    <a:pt x="51140" y="355135"/>
                    <a:pt x="51140" y="355135"/>
                  </a:cubicBezTo>
                  <a:cubicBezTo>
                    <a:pt x="51140" y="355135"/>
                    <a:pt x="38994" y="348292"/>
                    <a:pt x="36856" y="346154"/>
                  </a:cubicBezTo>
                  <a:cubicBezTo>
                    <a:pt x="34717" y="344015"/>
                    <a:pt x="27617" y="335291"/>
                    <a:pt x="36941" y="335291"/>
                  </a:cubicBezTo>
                  <a:cubicBezTo>
                    <a:pt x="39765" y="335291"/>
                    <a:pt x="43186" y="336231"/>
                    <a:pt x="45923" y="337172"/>
                  </a:cubicBezTo>
                  <a:cubicBezTo>
                    <a:pt x="48745" y="338113"/>
                    <a:pt x="50286" y="338370"/>
                    <a:pt x="52424" y="339995"/>
                  </a:cubicBezTo>
                  <a:cubicBezTo>
                    <a:pt x="54563" y="341535"/>
                    <a:pt x="56787" y="343759"/>
                    <a:pt x="60807" y="343759"/>
                  </a:cubicBezTo>
                  <a:cubicBezTo>
                    <a:pt x="63372" y="343759"/>
                    <a:pt x="65681" y="343845"/>
                    <a:pt x="67565" y="344700"/>
                  </a:cubicBezTo>
                  <a:cubicBezTo>
                    <a:pt x="68847" y="340594"/>
                    <a:pt x="69873" y="337600"/>
                    <a:pt x="70472" y="336317"/>
                  </a:cubicBezTo>
                  <a:cubicBezTo>
                    <a:pt x="74235" y="328875"/>
                    <a:pt x="80993" y="302785"/>
                    <a:pt x="84757" y="296541"/>
                  </a:cubicBezTo>
                  <a:cubicBezTo>
                    <a:pt x="88522" y="290297"/>
                    <a:pt x="83474" y="277893"/>
                    <a:pt x="91003" y="271734"/>
                  </a:cubicBezTo>
                  <a:cubicBezTo>
                    <a:pt x="97333" y="266431"/>
                    <a:pt x="108708" y="245303"/>
                    <a:pt x="111874" y="239229"/>
                  </a:cubicBezTo>
                  <a:lnTo>
                    <a:pt x="102378" y="245816"/>
                  </a:lnTo>
                  <a:lnTo>
                    <a:pt x="125987" y="203560"/>
                  </a:lnTo>
                  <a:lnTo>
                    <a:pt x="126415" y="203987"/>
                  </a:lnTo>
                  <a:cubicBezTo>
                    <a:pt x="127698" y="198598"/>
                    <a:pt x="125219" y="192867"/>
                    <a:pt x="125219" y="192867"/>
                  </a:cubicBezTo>
                  <a:cubicBezTo>
                    <a:pt x="107511" y="197058"/>
                    <a:pt x="89804" y="195177"/>
                    <a:pt x="85613" y="191499"/>
                  </a:cubicBezTo>
                  <a:cubicBezTo>
                    <a:pt x="81421" y="187735"/>
                    <a:pt x="84673" y="184484"/>
                    <a:pt x="84673" y="180806"/>
                  </a:cubicBezTo>
                  <a:cubicBezTo>
                    <a:pt x="84673" y="177128"/>
                    <a:pt x="82363" y="177128"/>
                    <a:pt x="80480" y="174305"/>
                  </a:cubicBezTo>
                  <a:cubicBezTo>
                    <a:pt x="78598" y="171482"/>
                    <a:pt x="79540" y="171055"/>
                    <a:pt x="81421" y="168232"/>
                  </a:cubicBezTo>
                  <a:cubicBezTo>
                    <a:pt x="83303" y="165409"/>
                    <a:pt x="83389" y="163783"/>
                    <a:pt x="78512" y="162586"/>
                  </a:cubicBezTo>
                  <a:cubicBezTo>
                    <a:pt x="73809" y="161474"/>
                    <a:pt x="69787" y="158394"/>
                    <a:pt x="70729" y="155144"/>
                  </a:cubicBezTo>
                  <a:cubicBezTo>
                    <a:pt x="71671" y="151894"/>
                    <a:pt x="71243" y="151894"/>
                    <a:pt x="70729" y="150012"/>
                  </a:cubicBezTo>
                  <a:cubicBezTo>
                    <a:pt x="70301" y="148130"/>
                    <a:pt x="67051" y="146761"/>
                    <a:pt x="62774" y="146761"/>
                  </a:cubicBezTo>
                  <a:cubicBezTo>
                    <a:pt x="58497" y="146761"/>
                    <a:pt x="58069" y="140260"/>
                    <a:pt x="59951" y="137438"/>
                  </a:cubicBezTo>
                  <a:cubicBezTo>
                    <a:pt x="61833" y="134615"/>
                    <a:pt x="66024" y="122553"/>
                    <a:pt x="69704" y="117421"/>
                  </a:cubicBezTo>
                  <a:cubicBezTo>
                    <a:pt x="73467" y="112289"/>
                    <a:pt x="72953" y="112717"/>
                    <a:pt x="70643" y="108611"/>
                  </a:cubicBezTo>
                  <a:cubicBezTo>
                    <a:pt x="68334" y="104419"/>
                    <a:pt x="65510" y="98859"/>
                    <a:pt x="67820" y="90904"/>
                  </a:cubicBezTo>
                  <a:cubicBezTo>
                    <a:pt x="70130" y="82949"/>
                    <a:pt x="77144" y="65242"/>
                    <a:pt x="77144" y="65242"/>
                  </a:cubicBezTo>
                  <a:cubicBezTo>
                    <a:pt x="68762" y="62933"/>
                    <a:pt x="68248" y="56859"/>
                    <a:pt x="71585" y="43344"/>
                  </a:cubicBezTo>
                  <a:cubicBezTo>
                    <a:pt x="74835" y="29829"/>
                    <a:pt x="89719" y="23328"/>
                    <a:pt x="95792" y="19564"/>
                  </a:cubicBezTo>
                  <a:cubicBezTo>
                    <a:pt x="101864" y="15800"/>
                    <a:pt x="101864" y="16741"/>
                    <a:pt x="107940" y="14432"/>
                  </a:cubicBezTo>
                  <a:cubicBezTo>
                    <a:pt x="114013" y="12122"/>
                    <a:pt x="114441" y="11181"/>
                    <a:pt x="122395" y="8358"/>
                  </a:cubicBezTo>
                  <a:cubicBezTo>
                    <a:pt x="130350" y="5535"/>
                    <a:pt x="130350" y="1344"/>
                    <a:pt x="136851" y="4167"/>
                  </a:cubicBezTo>
                  <a:cubicBezTo>
                    <a:pt x="143352" y="6990"/>
                    <a:pt x="143866" y="3226"/>
                    <a:pt x="152677" y="916"/>
                  </a:cubicBezTo>
                  <a:cubicBezTo>
                    <a:pt x="161487" y="-1393"/>
                    <a:pt x="167560" y="403"/>
                    <a:pt x="185779" y="9299"/>
                  </a:cubicBezTo>
                  <a:cubicBezTo>
                    <a:pt x="203915" y="18110"/>
                    <a:pt x="207250" y="29316"/>
                    <a:pt x="213237" y="48904"/>
                  </a:cubicBezTo>
                  <a:cubicBezTo>
                    <a:pt x="219312" y="68493"/>
                    <a:pt x="216489" y="95523"/>
                    <a:pt x="213237" y="107584"/>
                  </a:cubicBezTo>
                  <a:cubicBezTo>
                    <a:pt x="209988" y="119731"/>
                    <a:pt x="203487" y="140688"/>
                    <a:pt x="200663" y="145307"/>
                  </a:cubicBezTo>
                  <a:cubicBezTo>
                    <a:pt x="198867" y="148386"/>
                    <a:pt x="198182" y="152578"/>
                    <a:pt x="198013" y="155144"/>
                  </a:cubicBezTo>
                  <a:lnTo>
                    <a:pt x="198013" y="155144"/>
                  </a:lnTo>
                  <a:cubicBezTo>
                    <a:pt x="198013" y="155144"/>
                    <a:pt x="200749" y="159079"/>
                    <a:pt x="202802" y="164126"/>
                  </a:cubicBezTo>
                  <a:lnTo>
                    <a:pt x="202802" y="164126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3A6095B0-07D3-93AD-E01F-F98CEF2C42DA}"/>
                </a:ext>
              </a:extLst>
            </p:cNvPr>
            <p:cNvSpPr/>
            <p:nvPr/>
          </p:nvSpPr>
          <p:spPr>
            <a:xfrm>
              <a:off x="12145902" y="5719095"/>
              <a:ext cx="333747" cy="1198809"/>
            </a:xfrm>
            <a:custGeom>
              <a:avLst/>
              <a:gdLst>
                <a:gd name="connsiteX0" fmla="*/ 81277 w 333747"/>
                <a:gd name="connsiteY0" fmla="*/ 359373 h 1198809"/>
                <a:gd name="connsiteX1" fmla="*/ 78025 w 333747"/>
                <a:gd name="connsiteY1" fmla="*/ 359715 h 1198809"/>
                <a:gd name="connsiteX2" fmla="*/ 70242 w 333747"/>
                <a:gd name="connsiteY2" fmla="*/ 375112 h 1198809"/>
                <a:gd name="connsiteX3" fmla="*/ 68531 w 333747"/>
                <a:gd name="connsiteY3" fmla="*/ 382212 h 1198809"/>
                <a:gd name="connsiteX4" fmla="*/ 68275 w 333747"/>
                <a:gd name="connsiteY4" fmla="*/ 384094 h 1198809"/>
                <a:gd name="connsiteX5" fmla="*/ 74348 w 333747"/>
                <a:gd name="connsiteY5" fmla="*/ 385292 h 1198809"/>
                <a:gd name="connsiteX6" fmla="*/ 82901 w 333747"/>
                <a:gd name="connsiteY6" fmla="*/ 385634 h 1198809"/>
                <a:gd name="connsiteX7" fmla="*/ 85297 w 333747"/>
                <a:gd name="connsiteY7" fmla="*/ 374770 h 1198809"/>
                <a:gd name="connsiteX8" fmla="*/ 81362 w 333747"/>
                <a:gd name="connsiteY8" fmla="*/ 359373 h 1198809"/>
                <a:gd name="connsiteX9" fmla="*/ 81362 w 333747"/>
                <a:gd name="connsiteY9" fmla="*/ 359373 h 1198809"/>
                <a:gd name="connsiteX10" fmla="*/ 333361 w 333747"/>
                <a:gd name="connsiteY10" fmla="*/ 712309 h 1198809"/>
                <a:gd name="connsiteX11" fmla="*/ 291448 w 333747"/>
                <a:gd name="connsiteY11" fmla="*/ 730187 h 1198809"/>
                <a:gd name="connsiteX12" fmla="*/ 290592 w 333747"/>
                <a:gd name="connsiteY12" fmla="*/ 730443 h 1198809"/>
                <a:gd name="connsiteX13" fmla="*/ 279728 w 333747"/>
                <a:gd name="connsiteY13" fmla="*/ 769535 h 1198809"/>
                <a:gd name="connsiteX14" fmla="*/ 271088 w 333747"/>
                <a:gd name="connsiteY14" fmla="*/ 843612 h 1198809"/>
                <a:gd name="connsiteX15" fmla="*/ 269549 w 333747"/>
                <a:gd name="connsiteY15" fmla="*/ 935567 h 1198809"/>
                <a:gd name="connsiteX16" fmla="*/ 249104 w 333747"/>
                <a:gd name="connsiteY16" fmla="*/ 1027522 h 1198809"/>
                <a:gd name="connsiteX17" fmla="*/ 226608 w 333747"/>
                <a:gd name="connsiteY17" fmla="*/ 1102626 h 1198809"/>
                <a:gd name="connsiteX18" fmla="*/ 227636 w 333747"/>
                <a:gd name="connsiteY18" fmla="*/ 1141461 h 1198809"/>
                <a:gd name="connsiteX19" fmla="*/ 240381 w 333747"/>
                <a:gd name="connsiteY19" fmla="*/ 1179783 h 1198809"/>
                <a:gd name="connsiteX20" fmla="*/ 246540 w 333747"/>
                <a:gd name="connsiteY20" fmla="*/ 1191502 h 1198809"/>
                <a:gd name="connsiteX21" fmla="*/ 220963 w 333747"/>
                <a:gd name="connsiteY21" fmla="*/ 1198687 h 1198809"/>
                <a:gd name="connsiteX22" fmla="*/ 191365 w 333747"/>
                <a:gd name="connsiteY22" fmla="*/ 1195094 h 1198809"/>
                <a:gd name="connsiteX23" fmla="*/ 189312 w 333747"/>
                <a:gd name="connsiteY23" fmla="*/ 1189449 h 1198809"/>
                <a:gd name="connsiteX24" fmla="*/ 185720 w 333747"/>
                <a:gd name="connsiteY24" fmla="*/ 1194581 h 1198809"/>
                <a:gd name="connsiteX25" fmla="*/ 180075 w 333747"/>
                <a:gd name="connsiteY25" fmla="*/ 1195094 h 1198809"/>
                <a:gd name="connsiteX26" fmla="*/ 181101 w 333747"/>
                <a:gd name="connsiteY26" fmla="*/ 1170031 h 1198809"/>
                <a:gd name="connsiteX27" fmla="*/ 176481 w 333747"/>
                <a:gd name="connsiteY27" fmla="*/ 1152666 h 1198809"/>
                <a:gd name="connsiteX28" fmla="*/ 190768 w 333747"/>
                <a:gd name="connsiteY28" fmla="*/ 1111265 h 1198809"/>
                <a:gd name="connsiteX29" fmla="*/ 193846 w 333747"/>
                <a:gd name="connsiteY29" fmla="*/ 961058 h 1198809"/>
                <a:gd name="connsiteX30" fmla="*/ 203085 w 333747"/>
                <a:gd name="connsiteY30" fmla="*/ 867563 h 1198809"/>
                <a:gd name="connsiteX31" fmla="*/ 193846 w 333747"/>
                <a:gd name="connsiteY31" fmla="*/ 820003 h 1198809"/>
                <a:gd name="connsiteX32" fmla="*/ 198979 w 333747"/>
                <a:gd name="connsiteY32" fmla="*/ 742847 h 1198809"/>
                <a:gd name="connsiteX33" fmla="*/ 198979 w 333747"/>
                <a:gd name="connsiteY33" fmla="*/ 742248 h 1198809"/>
                <a:gd name="connsiteX34" fmla="*/ 182214 w 333747"/>
                <a:gd name="connsiteY34" fmla="*/ 743617 h 1198809"/>
                <a:gd name="connsiteX35" fmla="*/ 181614 w 333747"/>
                <a:gd name="connsiteY35" fmla="*/ 754138 h 1198809"/>
                <a:gd name="connsiteX36" fmla="*/ 171864 w 333747"/>
                <a:gd name="connsiteY36" fmla="*/ 838480 h 1198809"/>
                <a:gd name="connsiteX37" fmla="*/ 165192 w 333747"/>
                <a:gd name="connsiteY37" fmla="*/ 871669 h 1198809"/>
                <a:gd name="connsiteX38" fmla="*/ 164164 w 333747"/>
                <a:gd name="connsiteY38" fmla="*/ 933001 h 1198809"/>
                <a:gd name="connsiteX39" fmla="*/ 158005 w 333747"/>
                <a:gd name="connsiteY39" fmla="*/ 1025982 h 1198809"/>
                <a:gd name="connsiteX40" fmla="*/ 152361 w 333747"/>
                <a:gd name="connsiteY40" fmla="*/ 1093473 h 1198809"/>
                <a:gd name="connsiteX41" fmla="*/ 156723 w 333747"/>
                <a:gd name="connsiteY41" fmla="*/ 1107245 h 1198809"/>
                <a:gd name="connsiteX42" fmla="*/ 155953 w 333747"/>
                <a:gd name="connsiteY42" fmla="*/ 1116996 h 1198809"/>
                <a:gd name="connsiteX43" fmla="*/ 157492 w 333747"/>
                <a:gd name="connsiteY43" fmla="*/ 1131281 h 1198809"/>
                <a:gd name="connsiteX44" fmla="*/ 157492 w 333747"/>
                <a:gd name="connsiteY44" fmla="*/ 1148133 h 1198809"/>
                <a:gd name="connsiteX45" fmla="*/ 163650 w 333747"/>
                <a:gd name="connsiteY45" fmla="*/ 1177302 h 1198809"/>
                <a:gd name="connsiteX46" fmla="*/ 162625 w 333747"/>
                <a:gd name="connsiteY46" fmla="*/ 1186454 h 1198809"/>
                <a:gd name="connsiteX47" fmla="*/ 162625 w 333747"/>
                <a:gd name="connsiteY47" fmla="*/ 1194153 h 1198809"/>
                <a:gd name="connsiteX48" fmla="*/ 155439 w 333747"/>
                <a:gd name="connsiteY48" fmla="*/ 1196206 h 1198809"/>
                <a:gd name="connsiteX49" fmla="*/ 116604 w 333747"/>
                <a:gd name="connsiteY49" fmla="*/ 1196206 h 1198809"/>
                <a:gd name="connsiteX50" fmla="*/ 112498 w 333747"/>
                <a:gd name="connsiteY50" fmla="*/ 1192614 h 1198809"/>
                <a:gd name="connsiteX51" fmla="*/ 116092 w 333747"/>
                <a:gd name="connsiteY51" fmla="*/ 1179868 h 1198809"/>
                <a:gd name="connsiteX52" fmla="*/ 116092 w 333747"/>
                <a:gd name="connsiteY52" fmla="*/ 1159937 h 1198809"/>
                <a:gd name="connsiteX53" fmla="*/ 122250 w 333747"/>
                <a:gd name="connsiteY53" fmla="*/ 1130768 h 1198809"/>
                <a:gd name="connsiteX54" fmla="*/ 117631 w 333747"/>
                <a:gd name="connsiteY54" fmla="*/ 1120076 h 1198809"/>
                <a:gd name="connsiteX55" fmla="*/ 118145 w 333747"/>
                <a:gd name="connsiteY55" fmla="*/ 1087400 h 1198809"/>
                <a:gd name="connsiteX56" fmla="*/ 92055 w 333747"/>
                <a:gd name="connsiteY56" fmla="*/ 938219 h 1198809"/>
                <a:gd name="connsiteX57" fmla="*/ 101294 w 333747"/>
                <a:gd name="connsiteY57" fmla="*/ 818635 h 1198809"/>
                <a:gd name="connsiteX58" fmla="*/ 92654 w 333747"/>
                <a:gd name="connsiteY58" fmla="*/ 772101 h 1198809"/>
                <a:gd name="connsiteX59" fmla="*/ 85725 w 333747"/>
                <a:gd name="connsiteY59" fmla="*/ 742419 h 1198809"/>
                <a:gd name="connsiteX60" fmla="*/ 64597 w 333747"/>
                <a:gd name="connsiteY60" fmla="*/ 735832 h 1198809"/>
                <a:gd name="connsiteX61" fmla="*/ 61517 w 333747"/>
                <a:gd name="connsiteY61" fmla="*/ 734806 h 1198809"/>
                <a:gd name="connsiteX62" fmla="*/ 57925 w 333747"/>
                <a:gd name="connsiteY62" fmla="*/ 649951 h 1198809"/>
                <a:gd name="connsiteX63" fmla="*/ 64083 w 333747"/>
                <a:gd name="connsiteY63" fmla="*/ 568175 h 1198809"/>
                <a:gd name="connsiteX64" fmla="*/ 61003 w 333747"/>
                <a:gd name="connsiteY64" fmla="*/ 562016 h 1198809"/>
                <a:gd name="connsiteX65" fmla="*/ 63826 w 333747"/>
                <a:gd name="connsiteY65" fmla="*/ 547560 h 1198809"/>
                <a:gd name="connsiteX66" fmla="*/ 60748 w 333747"/>
                <a:gd name="connsiteY66" fmla="*/ 539947 h 1198809"/>
                <a:gd name="connsiteX67" fmla="*/ 70927 w 333747"/>
                <a:gd name="connsiteY67" fmla="*/ 489393 h 1198809"/>
                <a:gd name="connsiteX68" fmla="*/ 85211 w 333747"/>
                <a:gd name="connsiteY68" fmla="*/ 457230 h 1198809"/>
                <a:gd name="connsiteX69" fmla="*/ 86750 w 333747"/>
                <a:gd name="connsiteY69" fmla="*/ 450045 h 1198809"/>
                <a:gd name="connsiteX70" fmla="*/ 86750 w 333747"/>
                <a:gd name="connsiteY70" fmla="*/ 440293 h 1198809"/>
                <a:gd name="connsiteX71" fmla="*/ 70927 w 333747"/>
                <a:gd name="connsiteY71" fmla="*/ 441320 h 1198809"/>
                <a:gd name="connsiteX72" fmla="*/ 38764 w 333747"/>
                <a:gd name="connsiteY72" fmla="*/ 447992 h 1198809"/>
                <a:gd name="connsiteX73" fmla="*/ 24479 w 333747"/>
                <a:gd name="connsiteY73" fmla="*/ 450045 h 1198809"/>
                <a:gd name="connsiteX74" fmla="*/ 3521 w 333747"/>
                <a:gd name="connsiteY74" fmla="*/ 432680 h 1198809"/>
                <a:gd name="connsiteX75" fmla="*/ 6087 w 333747"/>
                <a:gd name="connsiteY75" fmla="*/ 400517 h 1198809"/>
                <a:gd name="connsiteX76" fmla="*/ 442 w 333747"/>
                <a:gd name="connsiteY76" fmla="*/ 386746 h 1198809"/>
                <a:gd name="connsiteX77" fmla="*/ 17807 w 333747"/>
                <a:gd name="connsiteY77" fmla="*/ 339699 h 1198809"/>
                <a:gd name="connsiteX78" fmla="*/ 39278 w 333747"/>
                <a:gd name="connsiteY78" fmla="*/ 247744 h 1198809"/>
                <a:gd name="connsiteX79" fmla="*/ 72980 w 333747"/>
                <a:gd name="connsiteY79" fmla="*/ 209422 h 1198809"/>
                <a:gd name="connsiteX80" fmla="*/ 84697 w 333747"/>
                <a:gd name="connsiteY80" fmla="*/ 201724 h 1198809"/>
                <a:gd name="connsiteX81" fmla="*/ 92911 w 333747"/>
                <a:gd name="connsiteY81" fmla="*/ 202237 h 1198809"/>
                <a:gd name="connsiteX82" fmla="*/ 105656 w 333747"/>
                <a:gd name="connsiteY82" fmla="*/ 195565 h 1198809"/>
                <a:gd name="connsiteX83" fmla="*/ 112327 w 333747"/>
                <a:gd name="connsiteY83" fmla="*/ 192485 h 1198809"/>
                <a:gd name="connsiteX84" fmla="*/ 124046 w 333747"/>
                <a:gd name="connsiteY84" fmla="*/ 184274 h 1198809"/>
                <a:gd name="connsiteX85" fmla="*/ 120966 w 333747"/>
                <a:gd name="connsiteY85" fmla="*/ 172042 h 1198809"/>
                <a:gd name="connsiteX86" fmla="*/ 102576 w 333747"/>
                <a:gd name="connsiteY86" fmla="*/ 179740 h 1198809"/>
                <a:gd name="connsiteX87" fmla="*/ 124218 w 333747"/>
                <a:gd name="connsiteY87" fmla="*/ 155960 h 1198809"/>
                <a:gd name="connsiteX88" fmla="*/ 126271 w 333747"/>
                <a:gd name="connsiteY88" fmla="*/ 151256 h 1198809"/>
                <a:gd name="connsiteX89" fmla="*/ 117631 w 333747"/>
                <a:gd name="connsiteY89" fmla="*/ 153822 h 1198809"/>
                <a:gd name="connsiteX90" fmla="*/ 125329 w 333747"/>
                <a:gd name="connsiteY90" fmla="*/ 140563 h 1198809"/>
                <a:gd name="connsiteX91" fmla="*/ 138074 w 333747"/>
                <a:gd name="connsiteY91" fmla="*/ 120119 h 1198809"/>
                <a:gd name="connsiteX92" fmla="*/ 124303 w 333747"/>
                <a:gd name="connsiteY92" fmla="*/ 130298 h 1198809"/>
                <a:gd name="connsiteX93" fmla="*/ 136021 w 333747"/>
                <a:gd name="connsiteY93" fmla="*/ 114473 h 1198809"/>
                <a:gd name="connsiteX94" fmla="*/ 129863 w 333747"/>
                <a:gd name="connsiteY94" fmla="*/ 117040 h 1198809"/>
                <a:gd name="connsiteX95" fmla="*/ 142265 w 333747"/>
                <a:gd name="connsiteY95" fmla="*/ 104294 h 1198809"/>
                <a:gd name="connsiteX96" fmla="*/ 144832 w 333747"/>
                <a:gd name="connsiteY96" fmla="*/ 90522 h 1198809"/>
                <a:gd name="connsiteX97" fmla="*/ 144318 w 333747"/>
                <a:gd name="connsiteY97" fmla="*/ 77264 h 1198809"/>
                <a:gd name="connsiteX98" fmla="*/ 149451 w 333747"/>
                <a:gd name="connsiteY98" fmla="*/ 55793 h 1198809"/>
                <a:gd name="connsiteX99" fmla="*/ 220963 w 333747"/>
                <a:gd name="connsiteY99" fmla="*/ 107 h 1198809"/>
                <a:gd name="connsiteX100" fmla="*/ 263904 w 333747"/>
                <a:gd name="connsiteY100" fmla="*/ 23117 h 1198809"/>
                <a:gd name="connsiteX101" fmla="*/ 271088 w 333747"/>
                <a:gd name="connsiteY101" fmla="*/ 56820 h 1198809"/>
                <a:gd name="connsiteX102" fmla="*/ 271431 w 333747"/>
                <a:gd name="connsiteY102" fmla="*/ 73329 h 1198809"/>
                <a:gd name="connsiteX103" fmla="*/ 264930 w 333747"/>
                <a:gd name="connsiteY103" fmla="*/ 84278 h 1198809"/>
                <a:gd name="connsiteX104" fmla="*/ 263219 w 333747"/>
                <a:gd name="connsiteY104" fmla="*/ 102327 h 1198809"/>
                <a:gd name="connsiteX105" fmla="*/ 252955 w 333747"/>
                <a:gd name="connsiteY105" fmla="*/ 123455 h 1198809"/>
                <a:gd name="connsiteX106" fmla="*/ 238157 w 333747"/>
                <a:gd name="connsiteY106" fmla="*/ 138595 h 1198809"/>
                <a:gd name="connsiteX107" fmla="*/ 227465 w 333747"/>
                <a:gd name="connsiteY107" fmla="*/ 150827 h 1198809"/>
                <a:gd name="connsiteX108" fmla="*/ 227293 w 333747"/>
                <a:gd name="connsiteY108" fmla="*/ 153565 h 1198809"/>
                <a:gd name="connsiteX109" fmla="*/ 253809 w 333747"/>
                <a:gd name="connsiteY109" fmla="*/ 177345 h 1198809"/>
                <a:gd name="connsiteX110" fmla="*/ 258429 w 333747"/>
                <a:gd name="connsiteY110" fmla="*/ 204375 h 1198809"/>
                <a:gd name="connsiteX111" fmla="*/ 284519 w 333747"/>
                <a:gd name="connsiteY111" fmla="*/ 214041 h 1198809"/>
                <a:gd name="connsiteX112" fmla="*/ 299317 w 333747"/>
                <a:gd name="connsiteY112" fmla="*/ 227813 h 1198809"/>
                <a:gd name="connsiteX113" fmla="*/ 304193 w 333747"/>
                <a:gd name="connsiteY113" fmla="*/ 240388 h 1198809"/>
                <a:gd name="connsiteX114" fmla="*/ 306160 w 333747"/>
                <a:gd name="connsiteY114" fmla="*/ 239960 h 1198809"/>
                <a:gd name="connsiteX115" fmla="*/ 305732 w 333747"/>
                <a:gd name="connsiteY115" fmla="*/ 244408 h 1198809"/>
                <a:gd name="connsiteX116" fmla="*/ 305904 w 333747"/>
                <a:gd name="connsiteY116" fmla="*/ 245263 h 1198809"/>
                <a:gd name="connsiteX117" fmla="*/ 306160 w 333747"/>
                <a:gd name="connsiteY117" fmla="*/ 247487 h 1198809"/>
                <a:gd name="connsiteX118" fmla="*/ 323868 w 333747"/>
                <a:gd name="connsiteY118" fmla="*/ 248171 h 1198809"/>
                <a:gd name="connsiteX119" fmla="*/ 310951 w 333747"/>
                <a:gd name="connsiteY119" fmla="*/ 277169 h 1198809"/>
                <a:gd name="connsiteX120" fmla="*/ 313090 w 333747"/>
                <a:gd name="connsiteY120" fmla="*/ 285125 h 1198809"/>
                <a:gd name="connsiteX121" fmla="*/ 317707 w 333747"/>
                <a:gd name="connsiteY121" fmla="*/ 303003 h 1198809"/>
                <a:gd name="connsiteX122" fmla="*/ 316682 w 333747"/>
                <a:gd name="connsiteY122" fmla="*/ 318827 h 1198809"/>
                <a:gd name="connsiteX123" fmla="*/ 320787 w 333747"/>
                <a:gd name="connsiteY123" fmla="*/ 335166 h 1198809"/>
                <a:gd name="connsiteX124" fmla="*/ 320787 w 333747"/>
                <a:gd name="connsiteY124" fmla="*/ 357662 h 1198809"/>
                <a:gd name="connsiteX125" fmla="*/ 321813 w 333747"/>
                <a:gd name="connsiteY125" fmla="*/ 368355 h 1198809"/>
                <a:gd name="connsiteX126" fmla="*/ 325921 w 333747"/>
                <a:gd name="connsiteY126" fmla="*/ 377507 h 1198809"/>
                <a:gd name="connsiteX127" fmla="*/ 324379 w 333747"/>
                <a:gd name="connsiteY127" fmla="*/ 386746 h 1198809"/>
                <a:gd name="connsiteX128" fmla="*/ 332591 w 333747"/>
                <a:gd name="connsiteY128" fmla="*/ 408216 h 1198809"/>
                <a:gd name="connsiteX129" fmla="*/ 329513 w 333747"/>
                <a:gd name="connsiteY129" fmla="*/ 430200 h 1198809"/>
                <a:gd name="connsiteX130" fmla="*/ 321301 w 333747"/>
                <a:gd name="connsiteY130" fmla="*/ 449104 h 1198809"/>
                <a:gd name="connsiteX131" fmla="*/ 306503 w 333747"/>
                <a:gd name="connsiteY131" fmla="*/ 451670 h 1198809"/>
                <a:gd name="connsiteX132" fmla="*/ 296322 w 333747"/>
                <a:gd name="connsiteY132" fmla="*/ 455263 h 1198809"/>
                <a:gd name="connsiteX133" fmla="*/ 299916 w 333747"/>
                <a:gd name="connsiteY133" fmla="*/ 464501 h 1198809"/>
                <a:gd name="connsiteX134" fmla="*/ 306075 w 333747"/>
                <a:gd name="connsiteY134" fmla="*/ 476733 h 1198809"/>
                <a:gd name="connsiteX135" fmla="*/ 309667 w 333747"/>
                <a:gd name="connsiteY135" fmla="*/ 503336 h 1198809"/>
                <a:gd name="connsiteX136" fmla="*/ 317367 w 333747"/>
                <a:gd name="connsiteY136" fmla="*/ 514542 h 1198809"/>
                <a:gd name="connsiteX137" fmla="*/ 323525 w 333747"/>
                <a:gd name="connsiteY137" fmla="*/ 524721 h 1198809"/>
                <a:gd name="connsiteX138" fmla="*/ 322412 w 333747"/>
                <a:gd name="connsiteY138" fmla="*/ 536697 h 1198809"/>
                <a:gd name="connsiteX139" fmla="*/ 319163 w 333747"/>
                <a:gd name="connsiteY139" fmla="*/ 536867 h 1198809"/>
                <a:gd name="connsiteX140" fmla="*/ 325236 w 333747"/>
                <a:gd name="connsiteY140" fmla="*/ 574505 h 1198809"/>
                <a:gd name="connsiteX141" fmla="*/ 327288 w 333747"/>
                <a:gd name="connsiteY141" fmla="*/ 633271 h 1198809"/>
                <a:gd name="connsiteX142" fmla="*/ 331394 w 333747"/>
                <a:gd name="connsiteY142" fmla="*/ 688957 h 1198809"/>
                <a:gd name="connsiteX143" fmla="*/ 333447 w 333747"/>
                <a:gd name="connsiteY143" fmla="*/ 712480 h 1198809"/>
                <a:gd name="connsiteX144" fmla="*/ 333447 w 333747"/>
                <a:gd name="connsiteY144" fmla="*/ 712480 h 1198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</a:cxnLst>
              <a:rect l="l" t="t" r="r" b="b"/>
              <a:pathLst>
                <a:path w="333747" h="1198809">
                  <a:moveTo>
                    <a:pt x="81277" y="359373"/>
                  </a:moveTo>
                  <a:cubicBezTo>
                    <a:pt x="80421" y="359202"/>
                    <a:pt x="79395" y="359287"/>
                    <a:pt x="78025" y="359715"/>
                  </a:cubicBezTo>
                  <a:cubicBezTo>
                    <a:pt x="74690" y="360912"/>
                    <a:pt x="71867" y="368953"/>
                    <a:pt x="70242" y="375112"/>
                  </a:cubicBezTo>
                  <a:cubicBezTo>
                    <a:pt x="69557" y="378020"/>
                    <a:pt x="69045" y="380587"/>
                    <a:pt x="68531" y="382212"/>
                  </a:cubicBezTo>
                  <a:lnTo>
                    <a:pt x="68275" y="384094"/>
                  </a:lnTo>
                  <a:cubicBezTo>
                    <a:pt x="68703" y="386746"/>
                    <a:pt x="73408" y="385292"/>
                    <a:pt x="74348" y="385292"/>
                  </a:cubicBezTo>
                  <a:cubicBezTo>
                    <a:pt x="75375" y="385292"/>
                    <a:pt x="80164" y="385634"/>
                    <a:pt x="82901" y="385634"/>
                  </a:cubicBezTo>
                  <a:cubicBezTo>
                    <a:pt x="85639" y="385634"/>
                    <a:pt x="84954" y="381870"/>
                    <a:pt x="85297" y="374770"/>
                  </a:cubicBezTo>
                  <a:cubicBezTo>
                    <a:pt x="85554" y="369980"/>
                    <a:pt x="83073" y="363393"/>
                    <a:pt x="81362" y="359373"/>
                  </a:cubicBezTo>
                  <a:lnTo>
                    <a:pt x="81362" y="359373"/>
                  </a:lnTo>
                  <a:close/>
                  <a:moveTo>
                    <a:pt x="333361" y="712309"/>
                  </a:moveTo>
                  <a:cubicBezTo>
                    <a:pt x="327631" y="717527"/>
                    <a:pt x="295554" y="728647"/>
                    <a:pt x="291448" y="730187"/>
                  </a:cubicBezTo>
                  <a:lnTo>
                    <a:pt x="290592" y="730443"/>
                  </a:lnTo>
                  <a:cubicBezTo>
                    <a:pt x="286914" y="744215"/>
                    <a:pt x="282123" y="760895"/>
                    <a:pt x="279728" y="769535"/>
                  </a:cubicBezTo>
                  <a:cubicBezTo>
                    <a:pt x="275109" y="785873"/>
                    <a:pt x="272116" y="826761"/>
                    <a:pt x="271088" y="843612"/>
                  </a:cubicBezTo>
                  <a:cubicBezTo>
                    <a:pt x="270063" y="860463"/>
                    <a:pt x="273141" y="911103"/>
                    <a:pt x="269549" y="935567"/>
                  </a:cubicBezTo>
                  <a:cubicBezTo>
                    <a:pt x="265957" y="960117"/>
                    <a:pt x="258343" y="993820"/>
                    <a:pt x="249104" y="1027522"/>
                  </a:cubicBezTo>
                  <a:cubicBezTo>
                    <a:pt x="239953" y="1061225"/>
                    <a:pt x="229175" y="1088341"/>
                    <a:pt x="226608" y="1102626"/>
                  </a:cubicBezTo>
                  <a:cubicBezTo>
                    <a:pt x="224042" y="1116911"/>
                    <a:pt x="224042" y="1128715"/>
                    <a:pt x="227636" y="1141461"/>
                  </a:cubicBezTo>
                  <a:cubicBezTo>
                    <a:pt x="231228" y="1154206"/>
                    <a:pt x="236787" y="1170544"/>
                    <a:pt x="240381" y="1179783"/>
                  </a:cubicBezTo>
                  <a:cubicBezTo>
                    <a:pt x="243973" y="1188935"/>
                    <a:pt x="248079" y="1188935"/>
                    <a:pt x="246540" y="1191502"/>
                  </a:cubicBezTo>
                  <a:cubicBezTo>
                    <a:pt x="244998" y="1194068"/>
                    <a:pt x="252185" y="1199713"/>
                    <a:pt x="220963" y="1198687"/>
                  </a:cubicBezTo>
                  <a:lnTo>
                    <a:pt x="191365" y="1195094"/>
                  </a:lnTo>
                  <a:lnTo>
                    <a:pt x="189312" y="1189449"/>
                  </a:lnTo>
                  <a:cubicBezTo>
                    <a:pt x="189312" y="1189449"/>
                    <a:pt x="188800" y="1194068"/>
                    <a:pt x="185720" y="1194581"/>
                  </a:cubicBezTo>
                  <a:cubicBezTo>
                    <a:pt x="182642" y="1195094"/>
                    <a:pt x="180075" y="1195094"/>
                    <a:pt x="180075" y="1195094"/>
                  </a:cubicBezTo>
                  <a:cubicBezTo>
                    <a:pt x="180075" y="1195094"/>
                    <a:pt x="183667" y="1175163"/>
                    <a:pt x="181101" y="1170031"/>
                  </a:cubicBezTo>
                  <a:cubicBezTo>
                    <a:pt x="178534" y="1164899"/>
                    <a:pt x="176995" y="1157286"/>
                    <a:pt x="176481" y="1152666"/>
                  </a:cubicBezTo>
                  <a:cubicBezTo>
                    <a:pt x="175970" y="1148047"/>
                    <a:pt x="189227" y="1127090"/>
                    <a:pt x="190768" y="1111265"/>
                  </a:cubicBezTo>
                  <a:cubicBezTo>
                    <a:pt x="192307" y="1095441"/>
                    <a:pt x="190768" y="1003400"/>
                    <a:pt x="193846" y="961058"/>
                  </a:cubicBezTo>
                  <a:cubicBezTo>
                    <a:pt x="196926" y="918630"/>
                    <a:pt x="204027" y="878256"/>
                    <a:pt x="203085" y="867563"/>
                  </a:cubicBezTo>
                  <a:cubicBezTo>
                    <a:pt x="202057" y="856871"/>
                    <a:pt x="191879" y="832321"/>
                    <a:pt x="193846" y="820003"/>
                  </a:cubicBezTo>
                  <a:cubicBezTo>
                    <a:pt x="195899" y="807771"/>
                    <a:pt x="199493" y="749006"/>
                    <a:pt x="198979" y="742847"/>
                  </a:cubicBezTo>
                  <a:lnTo>
                    <a:pt x="198979" y="742248"/>
                  </a:lnTo>
                  <a:cubicBezTo>
                    <a:pt x="193420" y="742761"/>
                    <a:pt x="187859" y="743189"/>
                    <a:pt x="182214" y="743617"/>
                  </a:cubicBezTo>
                  <a:cubicBezTo>
                    <a:pt x="182043" y="747295"/>
                    <a:pt x="181786" y="750973"/>
                    <a:pt x="181614" y="754138"/>
                  </a:cubicBezTo>
                  <a:cubicBezTo>
                    <a:pt x="180589" y="767396"/>
                    <a:pt x="176995" y="818549"/>
                    <a:pt x="171864" y="838480"/>
                  </a:cubicBezTo>
                  <a:cubicBezTo>
                    <a:pt x="166731" y="858411"/>
                    <a:pt x="166217" y="860463"/>
                    <a:pt x="165192" y="871669"/>
                  </a:cubicBezTo>
                  <a:cubicBezTo>
                    <a:pt x="164164" y="882875"/>
                    <a:pt x="164678" y="913070"/>
                    <a:pt x="164164" y="933001"/>
                  </a:cubicBezTo>
                  <a:cubicBezTo>
                    <a:pt x="163650" y="952932"/>
                    <a:pt x="160572" y="995873"/>
                    <a:pt x="158005" y="1025982"/>
                  </a:cubicBezTo>
                  <a:cubicBezTo>
                    <a:pt x="155439" y="1056092"/>
                    <a:pt x="150819" y="1085262"/>
                    <a:pt x="152361" y="1093473"/>
                  </a:cubicBezTo>
                  <a:cubicBezTo>
                    <a:pt x="153900" y="1101599"/>
                    <a:pt x="155953" y="1100145"/>
                    <a:pt x="156723" y="1107245"/>
                  </a:cubicBezTo>
                  <a:cubicBezTo>
                    <a:pt x="157066" y="1110838"/>
                    <a:pt x="156466" y="1110325"/>
                    <a:pt x="155953" y="1116996"/>
                  </a:cubicBezTo>
                  <a:cubicBezTo>
                    <a:pt x="155439" y="1123669"/>
                    <a:pt x="157492" y="1124610"/>
                    <a:pt x="157492" y="1131281"/>
                  </a:cubicBezTo>
                  <a:cubicBezTo>
                    <a:pt x="157492" y="1137954"/>
                    <a:pt x="158005" y="1144112"/>
                    <a:pt x="157492" y="1148133"/>
                  </a:cubicBezTo>
                  <a:cubicBezTo>
                    <a:pt x="156980" y="1152239"/>
                    <a:pt x="158005" y="1170630"/>
                    <a:pt x="163650" y="1177302"/>
                  </a:cubicBezTo>
                  <a:cubicBezTo>
                    <a:pt x="169297" y="1183974"/>
                    <a:pt x="164164" y="1182948"/>
                    <a:pt x="162625" y="1186454"/>
                  </a:cubicBezTo>
                  <a:cubicBezTo>
                    <a:pt x="161086" y="1190048"/>
                    <a:pt x="163650" y="1190561"/>
                    <a:pt x="162625" y="1194153"/>
                  </a:cubicBezTo>
                  <a:cubicBezTo>
                    <a:pt x="161597" y="1197746"/>
                    <a:pt x="155439" y="1196206"/>
                    <a:pt x="155439" y="1196206"/>
                  </a:cubicBezTo>
                  <a:lnTo>
                    <a:pt x="116604" y="1196206"/>
                  </a:lnTo>
                  <a:cubicBezTo>
                    <a:pt x="116604" y="1196206"/>
                    <a:pt x="111986" y="1194153"/>
                    <a:pt x="112498" y="1192614"/>
                  </a:cubicBezTo>
                  <a:cubicBezTo>
                    <a:pt x="113012" y="1191074"/>
                    <a:pt x="116604" y="1182434"/>
                    <a:pt x="116092" y="1179868"/>
                  </a:cubicBezTo>
                  <a:cubicBezTo>
                    <a:pt x="115578" y="1177302"/>
                    <a:pt x="116092" y="1167636"/>
                    <a:pt x="116092" y="1159937"/>
                  </a:cubicBezTo>
                  <a:cubicBezTo>
                    <a:pt x="116092" y="1152239"/>
                    <a:pt x="122250" y="1133848"/>
                    <a:pt x="122250" y="1130768"/>
                  </a:cubicBezTo>
                  <a:cubicBezTo>
                    <a:pt x="122250" y="1127689"/>
                    <a:pt x="117631" y="1123583"/>
                    <a:pt x="117631" y="1120076"/>
                  </a:cubicBezTo>
                  <a:cubicBezTo>
                    <a:pt x="117631" y="1116569"/>
                    <a:pt x="119684" y="1099632"/>
                    <a:pt x="118145" y="1087400"/>
                  </a:cubicBezTo>
                  <a:cubicBezTo>
                    <a:pt x="116604" y="1075167"/>
                    <a:pt x="90516" y="1001518"/>
                    <a:pt x="92055" y="938219"/>
                  </a:cubicBezTo>
                  <a:cubicBezTo>
                    <a:pt x="93594" y="874834"/>
                    <a:pt x="102833" y="840105"/>
                    <a:pt x="101294" y="818635"/>
                  </a:cubicBezTo>
                  <a:cubicBezTo>
                    <a:pt x="99753" y="797164"/>
                    <a:pt x="93594" y="776720"/>
                    <a:pt x="92654" y="772101"/>
                  </a:cubicBezTo>
                  <a:cubicBezTo>
                    <a:pt x="91969" y="769193"/>
                    <a:pt x="88292" y="753539"/>
                    <a:pt x="85725" y="742419"/>
                  </a:cubicBezTo>
                  <a:cubicBezTo>
                    <a:pt x="77171" y="740879"/>
                    <a:pt x="69985" y="738741"/>
                    <a:pt x="64597" y="735832"/>
                  </a:cubicBezTo>
                  <a:lnTo>
                    <a:pt x="61517" y="734806"/>
                  </a:lnTo>
                  <a:cubicBezTo>
                    <a:pt x="61517" y="734806"/>
                    <a:pt x="60491" y="665348"/>
                    <a:pt x="57925" y="649951"/>
                  </a:cubicBezTo>
                  <a:cubicBezTo>
                    <a:pt x="55358" y="634639"/>
                    <a:pt x="55358" y="605043"/>
                    <a:pt x="64083" y="568175"/>
                  </a:cubicBezTo>
                  <a:cubicBezTo>
                    <a:pt x="64083" y="568175"/>
                    <a:pt x="60491" y="564069"/>
                    <a:pt x="61003" y="562016"/>
                  </a:cubicBezTo>
                  <a:cubicBezTo>
                    <a:pt x="61003" y="562016"/>
                    <a:pt x="62287" y="551666"/>
                    <a:pt x="63826" y="547560"/>
                  </a:cubicBezTo>
                  <a:cubicBezTo>
                    <a:pt x="65365" y="543454"/>
                    <a:pt x="60234" y="543454"/>
                    <a:pt x="60748" y="539947"/>
                  </a:cubicBezTo>
                  <a:cubicBezTo>
                    <a:pt x="61260" y="536354"/>
                    <a:pt x="66907" y="501112"/>
                    <a:pt x="70927" y="489393"/>
                  </a:cubicBezTo>
                  <a:cubicBezTo>
                    <a:pt x="75033" y="477674"/>
                    <a:pt x="77085" y="466383"/>
                    <a:pt x="85211" y="457230"/>
                  </a:cubicBezTo>
                  <a:cubicBezTo>
                    <a:pt x="85211" y="457230"/>
                    <a:pt x="87264" y="453638"/>
                    <a:pt x="86750" y="450045"/>
                  </a:cubicBezTo>
                  <a:cubicBezTo>
                    <a:pt x="86239" y="446452"/>
                    <a:pt x="86750" y="440293"/>
                    <a:pt x="86750" y="440293"/>
                  </a:cubicBezTo>
                  <a:cubicBezTo>
                    <a:pt x="86750" y="440293"/>
                    <a:pt x="78625" y="439267"/>
                    <a:pt x="70927" y="441320"/>
                  </a:cubicBezTo>
                  <a:cubicBezTo>
                    <a:pt x="63227" y="443373"/>
                    <a:pt x="46890" y="447479"/>
                    <a:pt x="38764" y="447992"/>
                  </a:cubicBezTo>
                  <a:cubicBezTo>
                    <a:pt x="30638" y="448505"/>
                    <a:pt x="29611" y="451585"/>
                    <a:pt x="24479" y="450045"/>
                  </a:cubicBezTo>
                  <a:cubicBezTo>
                    <a:pt x="19346" y="448505"/>
                    <a:pt x="3009" y="445939"/>
                    <a:pt x="3521" y="432680"/>
                  </a:cubicBezTo>
                  <a:cubicBezTo>
                    <a:pt x="4034" y="419422"/>
                    <a:pt x="8140" y="408130"/>
                    <a:pt x="6087" y="400517"/>
                  </a:cubicBezTo>
                  <a:cubicBezTo>
                    <a:pt x="4034" y="392819"/>
                    <a:pt x="-1611" y="392819"/>
                    <a:pt x="442" y="386746"/>
                  </a:cubicBezTo>
                  <a:cubicBezTo>
                    <a:pt x="2495" y="380587"/>
                    <a:pt x="15240" y="351503"/>
                    <a:pt x="17807" y="339699"/>
                  </a:cubicBezTo>
                  <a:cubicBezTo>
                    <a:pt x="20372" y="327980"/>
                    <a:pt x="21399" y="277854"/>
                    <a:pt x="39278" y="247744"/>
                  </a:cubicBezTo>
                  <a:cubicBezTo>
                    <a:pt x="57154" y="217634"/>
                    <a:pt x="67846" y="211475"/>
                    <a:pt x="72980" y="209422"/>
                  </a:cubicBezTo>
                  <a:cubicBezTo>
                    <a:pt x="78111" y="207369"/>
                    <a:pt x="79138" y="201210"/>
                    <a:pt x="84697" y="201724"/>
                  </a:cubicBezTo>
                  <a:cubicBezTo>
                    <a:pt x="90344" y="202237"/>
                    <a:pt x="87778" y="203263"/>
                    <a:pt x="92911" y="202237"/>
                  </a:cubicBezTo>
                  <a:cubicBezTo>
                    <a:pt x="98042" y="201210"/>
                    <a:pt x="101122" y="195565"/>
                    <a:pt x="105656" y="195565"/>
                  </a:cubicBezTo>
                  <a:cubicBezTo>
                    <a:pt x="110188" y="195565"/>
                    <a:pt x="108735" y="195565"/>
                    <a:pt x="112327" y="192485"/>
                  </a:cubicBezTo>
                  <a:cubicBezTo>
                    <a:pt x="115921" y="189406"/>
                    <a:pt x="123533" y="186840"/>
                    <a:pt x="124046" y="184274"/>
                  </a:cubicBezTo>
                  <a:cubicBezTo>
                    <a:pt x="124046" y="184274"/>
                    <a:pt x="136278" y="169989"/>
                    <a:pt x="120966" y="172042"/>
                  </a:cubicBezTo>
                  <a:cubicBezTo>
                    <a:pt x="105656" y="174094"/>
                    <a:pt x="102576" y="179740"/>
                    <a:pt x="102576" y="179740"/>
                  </a:cubicBezTo>
                  <a:cubicBezTo>
                    <a:pt x="102576" y="179740"/>
                    <a:pt x="102319" y="167337"/>
                    <a:pt x="124218" y="155960"/>
                  </a:cubicBezTo>
                  <a:cubicBezTo>
                    <a:pt x="125243" y="154249"/>
                    <a:pt x="126099" y="152453"/>
                    <a:pt x="126271" y="151256"/>
                  </a:cubicBezTo>
                  <a:cubicBezTo>
                    <a:pt x="126271" y="151256"/>
                    <a:pt x="121137" y="153308"/>
                    <a:pt x="117631" y="153822"/>
                  </a:cubicBezTo>
                  <a:cubicBezTo>
                    <a:pt x="114039" y="154335"/>
                    <a:pt x="122250" y="148176"/>
                    <a:pt x="125329" y="140563"/>
                  </a:cubicBezTo>
                  <a:cubicBezTo>
                    <a:pt x="128409" y="132864"/>
                    <a:pt x="138588" y="122172"/>
                    <a:pt x="138074" y="120119"/>
                  </a:cubicBezTo>
                  <a:cubicBezTo>
                    <a:pt x="137562" y="118066"/>
                    <a:pt x="125842" y="130811"/>
                    <a:pt x="124303" y="130298"/>
                  </a:cubicBezTo>
                  <a:cubicBezTo>
                    <a:pt x="124303" y="130298"/>
                    <a:pt x="133457" y="119606"/>
                    <a:pt x="136021" y="114473"/>
                  </a:cubicBezTo>
                  <a:cubicBezTo>
                    <a:pt x="138588" y="109341"/>
                    <a:pt x="129863" y="117040"/>
                    <a:pt x="129863" y="117040"/>
                  </a:cubicBezTo>
                  <a:cubicBezTo>
                    <a:pt x="129863" y="117040"/>
                    <a:pt x="137734" y="106860"/>
                    <a:pt x="142265" y="104294"/>
                  </a:cubicBezTo>
                  <a:cubicBezTo>
                    <a:pt x="146885" y="101728"/>
                    <a:pt x="146373" y="95655"/>
                    <a:pt x="144832" y="90522"/>
                  </a:cubicBezTo>
                  <a:cubicBezTo>
                    <a:pt x="143293" y="85390"/>
                    <a:pt x="142779" y="81797"/>
                    <a:pt x="144318" y="77264"/>
                  </a:cubicBezTo>
                  <a:cubicBezTo>
                    <a:pt x="145859" y="72730"/>
                    <a:pt x="148938" y="62465"/>
                    <a:pt x="149451" y="55793"/>
                  </a:cubicBezTo>
                  <a:cubicBezTo>
                    <a:pt x="149965" y="49121"/>
                    <a:pt x="165789" y="5240"/>
                    <a:pt x="220963" y="107"/>
                  </a:cubicBezTo>
                  <a:cubicBezTo>
                    <a:pt x="236273" y="-1347"/>
                    <a:pt x="259285" y="12339"/>
                    <a:pt x="263904" y="23117"/>
                  </a:cubicBezTo>
                  <a:cubicBezTo>
                    <a:pt x="268522" y="33895"/>
                    <a:pt x="273655" y="49206"/>
                    <a:pt x="271088" y="56820"/>
                  </a:cubicBezTo>
                  <a:cubicBezTo>
                    <a:pt x="268522" y="64518"/>
                    <a:pt x="272544" y="69736"/>
                    <a:pt x="271431" y="73329"/>
                  </a:cubicBezTo>
                  <a:cubicBezTo>
                    <a:pt x="270320" y="77007"/>
                    <a:pt x="266983" y="80685"/>
                    <a:pt x="264930" y="84278"/>
                  </a:cubicBezTo>
                  <a:cubicBezTo>
                    <a:pt x="262877" y="87870"/>
                    <a:pt x="263562" y="96596"/>
                    <a:pt x="263219" y="102327"/>
                  </a:cubicBezTo>
                  <a:cubicBezTo>
                    <a:pt x="262534" y="114559"/>
                    <a:pt x="257061" y="112848"/>
                    <a:pt x="252955" y="123455"/>
                  </a:cubicBezTo>
                  <a:cubicBezTo>
                    <a:pt x="251159" y="128160"/>
                    <a:pt x="247308" y="131496"/>
                    <a:pt x="238157" y="138595"/>
                  </a:cubicBezTo>
                  <a:cubicBezTo>
                    <a:pt x="228918" y="145781"/>
                    <a:pt x="227891" y="148347"/>
                    <a:pt x="227465" y="150827"/>
                  </a:cubicBezTo>
                  <a:cubicBezTo>
                    <a:pt x="227465" y="151170"/>
                    <a:pt x="227379" y="152111"/>
                    <a:pt x="227293" y="153565"/>
                  </a:cubicBezTo>
                  <a:cubicBezTo>
                    <a:pt x="231742" y="156987"/>
                    <a:pt x="248935" y="170159"/>
                    <a:pt x="253809" y="177345"/>
                  </a:cubicBezTo>
                  <a:cubicBezTo>
                    <a:pt x="259456" y="185471"/>
                    <a:pt x="254323" y="202408"/>
                    <a:pt x="258429" y="204375"/>
                  </a:cubicBezTo>
                  <a:cubicBezTo>
                    <a:pt x="262534" y="206428"/>
                    <a:pt x="278874" y="210534"/>
                    <a:pt x="284519" y="214041"/>
                  </a:cubicBezTo>
                  <a:cubicBezTo>
                    <a:pt x="290164" y="217634"/>
                    <a:pt x="298289" y="223280"/>
                    <a:pt x="299317" y="227813"/>
                  </a:cubicBezTo>
                  <a:cubicBezTo>
                    <a:pt x="300002" y="230722"/>
                    <a:pt x="302397" y="236282"/>
                    <a:pt x="304193" y="240388"/>
                  </a:cubicBezTo>
                  <a:cubicBezTo>
                    <a:pt x="305561" y="240131"/>
                    <a:pt x="306160" y="239960"/>
                    <a:pt x="306160" y="239960"/>
                  </a:cubicBezTo>
                  <a:lnTo>
                    <a:pt x="305732" y="244408"/>
                  </a:lnTo>
                  <a:lnTo>
                    <a:pt x="305904" y="245263"/>
                  </a:lnTo>
                  <a:lnTo>
                    <a:pt x="306160" y="247487"/>
                  </a:lnTo>
                  <a:lnTo>
                    <a:pt x="323868" y="248171"/>
                  </a:lnTo>
                  <a:cubicBezTo>
                    <a:pt x="323868" y="248171"/>
                    <a:pt x="318478" y="260917"/>
                    <a:pt x="310951" y="277169"/>
                  </a:cubicBezTo>
                  <a:cubicBezTo>
                    <a:pt x="311720" y="280933"/>
                    <a:pt x="312490" y="283842"/>
                    <a:pt x="313090" y="285125"/>
                  </a:cubicBezTo>
                  <a:cubicBezTo>
                    <a:pt x="315654" y="290257"/>
                    <a:pt x="317707" y="295817"/>
                    <a:pt x="317707" y="303003"/>
                  </a:cubicBezTo>
                  <a:cubicBezTo>
                    <a:pt x="317707" y="310188"/>
                    <a:pt x="316168" y="312155"/>
                    <a:pt x="316682" y="318827"/>
                  </a:cubicBezTo>
                  <a:cubicBezTo>
                    <a:pt x="317195" y="325500"/>
                    <a:pt x="320787" y="328493"/>
                    <a:pt x="320787" y="335166"/>
                  </a:cubicBezTo>
                  <a:cubicBezTo>
                    <a:pt x="320787" y="341837"/>
                    <a:pt x="322327" y="352017"/>
                    <a:pt x="320787" y="357662"/>
                  </a:cubicBezTo>
                  <a:cubicBezTo>
                    <a:pt x="319248" y="363308"/>
                    <a:pt x="316682" y="363308"/>
                    <a:pt x="321813" y="368355"/>
                  </a:cubicBezTo>
                  <a:cubicBezTo>
                    <a:pt x="326946" y="373487"/>
                    <a:pt x="327460" y="372461"/>
                    <a:pt x="325921" y="377507"/>
                  </a:cubicBezTo>
                  <a:cubicBezTo>
                    <a:pt x="324379" y="382640"/>
                    <a:pt x="322327" y="383153"/>
                    <a:pt x="324379" y="386746"/>
                  </a:cubicBezTo>
                  <a:cubicBezTo>
                    <a:pt x="326432" y="390338"/>
                    <a:pt x="333533" y="398464"/>
                    <a:pt x="332591" y="408216"/>
                  </a:cubicBezTo>
                  <a:cubicBezTo>
                    <a:pt x="331565" y="417968"/>
                    <a:pt x="332591" y="422501"/>
                    <a:pt x="329513" y="430200"/>
                  </a:cubicBezTo>
                  <a:cubicBezTo>
                    <a:pt x="326432" y="437898"/>
                    <a:pt x="325407" y="449104"/>
                    <a:pt x="321301" y="449104"/>
                  </a:cubicBezTo>
                  <a:cubicBezTo>
                    <a:pt x="317195" y="449104"/>
                    <a:pt x="311548" y="449617"/>
                    <a:pt x="306503" y="451670"/>
                  </a:cubicBezTo>
                  <a:cubicBezTo>
                    <a:pt x="301370" y="453723"/>
                    <a:pt x="297350" y="453723"/>
                    <a:pt x="296322" y="455263"/>
                  </a:cubicBezTo>
                  <a:cubicBezTo>
                    <a:pt x="295297" y="456802"/>
                    <a:pt x="296322" y="458342"/>
                    <a:pt x="299916" y="464501"/>
                  </a:cubicBezTo>
                  <a:cubicBezTo>
                    <a:pt x="303508" y="470574"/>
                    <a:pt x="306589" y="469633"/>
                    <a:pt x="306075" y="476733"/>
                  </a:cubicBezTo>
                  <a:cubicBezTo>
                    <a:pt x="305561" y="483918"/>
                    <a:pt x="305047" y="495124"/>
                    <a:pt x="309667" y="503336"/>
                  </a:cubicBezTo>
                  <a:cubicBezTo>
                    <a:pt x="314286" y="511548"/>
                    <a:pt x="313259" y="507955"/>
                    <a:pt x="317367" y="514542"/>
                  </a:cubicBezTo>
                  <a:cubicBezTo>
                    <a:pt x="321472" y="521214"/>
                    <a:pt x="324037" y="517108"/>
                    <a:pt x="323525" y="524721"/>
                  </a:cubicBezTo>
                  <a:cubicBezTo>
                    <a:pt x="323012" y="532420"/>
                    <a:pt x="322412" y="536697"/>
                    <a:pt x="322412" y="536697"/>
                  </a:cubicBezTo>
                  <a:cubicBezTo>
                    <a:pt x="322412" y="536697"/>
                    <a:pt x="321301" y="536697"/>
                    <a:pt x="319163" y="536867"/>
                  </a:cubicBezTo>
                  <a:cubicBezTo>
                    <a:pt x="319591" y="539006"/>
                    <a:pt x="323354" y="559963"/>
                    <a:pt x="325236" y="574505"/>
                  </a:cubicBezTo>
                  <a:cubicBezTo>
                    <a:pt x="327288" y="589816"/>
                    <a:pt x="328828" y="620012"/>
                    <a:pt x="327288" y="633271"/>
                  </a:cubicBezTo>
                  <a:cubicBezTo>
                    <a:pt x="325749" y="646529"/>
                    <a:pt x="330880" y="673645"/>
                    <a:pt x="331394" y="688957"/>
                  </a:cubicBezTo>
                  <a:cubicBezTo>
                    <a:pt x="331908" y="704268"/>
                    <a:pt x="334644" y="711368"/>
                    <a:pt x="333447" y="712480"/>
                  </a:cubicBezTo>
                  <a:lnTo>
                    <a:pt x="333447" y="712480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E5105660-E498-A208-9661-6D7085591A7B}"/>
                </a:ext>
              </a:extLst>
            </p:cNvPr>
            <p:cNvSpPr/>
            <p:nvPr/>
          </p:nvSpPr>
          <p:spPr>
            <a:xfrm>
              <a:off x="11688803" y="5740205"/>
              <a:ext cx="328973" cy="1168548"/>
            </a:xfrm>
            <a:custGeom>
              <a:avLst/>
              <a:gdLst>
                <a:gd name="connsiteX0" fmla="*/ 309386 w 328973"/>
                <a:gd name="connsiteY0" fmla="*/ 476495 h 1168548"/>
                <a:gd name="connsiteX1" fmla="*/ 322132 w 328973"/>
                <a:gd name="connsiteY1" fmla="*/ 504979 h 1168548"/>
                <a:gd name="connsiteX2" fmla="*/ 328633 w 328973"/>
                <a:gd name="connsiteY2" fmla="*/ 518409 h 1168548"/>
                <a:gd name="connsiteX3" fmla="*/ 310754 w 328973"/>
                <a:gd name="connsiteY3" fmla="*/ 534234 h 1168548"/>
                <a:gd name="connsiteX4" fmla="*/ 296641 w 328973"/>
                <a:gd name="connsiteY4" fmla="*/ 542446 h 1168548"/>
                <a:gd name="connsiteX5" fmla="*/ 297583 w 328973"/>
                <a:gd name="connsiteY5" fmla="*/ 551599 h 1168548"/>
                <a:gd name="connsiteX6" fmla="*/ 298352 w 328973"/>
                <a:gd name="connsiteY6" fmla="*/ 572727 h 1168548"/>
                <a:gd name="connsiteX7" fmla="*/ 278422 w 328973"/>
                <a:gd name="connsiteY7" fmla="*/ 782812 h 1168548"/>
                <a:gd name="connsiteX8" fmla="*/ 279448 w 328973"/>
                <a:gd name="connsiteY8" fmla="*/ 785891 h 1168548"/>
                <a:gd name="connsiteX9" fmla="*/ 261997 w 328973"/>
                <a:gd name="connsiteY9" fmla="*/ 791537 h 1168548"/>
                <a:gd name="connsiteX10" fmla="*/ 260544 w 328973"/>
                <a:gd name="connsiteY10" fmla="*/ 792051 h 1168548"/>
                <a:gd name="connsiteX11" fmla="*/ 259005 w 328973"/>
                <a:gd name="connsiteY11" fmla="*/ 792392 h 1168548"/>
                <a:gd name="connsiteX12" fmla="*/ 258491 w 328973"/>
                <a:gd name="connsiteY12" fmla="*/ 802486 h 1168548"/>
                <a:gd name="connsiteX13" fmla="*/ 263708 w 328973"/>
                <a:gd name="connsiteY13" fmla="*/ 865529 h 1168548"/>
                <a:gd name="connsiteX14" fmla="*/ 257892 w 328973"/>
                <a:gd name="connsiteY14" fmla="*/ 933105 h 1168548"/>
                <a:gd name="connsiteX15" fmla="*/ 240955 w 328973"/>
                <a:gd name="connsiteY15" fmla="*/ 992213 h 1168548"/>
                <a:gd name="connsiteX16" fmla="*/ 219827 w 328973"/>
                <a:gd name="connsiteY16" fmla="*/ 1061756 h 1168548"/>
                <a:gd name="connsiteX17" fmla="*/ 222137 w 328973"/>
                <a:gd name="connsiteY17" fmla="*/ 1074416 h 1168548"/>
                <a:gd name="connsiteX18" fmla="*/ 221794 w 328973"/>
                <a:gd name="connsiteY18" fmla="*/ 1084168 h 1168548"/>
                <a:gd name="connsiteX19" fmla="*/ 216918 w 328973"/>
                <a:gd name="connsiteY19" fmla="*/ 1092979 h 1168548"/>
                <a:gd name="connsiteX20" fmla="*/ 219484 w 328973"/>
                <a:gd name="connsiteY20" fmla="*/ 1100420 h 1168548"/>
                <a:gd name="connsiteX21" fmla="*/ 217517 w 328973"/>
                <a:gd name="connsiteY21" fmla="*/ 1131642 h 1168548"/>
                <a:gd name="connsiteX22" fmla="*/ 215892 w 328973"/>
                <a:gd name="connsiteY22" fmla="*/ 1143960 h 1168548"/>
                <a:gd name="connsiteX23" fmla="*/ 217517 w 328973"/>
                <a:gd name="connsiteY23" fmla="*/ 1154652 h 1168548"/>
                <a:gd name="connsiteX24" fmla="*/ 213326 w 328973"/>
                <a:gd name="connsiteY24" fmla="*/ 1167312 h 1168548"/>
                <a:gd name="connsiteX25" fmla="*/ 160720 w 328973"/>
                <a:gd name="connsiteY25" fmla="*/ 1167654 h 1168548"/>
                <a:gd name="connsiteX26" fmla="*/ 156869 w 328973"/>
                <a:gd name="connsiteY26" fmla="*/ 1161495 h 1168548"/>
                <a:gd name="connsiteX27" fmla="*/ 162687 w 328973"/>
                <a:gd name="connsiteY27" fmla="*/ 1139084 h 1168548"/>
                <a:gd name="connsiteX28" fmla="*/ 172780 w 328973"/>
                <a:gd name="connsiteY28" fmla="*/ 1103328 h 1168548"/>
                <a:gd name="connsiteX29" fmla="*/ 173123 w 328973"/>
                <a:gd name="connsiteY29" fmla="*/ 1095887 h 1168548"/>
                <a:gd name="connsiteX30" fmla="*/ 178682 w 328973"/>
                <a:gd name="connsiteY30" fmla="*/ 1084852 h 1168548"/>
                <a:gd name="connsiteX31" fmla="*/ 183558 w 328973"/>
                <a:gd name="connsiteY31" fmla="*/ 1050379 h 1168548"/>
                <a:gd name="connsiteX32" fmla="*/ 185525 w 328973"/>
                <a:gd name="connsiteY32" fmla="*/ 928571 h 1168548"/>
                <a:gd name="connsiteX33" fmla="*/ 190402 w 328973"/>
                <a:gd name="connsiteY33" fmla="*/ 847651 h 1168548"/>
                <a:gd name="connsiteX34" fmla="*/ 183901 w 328973"/>
                <a:gd name="connsiteY34" fmla="*/ 806079 h 1168548"/>
                <a:gd name="connsiteX35" fmla="*/ 182788 w 328973"/>
                <a:gd name="connsiteY35" fmla="*/ 801716 h 1168548"/>
                <a:gd name="connsiteX36" fmla="*/ 151823 w 328973"/>
                <a:gd name="connsiteY36" fmla="*/ 804625 h 1168548"/>
                <a:gd name="connsiteX37" fmla="*/ 146776 w 328973"/>
                <a:gd name="connsiteY37" fmla="*/ 821647 h 1168548"/>
                <a:gd name="connsiteX38" fmla="*/ 142499 w 328973"/>
                <a:gd name="connsiteY38" fmla="*/ 847309 h 1168548"/>
                <a:gd name="connsiteX39" fmla="*/ 145065 w 328973"/>
                <a:gd name="connsiteY39" fmla="*/ 878188 h 1168548"/>
                <a:gd name="connsiteX40" fmla="*/ 150282 w 328973"/>
                <a:gd name="connsiteY40" fmla="*/ 926262 h 1168548"/>
                <a:gd name="connsiteX41" fmla="*/ 144723 w 328973"/>
                <a:gd name="connsiteY41" fmla="*/ 972111 h 1168548"/>
                <a:gd name="connsiteX42" fmla="*/ 143098 w 328973"/>
                <a:gd name="connsiteY42" fmla="*/ 1044221 h 1168548"/>
                <a:gd name="connsiteX43" fmla="*/ 143098 w 328973"/>
                <a:gd name="connsiteY43" fmla="*/ 1074160 h 1168548"/>
                <a:gd name="connsiteX44" fmla="*/ 146005 w 328973"/>
                <a:gd name="connsiteY44" fmla="*/ 1083569 h 1168548"/>
                <a:gd name="connsiteX45" fmla="*/ 149257 w 328973"/>
                <a:gd name="connsiteY45" fmla="*/ 1093662 h 1168548"/>
                <a:gd name="connsiteX46" fmla="*/ 147974 w 328973"/>
                <a:gd name="connsiteY46" fmla="*/ 1121634 h 1168548"/>
                <a:gd name="connsiteX47" fmla="*/ 144124 w 328973"/>
                <a:gd name="connsiteY47" fmla="*/ 1145329 h 1168548"/>
                <a:gd name="connsiteX48" fmla="*/ 145408 w 328973"/>
                <a:gd name="connsiteY48" fmla="*/ 1163206 h 1168548"/>
                <a:gd name="connsiteX49" fmla="*/ 139590 w 328973"/>
                <a:gd name="connsiteY49" fmla="*/ 1168424 h 1168548"/>
                <a:gd name="connsiteX50" fmla="*/ 99643 w 328973"/>
                <a:gd name="connsiteY50" fmla="*/ 1166799 h 1168548"/>
                <a:gd name="connsiteX51" fmla="*/ 92800 w 328973"/>
                <a:gd name="connsiteY51" fmla="*/ 1165174 h 1168548"/>
                <a:gd name="connsiteX52" fmla="*/ 88608 w 328973"/>
                <a:gd name="connsiteY52" fmla="*/ 1152856 h 1168548"/>
                <a:gd name="connsiteX53" fmla="*/ 97676 w 328973"/>
                <a:gd name="connsiteY53" fmla="*/ 1136945 h 1168548"/>
                <a:gd name="connsiteX54" fmla="*/ 102553 w 328973"/>
                <a:gd name="connsiteY54" fmla="*/ 1097939 h 1168548"/>
                <a:gd name="connsiteX55" fmla="*/ 104862 w 328973"/>
                <a:gd name="connsiteY55" fmla="*/ 1088872 h 1168548"/>
                <a:gd name="connsiteX56" fmla="*/ 102296 w 328973"/>
                <a:gd name="connsiteY56" fmla="*/ 1077838 h 1168548"/>
                <a:gd name="connsiteX57" fmla="*/ 105888 w 328973"/>
                <a:gd name="connsiteY57" fmla="*/ 1058677 h 1168548"/>
                <a:gd name="connsiteX58" fmla="*/ 91261 w 328973"/>
                <a:gd name="connsiteY58" fmla="*/ 1002820 h 1168548"/>
                <a:gd name="connsiteX59" fmla="*/ 75009 w 328973"/>
                <a:gd name="connsiteY59" fmla="*/ 896238 h 1168548"/>
                <a:gd name="connsiteX60" fmla="*/ 75692 w 328973"/>
                <a:gd name="connsiteY60" fmla="*/ 839012 h 1168548"/>
                <a:gd name="connsiteX61" fmla="*/ 76377 w 328973"/>
                <a:gd name="connsiteY61" fmla="*/ 807533 h 1168548"/>
                <a:gd name="connsiteX62" fmla="*/ 76377 w 328973"/>
                <a:gd name="connsiteY62" fmla="*/ 807362 h 1168548"/>
                <a:gd name="connsiteX63" fmla="*/ 66455 w 328973"/>
                <a:gd name="connsiteY63" fmla="*/ 805993 h 1168548"/>
                <a:gd name="connsiteX64" fmla="*/ 47549 w 328973"/>
                <a:gd name="connsiteY64" fmla="*/ 735167 h 1168548"/>
                <a:gd name="connsiteX65" fmla="*/ 34463 w 328973"/>
                <a:gd name="connsiteY65" fmla="*/ 571102 h 1168548"/>
                <a:gd name="connsiteX66" fmla="*/ 31897 w 328973"/>
                <a:gd name="connsiteY66" fmla="*/ 566568 h 1168548"/>
                <a:gd name="connsiteX67" fmla="*/ 26507 w 328973"/>
                <a:gd name="connsiteY67" fmla="*/ 566055 h 1168548"/>
                <a:gd name="connsiteX68" fmla="*/ 28988 w 328973"/>
                <a:gd name="connsiteY68" fmla="*/ 565884 h 1168548"/>
                <a:gd name="connsiteX69" fmla="*/ 24882 w 328973"/>
                <a:gd name="connsiteY69" fmla="*/ 565285 h 1168548"/>
                <a:gd name="connsiteX70" fmla="*/ 34463 w 328973"/>
                <a:gd name="connsiteY70" fmla="*/ 462552 h 1168548"/>
                <a:gd name="connsiteX71" fmla="*/ 32239 w 328973"/>
                <a:gd name="connsiteY71" fmla="*/ 460071 h 1168548"/>
                <a:gd name="connsiteX72" fmla="*/ 32411 w 328973"/>
                <a:gd name="connsiteY72" fmla="*/ 460071 h 1168548"/>
                <a:gd name="connsiteX73" fmla="*/ 31726 w 328973"/>
                <a:gd name="connsiteY73" fmla="*/ 459302 h 1168548"/>
                <a:gd name="connsiteX74" fmla="*/ 43103 w 328973"/>
                <a:gd name="connsiteY74" fmla="*/ 421493 h 1168548"/>
                <a:gd name="connsiteX75" fmla="*/ 48234 w 328973"/>
                <a:gd name="connsiteY75" fmla="*/ 397457 h 1168548"/>
                <a:gd name="connsiteX76" fmla="*/ 17270 w 328973"/>
                <a:gd name="connsiteY76" fmla="*/ 393008 h 1168548"/>
                <a:gd name="connsiteX77" fmla="*/ 6235 w 328973"/>
                <a:gd name="connsiteY77" fmla="*/ 364438 h 1168548"/>
                <a:gd name="connsiteX78" fmla="*/ 3497 w 328973"/>
                <a:gd name="connsiteY78" fmla="*/ 356569 h 1168548"/>
                <a:gd name="connsiteX79" fmla="*/ 5207 w 328973"/>
                <a:gd name="connsiteY79" fmla="*/ 336980 h 1168548"/>
                <a:gd name="connsiteX80" fmla="*/ 76 w 328973"/>
                <a:gd name="connsiteY80" fmla="*/ 323208 h 1168548"/>
                <a:gd name="connsiteX81" fmla="*/ 11452 w 328973"/>
                <a:gd name="connsiteY81" fmla="*/ 304646 h 1168548"/>
                <a:gd name="connsiteX82" fmla="*/ 11452 w 328973"/>
                <a:gd name="connsiteY82" fmla="*/ 296435 h 1168548"/>
                <a:gd name="connsiteX83" fmla="*/ 20006 w 328973"/>
                <a:gd name="connsiteY83" fmla="*/ 285058 h 1168548"/>
                <a:gd name="connsiteX84" fmla="*/ 16927 w 328973"/>
                <a:gd name="connsiteY84" fmla="*/ 275734 h 1168548"/>
                <a:gd name="connsiteX85" fmla="*/ 20691 w 328973"/>
                <a:gd name="connsiteY85" fmla="*/ 257856 h 1168548"/>
                <a:gd name="connsiteX86" fmla="*/ 26592 w 328973"/>
                <a:gd name="connsiteY86" fmla="*/ 236557 h 1168548"/>
                <a:gd name="connsiteX87" fmla="*/ 22487 w 328973"/>
                <a:gd name="connsiteY87" fmla="*/ 225864 h 1168548"/>
                <a:gd name="connsiteX88" fmla="*/ 32837 w 328973"/>
                <a:gd name="connsiteY88" fmla="*/ 209013 h 1168548"/>
                <a:gd name="connsiteX89" fmla="*/ 69619 w 328973"/>
                <a:gd name="connsiteY89" fmla="*/ 194557 h 1168548"/>
                <a:gd name="connsiteX90" fmla="*/ 98532 w 328973"/>
                <a:gd name="connsiteY90" fmla="*/ 189082 h 1168548"/>
                <a:gd name="connsiteX91" fmla="*/ 124109 w 328973"/>
                <a:gd name="connsiteY91" fmla="*/ 168296 h 1168548"/>
                <a:gd name="connsiteX92" fmla="*/ 123937 w 328973"/>
                <a:gd name="connsiteY92" fmla="*/ 158374 h 1168548"/>
                <a:gd name="connsiteX93" fmla="*/ 108968 w 328973"/>
                <a:gd name="connsiteY93" fmla="*/ 153156 h 1168548"/>
                <a:gd name="connsiteX94" fmla="*/ 95966 w 328973"/>
                <a:gd name="connsiteY94" fmla="*/ 132369 h 1168548"/>
                <a:gd name="connsiteX95" fmla="*/ 87497 w 328973"/>
                <a:gd name="connsiteY95" fmla="*/ 113551 h 1168548"/>
                <a:gd name="connsiteX96" fmla="*/ 84931 w 328973"/>
                <a:gd name="connsiteY96" fmla="*/ 88830 h 1168548"/>
                <a:gd name="connsiteX97" fmla="*/ 80996 w 328973"/>
                <a:gd name="connsiteY97" fmla="*/ 71978 h 1168548"/>
                <a:gd name="connsiteX98" fmla="*/ 88180 w 328973"/>
                <a:gd name="connsiteY98" fmla="*/ 32288 h 1168548"/>
                <a:gd name="connsiteX99" fmla="*/ 116751 w 328973"/>
                <a:gd name="connsiteY99" fmla="*/ 5685 h 1168548"/>
                <a:gd name="connsiteX100" fmla="*/ 183644 w 328973"/>
                <a:gd name="connsiteY100" fmla="*/ 12785 h 1168548"/>
                <a:gd name="connsiteX101" fmla="*/ 204429 w 328973"/>
                <a:gd name="connsiteY101" fmla="*/ 48541 h 1168548"/>
                <a:gd name="connsiteX102" fmla="*/ 216320 w 328973"/>
                <a:gd name="connsiteY102" fmla="*/ 66247 h 1168548"/>
                <a:gd name="connsiteX103" fmla="*/ 225044 w 328973"/>
                <a:gd name="connsiteY103" fmla="*/ 82329 h 1168548"/>
                <a:gd name="connsiteX104" fmla="*/ 229749 w 328973"/>
                <a:gd name="connsiteY104" fmla="*/ 99864 h 1168548"/>
                <a:gd name="connsiteX105" fmla="*/ 237534 w 328973"/>
                <a:gd name="connsiteY105" fmla="*/ 126553 h 1168548"/>
                <a:gd name="connsiteX106" fmla="*/ 244718 w 328973"/>
                <a:gd name="connsiteY106" fmla="*/ 142805 h 1168548"/>
                <a:gd name="connsiteX107" fmla="*/ 244035 w 328973"/>
                <a:gd name="connsiteY107" fmla="*/ 162308 h 1168548"/>
                <a:gd name="connsiteX108" fmla="*/ 243008 w 328973"/>
                <a:gd name="connsiteY108" fmla="*/ 180015 h 1168548"/>
                <a:gd name="connsiteX109" fmla="*/ 246942 w 328973"/>
                <a:gd name="connsiteY109" fmla="*/ 180528 h 1168548"/>
                <a:gd name="connsiteX110" fmla="*/ 277224 w 328973"/>
                <a:gd name="connsiteY110" fmla="*/ 182239 h 1168548"/>
                <a:gd name="connsiteX111" fmla="*/ 288258 w 328973"/>
                <a:gd name="connsiteY111" fmla="*/ 187029 h 1168548"/>
                <a:gd name="connsiteX112" fmla="*/ 301346 w 328973"/>
                <a:gd name="connsiteY112" fmla="*/ 204565 h 1168548"/>
                <a:gd name="connsiteX113" fmla="*/ 296556 w 328973"/>
                <a:gd name="connsiteY113" fmla="*/ 237241 h 1168548"/>
                <a:gd name="connsiteX114" fmla="*/ 287659 w 328973"/>
                <a:gd name="connsiteY114" fmla="*/ 255461 h 1168548"/>
                <a:gd name="connsiteX115" fmla="*/ 274571 w 328973"/>
                <a:gd name="connsiteY115" fmla="*/ 279840 h 1168548"/>
                <a:gd name="connsiteX116" fmla="*/ 266274 w 328973"/>
                <a:gd name="connsiteY116" fmla="*/ 305330 h 1168548"/>
                <a:gd name="connsiteX117" fmla="*/ 260458 w 328973"/>
                <a:gd name="connsiteY117" fmla="*/ 312173 h 1168548"/>
                <a:gd name="connsiteX118" fmla="*/ 258577 w 328973"/>
                <a:gd name="connsiteY118" fmla="*/ 330650 h 1168548"/>
                <a:gd name="connsiteX119" fmla="*/ 257720 w 328973"/>
                <a:gd name="connsiteY119" fmla="*/ 333815 h 1168548"/>
                <a:gd name="connsiteX120" fmla="*/ 256609 w 328973"/>
                <a:gd name="connsiteY120" fmla="*/ 335184 h 1168548"/>
                <a:gd name="connsiteX121" fmla="*/ 256524 w 328973"/>
                <a:gd name="connsiteY121" fmla="*/ 341428 h 1168548"/>
                <a:gd name="connsiteX122" fmla="*/ 256524 w 328973"/>
                <a:gd name="connsiteY122" fmla="*/ 346561 h 1168548"/>
                <a:gd name="connsiteX123" fmla="*/ 255411 w 328973"/>
                <a:gd name="connsiteY123" fmla="*/ 348357 h 1168548"/>
                <a:gd name="connsiteX124" fmla="*/ 254385 w 328973"/>
                <a:gd name="connsiteY124" fmla="*/ 353575 h 1168548"/>
                <a:gd name="connsiteX125" fmla="*/ 254899 w 328973"/>
                <a:gd name="connsiteY125" fmla="*/ 356227 h 1168548"/>
                <a:gd name="connsiteX126" fmla="*/ 254899 w 328973"/>
                <a:gd name="connsiteY126" fmla="*/ 356910 h 1168548"/>
                <a:gd name="connsiteX127" fmla="*/ 255411 w 328973"/>
                <a:gd name="connsiteY127" fmla="*/ 357937 h 1168548"/>
                <a:gd name="connsiteX128" fmla="*/ 256096 w 328973"/>
                <a:gd name="connsiteY128" fmla="*/ 367175 h 1168548"/>
                <a:gd name="connsiteX129" fmla="*/ 257463 w 328973"/>
                <a:gd name="connsiteY129" fmla="*/ 375387 h 1168548"/>
                <a:gd name="connsiteX130" fmla="*/ 289798 w 328973"/>
                <a:gd name="connsiteY130" fmla="*/ 420809 h 1168548"/>
                <a:gd name="connsiteX131" fmla="*/ 295273 w 328973"/>
                <a:gd name="connsiteY131" fmla="*/ 427994 h 1168548"/>
                <a:gd name="connsiteX132" fmla="*/ 291508 w 328973"/>
                <a:gd name="connsiteY132" fmla="*/ 432100 h 1168548"/>
                <a:gd name="connsiteX133" fmla="*/ 296984 w 328973"/>
                <a:gd name="connsiteY133" fmla="*/ 445187 h 1168548"/>
                <a:gd name="connsiteX134" fmla="*/ 309729 w 328973"/>
                <a:gd name="connsiteY134" fmla="*/ 476495 h 1168548"/>
                <a:gd name="connsiteX135" fmla="*/ 309729 w 328973"/>
                <a:gd name="connsiteY135" fmla="*/ 476495 h 116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</a:cxnLst>
              <a:rect l="l" t="t" r="r" b="b"/>
              <a:pathLst>
                <a:path w="328973" h="1168548">
                  <a:moveTo>
                    <a:pt x="309386" y="476495"/>
                  </a:moveTo>
                  <a:cubicBezTo>
                    <a:pt x="312807" y="483680"/>
                    <a:pt x="319054" y="497110"/>
                    <a:pt x="322132" y="504979"/>
                  </a:cubicBezTo>
                  <a:cubicBezTo>
                    <a:pt x="325212" y="512935"/>
                    <a:pt x="330343" y="515330"/>
                    <a:pt x="328633" y="518409"/>
                  </a:cubicBezTo>
                  <a:cubicBezTo>
                    <a:pt x="326923" y="521489"/>
                    <a:pt x="316915" y="532523"/>
                    <a:pt x="310754" y="534234"/>
                  </a:cubicBezTo>
                  <a:cubicBezTo>
                    <a:pt x="304596" y="535945"/>
                    <a:pt x="297669" y="536972"/>
                    <a:pt x="296641" y="542446"/>
                  </a:cubicBezTo>
                  <a:cubicBezTo>
                    <a:pt x="297241" y="544755"/>
                    <a:pt x="297583" y="547920"/>
                    <a:pt x="297583" y="551599"/>
                  </a:cubicBezTo>
                  <a:cubicBezTo>
                    <a:pt x="298266" y="555790"/>
                    <a:pt x="299037" y="562035"/>
                    <a:pt x="298352" y="572727"/>
                  </a:cubicBezTo>
                  <a:cubicBezTo>
                    <a:pt x="298352" y="572727"/>
                    <a:pt x="277395" y="756723"/>
                    <a:pt x="278422" y="782812"/>
                  </a:cubicBezTo>
                  <a:lnTo>
                    <a:pt x="279448" y="785891"/>
                  </a:lnTo>
                  <a:cubicBezTo>
                    <a:pt x="279448" y="785891"/>
                    <a:pt x="266702" y="789912"/>
                    <a:pt x="261997" y="791537"/>
                  </a:cubicBezTo>
                  <a:lnTo>
                    <a:pt x="260544" y="792051"/>
                  </a:lnTo>
                  <a:lnTo>
                    <a:pt x="259005" y="792392"/>
                  </a:lnTo>
                  <a:cubicBezTo>
                    <a:pt x="258491" y="795643"/>
                    <a:pt x="258234" y="799236"/>
                    <a:pt x="258491" y="802486"/>
                  </a:cubicBezTo>
                  <a:cubicBezTo>
                    <a:pt x="259176" y="811297"/>
                    <a:pt x="263025" y="841749"/>
                    <a:pt x="263708" y="865529"/>
                  </a:cubicBezTo>
                  <a:cubicBezTo>
                    <a:pt x="264393" y="889223"/>
                    <a:pt x="261398" y="919162"/>
                    <a:pt x="257892" y="933105"/>
                  </a:cubicBezTo>
                  <a:cubicBezTo>
                    <a:pt x="254300" y="947048"/>
                    <a:pt x="244547" y="979895"/>
                    <a:pt x="240955" y="992213"/>
                  </a:cubicBezTo>
                  <a:cubicBezTo>
                    <a:pt x="237363" y="1004530"/>
                    <a:pt x="219827" y="1053630"/>
                    <a:pt x="219827" y="1061756"/>
                  </a:cubicBezTo>
                  <a:cubicBezTo>
                    <a:pt x="219827" y="1069883"/>
                    <a:pt x="221109" y="1071508"/>
                    <a:pt x="222137" y="1074416"/>
                  </a:cubicBezTo>
                  <a:cubicBezTo>
                    <a:pt x="223076" y="1077325"/>
                    <a:pt x="222822" y="1081602"/>
                    <a:pt x="221794" y="1084168"/>
                  </a:cubicBezTo>
                  <a:cubicBezTo>
                    <a:pt x="220767" y="1086734"/>
                    <a:pt x="216918" y="1090669"/>
                    <a:pt x="216918" y="1092979"/>
                  </a:cubicBezTo>
                  <a:cubicBezTo>
                    <a:pt x="216918" y="1095288"/>
                    <a:pt x="219827" y="1094946"/>
                    <a:pt x="219484" y="1100420"/>
                  </a:cubicBezTo>
                  <a:cubicBezTo>
                    <a:pt x="219142" y="1105980"/>
                    <a:pt x="218545" y="1126766"/>
                    <a:pt x="217517" y="1131642"/>
                  </a:cubicBezTo>
                  <a:cubicBezTo>
                    <a:pt x="216575" y="1136518"/>
                    <a:pt x="216575" y="1141394"/>
                    <a:pt x="215892" y="1143960"/>
                  </a:cubicBezTo>
                  <a:cubicBezTo>
                    <a:pt x="215207" y="1146526"/>
                    <a:pt x="217517" y="1149776"/>
                    <a:pt x="217517" y="1154652"/>
                  </a:cubicBezTo>
                  <a:cubicBezTo>
                    <a:pt x="217517" y="1159528"/>
                    <a:pt x="216575" y="1164746"/>
                    <a:pt x="213326" y="1167312"/>
                  </a:cubicBezTo>
                  <a:cubicBezTo>
                    <a:pt x="210074" y="1169878"/>
                    <a:pt x="162002" y="1167654"/>
                    <a:pt x="160720" y="1167654"/>
                  </a:cubicBezTo>
                  <a:cubicBezTo>
                    <a:pt x="159435" y="1167654"/>
                    <a:pt x="156869" y="1163377"/>
                    <a:pt x="156869" y="1161495"/>
                  </a:cubicBezTo>
                  <a:cubicBezTo>
                    <a:pt x="156869" y="1159614"/>
                    <a:pt x="161060" y="1143618"/>
                    <a:pt x="162687" y="1139084"/>
                  </a:cubicBezTo>
                  <a:cubicBezTo>
                    <a:pt x="164312" y="1134551"/>
                    <a:pt x="173123" y="1107862"/>
                    <a:pt x="172780" y="1103328"/>
                  </a:cubicBezTo>
                  <a:cubicBezTo>
                    <a:pt x="172438" y="1098795"/>
                    <a:pt x="172095" y="1099736"/>
                    <a:pt x="173123" y="1095887"/>
                  </a:cubicBezTo>
                  <a:cubicBezTo>
                    <a:pt x="174148" y="1091952"/>
                    <a:pt x="176030" y="1090327"/>
                    <a:pt x="178682" y="1084852"/>
                  </a:cubicBezTo>
                  <a:cubicBezTo>
                    <a:pt x="181248" y="1079378"/>
                    <a:pt x="183558" y="1057907"/>
                    <a:pt x="183558" y="1050379"/>
                  </a:cubicBezTo>
                  <a:cubicBezTo>
                    <a:pt x="183558" y="1042852"/>
                    <a:pt x="186467" y="942172"/>
                    <a:pt x="185525" y="928571"/>
                  </a:cubicBezTo>
                  <a:cubicBezTo>
                    <a:pt x="184584" y="914885"/>
                    <a:pt x="192711" y="865529"/>
                    <a:pt x="190402" y="847651"/>
                  </a:cubicBezTo>
                  <a:cubicBezTo>
                    <a:pt x="188092" y="829773"/>
                    <a:pt x="185525" y="811895"/>
                    <a:pt x="183901" y="806079"/>
                  </a:cubicBezTo>
                  <a:cubicBezTo>
                    <a:pt x="183558" y="804967"/>
                    <a:pt x="183216" y="803427"/>
                    <a:pt x="182788" y="801716"/>
                  </a:cubicBezTo>
                  <a:cubicBezTo>
                    <a:pt x="172694" y="802743"/>
                    <a:pt x="162173" y="803769"/>
                    <a:pt x="151823" y="804625"/>
                  </a:cubicBezTo>
                  <a:cubicBezTo>
                    <a:pt x="149685" y="811895"/>
                    <a:pt x="147461" y="818995"/>
                    <a:pt x="146776" y="821647"/>
                  </a:cubicBezTo>
                  <a:cubicBezTo>
                    <a:pt x="145151" y="827806"/>
                    <a:pt x="142242" y="842433"/>
                    <a:pt x="142499" y="847309"/>
                  </a:cubicBezTo>
                  <a:cubicBezTo>
                    <a:pt x="142841" y="852185"/>
                    <a:pt x="142499" y="868437"/>
                    <a:pt x="145065" y="878188"/>
                  </a:cubicBezTo>
                  <a:cubicBezTo>
                    <a:pt x="147632" y="887940"/>
                    <a:pt x="151566" y="916254"/>
                    <a:pt x="150282" y="926262"/>
                  </a:cubicBezTo>
                  <a:cubicBezTo>
                    <a:pt x="149000" y="936356"/>
                    <a:pt x="145065" y="958424"/>
                    <a:pt x="144723" y="972111"/>
                  </a:cubicBezTo>
                  <a:cubicBezTo>
                    <a:pt x="144380" y="985712"/>
                    <a:pt x="142413" y="1028311"/>
                    <a:pt x="143098" y="1044221"/>
                  </a:cubicBezTo>
                  <a:cubicBezTo>
                    <a:pt x="143781" y="1060131"/>
                    <a:pt x="141473" y="1070909"/>
                    <a:pt x="143098" y="1074160"/>
                  </a:cubicBezTo>
                  <a:cubicBezTo>
                    <a:pt x="144723" y="1077410"/>
                    <a:pt x="146348" y="1079378"/>
                    <a:pt x="146005" y="1083569"/>
                  </a:cubicBezTo>
                  <a:cubicBezTo>
                    <a:pt x="145665" y="1087760"/>
                    <a:pt x="148572" y="1088787"/>
                    <a:pt x="149257" y="1093662"/>
                  </a:cubicBezTo>
                  <a:cubicBezTo>
                    <a:pt x="149942" y="1098538"/>
                    <a:pt x="149257" y="1112225"/>
                    <a:pt x="147974" y="1121634"/>
                  </a:cubicBezTo>
                  <a:cubicBezTo>
                    <a:pt x="146690" y="1131043"/>
                    <a:pt x="142156" y="1138229"/>
                    <a:pt x="144124" y="1145329"/>
                  </a:cubicBezTo>
                  <a:cubicBezTo>
                    <a:pt x="146091" y="1152514"/>
                    <a:pt x="147375" y="1158673"/>
                    <a:pt x="145408" y="1163206"/>
                  </a:cubicBezTo>
                  <a:cubicBezTo>
                    <a:pt x="143441" y="1167740"/>
                    <a:pt x="139590" y="1168424"/>
                    <a:pt x="139590" y="1168424"/>
                  </a:cubicBezTo>
                  <a:cubicBezTo>
                    <a:pt x="139590" y="1168424"/>
                    <a:pt x="101611" y="1167141"/>
                    <a:pt x="99643" y="1166799"/>
                  </a:cubicBezTo>
                  <a:cubicBezTo>
                    <a:pt x="97676" y="1166457"/>
                    <a:pt x="94427" y="1166799"/>
                    <a:pt x="92800" y="1165174"/>
                  </a:cubicBezTo>
                  <a:cubicBezTo>
                    <a:pt x="91175" y="1163549"/>
                    <a:pt x="87926" y="1157048"/>
                    <a:pt x="88608" y="1152856"/>
                  </a:cubicBezTo>
                  <a:cubicBezTo>
                    <a:pt x="89293" y="1148664"/>
                    <a:pt x="96734" y="1144387"/>
                    <a:pt x="97676" y="1136945"/>
                  </a:cubicBezTo>
                  <a:cubicBezTo>
                    <a:pt x="98618" y="1129504"/>
                    <a:pt x="101611" y="1102815"/>
                    <a:pt x="102553" y="1097939"/>
                  </a:cubicBezTo>
                  <a:cubicBezTo>
                    <a:pt x="103492" y="1093064"/>
                    <a:pt x="105460" y="1092722"/>
                    <a:pt x="104862" y="1088872"/>
                  </a:cubicBezTo>
                  <a:cubicBezTo>
                    <a:pt x="104177" y="1084938"/>
                    <a:pt x="101953" y="1082714"/>
                    <a:pt x="102296" y="1077838"/>
                  </a:cubicBezTo>
                  <a:cubicBezTo>
                    <a:pt x="102638" y="1072962"/>
                    <a:pt x="106829" y="1066803"/>
                    <a:pt x="105888" y="1058677"/>
                  </a:cubicBezTo>
                  <a:cubicBezTo>
                    <a:pt x="104948" y="1050551"/>
                    <a:pt x="94512" y="1017703"/>
                    <a:pt x="91261" y="1002820"/>
                  </a:cubicBezTo>
                  <a:cubicBezTo>
                    <a:pt x="88011" y="987850"/>
                    <a:pt x="75949" y="935244"/>
                    <a:pt x="75009" y="896238"/>
                  </a:cubicBezTo>
                  <a:cubicBezTo>
                    <a:pt x="74067" y="857232"/>
                    <a:pt x="75349" y="856889"/>
                    <a:pt x="75692" y="839012"/>
                  </a:cubicBezTo>
                  <a:cubicBezTo>
                    <a:pt x="76034" y="821134"/>
                    <a:pt x="76976" y="809073"/>
                    <a:pt x="76377" y="807533"/>
                  </a:cubicBezTo>
                  <a:lnTo>
                    <a:pt x="76377" y="807362"/>
                  </a:lnTo>
                  <a:cubicBezTo>
                    <a:pt x="72442" y="807020"/>
                    <a:pt x="69105" y="806592"/>
                    <a:pt x="66455" y="805993"/>
                  </a:cubicBezTo>
                  <a:cubicBezTo>
                    <a:pt x="66455" y="805993"/>
                    <a:pt x="59954" y="784352"/>
                    <a:pt x="47549" y="735167"/>
                  </a:cubicBezTo>
                  <a:cubicBezTo>
                    <a:pt x="35146" y="685981"/>
                    <a:pt x="26592" y="610707"/>
                    <a:pt x="34463" y="571102"/>
                  </a:cubicBezTo>
                  <a:lnTo>
                    <a:pt x="31897" y="566568"/>
                  </a:lnTo>
                  <a:cubicBezTo>
                    <a:pt x="29416" y="566568"/>
                    <a:pt x="27534" y="566397"/>
                    <a:pt x="26507" y="566055"/>
                  </a:cubicBezTo>
                  <a:cubicBezTo>
                    <a:pt x="26507" y="566055"/>
                    <a:pt x="27449" y="566055"/>
                    <a:pt x="28988" y="565884"/>
                  </a:cubicBezTo>
                  <a:lnTo>
                    <a:pt x="24882" y="565285"/>
                  </a:lnTo>
                  <a:cubicBezTo>
                    <a:pt x="24882" y="565285"/>
                    <a:pt x="31383" y="470678"/>
                    <a:pt x="34463" y="462552"/>
                  </a:cubicBezTo>
                  <a:lnTo>
                    <a:pt x="32239" y="460071"/>
                  </a:lnTo>
                  <a:lnTo>
                    <a:pt x="32411" y="460071"/>
                  </a:lnTo>
                  <a:cubicBezTo>
                    <a:pt x="32411" y="460071"/>
                    <a:pt x="31726" y="459302"/>
                    <a:pt x="31726" y="459302"/>
                  </a:cubicBezTo>
                  <a:cubicBezTo>
                    <a:pt x="31726" y="459302"/>
                    <a:pt x="38655" y="430047"/>
                    <a:pt x="43103" y="421493"/>
                  </a:cubicBezTo>
                  <a:cubicBezTo>
                    <a:pt x="47549" y="412854"/>
                    <a:pt x="49604" y="397713"/>
                    <a:pt x="48234" y="397457"/>
                  </a:cubicBezTo>
                  <a:cubicBezTo>
                    <a:pt x="46866" y="397114"/>
                    <a:pt x="22487" y="398483"/>
                    <a:pt x="17270" y="393008"/>
                  </a:cubicBezTo>
                  <a:cubicBezTo>
                    <a:pt x="12137" y="387534"/>
                    <a:pt x="11026" y="377098"/>
                    <a:pt x="6235" y="364438"/>
                  </a:cubicBezTo>
                  <a:cubicBezTo>
                    <a:pt x="5464" y="362300"/>
                    <a:pt x="4182" y="364781"/>
                    <a:pt x="3497" y="356569"/>
                  </a:cubicBezTo>
                  <a:cubicBezTo>
                    <a:pt x="2812" y="348357"/>
                    <a:pt x="6918" y="339375"/>
                    <a:pt x="5207" y="336980"/>
                  </a:cubicBezTo>
                  <a:cubicBezTo>
                    <a:pt x="3497" y="334585"/>
                    <a:pt x="-609" y="329453"/>
                    <a:pt x="76" y="323208"/>
                  </a:cubicBezTo>
                  <a:cubicBezTo>
                    <a:pt x="759" y="317049"/>
                    <a:pt x="11111" y="311147"/>
                    <a:pt x="11452" y="304646"/>
                  </a:cubicBezTo>
                  <a:cubicBezTo>
                    <a:pt x="11794" y="298145"/>
                    <a:pt x="11452" y="299171"/>
                    <a:pt x="11452" y="296435"/>
                  </a:cubicBezTo>
                  <a:cubicBezTo>
                    <a:pt x="11452" y="293697"/>
                    <a:pt x="21461" y="290275"/>
                    <a:pt x="20006" y="285058"/>
                  </a:cubicBezTo>
                  <a:cubicBezTo>
                    <a:pt x="18638" y="279925"/>
                    <a:pt x="16927" y="277872"/>
                    <a:pt x="16927" y="275734"/>
                  </a:cubicBezTo>
                  <a:cubicBezTo>
                    <a:pt x="16927" y="273595"/>
                    <a:pt x="19323" y="270601"/>
                    <a:pt x="20691" y="257856"/>
                  </a:cubicBezTo>
                  <a:cubicBezTo>
                    <a:pt x="22058" y="245111"/>
                    <a:pt x="25824" y="239294"/>
                    <a:pt x="26592" y="236557"/>
                  </a:cubicBezTo>
                  <a:cubicBezTo>
                    <a:pt x="27277" y="233820"/>
                    <a:pt x="20348" y="232451"/>
                    <a:pt x="22487" y="225864"/>
                  </a:cubicBezTo>
                  <a:cubicBezTo>
                    <a:pt x="24539" y="219363"/>
                    <a:pt x="24539" y="212435"/>
                    <a:pt x="32837" y="209013"/>
                  </a:cubicBezTo>
                  <a:cubicBezTo>
                    <a:pt x="41050" y="205591"/>
                    <a:pt x="64145" y="194215"/>
                    <a:pt x="69619" y="194557"/>
                  </a:cubicBezTo>
                  <a:cubicBezTo>
                    <a:pt x="75095" y="194899"/>
                    <a:pt x="94427" y="194899"/>
                    <a:pt x="98532" y="189082"/>
                  </a:cubicBezTo>
                  <a:cubicBezTo>
                    <a:pt x="102296" y="183693"/>
                    <a:pt x="118804" y="170092"/>
                    <a:pt x="124109" y="168296"/>
                  </a:cubicBezTo>
                  <a:cubicBezTo>
                    <a:pt x="124792" y="166671"/>
                    <a:pt x="126673" y="161111"/>
                    <a:pt x="123937" y="158374"/>
                  </a:cubicBezTo>
                  <a:cubicBezTo>
                    <a:pt x="120686" y="155123"/>
                    <a:pt x="113502" y="157775"/>
                    <a:pt x="108968" y="153156"/>
                  </a:cubicBezTo>
                  <a:cubicBezTo>
                    <a:pt x="104434" y="148622"/>
                    <a:pt x="97933" y="135620"/>
                    <a:pt x="95966" y="132369"/>
                  </a:cubicBezTo>
                  <a:cubicBezTo>
                    <a:pt x="93999" y="129119"/>
                    <a:pt x="90150" y="121934"/>
                    <a:pt x="87497" y="113551"/>
                  </a:cubicBezTo>
                  <a:cubicBezTo>
                    <a:pt x="84931" y="105082"/>
                    <a:pt x="88180" y="96015"/>
                    <a:pt x="84931" y="88830"/>
                  </a:cubicBezTo>
                  <a:cubicBezTo>
                    <a:pt x="81681" y="81730"/>
                    <a:pt x="80397" y="77796"/>
                    <a:pt x="80996" y="71978"/>
                  </a:cubicBezTo>
                  <a:cubicBezTo>
                    <a:pt x="81681" y="66162"/>
                    <a:pt x="82964" y="41441"/>
                    <a:pt x="88180" y="32288"/>
                  </a:cubicBezTo>
                  <a:cubicBezTo>
                    <a:pt x="93399" y="23221"/>
                    <a:pt x="93399" y="18687"/>
                    <a:pt x="116751" y="5685"/>
                  </a:cubicBezTo>
                  <a:cubicBezTo>
                    <a:pt x="130267" y="-1842"/>
                    <a:pt x="162259" y="-4066"/>
                    <a:pt x="183644" y="12785"/>
                  </a:cubicBezTo>
                  <a:cubicBezTo>
                    <a:pt x="205114" y="29722"/>
                    <a:pt x="205114" y="42040"/>
                    <a:pt x="204429" y="48541"/>
                  </a:cubicBezTo>
                  <a:cubicBezTo>
                    <a:pt x="204429" y="48541"/>
                    <a:pt x="210930" y="58463"/>
                    <a:pt x="216320" y="66247"/>
                  </a:cubicBezTo>
                  <a:cubicBezTo>
                    <a:pt x="220255" y="68215"/>
                    <a:pt x="225557" y="74973"/>
                    <a:pt x="225044" y="82329"/>
                  </a:cubicBezTo>
                  <a:cubicBezTo>
                    <a:pt x="225044" y="82329"/>
                    <a:pt x="229749" y="94048"/>
                    <a:pt x="229749" y="99864"/>
                  </a:cubicBezTo>
                  <a:cubicBezTo>
                    <a:pt x="229749" y="105681"/>
                    <a:pt x="234968" y="118084"/>
                    <a:pt x="237534" y="126553"/>
                  </a:cubicBezTo>
                  <a:cubicBezTo>
                    <a:pt x="240099" y="135021"/>
                    <a:pt x="244035" y="134337"/>
                    <a:pt x="244718" y="142805"/>
                  </a:cubicBezTo>
                  <a:cubicBezTo>
                    <a:pt x="245317" y="151274"/>
                    <a:pt x="247285" y="149306"/>
                    <a:pt x="244035" y="162308"/>
                  </a:cubicBezTo>
                  <a:cubicBezTo>
                    <a:pt x="241640" y="172060"/>
                    <a:pt x="242408" y="177706"/>
                    <a:pt x="243008" y="180015"/>
                  </a:cubicBezTo>
                  <a:cubicBezTo>
                    <a:pt x="244290" y="180272"/>
                    <a:pt x="245574" y="180443"/>
                    <a:pt x="246942" y="180528"/>
                  </a:cubicBezTo>
                  <a:cubicBezTo>
                    <a:pt x="259688" y="181213"/>
                    <a:pt x="272775" y="179502"/>
                    <a:pt x="277224" y="182239"/>
                  </a:cubicBezTo>
                  <a:cubicBezTo>
                    <a:pt x="281672" y="184976"/>
                    <a:pt x="284752" y="185318"/>
                    <a:pt x="288258" y="187029"/>
                  </a:cubicBezTo>
                  <a:cubicBezTo>
                    <a:pt x="291679" y="188740"/>
                    <a:pt x="300319" y="196695"/>
                    <a:pt x="301346" y="204565"/>
                  </a:cubicBezTo>
                  <a:cubicBezTo>
                    <a:pt x="302372" y="212520"/>
                    <a:pt x="301346" y="233477"/>
                    <a:pt x="296556" y="237241"/>
                  </a:cubicBezTo>
                  <a:cubicBezTo>
                    <a:pt x="291765" y="241005"/>
                    <a:pt x="290739" y="249302"/>
                    <a:pt x="287659" y="255461"/>
                  </a:cubicBezTo>
                  <a:cubicBezTo>
                    <a:pt x="284581" y="261620"/>
                    <a:pt x="278337" y="275392"/>
                    <a:pt x="274571" y="279840"/>
                  </a:cubicBezTo>
                  <a:cubicBezTo>
                    <a:pt x="270808" y="284288"/>
                    <a:pt x="270808" y="299770"/>
                    <a:pt x="266274" y="305330"/>
                  </a:cubicBezTo>
                  <a:cubicBezTo>
                    <a:pt x="261826" y="310805"/>
                    <a:pt x="260458" y="312173"/>
                    <a:pt x="260458" y="312173"/>
                  </a:cubicBezTo>
                  <a:cubicBezTo>
                    <a:pt x="260458" y="312173"/>
                    <a:pt x="261398" y="323807"/>
                    <a:pt x="258577" y="330650"/>
                  </a:cubicBezTo>
                  <a:lnTo>
                    <a:pt x="257720" y="333815"/>
                  </a:lnTo>
                  <a:lnTo>
                    <a:pt x="256609" y="335184"/>
                  </a:lnTo>
                  <a:cubicBezTo>
                    <a:pt x="256010" y="337664"/>
                    <a:pt x="256438" y="339204"/>
                    <a:pt x="256524" y="341428"/>
                  </a:cubicBezTo>
                  <a:cubicBezTo>
                    <a:pt x="257207" y="342797"/>
                    <a:pt x="257549" y="344593"/>
                    <a:pt x="256524" y="346561"/>
                  </a:cubicBezTo>
                  <a:lnTo>
                    <a:pt x="255411" y="348357"/>
                  </a:lnTo>
                  <a:cubicBezTo>
                    <a:pt x="254813" y="350581"/>
                    <a:pt x="254471" y="352206"/>
                    <a:pt x="254385" y="353575"/>
                  </a:cubicBezTo>
                  <a:cubicBezTo>
                    <a:pt x="254556" y="354088"/>
                    <a:pt x="254728" y="354858"/>
                    <a:pt x="254899" y="356227"/>
                  </a:cubicBezTo>
                  <a:lnTo>
                    <a:pt x="254899" y="356910"/>
                  </a:lnTo>
                  <a:cubicBezTo>
                    <a:pt x="254899" y="356910"/>
                    <a:pt x="255411" y="357937"/>
                    <a:pt x="255411" y="357937"/>
                  </a:cubicBezTo>
                  <a:cubicBezTo>
                    <a:pt x="257121" y="361017"/>
                    <a:pt x="257806" y="364781"/>
                    <a:pt x="256096" y="367175"/>
                  </a:cubicBezTo>
                  <a:cubicBezTo>
                    <a:pt x="254385" y="369571"/>
                    <a:pt x="254728" y="370939"/>
                    <a:pt x="257463" y="375387"/>
                  </a:cubicBezTo>
                  <a:cubicBezTo>
                    <a:pt x="260201" y="379836"/>
                    <a:pt x="286034" y="412854"/>
                    <a:pt x="289798" y="420809"/>
                  </a:cubicBezTo>
                  <a:cubicBezTo>
                    <a:pt x="293561" y="428678"/>
                    <a:pt x="294931" y="425941"/>
                    <a:pt x="295273" y="427994"/>
                  </a:cubicBezTo>
                  <a:cubicBezTo>
                    <a:pt x="295614" y="430047"/>
                    <a:pt x="292535" y="431416"/>
                    <a:pt x="291508" y="432100"/>
                  </a:cubicBezTo>
                  <a:cubicBezTo>
                    <a:pt x="290483" y="432785"/>
                    <a:pt x="295614" y="439285"/>
                    <a:pt x="296984" y="445187"/>
                  </a:cubicBezTo>
                  <a:cubicBezTo>
                    <a:pt x="298352" y="451004"/>
                    <a:pt x="306306" y="469224"/>
                    <a:pt x="309729" y="476495"/>
                  </a:cubicBezTo>
                  <a:lnTo>
                    <a:pt x="309729" y="476495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689B27E7-076C-AF43-2878-4EA1ABABE8A1}"/>
                </a:ext>
              </a:extLst>
            </p:cNvPr>
            <p:cNvSpPr/>
            <p:nvPr/>
          </p:nvSpPr>
          <p:spPr>
            <a:xfrm>
              <a:off x="10827611" y="5695165"/>
              <a:ext cx="449736" cy="1218814"/>
            </a:xfrm>
            <a:custGeom>
              <a:avLst/>
              <a:gdLst>
                <a:gd name="connsiteX0" fmla="*/ 163522 w 449736"/>
                <a:gd name="connsiteY0" fmla="*/ 273726 h 1218814"/>
                <a:gd name="connsiteX1" fmla="*/ 158902 w 449736"/>
                <a:gd name="connsiteY1" fmla="*/ 259783 h 1218814"/>
                <a:gd name="connsiteX2" fmla="*/ 164121 w 449736"/>
                <a:gd name="connsiteY2" fmla="*/ 281938 h 1218814"/>
                <a:gd name="connsiteX3" fmla="*/ 168741 w 449736"/>
                <a:gd name="connsiteY3" fmla="*/ 291946 h 1218814"/>
                <a:gd name="connsiteX4" fmla="*/ 163522 w 449736"/>
                <a:gd name="connsiteY4" fmla="*/ 273726 h 1218814"/>
                <a:gd name="connsiteX5" fmla="*/ 163522 w 449736"/>
                <a:gd name="connsiteY5" fmla="*/ 273726 h 1218814"/>
                <a:gd name="connsiteX6" fmla="*/ 178491 w 449736"/>
                <a:gd name="connsiteY6" fmla="*/ 259442 h 1218814"/>
                <a:gd name="connsiteX7" fmla="*/ 182340 w 449736"/>
                <a:gd name="connsiteY7" fmla="*/ 282110 h 1218814"/>
                <a:gd name="connsiteX8" fmla="*/ 187559 w 449736"/>
                <a:gd name="connsiteY8" fmla="*/ 317266 h 1218814"/>
                <a:gd name="connsiteX9" fmla="*/ 195942 w 449736"/>
                <a:gd name="connsiteY9" fmla="*/ 345836 h 1218814"/>
                <a:gd name="connsiteX10" fmla="*/ 199277 w 449736"/>
                <a:gd name="connsiteY10" fmla="*/ 358924 h 1218814"/>
                <a:gd name="connsiteX11" fmla="*/ 214846 w 449736"/>
                <a:gd name="connsiteY11" fmla="*/ 395877 h 1218814"/>
                <a:gd name="connsiteX12" fmla="*/ 217241 w 449736"/>
                <a:gd name="connsiteY12" fmla="*/ 402121 h 1218814"/>
                <a:gd name="connsiteX13" fmla="*/ 231097 w 449736"/>
                <a:gd name="connsiteY13" fmla="*/ 401608 h 1218814"/>
                <a:gd name="connsiteX14" fmla="*/ 238968 w 449736"/>
                <a:gd name="connsiteY14" fmla="*/ 401865 h 1218814"/>
                <a:gd name="connsiteX15" fmla="*/ 247608 w 449736"/>
                <a:gd name="connsiteY15" fmla="*/ 399555 h 1218814"/>
                <a:gd name="connsiteX16" fmla="*/ 273696 w 449736"/>
                <a:gd name="connsiteY16" fmla="*/ 387066 h 1218814"/>
                <a:gd name="connsiteX17" fmla="*/ 277204 w 449736"/>
                <a:gd name="connsiteY17" fmla="*/ 373380 h 1218814"/>
                <a:gd name="connsiteX18" fmla="*/ 284474 w 449736"/>
                <a:gd name="connsiteY18" fmla="*/ 356358 h 1218814"/>
                <a:gd name="connsiteX19" fmla="*/ 296622 w 449736"/>
                <a:gd name="connsiteY19" fmla="*/ 351482 h 1218814"/>
                <a:gd name="connsiteX20" fmla="*/ 301496 w 449736"/>
                <a:gd name="connsiteY20" fmla="*/ 357128 h 1218814"/>
                <a:gd name="connsiteX21" fmla="*/ 320573 w 449736"/>
                <a:gd name="connsiteY21" fmla="*/ 311450 h 1218814"/>
                <a:gd name="connsiteX22" fmla="*/ 326818 w 449736"/>
                <a:gd name="connsiteY22" fmla="*/ 307942 h 1218814"/>
                <a:gd name="connsiteX23" fmla="*/ 449394 w 449736"/>
                <a:gd name="connsiteY23" fmla="*/ 337881 h 1218814"/>
                <a:gd name="connsiteX24" fmla="*/ 449737 w 449736"/>
                <a:gd name="connsiteY24" fmla="*/ 341389 h 1218814"/>
                <a:gd name="connsiteX25" fmla="*/ 399269 w 449736"/>
                <a:gd name="connsiteY25" fmla="*/ 458663 h 1218814"/>
                <a:gd name="connsiteX26" fmla="*/ 392340 w 449736"/>
                <a:gd name="connsiteY26" fmla="*/ 460374 h 1218814"/>
                <a:gd name="connsiteX27" fmla="*/ 298760 w 449736"/>
                <a:gd name="connsiteY27" fmla="*/ 438818 h 1218814"/>
                <a:gd name="connsiteX28" fmla="*/ 298247 w 449736"/>
                <a:gd name="connsiteY28" fmla="*/ 438818 h 1218814"/>
                <a:gd name="connsiteX29" fmla="*/ 301070 w 449736"/>
                <a:gd name="connsiteY29" fmla="*/ 461657 h 1218814"/>
                <a:gd name="connsiteX30" fmla="*/ 299786 w 449736"/>
                <a:gd name="connsiteY30" fmla="*/ 464736 h 1218814"/>
                <a:gd name="connsiteX31" fmla="*/ 298504 w 449736"/>
                <a:gd name="connsiteY31" fmla="*/ 467388 h 1218814"/>
                <a:gd name="connsiteX32" fmla="*/ 266683 w 449736"/>
                <a:gd name="connsiteY32" fmla="*/ 471494 h 1218814"/>
                <a:gd name="connsiteX33" fmla="*/ 271217 w 449736"/>
                <a:gd name="connsiteY33" fmla="*/ 477396 h 1218814"/>
                <a:gd name="connsiteX34" fmla="*/ 269505 w 449736"/>
                <a:gd name="connsiteY34" fmla="*/ 484753 h 1218814"/>
                <a:gd name="connsiteX35" fmla="*/ 270190 w 449736"/>
                <a:gd name="connsiteY35" fmla="*/ 490997 h 1218814"/>
                <a:gd name="connsiteX36" fmla="*/ 268822 w 449736"/>
                <a:gd name="connsiteY36" fmla="*/ 496215 h 1218814"/>
                <a:gd name="connsiteX37" fmla="*/ 260439 w 449736"/>
                <a:gd name="connsiteY37" fmla="*/ 503486 h 1218814"/>
                <a:gd name="connsiteX38" fmla="*/ 251714 w 449736"/>
                <a:gd name="connsiteY38" fmla="*/ 505196 h 1218814"/>
                <a:gd name="connsiteX39" fmla="*/ 245127 w 449736"/>
                <a:gd name="connsiteY39" fmla="*/ 500663 h 1218814"/>
                <a:gd name="connsiteX40" fmla="*/ 241961 w 449736"/>
                <a:gd name="connsiteY40" fmla="*/ 498268 h 1218814"/>
                <a:gd name="connsiteX41" fmla="*/ 237427 w 449736"/>
                <a:gd name="connsiteY41" fmla="*/ 495103 h 1218814"/>
                <a:gd name="connsiteX42" fmla="*/ 235034 w 449736"/>
                <a:gd name="connsiteY42" fmla="*/ 491767 h 1218814"/>
                <a:gd name="connsiteX43" fmla="*/ 240850 w 449736"/>
                <a:gd name="connsiteY43" fmla="*/ 518797 h 1218814"/>
                <a:gd name="connsiteX44" fmla="*/ 251286 w 449736"/>
                <a:gd name="connsiteY44" fmla="*/ 544202 h 1218814"/>
                <a:gd name="connsiteX45" fmla="*/ 251029 w 449736"/>
                <a:gd name="connsiteY45" fmla="*/ 563706 h 1218814"/>
                <a:gd name="connsiteX46" fmla="*/ 253424 w 449736"/>
                <a:gd name="connsiteY46" fmla="*/ 572003 h 1218814"/>
                <a:gd name="connsiteX47" fmla="*/ 272242 w 449736"/>
                <a:gd name="connsiteY47" fmla="*/ 669860 h 1218814"/>
                <a:gd name="connsiteX48" fmla="*/ 215871 w 449736"/>
                <a:gd name="connsiteY48" fmla="*/ 689876 h 1218814"/>
                <a:gd name="connsiteX49" fmla="*/ 213989 w 449736"/>
                <a:gd name="connsiteY49" fmla="*/ 690218 h 1218814"/>
                <a:gd name="connsiteX50" fmla="*/ 203896 w 449736"/>
                <a:gd name="connsiteY50" fmla="*/ 762671 h 1218814"/>
                <a:gd name="connsiteX51" fmla="*/ 199020 w 449736"/>
                <a:gd name="connsiteY51" fmla="*/ 832299 h 1218814"/>
                <a:gd name="connsiteX52" fmla="*/ 186532 w 449736"/>
                <a:gd name="connsiteY52" fmla="*/ 990291 h 1218814"/>
                <a:gd name="connsiteX53" fmla="*/ 169852 w 449736"/>
                <a:gd name="connsiteY53" fmla="*/ 1073864 h 1218814"/>
                <a:gd name="connsiteX54" fmla="*/ 185164 w 449736"/>
                <a:gd name="connsiteY54" fmla="*/ 1131603 h 1218814"/>
                <a:gd name="connsiteX55" fmla="*/ 184479 w 449736"/>
                <a:gd name="connsiteY55" fmla="*/ 1152474 h 1218814"/>
                <a:gd name="connsiteX56" fmla="*/ 195599 w 449736"/>
                <a:gd name="connsiteY56" fmla="*/ 1158719 h 1218814"/>
                <a:gd name="connsiteX57" fmla="*/ 199791 w 449736"/>
                <a:gd name="connsiteY57" fmla="*/ 1176083 h 1218814"/>
                <a:gd name="connsiteX58" fmla="*/ 201929 w 449736"/>
                <a:gd name="connsiteY58" fmla="*/ 1183696 h 1218814"/>
                <a:gd name="connsiteX59" fmla="*/ 268051 w 449736"/>
                <a:gd name="connsiteY59" fmla="*/ 1187887 h 1218814"/>
                <a:gd name="connsiteX60" fmla="*/ 279172 w 449736"/>
                <a:gd name="connsiteY60" fmla="*/ 1199692 h 1218814"/>
                <a:gd name="connsiteX61" fmla="*/ 281995 w 449736"/>
                <a:gd name="connsiteY61" fmla="*/ 1205252 h 1218814"/>
                <a:gd name="connsiteX62" fmla="*/ 246495 w 449736"/>
                <a:gd name="connsiteY62" fmla="*/ 1218511 h 1218814"/>
                <a:gd name="connsiteX63" fmla="*/ 27855 w 449736"/>
                <a:gd name="connsiteY63" fmla="*/ 1218511 h 1218814"/>
                <a:gd name="connsiteX64" fmla="*/ 33417 w 449736"/>
                <a:gd name="connsiteY64" fmla="*/ 1183696 h 1218814"/>
                <a:gd name="connsiteX65" fmla="*/ 29908 w 449736"/>
                <a:gd name="connsiteY65" fmla="*/ 1171891 h 1218814"/>
                <a:gd name="connsiteX66" fmla="*/ 22981 w 449736"/>
                <a:gd name="connsiteY66" fmla="*/ 1102263 h 1218814"/>
                <a:gd name="connsiteX67" fmla="*/ 29225 w 449736"/>
                <a:gd name="connsiteY67" fmla="*/ 942132 h 1218814"/>
                <a:gd name="connsiteX68" fmla="*/ 45220 w 449736"/>
                <a:gd name="connsiteY68" fmla="*/ 858560 h 1218814"/>
                <a:gd name="connsiteX69" fmla="*/ 53603 w 449736"/>
                <a:gd name="connsiteY69" fmla="*/ 759676 h 1218814"/>
                <a:gd name="connsiteX70" fmla="*/ 46676 w 449736"/>
                <a:gd name="connsiteY70" fmla="*/ 696292 h 1218814"/>
                <a:gd name="connsiteX71" fmla="*/ 7669 w 449736"/>
                <a:gd name="connsiteY71" fmla="*/ 690732 h 1218814"/>
                <a:gd name="connsiteX72" fmla="*/ 12546 w 449736"/>
                <a:gd name="connsiteY72" fmla="*/ 599547 h 1218814"/>
                <a:gd name="connsiteX73" fmla="*/ 16737 w 449736"/>
                <a:gd name="connsiteY73" fmla="*/ 472863 h 1218814"/>
                <a:gd name="connsiteX74" fmla="*/ 2108 w 449736"/>
                <a:gd name="connsiteY74" fmla="*/ 317608 h 1218814"/>
                <a:gd name="connsiteX75" fmla="*/ 55058 w 449736"/>
                <a:gd name="connsiteY75" fmla="*/ 202729 h 1218814"/>
                <a:gd name="connsiteX76" fmla="*/ 71053 w 449736"/>
                <a:gd name="connsiteY76" fmla="*/ 175699 h 1218814"/>
                <a:gd name="connsiteX77" fmla="*/ 77212 w 449736"/>
                <a:gd name="connsiteY77" fmla="*/ 175699 h 1218814"/>
                <a:gd name="connsiteX78" fmla="*/ 80463 w 449736"/>
                <a:gd name="connsiteY78" fmla="*/ 167914 h 1218814"/>
                <a:gd name="connsiteX79" fmla="*/ 84912 w 449736"/>
                <a:gd name="connsiteY79" fmla="*/ 165348 h 1218814"/>
                <a:gd name="connsiteX80" fmla="*/ 89617 w 449736"/>
                <a:gd name="connsiteY80" fmla="*/ 166888 h 1218814"/>
                <a:gd name="connsiteX81" fmla="*/ 91924 w 449736"/>
                <a:gd name="connsiteY81" fmla="*/ 159275 h 1218814"/>
                <a:gd name="connsiteX82" fmla="*/ 85680 w 449736"/>
                <a:gd name="connsiteY82" fmla="*/ 152004 h 1218814"/>
                <a:gd name="connsiteX83" fmla="*/ 85169 w 449736"/>
                <a:gd name="connsiteY83" fmla="*/ 124032 h 1218814"/>
                <a:gd name="connsiteX84" fmla="*/ 82859 w 449736"/>
                <a:gd name="connsiteY84" fmla="*/ 121637 h 1218814"/>
                <a:gd name="connsiteX85" fmla="*/ 80977 w 449736"/>
                <a:gd name="connsiteY85" fmla="*/ 101279 h 1218814"/>
                <a:gd name="connsiteX86" fmla="*/ 81746 w 449736"/>
                <a:gd name="connsiteY86" fmla="*/ 67320 h 1218814"/>
                <a:gd name="connsiteX87" fmla="*/ 161383 w 449736"/>
                <a:gd name="connsiteY87" fmla="*/ 0 h 1218814"/>
                <a:gd name="connsiteX88" fmla="*/ 185932 w 449736"/>
                <a:gd name="connsiteY88" fmla="*/ 7014 h 1218814"/>
                <a:gd name="connsiteX89" fmla="*/ 244442 w 449736"/>
                <a:gd name="connsiteY89" fmla="*/ 71853 h 1218814"/>
                <a:gd name="connsiteX90" fmla="*/ 243160 w 449736"/>
                <a:gd name="connsiteY90" fmla="*/ 117959 h 1218814"/>
                <a:gd name="connsiteX91" fmla="*/ 241704 w 449736"/>
                <a:gd name="connsiteY91" fmla="*/ 109405 h 1218814"/>
                <a:gd name="connsiteX92" fmla="*/ 238455 w 449736"/>
                <a:gd name="connsiteY92" fmla="*/ 117702 h 1218814"/>
                <a:gd name="connsiteX93" fmla="*/ 236830 w 449736"/>
                <a:gd name="connsiteY93" fmla="*/ 126855 h 1218814"/>
                <a:gd name="connsiteX94" fmla="*/ 232467 w 449736"/>
                <a:gd name="connsiteY94" fmla="*/ 131817 h 1218814"/>
                <a:gd name="connsiteX95" fmla="*/ 244271 w 449736"/>
                <a:gd name="connsiteY95" fmla="*/ 140713 h 1218814"/>
                <a:gd name="connsiteX96" fmla="*/ 233321 w 449736"/>
                <a:gd name="connsiteY96" fmla="*/ 157136 h 1218814"/>
                <a:gd name="connsiteX97" fmla="*/ 223656 w 449736"/>
                <a:gd name="connsiteY97" fmla="*/ 157479 h 1218814"/>
                <a:gd name="connsiteX98" fmla="*/ 221090 w 449736"/>
                <a:gd name="connsiteY98" fmla="*/ 168770 h 1218814"/>
                <a:gd name="connsiteX99" fmla="*/ 212707 w 449736"/>
                <a:gd name="connsiteY99" fmla="*/ 173047 h 1218814"/>
                <a:gd name="connsiteX100" fmla="*/ 206206 w 449736"/>
                <a:gd name="connsiteY100" fmla="*/ 180916 h 1218814"/>
                <a:gd name="connsiteX101" fmla="*/ 204410 w 449736"/>
                <a:gd name="connsiteY101" fmla="*/ 184851 h 1218814"/>
                <a:gd name="connsiteX102" fmla="*/ 200987 w 449736"/>
                <a:gd name="connsiteY102" fmla="*/ 185365 h 1218814"/>
                <a:gd name="connsiteX103" fmla="*/ 201244 w 449736"/>
                <a:gd name="connsiteY103" fmla="*/ 189556 h 1218814"/>
                <a:gd name="connsiteX104" fmla="*/ 196541 w 449736"/>
                <a:gd name="connsiteY104" fmla="*/ 191609 h 1218814"/>
                <a:gd name="connsiteX105" fmla="*/ 193118 w 449736"/>
                <a:gd name="connsiteY105" fmla="*/ 199991 h 1218814"/>
                <a:gd name="connsiteX106" fmla="*/ 186617 w 449736"/>
                <a:gd name="connsiteY106" fmla="*/ 207519 h 1218814"/>
                <a:gd name="connsiteX107" fmla="*/ 160016 w 449736"/>
                <a:gd name="connsiteY107" fmla="*/ 210428 h 1218814"/>
                <a:gd name="connsiteX108" fmla="*/ 158389 w 449736"/>
                <a:gd name="connsiteY108" fmla="*/ 217698 h 1218814"/>
                <a:gd name="connsiteX109" fmla="*/ 163094 w 449736"/>
                <a:gd name="connsiteY109" fmla="*/ 229930 h 1218814"/>
                <a:gd name="connsiteX110" fmla="*/ 168313 w 449736"/>
                <a:gd name="connsiteY110" fmla="*/ 235661 h 1218814"/>
                <a:gd name="connsiteX111" fmla="*/ 167885 w 449736"/>
                <a:gd name="connsiteY111" fmla="*/ 237629 h 1218814"/>
                <a:gd name="connsiteX112" fmla="*/ 173529 w 449736"/>
                <a:gd name="connsiteY112" fmla="*/ 248920 h 1218814"/>
                <a:gd name="connsiteX113" fmla="*/ 178748 w 449736"/>
                <a:gd name="connsiteY113" fmla="*/ 259014 h 1218814"/>
                <a:gd name="connsiteX114" fmla="*/ 178748 w 449736"/>
                <a:gd name="connsiteY114" fmla="*/ 259014 h 1218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</a:cxnLst>
              <a:rect l="l" t="t" r="r" b="b"/>
              <a:pathLst>
                <a:path w="449736" h="1218814">
                  <a:moveTo>
                    <a:pt x="163522" y="273726"/>
                  </a:moveTo>
                  <a:cubicBezTo>
                    <a:pt x="163351" y="270305"/>
                    <a:pt x="160698" y="263804"/>
                    <a:pt x="158902" y="259783"/>
                  </a:cubicBezTo>
                  <a:cubicBezTo>
                    <a:pt x="159502" y="264317"/>
                    <a:pt x="162240" y="274924"/>
                    <a:pt x="164121" y="281938"/>
                  </a:cubicBezTo>
                  <a:cubicBezTo>
                    <a:pt x="165489" y="284847"/>
                    <a:pt x="167028" y="288183"/>
                    <a:pt x="168741" y="291946"/>
                  </a:cubicBezTo>
                  <a:cubicBezTo>
                    <a:pt x="166089" y="284932"/>
                    <a:pt x="163693" y="277833"/>
                    <a:pt x="163522" y="273726"/>
                  </a:cubicBezTo>
                  <a:lnTo>
                    <a:pt x="163522" y="273726"/>
                  </a:lnTo>
                  <a:close/>
                  <a:moveTo>
                    <a:pt x="178491" y="259442"/>
                  </a:moveTo>
                  <a:cubicBezTo>
                    <a:pt x="178834" y="263633"/>
                    <a:pt x="182340" y="273385"/>
                    <a:pt x="182340" y="282110"/>
                  </a:cubicBezTo>
                  <a:cubicBezTo>
                    <a:pt x="182340" y="290834"/>
                    <a:pt x="186532" y="309653"/>
                    <a:pt x="187559" y="317266"/>
                  </a:cubicBezTo>
                  <a:cubicBezTo>
                    <a:pt x="188584" y="324965"/>
                    <a:pt x="195171" y="340276"/>
                    <a:pt x="195942" y="345836"/>
                  </a:cubicBezTo>
                  <a:cubicBezTo>
                    <a:pt x="196541" y="350626"/>
                    <a:pt x="198680" y="357128"/>
                    <a:pt x="199277" y="358924"/>
                  </a:cubicBezTo>
                  <a:cubicBezTo>
                    <a:pt x="206549" y="375262"/>
                    <a:pt x="212536" y="389290"/>
                    <a:pt x="214846" y="395877"/>
                  </a:cubicBezTo>
                  <a:lnTo>
                    <a:pt x="217241" y="402121"/>
                  </a:lnTo>
                  <a:cubicBezTo>
                    <a:pt x="217241" y="402121"/>
                    <a:pt x="229216" y="402378"/>
                    <a:pt x="231097" y="401608"/>
                  </a:cubicBezTo>
                  <a:cubicBezTo>
                    <a:pt x="232895" y="400839"/>
                    <a:pt x="237342" y="401352"/>
                    <a:pt x="238968" y="401865"/>
                  </a:cubicBezTo>
                  <a:cubicBezTo>
                    <a:pt x="240508" y="402378"/>
                    <a:pt x="246495" y="400325"/>
                    <a:pt x="247608" y="399555"/>
                  </a:cubicBezTo>
                  <a:cubicBezTo>
                    <a:pt x="248633" y="398785"/>
                    <a:pt x="271643" y="387494"/>
                    <a:pt x="273696" y="387066"/>
                  </a:cubicBezTo>
                  <a:cubicBezTo>
                    <a:pt x="273696" y="387066"/>
                    <a:pt x="274723" y="378256"/>
                    <a:pt x="277204" y="373380"/>
                  </a:cubicBezTo>
                  <a:cubicBezTo>
                    <a:pt x="279685" y="368504"/>
                    <a:pt x="282764" y="359779"/>
                    <a:pt x="284474" y="356358"/>
                  </a:cubicBezTo>
                  <a:cubicBezTo>
                    <a:pt x="286186" y="352851"/>
                    <a:pt x="290718" y="347633"/>
                    <a:pt x="296622" y="351482"/>
                  </a:cubicBezTo>
                  <a:cubicBezTo>
                    <a:pt x="298932" y="352936"/>
                    <a:pt x="300556" y="354989"/>
                    <a:pt x="301496" y="357128"/>
                  </a:cubicBezTo>
                  <a:cubicBezTo>
                    <a:pt x="304063" y="350798"/>
                    <a:pt x="319032" y="314272"/>
                    <a:pt x="320573" y="311450"/>
                  </a:cubicBezTo>
                  <a:cubicBezTo>
                    <a:pt x="322284" y="308285"/>
                    <a:pt x="326818" y="307942"/>
                    <a:pt x="326818" y="307942"/>
                  </a:cubicBezTo>
                  <a:cubicBezTo>
                    <a:pt x="326818" y="307942"/>
                    <a:pt x="447684" y="336256"/>
                    <a:pt x="449394" y="337881"/>
                  </a:cubicBezTo>
                  <a:lnTo>
                    <a:pt x="449737" y="341389"/>
                  </a:lnTo>
                  <a:cubicBezTo>
                    <a:pt x="449737" y="341389"/>
                    <a:pt x="400980" y="456268"/>
                    <a:pt x="399269" y="458663"/>
                  </a:cubicBezTo>
                  <a:cubicBezTo>
                    <a:pt x="397559" y="461144"/>
                    <a:pt x="392340" y="460374"/>
                    <a:pt x="392340" y="460374"/>
                  </a:cubicBezTo>
                  <a:lnTo>
                    <a:pt x="298760" y="438818"/>
                  </a:lnTo>
                  <a:lnTo>
                    <a:pt x="298247" y="438818"/>
                  </a:lnTo>
                  <a:cubicBezTo>
                    <a:pt x="298760" y="441042"/>
                    <a:pt x="302267" y="455584"/>
                    <a:pt x="301070" y="461657"/>
                  </a:cubicBezTo>
                  <a:cubicBezTo>
                    <a:pt x="301070" y="461657"/>
                    <a:pt x="300813" y="463453"/>
                    <a:pt x="299786" y="464736"/>
                  </a:cubicBezTo>
                  <a:cubicBezTo>
                    <a:pt x="298760" y="466020"/>
                    <a:pt x="298504" y="467388"/>
                    <a:pt x="298504" y="467388"/>
                  </a:cubicBezTo>
                  <a:lnTo>
                    <a:pt x="266683" y="471494"/>
                  </a:lnTo>
                  <a:cubicBezTo>
                    <a:pt x="270018" y="471665"/>
                    <a:pt x="271900" y="474659"/>
                    <a:pt x="271217" y="477396"/>
                  </a:cubicBezTo>
                  <a:cubicBezTo>
                    <a:pt x="270532" y="480219"/>
                    <a:pt x="268736" y="481587"/>
                    <a:pt x="269505" y="484753"/>
                  </a:cubicBezTo>
                  <a:cubicBezTo>
                    <a:pt x="270190" y="487832"/>
                    <a:pt x="271217" y="489286"/>
                    <a:pt x="270190" y="490997"/>
                  </a:cubicBezTo>
                  <a:cubicBezTo>
                    <a:pt x="269164" y="492708"/>
                    <a:pt x="269847" y="493392"/>
                    <a:pt x="268822" y="496215"/>
                  </a:cubicBezTo>
                  <a:cubicBezTo>
                    <a:pt x="267794" y="498952"/>
                    <a:pt x="262918" y="501091"/>
                    <a:pt x="260439" y="503486"/>
                  </a:cubicBezTo>
                  <a:cubicBezTo>
                    <a:pt x="258044" y="505881"/>
                    <a:pt x="254535" y="505881"/>
                    <a:pt x="251714" y="505196"/>
                  </a:cubicBezTo>
                  <a:cubicBezTo>
                    <a:pt x="248976" y="504512"/>
                    <a:pt x="245810" y="502031"/>
                    <a:pt x="245127" y="500663"/>
                  </a:cubicBezTo>
                  <a:cubicBezTo>
                    <a:pt x="244442" y="499294"/>
                    <a:pt x="244785" y="498268"/>
                    <a:pt x="241961" y="498268"/>
                  </a:cubicBezTo>
                  <a:cubicBezTo>
                    <a:pt x="239140" y="498268"/>
                    <a:pt x="238455" y="496899"/>
                    <a:pt x="237427" y="495103"/>
                  </a:cubicBezTo>
                  <a:cubicBezTo>
                    <a:pt x="236402" y="493392"/>
                    <a:pt x="235717" y="493050"/>
                    <a:pt x="235034" y="491767"/>
                  </a:cubicBezTo>
                  <a:cubicBezTo>
                    <a:pt x="236659" y="500749"/>
                    <a:pt x="239054" y="513152"/>
                    <a:pt x="240850" y="518797"/>
                  </a:cubicBezTo>
                  <a:cubicBezTo>
                    <a:pt x="244014" y="528207"/>
                    <a:pt x="251286" y="538985"/>
                    <a:pt x="251286" y="544202"/>
                  </a:cubicBezTo>
                  <a:cubicBezTo>
                    <a:pt x="251286" y="547367"/>
                    <a:pt x="251200" y="556863"/>
                    <a:pt x="251029" y="563706"/>
                  </a:cubicBezTo>
                  <a:cubicBezTo>
                    <a:pt x="251971" y="566956"/>
                    <a:pt x="252825" y="569779"/>
                    <a:pt x="253424" y="572003"/>
                  </a:cubicBezTo>
                  <a:cubicBezTo>
                    <a:pt x="258898" y="591592"/>
                    <a:pt x="270618" y="645054"/>
                    <a:pt x="272242" y="669860"/>
                  </a:cubicBezTo>
                  <a:cubicBezTo>
                    <a:pt x="272242" y="669860"/>
                    <a:pt x="247351" y="683889"/>
                    <a:pt x="215871" y="689876"/>
                  </a:cubicBezTo>
                  <a:lnTo>
                    <a:pt x="213989" y="690218"/>
                  </a:lnTo>
                  <a:cubicBezTo>
                    <a:pt x="213989" y="690218"/>
                    <a:pt x="208773" y="739746"/>
                    <a:pt x="203896" y="762671"/>
                  </a:cubicBezTo>
                  <a:cubicBezTo>
                    <a:pt x="203896" y="762671"/>
                    <a:pt x="199020" y="791241"/>
                    <a:pt x="199020" y="832299"/>
                  </a:cubicBezTo>
                  <a:cubicBezTo>
                    <a:pt x="199020" y="873359"/>
                    <a:pt x="192776" y="949232"/>
                    <a:pt x="186532" y="990291"/>
                  </a:cubicBezTo>
                  <a:cubicBezTo>
                    <a:pt x="180287" y="1031350"/>
                    <a:pt x="169852" y="1064112"/>
                    <a:pt x="169852" y="1073864"/>
                  </a:cubicBezTo>
                  <a:cubicBezTo>
                    <a:pt x="169852" y="1083615"/>
                    <a:pt x="180972" y="1118429"/>
                    <a:pt x="185164" y="1131603"/>
                  </a:cubicBezTo>
                  <a:cubicBezTo>
                    <a:pt x="189355" y="1144861"/>
                    <a:pt x="184479" y="1152474"/>
                    <a:pt x="184479" y="1152474"/>
                  </a:cubicBezTo>
                  <a:cubicBezTo>
                    <a:pt x="184479" y="1152474"/>
                    <a:pt x="194914" y="1156666"/>
                    <a:pt x="195599" y="1158719"/>
                  </a:cubicBezTo>
                  <a:cubicBezTo>
                    <a:pt x="196284" y="1160771"/>
                    <a:pt x="201159" y="1171977"/>
                    <a:pt x="199791" y="1176083"/>
                  </a:cubicBezTo>
                  <a:cubicBezTo>
                    <a:pt x="198423" y="1180275"/>
                    <a:pt x="199106" y="1183696"/>
                    <a:pt x="201929" y="1183696"/>
                  </a:cubicBezTo>
                  <a:cubicBezTo>
                    <a:pt x="204753" y="1183696"/>
                    <a:pt x="252739" y="1194132"/>
                    <a:pt x="268051" y="1187887"/>
                  </a:cubicBezTo>
                  <a:cubicBezTo>
                    <a:pt x="268051" y="1187887"/>
                    <a:pt x="279857" y="1190625"/>
                    <a:pt x="279172" y="1199692"/>
                  </a:cubicBezTo>
                  <a:cubicBezTo>
                    <a:pt x="279172" y="1199692"/>
                    <a:pt x="285416" y="1203199"/>
                    <a:pt x="281995" y="1205252"/>
                  </a:cubicBezTo>
                  <a:cubicBezTo>
                    <a:pt x="278487" y="1207305"/>
                    <a:pt x="256248" y="1217826"/>
                    <a:pt x="246495" y="1218511"/>
                  </a:cubicBezTo>
                  <a:cubicBezTo>
                    <a:pt x="236744" y="1219195"/>
                    <a:pt x="27855" y="1218511"/>
                    <a:pt x="27855" y="1218511"/>
                  </a:cubicBezTo>
                  <a:cubicBezTo>
                    <a:pt x="27855" y="1218511"/>
                    <a:pt x="32047" y="1192763"/>
                    <a:pt x="33417" y="1183696"/>
                  </a:cubicBezTo>
                  <a:cubicBezTo>
                    <a:pt x="33417" y="1183696"/>
                    <a:pt x="31364" y="1180189"/>
                    <a:pt x="29908" y="1171891"/>
                  </a:cubicBezTo>
                  <a:cubicBezTo>
                    <a:pt x="28540" y="1163509"/>
                    <a:pt x="24349" y="1116890"/>
                    <a:pt x="22981" y="1102263"/>
                  </a:cubicBezTo>
                  <a:cubicBezTo>
                    <a:pt x="21611" y="1087635"/>
                    <a:pt x="27172" y="964372"/>
                    <a:pt x="29225" y="942132"/>
                  </a:cubicBezTo>
                  <a:cubicBezTo>
                    <a:pt x="31278" y="919892"/>
                    <a:pt x="42484" y="877379"/>
                    <a:pt x="45220" y="858560"/>
                  </a:cubicBezTo>
                  <a:cubicBezTo>
                    <a:pt x="48044" y="839742"/>
                    <a:pt x="57026" y="775758"/>
                    <a:pt x="53603" y="759676"/>
                  </a:cubicBezTo>
                  <a:cubicBezTo>
                    <a:pt x="50096" y="743681"/>
                    <a:pt x="46676" y="696292"/>
                    <a:pt x="46676" y="696292"/>
                  </a:cubicBezTo>
                  <a:cubicBezTo>
                    <a:pt x="46676" y="696292"/>
                    <a:pt x="13228" y="694923"/>
                    <a:pt x="7669" y="690732"/>
                  </a:cubicBezTo>
                  <a:cubicBezTo>
                    <a:pt x="2108" y="686540"/>
                    <a:pt x="15281" y="621787"/>
                    <a:pt x="12546" y="599547"/>
                  </a:cubicBezTo>
                  <a:cubicBezTo>
                    <a:pt x="9808" y="577306"/>
                    <a:pt x="21611" y="505539"/>
                    <a:pt x="16737" y="472863"/>
                  </a:cubicBezTo>
                  <a:cubicBezTo>
                    <a:pt x="11861" y="440101"/>
                    <a:pt x="6299" y="335743"/>
                    <a:pt x="2108" y="317608"/>
                  </a:cubicBezTo>
                  <a:cubicBezTo>
                    <a:pt x="-2083" y="299474"/>
                    <a:pt x="-6189" y="239596"/>
                    <a:pt x="55058" y="202729"/>
                  </a:cubicBezTo>
                  <a:lnTo>
                    <a:pt x="71053" y="175699"/>
                  </a:lnTo>
                  <a:cubicBezTo>
                    <a:pt x="72166" y="175270"/>
                    <a:pt x="74390" y="175185"/>
                    <a:pt x="77212" y="175699"/>
                  </a:cubicBezTo>
                  <a:cubicBezTo>
                    <a:pt x="78154" y="174415"/>
                    <a:pt x="80463" y="170823"/>
                    <a:pt x="80463" y="167914"/>
                  </a:cubicBezTo>
                  <a:cubicBezTo>
                    <a:pt x="80463" y="164236"/>
                    <a:pt x="84912" y="165348"/>
                    <a:pt x="84912" y="165348"/>
                  </a:cubicBezTo>
                  <a:lnTo>
                    <a:pt x="89617" y="166888"/>
                  </a:lnTo>
                  <a:cubicBezTo>
                    <a:pt x="90642" y="165947"/>
                    <a:pt x="93977" y="162439"/>
                    <a:pt x="91924" y="159275"/>
                  </a:cubicBezTo>
                  <a:cubicBezTo>
                    <a:pt x="89531" y="155596"/>
                    <a:pt x="86451" y="155596"/>
                    <a:pt x="85680" y="152004"/>
                  </a:cubicBezTo>
                  <a:cubicBezTo>
                    <a:pt x="84912" y="148326"/>
                    <a:pt x="85680" y="132416"/>
                    <a:pt x="85169" y="124032"/>
                  </a:cubicBezTo>
                  <a:cubicBezTo>
                    <a:pt x="85169" y="124032"/>
                    <a:pt x="83627" y="125059"/>
                    <a:pt x="82859" y="121637"/>
                  </a:cubicBezTo>
                  <a:cubicBezTo>
                    <a:pt x="82088" y="118216"/>
                    <a:pt x="81831" y="107010"/>
                    <a:pt x="80977" y="101279"/>
                  </a:cubicBezTo>
                  <a:cubicBezTo>
                    <a:pt x="80207" y="95548"/>
                    <a:pt x="80463" y="75703"/>
                    <a:pt x="81746" y="67320"/>
                  </a:cubicBezTo>
                  <a:cubicBezTo>
                    <a:pt x="83030" y="58937"/>
                    <a:pt x="97143" y="257"/>
                    <a:pt x="161383" y="0"/>
                  </a:cubicBezTo>
                  <a:cubicBezTo>
                    <a:pt x="176781" y="1797"/>
                    <a:pt x="185932" y="7014"/>
                    <a:pt x="185932" y="7014"/>
                  </a:cubicBezTo>
                  <a:cubicBezTo>
                    <a:pt x="201244" y="9153"/>
                    <a:pt x="236744" y="43283"/>
                    <a:pt x="244442" y="71853"/>
                  </a:cubicBezTo>
                  <a:cubicBezTo>
                    <a:pt x="252142" y="100338"/>
                    <a:pt x="245213" y="113084"/>
                    <a:pt x="243160" y="117959"/>
                  </a:cubicBezTo>
                  <a:cubicBezTo>
                    <a:pt x="241107" y="122835"/>
                    <a:pt x="245127" y="109405"/>
                    <a:pt x="241704" y="109405"/>
                  </a:cubicBezTo>
                  <a:cubicBezTo>
                    <a:pt x="238283" y="109405"/>
                    <a:pt x="239225" y="114196"/>
                    <a:pt x="238455" y="117702"/>
                  </a:cubicBezTo>
                  <a:cubicBezTo>
                    <a:pt x="237770" y="121210"/>
                    <a:pt x="240251" y="121979"/>
                    <a:pt x="236830" y="126855"/>
                  </a:cubicBezTo>
                  <a:cubicBezTo>
                    <a:pt x="233321" y="131731"/>
                    <a:pt x="232467" y="131817"/>
                    <a:pt x="232467" y="131817"/>
                  </a:cubicBezTo>
                  <a:lnTo>
                    <a:pt x="244271" y="140713"/>
                  </a:lnTo>
                  <a:cubicBezTo>
                    <a:pt x="244271" y="140713"/>
                    <a:pt x="236744" y="156452"/>
                    <a:pt x="233321" y="157136"/>
                  </a:cubicBezTo>
                  <a:cubicBezTo>
                    <a:pt x="228362" y="158162"/>
                    <a:pt x="223656" y="157479"/>
                    <a:pt x="223656" y="157479"/>
                  </a:cubicBezTo>
                  <a:cubicBezTo>
                    <a:pt x="223656" y="157479"/>
                    <a:pt x="221090" y="166033"/>
                    <a:pt x="221090" y="168770"/>
                  </a:cubicBezTo>
                  <a:cubicBezTo>
                    <a:pt x="221090" y="171507"/>
                    <a:pt x="215445" y="172362"/>
                    <a:pt x="212707" y="173047"/>
                  </a:cubicBezTo>
                  <a:cubicBezTo>
                    <a:pt x="212707" y="173047"/>
                    <a:pt x="207745" y="179291"/>
                    <a:pt x="206206" y="180916"/>
                  </a:cubicBezTo>
                  <a:cubicBezTo>
                    <a:pt x="204667" y="182456"/>
                    <a:pt x="205435" y="183482"/>
                    <a:pt x="204410" y="184851"/>
                  </a:cubicBezTo>
                  <a:cubicBezTo>
                    <a:pt x="203383" y="186134"/>
                    <a:pt x="201758" y="185365"/>
                    <a:pt x="200987" y="185365"/>
                  </a:cubicBezTo>
                  <a:cubicBezTo>
                    <a:pt x="200219" y="185365"/>
                    <a:pt x="203040" y="188529"/>
                    <a:pt x="201244" y="189556"/>
                  </a:cubicBezTo>
                  <a:cubicBezTo>
                    <a:pt x="199448" y="190582"/>
                    <a:pt x="197310" y="190325"/>
                    <a:pt x="196541" y="191609"/>
                  </a:cubicBezTo>
                  <a:cubicBezTo>
                    <a:pt x="195771" y="192892"/>
                    <a:pt x="194146" y="195544"/>
                    <a:pt x="193118" y="199991"/>
                  </a:cubicBezTo>
                  <a:cubicBezTo>
                    <a:pt x="192093" y="204440"/>
                    <a:pt x="189184" y="206493"/>
                    <a:pt x="186617" y="207519"/>
                  </a:cubicBezTo>
                  <a:cubicBezTo>
                    <a:pt x="183965" y="208545"/>
                    <a:pt x="163608" y="208289"/>
                    <a:pt x="160016" y="210428"/>
                  </a:cubicBezTo>
                  <a:cubicBezTo>
                    <a:pt x="156336" y="212480"/>
                    <a:pt x="158389" y="215645"/>
                    <a:pt x="158389" y="217698"/>
                  </a:cubicBezTo>
                  <a:cubicBezTo>
                    <a:pt x="158389" y="219751"/>
                    <a:pt x="163094" y="228904"/>
                    <a:pt x="163094" y="229930"/>
                  </a:cubicBezTo>
                  <a:cubicBezTo>
                    <a:pt x="163094" y="229930"/>
                    <a:pt x="167799" y="234378"/>
                    <a:pt x="168313" y="235661"/>
                  </a:cubicBezTo>
                  <a:lnTo>
                    <a:pt x="167885" y="237629"/>
                  </a:lnTo>
                  <a:cubicBezTo>
                    <a:pt x="168910" y="239511"/>
                    <a:pt x="172333" y="246269"/>
                    <a:pt x="173529" y="248920"/>
                  </a:cubicBezTo>
                  <a:cubicBezTo>
                    <a:pt x="174899" y="252085"/>
                    <a:pt x="178406" y="254823"/>
                    <a:pt x="178748" y="259014"/>
                  </a:cubicBezTo>
                  <a:lnTo>
                    <a:pt x="178748" y="259014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F496EA98-348E-9F15-2263-AC6B5AC64050}"/>
                </a:ext>
              </a:extLst>
            </p:cNvPr>
            <p:cNvSpPr/>
            <p:nvPr/>
          </p:nvSpPr>
          <p:spPr>
            <a:xfrm>
              <a:off x="10217789" y="5654961"/>
              <a:ext cx="381188" cy="1241863"/>
            </a:xfrm>
            <a:custGeom>
              <a:avLst/>
              <a:gdLst>
                <a:gd name="connsiteX0" fmla="*/ 366774 w 381188"/>
                <a:gd name="connsiteY0" fmla="*/ 1211240 h 1241863"/>
                <a:gd name="connsiteX1" fmla="*/ 380376 w 381188"/>
                <a:gd name="connsiteY1" fmla="*/ 1216715 h 1241863"/>
                <a:gd name="connsiteX2" fmla="*/ 380376 w 381188"/>
                <a:gd name="connsiteY2" fmla="*/ 1235277 h 1241863"/>
                <a:gd name="connsiteX3" fmla="*/ 348213 w 381188"/>
                <a:gd name="connsiteY3" fmla="*/ 1240837 h 1241863"/>
                <a:gd name="connsiteX4" fmla="*/ 274648 w 381188"/>
                <a:gd name="connsiteY4" fmla="*/ 1236987 h 1241863"/>
                <a:gd name="connsiteX5" fmla="*/ 273963 w 381188"/>
                <a:gd name="connsiteY5" fmla="*/ 1236816 h 1241863"/>
                <a:gd name="connsiteX6" fmla="*/ 265069 w 381188"/>
                <a:gd name="connsiteY6" fmla="*/ 1230315 h 1241863"/>
                <a:gd name="connsiteX7" fmla="*/ 258653 w 381188"/>
                <a:gd name="connsiteY7" fmla="*/ 1217313 h 1241863"/>
                <a:gd name="connsiteX8" fmla="*/ 257369 w 381188"/>
                <a:gd name="connsiteY8" fmla="*/ 1212951 h 1241863"/>
                <a:gd name="connsiteX9" fmla="*/ 257369 w 381188"/>
                <a:gd name="connsiteY9" fmla="*/ 1212010 h 1241863"/>
                <a:gd name="connsiteX10" fmla="*/ 257540 w 381188"/>
                <a:gd name="connsiteY10" fmla="*/ 1210983 h 1241863"/>
                <a:gd name="connsiteX11" fmla="*/ 260620 w 381188"/>
                <a:gd name="connsiteY11" fmla="*/ 1205166 h 1241863"/>
                <a:gd name="connsiteX12" fmla="*/ 268832 w 381188"/>
                <a:gd name="connsiteY12" fmla="*/ 1192849 h 1241863"/>
                <a:gd name="connsiteX13" fmla="*/ 268832 w 381188"/>
                <a:gd name="connsiteY13" fmla="*/ 1188914 h 1241863"/>
                <a:gd name="connsiteX14" fmla="*/ 253777 w 381188"/>
                <a:gd name="connsiteY14" fmla="*/ 1184209 h 1241863"/>
                <a:gd name="connsiteX15" fmla="*/ 248901 w 381188"/>
                <a:gd name="connsiteY15" fmla="*/ 1178222 h 1241863"/>
                <a:gd name="connsiteX16" fmla="*/ 251296 w 381188"/>
                <a:gd name="connsiteY16" fmla="*/ 1143493 h 1241863"/>
                <a:gd name="connsiteX17" fmla="*/ 240860 w 381188"/>
                <a:gd name="connsiteY17" fmla="*/ 974980 h 1241863"/>
                <a:gd name="connsiteX18" fmla="*/ 222299 w 381188"/>
                <a:gd name="connsiteY18" fmla="*/ 707498 h 1241863"/>
                <a:gd name="connsiteX19" fmla="*/ 219390 w 381188"/>
                <a:gd name="connsiteY19" fmla="*/ 698345 h 1241863"/>
                <a:gd name="connsiteX20" fmla="*/ 218448 w 381188"/>
                <a:gd name="connsiteY20" fmla="*/ 698602 h 1241863"/>
                <a:gd name="connsiteX21" fmla="*/ 211350 w 381188"/>
                <a:gd name="connsiteY21" fmla="*/ 731449 h 1241863"/>
                <a:gd name="connsiteX22" fmla="*/ 207756 w 381188"/>
                <a:gd name="connsiteY22" fmla="*/ 780634 h 1241863"/>
                <a:gd name="connsiteX23" fmla="*/ 207501 w 381188"/>
                <a:gd name="connsiteY23" fmla="*/ 845900 h 1241863"/>
                <a:gd name="connsiteX24" fmla="*/ 207244 w 381188"/>
                <a:gd name="connsiteY24" fmla="*/ 848552 h 1241863"/>
                <a:gd name="connsiteX25" fmla="*/ 203224 w 381188"/>
                <a:gd name="connsiteY25" fmla="*/ 944870 h 1241863"/>
                <a:gd name="connsiteX26" fmla="*/ 202967 w 381188"/>
                <a:gd name="connsiteY26" fmla="*/ 957958 h 1241863"/>
                <a:gd name="connsiteX27" fmla="*/ 201000 w 381188"/>
                <a:gd name="connsiteY27" fmla="*/ 1058894 h 1241863"/>
                <a:gd name="connsiteX28" fmla="*/ 196551 w 381188"/>
                <a:gd name="connsiteY28" fmla="*/ 1149138 h 1241863"/>
                <a:gd name="connsiteX29" fmla="*/ 202967 w 381188"/>
                <a:gd name="connsiteY29" fmla="*/ 1160173 h 1241863"/>
                <a:gd name="connsiteX30" fmla="*/ 203821 w 381188"/>
                <a:gd name="connsiteY30" fmla="*/ 1160943 h 1241863"/>
                <a:gd name="connsiteX31" fmla="*/ 208869 w 381188"/>
                <a:gd name="connsiteY31" fmla="*/ 1165048 h 1241863"/>
                <a:gd name="connsiteX32" fmla="*/ 214428 w 381188"/>
                <a:gd name="connsiteY32" fmla="*/ 1170780 h 1241863"/>
                <a:gd name="connsiteX33" fmla="*/ 216909 w 381188"/>
                <a:gd name="connsiteY33" fmla="*/ 1176254 h 1241863"/>
                <a:gd name="connsiteX34" fmla="*/ 216738 w 381188"/>
                <a:gd name="connsiteY34" fmla="*/ 1177281 h 1241863"/>
                <a:gd name="connsiteX35" fmla="*/ 215027 w 381188"/>
                <a:gd name="connsiteY35" fmla="*/ 1185236 h 1241863"/>
                <a:gd name="connsiteX36" fmla="*/ 211947 w 381188"/>
                <a:gd name="connsiteY36" fmla="*/ 1190796 h 1241863"/>
                <a:gd name="connsiteX37" fmla="*/ 204249 w 381188"/>
                <a:gd name="connsiteY37" fmla="*/ 1198495 h 1241863"/>
                <a:gd name="connsiteX38" fmla="*/ 202453 w 381188"/>
                <a:gd name="connsiteY38" fmla="*/ 1206792 h 1241863"/>
                <a:gd name="connsiteX39" fmla="*/ 204934 w 381188"/>
                <a:gd name="connsiteY39" fmla="*/ 1222018 h 1241863"/>
                <a:gd name="connsiteX40" fmla="*/ 206901 w 381188"/>
                <a:gd name="connsiteY40" fmla="*/ 1233823 h 1241863"/>
                <a:gd name="connsiteX41" fmla="*/ 183378 w 381188"/>
                <a:gd name="connsiteY41" fmla="*/ 1238356 h 1241863"/>
                <a:gd name="connsiteX42" fmla="*/ 125125 w 381188"/>
                <a:gd name="connsiteY42" fmla="*/ 1241863 h 1241863"/>
                <a:gd name="connsiteX43" fmla="*/ 72005 w 381188"/>
                <a:gd name="connsiteY43" fmla="*/ 1235875 h 1241863"/>
                <a:gd name="connsiteX44" fmla="*/ 69524 w 381188"/>
                <a:gd name="connsiteY44" fmla="*/ 1229374 h 1241863"/>
                <a:gd name="connsiteX45" fmla="*/ 76111 w 381188"/>
                <a:gd name="connsiteY45" fmla="*/ 1217313 h 1241863"/>
                <a:gd name="connsiteX46" fmla="*/ 85607 w 381188"/>
                <a:gd name="connsiteY46" fmla="*/ 1213806 h 1241863"/>
                <a:gd name="connsiteX47" fmla="*/ 114176 w 381188"/>
                <a:gd name="connsiteY47" fmla="*/ 1194303 h 1241863"/>
                <a:gd name="connsiteX48" fmla="*/ 109130 w 381188"/>
                <a:gd name="connsiteY48" fmla="*/ 1171208 h 1241863"/>
                <a:gd name="connsiteX49" fmla="*/ 129916 w 381188"/>
                <a:gd name="connsiteY49" fmla="*/ 1150849 h 1241863"/>
                <a:gd name="connsiteX50" fmla="*/ 121276 w 381188"/>
                <a:gd name="connsiteY50" fmla="*/ 1126812 h 1241863"/>
                <a:gd name="connsiteX51" fmla="*/ 120677 w 381188"/>
                <a:gd name="connsiteY51" fmla="*/ 1065481 h 1241863"/>
                <a:gd name="connsiteX52" fmla="*/ 113150 w 381188"/>
                <a:gd name="connsiteY52" fmla="*/ 945640 h 1241863"/>
                <a:gd name="connsiteX53" fmla="*/ 98693 w 381188"/>
                <a:gd name="connsiteY53" fmla="*/ 836320 h 1241863"/>
                <a:gd name="connsiteX54" fmla="*/ 74058 w 381188"/>
                <a:gd name="connsiteY54" fmla="*/ 670801 h 1241863"/>
                <a:gd name="connsiteX55" fmla="*/ 58061 w 381188"/>
                <a:gd name="connsiteY55" fmla="*/ 667807 h 1241863"/>
                <a:gd name="connsiteX56" fmla="*/ 76625 w 381188"/>
                <a:gd name="connsiteY56" fmla="*/ 516317 h 1241863"/>
                <a:gd name="connsiteX57" fmla="*/ 77222 w 381188"/>
                <a:gd name="connsiteY57" fmla="*/ 485266 h 1241863"/>
                <a:gd name="connsiteX58" fmla="*/ 62595 w 381188"/>
                <a:gd name="connsiteY58" fmla="*/ 485266 h 1241863"/>
                <a:gd name="connsiteX59" fmla="*/ 31545 w 381188"/>
                <a:gd name="connsiteY59" fmla="*/ 480732 h 1241863"/>
                <a:gd name="connsiteX60" fmla="*/ 16490 w 381188"/>
                <a:gd name="connsiteY60" fmla="*/ 463197 h 1241863"/>
                <a:gd name="connsiteX61" fmla="*/ 1007 w 381188"/>
                <a:gd name="connsiteY61" fmla="*/ 418545 h 1241863"/>
                <a:gd name="connsiteX62" fmla="*/ 5455 w 381188"/>
                <a:gd name="connsiteY62" fmla="*/ 382961 h 1241863"/>
                <a:gd name="connsiteX63" fmla="*/ 19569 w 381188"/>
                <a:gd name="connsiteY63" fmla="*/ 331295 h 1241863"/>
                <a:gd name="connsiteX64" fmla="*/ 28636 w 381188"/>
                <a:gd name="connsiteY64" fmla="*/ 306232 h 1241863"/>
                <a:gd name="connsiteX65" fmla="*/ 29578 w 381188"/>
                <a:gd name="connsiteY65" fmla="*/ 286130 h 1241863"/>
                <a:gd name="connsiteX66" fmla="*/ 34624 w 381188"/>
                <a:gd name="connsiteY66" fmla="*/ 272615 h 1241863"/>
                <a:gd name="connsiteX67" fmla="*/ 39671 w 381188"/>
                <a:gd name="connsiteY67" fmla="*/ 257560 h 1241863"/>
                <a:gd name="connsiteX68" fmla="*/ 49167 w 381188"/>
                <a:gd name="connsiteY68" fmla="*/ 241478 h 1241863"/>
                <a:gd name="connsiteX69" fmla="*/ 61741 w 381188"/>
                <a:gd name="connsiteY69" fmla="*/ 236004 h 1241863"/>
                <a:gd name="connsiteX70" fmla="*/ 134450 w 381188"/>
                <a:gd name="connsiteY70" fmla="*/ 198879 h 1241863"/>
                <a:gd name="connsiteX71" fmla="*/ 137528 w 381188"/>
                <a:gd name="connsiteY71" fmla="*/ 177837 h 1241863"/>
                <a:gd name="connsiteX72" fmla="*/ 141122 w 381188"/>
                <a:gd name="connsiteY72" fmla="*/ 172619 h 1241863"/>
                <a:gd name="connsiteX73" fmla="*/ 140694 w 381188"/>
                <a:gd name="connsiteY73" fmla="*/ 174586 h 1241863"/>
                <a:gd name="connsiteX74" fmla="*/ 141122 w 381188"/>
                <a:gd name="connsiteY74" fmla="*/ 172619 h 1241863"/>
                <a:gd name="connsiteX75" fmla="*/ 140437 w 381188"/>
                <a:gd name="connsiteY75" fmla="*/ 168257 h 1241863"/>
                <a:gd name="connsiteX76" fmla="*/ 129745 w 381188"/>
                <a:gd name="connsiteY76" fmla="*/ 138489 h 1241863"/>
                <a:gd name="connsiteX77" fmla="*/ 126153 w 381188"/>
                <a:gd name="connsiteY77" fmla="*/ 112399 h 1241863"/>
                <a:gd name="connsiteX78" fmla="*/ 123072 w 381188"/>
                <a:gd name="connsiteY78" fmla="*/ 108122 h 1241863"/>
                <a:gd name="connsiteX79" fmla="*/ 122473 w 381188"/>
                <a:gd name="connsiteY79" fmla="*/ 92383 h 1241863"/>
                <a:gd name="connsiteX80" fmla="*/ 121105 w 381188"/>
                <a:gd name="connsiteY80" fmla="*/ 79638 h 1241863"/>
                <a:gd name="connsiteX81" fmla="*/ 123757 w 381188"/>
                <a:gd name="connsiteY81" fmla="*/ 70913 h 1241863"/>
                <a:gd name="connsiteX82" fmla="*/ 126835 w 381188"/>
                <a:gd name="connsiteY82" fmla="*/ 47132 h 1241863"/>
                <a:gd name="connsiteX83" fmla="*/ 137185 w 381188"/>
                <a:gd name="connsiteY83" fmla="*/ 18733 h 1241863"/>
                <a:gd name="connsiteX84" fmla="*/ 182779 w 381188"/>
                <a:gd name="connsiteY84" fmla="*/ 0 h 1241863"/>
                <a:gd name="connsiteX85" fmla="*/ 237951 w 381188"/>
                <a:gd name="connsiteY85" fmla="*/ 32762 h 1241863"/>
                <a:gd name="connsiteX86" fmla="*/ 237525 w 381188"/>
                <a:gd name="connsiteY86" fmla="*/ 93324 h 1241863"/>
                <a:gd name="connsiteX87" fmla="*/ 242913 w 381188"/>
                <a:gd name="connsiteY87" fmla="*/ 92982 h 1241863"/>
                <a:gd name="connsiteX88" fmla="*/ 242913 w 381188"/>
                <a:gd name="connsiteY88" fmla="*/ 104358 h 1241863"/>
                <a:gd name="connsiteX89" fmla="*/ 239578 w 381188"/>
                <a:gd name="connsiteY89" fmla="*/ 117019 h 1241863"/>
                <a:gd name="connsiteX90" fmla="*/ 233163 w 381188"/>
                <a:gd name="connsiteY90" fmla="*/ 128737 h 1241863"/>
                <a:gd name="connsiteX91" fmla="*/ 224778 w 381188"/>
                <a:gd name="connsiteY91" fmla="*/ 135067 h 1241863"/>
                <a:gd name="connsiteX92" fmla="*/ 221186 w 381188"/>
                <a:gd name="connsiteY92" fmla="*/ 151491 h 1241863"/>
                <a:gd name="connsiteX93" fmla="*/ 219818 w 381188"/>
                <a:gd name="connsiteY93" fmla="*/ 161157 h 1241863"/>
                <a:gd name="connsiteX94" fmla="*/ 222213 w 381188"/>
                <a:gd name="connsiteY94" fmla="*/ 162611 h 1241863"/>
                <a:gd name="connsiteX95" fmla="*/ 221785 w 381188"/>
                <a:gd name="connsiteY95" fmla="*/ 161670 h 1241863"/>
                <a:gd name="connsiteX96" fmla="*/ 222639 w 381188"/>
                <a:gd name="connsiteY96" fmla="*/ 162953 h 1241863"/>
                <a:gd name="connsiteX97" fmla="*/ 223924 w 381188"/>
                <a:gd name="connsiteY97" fmla="*/ 165348 h 1241863"/>
                <a:gd name="connsiteX98" fmla="*/ 236926 w 381188"/>
                <a:gd name="connsiteY98" fmla="*/ 185193 h 1241863"/>
                <a:gd name="connsiteX99" fmla="*/ 323319 w 381188"/>
                <a:gd name="connsiteY99" fmla="*/ 231812 h 1241863"/>
                <a:gd name="connsiteX100" fmla="*/ 334354 w 381188"/>
                <a:gd name="connsiteY100" fmla="*/ 236346 h 1241863"/>
                <a:gd name="connsiteX101" fmla="*/ 338375 w 381188"/>
                <a:gd name="connsiteY101" fmla="*/ 247381 h 1241863"/>
                <a:gd name="connsiteX102" fmla="*/ 364464 w 381188"/>
                <a:gd name="connsiteY102" fmla="*/ 330610 h 1241863"/>
                <a:gd name="connsiteX103" fmla="*/ 372676 w 381188"/>
                <a:gd name="connsiteY103" fmla="*/ 392883 h 1241863"/>
                <a:gd name="connsiteX104" fmla="*/ 372933 w 381188"/>
                <a:gd name="connsiteY104" fmla="*/ 454985 h 1241863"/>
                <a:gd name="connsiteX105" fmla="*/ 350949 w 381188"/>
                <a:gd name="connsiteY105" fmla="*/ 467987 h 1241863"/>
                <a:gd name="connsiteX106" fmla="*/ 372505 w 381188"/>
                <a:gd name="connsiteY106" fmla="*/ 564305 h 1241863"/>
                <a:gd name="connsiteX107" fmla="*/ 380547 w 381188"/>
                <a:gd name="connsiteY107" fmla="*/ 653608 h 1241863"/>
                <a:gd name="connsiteX108" fmla="*/ 357450 w 381188"/>
                <a:gd name="connsiteY108" fmla="*/ 658654 h 1241863"/>
                <a:gd name="connsiteX109" fmla="*/ 354543 w 381188"/>
                <a:gd name="connsiteY109" fmla="*/ 703819 h 1241863"/>
                <a:gd name="connsiteX110" fmla="*/ 356082 w 381188"/>
                <a:gd name="connsiteY110" fmla="*/ 861297 h 1241863"/>
                <a:gd name="connsiteX111" fmla="*/ 356510 w 381188"/>
                <a:gd name="connsiteY111" fmla="*/ 946067 h 1241863"/>
                <a:gd name="connsiteX112" fmla="*/ 370026 w 381188"/>
                <a:gd name="connsiteY112" fmla="*/ 1105598 h 1241863"/>
                <a:gd name="connsiteX113" fmla="*/ 346074 w 381188"/>
                <a:gd name="connsiteY113" fmla="*/ 1156751 h 1241863"/>
                <a:gd name="connsiteX114" fmla="*/ 357535 w 381188"/>
                <a:gd name="connsiteY114" fmla="*/ 1179847 h 1241863"/>
                <a:gd name="connsiteX115" fmla="*/ 353601 w 381188"/>
                <a:gd name="connsiteY115" fmla="*/ 1200462 h 1241863"/>
                <a:gd name="connsiteX116" fmla="*/ 367545 w 381188"/>
                <a:gd name="connsiteY116" fmla="*/ 1211496 h 1241863"/>
                <a:gd name="connsiteX117" fmla="*/ 367545 w 381188"/>
                <a:gd name="connsiteY117" fmla="*/ 1211496 h 1241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381188" h="1241863">
                  <a:moveTo>
                    <a:pt x="366774" y="1211240"/>
                  </a:moveTo>
                  <a:cubicBezTo>
                    <a:pt x="374388" y="1213207"/>
                    <a:pt x="379862" y="1214234"/>
                    <a:pt x="380376" y="1216715"/>
                  </a:cubicBezTo>
                  <a:cubicBezTo>
                    <a:pt x="380887" y="1219195"/>
                    <a:pt x="381915" y="1234250"/>
                    <a:pt x="380376" y="1235277"/>
                  </a:cubicBezTo>
                  <a:cubicBezTo>
                    <a:pt x="378835" y="1236303"/>
                    <a:pt x="369855" y="1240837"/>
                    <a:pt x="348213" y="1240837"/>
                  </a:cubicBezTo>
                  <a:cubicBezTo>
                    <a:pt x="326571" y="1240837"/>
                    <a:pt x="289532" y="1240837"/>
                    <a:pt x="274648" y="1236987"/>
                  </a:cubicBezTo>
                  <a:lnTo>
                    <a:pt x="273963" y="1236816"/>
                  </a:lnTo>
                  <a:cubicBezTo>
                    <a:pt x="273963" y="1236816"/>
                    <a:pt x="267976" y="1234250"/>
                    <a:pt x="265069" y="1230315"/>
                  </a:cubicBezTo>
                  <a:cubicBezTo>
                    <a:pt x="262588" y="1226979"/>
                    <a:pt x="260449" y="1222873"/>
                    <a:pt x="258653" y="1217313"/>
                  </a:cubicBezTo>
                  <a:cubicBezTo>
                    <a:pt x="257968" y="1215773"/>
                    <a:pt x="257540" y="1214234"/>
                    <a:pt x="257369" y="1212951"/>
                  </a:cubicBezTo>
                  <a:lnTo>
                    <a:pt x="257369" y="1212010"/>
                  </a:lnTo>
                  <a:lnTo>
                    <a:pt x="257540" y="1210983"/>
                  </a:lnTo>
                  <a:cubicBezTo>
                    <a:pt x="257968" y="1208845"/>
                    <a:pt x="259250" y="1206963"/>
                    <a:pt x="260620" y="1205166"/>
                  </a:cubicBezTo>
                  <a:cubicBezTo>
                    <a:pt x="263442" y="1201061"/>
                    <a:pt x="267207" y="1196698"/>
                    <a:pt x="268832" y="1192849"/>
                  </a:cubicBezTo>
                  <a:cubicBezTo>
                    <a:pt x="269089" y="1191566"/>
                    <a:pt x="269260" y="1190283"/>
                    <a:pt x="268832" y="1188914"/>
                  </a:cubicBezTo>
                  <a:cubicBezTo>
                    <a:pt x="267036" y="1180702"/>
                    <a:pt x="259250" y="1186776"/>
                    <a:pt x="253777" y="1184209"/>
                  </a:cubicBezTo>
                  <a:cubicBezTo>
                    <a:pt x="251296" y="1184209"/>
                    <a:pt x="249329" y="1183012"/>
                    <a:pt x="248901" y="1178222"/>
                  </a:cubicBezTo>
                  <a:cubicBezTo>
                    <a:pt x="248301" y="1171293"/>
                    <a:pt x="249585" y="1159317"/>
                    <a:pt x="251296" y="1143493"/>
                  </a:cubicBezTo>
                  <a:cubicBezTo>
                    <a:pt x="250014" y="1108935"/>
                    <a:pt x="243256" y="990634"/>
                    <a:pt x="240860" y="974980"/>
                  </a:cubicBezTo>
                  <a:cubicBezTo>
                    <a:pt x="238465" y="959583"/>
                    <a:pt x="228714" y="760703"/>
                    <a:pt x="222299" y="707498"/>
                  </a:cubicBezTo>
                  <a:cubicBezTo>
                    <a:pt x="221186" y="702109"/>
                    <a:pt x="220586" y="699542"/>
                    <a:pt x="219390" y="698345"/>
                  </a:cubicBezTo>
                  <a:lnTo>
                    <a:pt x="218448" y="698602"/>
                  </a:lnTo>
                  <a:cubicBezTo>
                    <a:pt x="215969" y="701852"/>
                    <a:pt x="212289" y="724349"/>
                    <a:pt x="211350" y="731449"/>
                  </a:cubicBezTo>
                  <a:cubicBezTo>
                    <a:pt x="210750" y="735982"/>
                    <a:pt x="208954" y="757110"/>
                    <a:pt x="207756" y="780634"/>
                  </a:cubicBezTo>
                  <a:cubicBezTo>
                    <a:pt x="207073" y="799025"/>
                    <a:pt x="206816" y="820837"/>
                    <a:pt x="207501" y="845900"/>
                  </a:cubicBezTo>
                  <a:lnTo>
                    <a:pt x="207244" y="848552"/>
                  </a:lnTo>
                  <a:cubicBezTo>
                    <a:pt x="207073" y="878149"/>
                    <a:pt x="204164" y="917069"/>
                    <a:pt x="203224" y="944870"/>
                  </a:cubicBezTo>
                  <a:cubicBezTo>
                    <a:pt x="203224" y="950259"/>
                    <a:pt x="203224" y="954621"/>
                    <a:pt x="202967" y="957958"/>
                  </a:cubicBezTo>
                  <a:cubicBezTo>
                    <a:pt x="202453" y="990462"/>
                    <a:pt x="202025" y="1035884"/>
                    <a:pt x="201000" y="1058894"/>
                  </a:cubicBezTo>
                  <a:cubicBezTo>
                    <a:pt x="200058" y="1082503"/>
                    <a:pt x="196551" y="1141696"/>
                    <a:pt x="196551" y="1149138"/>
                  </a:cubicBezTo>
                  <a:cubicBezTo>
                    <a:pt x="196551" y="1156580"/>
                    <a:pt x="197919" y="1154698"/>
                    <a:pt x="202967" y="1160173"/>
                  </a:cubicBezTo>
                  <a:lnTo>
                    <a:pt x="203821" y="1160943"/>
                  </a:lnTo>
                  <a:cubicBezTo>
                    <a:pt x="205362" y="1162226"/>
                    <a:pt x="207158" y="1163594"/>
                    <a:pt x="208869" y="1165048"/>
                  </a:cubicBezTo>
                  <a:cubicBezTo>
                    <a:pt x="210836" y="1166674"/>
                    <a:pt x="213060" y="1168556"/>
                    <a:pt x="214428" y="1170780"/>
                  </a:cubicBezTo>
                  <a:cubicBezTo>
                    <a:pt x="216140" y="1172747"/>
                    <a:pt x="217080" y="1174629"/>
                    <a:pt x="216909" y="1176254"/>
                  </a:cubicBezTo>
                  <a:lnTo>
                    <a:pt x="216738" y="1177281"/>
                  </a:lnTo>
                  <a:cubicBezTo>
                    <a:pt x="216909" y="1179590"/>
                    <a:pt x="216481" y="1182242"/>
                    <a:pt x="215027" y="1185236"/>
                  </a:cubicBezTo>
                  <a:cubicBezTo>
                    <a:pt x="213916" y="1187545"/>
                    <a:pt x="212974" y="1189342"/>
                    <a:pt x="211947" y="1190796"/>
                  </a:cubicBezTo>
                  <a:cubicBezTo>
                    <a:pt x="209980" y="1193961"/>
                    <a:pt x="207501" y="1196784"/>
                    <a:pt x="204249" y="1198495"/>
                  </a:cubicBezTo>
                  <a:cubicBezTo>
                    <a:pt x="202967" y="1200120"/>
                    <a:pt x="202196" y="1202258"/>
                    <a:pt x="202453" y="1206792"/>
                  </a:cubicBezTo>
                  <a:cubicBezTo>
                    <a:pt x="202624" y="1212181"/>
                    <a:pt x="203821" y="1217484"/>
                    <a:pt x="204934" y="1222018"/>
                  </a:cubicBezTo>
                  <a:cubicBezTo>
                    <a:pt x="206216" y="1223643"/>
                    <a:pt x="210493" y="1230486"/>
                    <a:pt x="206901" y="1233823"/>
                  </a:cubicBezTo>
                  <a:cubicBezTo>
                    <a:pt x="202710" y="1237671"/>
                    <a:pt x="186713" y="1238356"/>
                    <a:pt x="183378" y="1238356"/>
                  </a:cubicBezTo>
                  <a:cubicBezTo>
                    <a:pt x="179358" y="1238869"/>
                    <a:pt x="143772" y="1241863"/>
                    <a:pt x="125125" y="1241863"/>
                  </a:cubicBezTo>
                  <a:cubicBezTo>
                    <a:pt x="106478" y="1241863"/>
                    <a:pt x="75512" y="1239382"/>
                    <a:pt x="72005" y="1235875"/>
                  </a:cubicBezTo>
                  <a:cubicBezTo>
                    <a:pt x="68499" y="1232368"/>
                    <a:pt x="67386" y="1230401"/>
                    <a:pt x="69524" y="1229374"/>
                  </a:cubicBezTo>
                  <a:cubicBezTo>
                    <a:pt x="71492" y="1228348"/>
                    <a:pt x="75000" y="1219366"/>
                    <a:pt x="76111" y="1217313"/>
                  </a:cubicBezTo>
                  <a:cubicBezTo>
                    <a:pt x="77053" y="1215346"/>
                    <a:pt x="83040" y="1214319"/>
                    <a:pt x="85607" y="1213806"/>
                  </a:cubicBezTo>
                  <a:cubicBezTo>
                    <a:pt x="88086" y="1213293"/>
                    <a:pt x="112637" y="1204311"/>
                    <a:pt x="114176" y="1194303"/>
                  </a:cubicBezTo>
                  <a:cubicBezTo>
                    <a:pt x="115715" y="1184295"/>
                    <a:pt x="111098" y="1175741"/>
                    <a:pt x="109130" y="1171208"/>
                  </a:cubicBezTo>
                  <a:cubicBezTo>
                    <a:pt x="107161" y="1166674"/>
                    <a:pt x="102287" y="1159317"/>
                    <a:pt x="129916" y="1150849"/>
                  </a:cubicBezTo>
                  <a:cubicBezTo>
                    <a:pt x="129916" y="1150849"/>
                    <a:pt x="131712" y="1147855"/>
                    <a:pt x="121276" y="1126812"/>
                  </a:cubicBezTo>
                  <a:cubicBezTo>
                    <a:pt x="110669" y="1105770"/>
                    <a:pt x="123243" y="1093538"/>
                    <a:pt x="120677" y="1065481"/>
                  </a:cubicBezTo>
                  <a:cubicBezTo>
                    <a:pt x="118196" y="1037424"/>
                    <a:pt x="120077" y="976691"/>
                    <a:pt x="113150" y="945640"/>
                  </a:cubicBezTo>
                  <a:cubicBezTo>
                    <a:pt x="106221" y="914503"/>
                    <a:pt x="104083" y="875412"/>
                    <a:pt x="98693" y="836320"/>
                  </a:cubicBezTo>
                  <a:cubicBezTo>
                    <a:pt x="93133" y="797228"/>
                    <a:pt x="75000" y="698944"/>
                    <a:pt x="74058" y="670801"/>
                  </a:cubicBezTo>
                  <a:cubicBezTo>
                    <a:pt x="74058" y="670801"/>
                    <a:pt x="63451" y="669775"/>
                    <a:pt x="58061" y="667807"/>
                  </a:cubicBezTo>
                  <a:cubicBezTo>
                    <a:pt x="52502" y="665840"/>
                    <a:pt x="76197" y="547453"/>
                    <a:pt x="76625" y="516317"/>
                  </a:cubicBezTo>
                  <a:lnTo>
                    <a:pt x="77222" y="485266"/>
                  </a:lnTo>
                  <a:cubicBezTo>
                    <a:pt x="77222" y="485266"/>
                    <a:pt x="71064" y="487747"/>
                    <a:pt x="62595" y="485266"/>
                  </a:cubicBezTo>
                  <a:cubicBezTo>
                    <a:pt x="54127" y="482785"/>
                    <a:pt x="39072" y="483213"/>
                    <a:pt x="31545" y="480732"/>
                  </a:cubicBezTo>
                  <a:cubicBezTo>
                    <a:pt x="24017" y="478252"/>
                    <a:pt x="19569" y="470211"/>
                    <a:pt x="16490" y="463197"/>
                  </a:cubicBezTo>
                  <a:cubicBezTo>
                    <a:pt x="13581" y="456182"/>
                    <a:pt x="4514" y="429067"/>
                    <a:pt x="1007" y="418545"/>
                  </a:cubicBezTo>
                  <a:cubicBezTo>
                    <a:pt x="-2585" y="408024"/>
                    <a:pt x="4514" y="404004"/>
                    <a:pt x="5455" y="382961"/>
                  </a:cubicBezTo>
                  <a:cubicBezTo>
                    <a:pt x="6397" y="361918"/>
                    <a:pt x="17004" y="344297"/>
                    <a:pt x="19569" y="331295"/>
                  </a:cubicBezTo>
                  <a:cubicBezTo>
                    <a:pt x="22050" y="318293"/>
                    <a:pt x="28636" y="311193"/>
                    <a:pt x="28636" y="306232"/>
                  </a:cubicBezTo>
                  <a:cubicBezTo>
                    <a:pt x="28636" y="301270"/>
                    <a:pt x="28037" y="294684"/>
                    <a:pt x="29578" y="286130"/>
                  </a:cubicBezTo>
                  <a:cubicBezTo>
                    <a:pt x="31117" y="277576"/>
                    <a:pt x="32059" y="278089"/>
                    <a:pt x="34624" y="272615"/>
                  </a:cubicBezTo>
                  <a:cubicBezTo>
                    <a:pt x="37105" y="267140"/>
                    <a:pt x="39072" y="262093"/>
                    <a:pt x="39671" y="257560"/>
                  </a:cubicBezTo>
                  <a:cubicBezTo>
                    <a:pt x="40099" y="253026"/>
                    <a:pt x="42152" y="248065"/>
                    <a:pt x="49167" y="241478"/>
                  </a:cubicBezTo>
                  <a:cubicBezTo>
                    <a:pt x="56265" y="234977"/>
                    <a:pt x="57635" y="238484"/>
                    <a:pt x="61741" y="236004"/>
                  </a:cubicBezTo>
                  <a:cubicBezTo>
                    <a:pt x="65761" y="233523"/>
                    <a:pt x="131541" y="204867"/>
                    <a:pt x="134450" y="198879"/>
                  </a:cubicBezTo>
                  <a:cubicBezTo>
                    <a:pt x="137528" y="192892"/>
                    <a:pt x="136931" y="180317"/>
                    <a:pt x="137528" y="177837"/>
                  </a:cubicBezTo>
                  <a:cubicBezTo>
                    <a:pt x="137956" y="175356"/>
                    <a:pt x="141122" y="172619"/>
                    <a:pt x="141122" y="172619"/>
                  </a:cubicBezTo>
                  <a:lnTo>
                    <a:pt x="140694" y="174586"/>
                  </a:lnTo>
                  <a:lnTo>
                    <a:pt x="141122" y="172619"/>
                  </a:lnTo>
                  <a:cubicBezTo>
                    <a:pt x="140865" y="170651"/>
                    <a:pt x="143772" y="171935"/>
                    <a:pt x="140437" y="168257"/>
                  </a:cubicBezTo>
                  <a:cubicBezTo>
                    <a:pt x="137100" y="164578"/>
                    <a:pt x="132739" y="160900"/>
                    <a:pt x="129745" y="138489"/>
                  </a:cubicBezTo>
                  <a:cubicBezTo>
                    <a:pt x="126835" y="116077"/>
                    <a:pt x="127777" y="113768"/>
                    <a:pt x="126153" y="112399"/>
                  </a:cubicBezTo>
                  <a:cubicBezTo>
                    <a:pt x="124440" y="111031"/>
                    <a:pt x="123757" y="110090"/>
                    <a:pt x="123072" y="108122"/>
                  </a:cubicBezTo>
                  <a:cubicBezTo>
                    <a:pt x="122473" y="106069"/>
                    <a:pt x="122473" y="96403"/>
                    <a:pt x="122473" y="92383"/>
                  </a:cubicBezTo>
                  <a:cubicBezTo>
                    <a:pt x="122473" y="88362"/>
                    <a:pt x="120762" y="83059"/>
                    <a:pt x="121105" y="79638"/>
                  </a:cubicBezTo>
                  <a:cubicBezTo>
                    <a:pt x="121533" y="76302"/>
                    <a:pt x="121105" y="77670"/>
                    <a:pt x="123757" y="70913"/>
                  </a:cubicBezTo>
                  <a:cubicBezTo>
                    <a:pt x="126407" y="64240"/>
                    <a:pt x="124868" y="59194"/>
                    <a:pt x="126835" y="47132"/>
                  </a:cubicBezTo>
                  <a:cubicBezTo>
                    <a:pt x="128803" y="35072"/>
                    <a:pt x="134535" y="23096"/>
                    <a:pt x="137185" y="18733"/>
                  </a:cubicBezTo>
                  <a:cubicBezTo>
                    <a:pt x="139838" y="14371"/>
                    <a:pt x="150530" y="0"/>
                    <a:pt x="182779" y="0"/>
                  </a:cubicBezTo>
                  <a:cubicBezTo>
                    <a:pt x="215027" y="0"/>
                    <a:pt x="234188" y="24379"/>
                    <a:pt x="237951" y="32762"/>
                  </a:cubicBezTo>
                  <a:cubicBezTo>
                    <a:pt x="241545" y="41145"/>
                    <a:pt x="245651" y="76216"/>
                    <a:pt x="237525" y="93324"/>
                  </a:cubicBezTo>
                  <a:cubicBezTo>
                    <a:pt x="236840" y="94949"/>
                    <a:pt x="240860" y="91357"/>
                    <a:pt x="242913" y="92982"/>
                  </a:cubicBezTo>
                  <a:cubicBezTo>
                    <a:pt x="244880" y="94692"/>
                    <a:pt x="245137" y="100338"/>
                    <a:pt x="242913" y="104358"/>
                  </a:cubicBezTo>
                  <a:cubicBezTo>
                    <a:pt x="240518" y="108379"/>
                    <a:pt x="242228" y="109747"/>
                    <a:pt x="239578" y="117019"/>
                  </a:cubicBezTo>
                  <a:cubicBezTo>
                    <a:pt x="236755" y="124375"/>
                    <a:pt x="236755" y="124717"/>
                    <a:pt x="233163" y="128737"/>
                  </a:cubicBezTo>
                  <a:cubicBezTo>
                    <a:pt x="229568" y="132758"/>
                    <a:pt x="226490" y="133442"/>
                    <a:pt x="224778" y="135067"/>
                  </a:cubicBezTo>
                  <a:cubicBezTo>
                    <a:pt x="223067" y="136778"/>
                    <a:pt x="222385" y="144819"/>
                    <a:pt x="221186" y="151491"/>
                  </a:cubicBezTo>
                  <a:cubicBezTo>
                    <a:pt x="219818" y="158163"/>
                    <a:pt x="220501" y="156794"/>
                    <a:pt x="219818" y="161157"/>
                  </a:cubicBezTo>
                  <a:cubicBezTo>
                    <a:pt x="219818" y="161157"/>
                    <a:pt x="220929" y="161071"/>
                    <a:pt x="222213" y="162611"/>
                  </a:cubicBezTo>
                  <a:lnTo>
                    <a:pt x="221785" y="161670"/>
                  </a:lnTo>
                  <a:lnTo>
                    <a:pt x="222639" y="162953"/>
                  </a:lnTo>
                  <a:lnTo>
                    <a:pt x="223924" y="165348"/>
                  </a:lnTo>
                  <a:cubicBezTo>
                    <a:pt x="227259" y="171250"/>
                    <a:pt x="233674" y="182285"/>
                    <a:pt x="236926" y="185193"/>
                  </a:cubicBezTo>
                  <a:cubicBezTo>
                    <a:pt x="241545" y="189214"/>
                    <a:pt x="317760" y="229845"/>
                    <a:pt x="323319" y="231812"/>
                  </a:cubicBezTo>
                  <a:cubicBezTo>
                    <a:pt x="328795" y="233865"/>
                    <a:pt x="331788" y="234293"/>
                    <a:pt x="334354" y="236346"/>
                  </a:cubicBezTo>
                  <a:cubicBezTo>
                    <a:pt x="336835" y="238399"/>
                    <a:pt x="336835" y="243360"/>
                    <a:pt x="338375" y="247381"/>
                  </a:cubicBezTo>
                  <a:cubicBezTo>
                    <a:pt x="339744" y="251401"/>
                    <a:pt x="361386" y="297079"/>
                    <a:pt x="364464" y="330610"/>
                  </a:cubicBezTo>
                  <a:cubicBezTo>
                    <a:pt x="364464" y="330610"/>
                    <a:pt x="369940" y="370985"/>
                    <a:pt x="372676" y="392883"/>
                  </a:cubicBezTo>
                  <a:cubicBezTo>
                    <a:pt x="374643" y="391429"/>
                    <a:pt x="388330" y="445062"/>
                    <a:pt x="372933" y="454985"/>
                  </a:cubicBezTo>
                  <a:cubicBezTo>
                    <a:pt x="364550" y="460289"/>
                    <a:pt x="350949" y="467987"/>
                    <a:pt x="350949" y="467987"/>
                  </a:cubicBezTo>
                  <a:cubicBezTo>
                    <a:pt x="350949" y="467987"/>
                    <a:pt x="368485" y="542235"/>
                    <a:pt x="372505" y="564305"/>
                  </a:cubicBezTo>
                  <a:cubicBezTo>
                    <a:pt x="376527" y="586374"/>
                    <a:pt x="377467" y="640520"/>
                    <a:pt x="380547" y="653608"/>
                  </a:cubicBezTo>
                  <a:cubicBezTo>
                    <a:pt x="380547" y="653608"/>
                    <a:pt x="360444" y="658141"/>
                    <a:pt x="357450" y="658654"/>
                  </a:cubicBezTo>
                  <a:cubicBezTo>
                    <a:pt x="354543" y="659168"/>
                    <a:pt x="353004" y="683718"/>
                    <a:pt x="354543" y="703819"/>
                  </a:cubicBezTo>
                  <a:cubicBezTo>
                    <a:pt x="356082" y="723921"/>
                    <a:pt x="358991" y="841795"/>
                    <a:pt x="356082" y="861297"/>
                  </a:cubicBezTo>
                  <a:cubicBezTo>
                    <a:pt x="353004" y="880886"/>
                    <a:pt x="352490" y="923485"/>
                    <a:pt x="356510" y="946067"/>
                  </a:cubicBezTo>
                  <a:cubicBezTo>
                    <a:pt x="360530" y="968650"/>
                    <a:pt x="373618" y="1095505"/>
                    <a:pt x="370026" y="1105598"/>
                  </a:cubicBezTo>
                  <a:cubicBezTo>
                    <a:pt x="366517" y="1115607"/>
                    <a:pt x="345475" y="1149737"/>
                    <a:pt x="346074" y="1156751"/>
                  </a:cubicBezTo>
                  <a:cubicBezTo>
                    <a:pt x="346502" y="1163766"/>
                    <a:pt x="356082" y="1168812"/>
                    <a:pt x="357535" y="1179847"/>
                  </a:cubicBezTo>
                  <a:cubicBezTo>
                    <a:pt x="359077" y="1190882"/>
                    <a:pt x="353601" y="1200462"/>
                    <a:pt x="353601" y="1200462"/>
                  </a:cubicBezTo>
                  <a:cubicBezTo>
                    <a:pt x="353601" y="1200462"/>
                    <a:pt x="360016" y="1209529"/>
                    <a:pt x="367545" y="1211496"/>
                  </a:cubicBezTo>
                  <a:lnTo>
                    <a:pt x="367545" y="1211496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43907AB1-A465-6B4F-7F53-B7C10E63C68B}"/>
                </a:ext>
              </a:extLst>
            </p:cNvPr>
            <p:cNvSpPr/>
            <p:nvPr/>
          </p:nvSpPr>
          <p:spPr>
            <a:xfrm>
              <a:off x="9838406" y="5670840"/>
              <a:ext cx="402310" cy="1234367"/>
            </a:xfrm>
            <a:custGeom>
              <a:avLst/>
              <a:gdLst>
                <a:gd name="connsiteX0" fmla="*/ 342754 w 402310"/>
                <a:gd name="connsiteY0" fmla="*/ 1200152 h 1234367"/>
                <a:gd name="connsiteX1" fmla="*/ 360716 w 402310"/>
                <a:gd name="connsiteY1" fmla="*/ 1212384 h 1234367"/>
                <a:gd name="connsiteX2" fmla="*/ 391511 w 402310"/>
                <a:gd name="connsiteY2" fmla="*/ 1215035 h 1234367"/>
                <a:gd name="connsiteX3" fmla="*/ 401518 w 402310"/>
                <a:gd name="connsiteY3" fmla="*/ 1227267 h 1234367"/>
                <a:gd name="connsiteX4" fmla="*/ 400578 w 402310"/>
                <a:gd name="connsiteY4" fmla="*/ 1234196 h 1234367"/>
                <a:gd name="connsiteX5" fmla="*/ 230353 w 402310"/>
                <a:gd name="connsiteY5" fmla="*/ 1234196 h 1234367"/>
                <a:gd name="connsiteX6" fmla="*/ 229414 w 402310"/>
                <a:gd name="connsiteY6" fmla="*/ 1219227 h 1234367"/>
                <a:gd name="connsiteX7" fmla="*/ 228986 w 402310"/>
                <a:gd name="connsiteY7" fmla="*/ 1212726 h 1234367"/>
                <a:gd name="connsiteX8" fmla="*/ 228814 w 402310"/>
                <a:gd name="connsiteY8" fmla="*/ 1207166 h 1234367"/>
                <a:gd name="connsiteX9" fmla="*/ 229242 w 402310"/>
                <a:gd name="connsiteY9" fmla="*/ 1203744 h 1234367"/>
                <a:gd name="connsiteX10" fmla="*/ 229499 w 402310"/>
                <a:gd name="connsiteY10" fmla="*/ 1201862 h 1234367"/>
                <a:gd name="connsiteX11" fmla="*/ 234119 w 402310"/>
                <a:gd name="connsiteY11" fmla="*/ 1193394 h 1234367"/>
                <a:gd name="connsiteX12" fmla="*/ 234288 w 402310"/>
                <a:gd name="connsiteY12" fmla="*/ 1191683 h 1234367"/>
                <a:gd name="connsiteX13" fmla="*/ 233862 w 402310"/>
                <a:gd name="connsiteY13" fmla="*/ 1189630 h 1234367"/>
                <a:gd name="connsiteX14" fmla="*/ 230353 w 402310"/>
                <a:gd name="connsiteY14" fmla="*/ 1180734 h 1234367"/>
                <a:gd name="connsiteX15" fmla="*/ 230525 w 402310"/>
                <a:gd name="connsiteY15" fmla="*/ 1179109 h 1234367"/>
                <a:gd name="connsiteX16" fmla="*/ 231467 w 402310"/>
                <a:gd name="connsiteY16" fmla="*/ 1169015 h 1234367"/>
                <a:gd name="connsiteX17" fmla="*/ 225051 w 402310"/>
                <a:gd name="connsiteY17" fmla="*/ 1157382 h 1234367"/>
                <a:gd name="connsiteX18" fmla="*/ 231638 w 402310"/>
                <a:gd name="connsiteY18" fmla="*/ 1143952 h 1234367"/>
                <a:gd name="connsiteX19" fmla="*/ 232578 w 402310"/>
                <a:gd name="connsiteY19" fmla="*/ 1143097 h 1234367"/>
                <a:gd name="connsiteX20" fmla="*/ 233519 w 402310"/>
                <a:gd name="connsiteY20" fmla="*/ 1140958 h 1234367"/>
                <a:gd name="connsiteX21" fmla="*/ 229328 w 402310"/>
                <a:gd name="connsiteY21" fmla="*/ 1126673 h 1234367"/>
                <a:gd name="connsiteX22" fmla="*/ 226676 w 402310"/>
                <a:gd name="connsiteY22" fmla="*/ 1071585 h 1234367"/>
                <a:gd name="connsiteX23" fmla="*/ 220260 w 402310"/>
                <a:gd name="connsiteY23" fmla="*/ 972445 h 1234367"/>
                <a:gd name="connsiteX24" fmla="*/ 219149 w 402310"/>
                <a:gd name="connsiteY24" fmla="*/ 901961 h 1234367"/>
                <a:gd name="connsiteX25" fmla="*/ 212306 w 402310"/>
                <a:gd name="connsiteY25" fmla="*/ 845248 h 1234367"/>
                <a:gd name="connsiteX26" fmla="*/ 211364 w 402310"/>
                <a:gd name="connsiteY26" fmla="*/ 805130 h 1234367"/>
                <a:gd name="connsiteX27" fmla="*/ 209654 w 402310"/>
                <a:gd name="connsiteY27" fmla="*/ 772540 h 1234367"/>
                <a:gd name="connsiteX28" fmla="*/ 208712 w 402310"/>
                <a:gd name="connsiteY28" fmla="*/ 772710 h 1234367"/>
                <a:gd name="connsiteX29" fmla="*/ 199218 w 402310"/>
                <a:gd name="connsiteY29" fmla="*/ 813598 h 1234367"/>
                <a:gd name="connsiteX30" fmla="*/ 177319 w 402310"/>
                <a:gd name="connsiteY30" fmla="*/ 963977 h 1234367"/>
                <a:gd name="connsiteX31" fmla="*/ 172700 w 402310"/>
                <a:gd name="connsiteY31" fmla="*/ 999818 h 1234367"/>
                <a:gd name="connsiteX32" fmla="*/ 172871 w 402310"/>
                <a:gd name="connsiteY32" fmla="*/ 1011879 h 1234367"/>
                <a:gd name="connsiteX33" fmla="*/ 169365 w 402310"/>
                <a:gd name="connsiteY33" fmla="*/ 1060637 h 1234367"/>
                <a:gd name="connsiteX34" fmla="*/ 179287 w 402310"/>
                <a:gd name="connsiteY34" fmla="*/ 1133431 h 1234367"/>
                <a:gd name="connsiteX35" fmla="*/ 175266 w 402310"/>
                <a:gd name="connsiteY35" fmla="*/ 1144807 h 1234367"/>
                <a:gd name="connsiteX36" fmla="*/ 175010 w 402310"/>
                <a:gd name="connsiteY36" fmla="*/ 1145150 h 1234367"/>
                <a:gd name="connsiteX37" fmla="*/ 172957 w 402310"/>
                <a:gd name="connsiteY37" fmla="*/ 1148143 h 1234367"/>
                <a:gd name="connsiteX38" fmla="*/ 162350 w 402310"/>
                <a:gd name="connsiteY38" fmla="*/ 1155329 h 1234367"/>
                <a:gd name="connsiteX39" fmla="*/ 156191 w 402310"/>
                <a:gd name="connsiteY39" fmla="*/ 1160547 h 1234367"/>
                <a:gd name="connsiteX40" fmla="*/ 156619 w 402310"/>
                <a:gd name="connsiteY40" fmla="*/ 1167304 h 1234367"/>
                <a:gd name="connsiteX41" fmla="*/ 156191 w 402310"/>
                <a:gd name="connsiteY41" fmla="*/ 1178681 h 1234367"/>
                <a:gd name="connsiteX42" fmla="*/ 158844 w 402310"/>
                <a:gd name="connsiteY42" fmla="*/ 1210502 h 1234367"/>
                <a:gd name="connsiteX43" fmla="*/ 151914 w 402310"/>
                <a:gd name="connsiteY43" fmla="*/ 1222734 h 1234367"/>
                <a:gd name="connsiteX44" fmla="*/ 153625 w 402310"/>
                <a:gd name="connsiteY44" fmla="*/ 1234367 h 1234367"/>
                <a:gd name="connsiteX45" fmla="*/ 85193 w 402310"/>
                <a:gd name="connsiteY45" fmla="*/ 1234367 h 1234367"/>
                <a:gd name="connsiteX46" fmla="*/ 82969 w 402310"/>
                <a:gd name="connsiteY46" fmla="*/ 1223760 h 1234367"/>
                <a:gd name="connsiteX47" fmla="*/ 88273 w 402310"/>
                <a:gd name="connsiteY47" fmla="*/ 1209989 h 1234367"/>
                <a:gd name="connsiteX48" fmla="*/ 88273 w 402310"/>
                <a:gd name="connsiteY48" fmla="*/ 1189801 h 1234367"/>
                <a:gd name="connsiteX49" fmla="*/ 94090 w 402310"/>
                <a:gd name="connsiteY49" fmla="*/ 1169614 h 1234367"/>
                <a:gd name="connsiteX50" fmla="*/ 81944 w 402310"/>
                <a:gd name="connsiteY50" fmla="*/ 1151565 h 1234367"/>
                <a:gd name="connsiteX51" fmla="*/ 69113 w 402310"/>
                <a:gd name="connsiteY51" fmla="*/ 1060380 h 1234367"/>
                <a:gd name="connsiteX52" fmla="*/ 82883 w 402310"/>
                <a:gd name="connsiteY52" fmla="*/ 964405 h 1234367"/>
                <a:gd name="connsiteX53" fmla="*/ 89813 w 402310"/>
                <a:gd name="connsiteY53" fmla="*/ 849354 h 1234367"/>
                <a:gd name="connsiteX54" fmla="*/ 95629 w 402310"/>
                <a:gd name="connsiteY54" fmla="*/ 698804 h 1234367"/>
                <a:gd name="connsiteX55" fmla="*/ 96571 w 402310"/>
                <a:gd name="connsiteY55" fmla="*/ 660654 h 1234367"/>
                <a:gd name="connsiteX56" fmla="*/ 94946 w 402310"/>
                <a:gd name="connsiteY56" fmla="*/ 647737 h 1234367"/>
                <a:gd name="connsiteX57" fmla="*/ 85364 w 402310"/>
                <a:gd name="connsiteY57" fmla="*/ 646112 h 1234367"/>
                <a:gd name="connsiteX58" fmla="*/ 79805 w 402310"/>
                <a:gd name="connsiteY58" fmla="*/ 634735 h 1234367"/>
                <a:gd name="connsiteX59" fmla="*/ 70909 w 402310"/>
                <a:gd name="connsiteY59" fmla="*/ 611810 h 1234367"/>
                <a:gd name="connsiteX60" fmla="*/ 64065 w 402310"/>
                <a:gd name="connsiteY60" fmla="*/ 619595 h 1234367"/>
                <a:gd name="connsiteX61" fmla="*/ 62012 w 402310"/>
                <a:gd name="connsiteY61" fmla="*/ 615147 h 1234367"/>
                <a:gd name="connsiteX62" fmla="*/ 60730 w 402310"/>
                <a:gd name="connsiteY62" fmla="*/ 615147 h 1234367"/>
                <a:gd name="connsiteX63" fmla="*/ 46358 w 402310"/>
                <a:gd name="connsiteY63" fmla="*/ 582898 h 1234367"/>
                <a:gd name="connsiteX64" fmla="*/ 29336 w 402310"/>
                <a:gd name="connsiteY64" fmla="*/ 532516 h 1234367"/>
                <a:gd name="connsiteX65" fmla="*/ 14537 w 402310"/>
                <a:gd name="connsiteY65" fmla="*/ 506511 h 1234367"/>
                <a:gd name="connsiteX66" fmla="*/ 4958 w 402310"/>
                <a:gd name="connsiteY66" fmla="*/ 468361 h 1234367"/>
                <a:gd name="connsiteX67" fmla="*/ 2306 w 402310"/>
                <a:gd name="connsiteY67" fmla="*/ 412161 h 1234367"/>
                <a:gd name="connsiteX68" fmla="*/ 15565 w 402310"/>
                <a:gd name="connsiteY68" fmla="*/ 310369 h 1234367"/>
                <a:gd name="connsiteX69" fmla="*/ 40542 w 402310"/>
                <a:gd name="connsiteY69" fmla="*/ 225514 h 1234367"/>
                <a:gd name="connsiteX70" fmla="*/ 46015 w 402310"/>
                <a:gd name="connsiteY70" fmla="*/ 222349 h 1234367"/>
                <a:gd name="connsiteX71" fmla="*/ 121376 w 402310"/>
                <a:gd name="connsiteY71" fmla="*/ 198655 h 1234367"/>
                <a:gd name="connsiteX72" fmla="*/ 130529 w 402310"/>
                <a:gd name="connsiteY72" fmla="*/ 199339 h 1234367"/>
                <a:gd name="connsiteX73" fmla="*/ 130786 w 402310"/>
                <a:gd name="connsiteY73" fmla="*/ 196516 h 1234367"/>
                <a:gd name="connsiteX74" fmla="*/ 153796 w 402310"/>
                <a:gd name="connsiteY74" fmla="*/ 175644 h 1234367"/>
                <a:gd name="connsiteX75" fmla="*/ 152000 w 402310"/>
                <a:gd name="connsiteY75" fmla="*/ 178125 h 1234367"/>
                <a:gd name="connsiteX76" fmla="*/ 152000 w 402310"/>
                <a:gd name="connsiteY76" fmla="*/ 178895 h 1234367"/>
                <a:gd name="connsiteX77" fmla="*/ 162264 w 402310"/>
                <a:gd name="connsiteY77" fmla="*/ 169229 h 1234367"/>
                <a:gd name="connsiteX78" fmla="*/ 164317 w 402310"/>
                <a:gd name="connsiteY78" fmla="*/ 165380 h 1234367"/>
                <a:gd name="connsiteX79" fmla="*/ 162521 w 402310"/>
                <a:gd name="connsiteY79" fmla="*/ 155885 h 1234367"/>
                <a:gd name="connsiteX80" fmla="*/ 156277 w 402310"/>
                <a:gd name="connsiteY80" fmla="*/ 141771 h 1234367"/>
                <a:gd name="connsiteX81" fmla="*/ 149605 w 402310"/>
                <a:gd name="connsiteY81" fmla="*/ 121583 h 1234367"/>
                <a:gd name="connsiteX82" fmla="*/ 153111 w 402310"/>
                <a:gd name="connsiteY82" fmla="*/ 49474 h 1234367"/>
                <a:gd name="connsiteX83" fmla="*/ 189465 w 402310"/>
                <a:gd name="connsiteY83" fmla="*/ 12692 h 1234367"/>
                <a:gd name="connsiteX84" fmla="*/ 216326 w 402310"/>
                <a:gd name="connsiteY84" fmla="*/ 6020 h 1234367"/>
                <a:gd name="connsiteX85" fmla="*/ 219149 w 402310"/>
                <a:gd name="connsiteY85" fmla="*/ 716 h 1234367"/>
                <a:gd name="connsiteX86" fmla="*/ 223426 w 402310"/>
                <a:gd name="connsiteY86" fmla="*/ 2513 h 1234367"/>
                <a:gd name="connsiteX87" fmla="*/ 228301 w 402310"/>
                <a:gd name="connsiteY87" fmla="*/ 7816 h 1234367"/>
                <a:gd name="connsiteX88" fmla="*/ 235829 w 402310"/>
                <a:gd name="connsiteY88" fmla="*/ 6362 h 1234367"/>
                <a:gd name="connsiteX89" fmla="*/ 245751 w 402310"/>
                <a:gd name="connsiteY89" fmla="*/ 9527 h 1234367"/>
                <a:gd name="connsiteX90" fmla="*/ 251055 w 402310"/>
                <a:gd name="connsiteY90" fmla="*/ 17311 h 1234367"/>
                <a:gd name="connsiteX91" fmla="*/ 257983 w 402310"/>
                <a:gd name="connsiteY91" fmla="*/ 13804 h 1234367"/>
                <a:gd name="connsiteX92" fmla="*/ 266879 w 402310"/>
                <a:gd name="connsiteY92" fmla="*/ 20818 h 1234367"/>
                <a:gd name="connsiteX93" fmla="*/ 266708 w 402310"/>
                <a:gd name="connsiteY93" fmla="*/ 22529 h 1234367"/>
                <a:gd name="connsiteX94" fmla="*/ 270985 w 402310"/>
                <a:gd name="connsiteY94" fmla="*/ 23042 h 1234367"/>
                <a:gd name="connsiteX95" fmla="*/ 282020 w 402310"/>
                <a:gd name="connsiteY95" fmla="*/ 27319 h 1234367"/>
                <a:gd name="connsiteX96" fmla="*/ 290060 w 402310"/>
                <a:gd name="connsiteY96" fmla="*/ 31511 h 1234367"/>
                <a:gd name="connsiteX97" fmla="*/ 287238 w 402310"/>
                <a:gd name="connsiteY97" fmla="*/ 43571 h 1234367"/>
                <a:gd name="connsiteX98" fmla="*/ 289719 w 402310"/>
                <a:gd name="connsiteY98" fmla="*/ 58370 h 1234367"/>
                <a:gd name="connsiteX99" fmla="*/ 283047 w 402310"/>
                <a:gd name="connsiteY99" fmla="*/ 59824 h 1234367"/>
                <a:gd name="connsiteX100" fmla="*/ 283730 w 402310"/>
                <a:gd name="connsiteY100" fmla="*/ 66838 h 1234367"/>
                <a:gd name="connsiteX101" fmla="*/ 289974 w 402310"/>
                <a:gd name="connsiteY101" fmla="*/ 98659 h 1234367"/>
                <a:gd name="connsiteX102" fmla="*/ 286468 w 402310"/>
                <a:gd name="connsiteY102" fmla="*/ 107812 h 1234367"/>
                <a:gd name="connsiteX103" fmla="*/ 289974 w 402310"/>
                <a:gd name="connsiteY103" fmla="*/ 121926 h 1234367"/>
                <a:gd name="connsiteX104" fmla="*/ 295022 w 402310"/>
                <a:gd name="connsiteY104" fmla="*/ 143140 h 1234367"/>
                <a:gd name="connsiteX105" fmla="*/ 285100 w 402310"/>
                <a:gd name="connsiteY105" fmla="*/ 146646 h 1234367"/>
                <a:gd name="connsiteX106" fmla="*/ 281934 w 402310"/>
                <a:gd name="connsiteY106" fmla="*/ 151950 h 1234367"/>
                <a:gd name="connsiteX107" fmla="*/ 281249 w 402310"/>
                <a:gd name="connsiteY107" fmla="*/ 159392 h 1234367"/>
                <a:gd name="connsiteX108" fmla="*/ 276889 w 402310"/>
                <a:gd name="connsiteY108" fmla="*/ 162899 h 1234367"/>
                <a:gd name="connsiteX109" fmla="*/ 276889 w 402310"/>
                <a:gd name="connsiteY109" fmla="*/ 167861 h 1234367"/>
                <a:gd name="connsiteX110" fmla="*/ 273380 w 402310"/>
                <a:gd name="connsiteY110" fmla="*/ 173506 h 1234367"/>
                <a:gd name="connsiteX111" fmla="*/ 271584 w 402310"/>
                <a:gd name="connsiteY111" fmla="*/ 184797 h 1234367"/>
                <a:gd name="connsiteX112" fmla="*/ 267821 w 402310"/>
                <a:gd name="connsiteY112" fmla="*/ 191470 h 1234367"/>
                <a:gd name="connsiteX113" fmla="*/ 236598 w 402310"/>
                <a:gd name="connsiteY113" fmla="*/ 194976 h 1234367"/>
                <a:gd name="connsiteX114" fmla="*/ 233948 w 402310"/>
                <a:gd name="connsiteY114" fmla="*/ 198227 h 1234367"/>
                <a:gd name="connsiteX115" fmla="*/ 236598 w 402310"/>
                <a:gd name="connsiteY115" fmla="*/ 194976 h 1234367"/>
                <a:gd name="connsiteX116" fmla="*/ 240534 w 402310"/>
                <a:gd name="connsiteY116" fmla="*/ 211571 h 1234367"/>
                <a:gd name="connsiteX117" fmla="*/ 241217 w 402310"/>
                <a:gd name="connsiteY117" fmla="*/ 215335 h 1234367"/>
                <a:gd name="connsiteX118" fmla="*/ 240534 w 402310"/>
                <a:gd name="connsiteY118" fmla="*/ 211571 h 1234367"/>
                <a:gd name="connsiteX119" fmla="*/ 265597 w 402310"/>
                <a:gd name="connsiteY119" fmla="*/ 220553 h 1234367"/>
                <a:gd name="connsiteX120" fmla="*/ 317006 w 402310"/>
                <a:gd name="connsiteY120" fmla="*/ 243905 h 1234367"/>
                <a:gd name="connsiteX121" fmla="*/ 321880 w 402310"/>
                <a:gd name="connsiteY121" fmla="*/ 260842 h 1234367"/>
                <a:gd name="connsiteX122" fmla="*/ 328724 w 402310"/>
                <a:gd name="connsiteY122" fmla="*/ 331327 h 1234367"/>
                <a:gd name="connsiteX123" fmla="*/ 336681 w 402310"/>
                <a:gd name="connsiteY123" fmla="*/ 368451 h 1234367"/>
                <a:gd name="connsiteX124" fmla="*/ 337792 w 402310"/>
                <a:gd name="connsiteY124" fmla="*/ 414556 h 1234367"/>
                <a:gd name="connsiteX125" fmla="*/ 344635 w 402310"/>
                <a:gd name="connsiteY125" fmla="*/ 430467 h 1234367"/>
                <a:gd name="connsiteX126" fmla="*/ 346688 w 402310"/>
                <a:gd name="connsiteY126" fmla="*/ 466479 h 1234367"/>
                <a:gd name="connsiteX127" fmla="*/ 352504 w 402310"/>
                <a:gd name="connsiteY127" fmla="*/ 492996 h 1234367"/>
                <a:gd name="connsiteX128" fmla="*/ 357809 w 402310"/>
                <a:gd name="connsiteY128" fmla="*/ 518487 h 1234367"/>
                <a:gd name="connsiteX129" fmla="*/ 358406 w 402310"/>
                <a:gd name="connsiteY129" fmla="*/ 579477 h 1234367"/>
                <a:gd name="connsiteX130" fmla="*/ 362683 w 402310"/>
                <a:gd name="connsiteY130" fmla="*/ 597012 h 1234367"/>
                <a:gd name="connsiteX131" fmla="*/ 361572 w 402310"/>
                <a:gd name="connsiteY131" fmla="*/ 615061 h 1234367"/>
                <a:gd name="connsiteX132" fmla="*/ 365763 w 402310"/>
                <a:gd name="connsiteY132" fmla="*/ 626182 h 1234367"/>
                <a:gd name="connsiteX133" fmla="*/ 358920 w 402310"/>
                <a:gd name="connsiteY133" fmla="*/ 649534 h 1234367"/>
                <a:gd name="connsiteX134" fmla="*/ 347799 w 402310"/>
                <a:gd name="connsiteY134" fmla="*/ 643717 h 1234367"/>
                <a:gd name="connsiteX135" fmla="*/ 344550 w 402310"/>
                <a:gd name="connsiteY135" fmla="*/ 671260 h 1234367"/>
                <a:gd name="connsiteX136" fmla="*/ 338305 w 402310"/>
                <a:gd name="connsiteY136" fmla="*/ 803847 h 1234367"/>
                <a:gd name="connsiteX137" fmla="*/ 310762 w 402310"/>
                <a:gd name="connsiteY137" fmla="*/ 974584 h 1234367"/>
                <a:gd name="connsiteX138" fmla="*/ 314354 w 402310"/>
                <a:gd name="connsiteY138" fmla="*/ 1065256 h 1234367"/>
                <a:gd name="connsiteX139" fmla="*/ 327185 w 402310"/>
                <a:gd name="connsiteY139" fmla="*/ 1143696 h 1234367"/>
                <a:gd name="connsiteX140" fmla="*/ 328127 w 402310"/>
                <a:gd name="connsiteY140" fmla="*/ 1163883 h 1234367"/>
                <a:gd name="connsiteX141" fmla="*/ 331376 w 402310"/>
                <a:gd name="connsiteY141" fmla="*/ 1184583 h 1234367"/>
                <a:gd name="connsiteX142" fmla="*/ 342497 w 402310"/>
                <a:gd name="connsiteY142" fmla="*/ 1200493 h 1234367"/>
                <a:gd name="connsiteX143" fmla="*/ 342497 w 402310"/>
                <a:gd name="connsiteY143" fmla="*/ 1200493 h 123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</a:cxnLst>
              <a:rect l="l" t="t" r="r" b="b"/>
              <a:pathLst>
                <a:path w="402310" h="1234367">
                  <a:moveTo>
                    <a:pt x="342754" y="1200152"/>
                  </a:moveTo>
                  <a:cubicBezTo>
                    <a:pt x="347459" y="1206481"/>
                    <a:pt x="353874" y="1211785"/>
                    <a:pt x="360716" y="1212384"/>
                  </a:cubicBezTo>
                  <a:cubicBezTo>
                    <a:pt x="367645" y="1212897"/>
                    <a:pt x="385095" y="1212897"/>
                    <a:pt x="391511" y="1215035"/>
                  </a:cubicBezTo>
                  <a:cubicBezTo>
                    <a:pt x="397926" y="1217174"/>
                    <a:pt x="399465" y="1224017"/>
                    <a:pt x="401518" y="1227267"/>
                  </a:cubicBezTo>
                  <a:cubicBezTo>
                    <a:pt x="403742" y="1230432"/>
                    <a:pt x="400578" y="1234196"/>
                    <a:pt x="400578" y="1234196"/>
                  </a:cubicBezTo>
                  <a:lnTo>
                    <a:pt x="230353" y="1234196"/>
                  </a:lnTo>
                  <a:cubicBezTo>
                    <a:pt x="230353" y="1234196"/>
                    <a:pt x="229756" y="1226583"/>
                    <a:pt x="229414" y="1219227"/>
                  </a:cubicBezTo>
                  <a:cubicBezTo>
                    <a:pt x="229157" y="1217601"/>
                    <a:pt x="228986" y="1215292"/>
                    <a:pt x="228986" y="1212726"/>
                  </a:cubicBezTo>
                  <a:cubicBezTo>
                    <a:pt x="228814" y="1210416"/>
                    <a:pt x="228814" y="1208449"/>
                    <a:pt x="228814" y="1207166"/>
                  </a:cubicBezTo>
                  <a:cubicBezTo>
                    <a:pt x="228814" y="1205883"/>
                    <a:pt x="228986" y="1204685"/>
                    <a:pt x="229242" y="1203744"/>
                  </a:cubicBezTo>
                  <a:lnTo>
                    <a:pt x="229499" y="1201862"/>
                  </a:lnTo>
                  <a:cubicBezTo>
                    <a:pt x="230182" y="1196559"/>
                    <a:pt x="233006" y="1197585"/>
                    <a:pt x="234119" y="1193394"/>
                  </a:cubicBezTo>
                  <a:lnTo>
                    <a:pt x="234288" y="1191683"/>
                  </a:lnTo>
                  <a:lnTo>
                    <a:pt x="233862" y="1189630"/>
                  </a:lnTo>
                  <a:cubicBezTo>
                    <a:pt x="232749" y="1187235"/>
                    <a:pt x="230097" y="1186465"/>
                    <a:pt x="230353" y="1180734"/>
                  </a:cubicBezTo>
                  <a:lnTo>
                    <a:pt x="230525" y="1179109"/>
                  </a:lnTo>
                  <a:cubicBezTo>
                    <a:pt x="230953" y="1175944"/>
                    <a:pt x="231638" y="1172351"/>
                    <a:pt x="231467" y="1169015"/>
                  </a:cubicBezTo>
                  <a:cubicBezTo>
                    <a:pt x="229414" y="1163712"/>
                    <a:pt x="224109" y="1163712"/>
                    <a:pt x="225051" y="1157382"/>
                  </a:cubicBezTo>
                  <a:cubicBezTo>
                    <a:pt x="224195" y="1151052"/>
                    <a:pt x="229499" y="1146090"/>
                    <a:pt x="231638" y="1143952"/>
                  </a:cubicBezTo>
                  <a:lnTo>
                    <a:pt x="232578" y="1143097"/>
                  </a:lnTo>
                  <a:lnTo>
                    <a:pt x="233519" y="1140958"/>
                  </a:lnTo>
                  <a:cubicBezTo>
                    <a:pt x="236172" y="1134115"/>
                    <a:pt x="230353" y="1131378"/>
                    <a:pt x="229328" y="1126673"/>
                  </a:cubicBezTo>
                  <a:cubicBezTo>
                    <a:pt x="228215" y="1121968"/>
                    <a:pt x="228215" y="1090062"/>
                    <a:pt x="226676" y="1071585"/>
                  </a:cubicBezTo>
                  <a:cubicBezTo>
                    <a:pt x="224965" y="1053023"/>
                    <a:pt x="220860" y="987842"/>
                    <a:pt x="220260" y="972445"/>
                  </a:cubicBezTo>
                  <a:cubicBezTo>
                    <a:pt x="219747" y="957048"/>
                    <a:pt x="219747" y="909403"/>
                    <a:pt x="219149" y="901961"/>
                  </a:cubicBezTo>
                  <a:cubicBezTo>
                    <a:pt x="218721" y="894519"/>
                    <a:pt x="212903" y="870140"/>
                    <a:pt x="212306" y="845248"/>
                  </a:cubicBezTo>
                  <a:cubicBezTo>
                    <a:pt x="212049" y="834128"/>
                    <a:pt x="211706" y="818902"/>
                    <a:pt x="211364" y="805130"/>
                  </a:cubicBezTo>
                  <a:cubicBezTo>
                    <a:pt x="210424" y="786910"/>
                    <a:pt x="209654" y="772540"/>
                    <a:pt x="209654" y="772540"/>
                  </a:cubicBezTo>
                  <a:cubicBezTo>
                    <a:pt x="209225" y="771941"/>
                    <a:pt x="209054" y="771427"/>
                    <a:pt x="208712" y="772710"/>
                  </a:cubicBezTo>
                  <a:cubicBezTo>
                    <a:pt x="207601" y="785884"/>
                    <a:pt x="203238" y="800682"/>
                    <a:pt x="199218" y="813598"/>
                  </a:cubicBezTo>
                  <a:cubicBezTo>
                    <a:pt x="191263" y="853032"/>
                    <a:pt x="178773" y="933953"/>
                    <a:pt x="177319" y="963977"/>
                  </a:cubicBezTo>
                  <a:cubicBezTo>
                    <a:pt x="176720" y="976038"/>
                    <a:pt x="174838" y="988356"/>
                    <a:pt x="172700" y="999818"/>
                  </a:cubicBezTo>
                  <a:cubicBezTo>
                    <a:pt x="172700" y="1004779"/>
                    <a:pt x="172871" y="1009056"/>
                    <a:pt x="172871" y="1011879"/>
                  </a:cubicBezTo>
                  <a:cubicBezTo>
                    <a:pt x="172871" y="1021802"/>
                    <a:pt x="167141" y="1046522"/>
                    <a:pt x="169365" y="1060637"/>
                  </a:cubicBezTo>
                  <a:cubicBezTo>
                    <a:pt x="171418" y="1074750"/>
                    <a:pt x="178602" y="1124278"/>
                    <a:pt x="179287" y="1133431"/>
                  </a:cubicBezTo>
                  <a:cubicBezTo>
                    <a:pt x="179886" y="1141043"/>
                    <a:pt x="178432" y="1140530"/>
                    <a:pt x="175266" y="1144807"/>
                  </a:cubicBezTo>
                  <a:lnTo>
                    <a:pt x="175010" y="1145150"/>
                  </a:lnTo>
                  <a:lnTo>
                    <a:pt x="172957" y="1148143"/>
                  </a:lnTo>
                  <a:cubicBezTo>
                    <a:pt x="169194" y="1154388"/>
                    <a:pt x="166028" y="1154816"/>
                    <a:pt x="162350" y="1155329"/>
                  </a:cubicBezTo>
                  <a:cubicBezTo>
                    <a:pt x="159698" y="1157210"/>
                    <a:pt x="157302" y="1158836"/>
                    <a:pt x="156191" y="1160547"/>
                  </a:cubicBezTo>
                  <a:cubicBezTo>
                    <a:pt x="156363" y="1162685"/>
                    <a:pt x="157048" y="1165166"/>
                    <a:pt x="156619" y="1167304"/>
                  </a:cubicBezTo>
                  <a:cubicBezTo>
                    <a:pt x="156191" y="1169785"/>
                    <a:pt x="156020" y="1174318"/>
                    <a:pt x="156191" y="1178681"/>
                  </a:cubicBezTo>
                  <a:cubicBezTo>
                    <a:pt x="157559" y="1190913"/>
                    <a:pt x="160126" y="1205455"/>
                    <a:pt x="158844" y="1210502"/>
                  </a:cubicBezTo>
                  <a:cubicBezTo>
                    <a:pt x="158159" y="1216832"/>
                    <a:pt x="151914" y="1222734"/>
                    <a:pt x="151914" y="1222734"/>
                  </a:cubicBezTo>
                  <a:lnTo>
                    <a:pt x="153625" y="1234367"/>
                  </a:lnTo>
                  <a:lnTo>
                    <a:pt x="85193" y="1234367"/>
                  </a:lnTo>
                  <a:cubicBezTo>
                    <a:pt x="80916" y="1234367"/>
                    <a:pt x="82541" y="1228551"/>
                    <a:pt x="82969" y="1223760"/>
                  </a:cubicBezTo>
                  <a:cubicBezTo>
                    <a:pt x="83568" y="1218970"/>
                    <a:pt x="87845" y="1214266"/>
                    <a:pt x="88273" y="1209989"/>
                  </a:cubicBezTo>
                  <a:cubicBezTo>
                    <a:pt x="88871" y="1205712"/>
                    <a:pt x="87332" y="1197756"/>
                    <a:pt x="88273" y="1189801"/>
                  </a:cubicBezTo>
                  <a:cubicBezTo>
                    <a:pt x="89384" y="1181846"/>
                    <a:pt x="91095" y="1178681"/>
                    <a:pt x="94090" y="1169614"/>
                  </a:cubicBezTo>
                  <a:cubicBezTo>
                    <a:pt x="97339" y="1160632"/>
                    <a:pt x="87845" y="1170640"/>
                    <a:pt x="81944" y="1151565"/>
                  </a:cubicBezTo>
                  <a:cubicBezTo>
                    <a:pt x="76125" y="1132489"/>
                    <a:pt x="68685" y="1088437"/>
                    <a:pt x="69113" y="1060380"/>
                  </a:cubicBezTo>
                  <a:cubicBezTo>
                    <a:pt x="69710" y="1032237"/>
                    <a:pt x="77239" y="989296"/>
                    <a:pt x="82883" y="964405"/>
                  </a:cubicBezTo>
                  <a:cubicBezTo>
                    <a:pt x="88702" y="939512"/>
                    <a:pt x="89813" y="891268"/>
                    <a:pt x="89813" y="849354"/>
                  </a:cubicBezTo>
                  <a:cubicBezTo>
                    <a:pt x="89813" y="807439"/>
                    <a:pt x="95629" y="721558"/>
                    <a:pt x="95629" y="698804"/>
                  </a:cubicBezTo>
                  <a:cubicBezTo>
                    <a:pt x="95629" y="676051"/>
                    <a:pt x="95117" y="673912"/>
                    <a:pt x="96571" y="660654"/>
                  </a:cubicBezTo>
                  <a:cubicBezTo>
                    <a:pt x="97425" y="654238"/>
                    <a:pt x="96571" y="650560"/>
                    <a:pt x="94946" y="647737"/>
                  </a:cubicBezTo>
                  <a:cubicBezTo>
                    <a:pt x="92294" y="647737"/>
                    <a:pt x="87674" y="648678"/>
                    <a:pt x="85364" y="646112"/>
                  </a:cubicBezTo>
                  <a:cubicBezTo>
                    <a:pt x="82455" y="642947"/>
                    <a:pt x="82200" y="639526"/>
                    <a:pt x="79805" y="634735"/>
                  </a:cubicBezTo>
                  <a:cubicBezTo>
                    <a:pt x="77838" y="630972"/>
                    <a:pt x="72962" y="617628"/>
                    <a:pt x="70909" y="611810"/>
                  </a:cubicBezTo>
                  <a:cubicBezTo>
                    <a:pt x="67743" y="615147"/>
                    <a:pt x="65178" y="617884"/>
                    <a:pt x="64065" y="619595"/>
                  </a:cubicBezTo>
                  <a:lnTo>
                    <a:pt x="62012" y="615147"/>
                  </a:lnTo>
                  <a:lnTo>
                    <a:pt x="60730" y="615147"/>
                  </a:lnTo>
                  <a:cubicBezTo>
                    <a:pt x="57650" y="614291"/>
                    <a:pt x="52262" y="593505"/>
                    <a:pt x="46358" y="582898"/>
                  </a:cubicBezTo>
                  <a:cubicBezTo>
                    <a:pt x="40542" y="572291"/>
                    <a:pt x="37292" y="550051"/>
                    <a:pt x="29336" y="532516"/>
                  </a:cubicBezTo>
                  <a:cubicBezTo>
                    <a:pt x="21381" y="514980"/>
                    <a:pt x="15565" y="512328"/>
                    <a:pt x="14537" y="506511"/>
                  </a:cubicBezTo>
                  <a:cubicBezTo>
                    <a:pt x="13426" y="500695"/>
                    <a:pt x="13426" y="482133"/>
                    <a:pt x="4958" y="468361"/>
                  </a:cubicBezTo>
                  <a:cubicBezTo>
                    <a:pt x="-3510" y="454589"/>
                    <a:pt x="1193" y="423281"/>
                    <a:pt x="2306" y="412161"/>
                  </a:cubicBezTo>
                  <a:cubicBezTo>
                    <a:pt x="3417" y="401041"/>
                    <a:pt x="11885" y="340565"/>
                    <a:pt x="15565" y="310369"/>
                  </a:cubicBezTo>
                  <a:cubicBezTo>
                    <a:pt x="19328" y="280174"/>
                    <a:pt x="37292" y="229278"/>
                    <a:pt x="40542" y="225514"/>
                  </a:cubicBezTo>
                  <a:cubicBezTo>
                    <a:pt x="43708" y="221836"/>
                    <a:pt x="46015" y="222349"/>
                    <a:pt x="46015" y="222349"/>
                  </a:cubicBezTo>
                  <a:cubicBezTo>
                    <a:pt x="60216" y="220980"/>
                    <a:pt x="118895" y="199082"/>
                    <a:pt x="121376" y="198655"/>
                  </a:cubicBezTo>
                  <a:cubicBezTo>
                    <a:pt x="123772" y="198313"/>
                    <a:pt x="130529" y="199339"/>
                    <a:pt x="130529" y="199339"/>
                  </a:cubicBezTo>
                  <a:lnTo>
                    <a:pt x="130786" y="196516"/>
                  </a:lnTo>
                  <a:cubicBezTo>
                    <a:pt x="140366" y="194036"/>
                    <a:pt x="153796" y="175644"/>
                    <a:pt x="153796" y="175644"/>
                  </a:cubicBezTo>
                  <a:lnTo>
                    <a:pt x="152000" y="178125"/>
                  </a:lnTo>
                  <a:lnTo>
                    <a:pt x="152000" y="178895"/>
                  </a:lnTo>
                  <a:cubicBezTo>
                    <a:pt x="154395" y="175302"/>
                    <a:pt x="158672" y="170854"/>
                    <a:pt x="162264" y="169229"/>
                  </a:cubicBezTo>
                  <a:cubicBezTo>
                    <a:pt x="163549" y="167775"/>
                    <a:pt x="164917" y="166492"/>
                    <a:pt x="164317" y="165380"/>
                  </a:cubicBezTo>
                  <a:cubicBezTo>
                    <a:pt x="163377" y="163241"/>
                    <a:pt x="163632" y="157938"/>
                    <a:pt x="162521" y="155885"/>
                  </a:cubicBezTo>
                  <a:cubicBezTo>
                    <a:pt x="161579" y="153746"/>
                    <a:pt x="159698" y="147758"/>
                    <a:pt x="156277" y="141771"/>
                  </a:cubicBezTo>
                  <a:cubicBezTo>
                    <a:pt x="152685" y="135783"/>
                    <a:pt x="149861" y="126203"/>
                    <a:pt x="149605" y="121583"/>
                  </a:cubicBezTo>
                  <a:cubicBezTo>
                    <a:pt x="149177" y="116964"/>
                    <a:pt x="144302" y="68207"/>
                    <a:pt x="153111" y="49474"/>
                  </a:cubicBezTo>
                  <a:cubicBezTo>
                    <a:pt x="161922" y="30740"/>
                    <a:pt x="169450" y="23983"/>
                    <a:pt x="189465" y="12692"/>
                  </a:cubicBezTo>
                  <a:cubicBezTo>
                    <a:pt x="209654" y="1400"/>
                    <a:pt x="216754" y="10211"/>
                    <a:pt x="216326" y="6020"/>
                  </a:cubicBezTo>
                  <a:cubicBezTo>
                    <a:pt x="216069" y="1743"/>
                    <a:pt x="216754" y="1400"/>
                    <a:pt x="219149" y="716"/>
                  </a:cubicBezTo>
                  <a:cubicBezTo>
                    <a:pt x="221628" y="32"/>
                    <a:pt x="222313" y="-1080"/>
                    <a:pt x="223426" y="2513"/>
                  </a:cubicBezTo>
                  <a:cubicBezTo>
                    <a:pt x="224366" y="6020"/>
                    <a:pt x="223681" y="9612"/>
                    <a:pt x="228301" y="7816"/>
                  </a:cubicBezTo>
                  <a:cubicBezTo>
                    <a:pt x="232920" y="6020"/>
                    <a:pt x="230525" y="4651"/>
                    <a:pt x="235829" y="6362"/>
                  </a:cubicBezTo>
                  <a:cubicBezTo>
                    <a:pt x="241131" y="8158"/>
                    <a:pt x="241816" y="4223"/>
                    <a:pt x="245751" y="9527"/>
                  </a:cubicBezTo>
                  <a:cubicBezTo>
                    <a:pt x="249685" y="14830"/>
                    <a:pt x="248574" y="17995"/>
                    <a:pt x="251055" y="17311"/>
                  </a:cubicBezTo>
                  <a:cubicBezTo>
                    <a:pt x="253449" y="16627"/>
                    <a:pt x="252766" y="12692"/>
                    <a:pt x="257983" y="13804"/>
                  </a:cubicBezTo>
                  <a:cubicBezTo>
                    <a:pt x="263458" y="14830"/>
                    <a:pt x="266879" y="15942"/>
                    <a:pt x="266879" y="20818"/>
                  </a:cubicBezTo>
                  <a:lnTo>
                    <a:pt x="266708" y="22529"/>
                  </a:lnTo>
                  <a:cubicBezTo>
                    <a:pt x="267307" y="22187"/>
                    <a:pt x="268504" y="22101"/>
                    <a:pt x="270985" y="23042"/>
                  </a:cubicBezTo>
                  <a:cubicBezTo>
                    <a:pt x="278085" y="25523"/>
                    <a:pt x="279881" y="21246"/>
                    <a:pt x="282020" y="27319"/>
                  </a:cubicBezTo>
                  <a:cubicBezTo>
                    <a:pt x="284073" y="33307"/>
                    <a:pt x="288007" y="33649"/>
                    <a:pt x="290060" y="31511"/>
                  </a:cubicBezTo>
                  <a:cubicBezTo>
                    <a:pt x="292284" y="29372"/>
                    <a:pt x="287238" y="43571"/>
                    <a:pt x="287238" y="43571"/>
                  </a:cubicBezTo>
                  <a:cubicBezTo>
                    <a:pt x="285869" y="47763"/>
                    <a:pt x="289719" y="53409"/>
                    <a:pt x="289719" y="58370"/>
                  </a:cubicBezTo>
                  <a:cubicBezTo>
                    <a:pt x="289719" y="63331"/>
                    <a:pt x="287238" y="60509"/>
                    <a:pt x="283047" y="59824"/>
                  </a:cubicBezTo>
                  <a:cubicBezTo>
                    <a:pt x="278770" y="59140"/>
                    <a:pt x="283730" y="61963"/>
                    <a:pt x="283730" y="66838"/>
                  </a:cubicBezTo>
                  <a:cubicBezTo>
                    <a:pt x="283730" y="71714"/>
                    <a:pt x="290659" y="91559"/>
                    <a:pt x="289974" y="98659"/>
                  </a:cubicBezTo>
                  <a:cubicBezTo>
                    <a:pt x="289974" y="98659"/>
                    <a:pt x="286468" y="104305"/>
                    <a:pt x="286468" y="107812"/>
                  </a:cubicBezTo>
                  <a:cubicBezTo>
                    <a:pt x="286468" y="111319"/>
                    <a:pt x="285783" y="113458"/>
                    <a:pt x="289974" y="121926"/>
                  </a:cubicBezTo>
                  <a:cubicBezTo>
                    <a:pt x="294337" y="130394"/>
                    <a:pt x="298443" y="141686"/>
                    <a:pt x="295022" y="143140"/>
                  </a:cubicBezTo>
                  <a:cubicBezTo>
                    <a:pt x="291430" y="144508"/>
                    <a:pt x="285100" y="146646"/>
                    <a:pt x="285100" y="146646"/>
                  </a:cubicBezTo>
                  <a:cubicBezTo>
                    <a:pt x="285100" y="146646"/>
                    <a:pt x="283304" y="150154"/>
                    <a:pt x="281934" y="151950"/>
                  </a:cubicBezTo>
                  <a:cubicBezTo>
                    <a:pt x="280566" y="153746"/>
                    <a:pt x="282191" y="157254"/>
                    <a:pt x="281249" y="159392"/>
                  </a:cubicBezTo>
                  <a:cubicBezTo>
                    <a:pt x="280138" y="161531"/>
                    <a:pt x="278770" y="161873"/>
                    <a:pt x="276889" y="162899"/>
                  </a:cubicBezTo>
                  <a:cubicBezTo>
                    <a:pt x="275176" y="163926"/>
                    <a:pt x="278000" y="164268"/>
                    <a:pt x="276889" y="167861"/>
                  </a:cubicBezTo>
                  <a:cubicBezTo>
                    <a:pt x="275947" y="171367"/>
                    <a:pt x="275519" y="171367"/>
                    <a:pt x="273380" y="173506"/>
                  </a:cubicBezTo>
                  <a:cubicBezTo>
                    <a:pt x="271327" y="175644"/>
                    <a:pt x="271584" y="180264"/>
                    <a:pt x="271584" y="184797"/>
                  </a:cubicBezTo>
                  <a:cubicBezTo>
                    <a:pt x="271584" y="189331"/>
                    <a:pt x="269874" y="191470"/>
                    <a:pt x="267821" y="191470"/>
                  </a:cubicBezTo>
                  <a:cubicBezTo>
                    <a:pt x="265597" y="191470"/>
                    <a:pt x="241217" y="194292"/>
                    <a:pt x="236598" y="194976"/>
                  </a:cubicBezTo>
                  <a:cubicBezTo>
                    <a:pt x="234630" y="195318"/>
                    <a:pt x="234119" y="196602"/>
                    <a:pt x="233948" y="198227"/>
                  </a:cubicBezTo>
                  <a:cubicBezTo>
                    <a:pt x="234887" y="197286"/>
                    <a:pt x="235744" y="196260"/>
                    <a:pt x="236598" y="194976"/>
                  </a:cubicBezTo>
                  <a:cubicBezTo>
                    <a:pt x="236598" y="194976"/>
                    <a:pt x="241217" y="206610"/>
                    <a:pt x="240534" y="211571"/>
                  </a:cubicBezTo>
                  <a:cubicBezTo>
                    <a:pt x="240534" y="212084"/>
                    <a:pt x="240703" y="213453"/>
                    <a:pt x="241217" y="215335"/>
                  </a:cubicBezTo>
                  <a:cubicBezTo>
                    <a:pt x="240789" y="213025"/>
                    <a:pt x="240534" y="211571"/>
                    <a:pt x="240534" y="211571"/>
                  </a:cubicBezTo>
                  <a:cubicBezTo>
                    <a:pt x="242501" y="213710"/>
                    <a:pt x="256101" y="216361"/>
                    <a:pt x="265597" y="220553"/>
                  </a:cubicBezTo>
                  <a:cubicBezTo>
                    <a:pt x="275176" y="224830"/>
                    <a:pt x="310762" y="240142"/>
                    <a:pt x="317006" y="243905"/>
                  </a:cubicBezTo>
                  <a:cubicBezTo>
                    <a:pt x="323422" y="247583"/>
                    <a:pt x="321880" y="249722"/>
                    <a:pt x="321880" y="260842"/>
                  </a:cubicBezTo>
                  <a:cubicBezTo>
                    <a:pt x="321880" y="271962"/>
                    <a:pt x="326074" y="316528"/>
                    <a:pt x="328724" y="331327"/>
                  </a:cubicBezTo>
                  <a:cubicBezTo>
                    <a:pt x="331376" y="346210"/>
                    <a:pt x="333086" y="349375"/>
                    <a:pt x="336681" y="368451"/>
                  </a:cubicBezTo>
                  <a:cubicBezTo>
                    <a:pt x="340444" y="387526"/>
                    <a:pt x="338391" y="401897"/>
                    <a:pt x="337792" y="414556"/>
                  </a:cubicBezTo>
                  <a:cubicBezTo>
                    <a:pt x="337192" y="427302"/>
                    <a:pt x="340444" y="423538"/>
                    <a:pt x="344635" y="430467"/>
                  </a:cubicBezTo>
                  <a:cubicBezTo>
                    <a:pt x="348998" y="437310"/>
                    <a:pt x="345746" y="454332"/>
                    <a:pt x="346688" y="466479"/>
                  </a:cubicBezTo>
                  <a:cubicBezTo>
                    <a:pt x="347799" y="478711"/>
                    <a:pt x="355156" y="481876"/>
                    <a:pt x="352504" y="492996"/>
                  </a:cubicBezTo>
                  <a:cubicBezTo>
                    <a:pt x="349852" y="504116"/>
                    <a:pt x="357380" y="506768"/>
                    <a:pt x="357809" y="518487"/>
                  </a:cubicBezTo>
                  <a:cubicBezTo>
                    <a:pt x="358406" y="530120"/>
                    <a:pt x="356267" y="565705"/>
                    <a:pt x="358406" y="579477"/>
                  </a:cubicBezTo>
                  <a:cubicBezTo>
                    <a:pt x="360459" y="593248"/>
                    <a:pt x="362171" y="590084"/>
                    <a:pt x="362683" y="597012"/>
                  </a:cubicBezTo>
                  <a:cubicBezTo>
                    <a:pt x="363111" y="603855"/>
                    <a:pt x="362086" y="610784"/>
                    <a:pt x="361572" y="615061"/>
                  </a:cubicBezTo>
                  <a:cubicBezTo>
                    <a:pt x="360972" y="619252"/>
                    <a:pt x="365763" y="622503"/>
                    <a:pt x="365763" y="626182"/>
                  </a:cubicBezTo>
                  <a:cubicBezTo>
                    <a:pt x="365763" y="629860"/>
                    <a:pt x="366363" y="643631"/>
                    <a:pt x="358920" y="649534"/>
                  </a:cubicBezTo>
                  <a:cubicBezTo>
                    <a:pt x="351564" y="655350"/>
                    <a:pt x="347799" y="643717"/>
                    <a:pt x="347799" y="643717"/>
                  </a:cubicBezTo>
                  <a:cubicBezTo>
                    <a:pt x="347799" y="643717"/>
                    <a:pt x="345149" y="644230"/>
                    <a:pt x="344550" y="671260"/>
                  </a:cubicBezTo>
                  <a:cubicBezTo>
                    <a:pt x="343950" y="698291"/>
                    <a:pt x="341897" y="768263"/>
                    <a:pt x="338305" y="803847"/>
                  </a:cubicBezTo>
                  <a:cubicBezTo>
                    <a:pt x="334542" y="839346"/>
                    <a:pt x="312215" y="956535"/>
                    <a:pt x="310762" y="974584"/>
                  </a:cubicBezTo>
                  <a:cubicBezTo>
                    <a:pt x="309049" y="992633"/>
                    <a:pt x="311188" y="1045068"/>
                    <a:pt x="314354" y="1065256"/>
                  </a:cubicBezTo>
                  <a:cubicBezTo>
                    <a:pt x="317520" y="1085443"/>
                    <a:pt x="326074" y="1140017"/>
                    <a:pt x="327185" y="1143696"/>
                  </a:cubicBezTo>
                  <a:cubicBezTo>
                    <a:pt x="328127" y="1147459"/>
                    <a:pt x="329837" y="1155928"/>
                    <a:pt x="328127" y="1163883"/>
                  </a:cubicBezTo>
                  <a:cubicBezTo>
                    <a:pt x="326585" y="1171838"/>
                    <a:pt x="328127" y="1176115"/>
                    <a:pt x="331376" y="1184583"/>
                  </a:cubicBezTo>
                  <a:cubicBezTo>
                    <a:pt x="334542" y="1193052"/>
                    <a:pt x="337792" y="1194164"/>
                    <a:pt x="342497" y="1200493"/>
                  </a:cubicBezTo>
                  <a:lnTo>
                    <a:pt x="342497" y="1200493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83950543-2B2D-03E0-1582-CC37CA55E2F3}"/>
                </a:ext>
              </a:extLst>
            </p:cNvPr>
            <p:cNvSpPr/>
            <p:nvPr/>
          </p:nvSpPr>
          <p:spPr>
            <a:xfrm>
              <a:off x="-1844247" y="4281578"/>
              <a:ext cx="382512" cy="1232679"/>
            </a:xfrm>
            <a:custGeom>
              <a:avLst/>
              <a:gdLst>
                <a:gd name="connsiteX0" fmla="*/ 166575 w 382512"/>
                <a:gd name="connsiteY0" fmla="*/ 151024 h 1232679"/>
                <a:gd name="connsiteX1" fmla="*/ 152803 w 382512"/>
                <a:gd name="connsiteY1" fmla="*/ 165822 h 1232679"/>
                <a:gd name="connsiteX2" fmla="*/ 135781 w 382512"/>
                <a:gd name="connsiteY2" fmla="*/ 172665 h 1232679"/>
                <a:gd name="connsiteX3" fmla="*/ 110461 w 382512"/>
                <a:gd name="connsiteY3" fmla="*/ 176600 h 1232679"/>
                <a:gd name="connsiteX4" fmla="*/ 80865 w 382512"/>
                <a:gd name="connsiteY4" fmla="*/ 189859 h 1232679"/>
                <a:gd name="connsiteX5" fmla="*/ 45622 w 382512"/>
                <a:gd name="connsiteY5" fmla="*/ 237333 h 1232679"/>
                <a:gd name="connsiteX6" fmla="*/ 39976 w 382512"/>
                <a:gd name="connsiteY6" fmla="*/ 283781 h 1232679"/>
                <a:gd name="connsiteX7" fmla="*/ 28771 w 382512"/>
                <a:gd name="connsiteY7" fmla="*/ 319537 h 1232679"/>
                <a:gd name="connsiteX8" fmla="*/ 201 w 382512"/>
                <a:gd name="connsiteY8" fmla="*/ 414485 h 1232679"/>
                <a:gd name="connsiteX9" fmla="*/ 33390 w 382512"/>
                <a:gd name="connsiteY9" fmla="*/ 447675 h 1232679"/>
                <a:gd name="connsiteX10" fmla="*/ 14657 w 382512"/>
                <a:gd name="connsiteY10" fmla="*/ 600106 h 1232679"/>
                <a:gd name="connsiteX11" fmla="*/ 20131 w 382512"/>
                <a:gd name="connsiteY11" fmla="*/ 645015 h 1232679"/>
                <a:gd name="connsiteX12" fmla="*/ 38522 w 382512"/>
                <a:gd name="connsiteY12" fmla="*/ 653397 h 1232679"/>
                <a:gd name="connsiteX13" fmla="*/ 46221 w 382512"/>
                <a:gd name="connsiteY13" fmla="*/ 779996 h 1232679"/>
                <a:gd name="connsiteX14" fmla="*/ 55373 w 382512"/>
                <a:gd name="connsiteY14" fmla="*/ 836110 h 1232679"/>
                <a:gd name="connsiteX15" fmla="*/ 29883 w 382512"/>
                <a:gd name="connsiteY15" fmla="*/ 1019849 h 1232679"/>
                <a:gd name="connsiteX16" fmla="*/ 13545 w 382512"/>
                <a:gd name="connsiteY16" fmla="*/ 1129082 h 1232679"/>
                <a:gd name="connsiteX17" fmla="*/ 30396 w 382512"/>
                <a:gd name="connsiteY17" fmla="*/ 1158679 h 1232679"/>
                <a:gd name="connsiteX18" fmla="*/ 21243 w 382512"/>
                <a:gd name="connsiteY18" fmla="*/ 1184170 h 1232679"/>
                <a:gd name="connsiteX19" fmla="*/ 30909 w 382512"/>
                <a:gd name="connsiteY19" fmla="*/ 1216333 h 1232679"/>
                <a:gd name="connsiteX20" fmla="*/ 35015 w 382512"/>
                <a:gd name="connsiteY20" fmla="*/ 1231131 h 1232679"/>
                <a:gd name="connsiteX21" fmla="*/ 49814 w 382512"/>
                <a:gd name="connsiteY21" fmla="*/ 1232671 h 1232679"/>
                <a:gd name="connsiteX22" fmla="*/ 140657 w 382512"/>
                <a:gd name="connsiteY22" fmla="*/ 1232158 h 1232679"/>
                <a:gd name="connsiteX23" fmla="*/ 147842 w 382512"/>
                <a:gd name="connsiteY23" fmla="*/ 1227025 h 1232679"/>
                <a:gd name="connsiteX24" fmla="*/ 144762 w 382512"/>
                <a:gd name="connsiteY24" fmla="*/ 1219840 h 1232679"/>
                <a:gd name="connsiteX25" fmla="*/ 141170 w 382512"/>
                <a:gd name="connsiteY25" fmla="*/ 1209575 h 1232679"/>
                <a:gd name="connsiteX26" fmla="*/ 122779 w 382512"/>
                <a:gd name="connsiteY26" fmla="*/ 1191697 h 1232679"/>
                <a:gd name="connsiteX27" fmla="*/ 121752 w 382512"/>
                <a:gd name="connsiteY27" fmla="*/ 1178952 h 1232679"/>
                <a:gd name="connsiteX28" fmla="*/ 143223 w 382512"/>
                <a:gd name="connsiteY28" fmla="*/ 1150895 h 1232679"/>
                <a:gd name="connsiteX29" fmla="*/ 152376 w 382512"/>
                <a:gd name="connsiteY29" fmla="*/ 1113172 h 1232679"/>
                <a:gd name="connsiteX30" fmla="*/ 154942 w 382512"/>
                <a:gd name="connsiteY30" fmla="*/ 1088708 h 1232679"/>
                <a:gd name="connsiteX31" fmla="*/ 159646 w 382512"/>
                <a:gd name="connsiteY31" fmla="*/ 1124977 h 1232679"/>
                <a:gd name="connsiteX32" fmla="*/ 157935 w 382512"/>
                <a:gd name="connsiteY32" fmla="*/ 1134643 h 1232679"/>
                <a:gd name="connsiteX33" fmla="*/ 154856 w 382512"/>
                <a:gd name="connsiteY33" fmla="*/ 1162700 h 1232679"/>
                <a:gd name="connsiteX34" fmla="*/ 164522 w 382512"/>
                <a:gd name="connsiteY34" fmla="*/ 1179038 h 1232679"/>
                <a:gd name="connsiteX35" fmla="*/ 158962 w 382512"/>
                <a:gd name="connsiteY35" fmla="*/ 1227025 h 1232679"/>
                <a:gd name="connsiteX36" fmla="*/ 219182 w 382512"/>
                <a:gd name="connsiteY36" fmla="*/ 1230105 h 1232679"/>
                <a:gd name="connsiteX37" fmla="*/ 229361 w 382512"/>
                <a:gd name="connsiteY37" fmla="*/ 1224972 h 1232679"/>
                <a:gd name="connsiteX38" fmla="*/ 308998 w 382512"/>
                <a:gd name="connsiteY38" fmla="*/ 1232586 h 1232679"/>
                <a:gd name="connsiteX39" fmla="*/ 343727 w 382512"/>
                <a:gd name="connsiteY39" fmla="*/ 1226512 h 1232679"/>
                <a:gd name="connsiteX40" fmla="*/ 347320 w 382512"/>
                <a:gd name="connsiteY40" fmla="*/ 1222920 h 1232679"/>
                <a:gd name="connsiteX41" fmla="*/ 344754 w 382512"/>
                <a:gd name="connsiteY41" fmla="*/ 1213254 h 1232679"/>
                <a:gd name="connsiteX42" fmla="*/ 334061 w 382512"/>
                <a:gd name="connsiteY42" fmla="*/ 1206667 h 1232679"/>
                <a:gd name="connsiteX43" fmla="*/ 307031 w 382512"/>
                <a:gd name="connsiteY43" fmla="*/ 1207180 h 1232679"/>
                <a:gd name="connsiteX44" fmla="*/ 282053 w 382512"/>
                <a:gd name="connsiteY44" fmla="*/ 1191869 h 1232679"/>
                <a:gd name="connsiteX45" fmla="*/ 276408 w 382512"/>
                <a:gd name="connsiteY45" fmla="*/ 1181689 h 1232679"/>
                <a:gd name="connsiteX46" fmla="*/ 268281 w 382512"/>
                <a:gd name="connsiteY46" fmla="*/ 1172023 h 1232679"/>
                <a:gd name="connsiteX47" fmla="*/ 273927 w 382512"/>
                <a:gd name="connsiteY47" fmla="*/ 1152606 h 1232679"/>
                <a:gd name="connsiteX48" fmla="*/ 265801 w 382512"/>
                <a:gd name="connsiteY48" fmla="*/ 1130623 h 1232679"/>
                <a:gd name="connsiteX49" fmla="*/ 254082 w 382512"/>
                <a:gd name="connsiteY49" fmla="*/ 1086741 h 1232679"/>
                <a:gd name="connsiteX50" fmla="*/ 250489 w 382512"/>
                <a:gd name="connsiteY50" fmla="*/ 1051070 h 1232679"/>
                <a:gd name="connsiteX51" fmla="*/ 251002 w 382512"/>
                <a:gd name="connsiteY51" fmla="*/ 1000004 h 1232679"/>
                <a:gd name="connsiteX52" fmla="*/ 254595 w 382512"/>
                <a:gd name="connsiteY52" fmla="*/ 947397 h 1232679"/>
                <a:gd name="connsiteX53" fmla="*/ 263748 w 382512"/>
                <a:gd name="connsiteY53" fmla="*/ 893335 h 1232679"/>
                <a:gd name="connsiteX54" fmla="*/ 266827 w 382512"/>
                <a:gd name="connsiteY54" fmla="*/ 841242 h 1232679"/>
                <a:gd name="connsiteX55" fmla="*/ 275980 w 382512"/>
                <a:gd name="connsiteY55" fmla="*/ 784102 h 1232679"/>
                <a:gd name="connsiteX56" fmla="*/ 282652 w 382512"/>
                <a:gd name="connsiteY56" fmla="*/ 722342 h 1232679"/>
                <a:gd name="connsiteX57" fmla="*/ 279060 w 382512"/>
                <a:gd name="connsiteY57" fmla="*/ 669736 h 1232679"/>
                <a:gd name="connsiteX58" fmla="*/ 275980 w 382512"/>
                <a:gd name="connsiteY58" fmla="*/ 639112 h 1232679"/>
                <a:gd name="connsiteX59" fmla="*/ 276750 w 382512"/>
                <a:gd name="connsiteY59" fmla="*/ 623373 h 1232679"/>
                <a:gd name="connsiteX60" fmla="*/ 276750 w 382512"/>
                <a:gd name="connsiteY60" fmla="*/ 623373 h 1232679"/>
                <a:gd name="connsiteX61" fmla="*/ 300616 w 382512"/>
                <a:gd name="connsiteY61" fmla="*/ 610371 h 1232679"/>
                <a:gd name="connsiteX62" fmla="*/ 299247 w 382512"/>
                <a:gd name="connsiteY62" fmla="*/ 579748 h 1232679"/>
                <a:gd name="connsiteX63" fmla="*/ 290778 w 382512"/>
                <a:gd name="connsiteY63" fmla="*/ 524489 h 1232679"/>
                <a:gd name="connsiteX64" fmla="*/ 297365 w 382512"/>
                <a:gd name="connsiteY64" fmla="*/ 530391 h 1232679"/>
                <a:gd name="connsiteX65" fmla="*/ 298734 w 382512"/>
                <a:gd name="connsiteY65" fmla="*/ 525174 h 1232679"/>
                <a:gd name="connsiteX66" fmla="*/ 310196 w 382512"/>
                <a:gd name="connsiteY66" fmla="*/ 526029 h 1232679"/>
                <a:gd name="connsiteX67" fmla="*/ 315670 w 382512"/>
                <a:gd name="connsiteY67" fmla="*/ 506954 h 1232679"/>
                <a:gd name="connsiteX68" fmla="*/ 315841 w 382512"/>
                <a:gd name="connsiteY68" fmla="*/ 503617 h 1232679"/>
                <a:gd name="connsiteX69" fmla="*/ 316269 w 382512"/>
                <a:gd name="connsiteY69" fmla="*/ 503104 h 1232679"/>
                <a:gd name="connsiteX70" fmla="*/ 322941 w 382512"/>
                <a:gd name="connsiteY70" fmla="*/ 504901 h 1232679"/>
                <a:gd name="connsiteX71" fmla="*/ 330725 w 382512"/>
                <a:gd name="connsiteY71" fmla="*/ 507125 h 1232679"/>
                <a:gd name="connsiteX72" fmla="*/ 349202 w 382512"/>
                <a:gd name="connsiteY72" fmla="*/ 501907 h 1232679"/>
                <a:gd name="connsiteX73" fmla="*/ 353308 w 382512"/>
                <a:gd name="connsiteY73" fmla="*/ 493011 h 1232679"/>
                <a:gd name="connsiteX74" fmla="*/ 352966 w 382512"/>
                <a:gd name="connsiteY74" fmla="*/ 484457 h 1232679"/>
                <a:gd name="connsiteX75" fmla="*/ 352966 w 382512"/>
                <a:gd name="connsiteY75" fmla="*/ 468119 h 1232679"/>
                <a:gd name="connsiteX76" fmla="*/ 351511 w 382512"/>
                <a:gd name="connsiteY76" fmla="*/ 459222 h 1232679"/>
                <a:gd name="connsiteX77" fmla="*/ 345952 w 382512"/>
                <a:gd name="connsiteY77" fmla="*/ 452209 h 1232679"/>
                <a:gd name="connsiteX78" fmla="*/ 342615 w 382512"/>
                <a:gd name="connsiteY78" fmla="*/ 446221 h 1232679"/>
                <a:gd name="connsiteX79" fmla="*/ 329271 w 382512"/>
                <a:gd name="connsiteY79" fmla="*/ 443227 h 1232679"/>
                <a:gd name="connsiteX80" fmla="*/ 310709 w 382512"/>
                <a:gd name="connsiteY80" fmla="*/ 444339 h 1232679"/>
                <a:gd name="connsiteX81" fmla="*/ 301385 w 382512"/>
                <a:gd name="connsiteY81" fmla="*/ 445536 h 1232679"/>
                <a:gd name="connsiteX82" fmla="*/ 299504 w 382512"/>
                <a:gd name="connsiteY82" fmla="*/ 445109 h 1232679"/>
                <a:gd name="connsiteX83" fmla="*/ 299504 w 382512"/>
                <a:gd name="connsiteY83" fmla="*/ 445109 h 1232679"/>
                <a:gd name="connsiteX84" fmla="*/ 299076 w 382512"/>
                <a:gd name="connsiteY84" fmla="*/ 445109 h 1232679"/>
                <a:gd name="connsiteX85" fmla="*/ 290436 w 382512"/>
                <a:gd name="connsiteY85" fmla="*/ 444766 h 1232679"/>
                <a:gd name="connsiteX86" fmla="*/ 289838 w 382512"/>
                <a:gd name="connsiteY86" fmla="*/ 442543 h 1232679"/>
                <a:gd name="connsiteX87" fmla="*/ 288811 w 382512"/>
                <a:gd name="connsiteY87" fmla="*/ 438351 h 1232679"/>
                <a:gd name="connsiteX88" fmla="*/ 285047 w 382512"/>
                <a:gd name="connsiteY88" fmla="*/ 389764 h 1232679"/>
                <a:gd name="connsiteX89" fmla="*/ 283337 w 382512"/>
                <a:gd name="connsiteY89" fmla="*/ 381467 h 1232679"/>
                <a:gd name="connsiteX90" fmla="*/ 293003 w 382512"/>
                <a:gd name="connsiteY90" fmla="*/ 382066 h 1232679"/>
                <a:gd name="connsiteX91" fmla="*/ 308143 w 382512"/>
                <a:gd name="connsiteY91" fmla="*/ 382665 h 1232679"/>
                <a:gd name="connsiteX92" fmla="*/ 324395 w 382512"/>
                <a:gd name="connsiteY92" fmla="*/ 388824 h 1232679"/>
                <a:gd name="connsiteX93" fmla="*/ 340648 w 382512"/>
                <a:gd name="connsiteY93" fmla="*/ 400628 h 1232679"/>
                <a:gd name="connsiteX94" fmla="*/ 344583 w 382512"/>
                <a:gd name="connsiteY94" fmla="*/ 397805 h 1232679"/>
                <a:gd name="connsiteX95" fmla="*/ 334489 w 382512"/>
                <a:gd name="connsiteY95" fmla="*/ 386599 h 1232679"/>
                <a:gd name="connsiteX96" fmla="*/ 325251 w 382512"/>
                <a:gd name="connsiteY96" fmla="*/ 376848 h 1232679"/>
                <a:gd name="connsiteX97" fmla="*/ 335088 w 382512"/>
                <a:gd name="connsiteY97" fmla="*/ 373683 h 1232679"/>
                <a:gd name="connsiteX98" fmla="*/ 350228 w 382512"/>
                <a:gd name="connsiteY98" fmla="*/ 383263 h 1232679"/>
                <a:gd name="connsiteX99" fmla="*/ 361434 w 382512"/>
                <a:gd name="connsiteY99" fmla="*/ 392673 h 1232679"/>
                <a:gd name="connsiteX100" fmla="*/ 364770 w 382512"/>
                <a:gd name="connsiteY100" fmla="*/ 384889 h 1232679"/>
                <a:gd name="connsiteX101" fmla="*/ 345952 w 382512"/>
                <a:gd name="connsiteY101" fmla="*/ 366669 h 1232679"/>
                <a:gd name="connsiteX102" fmla="*/ 346037 w 382512"/>
                <a:gd name="connsiteY102" fmla="*/ 361964 h 1232679"/>
                <a:gd name="connsiteX103" fmla="*/ 364770 w 382512"/>
                <a:gd name="connsiteY103" fmla="*/ 370860 h 1232679"/>
                <a:gd name="connsiteX104" fmla="*/ 378456 w 382512"/>
                <a:gd name="connsiteY104" fmla="*/ 380355 h 1232679"/>
                <a:gd name="connsiteX105" fmla="*/ 381621 w 382512"/>
                <a:gd name="connsiteY105" fmla="*/ 372913 h 1232679"/>
                <a:gd name="connsiteX106" fmla="*/ 344497 w 382512"/>
                <a:gd name="connsiteY106" fmla="*/ 345199 h 1232679"/>
                <a:gd name="connsiteX107" fmla="*/ 342957 w 382512"/>
                <a:gd name="connsiteY107" fmla="*/ 340152 h 1232679"/>
                <a:gd name="connsiteX108" fmla="*/ 352623 w 382512"/>
                <a:gd name="connsiteY108" fmla="*/ 338697 h 1232679"/>
                <a:gd name="connsiteX109" fmla="*/ 366224 w 382512"/>
                <a:gd name="connsiteY109" fmla="*/ 340665 h 1232679"/>
                <a:gd name="connsiteX110" fmla="*/ 377686 w 382512"/>
                <a:gd name="connsiteY110" fmla="*/ 340836 h 1232679"/>
                <a:gd name="connsiteX111" fmla="*/ 357499 w 382512"/>
                <a:gd name="connsiteY111" fmla="*/ 330571 h 1232679"/>
                <a:gd name="connsiteX112" fmla="*/ 327304 w 382512"/>
                <a:gd name="connsiteY112" fmla="*/ 329203 h 1232679"/>
                <a:gd name="connsiteX113" fmla="*/ 336114 w 382512"/>
                <a:gd name="connsiteY113" fmla="*/ 323300 h 1232679"/>
                <a:gd name="connsiteX114" fmla="*/ 345609 w 382512"/>
                <a:gd name="connsiteY114" fmla="*/ 310726 h 1232679"/>
                <a:gd name="connsiteX115" fmla="*/ 332778 w 382512"/>
                <a:gd name="connsiteY115" fmla="*/ 312351 h 1232679"/>
                <a:gd name="connsiteX116" fmla="*/ 323540 w 382512"/>
                <a:gd name="connsiteY116" fmla="*/ 316115 h 1232679"/>
                <a:gd name="connsiteX117" fmla="*/ 312335 w 382512"/>
                <a:gd name="connsiteY117" fmla="*/ 320734 h 1232679"/>
                <a:gd name="connsiteX118" fmla="*/ 301129 w 382512"/>
                <a:gd name="connsiteY118" fmla="*/ 325867 h 1232679"/>
                <a:gd name="connsiteX119" fmla="*/ 289068 w 382512"/>
                <a:gd name="connsiteY119" fmla="*/ 332453 h 1232679"/>
                <a:gd name="connsiteX120" fmla="*/ 279573 w 382512"/>
                <a:gd name="connsiteY120" fmla="*/ 336815 h 1232679"/>
                <a:gd name="connsiteX121" fmla="*/ 269479 w 382512"/>
                <a:gd name="connsiteY121" fmla="*/ 338355 h 1232679"/>
                <a:gd name="connsiteX122" fmla="*/ 264090 w 382512"/>
                <a:gd name="connsiteY122" fmla="*/ 319194 h 1232679"/>
                <a:gd name="connsiteX123" fmla="*/ 259300 w 382512"/>
                <a:gd name="connsiteY123" fmla="*/ 287887 h 1232679"/>
                <a:gd name="connsiteX124" fmla="*/ 251430 w 382512"/>
                <a:gd name="connsiteY124" fmla="*/ 260172 h 1232679"/>
                <a:gd name="connsiteX125" fmla="*/ 252114 w 382512"/>
                <a:gd name="connsiteY125" fmla="*/ 246229 h 1232679"/>
                <a:gd name="connsiteX126" fmla="*/ 241422 w 382512"/>
                <a:gd name="connsiteY126" fmla="*/ 227239 h 1232679"/>
                <a:gd name="connsiteX127" fmla="*/ 239540 w 382512"/>
                <a:gd name="connsiteY127" fmla="*/ 219199 h 1232679"/>
                <a:gd name="connsiteX128" fmla="*/ 238514 w 382512"/>
                <a:gd name="connsiteY128" fmla="*/ 216376 h 1232679"/>
                <a:gd name="connsiteX129" fmla="*/ 239113 w 382512"/>
                <a:gd name="connsiteY129" fmla="*/ 215606 h 1232679"/>
                <a:gd name="connsiteX130" fmla="*/ 246041 w 382512"/>
                <a:gd name="connsiteY130" fmla="*/ 206966 h 1232679"/>
                <a:gd name="connsiteX131" fmla="*/ 280514 w 382512"/>
                <a:gd name="connsiteY131" fmla="*/ 196274 h 1232679"/>
                <a:gd name="connsiteX132" fmla="*/ 285646 w 382512"/>
                <a:gd name="connsiteY132" fmla="*/ 186608 h 1232679"/>
                <a:gd name="connsiteX133" fmla="*/ 294285 w 382512"/>
                <a:gd name="connsiteY133" fmla="*/ 170527 h 1232679"/>
                <a:gd name="connsiteX134" fmla="*/ 296595 w 382512"/>
                <a:gd name="connsiteY134" fmla="*/ 165908 h 1232679"/>
                <a:gd name="connsiteX135" fmla="*/ 301728 w 382512"/>
                <a:gd name="connsiteY135" fmla="*/ 158979 h 1232679"/>
                <a:gd name="connsiteX136" fmla="*/ 305320 w 382512"/>
                <a:gd name="connsiteY136" fmla="*/ 149313 h 1232679"/>
                <a:gd name="connsiteX137" fmla="*/ 308913 w 382512"/>
                <a:gd name="connsiteY137" fmla="*/ 149313 h 1232679"/>
                <a:gd name="connsiteX138" fmla="*/ 313532 w 382512"/>
                <a:gd name="connsiteY138" fmla="*/ 141871 h 1232679"/>
                <a:gd name="connsiteX139" fmla="*/ 311736 w 382512"/>
                <a:gd name="connsiteY139" fmla="*/ 129639 h 1232679"/>
                <a:gd name="connsiteX140" fmla="*/ 313018 w 382512"/>
                <a:gd name="connsiteY140" fmla="*/ 119203 h 1232679"/>
                <a:gd name="connsiteX141" fmla="*/ 316355 w 382512"/>
                <a:gd name="connsiteY141" fmla="*/ 114584 h 1232679"/>
                <a:gd name="connsiteX142" fmla="*/ 319434 w 382512"/>
                <a:gd name="connsiteY142" fmla="*/ 109195 h 1232679"/>
                <a:gd name="connsiteX143" fmla="*/ 321487 w 382512"/>
                <a:gd name="connsiteY143" fmla="*/ 95166 h 1232679"/>
                <a:gd name="connsiteX144" fmla="*/ 320118 w 382512"/>
                <a:gd name="connsiteY144" fmla="*/ 67195 h 1232679"/>
                <a:gd name="connsiteX145" fmla="*/ 335772 w 382512"/>
                <a:gd name="connsiteY145" fmla="*/ 66596 h 1232679"/>
                <a:gd name="connsiteX146" fmla="*/ 268966 w 382512"/>
                <a:gd name="connsiteY146" fmla="*/ 2099 h 1232679"/>
                <a:gd name="connsiteX147" fmla="*/ 196856 w 382512"/>
                <a:gd name="connsiteY147" fmla="*/ 15700 h 1232679"/>
                <a:gd name="connsiteX148" fmla="*/ 168286 w 382512"/>
                <a:gd name="connsiteY148" fmla="*/ 113729 h 1232679"/>
                <a:gd name="connsiteX149" fmla="*/ 176412 w 382512"/>
                <a:gd name="connsiteY149" fmla="*/ 147773 h 1232679"/>
                <a:gd name="connsiteX150" fmla="*/ 167088 w 382512"/>
                <a:gd name="connsiteY150" fmla="*/ 151366 h 1232679"/>
                <a:gd name="connsiteX151" fmla="*/ 167088 w 382512"/>
                <a:gd name="connsiteY151" fmla="*/ 151366 h 1232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</a:cxnLst>
              <a:rect l="l" t="t" r="r" b="b"/>
              <a:pathLst>
                <a:path w="382512" h="1232679">
                  <a:moveTo>
                    <a:pt x="166575" y="151024"/>
                  </a:moveTo>
                  <a:cubicBezTo>
                    <a:pt x="163154" y="153333"/>
                    <a:pt x="155540" y="162657"/>
                    <a:pt x="152803" y="165822"/>
                  </a:cubicBezTo>
                  <a:cubicBezTo>
                    <a:pt x="149724" y="169414"/>
                    <a:pt x="142966" y="171125"/>
                    <a:pt x="135781" y="172665"/>
                  </a:cubicBezTo>
                  <a:cubicBezTo>
                    <a:pt x="128681" y="174205"/>
                    <a:pt x="124746" y="175060"/>
                    <a:pt x="110461" y="176600"/>
                  </a:cubicBezTo>
                  <a:cubicBezTo>
                    <a:pt x="96176" y="178140"/>
                    <a:pt x="89504" y="184213"/>
                    <a:pt x="80865" y="189859"/>
                  </a:cubicBezTo>
                  <a:cubicBezTo>
                    <a:pt x="72225" y="195419"/>
                    <a:pt x="48702" y="232201"/>
                    <a:pt x="45622" y="237333"/>
                  </a:cubicBezTo>
                  <a:cubicBezTo>
                    <a:pt x="42543" y="242466"/>
                    <a:pt x="41516" y="276596"/>
                    <a:pt x="39976" y="283781"/>
                  </a:cubicBezTo>
                  <a:cubicBezTo>
                    <a:pt x="38437" y="290966"/>
                    <a:pt x="32363" y="305679"/>
                    <a:pt x="28771" y="319537"/>
                  </a:cubicBezTo>
                  <a:cubicBezTo>
                    <a:pt x="25178" y="333308"/>
                    <a:pt x="-2622" y="405247"/>
                    <a:pt x="201" y="414485"/>
                  </a:cubicBezTo>
                  <a:cubicBezTo>
                    <a:pt x="5846" y="432877"/>
                    <a:pt x="35443" y="441002"/>
                    <a:pt x="33390" y="447675"/>
                  </a:cubicBezTo>
                  <a:cubicBezTo>
                    <a:pt x="31337" y="454347"/>
                    <a:pt x="14657" y="588901"/>
                    <a:pt x="14657" y="600106"/>
                  </a:cubicBezTo>
                  <a:cubicBezTo>
                    <a:pt x="14657" y="611312"/>
                    <a:pt x="11749" y="635520"/>
                    <a:pt x="20131" y="645015"/>
                  </a:cubicBezTo>
                  <a:cubicBezTo>
                    <a:pt x="24921" y="650489"/>
                    <a:pt x="38522" y="653397"/>
                    <a:pt x="38522" y="653397"/>
                  </a:cubicBezTo>
                  <a:cubicBezTo>
                    <a:pt x="39036" y="667682"/>
                    <a:pt x="45707" y="762118"/>
                    <a:pt x="46221" y="779996"/>
                  </a:cubicBezTo>
                  <a:cubicBezTo>
                    <a:pt x="46734" y="797874"/>
                    <a:pt x="55373" y="820798"/>
                    <a:pt x="55373" y="836110"/>
                  </a:cubicBezTo>
                  <a:cubicBezTo>
                    <a:pt x="55373" y="851421"/>
                    <a:pt x="34502" y="1001458"/>
                    <a:pt x="29883" y="1019849"/>
                  </a:cubicBezTo>
                  <a:cubicBezTo>
                    <a:pt x="25264" y="1038239"/>
                    <a:pt x="12005" y="1119844"/>
                    <a:pt x="13545" y="1129082"/>
                  </a:cubicBezTo>
                  <a:cubicBezTo>
                    <a:pt x="15085" y="1138235"/>
                    <a:pt x="29370" y="1154060"/>
                    <a:pt x="30396" y="1158679"/>
                  </a:cubicBezTo>
                  <a:cubicBezTo>
                    <a:pt x="31423" y="1163298"/>
                    <a:pt x="23296" y="1177584"/>
                    <a:pt x="21243" y="1184170"/>
                  </a:cubicBezTo>
                  <a:cubicBezTo>
                    <a:pt x="19190" y="1190757"/>
                    <a:pt x="30909" y="1210687"/>
                    <a:pt x="30909" y="1216333"/>
                  </a:cubicBezTo>
                  <a:cubicBezTo>
                    <a:pt x="30909" y="1221979"/>
                    <a:pt x="35015" y="1231131"/>
                    <a:pt x="35015" y="1231131"/>
                  </a:cubicBezTo>
                  <a:cubicBezTo>
                    <a:pt x="35015" y="1231131"/>
                    <a:pt x="42628" y="1232671"/>
                    <a:pt x="49814" y="1232671"/>
                  </a:cubicBezTo>
                  <a:cubicBezTo>
                    <a:pt x="56999" y="1232671"/>
                    <a:pt x="138091" y="1232158"/>
                    <a:pt x="140657" y="1232158"/>
                  </a:cubicBezTo>
                  <a:cubicBezTo>
                    <a:pt x="143223" y="1232158"/>
                    <a:pt x="147842" y="1230618"/>
                    <a:pt x="147842" y="1227025"/>
                  </a:cubicBezTo>
                  <a:cubicBezTo>
                    <a:pt x="147842" y="1223433"/>
                    <a:pt x="144762" y="1223433"/>
                    <a:pt x="144762" y="1219840"/>
                  </a:cubicBezTo>
                  <a:cubicBezTo>
                    <a:pt x="144762" y="1216247"/>
                    <a:pt x="145276" y="1215221"/>
                    <a:pt x="141170" y="1209575"/>
                  </a:cubicBezTo>
                  <a:cubicBezTo>
                    <a:pt x="137064" y="1204015"/>
                    <a:pt x="126885" y="1197856"/>
                    <a:pt x="122779" y="1191697"/>
                  </a:cubicBezTo>
                  <a:cubicBezTo>
                    <a:pt x="118673" y="1185539"/>
                    <a:pt x="119699" y="1182545"/>
                    <a:pt x="121752" y="1178952"/>
                  </a:cubicBezTo>
                  <a:cubicBezTo>
                    <a:pt x="123805" y="1175360"/>
                    <a:pt x="136037" y="1170312"/>
                    <a:pt x="143223" y="1150895"/>
                  </a:cubicBezTo>
                  <a:cubicBezTo>
                    <a:pt x="150408" y="1131478"/>
                    <a:pt x="152376" y="1119246"/>
                    <a:pt x="152376" y="1113172"/>
                  </a:cubicBezTo>
                  <a:cubicBezTo>
                    <a:pt x="152376" y="1107099"/>
                    <a:pt x="154942" y="1088708"/>
                    <a:pt x="154942" y="1088708"/>
                  </a:cubicBezTo>
                  <a:cubicBezTo>
                    <a:pt x="155968" y="1093156"/>
                    <a:pt x="158363" y="1111461"/>
                    <a:pt x="159646" y="1124977"/>
                  </a:cubicBezTo>
                  <a:cubicBezTo>
                    <a:pt x="159304" y="1127971"/>
                    <a:pt x="158705" y="1131136"/>
                    <a:pt x="157935" y="1134643"/>
                  </a:cubicBezTo>
                  <a:cubicBezTo>
                    <a:pt x="152803" y="1158080"/>
                    <a:pt x="150750" y="1159107"/>
                    <a:pt x="154856" y="1162700"/>
                  </a:cubicBezTo>
                  <a:cubicBezTo>
                    <a:pt x="154856" y="1166292"/>
                    <a:pt x="164522" y="1179038"/>
                    <a:pt x="164522" y="1179038"/>
                  </a:cubicBezTo>
                  <a:cubicBezTo>
                    <a:pt x="164009" y="1183657"/>
                    <a:pt x="158962" y="1227025"/>
                    <a:pt x="158962" y="1227025"/>
                  </a:cubicBezTo>
                  <a:cubicBezTo>
                    <a:pt x="165035" y="1233612"/>
                    <a:pt x="211996" y="1230618"/>
                    <a:pt x="219182" y="1230105"/>
                  </a:cubicBezTo>
                  <a:cubicBezTo>
                    <a:pt x="226367" y="1229591"/>
                    <a:pt x="229361" y="1224972"/>
                    <a:pt x="229361" y="1224972"/>
                  </a:cubicBezTo>
                  <a:cubicBezTo>
                    <a:pt x="240054" y="1231645"/>
                    <a:pt x="297707" y="1233099"/>
                    <a:pt x="308998" y="1232586"/>
                  </a:cubicBezTo>
                  <a:cubicBezTo>
                    <a:pt x="320204" y="1232072"/>
                    <a:pt x="343727" y="1226512"/>
                    <a:pt x="343727" y="1226512"/>
                  </a:cubicBezTo>
                  <a:cubicBezTo>
                    <a:pt x="343727" y="1226512"/>
                    <a:pt x="348860" y="1224972"/>
                    <a:pt x="347320" y="1222920"/>
                  </a:cubicBezTo>
                  <a:cubicBezTo>
                    <a:pt x="345780" y="1220867"/>
                    <a:pt x="347320" y="1218814"/>
                    <a:pt x="344754" y="1213254"/>
                  </a:cubicBezTo>
                  <a:cubicBezTo>
                    <a:pt x="342188" y="1207608"/>
                    <a:pt x="337055" y="1205127"/>
                    <a:pt x="334061" y="1206667"/>
                  </a:cubicBezTo>
                  <a:cubicBezTo>
                    <a:pt x="330982" y="1208206"/>
                    <a:pt x="318237" y="1207180"/>
                    <a:pt x="307031" y="1207180"/>
                  </a:cubicBezTo>
                  <a:cubicBezTo>
                    <a:pt x="295825" y="1207180"/>
                    <a:pt x="286074" y="1198027"/>
                    <a:pt x="282053" y="1191869"/>
                  </a:cubicBezTo>
                  <a:cubicBezTo>
                    <a:pt x="277947" y="1185710"/>
                    <a:pt x="281540" y="1187250"/>
                    <a:pt x="276408" y="1181689"/>
                  </a:cubicBezTo>
                  <a:cubicBezTo>
                    <a:pt x="271275" y="1176044"/>
                    <a:pt x="270249" y="1176557"/>
                    <a:pt x="268281" y="1172023"/>
                  </a:cubicBezTo>
                  <a:cubicBezTo>
                    <a:pt x="266229" y="1167404"/>
                    <a:pt x="274441" y="1157225"/>
                    <a:pt x="273927" y="1152606"/>
                  </a:cubicBezTo>
                  <a:cubicBezTo>
                    <a:pt x="273414" y="1147987"/>
                    <a:pt x="270334" y="1143453"/>
                    <a:pt x="265801" y="1130623"/>
                  </a:cubicBezTo>
                  <a:cubicBezTo>
                    <a:pt x="261182" y="1117877"/>
                    <a:pt x="255109" y="1100512"/>
                    <a:pt x="254082" y="1086741"/>
                  </a:cubicBezTo>
                  <a:cubicBezTo>
                    <a:pt x="253056" y="1072968"/>
                    <a:pt x="250489" y="1066297"/>
                    <a:pt x="250489" y="1051070"/>
                  </a:cubicBezTo>
                  <a:cubicBezTo>
                    <a:pt x="250489" y="1035845"/>
                    <a:pt x="251002" y="1014288"/>
                    <a:pt x="251002" y="1000004"/>
                  </a:cubicBezTo>
                  <a:cubicBezTo>
                    <a:pt x="251002" y="985719"/>
                    <a:pt x="253569" y="958688"/>
                    <a:pt x="254595" y="947397"/>
                  </a:cubicBezTo>
                  <a:cubicBezTo>
                    <a:pt x="255622" y="936191"/>
                    <a:pt x="262208" y="905568"/>
                    <a:pt x="263748" y="893335"/>
                  </a:cubicBezTo>
                  <a:cubicBezTo>
                    <a:pt x="265288" y="881103"/>
                    <a:pt x="267341" y="849967"/>
                    <a:pt x="266827" y="841242"/>
                  </a:cubicBezTo>
                  <a:cubicBezTo>
                    <a:pt x="266314" y="832603"/>
                    <a:pt x="272986" y="798387"/>
                    <a:pt x="275980" y="784102"/>
                  </a:cubicBezTo>
                  <a:cubicBezTo>
                    <a:pt x="279060" y="769816"/>
                    <a:pt x="282139" y="736628"/>
                    <a:pt x="282652" y="722342"/>
                  </a:cubicBezTo>
                  <a:cubicBezTo>
                    <a:pt x="283165" y="708057"/>
                    <a:pt x="281112" y="675894"/>
                    <a:pt x="279060" y="669736"/>
                  </a:cubicBezTo>
                  <a:cubicBezTo>
                    <a:pt x="277007" y="663662"/>
                    <a:pt x="275980" y="639112"/>
                    <a:pt x="275980" y="639112"/>
                  </a:cubicBezTo>
                  <a:cubicBezTo>
                    <a:pt x="276408" y="632782"/>
                    <a:pt x="276664" y="627650"/>
                    <a:pt x="276750" y="623373"/>
                  </a:cubicBezTo>
                  <a:lnTo>
                    <a:pt x="276750" y="623373"/>
                  </a:lnTo>
                  <a:cubicBezTo>
                    <a:pt x="284021" y="623715"/>
                    <a:pt x="294799" y="618583"/>
                    <a:pt x="300616" y="610371"/>
                  </a:cubicBezTo>
                  <a:cubicBezTo>
                    <a:pt x="307459" y="600876"/>
                    <a:pt x="301300" y="586505"/>
                    <a:pt x="299247" y="579748"/>
                  </a:cubicBezTo>
                  <a:cubicBezTo>
                    <a:pt x="298135" y="576070"/>
                    <a:pt x="294542" y="549723"/>
                    <a:pt x="290778" y="524489"/>
                  </a:cubicBezTo>
                  <a:cubicBezTo>
                    <a:pt x="294029" y="527483"/>
                    <a:pt x="297365" y="530391"/>
                    <a:pt x="297365" y="530391"/>
                  </a:cubicBezTo>
                  <a:cubicBezTo>
                    <a:pt x="297365" y="530391"/>
                    <a:pt x="297964" y="528595"/>
                    <a:pt x="298734" y="525174"/>
                  </a:cubicBezTo>
                  <a:cubicBezTo>
                    <a:pt x="303524" y="525687"/>
                    <a:pt x="307886" y="526029"/>
                    <a:pt x="310196" y="526029"/>
                  </a:cubicBezTo>
                  <a:cubicBezTo>
                    <a:pt x="316355" y="526029"/>
                    <a:pt x="315670" y="510375"/>
                    <a:pt x="315670" y="506954"/>
                  </a:cubicBezTo>
                  <a:cubicBezTo>
                    <a:pt x="315670" y="506184"/>
                    <a:pt x="315841" y="505157"/>
                    <a:pt x="315841" y="503617"/>
                  </a:cubicBezTo>
                  <a:lnTo>
                    <a:pt x="316269" y="503104"/>
                  </a:lnTo>
                  <a:cubicBezTo>
                    <a:pt x="318836" y="503104"/>
                    <a:pt x="321829" y="503874"/>
                    <a:pt x="322941" y="504901"/>
                  </a:cubicBezTo>
                  <a:cubicBezTo>
                    <a:pt x="324053" y="506013"/>
                    <a:pt x="326620" y="507894"/>
                    <a:pt x="330725" y="507125"/>
                  </a:cubicBezTo>
                  <a:cubicBezTo>
                    <a:pt x="334831" y="506355"/>
                    <a:pt x="344069" y="505671"/>
                    <a:pt x="349202" y="501907"/>
                  </a:cubicBezTo>
                  <a:cubicBezTo>
                    <a:pt x="354420" y="498228"/>
                    <a:pt x="352880" y="497117"/>
                    <a:pt x="353308" y="493011"/>
                  </a:cubicBezTo>
                  <a:cubicBezTo>
                    <a:pt x="353650" y="488905"/>
                    <a:pt x="353650" y="489674"/>
                    <a:pt x="352966" y="484457"/>
                  </a:cubicBezTo>
                  <a:cubicBezTo>
                    <a:pt x="352196" y="479239"/>
                    <a:pt x="353308" y="472909"/>
                    <a:pt x="352966" y="468119"/>
                  </a:cubicBezTo>
                  <a:cubicBezTo>
                    <a:pt x="352623" y="463329"/>
                    <a:pt x="352196" y="462559"/>
                    <a:pt x="351511" y="459222"/>
                  </a:cubicBezTo>
                  <a:cubicBezTo>
                    <a:pt x="350742" y="455887"/>
                    <a:pt x="348176" y="455544"/>
                    <a:pt x="345952" y="452209"/>
                  </a:cubicBezTo>
                  <a:cubicBezTo>
                    <a:pt x="343727" y="448872"/>
                    <a:pt x="344497" y="448872"/>
                    <a:pt x="342615" y="446221"/>
                  </a:cubicBezTo>
                  <a:cubicBezTo>
                    <a:pt x="340734" y="443655"/>
                    <a:pt x="334831" y="443227"/>
                    <a:pt x="329271" y="443227"/>
                  </a:cubicBezTo>
                  <a:cubicBezTo>
                    <a:pt x="323711" y="443227"/>
                    <a:pt x="311821" y="444339"/>
                    <a:pt x="310709" y="444339"/>
                  </a:cubicBezTo>
                  <a:cubicBezTo>
                    <a:pt x="309597" y="444339"/>
                    <a:pt x="302241" y="443997"/>
                    <a:pt x="301385" y="445536"/>
                  </a:cubicBezTo>
                  <a:lnTo>
                    <a:pt x="299504" y="445109"/>
                  </a:lnTo>
                  <a:lnTo>
                    <a:pt x="299504" y="445109"/>
                  </a:lnTo>
                  <a:cubicBezTo>
                    <a:pt x="299504" y="445109"/>
                    <a:pt x="299076" y="445109"/>
                    <a:pt x="299076" y="445109"/>
                  </a:cubicBezTo>
                  <a:cubicBezTo>
                    <a:pt x="296681" y="444681"/>
                    <a:pt x="293088" y="444168"/>
                    <a:pt x="290436" y="444766"/>
                  </a:cubicBezTo>
                  <a:lnTo>
                    <a:pt x="289838" y="442543"/>
                  </a:lnTo>
                  <a:cubicBezTo>
                    <a:pt x="289495" y="441516"/>
                    <a:pt x="289153" y="440062"/>
                    <a:pt x="288811" y="438351"/>
                  </a:cubicBezTo>
                  <a:cubicBezTo>
                    <a:pt x="287442" y="425605"/>
                    <a:pt x="287955" y="406958"/>
                    <a:pt x="285047" y="389764"/>
                  </a:cubicBezTo>
                  <a:cubicBezTo>
                    <a:pt x="284620" y="387113"/>
                    <a:pt x="284021" y="384375"/>
                    <a:pt x="283337" y="381467"/>
                  </a:cubicBezTo>
                  <a:cubicBezTo>
                    <a:pt x="287015" y="381639"/>
                    <a:pt x="290436" y="382322"/>
                    <a:pt x="293003" y="382066"/>
                  </a:cubicBezTo>
                  <a:cubicBezTo>
                    <a:pt x="298049" y="381467"/>
                    <a:pt x="304208" y="382066"/>
                    <a:pt x="308143" y="382665"/>
                  </a:cubicBezTo>
                  <a:cubicBezTo>
                    <a:pt x="312078" y="383263"/>
                    <a:pt x="321658" y="387711"/>
                    <a:pt x="324395" y="388824"/>
                  </a:cubicBezTo>
                  <a:cubicBezTo>
                    <a:pt x="327218" y="389936"/>
                    <a:pt x="336713" y="400029"/>
                    <a:pt x="340648" y="400628"/>
                  </a:cubicBezTo>
                  <a:cubicBezTo>
                    <a:pt x="344583" y="401227"/>
                    <a:pt x="344583" y="400029"/>
                    <a:pt x="344583" y="397805"/>
                  </a:cubicBezTo>
                  <a:cubicBezTo>
                    <a:pt x="344583" y="395581"/>
                    <a:pt x="336713" y="389422"/>
                    <a:pt x="334489" y="386599"/>
                  </a:cubicBezTo>
                  <a:cubicBezTo>
                    <a:pt x="332265" y="383777"/>
                    <a:pt x="326961" y="380184"/>
                    <a:pt x="325251" y="376848"/>
                  </a:cubicBezTo>
                  <a:cubicBezTo>
                    <a:pt x="323540" y="373512"/>
                    <a:pt x="331837" y="372571"/>
                    <a:pt x="335088" y="373683"/>
                  </a:cubicBezTo>
                  <a:cubicBezTo>
                    <a:pt x="340135" y="375394"/>
                    <a:pt x="347234" y="380526"/>
                    <a:pt x="350228" y="383263"/>
                  </a:cubicBezTo>
                  <a:cubicBezTo>
                    <a:pt x="353393" y="386172"/>
                    <a:pt x="356387" y="391048"/>
                    <a:pt x="361434" y="392673"/>
                  </a:cubicBezTo>
                  <a:cubicBezTo>
                    <a:pt x="366481" y="394384"/>
                    <a:pt x="368363" y="388396"/>
                    <a:pt x="364770" y="384889"/>
                  </a:cubicBezTo>
                  <a:cubicBezTo>
                    <a:pt x="363145" y="383263"/>
                    <a:pt x="348176" y="368893"/>
                    <a:pt x="345952" y="366669"/>
                  </a:cubicBezTo>
                  <a:cubicBezTo>
                    <a:pt x="343727" y="364445"/>
                    <a:pt x="338253" y="361793"/>
                    <a:pt x="346037" y="361964"/>
                  </a:cubicBezTo>
                  <a:cubicBezTo>
                    <a:pt x="349972" y="362050"/>
                    <a:pt x="361434" y="367781"/>
                    <a:pt x="364770" y="370860"/>
                  </a:cubicBezTo>
                  <a:cubicBezTo>
                    <a:pt x="368534" y="374539"/>
                    <a:pt x="375035" y="379158"/>
                    <a:pt x="378456" y="380355"/>
                  </a:cubicBezTo>
                  <a:cubicBezTo>
                    <a:pt x="381793" y="381467"/>
                    <a:pt x="383760" y="376249"/>
                    <a:pt x="381621" y="372913"/>
                  </a:cubicBezTo>
                  <a:cubicBezTo>
                    <a:pt x="377173" y="365642"/>
                    <a:pt x="349031" y="346909"/>
                    <a:pt x="344497" y="345199"/>
                  </a:cubicBezTo>
                  <a:cubicBezTo>
                    <a:pt x="340049" y="343488"/>
                    <a:pt x="342957" y="340152"/>
                    <a:pt x="342957" y="340152"/>
                  </a:cubicBezTo>
                  <a:cubicBezTo>
                    <a:pt x="342957" y="340152"/>
                    <a:pt x="349202" y="338697"/>
                    <a:pt x="352623" y="338697"/>
                  </a:cubicBezTo>
                  <a:cubicBezTo>
                    <a:pt x="356045" y="338697"/>
                    <a:pt x="363401" y="338355"/>
                    <a:pt x="366224" y="340665"/>
                  </a:cubicBezTo>
                  <a:cubicBezTo>
                    <a:pt x="369047" y="342889"/>
                    <a:pt x="377686" y="343146"/>
                    <a:pt x="377686" y="340836"/>
                  </a:cubicBezTo>
                  <a:cubicBezTo>
                    <a:pt x="377686" y="338526"/>
                    <a:pt x="368192" y="331084"/>
                    <a:pt x="357499" y="330571"/>
                  </a:cubicBezTo>
                  <a:cubicBezTo>
                    <a:pt x="351854" y="330229"/>
                    <a:pt x="339023" y="329716"/>
                    <a:pt x="327304" y="329203"/>
                  </a:cubicBezTo>
                  <a:cubicBezTo>
                    <a:pt x="329870" y="327064"/>
                    <a:pt x="333291" y="324755"/>
                    <a:pt x="336114" y="323300"/>
                  </a:cubicBezTo>
                  <a:cubicBezTo>
                    <a:pt x="340135" y="321247"/>
                    <a:pt x="346208" y="315602"/>
                    <a:pt x="345609" y="310726"/>
                  </a:cubicBezTo>
                  <a:cubicBezTo>
                    <a:pt x="344925" y="305594"/>
                    <a:pt x="332778" y="312351"/>
                    <a:pt x="332778" y="312351"/>
                  </a:cubicBezTo>
                  <a:cubicBezTo>
                    <a:pt x="332778" y="312351"/>
                    <a:pt x="328159" y="313976"/>
                    <a:pt x="323540" y="316115"/>
                  </a:cubicBezTo>
                  <a:cubicBezTo>
                    <a:pt x="318921" y="318168"/>
                    <a:pt x="316868" y="318168"/>
                    <a:pt x="312335" y="320734"/>
                  </a:cubicBezTo>
                  <a:cubicBezTo>
                    <a:pt x="309426" y="322359"/>
                    <a:pt x="304465" y="323557"/>
                    <a:pt x="301129" y="325867"/>
                  </a:cubicBezTo>
                  <a:cubicBezTo>
                    <a:pt x="299504" y="326979"/>
                    <a:pt x="292917" y="329031"/>
                    <a:pt x="289068" y="332453"/>
                  </a:cubicBezTo>
                  <a:cubicBezTo>
                    <a:pt x="285817" y="334249"/>
                    <a:pt x="283593" y="335361"/>
                    <a:pt x="279573" y="336815"/>
                  </a:cubicBezTo>
                  <a:cubicBezTo>
                    <a:pt x="276921" y="337842"/>
                    <a:pt x="273072" y="338013"/>
                    <a:pt x="269479" y="338355"/>
                  </a:cubicBezTo>
                  <a:cubicBezTo>
                    <a:pt x="266742" y="330229"/>
                    <a:pt x="264603" y="323386"/>
                    <a:pt x="264090" y="319194"/>
                  </a:cubicBezTo>
                  <a:cubicBezTo>
                    <a:pt x="262721" y="306962"/>
                    <a:pt x="260668" y="300119"/>
                    <a:pt x="259300" y="287887"/>
                  </a:cubicBezTo>
                  <a:cubicBezTo>
                    <a:pt x="258615" y="282156"/>
                    <a:pt x="255109" y="270779"/>
                    <a:pt x="251430" y="260172"/>
                  </a:cubicBezTo>
                  <a:cubicBezTo>
                    <a:pt x="252114" y="256152"/>
                    <a:pt x="253740" y="251533"/>
                    <a:pt x="252114" y="246229"/>
                  </a:cubicBezTo>
                  <a:cubicBezTo>
                    <a:pt x="250489" y="240840"/>
                    <a:pt x="245443" y="229463"/>
                    <a:pt x="241422" y="227239"/>
                  </a:cubicBezTo>
                  <a:cubicBezTo>
                    <a:pt x="240567" y="223219"/>
                    <a:pt x="239882" y="220140"/>
                    <a:pt x="239540" y="219199"/>
                  </a:cubicBezTo>
                  <a:cubicBezTo>
                    <a:pt x="239027" y="217830"/>
                    <a:pt x="238685" y="216975"/>
                    <a:pt x="238514" y="216376"/>
                  </a:cubicBezTo>
                  <a:lnTo>
                    <a:pt x="239113" y="215606"/>
                  </a:lnTo>
                  <a:cubicBezTo>
                    <a:pt x="240652" y="213553"/>
                    <a:pt x="240139" y="211500"/>
                    <a:pt x="246041" y="206966"/>
                  </a:cubicBezTo>
                  <a:cubicBezTo>
                    <a:pt x="251944" y="202347"/>
                    <a:pt x="278718" y="196787"/>
                    <a:pt x="280514" y="196274"/>
                  </a:cubicBezTo>
                  <a:cubicBezTo>
                    <a:pt x="282310" y="195761"/>
                    <a:pt x="282823" y="194734"/>
                    <a:pt x="285646" y="186608"/>
                  </a:cubicBezTo>
                  <a:cubicBezTo>
                    <a:pt x="288469" y="178397"/>
                    <a:pt x="294799" y="172580"/>
                    <a:pt x="294285" y="170527"/>
                  </a:cubicBezTo>
                  <a:cubicBezTo>
                    <a:pt x="293772" y="168474"/>
                    <a:pt x="295569" y="166421"/>
                    <a:pt x="296595" y="165908"/>
                  </a:cubicBezTo>
                  <a:cubicBezTo>
                    <a:pt x="297621" y="165394"/>
                    <a:pt x="300444" y="164368"/>
                    <a:pt x="301728" y="158979"/>
                  </a:cubicBezTo>
                  <a:cubicBezTo>
                    <a:pt x="303011" y="153590"/>
                    <a:pt x="304037" y="149826"/>
                    <a:pt x="305320" y="149313"/>
                  </a:cubicBezTo>
                  <a:cubicBezTo>
                    <a:pt x="306603" y="148800"/>
                    <a:pt x="308913" y="149313"/>
                    <a:pt x="308913" y="149313"/>
                  </a:cubicBezTo>
                  <a:cubicBezTo>
                    <a:pt x="313789" y="149826"/>
                    <a:pt x="313532" y="144950"/>
                    <a:pt x="313532" y="141871"/>
                  </a:cubicBezTo>
                  <a:cubicBezTo>
                    <a:pt x="313532" y="138792"/>
                    <a:pt x="311736" y="132975"/>
                    <a:pt x="311736" y="129639"/>
                  </a:cubicBezTo>
                  <a:cubicBezTo>
                    <a:pt x="311736" y="126303"/>
                    <a:pt x="313018" y="119203"/>
                    <a:pt x="313018" y="119203"/>
                  </a:cubicBezTo>
                  <a:cubicBezTo>
                    <a:pt x="313018" y="119203"/>
                    <a:pt x="316612" y="116380"/>
                    <a:pt x="316355" y="114584"/>
                  </a:cubicBezTo>
                  <a:cubicBezTo>
                    <a:pt x="316013" y="112445"/>
                    <a:pt x="319434" y="109195"/>
                    <a:pt x="319434" y="109195"/>
                  </a:cubicBezTo>
                  <a:cubicBezTo>
                    <a:pt x="321230" y="108168"/>
                    <a:pt x="320974" y="103806"/>
                    <a:pt x="321487" y="95166"/>
                  </a:cubicBezTo>
                  <a:cubicBezTo>
                    <a:pt x="322086" y="85500"/>
                    <a:pt x="320118" y="67195"/>
                    <a:pt x="320118" y="67195"/>
                  </a:cubicBezTo>
                  <a:cubicBezTo>
                    <a:pt x="318750" y="60437"/>
                    <a:pt x="335772" y="66596"/>
                    <a:pt x="335772" y="66596"/>
                  </a:cubicBezTo>
                  <a:cubicBezTo>
                    <a:pt x="331667" y="40763"/>
                    <a:pt x="294799" y="7574"/>
                    <a:pt x="268966" y="2099"/>
                  </a:cubicBezTo>
                  <a:cubicBezTo>
                    <a:pt x="243133" y="-3375"/>
                    <a:pt x="214563" y="2099"/>
                    <a:pt x="196856" y="15700"/>
                  </a:cubicBezTo>
                  <a:cubicBezTo>
                    <a:pt x="179149" y="29301"/>
                    <a:pt x="168286" y="102779"/>
                    <a:pt x="168286" y="113729"/>
                  </a:cubicBezTo>
                  <a:cubicBezTo>
                    <a:pt x="168286" y="124677"/>
                    <a:pt x="177781" y="139561"/>
                    <a:pt x="176412" y="147773"/>
                  </a:cubicBezTo>
                  <a:cubicBezTo>
                    <a:pt x="176412" y="147773"/>
                    <a:pt x="169312" y="147516"/>
                    <a:pt x="167088" y="151366"/>
                  </a:cubicBezTo>
                  <a:lnTo>
                    <a:pt x="167088" y="151366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AF495BE8-4CD2-CC24-8359-420CEE00325A}"/>
                </a:ext>
              </a:extLst>
            </p:cNvPr>
            <p:cNvSpPr/>
            <p:nvPr/>
          </p:nvSpPr>
          <p:spPr>
            <a:xfrm>
              <a:off x="-1402867" y="4306139"/>
              <a:ext cx="320290" cy="1201796"/>
            </a:xfrm>
            <a:custGeom>
              <a:avLst/>
              <a:gdLst>
                <a:gd name="connsiteX0" fmla="*/ 14063 w 320290"/>
                <a:gd name="connsiteY0" fmla="*/ 354340 h 1201796"/>
                <a:gd name="connsiteX1" fmla="*/ 10385 w 320290"/>
                <a:gd name="connsiteY1" fmla="*/ 360499 h 1201796"/>
                <a:gd name="connsiteX2" fmla="*/ 6450 w 320290"/>
                <a:gd name="connsiteY2" fmla="*/ 355794 h 1201796"/>
                <a:gd name="connsiteX3" fmla="*/ 3028 w 320290"/>
                <a:gd name="connsiteY3" fmla="*/ 350405 h 1201796"/>
                <a:gd name="connsiteX4" fmla="*/ 291 w 320290"/>
                <a:gd name="connsiteY4" fmla="*/ 358018 h 1201796"/>
                <a:gd name="connsiteX5" fmla="*/ 2002 w 320290"/>
                <a:gd name="connsiteY5" fmla="*/ 368283 h 1201796"/>
                <a:gd name="connsiteX6" fmla="*/ 7904 w 320290"/>
                <a:gd name="connsiteY6" fmla="*/ 373671 h 1201796"/>
                <a:gd name="connsiteX7" fmla="*/ 7134 w 320290"/>
                <a:gd name="connsiteY7" fmla="*/ 379317 h 1201796"/>
                <a:gd name="connsiteX8" fmla="*/ 14490 w 320290"/>
                <a:gd name="connsiteY8" fmla="*/ 386160 h 1201796"/>
                <a:gd name="connsiteX9" fmla="*/ 19366 w 320290"/>
                <a:gd name="connsiteY9" fmla="*/ 390779 h 1201796"/>
                <a:gd name="connsiteX10" fmla="*/ 24755 w 320290"/>
                <a:gd name="connsiteY10" fmla="*/ 397110 h 1201796"/>
                <a:gd name="connsiteX11" fmla="*/ 32625 w 320290"/>
                <a:gd name="connsiteY11" fmla="*/ 402242 h 1201796"/>
                <a:gd name="connsiteX12" fmla="*/ 35362 w 320290"/>
                <a:gd name="connsiteY12" fmla="*/ 405920 h 1201796"/>
                <a:gd name="connsiteX13" fmla="*/ 39040 w 320290"/>
                <a:gd name="connsiteY13" fmla="*/ 409085 h 1201796"/>
                <a:gd name="connsiteX14" fmla="*/ 62307 w 320290"/>
                <a:gd name="connsiteY14" fmla="*/ 409085 h 1201796"/>
                <a:gd name="connsiteX15" fmla="*/ 67696 w 320290"/>
                <a:gd name="connsiteY15" fmla="*/ 407887 h 1201796"/>
                <a:gd name="connsiteX16" fmla="*/ 76250 w 320290"/>
                <a:gd name="connsiteY16" fmla="*/ 376751 h 1201796"/>
                <a:gd name="connsiteX17" fmla="*/ 68723 w 320290"/>
                <a:gd name="connsiteY17" fmla="*/ 426877 h 1201796"/>
                <a:gd name="connsiteX18" fmla="*/ 78731 w 320290"/>
                <a:gd name="connsiteY18" fmla="*/ 438596 h 1201796"/>
                <a:gd name="connsiteX19" fmla="*/ 86771 w 320290"/>
                <a:gd name="connsiteY19" fmla="*/ 441590 h 1201796"/>
                <a:gd name="connsiteX20" fmla="*/ 86172 w 320290"/>
                <a:gd name="connsiteY20" fmla="*/ 439195 h 1201796"/>
                <a:gd name="connsiteX21" fmla="*/ 86857 w 320290"/>
                <a:gd name="connsiteY21" fmla="*/ 441675 h 1201796"/>
                <a:gd name="connsiteX22" fmla="*/ 86857 w 320290"/>
                <a:gd name="connsiteY22" fmla="*/ 441675 h 1201796"/>
                <a:gd name="connsiteX23" fmla="*/ 78816 w 320290"/>
                <a:gd name="connsiteY23" fmla="*/ 479056 h 1201796"/>
                <a:gd name="connsiteX24" fmla="*/ 73598 w 320290"/>
                <a:gd name="connsiteY24" fmla="*/ 518319 h 1201796"/>
                <a:gd name="connsiteX25" fmla="*/ 72315 w 320290"/>
                <a:gd name="connsiteY25" fmla="*/ 534657 h 1201796"/>
                <a:gd name="connsiteX26" fmla="*/ 87969 w 320290"/>
                <a:gd name="connsiteY26" fmla="*/ 512417 h 1201796"/>
                <a:gd name="connsiteX27" fmla="*/ 93187 w 320290"/>
                <a:gd name="connsiteY27" fmla="*/ 503264 h 1201796"/>
                <a:gd name="connsiteX28" fmla="*/ 93700 w 320290"/>
                <a:gd name="connsiteY28" fmla="*/ 499757 h 1201796"/>
                <a:gd name="connsiteX29" fmla="*/ 96523 w 320290"/>
                <a:gd name="connsiteY29" fmla="*/ 527472 h 1201796"/>
                <a:gd name="connsiteX30" fmla="*/ 97464 w 320290"/>
                <a:gd name="connsiteY30" fmla="*/ 559806 h 1201796"/>
                <a:gd name="connsiteX31" fmla="*/ 101399 w 320290"/>
                <a:gd name="connsiteY31" fmla="*/ 598042 h 1201796"/>
                <a:gd name="connsiteX32" fmla="*/ 107301 w 320290"/>
                <a:gd name="connsiteY32" fmla="*/ 627468 h 1201796"/>
                <a:gd name="connsiteX33" fmla="*/ 118079 w 320290"/>
                <a:gd name="connsiteY33" fmla="*/ 639186 h 1201796"/>
                <a:gd name="connsiteX34" fmla="*/ 117138 w 320290"/>
                <a:gd name="connsiteY34" fmla="*/ 654840 h 1201796"/>
                <a:gd name="connsiteX35" fmla="*/ 116197 w 320290"/>
                <a:gd name="connsiteY35" fmla="*/ 692050 h 1201796"/>
                <a:gd name="connsiteX36" fmla="*/ 124066 w 320290"/>
                <a:gd name="connsiteY36" fmla="*/ 734221 h 1201796"/>
                <a:gd name="connsiteX37" fmla="*/ 136812 w 320290"/>
                <a:gd name="connsiteY37" fmla="*/ 773398 h 1201796"/>
                <a:gd name="connsiteX38" fmla="*/ 145623 w 320290"/>
                <a:gd name="connsiteY38" fmla="*/ 801797 h 1201796"/>
                <a:gd name="connsiteX39" fmla="*/ 150498 w 320290"/>
                <a:gd name="connsiteY39" fmla="*/ 842000 h 1201796"/>
                <a:gd name="connsiteX40" fmla="*/ 155374 w 320290"/>
                <a:gd name="connsiteY40" fmla="*/ 879210 h 1201796"/>
                <a:gd name="connsiteX41" fmla="*/ 161276 w 320290"/>
                <a:gd name="connsiteY41" fmla="*/ 906669 h 1201796"/>
                <a:gd name="connsiteX42" fmla="*/ 161276 w 320290"/>
                <a:gd name="connsiteY42" fmla="*/ 933100 h 1201796"/>
                <a:gd name="connsiteX43" fmla="*/ 166152 w 320290"/>
                <a:gd name="connsiteY43" fmla="*/ 955683 h 1201796"/>
                <a:gd name="connsiteX44" fmla="*/ 166152 w 320290"/>
                <a:gd name="connsiteY44" fmla="*/ 975271 h 1201796"/>
                <a:gd name="connsiteX45" fmla="*/ 178898 w 320290"/>
                <a:gd name="connsiteY45" fmla="*/ 1000762 h 1201796"/>
                <a:gd name="connsiteX46" fmla="*/ 176930 w 320290"/>
                <a:gd name="connsiteY46" fmla="*/ 1073300 h 1201796"/>
                <a:gd name="connsiteX47" fmla="*/ 161276 w 320290"/>
                <a:gd name="connsiteY47" fmla="*/ 1111535 h 1201796"/>
                <a:gd name="connsiteX48" fmla="*/ 162303 w 320290"/>
                <a:gd name="connsiteY48" fmla="*/ 1127189 h 1201796"/>
                <a:gd name="connsiteX49" fmla="*/ 158368 w 320290"/>
                <a:gd name="connsiteY49" fmla="*/ 1154648 h 1201796"/>
                <a:gd name="connsiteX50" fmla="*/ 94641 w 320290"/>
                <a:gd name="connsiteY50" fmla="*/ 1172269 h 1201796"/>
                <a:gd name="connsiteX51" fmla="*/ 79928 w 320290"/>
                <a:gd name="connsiteY51" fmla="*/ 1183988 h 1201796"/>
                <a:gd name="connsiteX52" fmla="*/ 133818 w 320290"/>
                <a:gd name="connsiteY52" fmla="*/ 1199642 h 1201796"/>
                <a:gd name="connsiteX53" fmla="*/ 285736 w 320290"/>
                <a:gd name="connsiteY53" fmla="*/ 1201609 h 1201796"/>
                <a:gd name="connsiteX54" fmla="*/ 298482 w 320290"/>
                <a:gd name="connsiteY54" fmla="*/ 1196733 h 1201796"/>
                <a:gd name="connsiteX55" fmla="*/ 296514 w 320290"/>
                <a:gd name="connsiteY55" fmla="*/ 1183047 h 1201796"/>
                <a:gd name="connsiteX56" fmla="*/ 294547 w 320290"/>
                <a:gd name="connsiteY56" fmla="*/ 1157556 h 1201796"/>
                <a:gd name="connsiteX57" fmla="*/ 294547 w 320290"/>
                <a:gd name="connsiteY57" fmla="*/ 1140875 h 1201796"/>
                <a:gd name="connsiteX58" fmla="*/ 284710 w 320290"/>
                <a:gd name="connsiteY58" fmla="*/ 1118293 h 1201796"/>
                <a:gd name="connsiteX59" fmla="*/ 296429 w 320290"/>
                <a:gd name="connsiteY59" fmla="*/ 1086986 h 1201796"/>
                <a:gd name="connsiteX60" fmla="*/ 299337 w 320290"/>
                <a:gd name="connsiteY60" fmla="*/ 959617 h 1201796"/>
                <a:gd name="connsiteX61" fmla="*/ 285651 w 320290"/>
                <a:gd name="connsiteY61" fmla="*/ 847903 h 1201796"/>
                <a:gd name="connsiteX62" fmla="*/ 282742 w 320290"/>
                <a:gd name="connsiteY62" fmla="*/ 810693 h 1201796"/>
                <a:gd name="connsiteX63" fmla="*/ 273932 w 320290"/>
                <a:gd name="connsiteY63" fmla="*/ 789137 h 1201796"/>
                <a:gd name="connsiteX64" fmla="*/ 281801 w 320290"/>
                <a:gd name="connsiteY64" fmla="*/ 740123 h 1201796"/>
                <a:gd name="connsiteX65" fmla="*/ 278893 w 320290"/>
                <a:gd name="connsiteY65" fmla="*/ 681357 h 1201796"/>
                <a:gd name="connsiteX66" fmla="*/ 288644 w 320290"/>
                <a:gd name="connsiteY66" fmla="*/ 647056 h 1201796"/>
                <a:gd name="connsiteX67" fmla="*/ 294547 w 320290"/>
                <a:gd name="connsiteY67" fmla="*/ 625500 h 1201796"/>
                <a:gd name="connsiteX68" fmla="*/ 299936 w 320290"/>
                <a:gd name="connsiteY68" fmla="*/ 620967 h 1201796"/>
                <a:gd name="connsiteX69" fmla="*/ 305325 w 320290"/>
                <a:gd name="connsiteY69" fmla="*/ 621565 h 1201796"/>
                <a:gd name="connsiteX70" fmla="*/ 320038 w 320290"/>
                <a:gd name="connsiteY70" fmla="*/ 616604 h 1201796"/>
                <a:gd name="connsiteX71" fmla="*/ 299508 w 320290"/>
                <a:gd name="connsiteY71" fmla="*/ 517635 h 1201796"/>
                <a:gd name="connsiteX72" fmla="*/ 314221 w 320290"/>
                <a:gd name="connsiteY72" fmla="*/ 338344 h 1201796"/>
                <a:gd name="connsiteX73" fmla="*/ 248612 w 320290"/>
                <a:gd name="connsiteY73" fmla="*/ 177615 h 1201796"/>
                <a:gd name="connsiteX74" fmla="*/ 239802 w 320290"/>
                <a:gd name="connsiteY74" fmla="*/ 157000 h 1201796"/>
                <a:gd name="connsiteX75" fmla="*/ 236209 w 320290"/>
                <a:gd name="connsiteY75" fmla="*/ 157599 h 1201796"/>
                <a:gd name="connsiteX76" fmla="*/ 229964 w 320290"/>
                <a:gd name="connsiteY76" fmla="*/ 151611 h 1201796"/>
                <a:gd name="connsiteX77" fmla="*/ 225687 w 320290"/>
                <a:gd name="connsiteY77" fmla="*/ 154519 h 1201796"/>
                <a:gd name="connsiteX78" fmla="*/ 229964 w 320290"/>
                <a:gd name="connsiteY78" fmla="*/ 151611 h 1201796"/>
                <a:gd name="connsiteX79" fmla="*/ 234327 w 320290"/>
                <a:gd name="connsiteY79" fmla="*/ 144768 h 1201796"/>
                <a:gd name="connsiteX80" fmla="*/ 243651 w 320290"/>
                <a:gd name="connsiteY80" fmla="*/ 130568 h 1201796"/>
                <a:gd name="connsiteX81" fmla="*/ 251520 w 320290"/>
                <a:gd name="connsiteY81" fmla="*/ 107045 h 1201796"/>
                <a:gd name="connsiteX82" fmla="*/ 255455 w 320290"/>
                <a:gd name="connsiteY82" fmla="*/ 86430 h 1201796"/>
                <a:gd name="connsiteX83" fmla="*/ 249553 w 320290"/>
                <a:gd name="connsiteY83" fmla="*/ 67783 h 1201796"/>
                <a:gd name="connsiteX84" fmla="*/ 253488 w 320290"/>
                <a:gd name="connsiteY84" fmla="*/ 47167 h 1201796"/>
                <a:gd name="connsiteX85" fmla="*/ 233899 w 320290"/>
                <a:gd name="connsiteY85" fmla="*/ 25612 h 1201796"/>
                <a:gd name="connsiteX86" fmla="*/ 224062 w 320290"/>
                <a:gd name="connsiteY86" fmla="*/ 7990 h 1201796"/>
                <a:gd name="connsiteX87" fmla="*/ 205415 w 320290"/>
                <a:gd name="connsiteY87" fmla="*/ 4056 h 1201796"/>
                <a:gd name="connsiteX88" fmla="*/ 184800 w 320290"/>
                <a:gd name="connsiteY88" fmla="*/ 121 h 1201796"/>
                <a:gd name="connsiteX89" fmla="*/ 174022 w 320290"/>
                <a:gd name="connsiteY89" fmla="*/ 6964 h 1201796"/>
                <a:gd name="connsiteX90" fmla="*/ 153406 w 320290"/>
                <a:gd name="connsiteY90" fmla="*/ 10899 h 1201796"/>
                <a:gd name="connsiteX91" fmla="*/ 133818 w 320290"/>
                <a:gd name="connsiteY91" fmla="*/ 12866 h 1201796"/>
                <a:gd name="connsiteX92" fmla="*/ 109354 w 320290"/>
                <a:gd name="connsiteY92" fmla="*/ 33481 h 1201796"/>
                <a:gd name="connsiteX93" fmla="*/ 105419 w 320290"/>
                <a:gd name="connsiteY93" fmla="*/ 45200 h 1201796"/>
                <a:gd name="connsiteX94" fmla="*/ 109354 w 320290"/>
                <a:gd name="connsiteY94" fmla="*/ 57005 h 1201796"/>
                <a:gd name="connsiteX95" fmla="*/ 116197 w 320290"/>
                <a:gd name="connsiteY95" fmla="*/ 59485 h 1201796"/>
                <a:gd name="connsiteX96" fmla="*/ 103452 w 320290"/>
                <a:gd name="connsiteY96" fmla="*/ 93786 h 1201796"/>
                <a:gd name="connsiteX97" fmla="*/ 103965 w 320290"/>
                <a:gd name="connsiteY97" fmla="*/ 109954 h 1201796"/>
                <a:gd name="connsiteX98" fmla="*/ 104478 w 320290"/>
                <a:gd name="connsiteY98" fmla="*/ 116797 h 1201796"/>
                <a:gd name="connsiteX99" fmla="*/ 92674 w 320290"/>
                <a:gd name="connsiteY99" fmla="*/ 139294 h 1201796"/>
                <a:gd name="connsiteX100" fmla="*/ 99003 w 320290"/>
                <a:gd name="connsiteY100" fmla="*/ 144683 h 1201796"/>
                <a:gd name="connsiteX101" fmla="*/ 102938 w 320290"/>
                <a:gd name="connsiteY101" fmla="*/ 145623 h 1201796"/>
                <a:gd name="connsiteX102" fmla="*/ 103879 w 320290"/>
                <a:gd name="connsiteY102" fmla="*/ 156401 h 1201796"/>
                <a:gd name="connsiteX103" fmla="*/ 108327 w 320290"/>
                <a:gd name="connsiteY103" fmla="*/ 161790 h 1201796"/>
                <a:gd name="connsiteX104" fmla="*/ 108841 w 320290"/>
                <a:gd name="connsiteY104" fmla="*/ 166666 h 1201796"/>
                <a:gd name="connsiteX105" fmla="*/ 111834 w 320290"/>
                <a:gd name="connsiteY105" fmla="*/ 171029 h 1201796"/>
                <a:gd name="connsiteX106" fmla="*/ 114315 w 320290"/>
                <a:gd name="connsiteY106" fmla="*/ 180352 h 1201796"/>
                <a:gd name="connsiteX107" fmla="*/ 121672 w 320290"/>
                <a:gd name="connsiteY107" fmla="*/ 188650 h 1201796"/>
                <a:gd name="connsiteX108" fmla="*/ 146649 w 320290"/>
                <a:gd name="connsiteY108" fmla="*/ 187709 h 1201796"/>
                <a:gd name="connsiteX109" fmla="*/ 157940 w 320290"/>
                <a:gd name="connsiteY109" fmla="*/ 188222 h 1201796"/>
                <a:gd name="connsiteX110" fmla="*/ 164783 w 320290"/>
                <a:gd name="connsiteY110" fmla="*/ 199513 h 1201796"/>
                <a:gd name="connsiteX111" fmla="*/ 164270 w 320290"/>
                <a:gd name="connsiteY111" fmla="*/ 203534 h 1201796"/>
                <a:gd name="connsiteX112" fmla="*/ 134502 w 320290"/>
                <a:gd name="connsiteY112" fmla="*/ 240487 h 1201796"/>
                <a:gd name="connsiteX113" fmla="*/ 135186 w 320290"/>
                <a:gd name="connsiteY113" fmla="*/ 245020 h 1201796"/>
                <a:gd name="connsiteX114" fmla="*/ 139635 w 320290"/>
                <a:gd name="connsiteY114" fmla="*/ 254430 h 1201796"/>
                <a:gd name="connsiteX115" fmla="*/ 139635 w 320290"/>
                <a:gd name="connsiteY115" fmla="*/ 256397 h 1201796"/>
                <a:gd name="connsiteX116" fmla="*/ 137667 w 320290"/>
                <a:gd name="connsiteY116" fmla="*/ 273163 h 1201796"/>
                <a:gd name="connsiteX117" fmla="*/ 133904 w 320290"/>
                <a:gd name="connsiteY117" fmla="*/ 295916 h 1201796"/>
                <a:gd name="connsiteX118" fmla="*/ 108413 w 320290"/>
                <a:gd name="connsiteY118" fmla="*/ 369737 h 1201796"/>
                <a:gd name="connsiteX119" fmla="*/ 108755 w 320290"/>
                <a:gd name="connsiteY119" fmla="*/ 370849 h 1201796"/>
                <a:gd name="connsiteX120" fmla="*/ 83606 w 320290"/>
                <a:gd name="connsiteY120" fmla="*/ 372217 h 1201796"/>
                <a:gd name="connsiteX121" fmla="*/ 82836 w 320290"/>
                <a:gd name="connsiteY121" fmla="*/ 374270 h 1201796"/>
                <a:gd name="connsiteX122" fmla="*/ 79073 w 320290"/>
                <a:gd name="connsiteY122" fmla="*/ 373415 h 1201796"/>
                <a:gd name="connsiteX123" fmla="*/ 65386 w 320290"/>
                <a:gd name="connsiteY123" fmla="*/ 354340 h 1201796"/>
                <a:gd name="connsiteX124" fmla="*/ 38954 w 320290"/>
                <a:gd name="connsiteY124" fmla="*/ 337660 h 1201796"/>
                <a:gd name="connsiteX125" fmla="*/ 26722 w 320290"/>
                <a:gd name="connsiteY125" fmla="*/ 331330 h 1201796"/>
                <a:gd name="connsiteX126" fmla="*/ 37500 w 320290"/>
                <a:gd name="connsiteY126" fmla="*/ 348951 h 1201796"/>
                <a:gd name="connsiteX127" fmla="*/ 42376 w 320290"/>
                <a:gd name="connsiteY127" fmla="*/ 360242 h 1201796"/>
                <a:gd name="connsiteX128" fmla="*/ 30144 w 320290"/>
                <a:gd name="connsiteY128" fmla="*/ 367599 h 1201796"/>
                <a:gd name="connsiteX129" fmla="*/ 16886 w 320290"/>
                <a:gd name="connsiteY129" fmla="*/ 363663 h 1201796"/>
                <a:gd name="connsiteX130" fmla="*/ 19366 w 320290"/>
                <a:gd name="connsiteY130" fmla="*/ 356564 h 1201796"/>
                <a:gd name="connsiteX131" fmla="*/ 14490 w 320290"/>
                <a:gd name="connsiteY131" fmla="*/ 354083 h 1201796"/>
                <a:gd name="connsiteX132" fmla="*/ 14490 w 320290"/>
                <a:gd name="connsiteY132" fmla="*/ 354083 h 1201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320290" h="1201796">
                  <a:moveTo>
                    <a:pt x="14063" y="354340"/>
                  </a:moveTo>
                  <a:cubicBezTo>
                    <a:pt x="11582" y="356307"/>
                    <a:pt x="12095" y="361012"/>
                    <a:pt x="10385" y="360499"/>
                  </a:cubicBezTo>
                  <a:cubicBezTo>
                    <a:pt x="8674" y="359985"/>
                    <a:pt x="6706" y="358018"/>
                    <a:pt x="6450" y="355794"/>
                  </a:cubicBezTo>
                  <a:cubicBezTo>
                    <a:pt x="6193" y="353570"/>
                    <a:pt x="5252" y="349207"/>
                    <a:pt x="3028" y="350405"/>
                  </a:cubicBezTo>
                  <a:cubicBezTo>
                    <a:pt x="804" y="351688"/>
                    <a:pt x="-650" y="353827"/>
                    <a:pt x="291" y="358018"/>
                  </a:cubicBezTo>
                  <a:cubicBezTo>
                    <a:pt x="1317" y="362209"/>
                    <a:pt x="34" y="366315"/>
                    <a:pt x="2002" y="368283"/>
                  </a:cubicBezTo>
                  <a:cubicBezTo>
                    <a:pt x="3969" y="370250"/>
                    <a:pt x="7390" y="372474"/>
                    <a:pt x="7904" y="373671"/>
                  </a:cubicBezTo>
                  <a:cubicBezTo>
                    <a:pt x="8417" y="374869"/>
                    <a:pt x="6450" y="377606"/>
                    <a:pt x="7134" y="379317"/>
                  </a:cubicBezTo>
                  <a:cubicBezTo>
                    <a:pt x="7904" y="381028"/>
                    <a:pt x="11753" y="384706"/>
                    <a:pt x="14490" y="386160"/>
                  </a:cubicBezTo>
                  <a:cubicBezTo>
                    <a:pt x="17142" y="387614"/>
                    <a:pt x="18168" y="389069"/>
                    <a:pt x="19366" y="390779"/>
                  </a:cubicBezTo>
                  <a:cubicBezTo>
                    <a:pt x="20564" y="392490"/>
                    <a:pt x="22275" y="395655"/>
                    <a:pt x="24755" y="397110"/>
                  </a:cubicBezTo>
                  <a:cubicBezTo>
                    <a:pt x="27236" y="398564"/>
                    <a:pt x="31598" y="401301"/>
                    <a:pt x="32625" y="402242"/>
                  </a:cubicBezTo>
                  <a:cubicBezTo>
                    <a:pt x="33566" y="403268"/>
                    <a:pt x="33138" y="403440"/>
                    <a:pt x="35362" y="405920"/>
                  </a:cubicBezTo>
                  <a:cubicBezTo>
                    <a:pt x="37586" y="408401"/>
                    <a:pt x="36816" y="408144"/>
                    <a:pt x="39040" y="409085"/>
                  </a:cubicBezTo>
                  <a:cubicBezTo>
                    <a:pt x="41264" y="410026"/>
                    <a:pt x="59655" y="409342"/>
                    <a:pt x="62307" y="409085"/>
                  </a:cubicBezTo>
                  <a:cubicBezTo>
                    <a:pt x="64959" y="408829"/>
                    <a:pt x="67696" y="407887"/>
                    <a:pt x="67696" y="407887"/>
                  </a:cubicBezTo>
                  <a:cubicBezTo>
                    <a:pt x="67696" y="407887"/>
                    <a:pt x="69492" y="387272"/>
                    <a:pt x="76250" y="376751"/>
                  </a:cubicBezTo>
                  <a:cubicBezTo>
                    <a:pt x="71973" y="384792"/>
                    <a:pt x="65044" y="407032"/>
                    <a:pt x="68723" y="426877"/>
                  </a:cubicBezTo>
                  <a:cubicBezTo>
                    <a:pt x="68723" y="426877"/>
                    <a:pt x="74796" y="437912"/>
                    <a:pt x="78731" y="438596"/>
                  </a:cubicBezTo>
                  <a:cubicBezTo>
                    <a:pt x="82666" y="439281"/>
                    <a:pt x="86771" y="441590"/>
                    <a:pt x="86771" y="441590"/>
                  </a:cubicBezTo>
                  <a:cubicBezTo>
                    <a:pt x="86771" y="441590"/>
                    <a:pt x="86514" y="440992"/>
                    <a:pt x="86172" y="439195"/>
                  </a:cubicBezTo>
                  <a:lnTo>
                    <a:pt x="86857" y="441675"/>
                  </a:lnTo>
                  <a:lnTo>
                    <a:pt x="86857" y="441675"/>
                  </a:lnTo>
                  <a:cubicBezTo>
                    <a:pt x="86857" y="441675"/>
                    <a:pt x="80783" y="460751"/>
                    <a:pt x="78816" y="479056"/>
                  </a:cubicBezTo>
                  <a:cubicBezTo>
                    <a:pt x="76849" y="497362"/>
                    <a:pt x="74881" y="508482"/>
                    <a:pt x="73598" y="518319"/>
                  </a:cubicBezTo>
                  <a:cubicBezTo>
                    <a:pt x="72315" y="528071"/>
                    <a:pt x="72315" y="534657"/>
                    <a:pt x="72315" y="534657"/>
                  </a:cubicBezTo>
                  <a:cubicBezTo>
                    <a:pt x="72315" y="534657"/>
                    <a:pt x="84718" y="517036"/>
                    <a:pt x="87969" y="512417"/>
                  </a:cubicBezTo>
                  <a:cubicBezTo>
                    <a:pt x="91219" y="507883"/>
                    <a:pt x="91903" y="509166"/>
                    <a:pt x="93187" y="503264"/>
                  </a:cubicBezTo>
                  <a:cubicBezTo>
                    <a:pt x="93358" y="502580"/>
                    <a:pt x="93529" y="501382"/>
                    <a:pt x="93700" y="499757"/>
                  </a:cubicBezTo>
                  <a:cubicBezTo>
                    <a:pt x="93700" y="509423"/>
                    <a:pt x="95068" y="515069"/>
                    <a:pt x="96523" y="527472"/>
                  </a:cubicBezTo>
                  <a:cubicBezTo>
                    <a:pt x="98490" y="545093"/>
                    <a:pt x="95496" y="541158"/>
                    <a:pt x="97464" y="559806"/>
                  </a:cubicBezTo>
                  <a:cubicBezTo>
                    <a:pt x="99431" y="578453"/>
                    <a:pt x="95496" y="583329"/>
                    <a:pt x="101399" y="598042"/>
                  </a:cubicBezTo>
                  <a:cubicBezTo>
                    <a:pt x="107301" y="612755"/>
                    <a:pt x="105333" y="618657"/>
                    <a:pt x="107301" y="627468"/>
                  </a:cubicBezTo>
                  <a:cubicBezTo>
                    <a:pt x="109268" y="636278"/>
                    <a:pt x="118079" y="639186"/>
                    <a:pt x="118079" y="639186"/>
                  </a:cubicBezTo>
                  <a:cubicBezTo>
                    <a:pt x="118079" y="639186"/>
                    <a:pt x="120046" y="647997"/>
                    <a:pt x="117138" y="654840"/>
                  </a:cubicBezTo>
                  <a:cubicBezTo>
                    <a:pt x="114230" y="661683"/>
                    <a:pt x="114230" y="685207"/>
                    <a:pt x="116197" y="692050"/>
                  </a:cubicBezTo>
                  <a:cubicBezTo>
                    <a:pt x="118164" y="698893"/>
                    <a:pt x="120132" y="719508"/>
                    <a:pt x="124066" y="734221"/>
                  </a:cubicBezTo>
                  <a:cubicBezTo>
                    <a:pt x="128001" y="748934"/>
                    <a:pt x="129969" y="758685"/>
                    <a:pt x="136812" y="773398"/>
                  </a:cubicBezTo>
                  <a:cubicBezTo>
                    <a:pt x="143655" y="788111"/>
                    <a:pt x="142714" y="786143"/>
                    <a:pt x="145623" y="801797"/>
                  </a:cubicBezTo>
                  <a:cubicBezTo>
                    <a:pt x="148531" y="817451"/>
                    <a:pt x="150498" y="815483"/>
                    <a:pt x="150498" y="842000"/>
                  </a:cubicBezTo>
                  <a:cubicBezTo>
                    <a:pt x="150498" y="868518"/>
                    <a:pt x="152466" y="865524"/>
                    <a:pt x="155374" y="879210"/>
                  </a:cubicBezTo>
                  <a:cubicBezTo>
                    <a:pt x="158282" y="892896"/>
                    <a:pt x="163244" y="895891"/>
                    <a:pt x="161276" y="906669"/>
                  </a:cubicBezTo>
                  <a:cubicBezTo>
                    <a:pt x="159309" y="917446"/>
                    <a:pt x="160335" y="921381"/>
                    <a:pt x="161276" y="933100"/>
                  </a:cubicBezTo>
                  <a:cubicBezTo>
                    <a:pt x="162303" y="944905"/>
                    <a:pt x="165211" y="943878"/>
                    <a:pt x="166152" y="955683"/>
                  </a:cubicBezTo>
                  <a:cubicBezTo>
                    <a:pt x="167093" y="967402"/>
                    <a:pt x="161276" y="962526"/>
                    <a:pt x="166152" y="975271"/>
                  </a:cubicBezTo>
                  <a:cubicBezTo>
                    <a:pt x="171027" y="988016"/>
                    <a:pt x="178898" y="986049"/>
                    <a:pt x="178898" y="1000762"/>
                  </a:cubicBezTo>
                  <a:cubicBezTo>
                    <a:pt x="178898" y="1015475"/>
                    <a:pt x="182832" y="1051743"/>
                    <a:pt x="176930" y="1073300"/>
                  </a:cubicBezTo>
                  <a:cubicBezTo>
                    <a:pt x="171027" y="1094856"/>
                    <a:pt x="162217" y="1106575"/>
                    <a:pt x="161276" y="1111535"/>
                  </a:cubicBezTo>
                  <a:cubicBezTo>
                    <a:pt x="160335" y="1116411"/>
                    <a:pt x="161276" y="1113503"/>
                    <a:pt x="162303" y="1127189"/>
                  </a:cubicBezTo>
                  <a:cubicBezTo>
                    <a:pt x="163244" y="1140875"/>
                    <a:pt x="165211" y="1149686"/>
                    <a:pt x="158368" y="1154648"/>
                  </a:cubicBezTo>
                  <a:cubicBezTo>
                    <a:pt x="151525" y="1159524"/>
                    <a:pt x="141688" y="1173295"/>
                    <a:pt x="94641" y="1172269"/>
                  </a:cubicBezTo>
                  <a:cubicBezTo>
                    <a:pt x="94641" y="1172269"/>
                    <a:pt x="77020" y="1177145"/>
                    <a:pt x="79928" y="1183988"/>
                  </a:cubicBezTo>
                  <a:cubicBezTo>
                    <a:pt x="82836" y="1190831"/>
                    <a:pt x="110295" y="1196733"/>
                    <a:pt x="133818" y="1199642"/>
                  </a:cubicBezTo>
                  <a:cubicBezTo>
                    <a:pt x="133818" y="1199642"/>
                    <a:pt x="259219" y="1202550"/>
                    <a:pt x="285736" y="1201609"/>
                  </a:cubicBezTo>
                  <a:cubicBezTo>
                    <a:pt x="285736" y="1201609"/>
                    <a:pt x="297455" y="1199642"/>
                    <a:pt x="298482" y="1196733"/>
                  </a:cubicBezTo>
                  <a:cubicBezTo>
                    <a:pt x="299508" y="1193824"/>
                    <a:pt x="297541" y="1185955"/>
                    <a:pt x="296514" y="1183047"/>
                  </a:cubicBezTo>
                  <a:cubicBezTo>
                    <a:pt x="295488" y="1180053"/>
                    <a:pt x="293606" y="1167393"/>
                    <a:pt x="294547" y="1157556"/>
                  </a:cubicBezTo>
                  <a:cubicBezTo>
                    <a:pt x="295488" y="1147719"/>
                    <a:pt x="296514" y="1147719"/>
                    <a:pt x="294547" y="1140875"/>
                  </a:cubicBezTo>
                  <a:cubicBezTo>
                    <a:pt x="292579" y="1134032"/>
                    <a:pt x="281801" y="1131039"/>
                    <a:pt x="284710" y="1118293"/>
                  </a:cubicBezTo>
                  <a:cubicBezTo>
                    <a:pt x="287618" y="1105548"/>
                    <a:pt x="294547" y="1097678"/>
                    <a:pt x="296429" y="1086986"/>
                  </a:cubicBezTo>
                  <a:cubicBezTo>
                    <a:pt x="298396" y="1076208"/>
                    <a:pt x="300363" y="989984"/>
                    <a:pt x="299337" y="959617"/>
                  </a:cubicBezTo>
                  <a:cubicBezTo>
                    <a:pt x="298310" y="929251"/>
                    <a:pt x="285651" y="868518"/>
                    <a:pt x="285651" y="847903"/>
                  </a:cubicBezTo>
                  <a:cubicBezTo>
                    <a:pt x="285651" y="827288"/>
                    <a:pt x="286591" y="819504"/>
                    <a:pt x="282742" y="810693"/>
                  </a:cubicBezTo>
                  <a:cubicBezTo>
                    <a:pt x="278808" y="801883"/>
                    <a:pt x="272905" y="794013"/>
                    <a:pt x="273932" y="789137"/>
                  </a:cubicBezTo>
                  <a:cubicBezTo>
                    <a:pt x="274873" y="784261"/>
                    <a:pt x="282742" y="772457"/>
                    <a:pt x="281801" y="740123"/>
                  </a:cubicBezTo>
                  <a:cubicBezTo>
                    <a:pt x="280860" y="707789"/>
                    <a:pt x="278893" y="687174"/>
                    <a:pt x="278893" y="681357"/>
                  </a:cubicBezTo>
                  <a:cubicBezTo>
                    <a:pt x="278893" y="675541"/>
                    <a:pt x="284795" y="658775"/>
                    <a:pt x="288644" y="647056"/>
                  </a:cubicBezTo>
                  <a:cubicBezTo>
                    <a:pt x="292579" y="635337"/>
                    <a:pt x="288644" y="634311"/>
                    <a:pt x="294547" y="625500"/>
                  </a:cubicBezTo>
                  <a:cubicBezTo>
                    <a:pt x="295830" y="623618"/>
                    <a:pt x="297712" y="622079"/>
                    <a:pt x="299936" y="620967"/>
                  </a:cubicBezTo>
                  <a:cubicBezTo>
                    <a:pt x="301647" y="621138"/>
                    <a:pt x="303357" y="621394"/>
                    <a:pt x="305325" y="621565"/>
                  </a:cubicBezTo>
                  <a:cubicBezTo>
                    <a:pt x="314135" y="622506"/>
                    <a:pt x="320038" y="616604"/>
                    <a:pt x="320038" y="616604"/>
                  </a:cubicBezTo>
                  <a:cubicBezTo>
                    <a:pt x="320038" y="616604"/>
                    <a:pt x="299508" y="553903"/>
                    <a:pt x="299508" y="517635"/>
                  </a:cubicBezTo>
                  <a:cubicBezTo>
                    <a:pt x="299508" y="481366"/>
                    <a:pt x="286763" y="454934"/>
                    <a:pt x="314221" y="338344"/>
                  </a:cubicBezTo>
                  <a:cubicBezTo>
                    <a:pt x="341679" y="221754"/>
                    <a:pt x="268201" y="193355"/>
                    <a:pt x="248612" y="177615"/>
                  </a:cubicBezTo>
                  <a:lnTo>
                    <a:pt x="239802" y="157000"/>
                  </a:lnTo>
                  <a:cubicBezTo>
                    <a:pt x="239802" y="157000"/>
                    <a:pt x="238518" y="157000"/>
                    <a:pt x="236209" y="157599"/>
                  </a:cubicBezTo>
                  <a:cubicBezTo>
                    <a:pt x="233728" y="155032"/>
                    <a:pt x="231248" y="152809"/>
                    <a:pt x="229964" y="151611"/>
                  </a:cubicBezTo>
                  <a:cubicBezTo>
                    <a:pt x="229964" y="151611"/>
                    <a:pt x="228425" y="152638"/>
                    <a:pt x="225687" y="154519"/>
                  </a:cubicBezTo>
                  <a:cubicBezTo>
                    <a:pt x="227655" y="152894"/>
                    <a:pt x="229109" y="151782"/>
                    <a:pt x="229964" y="151611"/>
                  </a:cubicBezTo>
                  <a:cubicBezTo>
                    <a:pt x="232873" y="151098"/>
                    <a:pt x="234327" y="144768"/>
                    <a:pt x="234327" y="144768"/>
                  </a:cubicBezTo>
                  <a:cubicBezTo>
                    <a:pt x="234327" y="144768"/>
                    <a:pt x="238690" y="139379"/>
                    <a:pt x="243651" y="130568"/>
                  </a:cubicBezTo>
                  <a:cubicBezTo>
                    <a:pt x="248526" y="121758"/>
                    <a:pt x="250494" y="116882"/>
                    <a:pt x="251520" y="107045"/>
                  </a:cubicBezTo>
                  <a:cubicBezTo>
                    <a:pt x="252461" y="97208"/>
                    <a:pt x="254429" y="94300"/>
                    <a:pt x="255455" y="86430"/>
                  </a:cubicBezTo>
                  <a:cubicBezTo>
                    <a:pt x="256396" y="78646"/>
                    <a:pt x="248612" y="78646"/>
                    <a:pt x="249553" y="67783"/>
                  </a:cubicBezTo>
                  <a:cubicBezTo>
                    <a:pt x="250494" y="57005"/>
                    <a:pt x="263239" y="59913"/>
                    <a:pt x="253488" y="47167"/>
                  </a:cubicBezTo>
                  <a:cubicBezTo>
                    <a:pt x="243651" y="34422"/>
                    <a:pt x="232873" y="36389"/>
                    <a:pt x="233899" y="25612"/>
                  </a:cubicBezTo>
                  <a:cubicBezTo>
                    <a:pt x="234926" y="14834"/>
                    <a:pt x="230991" y="10899"/>
                    <a:pt x="224062" y="7990"/>
                  </a:cubicBezTo>
                  <a:cubicBezTo>
                    <a:pt x="217219" y="5082"/>
                    <a:pt x="214225" y="4056"/>
                    <a:pt x="205415" y="4056"/>
                  </a:cubicBezTo>
                  <a:cubicBezTo>
                    <a:pt x="196604" y="4056"/>
                    <a:pt x="191728" y="-820"/>
                    <a:pt x="184800" y="121"/>
                  </a:cubicBezTo>
                  <a:cubicBezTo>
                    <a:pt x="177956" y="1147"/>
                    <a:pt x="183773" y="4056"/>
                    <a:pt x="174022" y="6964"/>
                  </a:cubicBezTo>
                  <a:cubicBezTo>
                    <a:pt x="164184" y="9872"/>
                    <a:pt x="166152" y="6964"/>
                    <a:pt x="153406" y="10899"/>
                  </a:cubicBezTo>
                  <a:cubicBezTo>
                    <a:pt x="140661" y="14834"/>
                    <a:pt x="139720" y="1061"/>
                    <a:pt x="133818" y="12866"/>
                  </a:cubicBezTo>
                  <a:cubicBezTo>
                    <a:pt x="127916" y="24585"/>
                    <a:pt x="115170" y="26552"/>
                    <a:pt x="109354" y="33481"/>
                  </a:cubicBezTo>
                  <a:cubicBezTo>
                    <a:pt x="103452" y="40324"/>
                    <a:pt x="99517" y="39383"/>
                    <a:pt x="105419" y="45200"/>
                  </a:cubicBezTo>
                  <a:cubicBezTo>
                    <a:pt x="111321" y="51102"/>
                    <a:pt x="114230" y="50076"/>
                    <a:pt x="109354" y="57005"/>
                  </a:cubicBezTo>
                  <a:cubicBezTo>
                    <a:pt x="104478" y="63848"/>
                    <a:pt x="108413" y="57005"/>
                    <a:pt x="116197" y="59485"/>
                  </a:cubicBezTo>
                  <a:cubicBezTo>
                    <a:pt x="120901" y="60939"/>
                    <a:pt x="103965" y="84462"/>
                    <a:pt x="103452" y="93786"/>
                  </a:cubicBezTo>
                  <a:cubicBezTo>
                    <a:pt x="102938" y="103110"/>
                    <a:pt x="103452" y="105505"/>
                    <a:pt x="103965" y="109954"/>
                  </a:cubicBezTo>
                  <a:cubicBezTo>
                    <a:pt x="104478" y="114316"/>
                    <a:pt x="107386" y="113888"/>
                    <a:pt x="104478" y="116797"/>
                  </a:cubicBezTo>
                  <a:cubicBezTo>
                    <a:pt x="101569" y="119705"/>
                    <a:pt x="91733" y="134418"/>
                    <a:pt x="92674" y="139294"/>
                  </a:cubicBezTo>
                  <a:cubicBezTo>
                    <a:pt x="93700" y="144169"/>
                    <a:pt x="95154" y="143742"/>
                    <a:pt x="99003" y="144683"/>
                  </a:cubicBezTo>
                  <a:cubicBezTo>
                    <a:pt x="102938" y="145623"/>
                    <a:pt x="101912" y="141774"/>
                    <a:pt x="102938" y="145623"/>
                  </a:cubicBezTo>
                  <a:cubicBezTo>
                    <a:pt x="103879" y="149558"/>
                    <a:pt x="103452" y="153493"/>
                    <a:pt x="103879" y="156401"/>
                  </a:cubicBezTo>
                  <a:cubicBezTo>
                    <a:pt x="104392" y="159309"/>
                    <a:pt x="106360" y="160764"/>
                    <a:pt x="108327" y="161790"/>
                  </a:cubicBezTo>
                  <a:cubicBezTo>
                    <a:pt x="110295" y="162817"/>
                    <a:pt x="107814" y="164271"/>
                    <a:pt x="108841" y="166666"/>
                  </a:cubicBezTo>
                  <a:cubicBezTo>
                    <a:pt x="109867" y="169147"/>
                    <a:pt x="108327" y="168633"/>
                    <a:pt x="111834" y="171029"/>
                  </a:cubicBezTo>
                  <a:cubicBezTo>
                    <a:pt x="115256" y="173509"/>
                    <a:pt x="114743" y="175477"/>
                    <a:pt x="114315" y="180352"/>
                  </a:cubicBezTo>
                  <a:cubicBezTo>
                    <a:pt x="113802" y="185228"/>
                    <a:pt x="116710" y="187709"/>
                    <a:pt x="121672" y="188650"/>
                  </a:cubicBezTo>
                  <a:cubicBezTo>
                    <a:pt x="126547" y="189591"/>
                    <a:pt x="140747" y="191130"/>
                    <a:pt x="146649" y="187709"/>
                  </a:cubicBezTo>
                  <a:cubicBezTo>
                    <a:pt x="152551" y="184287"/>
                    <a:pt x="154005" y="184801"/>
                    <a:pt x="157940" y="188222"/>
                  </a:cubicBezTo>
                  <a:cubicBezTo>
                    <a:pt x="161875" y="191644"/>
                    <a:pt x="165810" y="191130"/>
                    <a:pt x="164783" y="199513"/>
                  </a:cubicBezTo>
                  <a:cubicBezTo>
                    <a:pt x="164612" y="201138"/>
                    <a:pt x="164441" y="202507"/>
                    <a:pt x="164270" y="203534"/>
                  </a:cubicBezTo>
                  <a:cubicBezTo>
                    <a:pt x="151439" y="215851"/>
                    <a:pt x="140148" y="228768"/>
                    <a:pt x="134502" y="240487"/>
                  </a:cubicBezTo>
                  <a:cubicBezTo>
                    <a:pt x="134502" y="240487"/>
                    <a:pt x="126034" y="249639"/>
                    <a:pt x="135186" y="245020"/>
                  </a:cubicBezTo>
                  <a:cubicBezTo>
                    <a:pt x="138950" y="243139"/>
                    <a:pt x="139806" y="247672"/>
                    <a:pt x="139635" y="254430"/>
                  </a:cubicBezTo>
                  <a:lnTo>
                    <a:pt x="139635" y="256397"/>
                  </a:lnTo>
                  <a:cubicBezTo>
                    <a:pt x="139207" y="261529"/>
                    <a:pt x="138352" y="267603"/>
                    <a:pt x="137667" y="273163"/>
                  </a:cubicBezTo>
                  <a:cubicBezTo>
                    <a:pt x="136128" y="281631"/>
                    <a:pt x="133904" y="292923"/>
                    <a:pt x="133904" y="295916"/>
                  </a:cubicBezTo>
                  <a:cubicBezTo>
                    <a:pt x="133904" y="300535"/>
                    <a:pt x="108413" y="365802"/>
                    <a:pt x="108413" y="369737"/>
                  </a:cubicBezTo>
                  <a:lnTo>
                    <a:pt x="108755" y="370849"/>
                  </a:lnTo>
                  <a:lnTo>
                    <a:pt x="83606" y="372217"/>
                  </a:lnTo>
                  <a:cubicBezTo>
                    <a:pt x="83606" y="372217"/>
                    <a:pt x="83264" y="372988"/>
                    <a:pt x="82836" y="374270"/>
                  </a:cubicBezTo>
                  <a:cubicBezTo>
                    <a:pt x="82494" y="374014"/>
                    <a:pt x="81211" y="373415"/>
                    <a:pt x="79073" y="373415"/>
                  </a:cubicBezTo>
                  <a:cubicBezTo>
                    <a:pt x="79073" y="373415"/>
                    <a:pt x="70775" y="359216"/>
                    <a:pt x="65386" y="354340"/>
                  </a:cubicBezTo>
                  <a:cubicBezTo>
                    <a:pt x="59997" y="349464"/>
                    <a:pt x="42804" y="344075"/>
                    <a:pt x="38954" y="337660"/>
                  </a:cubicBezTo>
                  <a:cubicBezTo>
                    <a:pt x="35020" y="331330"/>
                    <a:pt x="29118" y="328336"/>
                    <a:pt x="26722" y="331330"/>
                  </a:cubicBezTo>
                  <a:cubicBezTo>
                    <a:pt x="24242" y="334238"/>
                    <a:pt x="31171" y="344588"/>
                    <a:pt x="37500" y="348951"/>
                  </a:cubicBezTo>
                  <a:cubicBezTo>
                    <a:pt x="43830" y="353399"/>
                    <a:pt x="46311" y="357761"/>
                    <a:pt x="42376" y="360242"/>
                  </a:cubicBezTo>
                  <a:cubicBezTo>
                    <a:pt x="38441" y="362723"/>
                    <a:pt x="33052" y="368112"/>
                    <a:pt x="30144" y="367599"/>
                  </a:cubicBezTo>
                  <a:cubicBezTo>
                    <a:pt x="30144" y="367599"/>
                    <a:pt x="15944" y="368368"/>
                    <a:pt x="16886" y="363663"/>
                  </a:cubicBezTo>
                  <a:cubicBezTo>
                    <a:pt x="17826" y="359045"/>
                    <a:pt x="19366" y="358018"/>
                    <a:pt x="19366" y="356564"/>
                  </a:cubicBezTo>
                  <a:cubicBezTo>
                    <a:pt x="19366" y="355110"/>
                    <a:pt x="16886" y="352201"/>
                    <a:pt x="14490" y="354083"/>
                  </a:cubicBezTo>
                  <a:lnTo>
                    <a:pt x="14490" y="354083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20D217C-6C6D-2F57-65F4-657D91D7AC0A}"/>
                </a:ext>
              </a:extLst>
            </p:cNvPr>
            <p:cNvSpPr/>
            <p:nvPr/>
          </p:nvSpPr>
          <p:spPr>
            <a:xfrm>
              <a:off x="-937330" y="4292747"/>
              <a:ext cx="399083" cy="1226805"/>
            </a:xfrm>
            <a:custGeom>
              <a:avLst/>
              <a:gdLst>
                <a:gd name="connsiteX0" fmla="*/ 51754 w 399083"/>
                <a:gd name="connsiteY0" fmla="*/ 356612 h 1226805"/>
                <a:gd name="connsiteX1" fmla="*/ 51241 w 399083"/>
                <a:gd name="connsiteY1" fmla="*/ 362771 h 1226805"/>
                <a:gd name="connsiteX2" fmla="*/ 47220 w 399083"/>
                <a:gd name="connsiteY2" fmla="*/ 362771 h 1226805"/>
                <a:gd name="connsiteX3" fmla="*/ 40976 w 399083"/>
                <a:gd name="connsiteY3" fmla="*/ 355585 h 1226805"/>
                <a:gd name="connsiteX4" fmla="*/ 35416 w 399083"/>
                <a:gd name="connsiteY4" fmla="*/ 352934 h 1226805"/>
                <a:gd name="connsiteX5" fmla="*/ 51754 w 399083"/>
                <a:gd name="connsiteY5" fmla="*/ 356612 h 1226805"/>
                <a:gd name="connsiteX6" fmla="*/ 51754 w 399083"/>
                <a:gd name="connsiteY6" fmla="*/ 356612 h 1226805"/>
                <a:gd name="connsiteX7" fmla="*/ 174 w 399083"/>
                <a:gd name="connsiteY7" fmla="*/ 350282 h 1226805"/>
                <a:gd name="connsiteX8" fmla="*/ 601 w 399083"/>
                <a:gd name="connsiteY8" fmla="*/ 372523 h 1226805"/>
                <a:gd name="connsiteX9" fmla="*/ 3681 w 399083"/>
                <a:gd name="connsiteY9" fmla="*/ 383985 h 1226805"/>
                <a:gd name="connsiteX10" fmla="*/ 8728 w 399083"/>
                <a:gd name="connsiteY10" fmla="*/ 389716 h 1226805"/>
                <a:gd name="connsiteX11" fmla="*/ 16341 w 399083"/>
                <a:gd name="connsiteY11" fmla="*/ 396302 h 1226805"/>
                <a:gd name="connsiteX12" fmla="*/ 31481 w 399083"/>
                <a:gd name="connsiteY12" fmla="*/ 403659 h 1226805"/>
                <a:gd name="connsiteX13" fmla="*/ 45082 w 399083"/>
                <a:gd name="connsiteY13" fmla="*/ 418543 h 1226805"/>
                <a:gd name="connsiteX14" fmla="*/ 45852 w 399083"/>
                <a:gd name="connsiteY14" fmla="*/ 419056 h 1226805"/>
                <a:gd name="connsiteX15" fmla="*/ 45253 w 399083"/>
                <a:gd name="connsiteY15" fmla="*/ 427781 h 1226805"/>
                <a:gd name="connsiteX16" fmla="*/ 45253 w 399083"/>
                <a:gd name="connsiteY16" fmla="*/ 438901 h 1226805"/>
                <a:gd name="connsiteX17" fmla="*/ 47477 w 399083"/>
                <a:gd name="connsiteY17" fmla="*/ 468241 h 1226805"/>
                <a:gd name="connsiteX18" fmla="*/ 85286 w 399083"/>
                <a:gd name="connsiteY18" fmla="*/ 508359 h 1226805"/>
                <a:gd name="connsiteX19" fmla="*/ 88279 w 399083"/>
                <a:gd name="connsiteY19" fmla="*/ 510327 h 1226805"/>
                <a:gd name="connsiteX20" fmla="*/ 83660 w 399083"/>
                <a:gd name="connsiteY20" fmla="*/ 552156 h 1226805"/>
                <a:gd name="connsiteX21" fmla="*/ 80068 w 399083"/>
                <a:gd name="connsiteY21" fmla="*/ 568408 h 1226805"/>
                <a:gd name="connsiteX22" fmla="*/ 81693 w 399083"/>
                <a:gd name="connsiteY22" fmla="*/ 574054 h 1226805"/>
                <a:gd name="connsiteX23" fmla="*/ 84002 w 399083"/>
                <a:gd name="connsiteY23" fmla="*/ 578673 h 1226805"/>
                <a:gd name="connsiteX24" fmla="*/ 78357 w 399083"/>
                <a:gd name="connsiteY24" fmla="*/ 696461 h 1226805"/>
                <a:gd name="connsiteX25" fmla="*/ 78785 w 399083"/>
                <a:gd name="connsiteY25" fmla="*/ 696974 h 1226805"/>
                <a:gd name="connsiteX26" fmla="*/ 78613 w 399083"/>
                <a:gd name="connsiteY26" fmla="*/ 699027 h 1226805"/>
                <a:gd name="connsiteX27" fmla="*/ 82292 w 399083"/>
                <a:gd name="connsiteY27" fmla="*/ 698599 h 1226805"/>
                <a:gd name="connsiteX28" fmla="*/ 84858 w 399083"/>
                <a:gd name="connsiteY28" fmla="*/ 699027 h 1226805"/>
                <a:gd name="connsiteX29" fmla="*/ 87167 w 399083"/>
                <a:gd name="connsiteY29" fmla="*/ 711345 h 1226805"/>
                <a:gd name="connsiteX30" fmla="*/ 107783 w 399083"/>
                <a:gd name="connsiteY30" fmla="*/ 889524 h 1226805"/>
                <a:gd name="connsiteX31" fmla="*/ 131648 w 399083"/>
                <a:gd name="connsiteY31" fmla="*/ 1055470 h 1226805"/>
                <a:gd name="connsiteX32" fmla="*/ 147644 w 399083"/>
                <a:gd name="connsiteY32" fmla="*/ 1116545 h 1226805"/>
                <a:gd name="connsiteX33" fmla="*/ 147644 w 399083"/>
                <a:gd name="connsiteY33" fmla="*/ 1145800 h 1226805"/>
                <a:gd name="connsiteX34" fmla="*/ 163554 w 399083"/>
                <a:gd name="connsiteY34" fmla="*/ 1157775 h 1226805"/>
                <a:gd name="connsiteX35" fmla="*/ 158251 w 399083"/>
                <a:gd name="connsiteY35" fmla="*/ 1173686 h 1226805"/>
                <a:gd name="connsiteX36" fmla="*/ 89135 w 399083"/>
                <a:gd name="connsiteY36" fmla="*/ 1197637 h 1226805"/>
                <a:gd name="connsiteX37" fmla="*/ 73225 w 399083"/>
                <a:gd name="connsiteY37" fmla="*/ 1208243 h 1226805"/>
                <a:gd name="connsiteX38" fmla="*/ 91787 w 399083"/>
                <a:gd name="connsiteY38" fmla="*/ 1224154 h 1226805"/>
                <a:gd name="connsiteX39" fmla="*/ 267057 w 399083"/>
                <a:gd name="connsiteY39" fmla="*/ 1224154 h 1226805"/>
                <a:gd name="connsiteX40" fmla="*/ 272361 w 399083"/>
                <a:gd name="connsiteY40" fmla="*/ 1218851 h 1226805"/>
                <a:gd name="connsiteX41" fmla="*/ 264405 w 399083"/>
                <a:gd name="connsiteY41" fmla="*/ 1187030 h 1226805"/>
                <a:gd name="connsiteX42" fmla="*/ 257733 w 399083"/>
                <a:gd name="connsiteY42" fmla="*/ 1159144 h 1226805"/>
                <a:gd name="connsiteX43" fmla="*/ 268426 w 399083"/>
                <a:gd name="connsiteY43" fmla="*/ 1144517 h 1226805"/>
                <a:gd name="connsiteX44" fmla="*/ 268597 w 399083"/>
                <a:gd name="connsiteY44" fmla="*/ 1142464 h 1226805"/>
                <a:gd name="connsiteX45" fmla="*/ 265432 w 399083"/>
                <a:gd name="connsiteY45" fmla="*/ 1128863 h 1226805"/>
                <a:gd name="connsiteX46" fmla="*/ 250548 w 399083"/>
                <a:gd name="connsiteY46" fmla="*/ 1088060 h 1226805"/>
                <a:gd name="connsiteX47" fmla="*/ 249607 w 399083"/>
                <a:gd name="connsiteY47" fmla="*/ 1084040 h 1226805"/>
                <a:gd name="connsiteX48" fmla="*/ 244988 w 399083"/>
                <a:gd name="connsiteY48" fmla="*/ 1021767 h 1226805"/>
                <a:gd name="connsiteX49" fmla="*/ 244560 w 399083"/>
                <a:gd name="connsiteY49" fmla="*/ 1007397 h 1226805"/>
                <a:gd name="connsiteX50" fmla="*/ 243277 w 399083"/>
                <a:gd name="connsiteY50" fmla="*/ 990460 h 1226805"/>
                <a:gd name="connsiteX51" fmla="*/ 243277 w 399083"/>
                <a:gd name="connsiteY51" fmla="*/ 983788 h 1226805"/>
                <a:gd name="connsiteX52" fmla="*/ 230617 w 399083"/>
                <a:gd name="connsiteY52" fmla="*/ 919547 h 1226805"/>
                <a:gd name="connsiteX53" fmla="*/ 229933 w 399083"/>
                <a:gd name="connsiteY53" fmla="*/ 910224 h 1226805"/>
                <a:gd name="connsiteX54" fmla="*/ 232584 w 399083"/>
                <a:gd name="connsiteY54" fmla="*/ 877548 h 1226805"/>
                <a:gd name="connsiteX55" fmla="*/ 249864 w 399083"/>
                <a:gd name="connsiteY55" fmla="*/ 955902 h 1226805"/>
                <a:gd name="connsiteX56" fmla="*/ 276466 w 399083"/>
                <a:gd name="connsiteY56" fmla="*/ 1036908 h 1226805"/>
                <a:gd name="connsiteX57" fmla="*/ 281770 w 399083"/>
                <a:gd name="connsiteY57" fmla="*/ 1095332 h 1226805"/>
                <a:gd name="connsiteX58" fmla="*/ 289725 w 399083"/>
                <a:gd name="connsiteY58" fmla="*/ 1125869 h 1226805"/>
                <a:gd name="connsiteX59" fmla="*/ 285705 w 399083"/>
                <a:gd name="connsiteY59" fmla="*/ 1152386 h 1226805"/>
                <a:gd name="connsiteX60" fmla="*/ 297680 w 399083"/>
                <a:gd name="connsiteY60" fmla="*/ 1176337 h 1226805"/>
                <a:gd name="connsiteX61" fmla="*/ 307004 w 399083"/>
                <a:gd name="connsiteY61" fmla="*/ 1189596 h 1226805"/>
                <a:gd name="connsiteX62" fmla="*/ 301701 w 399083"/>
                <a:gd name="connsiteY62" fmla="*/ 1217482 h 1226805"/>
                <a:gd name="connsiteX63" fmla="*/ 301701 w 399083"/>
                <a:gd name="connsiteY63" fmla="*/ 1226806 h 1226805"/>
                <a:gd name="connsiteX64" fmla="*/ 390576 w 399083"/>
                <a:gd name="connsiteY64" fmla="*/ 1226806 h 1226805"/>
                <a:gd name="connsiteX65" fmla="*/ 397248 w 399083"/>
                <a:gd name="connsiteY65" fmla="*/ 1188313 h 1226805"/>
                <a:gd name="connsiteX66" fmla="*/ 390576 w 399083"/>
                <a:gd name="connsiteY66" fmla="*/ 1161795 h 1226805"/>
                <a:gd name="connsiteX67" fmla="*/ 387924 w 399083"/>
                <a:gd name="connsiteY67" fmla="*/ 1119368 h 1226805"/>
                <a:gd name="connsiteX68" fmla="*/ 379969 w 399083"/>
                <a:gd name="connsiteY68" fmla="*/ 1023820 h 1226805"/>
                <a:gd name="connsiteX69" fmla="*/ 372014 w 399083"/>
                <a:gd name="connsiteY69" fmla="*/ 960094 h 1226805"/>
                <a:gd name="connsiteX70" fmla="*/ 349432 w 399083"/>
                <a:gd name="connsiteY70" fmla="*/ 864546 h 1226805"/>
                <a:gd name="connsiteX71" fmla="*/ 341904 w 399083"/>
                <a:gd name="connsiteY71" fmla="*/ 856847 h 1226805"/>
                <a:gd name="connsiteX72" fmla="*/ 339680 w 399083"/>
                <a:gd name="connsiteY72" fmla="*/ 854709 h 1226805"/>
                <a:gd name="connsiteX73" fmla="*/ 332153 w 399083"/>
                <a:gd name="connsiteY73" fmla="*/ 841964 h 1226805"/>
                <a:gd name="connsiteX74" fmla="*/ 325481 w 399083"/>
                <a:gd name="connsiteY74" fmla="*/ 810057 h 1226805"/>
                <a:gd name="connsiteX75" fmla="*/ 324197 w 399083"/>
                <a:gd name="connsiteY75" fmla="*/ 780888 h 1226805"/>
                <a:gd name="connsiteX76" fmla="*/ 326849 w 399083"/>
                <a:gd name="connsiteY76" fmla="*/ 727768 h 1226805"/>
                <a:gd name="connsiteX77" fmla="*/ 326849 w 399083"/>
                <a:gd name="connsiteY77" fmla="*/ 671997 h 1226805"/>
                <a:gd name="connsiteX78" fmla="*/ 328132 w 399083"/>
                <a:gd name="connsiteY78" fmla="*/ 633504 h 1226805"/>
                <a:gd name="connsiteX79" fmla="*/ 383904 w 399083"/>
                <a:gd name="connsiteY79" fmla="*/ 606986 h 1226805"/>
                <a:gd name="connsiteX80" fmla="*/ 349517 w 399083"/>
                <a:gd name="connsiteY80" fmla="*/ 391940 h 1226805"/>
                <a:gd name="connsiteX81" fmla="*/ 377403 w 399083"/>
                <a:gd name="connsiteY81" fmla="*/ 342840 h 1226805"/>
                <a:gd name="connsiteX82" fmla="*/ 353452 w 399083"/>
                <a:gd name="connsiteY82" fmla="*/ 214103 h 1226805"/>
                <a:gd name="connsiteX83" fmla="*/ 310939 w 399083"/>
                <a:gd name="connsiteY83" fmla="*/ 142421 h 1226805"/>
                <a:gd name="connsiteX84" fmla="*/ 246014 w 399083"/>
                <a:gd name="connsiteY84" fmla="*/ 137802 h 1226805"/>
                <a:gd name="connsiteX85" fmla="*/ 218727 w 399083"/>
                <a:gd name="connsiteY85" fmla="*/ 143106 h 1226805"/>
                <a:gd name="connsiteX86" fmla="*/ 198625 w 399083"/>
                <a:gd name="connsiteY86" fmla="*/ 129590 h 1226805"/>
                <a:gd name="connsiteX87" fmla="*/ 192210 w 399083"/>
                <a:gd name="connsiteY87" fmla="*/ 126511 h 1226805"/>
                <a:gd name="connsiteX88" fmla="*/ 193151 w 399083"/>
                <a:gd name="connsiteY88" fmla="*/ 106324 h 1226805"/>
                <a:gd name="connsiteX89" fmla="*/ 186907 w 399083"/>
                <a:gd name="connsiteY89" fmla="*/ 76812 h 1226805"/>
                <a:gd name="connsiteX90" fmla="*/ 176899 w 399083"/>
                <a:gd name="connsiteY90" fmla="*/ 45933 h 1226805"/>
                <a:gd name="connsiteX91" fmla="*/ 153118 w 399083"/>
                <a:gd name="connsiteY91" fmla="*/ 16422 h 1226805"/>
                <a:gd name="connsiteX92" fmla="*/ 126943 w 399083"/>
                <a:gd name="connsiteY92" fmla="*/ 8124 h 1226805"/>
                <a:gd name="connsiteX93" fmla="*/ 115652 w 399083"/>
                <a:gd name="connsiteY93" fmla="*/ 853 h 1226805"/>
                <a:gd name="connsiteX94" fmla="*/ 62532 w 399083"/>
                <a:gd name="connsiteY94" fmla="*/ 10177 h 1226805"/>
                <a:gd name="connsiteX95" fmla="*/ 24040 w 399083"/>
                <a:gd name="connsiteY95" fmla="*/ 53289 h 1226805"/>
                <a:gd name="connsiteX96" fmla="*/ 15057 w 399083"/>
                <a:gd name="connsiteY96" fmla="*/ 102047 h 1226805"/>
                <a:gd name="connsiteX97" fmla="*/ 27632 w 399083"/>
                <a:gd name="connsiteY97" fmla="*/ 126596 h 1226805"/>
                <a:gd name="connsiteX98" fmla="*/ 18992 w 399083"/>
                <a:gd name="connsiteY98" fmla="*/ 97684 h 1226805"/>
                <a:gd name="connsiteX99" fmla="*/ 25322 w 399083"/>
                <a:gd name="connsiteY99" fmla="*/ 110002 h 1226805"/>
                <a:gd name="connsiteX100" fmla="*/ 37298 w 399083"/>
                <a:gd name="connsiteY100" fmla="*/ 119325 h 1226805"/>
                <a:gd name="connsiteX101" fmla="*/ 36956 w 399083"/>
                <a:gd name="connsiteY101" fmla="*/ 131986 h 1226805"/>
                <a:gd name="connsiteX102" fmla="*/ 34988 w 399083"/>
                <a:gd name="connsiteY102" fmla="*/ 141309 h 1226805"/>
                <a:gd name="connsiteX103" fmla="*/ 40292 w 399083"/>
                <a:gd name="connsiteY103" fmla="*/ 144303 h 1226805"/>
                <a:gd name="connsiteX104" fmla="*/ 42943 w 399083"/>
                <a:gd name="connsiteY104" fmla="*/ 151232 h 1226805"/>
                <a:gd name="connsiteX105" fmla="*/ 47563 w 399083"/>
                <a:gd name="connsiteY105" fmla="*/ 156535 h 1226805"/>
                <a:gd name="connsiteX106" fmla="*/ 48589 w 399083"/>
                <a:gd name="connsiteY106" fmla="*/ 161496 h 1226805"/>
                <a:gd name="connsiteX107" fmla="*/ 53208 w 399083"/>
                <a:gd name="connsiteY107" fmla="*/ 165773 h 1226805"/>
                <a:gd name="connsiteX108" fmla="*/ 57827 w 399083"/>
                <a:gd name="connsiteY108" fmla="*/ 178433 h 1226805"/>
                <a:gd name="connsiteX109" fmla="*/ 67151 w 399083"/>
                <a:gd name="connsiteY109" fmla="*/ 185105 h 1226805"/>
                <a:gd name="connsiteX110" fmla="*/ 93668 w 399083"/>
                <a:gd name="connsiteY110" fmla="*/ 181085 h 1226805"/>
                <a:gd name="connsiteX111" fmla="*/ 115652 w 399083"/>
                <a:gd name="connsiteY111" fmla="*/ 188356 h 1226805"/>
                <a:gd name="connsiteX112" fmla="*/ 119416 w 399083"/>
                <a:gd name="connsiteY112" fmla="*/ 196225 h 1226805"/>
                <a:gd name="connsiteX113" fmla="*/ 119245 w 399083"/>
                <a:gd name="connsiteY113" fmla="*/ 196225 h 1226805"/>
                <a:gd name="connsiteX114" fmla="*/ 119929 w 399083"/>
                <a:gd name="connsiteY114" fmla="*/ 219664 h 1226805"/>
                <a:gd name="connsiteX115" fmla="*/ 116593 w 399083"/>
                <a:gd name="connsiteY115" fmla="*/ 223855 h 1226805"/>
                <a:gd name="connsiteX116" fmla="*/ 77074 w 399083"/>
                <a:gd name="connsiteY116" fmla="*/ 265684 h 1226805"/>
                <a:gd name="connsiteX117" fmla="*/ 64158 w 399083"/>
                <a:gd name="connsiteY117" fmla="*/ 277317 h 1226805"/>
                <a:gd name="connsiteX118" fmla="*/ 53893 w 399083"/>
                <a:gd name="connsiteY118" fmla="*/ 287924 h 1226805"/>
                <a:gd name="connsiteX119" fmla="*/ 49273 w 399083"/>
                <a:gd name="connsiteY119" fmla="*/ 329410 h 1226805"/>
                <a:gd name="connsiteX120" fmla="*/ 50129 w 399083"/>
                <a:gd name="connsiteY120" fmla="*/ 341215 h 1226805"/>
                <a:gd name="connsiteX121" fmla="*/ 26007 w 399083"/>
                <a:gd name="connsiteY121" fmla="*/ 341300 h 1226805"/>
                <a:gd name="connsiteX122" fmla="*/ 25408 w 399083"/>
                <a:gd name="connsiteY122" fmla="*/ 341557 h 1226805"/>
                <a:gd name="connsiteX123" fmla="*/ 21388 w 399083"/>
                <a:gd name="connsiteY123" fmla="*/ 339675 h 1226805"/>
                <a:gd name="connsiteX124" fmla="*/ 14630 w 399083"/>
                <a:gd name="connsiteY124" fmla="*/ 331293 h 1226805"/>
                <a:gd name="connsiteX125" fmla="*/ 6076 w 399083"/>
                <a:gd name="connsiteY125" fmla="*/ 333003 h 1226805"/>
                <a:gd name="connsiteX126" fmla="*/ 8214 w 399083"/>
                <a:gd name="connsiteY126" fmla="*/ 343183 h 1226805"/>
                <a:gd name="connsiteX127" fmla="*/ 88 w 399083"/>
                <a:gd name="connsiteY127" fmla="*/ 350453 h 1226805"/>
                <a:gd name="connsiteX128" fmla="*/ 88 w 399083"/>
                <a:gd name="connsiteY128" fmla="*/ 350453 h 1226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399083" h="1226805">
                  <a:moveTo>
                    <a:pt x="51754" y="356612"/>
                  </a:moveTo>
                  <a:cubicBezTo>
                    <a:pt x="51669" y="358237"/>
                    <a:pt x="51412" y="360291"/>
                    <a:pt x="51241" y="362771"/>
                  </a:cubicBezTo>
                  <a:cubicBezTo>
                    <a:pt x="49872" y="362771"/>
                    <a:pt x="48589" y="362771"/>
                    <a:pt x="47220" y="362771"/>
                  </a:cubicBezTo>
                  <a:cubicBezTo>
                    <a:pt x="44911" y="359178"/>
                    <a:pt x="43457" y="355842"/>
                    <a:pt x="40976" y="355585"/>
                  </a:cubicBezTo>
                  <a:cubicBezTo>
                    <a:pt x="38153" y="355329"/>
                    <a:pt x="36614" y="354303"/>
                    <a:pt x="35416" y="352934"/>
                  </a:cubicBezTo>
                  <a:cubicBezTo>
                    <a:pt x="41147" y="353960"/>
                    <a:pt x="47648" y="354987"/>
                    <a:pt x="51754" y="356612"/>
                  </a:cubicBezTo>
                  <a:lnTo>
                    <a:pt x="51754" y="356612"/>
                  </a:lnTo>
                  <a:close/>
                  <a:moveTo>
                    <a:pt x="174" y="350282"/>
                  </a:moveTo>
                  <a:cubicBezTo>
                    <a:pt x="3" y="354901"/>
                    <a:pt x="-254" y="367304"/>
                    <a:pt x="601" y="372523"/>
                  </a:cubicBezTo>
                  <a:cubicBezTo>
                    <a:pt x="1457" y="377740"/>
                    <a:pt x="858" y="380734"/>
                    <a:pt x="3681" y="383985"/>
                  </a:cubicBezTo>
                  <a:cubicBezTo>
                    <a:pt x="3681" y="383985"/>
                    <a:pt x="5477" y="388604"/>
                    <a:pt x="8728" y="389716"/>
                  </a:cubicBezTo>
                  <a:cubicBezTo>
                    <a:pt x="11978" y="390828"/>
                    <a:pt x="13005" y="395276"/>
                    <a:pt x="16341" y="396302"/>
                  </a:cubicBezTo>
                  <a:cubicBezTo>
                    <a:pt x="19591" y="397329"/>
                    <a:pt x="28060" y="401435"/>
                    <a:pt x="31481" y="403659"/>
                  </a:cubicBezTo>
                  <a:cubicBezTo>
                    <a:pt x="34903" y="405968"/>
                    <a:pt x="39607" y="415036"/>
                    <a:pt x="45082" y="418543"/>
                  </a:cubicBezTo>
                  <a:lnTo>
                    <a:pt x="45852" y="419056"/>
                  </a:lnTo>
                  <a:cubicBezTo>
                    <a:pt x="45595" y="422221"/>
                    <a:pt x="45424" y="425215"/>
                    <a:pt x="45253" y="427781"/>
                  </a:cubicBezTo>
                  <a:cubicBezTo>
                    <a:pt x="45082" y="428807"/>
                    <a:pt x="44312" y="433854"/>
                    <a:pt x="45253" y="438901"/>
                  </a:cubicBezTo>
                  <a:cubicBezTo>
                    <a:pt x="45938" y="450705"/>
                    <a:pt x="40805" y="456180"/>
                    <a:pt x="47477" y="468241"/>
                  </a:cubicBezTo>
                  <a:cubicBezTo>
                    <a:pt x="54406" y="480815"/>
                    <a:pt x="77672" y="503398"/>
                    <a:pt x="85286" y="508359"/>
                  </a:cubicBezTo>
                  <a:lnTo>
                    <a:pt x="88279" y="510327"/>
                  </a:lnTo>
                  <a:cubicBezTo>
                    <a:pt x="88279" y="510327"/>
                    <a:pt x="88279" y="540180"/>
                    <a:pt x="83660" y="552156"/>
                  </a:cubicBezTo>
                  <a:cubicBezTo>
                    <a:pt x="79041" y="564131"/>
                    <a:pt x="80667" y="566441"/>
                    <a:pt x="80068" y="568408"/>
                  </a:cubicBezTo>
                  <a:cubicBezTo>
                    <a:pt x="79383" y="570376"/>
                    <a:pt x="79725" y="572770"/>
                    <a:pt x="81693" y="574054"/>
                  </a:cubicBezTo>
                  <a:cubicBezTo>
                    <a:pt x="83660" y="575336"/>
                    <a:pt x="84002" y="578673"/>
                    <a:pt x="84002" y="578673"/>
                  </a:cubicBezTo>
                  <a:cubicBezTo>
                    <a:pt x="84002" y="578673"/>
                    <a:pt x="76390" y="693467"/>
                    <a:pt x="78357" y="696461"/>
                  </a:cubicBezTo>
                  <a:lnTo>
                    <a:pt x="78785" y="696974"/>
                  </a:lnTo>
                  <a:cubicBezTo>
                    <a:pt x="76646" y="699626"/>
                    <a:pt x="75448" y="699968"/>
                    <a:pt x="78613" y="699027"/>
                  </a:cubicBezTo>
                  <a:cubicBezTo>
                    <a:pt x="82720" y="697829"/>
                    <a:pt x="80667" y="700310"/>
                    <a:pt x="82292" y="698599"/>
                  </a:cubicBezTo>
                  <a:lnTo>
                    <a:pt x="84858" y="699027"/>
                  </a:lnTo>
                  <a:lnTo>
                    <a:pt x="87167" y="711345"/>
                  </a:lnTo>
                  <a:cubicBezTo>
                    <a:pt x="87167" y="711345"/>
                    <a:pt x="101110" y="816558"/>
                    <a:pt x="107783" y="889524"/>
                  </a:cubicBezTo>
                  <a:cubicBezTo>
                    <a:pt x="114369" y="962488"/>
                    <a:pt x="122410" y="1022280"/>
                    <a:pt x="131648" y="1055470"/>
                  </a:cubicBezTo>
                  <a:cubicBezTo>
                    <a:pt x="140972" y="1088659"/>
                    <a:pt x="140972" y="1101918"/>
                    <a:pt x="147644" y="1116545"/>
                  </a:cubicBezTo>
                  <a:cubicBezTo>
                    <a:pt x="154230" y="1131173"/>
                    <a:pt x="143624" y="1135107"/>
                    <a:pt x="147644" y="1145800"/>
                  </a:cubicBezTo>
                  <a:cubicBezTo>
                    <a:pt x="151579" y="1156406"/>
                    <a:pt x="158251" y="1155124"/>
                    <a:pt x="163554" y="1157775"/>
                  </a:cubicBezTo>
                  <a:cubicBezTo>
                    <a:pt x="168858" y="1160427"/>
                    <a:pt x="163554" y="1168382"/>
                    <a:pt x="158251" y="1173686"/>
                  </a:cubicBezTo>
                  <a:cubicBezTo>
                    <a:pt x="152947" y="1178989"/>
                    <a:pt x="110434" y="1200203"/>
                    <a:pt x="89135" y="1197637"/>
                  </a:cubicBezTo>
                  <a:cubicBezTo>
                    <a:pt x="89135" y="1197637"/>
                    <a:pt x="73225" y="1193616"/>
                    <a:pt x="73225" y="1208243"/>
                  </a:cubicBezTo>
                  <a:cubicBezTo>
                    <a:pt x="73225" y="1222871"/>
                    <a:pt x="82548" y="1222871"/>
                    <a:pt x="91787" y="1224154"/>
                  </a:cubicBezTo>
                  <a:cubicBezTo>
                    <a:pt x="101110" y="1225437"/>
                    <a:pt x="267057" y="1224154"/>
                    <a:pt x="267057" y="1224154"/>
                  </a:cubicBezTo>
                  <a:cubicBezTo>
                    <a:pt x="267057" y="1224154"/>
                    <a:pt x="272361" y="1225437"/>
                    <a:pt x="272361" y="1218851"/>
                  </a:cubicBezTo>
                  <a:cubicBezTo>
                    <a:pt x="272361" y="1212264"/>
                    <a:pt x="263037" y="1194985"/>
                    <a:pt x="264405" y="1187030"/>
                  </a:cubicBezTo>
                  <a:cubicBezTo>
                    <a:pt x="265774" y="1179075"/>
                    <a:pt x="257733" y="1159144"/>
                    <a:pt x="257733" y="1159144"/>
                  </a:cubicBezTo>
                  <a:cubicBezTo>
                    <a:pt x="257733" y="1159144"/>
                    <a:pt x="265774" y="1151189"/>
                    <a:pt x="268426" y="1144517"/>
                  </a:cubicBezTo>
                  <a:lnTo>
                    <a:pt x="268597" y="1142464"/>
                  </a:lnTo>
                  <a:cubicBezTo>
                    <a:pt x="269196" y="1138358"/>
                    <a:pt x="267912" y="1133396"/>
                    <a:pt x="265432" y="1128863"/>
                  </a:cubicBezTo>
                  <a:cubicBezTo>
                    <a:pt x="260385" y="1119881"/>
                    <a:pt x="255509" y="1107991"/>
                    <a:pt x="250548" y="1088060"/>
                  </a:cubicBezTo>
                  <a:cubicBezTo>
                    <a:pt x="250291" y="1086778"/>
                    <a:pt x="249864" y="1085409"/>
                    <a:pt x="249607" y="1084040"/>
                  </a:cubicBezTo>
                  <a:cubicBezTo>
                    <a:pt x="248068" y="1066334"/>
                    <a:pt x="246271" y="1042297"/>
                    <a:pt x="244988" y="1021767"/>
                  </a:cubicBezTo>
                  <a:cubicBezTo>
                    <a:pt x="244817" y="1017063"/>
                    <a:pt x="244731" y="1012358"/>
                    <a:pt x="244560" y="1007397"/>
                  </a:cubicBezTo>
                  <a:cubicBezTo>
                    <a:pt x="244389" y="1000896"/>
                    <a:pt x="243876" y="995336"/>
                    <a:pt x="243277" y="990460"/>
                  </a:cubicBezTo>
                  <a:lnTo>
                    <a:pt x="243277" y="983788"/>
                  </a:lnTo>
                  <a:cubicBezTo>
                    <a:pt x="243277" y="965311"/>
                    <a:pt x="233098" y="937767"/>
                    <a:pt x="230617" y="919547"/>
                  </a:cubicBezTo>
                  <a:cubicBezTo>
                    <a:pt x="230361" y="916212"/>
                    <a:pt x="230018" y="913047"/>
                    <a:pt x="229933" y="910224"/>
                  </a:cubicBezTo>
                  <a:cubicBezTo>
                    <a:pt x="230104" y="894057"/>
                    <a:pt x="231302" y="883963"/>
                    <a:pt x="232584" y="877548"/>
                  </a:cubicBezTo>
                  <a:cubicBezTo>
                    <a:pt x="233953" y="870876"/>
                    <a:pt x="240540" y="930668"/>
                    <a:pt x="249864" y="955902"/>
                  </a:cubicBezTo>
                  <a:cubicBezTo>
                    <a:pt x="259188" y="981136"/>
                    <a:pt x="271163" y="1007654"/>
                    <a:pt x="276466" y="1036908"/>
                  </a:cubicBezTo>
                  <a:cubicBezTo>
                    <a:pt x="281770" y="1066077"/>
                    <a:pt x="280401" y="1071466"/>
                    <a:pt x="281770" y="1095332"/>
                  </a:cubicBezTo>
                  <a:cubicBezTo>
                    <a:pt x="283053" y="1119197"/>
                    <a:pt x="288356" y="1109959"/>
                    <a:pt x="289725" y="1125869"/>
                  </a:cubicBezTo>
                  <a:cubicBezTo>
                    <a:pt x="291094" y="1141779"/>
                    <a:pt x="283053" y="1135193"/>
                    <a:pt x="285705" y="1152386"/>
                  </a:cubicBezTo>
                  <a:cubicBezTo>
                    <a:pt x="288356" y="1169665"/>
                    <a:pt x="288356" y="1162993"/>
                    <a:pt x="297680" y="1176337"/>
                  </a:cubicBezTo>
                  <a:cubicBezTo>
                    <a:pt x="307004" y="1189596"/>
                    <a:pt x="304352" y="1183010"/>
                    <a:pt x="307004" y="1189596"/>
                  </a:cubicBezTo>
                  <a:cubicBezTo>
                    <a:pt x="309656" y="1196268"/>
                    <a:pt x="301701" y="1208158"/>
                    <a:pt x="301701" y="1217482"/>
                  </a:cubicBezTo>
                  <a:lnTo>
                    <a:pt x="301701" y="1226806"/>
                  </a:lnTo>
                  <a:lnTo>
                    <a:pt x="390576" y="1226806"/>
                  </a:lnTo>
                  <a:cubicBezTo>
                    <a:pt x="390576" y="1226806"/>
                    <a:pt x="403835" y="1202940"/>
                    <a:pt x="397248" y="1188313"/>
                  </a:cubicBezTo>
                  <a:cubicBezTo>
                    <a:pt x="390576" y="1173686"/>
                    <a:pt x="390576" y="1172403"/>
                    <a:pt x="390576" y="1161795"/>
                  </a:cubicBezTo>
                  <a:cubicBezTo>
                    <a:pt x="390576" y="1151189"/>
                    <a:pt x="386556" y="1131258"/>
                    <a:pt x="387924" y="1119368"/>
                  </a:cubicBezTo>
                  <a:cubicBezTo>
                    <a:pt x="389208" y="1107392"/>
                    <a:pt x="379969" y="1034427"/>
                    <a:pt x="379969" y="1023820"/>
                  </a:cubicBezTo>
                  <a:cubicBezTo>
                    <a:pt x="379969" y="1013213"/>
                    <a:pt x="370645" y="982676"/>
                    <a:pt x="372014" y="960094"/>
                  </a:cubicBezTo>
                  <a:cubicBezTo>
                    <a:pt x="373297" y="937511"/>
                    <a:pt x="356018" y="872501"/>
                    <a:pt x="349432" y="864546"/>
                  </a:cubicBezTo>
                  <a:cubicBezTo>
                    <a:pt x="346951" y="861638"/>
                    <a:pt x="344300" y="859242"/>
                    <a:pt x="341904" y="856847"/>
                  </a:cubicBezTo>
                  <a:lnTo>
                    <a:pt x="339680" y="854709"/>
                  </a:lnTo>
                  <a:cubicBezTo>
                    <a:pt x="336344" y="851287"/>
                    <a:pt x="333521" y="847523"/>
                    <a:pt x="332153" y="841964"/>
                  </a:cubicBezTo>
                  <a:cubicBezTo>
                    <a:pt x="329501" y="831356"/>
                    <a:pt x="325481" y="822033"/>
                    <a:pt x="325481" y="810057"/>
                  </a:cubicBezTo>
                  <a:cubicBezTo>
                    <a:pt x="325481" y="798082"/>
                    <a:pt x="321546" y="798082"/>
                    <a:pt x="324197" y="780888"/>
                  </a:cubicBezTo>
                  <a:cubicBezTo>
                    <a:pt x="326849" y="763609"/>
                    <a:pt x="326849" y="738460"/>
                    <a:pt x="326849" y="727768"/>
                  </a:cubicBezTo>
                  <a:lnTo>
                    <a:pt x="326849" y="671997"/>
                  </a:lnTo>
                  <a:cubicBezTo>
                    <a:pt x="326849" y="654717"/>
                    <a:pt x="328132" y="642827"/>
                    <a:pt x="328132" y="633504"/>
                  </a:cubicBezTo>
                  <a:cubicBezTo>
                    <a:pt x="328132" y="624180"/>
                    <a:pt x="373297" y="617593"/>
                    <a:pt x="383904" y="606986"/>
                  </a:cubicBezTo>
                  <a:cubicBezTo>
                    <a:pt x="394596" y="596379"/>
                    <a:pt x="356018" y="427781"/>
                    <a:pt x="349517" y="391940"/>
                  </a:cubicBezTo>
                  <a:cubicBezTo>
                    <a:pt x="349517" y="391940"/>
                    <a:pt x="373383" y="391940"/>
                    <a:pt x="377403" y="342840"/>
                  </a:cubicBezTo>
                  <a:cubicBezTo>
                    <a:pt x="381338" y="293741"/>
                    <a:pt x="353452" y="219407"/>
                    <a:pt x="353452" y="214103"/>
                  </a:cubicBezTo>
                  <a:cubicBezTo>
                    <a:pt x="353452" y="208800"/>
                    <a:pt x="327020" y="145073"/>
                    <a:pt x="310939" y="142421"/>
                  </a:cubicBezTo>
                  <a:cubicBezTo>
                    <a:pt x="295029" y="139769"/>
                    <a:pt x="256622" y="135150"/>
                    <a:pt x="246014" y="137802"/>
                  </a:cubicBezTo>
                  <a:cubicBezTo>
                    <a:pt x="235322" y="140454"/>
                    <a:pt x="223603" y="145586"/>
                    <a:pt x="218727" y="143106"/>
                  </a:cubicBezTo>
                  <a:cubicBezTo>
                    <a:pt x="215220" y="141395"/>
                    <a:pt x="203929" y="130360"/>
                    <a:pt x="198625" y="129590"/>
                  </a:cubicBezTo>
                  <a:cubicBezTo>
                    <a:pt x="196915" y="128735"/>
                    <a:pt x="194605" y="127537"/>
                    <a:pt x="192210" y="126511"/>
                  </a:cubicBezTo>
                  <a:cubicBezTo>
                    <a:pt x="193322" y="124629"/>
                    <a:pt x="195033" y="119497"/>
                    <a:pt x="193151" y="106324"/>
                  </a:cubicBezTo>
                  <a:cubicBezTo>
                    <a:pt x="190499" y="87419"/>
                    <a:pt x="187163" y="90413"/>
                    <a:pt x="186907" y="76812"/>
                  </a:cubicBezTo>
                  <a:cubicBezTo>
                    <a:pt x="186479" y="63211"/>
                    <a:pt x="185538" y="55598"/>
                    <a:pt x="176899" y="45933"/>
                  </a:cubicBezTo>
                  <a:cubicBezTo>
                    <a:pt x="168259" y="36267"/>
                    <a:pt x="159106" y="22324"/>
                    <a:pt x="153118" y="16422"/>
                  </a:cubicBezTo>
                  <a:cubicBezTo>
                    <a:pt x="147131" y="10434"/>
                    <a:pt x="133872" y="14454"/>
                    <a:pt x="126943" y="8124"/>
                  </a:cubicBezTo>
                  <a:cubicBezTo>
                    <a:pt x="120015" y="1794"/>
                    <a:pt x="124292" y="1794"/>
                    <a:pt x="115652" y="853"/>
                  </a:cubicBezTo>
                  <a:cubicBezTo>
                    <a:pt x="107012" y="-173"/>
                    <a:pt x="81436" y="-2483"/>
                    <a:pt x="62532" y="10177"/>
                  </a:cubicBezTo>
                  <a:cubicBezTo>
                    <a:pt x="43628" y="22751"/>
                    <a:pt x="24040" y="53289"/>
                    <a:pt x="24040" y="53289"/>
                  </a:cubicBezTo>
                  <a:cubicBezTo>
                    <a:pt x="16426" y="67232"/>
                    <a:pt x="12406" y="88104"/>
                    <a:pt x="15057" y="102047"/>
                  </a:cubicBezTo>
                  <a:cubicBezTo>
                    <a:pt x="17709" y="115990"/>
                    <a:pt x="24638" y="125313"/>
                    <a:pt x="27632" y="126596"/>
                  </a:cubicBezTo>
                  <a:cubicBezTo>
                    <a:pt x="30626" y="127965"/>
                    <a:pt x="13347" y="110686"/>
                    <a:pt x="18992" y="97684"/>
                  </a:cubicBezTo>
                  <a:cubicBezTo>
                    <a:pt x="24638" y="84768"/>
                    <a:pt x="18651" y="104356"/>
                    <a:pt x="25322" y="110002"/>
                  </a:cubicBezTo>
                  <a:cubicBezTo>
                    <a:pt x="31995" y="115647"/>
                    <a:pt x="35929" y="115647"/>
                    <a:pt x="37298" y="119325"/>
                  </a:cubicBezTo>
                  <a:cubicBezTo>
                    <a:pt x="38666" y="123003"/>
                    <a:pt x="38324" y="127280"/>
                    <a:pt x="36956" y="131986"/>
                  </a:cubicBezTo>
                  <a:cubicBezTo>
                    <a:pt x="35673" y="136604"/>
                    <a:pt x="33021" y="139256"/>
                    <a:pt x="34988" y="141309"/>
                  </a:cubicBezTo>
                  <a:cubicBezTo>
                    <a:pt x="36956" y="143276"/>
                    <a:pt x="39265" y="142592"/>
                    <a:pt x="40292" y="144303"/>
                  </a:cubicBezTo>
                  <a:cubicBezTo>
                    <a:pt x="41318" y="146014"/>
                    <a:pt x="41575" y="148323"/>
                    <a:pt x="42943" y="151232"/>
                  </a:cubicBezTo>
                  <a:cubicBezTo>
                    <a:pt x="44227" y="154226"/>
                    <a:pt x="45938" y="156193"/>
                    <a:pt x="47563" y="156535"/>
                  </a:cubicBezTo>
                  <a:cubicBezTo>
                    <a:pt x="49188" y="156877"/>
                    <a:pt x="47220" y="160213"/>
                    <a:pt x="48589" y="161496"/>
                  </a:cubicBezTo>
                  <a:cubicBezTo>
                    <a:pt x="49872" y="162865"/>
                    <a:pt x="50557" y="161839"/>
                    <a:pt x="53208" y="165773"/>
                  </a:cubicBezTo>
                  <a:cubicBezTo>
                    <a:pt x="55860" y="169794"/>
                    <a:pt x="56886" y="173729"/>
                    <a:pt x="57827" y="178433"/>
                  </a:cubicBezTo>
                  <a:cubicBezTo>
                    <a:pt x="58854" y="183052"/>
                    <a:pt x="62190" y="184079"/>
                    <a:pt x="67151" y="185105"/>
                  </a:cubicBezTo>
                  <a:cubicBezTo>
                    <a:pt x="72113" y="186132"/>
                    <a:pt x="81779" y="184421"/>
                    <a:pt x="93668" y="181085"/>
                  </a:cubicBezTo>
                  <a:cubicBezTo>
                    <a:pt x="105644" y="177749"/>
                    <a:pt x="111632" y="181769"/>
                    <a:pt x="115652" y="188356"/>
                  </a:cubicBezTo>
                  <a:cubicBezTo>
                    <a:pt x="118133" y="192718"/>
                    <a:pt x="118817" y="194686"/>
                    <a:pt x="119416" y="196225"/>
                  </a:cubicBezTo>
                  <a:lnTo>
                    <a:pt x="119245" y="196225"/>
                  </a:lnTo>
                  <a:cubicBezTo>
                    <a:pt x="119245" y="196225"/>
                    <a:pt x="122410" y="207859"/>
                    <a:pt x="119929" y="219664"/>
                  </a:cubicBezTo>
                  <a:cubicBezTo>
                    <a:pt x="119074" y="220946"/>
                    <a:pt x="117962" y="222400"/>
                    <a:pt x="116593" y="223855"/>
                  </a:cubicBezTo>
                  <a:cubicBezTo>
                    <a:pt x="109237" y="231468"/>
                    <a:pt x="81351" y="260038"/>
                    <a:pt x="77074" y="265684"/>
                  </a:cubicBezTo>
                  <a:cubicBezTo>
                    <a:pt x="72797" y="271329"/>
                    <a:pt x="69461" y="273296"/>
                    <a:pt x="64158" y="277317"/>
                  </a:cubicBezTo>
                  <a:cubicBezTo>
                    <a:pt x="58854" y="281337"/>
                    <a:pt x="54492" y="284930"/>
                    <a:pt x="53893" y="287924"/>
                  </a:cubicBezTo>
                  <a:cubicBezTo>
                    <a:pt x="53208" y="290918"/>
                    <a:pt x="48589" y="317777"/>
                    <a:pt x="49273" y="329410"/>
                  </a:cubicBezTo>
                  <a:cubicBezTo>
                    <a:pt x="49530" y="333773"/>
                    <a:pt x="49786" y="337794"/>
                    <a:pt x="50129" y="341215"/>
                  </a:cubicBezTo>
                  <a:cubicBezTo>
                    <a:pt x="43029" y="340188"/>
                    <a:pt x="34903" y="339932"/>
                    <a:pt x="26007" y="341300"/>
                  </a:cubicBezTo>
                  <a:lnTo>
                    <a:pt x="25408" y="341557"/>
                  </a:lnTo>
                  <a:cubicBezTo>
                    <a:pt x="24125" y="340787"/>
                    <a:pt x="22499" y="340274"/>
                    <a:pt x="21388" y="339675"/>
                  </a:cubicBezTo>
                  <a:cubicBezTo>
                    <a:pt x="19334" y="338478"/>
                    <a:pt x="16255" y="332747"/>
                    <a:pt x="14630" y="331293"/>
                  </a:cubicBezTo>
                  <a:cubicBezTo>
                    <a:pt x="13005" y="329838"/>
                    <a:pt x="8043" y="329154"/>
                    <a:pt x="6076" y="333003"/>
                  </a:cubicBezTo>
                  <a:cubicBezTo>
                    <a:pt x="3510" y="338136"/>
                    <a:pt x="7787" y="341557"/>
                    <a:pt x="8214" y="343183"/>
                  </a:cubicBezTo>
                  <a:cubicBezTo>
                    <a:pt x="8642" y="344808"/>
                    <a:pt x="259" y="345834"/>
                    <a:pt x="88" y="350453"/>
                  </a:cubicBezTo>
                  <a:lnTo>
                    <a:pt x="88" y="350453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DAF843E7-363C-F6A1-A189-DD1A06D5A3E7}"/>
                </a:ext>
              </a:extLst>
            </p:cNvPr>
            <p:cNvSpPr/>
            <p:nvPr/>
          </p:nvSpPr>
          <p:spPr>
            <a:xfrm>
              <a:off x="20471399" y="1589281"/>
              <a:ext cx="448514" cy="1250160"/>
            </a:xfrm>
            <a:custGeom>
              <a:avLst/>
              <a:gdLst>
                <a:gd name="connsiteX0" fmla="*/ 66398 w 448514"/>
                <a:gd name="connsiteY0" fmla="*/ 545400 h 1250160"/>
                <a:gd name="connsiteX1" fmla="*/ 66227 w 448514"/>
                <a:gd name="connsiteY1" fmla="*/ 545828 h 1250160"/>
                <a:gd name="connsiteX2" fmla="*/ 65800 w 448514"/>
                <a:gd name="connsiteY2" fmla="*/ 548394 h 1250160"/>
                <a:gd name="connsiteX3" fmla="*/ 66227 w 448514"/>
                <a:gd name="connsiteY3" fmla="*/ 545828 h 1250160"/>
                <a:gd name="connsiteX4" fmla="*/ 66398 w 448514"/>
                <a:gd name="connsiteY4" fmla="*/ 545400 h 1250160"/>
                <a:gd name="connsiteX5" fmla="*/ 66398 w 448514"/>
                <a:gd name="connsiteY5" fmla="*/ 545400 h 1250160"/>
                <a:gd name="connsiteX6" fmla="*/ 56476 w 448514"/>
                <a:gd name="connsiteY6" fmla="*/ 601770 h 1250160"/>
                <a:gd name="connsiteX7" fmla="*/ 55877 w 448514"/>
                <a:gd name="connsiteY7" fmla="*/ 603311 h 1250160"/>
                <a:gd name="connsiteX8" fmla="*/ 56476 w 448514"/>
                <a:gd name="connsiteY8" fmla="*/ 601770 h 1250160"/>
                <a:gd name="connsiteX9" fmla="*/ 52969 w 448514"/>
                <a:gd name="connsiteY9" fmla="*/ 595355 h 1250160"/>
                <a:gd name="connsiteX10" fmla="*/ 44329 w 448514"/>
                <a:gd name="connsiteY10" fmla="*/ 590565 h 1250160"/>
                <a:gd name="connsiteX11" fmla="*/ 54936 w 448514"/>
                <a:gd name="connsiteY11" fmla="*/ 592019 h 1250160"/>
                <a:gd name="connsiteX12" fmla="*/ 58871 w 448514"/>
                <a:gd name="connsiteY12" fmla="*/ 569265 h 1250160"/>
                <a:gd name="connsiteX13" fmla="*/ 62464 w 448514"/>
                <a:gd name="connsiteY13" fmla="*/ 568325 h 1250160"/>
                <a:gd name="connsiteX14" fmla="*/ 56476 w 448514"/>
                <a:gd name="connsiteY14" fmla="*/ 601770 h 1250160"/>
                <a:gd name="connsiteX15" fmla="*/ 56476 w 448514"/>
                <a:gd name="connsiteY15" fmla="*/ 601770 h 1250160"/>
                <a:gd name="connsiteX16" fmla="*/ 326524 w 448514"/>
                <a:gd name="connsiteY16" fmla="*/ 427954 h 1250160"/>
                <a:gd name="connsiteX17" fmla="*/ 347567 w 448514"/>
                <a:gd name="connsiteY17" fmla="*/ 362089 h 1250160"/>
                <a:gd name="connsiteX18" fmla="*/ 354923 w 448514"/>
                <a:gd name="connsiteY18" fmla="*/ 377743 h 1250160"/>
                <a:gd name="connsiteX19" fmla="*/ 369978 w 448514"/>
                <a:gd name="connsiteY19" fmla="*/ 415466 h 1250160"/>
                <a:gd name="connsiteX20" fmla="*/ 375966 w 448514"/>
                <a:gd name="connsiteY20" fmla="*/ 436508 h 1250160"/>
                <a:gd name="connsiteX21" fmla="*/ 371347 w 448514"/>
                <a:gd name="connsiteY21" fmla="*/ 452076 h 1250160"/>
                <a:gd name="connsiteX22" fmla="*/ 338329 w 448514"/>
                <a:gd name="connsiteY22" fmla="*/ 521705 h 1250160"/>
                <a:gd name="connsiteX23" fmla="*/ 333025 w 448514"/>
                <a:gd name="connsiteY23" fmla="*/ 467388 h 1250160"/>
                <a:gd name="connsiteX24" fmla="*/ 326439 w 448514"/>
                <a:gd name="connsiteY24" fmla="*/ 427869 h 1250160"/>
                <a:gd name="connsiteX25" fmla="*/ 326439 w 448514"/>
                <a:gd name="connsiteY25" fmla="*/ 427869 h 1250160"/>
                <a:gd name="connsiteX26" fmla="*/ 68879 w 448514"/>
                <a:gd name="connsiteY26" fmla="*/ 1206877 h 1250160"/>
                <a:gd name="connsiteX27" fmla="*/ 33209 w 448514"/>
                <a:gd name="connsiteY27" fmla="*/ 1225354 h 1250160"/>
                <a:gd name="connsiteX28" fmla="*/ 5580 w 448514"/>
                <a:gd name="connsiteY28" fmla="*/ 1226038 h 1250160"/>
                <a:gd name="connsiteX29" fmla="*/ 277 w 448514"/>
                <a:gd name="connsiteY29" fmla="*/ 1236559 h 1250160"/>
                <a:gd name="connsiteX30" fmla="*/ 19352 w 448514"/>
                <a:gd name="connsiteY30" fmla="*/ 1243830 h 1250160"/>
                <a:gd name="connsiteX31" fmla="*/ 79999 w 448514"/>
                <a:gd name="connsiteY31" fmla="*/ 1248449 h 1250160"/>
                <a:gd name="connsiteX32" fmla="*/ 110366 w 448514"/>
                <a:gd name="connsiteY32" fmla="*/ 1240494 h 1250160"/>
                <a:gd name="connsiteX33" fmla="*/ 111649 w 448514"/>
                <a:gd name="connsiteY33" fmla="*/ 1247765 h 1250160"/>
                <a:gd name="connsiteX34" fmla="*/ 174179 w 448514"/>
                <a:gd name="connsiteY34" fmla="*/ 1242462 h 1250160"/>
                <a:gd name="connsiteX35" fmla="*/ 173580 w 448514"/>
                <a:gd name="connsiteY35" fmla="*/ 1204226 h 1250160"/>
                <a:gd name="connsiteX36" fmla="*/ 172211 w 448514"/>
                <a:gd name="connsiteY36" fmla="*/ 1189769 h 1250160"/>
                <a:gd name="connsiteX37" fmla="*/ 166907 w 448514"/>
                <a:gd name="connsiteY37" fmla="*/ 1181216 h 1250160"/>
                <a:gd name="connsiteX38" fmla="*/ 170928 w 448514"/>
                <a:gd name="connsiteY38" fmla="*/ 1173944 h 1250160"/>
                <a:gd name="connsiteX39" fmla="*/ 164341 w 448514"/>
                <a:gd name="connsiteY39" fmla="*/ 1157435 h 1250160"/>
                <a:gd name="connsiteX40" fmla="*/ 162973 w 448514"/>
                <a:gd name="connsiteY40" fmla="*/ 1138275 h 1250160"/>
                <a:gd name="connsiteX41" fmla="*/ 168276 w 448514"/>
                <a:gd name="connsiteY41" fmla="*/ 1001240 h 1250160"/>
                <a:gd name="connsiteX42" fmla="*/ 167592 w 448514"/>
                <a:gd name="connsiteY42" fmla="*/ 958385 h 1250160"/>
                <a:gd name="connsiteX43" fmla="*/ 163657 w 448514"/>
                <a:gd name="connsiteY43" fmla="*/ 929387 h 1250160"/>
                <a:gd name="connsiteX44" fmla="*/ 169474 w 448514"/>
                <a:gd name="connsiteY44" fmla="*/ 905692 h 1250160"/>
                <a:gd name="connsiteX45" fmla="*/ 174777 w 448514"/>
                <a:gd name="connsiteY45" fmla="*/ 769941 h 1250160"/>
                <a:gd name="connsiteX46" fmla="*/ 203519 w 448514"/>
                <a:gd name="connsiteY46" fmla="*/ 860699 h 1250160"/>
                <a:gd name="connsiteX47" fmla="*/ 206854 w 448514"/>
                <a:gd name="connsiteY47" fmla="*/ 884564 h 1250160"/>
                <a:gd name="connsiteX48" fmla="*/ 211987 w 448514"/>
                <a:gd name="connsiteY48" fmla="*/ 1012446 h 1250160"/>
                <a:gd name="connsiteX49" fmla="*/ 213527 w 448514"/>
                <a:gd name="connsiteY49" fmla="*/ 1020230 h 1250160"/>
                <a:gd name="connsiteX50" fmla="*/ 214382 w 448514"/>
                <a:gd name="connsiteY50" fmla="*/ 1028870 h 1250160"/>
                <a:gd name="connsiteX51" fmla="*/ 230806 w 448514"/>
                <a:gd name="connsiteY51" fmla="*/ 1103973 h 1250160"/>
                <a:gd name="connsiteX52" fmla="*/ 232174 w 448514"/>
                <a:gd name="connsiteY52" fmla="*/ 1148796 h 1250160"/>
                <a:gd name="connsiteX53" fmla="*/ 225502 w 448514"/>
                <a:gd name="connsiteY53" fmla="*/ 1152559 h 1250160"/>
                <a:gd name="connsiteX54" fmla="*/ 217033 w 448514"/>
                <a:gd name="connsiteY54" fmla="*/ 1157350 h 1250160"/>
                <a:gd name="connsiteX55" fmla="*/ 216093 w 448514"/>
                <a:gd name="connsiteY55" fmla="*/ 1183354 h 1250160"/>
                <a:gd name="connsiteX56" fmla="*/ 216093 w 448514"/>
                <a:gd name="connsiteY56" fmla="*/ 1188230 h 1250160"/>
                <a:gd name="connsiteX57" fmla="*/ 216350 w 448514"/>
                <a:gd name="connsiteY57" fmla="*/ 1196185 h 1250160"/>
                <a:gd name="connsiteX58" fmla="*/ 220370 w 448514"/>
                <a:gd name="connsiteY58" fmla="*/ 1206706 h 1250160"/>
                <a:gd name="connsiteX59" fmla="*/ 192227 w 448514"/>
                <a:gd name="connsiteY59" fmla="*/ 1229631 h 1250160"/>
                <a:gd name="connsiteX60" fmla="*/ 189319 w 448514"/>
                <a:gd name="connsiteY60" fmla="*/ 1237671 h 1250160"/>
                <a:gd name="connsiteX61" fmla="*/ 194622 w 448514"/>
                <a:gd name="connsiteY61" fmla="*/ 1243574 h 1250160"/>
                <a:gd name="connsiteX62" fmla="*/ 215066 w 448514"/>
                <a:gd name="connsiteY62" fmla="*/ 1246824 h 1250160"/>
                <a:gd name="connsiteX63" fmla="*/ 283583 w 448514"/>
                <a:gd name="connsiteY63" fmla="*/ 1248193 h 1250160"/>
                <a:gd name="connsiteX64" fmla="*/ 295388 w 448514"/>
                <a:gd name="connsiteY64" fmla="*/ 1242889 h 1250160"/>
                <a:gd name="connsiteX65" fmla="*/ 295987 w 448514"/>
                <a:gd name="connsiteY65" fmla="*/ 1250160 h 1250160"/>
                <a:gd name="connsiteX66" fmla="*/ 308561 w 448514"/>
                <a:gd name="connsiteY66" fmla="*/ 1249476 h 1250160"/>
                <a:gd name="connsiteX67" fmla="*/ 309930 w 448514"/>
                <a:gd name="connsiteY67" fmla="*/ 1228347 h 1250160"/>
                <a:gd name="connsiteX68" fmla="*/ 308561 w 448514"/>
                <a:gd name="connsiteY68" fmla="*/ 1206620 h 1250160"/>
                <a:gd name="connsiteX69" fmla="*/ 306594 w 448514"/>
                <a:gd name="connsiteY69" fmla="*/ 1185578 h 1250160"/>
                <a:gd name="connsiteX70" fmla="*/ 315233 w 448514"/>
                <a:gd name="connsiteY70" fmla="*/ 1173089 h 1250160"/>
                <a:gd name="connsiteX71" fmla="*/ 319168 w 448514"/>
                <a:gd name="connsiteY71" fmla="*/ 933835 h 1250160"/>
                <a:gd name="connsiteX72" fmla="*/ 308048 w 448514"/>
                <a:gd name="connsiteY72" fmla="*/ 844874 h 1250160"/>
                <a:gd name="connsiteX73" fmla="*/ 311298 w 448514"/>
                <a:gd name="connsiteY73" fmla="*/ 790214 h 1250160"/>
                <a:gd name="connsiteX74" fmla="*/ 315319 w 448514"/>
                <a:gd name="connsiteY74" fmla="*/ 724263 h 1250160"/>
                <a:gd name="connsiteX75" fmla="*/ 312923 w 448514"/>
                <a:gd name="connsiteY75" fmla="*/ 642744 h 1250160"/>
                <a:gd name="connsiteX76" fmla="*/ 314891 w 448514"/>
                <a:gd name="connsiteY76" fmla="*/ 638553 h 1250160"/>
                <a:gd name="connsiteX77" fmla="*/ 318484 w 448514"/>
                <a:gd name="connsiteY77" fmla="*/ 634019 h 1250160"/>
                <a:gd name="connsiteX78" fmla="*/ 344830 w 448514"/>
                <a:gd name="connsiteY78" fmla="*/ 610838 h 1250160"/>
                <a:gd name="connsiteX79" fmla="*/ 343889 w 448514"/>
                <a:gd name="connsiteY79" fmla="*/ 585946 h 1250160"/>
                <a:gd name="connsiteX80" fmla="*/ 352785 w 448514"/>
                <a:gd name="connsiteY80" fmla="*/ 562251 h 1250160"/>
                <a:gd name="connsiteX81" fmla="*/ 363648 w 448514"/>
                <a:gd name="connsiteY81" fmla="*/ 571661 h 1250160"/>
                <a:gd name="connsiteX82" fmla="*/ 380756 w 448514"/>
                <a:gd name="connsiteY82" fmla="*/ 555152 h 1250160"/>
                <a:gd name="connsiteX83" fmla="*/ 377164 w 448514"/>
                <a:gd name="connsiteY83" fmla="*/ 552158 h 1250160"/>
                <a:gd name="connsiteX84" fmla="*/ 383152 w 448514"/>
                <a:gd name="connsiteY84" fmla="*/ 556520 h 1250160"/>
                <a:gd name="connsiteX85" fmla="*/ 391107 w 448514"/>
                <a:gd name="connsiteY85" fmla="*/ 547624 h 1250160"/>
                <a:gd name="connsiteX86" fmla="*/ 423697 w 448514"/>
                <a:gd name="connsiteY86" fmla="*/ 498182 h 1250160"/>
                <a:gd name="connsiteX87" fmla="*/ 447392 w 448514"/>
                <a:gd name="connsiteY87" fmla="*/ 456610 h 1250160"/>
                <a:gd name="connsiteX88" fmla="*/ 447392 w 448514"/>
                <a:gd name="connsiteY88" fmla="*/ 427954 h 1250160"/>
                <a:gd name="connsiteX89" fmla="*/ 438495 w 448514"/>
                <a:gd name="connsiteY89" fmla="*/ 398272 h 1250160"/>
                <a:gd name="connsiteX90" fmla="*/ 403938 w 448514"/>
                <a:gd name="connsiteY90" fmla="*/ 319148 h 1250160"/>
                <a:gd name="connsiteX91" fmla="*/ 385119 w 448514"/>
                <a:gd name="connsiteY91" fmla="*/ 283564 h 1250160"/>
                <a:gd name="connsiteX92" fmla="*/ 376651 w 448514"/>
                <a:gd name="connsiteY92" fmla="*/ 249005 h 1250160"/>
                <a:gd name="connsiteX93" fmla="*/ 371347 w 448514"/>
                <a:gd name="connsiteY93" fmla="*/ 229246 h 1250160"/>
                <a:gd name="connsiteX94" fmla="*/ 348508 w 448514"/>
                <a:gd name="connsiteY94" fmla="*/ 217356 h 1250160"/>
                <a:gd name="connsiteX95" fmla="*/ 270496 w 448514"/>
                <a:gd name="connsiteY95" fmla="*/ 191609 h 1250160"/>
                <a:gd name="connsiteX96" fmla="*/ 254329 w 448514"/>
                <a:gd name="connsiteY96" fmla="*/ 177067 h 1250160"/>
                <a:gd name="connsiteX97" fmla="*/ 254585 w 448514"/>
                <a:gd name="connsiteY97" fmla="*/ 177751 h 1250160"/>
                <a:gd name="connsiteX98" fmla="*/ 254757 w 448514"/>
                <a:gd name="connsiteY98" fmla="*/ 178778 h 1250160"/>
                <a:gd name="connsiteX99" fmla="*/ 254329 w 448514"/>
                <a:gd name="connsiteY99" fmla="*/ 176981 h 1250160"/>
                <a:gd name="connsiteX100" fmla="*/ 254329 w 448514"/>
                <a:gd name="connsiteY100" fmla="*/ 176981 h 1250160"/>
                <a:gd name="connsiteX101" fmla="*/ 254158 w 448514"/>
                <a:gd name="connsiteY101" fmla="*/ 176981 h 1250160"/>
                <a:gd name="connsiteX102" fmla="*/ 244235 w 448514"/>
                <a:gd name="connsiteY102" fmla="*/ 156880 h 1250160"/>
                <a:gd name="connsiteX103" fmla="*/ 240728 w 448514"/>
                <a:gd name="connsiteY103" fmla="*/ 140798 h 1250160"/>
                <a:gd name="connsiteX104" fmla="*/ 246716 w 448514"/>
                <a:gd name="connsiteY104" fmla="*/ 133870 h 1250160"/>
                <a:gd name="connsiteX105" fmla="*/ 256638 w 448514"/>
                <a:gd name="connsiteY105" fmla="*/ 95291 h 1250160"/>
                <a:gd name="connsiteX106" fmla="*/ 261087 w 448514"/>
                <a:gd name="connsiteY106" fmla="*/ 44395 h 1250160"/>
                <a:gd name="connsiteX107" fmla="*/ 236879 w 448514"/>
                <a:gd name="connsiteY107" fmla="*/ 11804 h 1250160"/>
                <a:gd name="connsiteX108" fmla="*/ 241755 w 448514"/>
                <a:gd name="connsiteY108" fmla="*/ 10864 h 1250160"/>
                <a:gd name="connsiteX109" fmla="*/ 232431 w 448514"/>
                <a:gd name="connsiteY109" fmla="*/ 11377 h 1250160"/>
                <a:gd name="connsiteX110" fmla="*/ 226956 w 448514"/>
                <a:gd name="connsiteY110" fmla="*/ 0 h 1250160"/>
                <a:gd name="connsiteX111" fmla="*/ 226016 w 448514"/>
                <a:gd name="connsiteY111" fmla="*/ 6929 h 1250160"/>
                <a:gd name="connsiteX112" fmla="*/ 204716 w 448514"/>
                <a:gd name="connsiteY112" fmla="*/ 1967 h 1250160"/>
                <a:gd name="connsiteX113" fmla="*/ 176060 w 448514"/>
                <a:gd name="connsiteY113" fmla="*/ 3935 h 1250160"/>
                <a:gd name="connsiteX114" fmla="*/ 145009 w 448514"/>
                <a:gd name="connsiteY114" fmla="*/ 26175 h 1250160"/>
                <a:gd name="connsiteX115" fmla="*/ 149885 w 448514"/>
                <a:gd name="connsiteY115" fmla="*/ 26688 h 1250160"/>
                <a:gd name="connsiteX116" fmla="*/ 129698 w 448514"/>
                <a:gd name="connsiteY116" fmla="*/ 70656 h 1250160"/>
                <a:gd name="connsiteX117" fmla="*/ 126191 w 448514"/>
                <a:gd name="connsiteY117" fmla="*/ 88448 h 1250160"/>
                <a:gd name="connsiteX118" fmla="*/ 130639 w 448514"/>
                <a:gd name="connsiteY118" fmla="*/ 97857 h 1250160"/>
                <a:gd name="connsiteX119" fmla="*/ 126704 w 448514"/>
                <a:gd name="connsiteY119" fmla="*/ 110688 h 1250160"/>
                <a:gd name="connsiteX120" fmla="*/ 125763 w 448514"/>
                <a:gd name="connsiteY120" fmla="*/ 121039 h 1250160"/>
                <a:gd name="connsiteX121" fmla="*/ 128158 w 448514"/>
                <a:gd name="connsiteY121" fmla="*/ 138317 h 1250160"/>
                <a:gd name="connsiteX122" fmla="*/ 131238 w 448514"/>
                <a:gd name="connsiteY122" fmla="*/ 142765 h 1250160"/>
                <a:gd name="connsiteX123" fmla="*/ 133205 w 448514"/>
                <a:gd name="connsiteY123" fmla="*/ 149694 h 1250160"/>
                <a:gd name="connsiteX124" fmla="*/ 136712 w 448514"/>
                <a:gd name="connsiteY124" fmla="*/ 158590 h 1250160"/>
                <a:gd name="connsiteX125" fmla="*/ 139107 w 448514"/>
                <a:gd name="connsiteY125" fmla="*/ 172961 h 1250160"/>
                <a:gd name="connsiteX126" fmla="*/ 166309 w 448514"/>
                <a:gd name="connsiteY126" fmla="*/ 180403 h 1250160"/>
                <a:gd name="connsiteX127" fmla="*/ 168790 w 448514"/>
                <a:gd name="connsiteY127" fmla="*/ 185877 h 1250160"/>
                <a:gd name="connsiteX128" fmla="*/ 165026 w 448514"/>
                <a:gd name="connsiteY128" fmla="*/ 198281 h 1250160"/>
                <a:gd name="connsiteX129" fmla="*/ 151510 w 448514"/>
                <a:gd name="connsiteY129" fmla="*/ 216073 h 1250160"/>
                <a:gd name="connsiteX130" fmla="*/ 87698 w 448514"/>
                <a:gd name="connsiteY130" fmla="*/ 258073 h 1250160"/>
                <a:gd name="connsiteX131" fmla="*/ 77348 w 448514"/>
                <a:gd name="connsiteY131" fmla="*/ 263975 h 1250160"/>
                <a:gd name="connsiteX132" fmla="*/ 71360 w 448514"/>
                <a:gd name="connsiteY132" fmla="*/ 273385 h 1250160"/>
                <a:gd name="connsiteX133" fmla="*/ 57160 w 448514"/>
                <a:gd name="connsiteY133" fmla="*/ 304520 h 1250160"/>
                <a:gd name="connsiteX134" fmla="*/ 43218 w 448514"/>
                <a:gd name="connsiteY134" fmla="*/ 366452 h 1250160"/>
                <a:gd name="connsiteX135" fmla="*/ 28761 w 448514"/>
                <a:gd name="connsiteY135" fmla="*/ 432317 h 1250160"/>
                <a:gd name="connsiteX136" fmla="*/ 26794 w 448514"/>
                <a:gd name="connsiteY136" fmla="*/ 457380 h 1250160"/>
                <a:gd name="connsiteX137" fmla="*/ 21490 w 448514"/>
                <a:gd name="connsiteY137" fmla="*/ 473547 h 1250160"/>
                <a:gd name="connsiteX138" fmla="*/ 15075 w 448514"/>
                <a:gd name="connsiteY138" fmla="*/ 479021 h 1250160"/>
                <a:gd name="connsiteX139" fmla="*/ 8146 w 448514"/>
                <a:gd name="connsiteY139" fmla="*/ 514092 h 1250160"/>
                <a:gd name="connsiteX140" fmla="*/ 2415 w 448514"/>
                <a:gd name="connsiteY140" fmla="*/ 569437 h 1250160"/>
                <a:gd name="connsiteX141" fmla="*/ 16187 w 448514"/>
                <a:gd name="connsiteY141" fmla="*/ 575852 h 1250160"/>
                <a:gd name="connsiteX142" fmla="*/ 14904 w 448514"/>
                <a:gd name="connsiteY142" fmla="*/ 596382 h 1250160"/>
                <a:gd name="connsiteX143" fmla="*/ 22431 w 448514"/>
                <a:gd name="connsiteY143" fmla="*/ 594243 h 1250160"/>
                <a:gd name="connsiteX144" fmla="*/ 14904 w 448514"/>
                <a:gd name="connsiteY144" fmla="*/ 599034 h 1250160"/>
                <a:gd name="connsiteX145" fmla="*/ 20721 w 448514"/>
                <a:gd name="connsiteY145" fmla="*/ 634618 h 1250160"/>
                <a:gd name="connsiteX146" fmla="*/ 30643 w 448514"/>
                <a:gd name="connsiteY146" fmla="*/ 685343 h 1250160"/>
                <a:gd name="connsiteX147" fmla="*/ 37315 w 448514"/>
                <a:gd name="connsiteY147" fmla="*/ 704418 h 1250160"/>
                <a:gd name="connsiteX148" fmla="*/ 36631 w 448514"/>
                <a:gd name="connsiteY148" fmla="*/ 667550 h 1250160"/>
                <a:gd name="connsiteX149" fmla="*/ 36887 w 448514"/>
                <a:gd name="connsiteY149" fmla="*/ 666353 h 1250160"/>
                <a:gd name="connsiteX150" fmla="*/ 48179 w 448514"/>
                <a:gd name="connsiteY150" fmla="*/ 679098 h 1250160"/>
                <a:gd name="connsiteX151" fmla="*/ 45099 w 448514"/>
                <a:gd name="connsiteY151" fmla="*/ 718618 h 1250160"/>
                <a:gd name="connsiteX152" fmla="*/ 51515 w 448514"/>
                <a:gd name="connsiteY152" fmla="*/ 783884 h 1250160"/>
                <a:gd name="connsiteX153" fmla="*/ 72814 w 448514"/>
                <a:gd name="connsiteY153" fmla="*/ 888670 h 1250160"/>
                <a:gd name="connsiteX154" fmla="*/ 88040 w 448514"/>
                <a:gd name="connsiteY154" fmla="*/ 1045806 h 1250160"/>
                <a:gd name="connsiteX155" fmla="*/ 83421 w 448514"/>
                <a:gd name="connsiteY155" fmla="*/ 1140669 h 1250160"/>
                <a:gd name="connsiteX156" fmla="*/ 91205 w 448514"/>
                <a:gd name="connsiteY156" fmla="*/ 1173602 h 1250160"/>
                <a:gd name="connsiteX157" fmla="*/ 83421 w 448514"/>
                <a:gd name="connsiteY157" fmla="*/ 1190111 h 1250160"/>
                <a:gd name="connsiteX158" fmla="*/ 68965 w 448514"/>
                <a:gd name="connsiteY158" fmla="*/ 1206535 h 1250160"/>
                <a:gd name="connsiteX159" fmla="*/ 68965 w 448514"/>
                <a:gd name="connsiteY159" fmla="*/ 1206535 h 1250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</a:cxnLst>
              <a:rect l="l" t="t" r="r" b="b"/>
              <a:pathLst>
                <a:path w="448514" h="1250160">
                  <a:moveTo>
                    <a:pt x="66398" y="545400"/>
                  </a:moveTo>
                  <a:lnTo>
                    <a:pt x="66227" y="545828"/>
                  </a:lnTo>
                  <a:lnTo>
                    <a:pt x="65800" y="548394"/>
                  </a:lnTo>
                  <a:lnTo>
                    <a:pt x="66227" y="545828"/>
                  </a:lnTo>
                  <a:lnTo>
                    <a:pt x="66398" y="545400"/>
                  </a:lnTo>
                  <a:lnTo>
                    <a:pt x="66398" y="545400"/>
                  </a:lnTo>
                  <a:close/>
                  <a:moveTo>
                    <a:pt x="56476" y="601770"/>
                  </a:moveTo>
                  <a:lnTo>
                    <a:pt x="55877" y="603311"/>
                  </a:lnTo>
                  <a:lnTo>
                    <a:pt x="56476" y="601770"/>
                  </a:lnTo>
                  <a:cubicBezTo>
                    <a:pt x="56476" y="601770"/>
                    <a:pt x="53653" y="598007"/>
                    <a:pt x="52969" y="595355"/>
                  </a:cubicBezTo>
                  <a:cubicBezTo>
                    <a:pt x="52712" y="594243"/>
                    <a:pt x="49462" y="591677"/>
                    <a:pt x="44329" y="590565"/>
                  </a:cubicBezTo>
                  <a:cubicBezTo>
                    <a:pt x="48606" y="590394"/>
                    <a:pt x="52370" y="590736"/>
                    <a:pt x="54936" y="592019"/>
                  </a:cubicBezTo>
                  <a:lnTo>
                    <a:pt x="58871" y="569265"/>
                  </a:lnTo>
                  <a:cubicBezTo>
                    <a:pt x="60667" y="568752"/>
                    <a:pt x="62036" y="568496"/>
                    <a:pt x="62464" y="568325"/>
                  </a:cubicBezTo>
                  <a:cubicBezTo>
                    <a:pt x="59983" y="583038"/>
                    <a:pt x="56989" y="599632"/>
                    <a:pt x="56476" y="601770"/>
                  </a:cubicBezTo>
                  <a:lnTo>
                    <a:pt x="56476" y="601770"/>
                  </a:lnTo>
                  <a:close/>
                  <a:moveTo>
                    <a:pt x="326524" y="427954"/>
                  </a:moveTo>
                  <a:cubicBezTo>
                    <a:pt x="331229" y="422736"/>
                    <a:pt x="344659" y="358068"/>
                    <a:pt x="347567" y="362089"/>
                  </a:cubicBezTo>
                  <a:cubicBezTo>
                    <a:pt x="348508" y="363287"/>
                    <a:pt x="351502" y="369531"/>
                    <a:pt x="354923" y="377743"/>
                  </a:cubicBezTo>
                  <a:cubicBezTo>
                    <a:pt x="360483" y="391343"/>
                    <a:pt x="367070" y="409649"/>
                    <a:pt x="369978" y="415466"/>
                  </a:cubicBezTo>
                  <a:cubicBezTo>
                    <a:pt x="374598" y="424704"/>
                    <a:pt x="376651" y="431889"/>
                    <a:pt x="375966" y="436508"/>
                  </a:cubicBezTo>
                  <a:cubicBezTo>
                    <a:pt x="375710" y="438476"/>
                    <a:pt x="373486" y="445490"/>
                    <a:pt x="371347" y="452076"/>
                  </a:cubicBezTo>
                  <a:cubicBezTo>
                    <a:pt x="363563" y="465934"/>
                    <a:pt x="342263" y="513066"/>
                    <a:pt x="338329" y="521705"/>
                  </a:cubicBezTo>
                  <a:cubicBezTo>
                    <a:pt x="335506" y="492451"/>
                    <a:pt x="333025" y="467388"/>
                    <a:pt x="333025" y="467388"/>
                  </a:cubicBezTo>
                  <a:cubicBezTo>
                    <a:pt x="333966" y="461486"/>
                    <a:pt x="313950" y="441641"/>
                    <a:pt x="326439" y="427869"/>
                  </a:cubicBezTo>
                  <a:lnTo>
                    <a:pt x="326439" y="427869"/>
                  </a:lnTo>
                  <a:close/>
                  <a:moveTo>
                    <a:pt x="68879" y="1206877"/>
                  </a:moveTo>
                  <a:cubicBezTo>
                    <a:pt x="64859" y="1209529"/>
                    <a:pt x="40480" y="1226637"/>
                    <a:pt x="33209" y="1225354"/>
                  </a:cubicBezTo>
                  <a:cubicBezTo>
                    <a:pt x="25938" y="1224070"/>
                    <a:pt x="8146" y="1224669"/>
                    <a:pt x="5580" y="1226038"/>
                  </a:cubicBezTo>
                  <a:cubicBezTo>
                    <a:pt x="2928" y="1227321"/>
                    <a:pt x="-1092" y="1234592"/>
                    <a:pt x="277" y="1236559"/>
                  </a:cubicBezTo>
                  <a:cubicBezTo>
                    <a:pt x="1559" y="1238527"/>
                    <a:pt x="16700" y="1242462"/>
                    <a:pt x="19352" y="1243830"/>
                  </a:cubicBezTo>
                  <a:cubicBezTo>
                    <a:pt x="22003" y="1245113"/>
                    <a:pt x="76064" y="1249134"/>
                    <a:pt x="79999" y="1248449"/>
                  </a:cubicBezTo>
                  <a:cubicBezTo>
                    <a:pt x="83934" y="1247765"/>
                    <a:pt x="108997" y="1237244"/>
                    <a:pt x="110366" y="1240494"/>
                  </a:cubicBezTo>
                  <a:cubicBezTo>
                    <a:pt x="111649" y="1243745"/>
                    <a:pt x="111649" y="1247765"/>
                    <a:pt x="111649" y="1247765"/>
                  </a:cubicBezTo>
                  <a:cubicBezTo>
                    <a:pt x="111649" y="1247765"/>
                    <a:pt x="172981" y="1246482"/>
                    <a:pt x="174179" y="1242462"/>
                  </a:cubicBezTo>
                  <a:cubicBezTo>
                    <a:pt x="175547" y="1238527"/>
                    <a:pt x="172895" y="1210812"/>
                    <a:pt x="173580" y="1204226"/>
                  </a:cubicBezTo>
                  <a:cubicBezTo>
                    <a:pt x="174179" y="1197639"/>
                    <a:pt x="174863" y="1193704"/>
                    <a:pt x="172211" y="1189769"/>
                  </a:cubicBezTo>
                  <a:cubicBezTo>
                    <a:pt x="169559" y="1185834"/>
                    <a:pt x="163743" y="1185150"/>
                    <a:pt x="166907" y="1181216"/>
                  </a:cubicBezTo>
                  <a:cubicBezTo>
                    <a:pt x="170244" y="1177281"/>
                    <a:pt x="170928" y="1179932"/>
                    <a:pt x="170928" y="1173944"/>
                  </a:cubicBezTo>
                  <a:cubicBezTo>
                    <a:pt x="170928" y="1167956"/>
                    <a:pt x="164940" y="1166674"/>
                    <a:pt x="164341" y="1157435"/>
                  </a:cubicBezTo>
                  <a:cubicBezTo>
                    <a:pt x="163657" y="1148197"/>
                    <a:pt x="161005" y="1155468"/>
                    <a:pt x="162973" y="1138275"/>
                  </a:cubicBezTo>
                  <a:cubicBezTo>
                    <a:pt x="164940" y="1121167"/>
                    <a:pt x="171612" y="1034857"/>
                    <a:pt x="168276" y="1001240"/>
                  </a:cubicBezTo>
                  <a:cubicBezTo>
                    <a:pt x="164940" y="967623"/>
                    <a:pt x="167592" y="966340"/>
                    <a:pt x="167592" y="958385"/>
                  </a:cubicBezTo>
                  <a:cubicBezTo>
                    <a:pt x="167592" y="950430"/>
                    <a:pt x="163657" y="938625"/>
                    <a:pt x="163657" y="929387"/>
                  </a:cubicBezTo>
                  <a:cubicBezTo>
                    <a:pt x="163657" y="920149"/>
                    <a:pt x="171612" y="919550"/>
                    <a:pt x="169474" y="905692"/>
                  </a:cubicBezTo>
                  <a:cubicBezTo>
                    <a:pt x="167506" y="891835"/>
                    <a:pt x="173494" y="778495"/>
                    <a:pt x="174777" y="769941"/>
                  </a:cubicBezTo>
                  <a:cubicBezTo>
                    <a:pt x="180081" y="770283"/>
                    <a:pt x="194965" y="812454"/>
                    <a:pt x="203519" y="860699"/>
                  </a:cubicBezTo>
                  <a:cubicBezTo>
                    <a:pt x="204801" y="868654"/>
                    <a:pt x="205913" y="876951"/>
                    <a:pt x="206854" y="884564"/>
                  </a:cubicBezTo>
                  <a:cubicBezTo>
                    <a:pt x="212415" y="934861"/>
                    <a:pt x="209335" y="995252"/>
                    <a:pt x="211987" y="1012446"/>
                  </a:cubicBezTo>
                  <a:cubicBezTo>
                    <a:pt x="212415" y="1014841"/>
                    <a:pt x="212928" y="1017407"/>
                    <a:pt x="213527" y="1020230"/>
                  </a:cubicBezTo>
                  <a:cubicBezTo>
                    <a:pt x="213783" y="1023823"/>
                    <a:pt x="214125" y="1026816"/>
                    <a:pt x="214382" y="1028870"/>
                  </a:cubicBezTo>
                  <a:cubicBezTo>
                    <a:pt x="217033" y="1046661"/>
                    <a:pt x="227641" y="1088148"/>
                    <a:pt x="230806" y="1103973"/>
                  </a:cubicBezTo>
                  <a:cubicBezTo>
                    <a:pt x="234141" y="1119798"/>
                    <a:pt x="239959" y="1142210"/>
                    <a:pt x="232174" y="1148796"/>
                  </a:cubicBezTo>
                  <a:lnTo>
                    <a:pt x="225502" y="1152559"/>
                  </a:lnTo>
                  <a:cubicBezTo>
                    <a:pt x="220797" y="1154185"/>
                    <a:pt x="217462" y="1153672"/>
                    <a:pt x="217033" y="1157350"/>
                  </a:cubicBezTo>
                  <a:cubicBezTo>
                    <a:pt x="217033" y="1157350"/>
                    <a:pt x="213099" y="1177452"/>
                    <a:pt x="216093" y="1183354"/>
                  </a:cubicBezTo>
                  <a:lnTo>
                    <a:pt x="216093" y="1188230"/>
                  </a:lnTo>
                  <a:cubicBezTo>
                    <a:pt x="214553" y="1191908"/>
                    <a:pt x="210960" y="1194816"/>
                    <a:pt x="216350" y="1196185"/>
                  </a:cubicBezTo>
                  <a:cubicBezTo>
                    <a:pt x="217033" y="1204140"/>
                    <a:pt x="219685" y="1202087"/>
                    <a:pt x="220370" y="1206706"/>
                  </a:cubicBezTo>
                  <a:cubicBezTo>
                    <a:pt x="220968" y="1210983"/>
                    <a:pt x="189148" y="1226380"/>
                    <a:pt x="192227" y="1229631"/>
                  </a:cubicBezTo>
                  <a:cubicBezTo>
                    <a:pt x="190516" y="1231598"/>
                    <a:pt x="189319" y="1234335"/>
                    <a:pt x="189319" y="1237671"/>
                  </a:cubicBezTo>
                  <a:cubicBezTo>
                    <a:pt x="189319" y="1243574"/>
                    <a:pt x="192655" y="1242975"/>
                    <a:pt x="194622" y="1243574"/>
                  </a:cubicBezTo>
                  <a:cubicBezTo>
                    <a:pt x="196590" y="1244258"/>
                    <a:pt x="213185" y="1246824"/>
                    <a:pt x="215066" y="1246824"/>
                  </a:cubicBezTo>
                  <a:cubicBezTo>
                    <a:pt x="216948" y="1246824"/>
                    <a:pt x="274944" y="1248791"/>
                    <a:pt x="283583" y="1248193"/>
                  </a:cubicBezTo>
                  <a:cubicBezTo>
                    <a:pt x="292052" y="1247509"/>
                    <a:pt x="295388" y="1242889"/>
                    <a:pt x="295388" y="1242889"/>
                  </a:cubicBezTo>
                  <a:lnTo>
                    <a:pt x="295987" y="1250160"/>
                  </a:lnTo>
                  <a:lnTo>
                    <a:pt x="308561" y="1249476"/>
                  </a:lnTo>
                  <a:cubicBezTo>
                    <a:pt x="308561" y="1249476"/>
                    <a:pt x="309930" y="1232967"/>
                    <a:pt x="309930" y="1228347"/>
                  </a:cubicBezTo>
                  <a:cubicBezTo>
                    <a:pt x="309930" y="1223728"/>
                    <a:pt x="308561" y="1213207"/>
                    <a:pt x="308561" y="1206620"/>
                  </a:cubicBezTo>
                  <a:cubicBezTo>
                    <a:pt x="308561" y="1200034"/>
                    <a:pt x="303429" y="1188828"/>
                    <a:pt x="306594" y="1185578"/>
                  </a:cubicBezTo>
                  <a:cubicBezTo>
                    <a:pt x="309930" y="1182242"/>
                    <a:pt x="312581" y="1178307"/>
                    <a:pt x="315233" y="1173089"/>
                  </a:cubicBezTo>
                  <a:cubicBezTo>
                    <a:pt x="317885" y="1167786"/>
                    <a:pt x="319168" y="963517"/>
                    <a:pt x="319168" y="933835"/>
                  </a:cubicBezTo>
                  <a:cubicBezTo>
                    <a:pt x="319168" y="904153"/>
                    <a:pt x="310699" y="862666"/>
                    <a:pt x="308048" y="844874"/>
                  </a:cubicBezTo>
                  <a:cubicBezTo>
                    <a:pt x="305396" y="827082"/>
                    <a:pt x="308903" y="801847"/>
                    <a:pt x="311298" y="790214"/>
                  </a:cubicBezTo>
                  <a:cubicBezTo>
                    <a:pt x="311983" y="786878"/>
                    <a:pt x="315319" y="740088"/>
                    <a:pt x="315319" y="724263"/>
                  </a:cubicBezTo>
                  <a:cubicBezTo>
                    <a:pt x="315319" y="711689"/>
                    <a:pt x="313608" y="662418"/>
                    <a:pt x="312923" y="642744"/>
                  </a:cubicBezTo>
                  <a:cubicBezTo>
                    <a:pt x="313351" y="640948"/>
                    <a:pt x="314036" y="639408"/>
                    <a:pt x="314891" y="638553"/>
                  </a:cubicBezTo>
                  <a:cubicBezTo>
                    <a:pt x="315746" y="637697"/>
                    <a:pt x="316944" y="636072"/>
                    <a:pt x="318484" y="634019"/>
                  </a:cubicBezTo>
                  <a:cubicBezTo>
                    <a:pt x="331571" y="631624"/>
                    <a:pt x="343717" y="621787"/>
                    <a:pt x="344830" y="610838"/>
                  </a:cubicBezTo>
                  <a:cubicBezTo>
                    <a:pt x="345258" y="607929"/>
                    <a:pt x="344659" y="598605"/>
                    <a:pt x="343889" y="585946"/>
                  </a:cubicBezTo>
                  <a:cubicBezTo>
                    <a:pt x="348080" y="574911"/>
                    <a:pt x="352101" y="564133"/>
                    <a:pt x="352785" y="562251"/>
                  </a:cubicBezTo>
                  <a:cubicBezTo>
                    <a:pt x="358345" y="566956"/>
                    <a:pt x="363648" y="571661"/>
                    <a:pt x="363648" y="571661"/>
                  </a:cubicBezTo>
                  <a:lnTo>
                    <a:pt x="380756" y="555152"/>
                  </a:lnTo>
                  <a:cubicBezTo>
                    <a:pt x="380756" y="555152"/>
                    <a:pt x="379388" y="553954"/>
                    <a:pt x="377164" y="552158"/>
                  </a:cubicBezTo>
                  <a:lnTo>
                    <a:pt x="383152" y="556520"/>
                  </a:lnTo>
                  <a:cubicBezTo>
                    <a:pt x="383152" y="556520"/>
                    <a:pt x="388968" y="555494"/>
                    <a:pt x="391107" y="547624"/>
                  </a:cubicBezTo>
                  <a:cubicBezTo>
                    <a:pt x="393074" y="539754"/>
                    <a:pt x="418650" y="509046"/>
                    <a:pt x="423697" y="498182"/>
                  </a:cubicBezTo>
                  <a:cubicBezTo>
                    <a:pt x="428573" y="487319"/>
                    <a:pt x="445424" y="460630"/>
                    <a:pt x="447392" y="456610"/>
                  </a:cubicBezTo>
                  <a:cubicBezTo>
                    <a:pt x="449359" y="452675"/>
                    <a:pt x="448333" y="435824"/>
                    <a:pt x="447392" y="427954"/>
                  </a:cubicBezTo>
                  <a:cubicBezTo>
                    <a:pt x="446451" y="419999"/>
                    <a:pt x="443457" y="407168"/>
                    <a:pt x="438495" y="398272"/>
                  </a:cubicBezTo>
                  <a:cubicBezTo>
                    <a:pt x="433620" y="389376"/>
                    <a:pt x="407872" y="329071"/>
                    <a:pt x="403938" y="319148"/>
                  </a:cubicBezTo>
                  <a:cubicBezTo>
                    <a:pt x="399917" y="309311"/>
                    <a:pt x="392133" y="293486"/>
                    <a:pt x="385119" y="283564"/>
                  </a:cubicBezTo>
                  <a:cubicBezTo>
                    <a:pt x="378190" y="273641"/>
                    <a:pt x="374940" y="259783"/>
                    <a:pt x="376651" y="249005"/>
                  </a:cubicBezTo>
                  <a:cubicBezTo>
                    <a:pt x="377933" y="240110"/>
                    <a:pt x="371347" y="229246"/>
                    <a:pt x="371347" y="229246"/>
                  </a:cubicBezTo>
                  <a:cubicBezTo>
                    <a:pt x="371347" y="229246"/>
                    <a:pt x="356463" y="222317"/>
                    <a:pt x="348508" y="217356"/>
                  </a:cubicBezTo>
                  <a:cubicBezTo>
                    <a:pt x="340724" y="212395"/>
                    <a:pt x="283327" y="194602"/>
                    <a:pt x="270496" y="191609"/>
                  </a:cubicBezTo>
                  <a:cubicBezTo>
                    <a:pt x="263567" y="189983"/>
                    <a:pt x="257922" y="183055"/>
                    <a:pt x="254329" y="177067"/>
                  </a:cubicBezTo>
                  <a:lnTo>
                    <a:pt x="254585" y="177751"/>
                  </a:lnTo>
                  <a:lnTo>
                    <a:pt x="254757" y="178778"/>
                  </a:lnTo>
                  <a:lnTo>
                    <a:pt x="254329" y="176981"/>
                  </a:lnTo>
                  <a:lnTo>
                    <a:pt x="254329" y="176981"/>
                  </a:lnTo>
                  <a:cubicBezTo>
                    <a:pt x="254329" y="176981"/>
                    <a:pt x="254158" y="176981"/>
                    <a:pt x="254158" y="176981"/>
                  </a:cubicBezTo>
                  <a:cubicBezTo>
                    <a:pt x="252105" y="170395"/>
                    <a:pt x="248170" y="159873"/>
                    <a:pt x="244235" y="156880"/>
                  </a:cubicBezTo>
                  <a:cubicBezTo>
                    <a:pt x="242525" y="152517"/>
                    <a:pt x="239616" y="144049"/>
                    <a:pt x="240728" y="140798"/>
                  </a:cubicBezTo>
                  <a:cubicBezTo>
                    <a:pt x="242268" y="136350"/>
                    <a:pt x="245775" y="138317"/>
                    <a:pt x="246716" y="133870"/>
                  </a:cubicBezTo>
                  <a:cubicBezTo>
                    <a:pt x="247657" y="129421"/>
                    <a:pt x="250651" y="106668"/>
                    <a:pt x="256638" y="95291"/>
                  </a:cubicBezTo>
                  <a:cubicBezTo>
                    <a:pt x="262455" y="83914"/>
                    <a:pt x="262455" y="59706"/>
                    <a:pt x="261087" y="44395"/>
                  </a:cubicBezTo>
                  <a:cubicBezTo>
                    <a:pt x="259547" y="29084"/>
                    <a:pt x="245775" y="15740"/>
                    <a:pt x="236879" y="11804"/>
                  </a:cubicBezTo>
                  <a:lnTo>
                    <a:pt x="241755" y="10864"/>
                  </a:lnTo>
                  <a:cubicBezTo>
                    <a:pt x="241755" y="10864"/>
                    <a:pt x="234398" y="10350"/>
                    <a:pt x="232431" y="11377"/>
                  </a:cubicBezTo>
                  <a:cubicBezTo>
                    <a:pt x="230463" y="12403"/>
                    <a:pt x="226956" y="0"/>
                    <a:pt x="226956" y="0"/>
                  </a:cubicBezTo>
                  <a:cubicBezTo>
                    <a:pt x="226956" y="0"/>
                    <a:pt x="227897" y="4448"/>
                    <a:pt x="226016" y="6929"/>
                  </a:cubicBezTo>
                  <a:cubicBezTo>
                    <a:pt x="223962" y="9409"/>
                    <a:pt x="217119" y="1026"/>
                    <a:pt x="204716" y="1967"/>
                  </a:cubicBezTo>
                  <a:cubicBezTo>
                    <a:pt x="192313" y="2994"/>
                    <a:pt x="176060" y="3935"/>
                    <a:pt x="176060" y="3935"/>
                  </a:cubicBezTo>
                  <a:cubicBezTo>
                    <a:pt x="155873" y="8383"/>
                    <a:pt x="145009" y="26175"/>
                    <a:pt x="145009" y="26175"/>
                  </a:cubicBezTo>
                  <a:cubicBezTo>
                    <a:pt x="145009" y="26175"/>
                    <a:pt x="148944" y="24635"/>
                    <a:pt x="149885" y="26688"/>
                  </a:cubicBezTo>
                  <a:cubicBezTo>
                    <a:pt x="150826" y="28656"/>
                    <a:pt x="135087" y="38065"/>
                    <a:pt x="129698" y="70656"/>
                  </a:cubicBezTo>
                  <a:cubicBezTo>
                    <a:pt x="129698" y="70656"/>
                    <a:pt x="126191" y="84000"/>
                    <a:pt x="126191" y="88448"/>
                  </a:cubicBezTo>
                  <a:cubicBezTo>
                    <a:pt x="126191" y="92896"/>
                    <a:pt x="131238" y="94350"/>
                    <a:pt x="130639" y="97857"/>
                  </a:cubicBezTo>
                  <a:cubicBezTo>
                    <a:pt x="130040" y="101279"/>
                    <a:pt x="134574" y="101792"/>
                    <a:pt x="126704" y="110688"/>
                  </a:cubicBezTo>
                  <a:cubicBezTo>
                    <a:pt x="118749" y="119584"/>
                    <a:pt x="124223" y="120097"/>
                    <a:pt x="125763" y="121039"/>
                  </a:cubicBezTo>
                  <a:cubicBezTo>
                    <a:pt x="127132" y="122065"/>
                    <a:pt x="127132" y="133870"/>
                    <a:pt x="128158" y="138317"/>
                  </a:cubicBezTo>
                  <a:cubicBezTo>
                    <a:pt x="129099" y="142765"/>
                    <a:pt x="131238" y="140798"/>
                    <a:pt x="131238" y="142765"/>
                  </a:cubicBezTo>
                  <a:cubicBezTo>
                    <a:pt x="131238" y="144733"/>
                    <a:pt x="130639" y="146700"/>
                    <a:pt x="133205" y="149694"/>
                  </a:cubicBezTo>
                  <a:cubicBezTo>
                    <a:pt x="135686" y="152688"/>
                    <a:pt x="135686" y="154656"/>
                    <a:pt x="136712" y="158590"/>
                  </a:cubicBezTo>
                  <a:cubicBezTo>
                    <a:pt x="137653" y="162525"/>
                    <a:pt x="135771" y="167487"/>
                    <a:pt x="139107" y="172961"/>
                  </a:cubicBezTo>
                  <a:cubicBezTo>
                    <a:pt x="142614" y="178350"/>
                    <a:pt x="155959" y="172961"/>
                    <a:pt x="166309" y="180403"/>
                  </a:cubicBezTo>
                  <a:cubicBezTo>
                    <a:pt x="166309" y="180403"/>
                    <a:pt x="168790" y="184338"/>
                    <a:pt x="168790" y="185877"/>
                  </a:cubicBezTo>
                  <a:cubicBezTo>
                    <a:pt x="168790" y="185877"/>
                    <a:pt x="167421" y="190839"/>
                    <a:pt x="165026" y="198281"/>
                  </a:cubicBezTo>
                  <a:cubicBezTo>
                    <a:pt x="162973" y="202216"/>
                    <a:pt x="157071" y="212822"/>
                    <a:pt x="151510" y="216073"/>
                  </a:cubicBezTo>
                  <a:cubicBezTo>
                    <a:pt x="144582" y="220008"/>
                    <a:pt x="90778" y="256105"/>
                    <a:pt x="87698" y="258073"/>
                  </a:cubicBezTo>
                  <a:cubicBezTo>
                    <a:pt x="84790" y="260040"/>
                    <a:pt x="79315" y="260554"/>
                    <a:pt x="77348" y="263975"/>
                  </a:cubicBezTo>
                  <a:cubicBezTo>
                    <a:pt x="75380" y="267397"/>
                    <a:pt x="70932" y="269450"/>
                    <a:pt x="71360" y="273385"/>
                  </a:cubicBezTo>
                  <a:cubicBezTo>
                    <a:pt x="71873" y="277319"/>
                    <a:pt x="57588" y="296138"/>
                    <a:pt x="57160" y="304520"/>
                  </a:cubicBezTo>
                  <a:cubicBezTo>
                    <a:pt x="56647" y="312904"/>
                    <a:pt x="47665" y="350626"/>
                    <a:pt x="43218" y="366452"/>
                  </a:cubicBezTo>
                  <a:cubicBezTo>
                    <a:pt x="38769" y="382276"/>
                    <a:pt x="31242" y="422907"/>
                    <a:pt x="28761" y="432317"/>
                  </a:cubicBezTo>
                  <a:cubicBezTo>
                    <a:pt x="26280" y="441726"/>
                    <a:pt x="29275" y="451392"/>
                    <a:pt x="26794" y="457380"/>
                  </a:cubicBezTo>
                  <a:cubicBezTo>
                    <a:pt x="24313" y="463282"/>
                    <a:pt x="24399" y="472520"/>
                    <a:pt x="21490" y="473547"/>
                  </a:cubicBezTo>
                  <a:cubicBezTo>
                    <a:pt x="18582" y="474573"/>
                    <a:pt x="14562" y="477482"/>
                    <a:pt x="15075" y="479021"/>
                  </a:cubicBezTo>
                  <a:cubicBezTo>
                    <a:pt x="15502" y="480475"/>
                    <a:pt x="9087" y="507677"/>
                    <a:pt x="8146" y="514092"/>
                  </a:cubicBezTo>
                  <a:cubicBezTo>
                    <a:pt x="7205" y="520508"/>
                    <a:pt x="2415" y="565502"/>
                    <a:pt x="2415" y="569437"/>
                  </a:cubicBezTo>
                  <a:cubicBezTo>
                    <a:pt x="2415" y="572003"/>
                    <a:pt x="8659" y="574826"/>
                    <a:pt x="16187" y="575852"/>
                  </a:cubicBezTo>
                  <a:lnTo>
                    <a:pt x="14904" y="596382"/>
                  </a:lnTo>
                  <a:cubicBezTo>
                    <a:pt x="14904" y="596382"/>
                    <a:pt x="17983" y="595355"/>
                    <a:pt x="22431" y="594243"/>
                  </a:cubicBezTo>
                  <a:cubicBezTo>
                    <a:pt x="19951" y="595526"/>
                    <a:pt x="17385" y="597066"/>
                    <a:pt x="14904" y="599034"/>
                  </a:cubicBezTo>
                  <a:cubicBezTo>
                    <a:pt x="18839" y="612206"/>
                    <a:pt x="18839" y="622129"/>
                    <a:pt x="20721" y="634618"/>
                  </a:cubicBezTo>
                  <a:cubicBezTo>
                    <a:pt x="22774" y="647107"/>
                    <a:pt x="28676" y="674821"/>
                    <a:pt x="30643" y="685343"/>
                  </a:cubicBezTo>
                  <a:cubicBezTo>
                    <a:pt x="32696" y="695864"/>
                    <a:pt x="35262" y="706471"/>
                    <a:pt x="37315" y="704418"/>
                  </a:cubicBezTo>
                  <a:cubicBezTo>
                    <a:pt x="39283" y="702451"/>
                    <a:pt x="42448" y="701766"/>
                    <a:pt x="36631" y="667550"/>
                  </a:cubicBezTo>
                  <a:lnTo>
                    <a:pt x="36887" y="666353"/>
                  </a:lnTo>
                  <a:cubicBezTo>
                    <a:pt x="39111" y="670373"/>
                    <a:pt x="46383" y="673025"/>
                    <a:pt x="48179" y="679098"/>
                  </a:cubicBezTo>
                  <a:cubicBezTo>
                    <a:pt x="50146" y="686027"/>
                    <a:pt x="46126" y="711261"/>
                    <a:pt x="45099" y="718618"/>
                  </a:cubicBezTo>
                  <a:cubicBezTo>
                    <a:pt x="44158" y="726060"/>
                    <a:pt x="48179" y="768572"/>
                    <a:pt x="51515" y="783884"/>
                  </a:cubicBezTo>
                  <a:cubicBezTo>
                    <a:pt x="55022" y="799196"/>
                    <a:pt x="68965" y="866430"/>
                    <a:pt x="72814" y="888670"/>
                  </a:cubicBezTo>
                  <a:cubicBezTo>
                    <a:pt x="72814" y="888670"/>
                    <a:pt x="89922" y="981224"/>
                    <a:pt x="88040" y="1045806"/>
                  </a:cubicBezTo>
                  <a:cubicBezTo>
                    <a:pt x="86072" y="1110389"/>
                    <a:pt x="80769" y="1132115"/>
                    <a:pt x="83421" y="1140669"/>
                  </a:cubicBezTo>
                  <a:cubicBezTo>
                    <a:pt x="86072" y="1149223"/>
                    <a:pt x="90692" y="1169667"/>
                    <a:pt x="91205" y="1173602"/>
                  </a:cubicBezTo>
                  <a:cubicBezTo>
                    <a:pt x="91889" y="1177537"/>
                    <a:pt x="88724" y="1183439"/>
                    <a:pt x="83421" y="1190111"/>
                  </a:cubicBezTo>
                  <a:cubicBezTo>
                    <a:pt x="78117" y="1196698"/>
                    <a:pt x="72814" y="1203969"/>
                    <a:pt x="68965" y="1206535"/>
                  </a:cubicBezTo>
                  <a:lnTo>
                    <a:pt x="68965" y="1206535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E96A7021-D744-212D-892F-C98AC88087D3}"/>
                </a:ext>
              </a:extLst>
            </p:cNvPr>
            <p:cNvSpPr/>
            <p:nvPr/>
          </p:nvSpPr>
          <p:spPr>
            <a:xfrm>
              <a:off x="-1134761" y="5670273"/>
              <a:ext cx="311034" cy="1211496"/>
            </a:xfrm>
            <a:custGeom>
              <a:avLst/>
              <a:gdLst>
                <a:gd name="connsiteX0" fmla="*/ 14208 w 311034"/>
                <a:gd name="connsiteY0" fmla="*/ 1170694 h 1211496"/>
                <a:gd name="connsiteX1" fmla="*/ 6424 w 311034"/>
                <a:gd name="connsiteY1" fmla="*/ 1194559 h 1211496"/>
                <a:gd name="connsiteX2" fmla="*/ 778 w 311034"/>
                <a:gd name="connsiteY2" fmla="*/ 1203712 h 1211496"/>
                <a:gd name="connsiteX3" fmla="*/ 33797 w 311034"/>
                <a:gd name="connsiteY3" fmla="*/ 1207903 h 1211496"/>
                <a:gd name="connsiteX4" fmla="*/ 63992 w 311034"/>
                <a:gd name="connsiteY4" fmla="*/ 1193191 h 1211496"/>
                <a:gd name="connsiteX5" fmla="*/ 83666 w 311034"/>
                <a:gd name="connsiteY5" fmla="*/ 1146828 h 1211496"/>
                <a:gd name="connsiteX6" fmla="*/ 91365 w 311034"/>
                <a:gd name="connsiteY6" fmla="*/ 1142637 h 1211496"/>
                <a:gd name="connsiteX7" fmla="*/ 93503 w 311034"/>
                <a:gd name="connsiteY7" fmla="*/ 1157350 h 1211496"/>
                <a:gd name="connsiteX8" fmla="*/ 103340 w 311034"/>
                <a:gd name="connsiteY8" fmla="*/ 1158718 h 1211496"/>
                <a:gd name="connsiteX9" fmla="*/ 104709 w 311034"/>
                <a:gd name="connsiteY9" fmla="*/ 1131346 h 1211496"/>
                <a:gd name="connsiteX10" fmla="*/ 108900 w 311034"/>
                <a:gd name="connsiteY10" fmla="*/ 1111671 h 1211496"/>
                <a:gd name="connsiteX11" fmla="*/ 94188 w 311034"/>
                <a:gd name="connsiteY11" fmla="*/ 1073008 h 1211496"/>
                <a:gd name="connsiteX12" fmla="*/ 99148 w 311034"/>
                <a:gd name="connsiteY12" fmla="*/ 949403 h 1211496"/>
                <a:gd name="connsiteX13" fmla="*/ 86489 w 311034"/>
                <a:gd name="connsiteY13" fmla="*/ 861554 h 1211496"/>
                <a:gd name="connsiteX14" fmla="*/ 99063 w 311034"/>
                <a:gd name="connsiteY14" fmla="*/ 737864 h 1211496"/>
                <a:gd name="connsiteX15" fmla="*/ 102998 w 311034"/>
                <a:gd name="connsiteY15" fmla="*/ 737522 h 1211496"/>
                <a:gd name="connsiteX16" fmla="*/ 122501 w 311034"/>
                <a:gd name="connsiteY16" fmla="*/ 734870 h 1211496"/>
                <a:gd name="connsiteX17" fmla="*/ 140208 w 311034"/>
                <a:gd name="connsiteY17" fmla="*/ 743766 h 1211496"/>
                <a:gd name="connsiteX18" fmla="*/ 138497 w 311034"/>
                <a:gd name="connsiteY18" fmla="*/ 771567 h 1211496"/>
                <a:gd name="connsiteX19" fmla="*/ 142688 w 311034"/>
                <a:gd name="connsiteY19" fmla="*/ 837603 h 1211496"/>
                <a:gd name="connsiteX20" fmla="*/ 144827 w 311034"/>
                <a:gd name="connsiteY20" fmla="*/ 874128 h 1211496"/>
                <a:gd name="connsiteX21" fmla="*/ 141319 w 311034"/>
                <a:gd name="connsiteY21" fmla="*/ 935973 h 1211496"/>
                <a:gd name="connsiteX22" fmla="*/ 136444 w 311034"/>
                <a:gd name="connsiteY22" fmla="*/ 1030152 h 1211496"/>
                <a:gd name="connsiteX23" fmla="*/ 133621 w 311034"/>
                <a:gd name="connsiteY23" fmla="*/ 1105341 h 1211496"/>
                <a:gd name="connsiteX24" fmla="*/ 126607 w 311034"/>
                <a:gd name="connsiteY24" fmla="*/ 1120824 h 1211496"/>
                <a:gd name="connsiteX25" fmla="*/ 124468 w 311034"/>
                <a:gd name="connsiteY25" fmla="*/ 1144006 h 1211496"/>
                <a:gd name="connsiteX26" fmla="*/ 117454 w 311034"/>
                <a:gd name="connsiteY26" fmla="*/ 1169325 h 1211496"/>
                <a:gd name="connsiteX27" fmla="*/ 104110 w 311034"/>
                <a:gd name="connsiteY27" fmla="*/ 1192506 h 1211496"/>
                <a:gd name="connsiteX28" fmla="*/ 98465 w 311034"/>
                <a:gd name="connsiteY28" fmla="*/ 1202344 h 1211496"/>
                <a:gd name="connsiteX29" fmla="*/ 137128 w 311034"/>
                <a:gd name="connsiteY29" fmla="*/ 1211496 h 1211496"/>
                <a:gd name="connsiteX30" fmla="*/ 169462 w 311034"/>
                <a:gd name="connsiteY30" fmla="*/ 1200975 h 1211496"/>
                <a:gd name="connsiteX31" fmla="*/ 172285 w 311034"/>
                <a:gd name="connsiteY31" fmla="*/ 1171464 h 1211496"/>
                <a:gd name="connsiteX32" fmla="*/ 172969 w 311034"/>
                <a:gd name="connsiteY32" fmla="*/ 1151105 h 1211496"/>
                <a:gd name="connsiteX33" fmla="*/ 172969 w 311034"/>
                <a:gd name="connsiteY33" fmla="*/ 1131431 h 1211496"/>
                <a:gd name="connsiteX34" fmla="*/ 175108 w 311034"/>
                <a:gd name="connsiteY34" fmla="*/ 1106112 h 1211496"/>
                <a:gd name="connsiteX35" fmla="*/ 217963 w 311034"/>
                <a:gd name="connsiteY35" fmla="*/ 964886 h 1211496"/>
                <a:gd name="connsiteX36" fmla="*/ 215825 w 311034"/>
                <a:gd name="connsiteY36" fmla="*/ 839827 h 1211496"/>
                <a:gd name="connsiteX37" fmla="*/ 232847 w 311034"/>
                <a:gd name="connsiteY37" fmla="*/ 755314 h 1211496"/>
                <a:gd name="connsiteX38" fmla="*/ 268517 w 311034"/>
                <a:gd name="connsiteY38" fmla="*/ 748128 h 1211496"/>
                <a:gd name="connsiteX39" fmla="*/ 272281 w 311034"/>
                <a:gd name="connsiteY39" fmla="*/ 673538 h 1211496"/>
                <a:gd name="connsiteX40" fmla="*/ 274505 w 311034"/>
                <a:gd name="connsiteY40" fmla="*/ 673966 h 1211496"/>
                <a:gd name="connsiteX41" fmla="*/ 280492 w 311034"/>
                <a:gd name="connsiteY41" fmla="*/ 667978 h 1211496"/>
                <a:gd name="connsiteX42" fmla="*/ 285796 w 311034"/>
                <a:gd name="connsiteY42" fmla="*/ 665497 h 1211496"/>
                <a:gd name="connsiteX43" fmla="*/ 296318 w 311034"/>
                <a:gd name="connsiteY43" fmla="*/ 650785 h 1211496"/>
                <a:gd name="connsiteX44" fmla="*/ 306154 w 311034"/>
                <a:gd name="connsiteY44" fmla="*/ 638895 h 1211496"/>
                <a:gd name="connsiteX45" fmla="*/ 308293 w 311034"/>
                <a:gd name="connsiteY45" fmla="*/ 615713 h 1211496"/>
                <a:gd name="connsiteX46" fmla="*/ 307438 w 311034"/>
                <a:gd name="connsiteY46" fmla="*/ 609897 h 1211496"/>
                <a:gd name="connsiteX47" fmla="*/ 307951 w 311034"/>
                <a:gd name="connsiteY47" fmla="*/ 609383 h 1211496"/>
                <a:gd name="connsiteX48" fmla="*/ 306924 w 311034"/>
                <a:gd name="connsiteY48" fmla="*/ 596381 h 1211496"/>
                <a:gd name="connsiteX49" fmla="*/ 302390 w 311034"/>
                <a:gd name="connsiteY49" fmla="*/ 555664 h 1211496"/>
                <a:gd name="connsiteX50" fmla="*/ 302390 w 311034"/>
                <a:gd name="connsiteY50" fmla="*/ 540952 h 1211496"/>
                <a:gd name="connsiteX51" fmla="*/ 301022 w 311034"/>
                <a:gd name="connsiteY51" fmla="*/ 525127 h 1211496"/>
                <a:gd name="connsiteX52" fmla="*/ 308378 w 311034"/>
                <a:gd name="connsiteY52" fmla="*/ 488260 h 1211496"/>
                <a:gd name="connsiteX53" fmla="*/ 309405 w 311034"/>
                <a:gd name="connsiteY53" fmla="*/ 418032 h 1211496"/>
                <a:gd name="connsiteX54" fmla="*/ 293238 w 311034"/>
                <a:gd name="connsiteY54" fmla="*/ 354476 h 1211496"/>
                <a:gd name="connsiteX55" fmla="*/ 290073 w 311034"/>
                <a:gd name="connsiteY55" fmla="*/ 320773 h 1211496"/>
                <a:gd name="connsiteX56" fmla="*/ 289389 w 311034"/>
                <a:gd name="connsiteY56" fmla="*/ 276549 h 1211496"/>
                <a:gd name="connsiteX57" fmla="*/ 284855 w 311034"/>
                <a:gd name="connsiteY57" fmla="*/ 251914 h 1211496"/>
                <a:gd name="connsiteX58" fmla="*/ 265523 w 311034"/>
                <a:gd name="connsiteY58" fmla="*/ 215730 h 1211496"/>
                <a:gd name="connsiteX59" fmla="*/ 250382 w 311034"/>
                <a:gd name="connsiteY59" fmla="*/ 208032 h 1211496"/>
                <a:gd name="connsiteX60" fmla="*/ 240546 w 311034"/>
                <a:gd name="connsiteY60" fmla="*/ 204183 h 1211496"/>
                <a:gd name="connsiteX61" fmla="*/ 221898 w 311034"/>
                <a:gd name="connsiteY61" fmla="*/ 202814 h 1211496"/>
                <a:gd name="connsiteX62" fmla="*/ 208211 w 311034"/>
                <a:gd name="connsiteY62" fmla="*/ 194004 h 1211496"/>
                <a:gd name="connsiteX63" fmla="*/ 204704 w 311034"/>
                <a:gd name="connsiteY63" fmla="*/ 185535 h 1211496"/>
                <a:gd name="connsiteX64" fmla="*/ 233873 w 311034"/>
                <a:gd name="connsiteY64" fmla="*/ 194688 h 1211496"/>
                <a:gd name="connsiteX65" fmla="*/ 220786 w 311034"/>
                <a:gd name="connsiteY65" fmla="*/ 176554 h 1211496"/>
                <a:gd name="connsiteX66" fmla="*/ 193841 w 311034"/>
                <a:gd name="connsiteY66" fmla="*/ 141825 h 1211496"/>
                <a:gd name="connsiteX67" fmla="*/ 202822 w 311034"/>
                <a:gd name="connsiteY67" fmla="*/ 145503 h 1211496"/>
                <a:gd name="connsiteX68" fmla="*/ 189649 w 311034"/>
                <a:gd name="connsiteY68" fmla="*/ 136008 h 1211496"/>
                <a:gd name="connsiteX69" fmla="*/ 192814 w 311034"/>
                <a:gd name="connsiteY69" fmla="*/ 121209 h 1211496"/>
                <a:gd name="connsiteX70" fmla="*/ 205474 w 311034"/>
                <a:gd name="connsiteY70" fmla="*/ 105898 h 1211496"/>
                <a:gd name="connsiteX71" fmla="*/ 208126 w 311034"/>
                <a:gd name="connsiteY71" fmla="*/ 84342 h 1211496"/>
                <a:gd name="connsiteX72" fmla="*/ 207099 w 311034"/>
                <a:gd name="connsiteY72" fmla="*/ 62701 h 1211496"/>
                <a:gd name="connsiteX73" fmla="*/ 211291 w 311034"/>
                <a:gd name="connsiteY73" fmla="*/ 69544 h 1211496"/>
                <a:gd name="connsiteX74" fmla="*/ 210265 w 311034"/>
                <a:gd name="connsiteY74" fmla="*/ 58509 h 1211496"/>
                <a:gd name="connsiteX75" fmla="*/ 187083 w 311034"/>
                <a:gd name="connsiteY75" fmla="*/ 22154 h 1211496"/>
                <a:gd name="connsiteX76" fmla="*/ 175535 w 311034"/>
                <a:gd name="connsiteY76" fmla="*/ 8468 h 1211496"/>
                <a:gd name="connsiteX77" fmla="*/ 155006 w 311034"/>
                <a:gd name="connsiteY77" fmla="*/ 5303 h 1211496"/>
                <a:gd name="connsiteX78" fmla="*/ 140806 w 311034"/>
                <a:gd name="connsiteY78" fmla="*/ 0 h 1211496"/>
                <a:gd name="connsiteX79" fmla="*/ 101800 w 311034"/>
                <a:gd name="connsiteY79" fmla="*/ 22668 h 1211496"/>
                <a:gd name="connsiteX80" fmla="*/ 99148 w 311034"/>
                <a:gd name="connsiteY80" fmla="*/ 39519 h 1211496"/>
                <a:gd name="connsiteX81" fmla="*/ 90167 w 311034"/>
                <a:gd name="connsiteY81" fmla="*/ 59535 h 1211496"/>
                <a:gd name="connsiteX82" fmla="*/ 91792 w 311034"/>
                <a:gd name="connsiteY82" fmla="*/ 72709 h 1211496"/>
                <a:gd name="connsiteX83" fmla="*/ 91279 w 311034"/>
                <a:gd name="connsiteY83" fmla="*/ 94863 h 1211496"/>
                <a:gd name="connsiteX84" fmla="*/ 95470 w 311034"/>
                <a:gd name="connsiteY84" fmla="*/ 125401 h 1211496"/>
                <a:gd name="connsiteX85" fmla="*/ 110269 w 311034"/>
                <a:gd name="connsiteY85" fmla="*/ 147042 h 1211496"/>
                <a:gd name="connsiteX86" fmla="*/ 111979 w 311034"/>
                <a:gd name="connsiteY86" fmla="*/ 176724 h 1211496"/>
                <a:gd name="connsiteX87" fmla="*/ 106590 w 311034"/>
                <a:gd name="connsiteY87" fmla="*/ 181686 h 1211496"/>
                <a:gd name="connsiteX88" fmla="*/ 87943 w 311034"/>
                <a:gd name="connsiteY88" fmla="*/ 191181 h 1211496"/>
                <a:gd name="connsiteX89" fmla="*/ 80929 w 311034"/>
                <a:gd name="connsiteY89" fmla="*/ 205894 h 1211496"/>
                <a:gd name="connsiteX90" fmla="*/ 77080 w 311034"/>
                <a:gd name="connsiteY90" fmla="*/ 233266 h 1211496"/>
                <a:gd name="connsiteX91" fmla="*/ 52530 w 311034"/>
                <a:gd name="connsiteY91" fmla="*/ 250459 h 1211496"/>
                <a:gd name="connsiteX92" fmla="*/ 46884 w 311034"/>
                <a:gd name="connsiteY92" fmla="*/ 263462 h 1211496"/>
                <a:gd name="connsiteX93" fmla="*/ 39186 w 311034"/>
                <a:gd name="connsiteY93" fmla="*/ 363200 h 1211496"/>
                <a:gd name="connsiteX94" fmla="*/ 38159 w 311034"/>
                <a:gd name="connsiteY94" fmla="*/ 425730 h 1211496"/>
                <a:gd name="connsiteX95" fmla="*/ 42351 w 311034"/>
                <a:gd name="connsiteY95" fmla="*/ 451734 h 1211496"/>
                <a:gd name="connsiteX96" fmla="*/ 47226 w 311034"/>
                <a:gd name="connsiteY96" fmla="*/ 462598 h 1211496"/>
                <a:gd name="connsiteX97" fmla="*/ 45516 w 311034"/>
                <a:gd name="connsiteY97" fmla="*/ 484581 h 1211496"/>
                <a:gd name="connsiteX98" fmla="*/ 35935 w 311034"/>
                <a:gd name="connsiteY98" fmla="*/ 508960 h 1211496"/>
                <a:gd name="connsiteX99" fmla="*/ 32428 w 311034"/>
                <a:gd name="connsiteY99" fmla="*/ 517514 h 1211496"/>
                <a:gd name="connsiteX100" fmla="*/ 23959 w 311034"/>
                <a:gd name="connsiteY100" fmla="*/ 541379 h 1211496"/>
                <a:gd name="connsiteX101" fmla="*/ 18314 w 311034"/>
                <a:gd name="connsiteY101" fmla="*/ 560027 h 1211496"/>
                <a:gd name="connsiteX102" fmla="*/ 17287 w 311034"/>
                <a:gd name="connsiteY102" fmla="*/ 561738 h 1211496"/>
                <a:gd name="connsiteX103" fmla="*/ 18143 w 311034"/>
                <a:gd name="connsiteY103" fmla="*/ 561738 h 1211496"/>
                <a:gd name="connsiteX104" fmla="*/ 15919 w 311034"/>
                <a:gd name="connsiteY104" fmla="*/ 573371 h 1211496"/>
                <a:gd name="connsiteX105" fmla="*/ 11727 w 311034"/>
                <a:gd name="connsiteY105" fmla="*/ 595013 h 1211496"/>
                <a:gd name="connsiteX106" fmla="*/ 7536 w 311034"/>
                <a:gd name="connsiteY106" fmla="*/ 660878 h 1211496"/>
                <a:gd name="connsiteX107" fmla="*/ 4884 w 311034"/>
                <a:gd name="connsiteY107" fmla="*/ 706214 h 1211496"/>
                <a:gd name="connsiteX108" fmla="*/ 7622 w 311034"/>
                <a:gd name="connsiteY108" fmla="*/ 710149 h 1211496"/>
                <a:gd name="connsiteX109" fmla="*/ 11043 w 311034"/>
                <a:gd name="connsiteY109" fmla="*/ 764894 h 1211496"/>
                <a:gd name="connsiteX110" fmla="*/ 15234 w 311034"/>
                <a:gd name="connsiteY110" fmla="*/ 855566 h 1211496"/>
                <a:gd name="connsiteX111" fmla="*/ 26440 w 311034"/>
                <a:gd name="connsiteY111" fmla="*/ 976433 h 1211496"/>
                <a:gd name="connsiteX112" fmla="*/ 53128 w 311034"/>
                <a:gd name="connsiteY112" fmla="*/ 1073350 h 1211496"/>
                <a:gd name="connsiteX113" fmla="*/ 45430 w 311034"/>
                <a:gd name="connsiteY113" fmla="*/ 1116890 h 1211496"/>
                <a:gd name="connsiteX114" fmla="*/ 14550 w 311034"/>
                <a:gd name="connsiteY114" fmla="*/ 1170951 h 1211496"/>
                <a:gd name="connsiteX115" fmla="*/ 14550 w 311034"/>
                <a:gd name="connsiteY115" fmla="*/ 1170951 h 1211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311034" h="1211496">
                  <a:moveTo>
                    <a:pt x="14208" y="1170694"/>
                  </a:moveTo>
                  <a:cubicBezTo>
                    <a:pt x="9247" y="1180531"/>
                    <a:pt x="12069" y="1191737"/>
                    <a:pt x="6424" y="1194559"/>
                  </a:cubicBezTo>
                  <a:cubicBezTo>
                    <a:pt x="778" y="1197382"/>
                    <a:pt x="-1275" y="1200889"/>
                    <a:pt x="778" y="1203712"/>
                  </a:cubicBezTo>
                  <a:cubicBezTo>
                    <a:pt x="778" y="1203712"/>
                    <a:pt x="16261" y="1210726"/>
                    <a:pt x="33797" y="1207903"/>
                  </a:cubicBezTo>
                  <a:cubicBezTo>
                    <a:pt x="51332" y="1205081"/>
                    <a:pt x="61169" y="1200205"/>
                    <a:pt x="63992" y="1193191"/>
                  </a:cubicBezTo>
                  <a:cubicBezTo>
                    <a:pt x="66815" y="1186176"/>
                    <a:pt x="66130" y="1161541"/>
                    <a:pt x="83666" y="1146828"/>
                  </a:cubicBezTo>
                  <a:lnTo>
                    <a:pt x="91365" y="1142637"/>
                  </a:lnTo>
                  <a:lnTo>
                    <a:pt x="93503" y="1157350"/>
                  </a:lnTo>
                  <a:cubicBezTo>
                    <a:pt x="93503" y="1157350"/>
                    <a:pt x="99148" y="1160857"/>
                    <a:pt x="103340" y="1158718"/>
                  </a:cubicBezTo>
                  <a:lnTo>
                    <a:pt x="104709" y="1131346"/>
                  </a:lnTo>
                  <a:cubicBezTo>
                    <a:pt x="104709" y="1131346"/>
                    <a:pt x="110354" y="1119370"/>
                    <a:pt x="108900" y="1111671"/>
                  </a:cubicBezTo>
                  <a:cubicBezTo>
                    <a:pt x="107532" y="1103973"/>
                    <a:pt x="94188" y="1084299"/>
                    <a:pt x="94188" y="1073008"/>
                  </a:cubicBezTo>
                  <a:cubicBezTo>
                    <a:pt x="94188" y="1061717"/>
                    <a:pt x="98379" y="969762"/>
                    <a:pt x="99148" y="949403"/>
                  </a:cubicBezTo>
                  <a:cubicBezTo>
                    <a:pt x="99833" y="929045"/>
                    <a:pt x="85804" y="873530"/>
                    <a:pt x="86489" y="861554"/>
                  </a:cubicBezTo>
                  <a:cubicBezTo>
                    <a:pt x="87088" y="851375"/>
                    <a:pt x="92305" y="775330"/>
                    <a:pt x="99063" y="737864"/>
                  </a:cubicBezTo>
                  <a:cubicBezTo>
                    <a:pt x="100346" y="737778"/>
                    <a:pt x="101629" y="737693"/>
                    <a:pt x="102998" y="737522"/>
                  </a:cubicBezTo>
                  <a:cubicBezTo>
                    <a:pt x="102998" y="737522"/>
                    <a:pt x="115658" y="732218"/>
                    <a:pt x="122501" y="734870"/>
                  </a:cubicBezTo>
                  <a:cubicBezTo>
                    <a:pt x="128318" y="737094"/>
                    <a:pt x="132338" y="742055"/>
                    <a:pt x="140208" y="743766"/>
                  </a:cubicBezTo>
                  <a:cubicBezTo>
                    <a:pt x="139267" y="751892"/>
                    <a:pt x="138497" y="761473"/>
                    <a:pt x="138497" y="771567"/>
                  </a:cubicBezTo>
                  <a:cubicBezTo>
                    <a:pt x="138497" y="798939"/>
                    <a:pt x="137813" y="823574"/>
                    <a:pt x="142688" y="837603"/>
                  </a:cubicBezTo>
                  <a:cubicBezTo>
                    <a:pt x="147564" y="851631"/>
                    <a:pt x="144827" y="862153"/>
                    <a:pt x="144827" y="874128"/>
                  </a:cubicBezTo>
                  <a:cubicBezTo>
                    <a:pt x="144827" y="886104"/>
                    <a:pt x="145511" y="919037"/>
                    <a:pt x="141319" y="935973"/>
                  </a:cubicBezTo>
                  <a:cubicBezTo>
                    <a:pt x="137128" y="952825"/>
                    <a:pt x="137813" y="1006201"/>
                    <a:pt x="136444" y="1030152"/>
                  </a:cubicBezTo>
                  <a:cubicBezTo>
                    <a:pt x="135075" y="1054018"/>
                    <a:pt x="136444" y="1099696"/>
                    <a:pt x="133621" y="1105341"/>
                  </a:cubicBezTo>
                  <a:cubicBezTo>
                    <a:pt x="130798" y="1110987"/>
                    <a:pt x="125153" y="1114494"/>
                    <a:pt x="126607" y="1120824"/>
                  </a:cubicBezTo>
                  <a:cubicBezTo>
                    <a:pt x="127975" y="1127154"/>
                    <a:pt x="125238" y="1139814"/>
                    <a:pt x="124468" y="1144006"/>
                  </a:cubicBezTo>
                  <a:cubicBezTo>
                    <a:pt x="123784" y="1148197"/>
                    <a:pt x="120277" y="1164364"/>
                    <a:pt x="117454" y="1169325"/>
                  </a:cubicBezTo>
                  <a:cubicBezTo>
                    <a:pt x="114631" y="1174201"/>
                    <a:pt x="104110" y="1184808"/>
                    <a:pt x="104110" y="1192506"/>
                  </a:cubicBezTo>
                  <a:cubicBezTo>
                    <a:pt x="104110" y="1192506"/>
                    <a:pt x="95642" y="1198152"/>
                    <a:pt x="98465" y="1202344"/>
                  </a:cubicBezTo>
                  <a:cubicBezTo>
                    <a:pt x="101287" y="1206535"/>
                    <a:pt x="111809" y="1211496"/>
                    <a:pt x="137128" y="1211496"/>
                  </a:cubicBezTo>
                  <a:cubicBezTo>
                    <a:pt x="162448" y="1211496"/>
                    <a:pt x="168008" y="1203798"/>
                    <a:pt x="169462" y="1200975"/>
                  </a:cubicBezTo>
                  <a:cubicBezTo>
                    <a:pt x="170831" y="1198152"/>
                    <a:pt x="169462" y="1176340"/>
                    <a:pt x="172285" y="1171464"/>
                  </a:cubicBezTo>
                  <a:cubicBezTo>
                    <a:pt x="175108" y="1166502"/>
                    <a:pt x="174424" y="1162311"/>
                    <a:pt x="172969" y="1151105"/>
                  </a:cubicBezTo>
                  <a:cubicBezTo>
                    <a:pt x="171601" y="1139814"/>
                    <a:pt x="170831" y="1137077"/>
                    <a:pt x="172969" y="1131431"/>
                  </a:cubicBezTo>
                  <a:cubicBezTo>
                    <a:pt x="175108" y="1125786"/>
                    <a:pt x="170831" y="1120140"/>
                    <a:pt x="175108" y="1106112"/>
                  </a:cubicBezTo>
                  <a:cubicBezTo>
                    <a:pt x="179385" y="1092083"/>
                    <a:pt x="209580" y="1006372"/>
                    <a:pt x="217963" y="964886"/>
                  </a:cubicBezTo>
                  <a:cubicBezTo>
                    <a:pt x="226346" y="923399"/>
                    <a:pt x="213686" y="876353"/>
                    <a:pt x="215825" y="839827"/>
                  </a:cubicBezTo>
                  <a:cubicBezTo>
                    <a:pt x="217279" y="814593"/>
                    <a:pt x="226089" y="777640"/>
                    <a:pt x="232847" y="755314"/>
                  </a:cubicBezTo>
                  <a:cubicBezTo>
                    <a:pt x="249271" y="755656"/>
                    <a:pt x="262957" y="753945"/>
                    <a:pt x="268517" y="748128"/>
                  </a:cubicBezTo>
                  <a:cubicBezTo>
                    <a:pt x="268517" y="748128"/>
                    <a:pt x="271596" y="713143"/>
                    <a:pt x="272281" y="673538"/>
                  </a:cubicBezTo>
                  <a:lnTo>
                    <a:pt x="274505" y="673966"/>
                  </a:lnTo>
                  <a:cubicBezTo>
                    <a:pt x="277327" y="673624"/>
                    <a:pt x="278354" y="670116"/>
                    <a:pt x="280492" y="667978"/>
                  </a:cubicBezTo>
                  <a:cubicBezTo>
                    <a:pt x="282631" y="665839"/>
                    <a:pt x="283315" y="667636"/>
                    <a:pt x="285796" y="665497"/>
                  </a:cubicBezTo>
                  <a:cubicBezTo>
                    <a:pt x="288277" y="663359"/>
                    <a:pt x="293837" y="652495"/>
                    <a:pt x="296318" y="650785"/>
                  </a:cubicBezTo>
                  <a:cubicBezTo>
                    <a:pt x="298798" y="649074"/>
                    <a:pt x="304016" y="645139"/>
                    <a:pt x="306154" y="638895"/>
                  </a:cubicBezTo>
                  <a:cubicBezTo>
                    <a:pt x="308293" y="632565"/>
                    <a:pt x="308635" y="619221"/>
                    <a:pt x="308293" y="615713"/>
                  </a:cubicBezTo>
                  <a:cubicBezTo>
                    <a:pt x="308121" y="613832"/>
                    <a:pt x="307694" y="611608"/>
                    <a:pt x="307438" y="609897"/>
                  </a:cubicBezTo>
                  <a:lnTo>
                    <a:pt x="307951" y="609383"/>
                  </a:lnTo>
                  <a:cubicBezTo>
                    <a:pt x="307951" y="609383"/>
                    <a:pt x="307266" y="601001"/>
                    <a:pt x="306924" y="596381"/>
                  </a:cubicBezTo>
                  <a:cubicBezTo>
                    <a:pt x="306582" y="591848"/>
                    <a:pt x="301963" y="560883"/>
                    <a:pt x="302390" y="555664"/>
                  </a:cubicBezTo>
                  <a:cubicBezTo>
                    <a:pt x="302733" y="550361"/>
                    <a:pt x="303075" y="547196"/>
                    <a:pt x="302390" y="540952"/>
                  </a:cubicBezTo>
                  <a:cubicBezTo>
                    <a:pt x="301706" y="534622"/>
                    <a:pt x="301364" y="529404"/>
                    <a:pt x="301022" y="525127"/>
                  </a:cubicBezTo>
                  <a:cubicBezTo>
                    <a:pt x="300680" y="520935"/>
                    <a:pt x="306325" y="501261"/>
                    <a:pt x="308378" y="488260"/>
                  </a:cubicBezTo>
                  <a:cubicBezTo>
                    <a:pt x="310517" y="475258"/>
                    <a:pt x="312570" y="439416"/>
                    <a:pt x="309405" y="418032"/>
                  </a:cubicBezTo>
                  <a:cubicBezTo>
                    <a:pt x="306240" y="396647"/>
                    <a:pt x="298884" y="367477"/>
                    <a:pt x="293238" y="354476"/>
                  </a:cubicBezTo>
                  <a:cubicBezTo>
                    <a:pt x="287678" y="341474"/>
                    <a:pt x="289389" y="335828"/>
                    <a:pt x="290073" y="320773"/>
                  </a:cubicBezTo>
                  <a:cubicBezTo>
                    <a:pt x="290757" y="305633"/>
                    <a:pt x="289046" y="284932"/>
                    <a:pt x="289389" y="276549"/>
                  </a:cubicBezTo>
                  <a:cubicBezTo>
                    <a:pt x="289731" y="268081"/>
                    <a:pt x="289046" y="266370"/>
                    <a:pt x="284855" y="251914"/>
                  </a:cubicBezTo>
                  <a:cubicBezTo>
                    <a:pt x="280664" y="237543"/>
                    <a:pt x="272195" y="220692"/>
                    <a:pt x="265523" y="215730"/>
                  </a:cubicBezTo>
                  <a:cubicBezTo>
                    <a:pt x="258851" y="210855"/>
                    <a:pt x="255344" y="210855"/>
                    <a:pt x="250382" y="208032"/>
                  </a:cubicBezTo>
                  <a:cubicBezTo>
                    <a:pt x="245507" y="205209"/>
                    <a:pt x="244823" y="204525"/>
                    <a:pt x="240546" y="204183"/>
                  </a:cubicBezTo>
                  <a:cubicBezTo>
                    <a:pt x="236354" y="203841"/>
                    <a:pt x="226859" y="204525"/>
                    <a:pt x="221898" y="202814"/>
                  </a:cubicBezTo>
                  <a:cubicBezTo>
                    <a:pt x="216937" y="201104"/>
                    <a:pt x="211376" y="200675"/>
                    <a:pt x="208211" y="194004"/>
                  </a:cubicBezTo>
                  <a:cubicBezTo>
                    <a:pt x="205046" y="187331"/>
                    <a:pt x="204704" y="185535"/>
                    <a:pt x="204704" y="185535"/>
                  </a:cubicBezTo>
                  <a:cubicBezTo>
                    <a:pt x="204704" y="185535"/>
                    <a:pt x="226517" y="192892"/>
                    <a:pt x="233873" y="194688"/>
                  </a:cubicBezTo>
                  <a:cubicBezTo>
                    <a:pt x="233873" y="194688"/>
                    <a:pt x="227971" y="185193"/>
                    <a:pt x="220786" y="176554"/>
                  </a:cubicBezTo>
                  <a:cubicBezTo>
                    <a:pt x="219674" y="170908"/>
                    <a:pt x="201283" y="144904"/>
                    <a:pt x="193841" y="141825"/>
                  </a:cubicBezTo>
                  <a:cubicBezTo>
                    <a:pt x="193841" y="141825"/>
                    <a:pt x="195466" y="138146"/>
                    <a:pt x="202822" y="145503"/>
                  </a:cubicBezTo>
                  <a:cubicBezTo>
                    <a:pt x="202822" y="145503"/>
                    <a:pt x="197519" y="137034"/>
                    <a:pt x="189649" y="136008"/>
                  </a:cubicBezTo>
                  <a:cubicBezTo>
                    <a:pt x="189649" y="136008"/>
                    <a:pt x="185971" y="127026"/>
                    <a:pt x="192814" y="121209"/>
                  </a:cubicBezTo>
                  <a:cubicBezTo>
                    <a:pt x="199657" y="115393"/>
                    <a:pt x="203336" y="117018"/>
                    <a:pt x="205474" y="105898"/>
                  </a:cubicBezTo>
                  <a:cubicBezTo>
                    <a:pt x="207613" y="94863"/>
                    <a:pt x="208126" y="92211"/>
                    <a:pt x="208126" y="84342"/>
                  </a:cubicBezTo>
                  <a:cubicBezTo>
                    <a:pt x="208126" y="76472"/>
                    <a:pt x="203934" y="68517"/>
                    <a:pt x="207099" y="62701"/>
                  </a:cubicBezTo>
                  <a:cubicBezTo>
                    <a:pt x="207099" y="62701"/>
                    <a:pt x="207099" y="67491"/>
                    <a:pt x="211291" y="69544"/>
                  </a:cubicBezTo>
                  <a:cubicBezTo>
                    <a:pt x="211291" y="69544"/>
                    <a:pt x="205988" y="61674"/>
                    <a:pt x="210265" y="58509"/>
                  </a:cubicBezTo>
                  <a:cubicBezTo>
                    <a:pt x="210265" y="58509"/>
                    <a:pt x="202309" y="32676"/>
                    <a:pt x="187083" y="22154"/>
                  </a:cubicBezTo>
                  <a:cubicBezTo>
                    <a:pt x="187083" y="22154"/>
                    <a:pt x="182892" y="10607"/>
                    <a:pt x="175535" y="8468"/>
                  </a:cubicBezTo>
                  <a:cubicBezTo>
                    <a:pt x="168179" y="6330"/>
                    <a:pt x="157059" y="7442"/>
                    <a:pt x="155006" y="5303"/>
                  </a:cubicBezTo>
                  <a:cubicBezTo>
                    <a:pt x="152868" y="3165"/>
                    <a:pt x="150301" y="0"/>
                    <a:pt x="140806" y="0"/>
                  </a:cubicBezTo>
                  <a:cubicBezTo>
                    <a:pt x="130798" y="0"/>
                    <a:pt x="109242" y="7356"/>
                    <a:pt x="101800" y="22668"/>
                  </a:cubicBezTo>
                  <a:cubicBezTo>
                    <a:pt x="94444" y="37980"/>
                    <a:pt x="100175" y="36868"/>
                    <a:pt x="99148" y="39519"/>
                  </a:cubicBezTo>
                  <a:cubicBezTo>
                    <a:pt x="98122" y="42171"/>
                    <a:pt x="89654" y="53719"/>
                    <a:pt x="90167" y="59535"/>
                  </a:cubicBezTo>
                  <a:cubicBezTo>
                    <a:pt x="90680" y="65352"/>
                    <a:pt x="90167" y="68517"/>
                    <a:pt x="91792" y="72709"/>
                  </a:cubicBezTo>
                  <a:cubicBezTo>
                    <a:pt x="93417" y="76900"/>
                    <a:pt x="89141" y="84342"/>
                    <a:pt x="91279" y="94863"/>
                  </a:cubicBezTo>
                  <a:cubicBezTo>
                    <a:pt x="93417" y="105385"/>
                    <a:pt x="91792" y="120183"/>
                    <a:pt x="95470" y="125401"/>
                  </a:cubicBezTo>
                  <a:cubicBezTo>
                    <a:pt x="99148" y="130704"/>
                    <a:pt x="104452" y="141226"/>
                    <a:pt x="110269" y="147042"/>
                  </a:cubicBezTo>
                  <a:cubicBezTo>
                    <a:pt x="110269" y="147042"/>
                    <a:pt x="113177" y="159275"/>
                    <a:pt x="111979" y="176724"/>
                  </a:cubicBezTo>
                  <a:cubicBezTo>
                    <a:pt x="110269" y="178435"/>
                    <a:pt x="108387" y="180146"/>
                    <a:pt x="106590" y="181686"/>
                  </a:cubicBezTo>
                  <a:cubicBezTo>
                    <a:pt x="100603" y="186562"/>
                    <a:pt x="92562" y="186989"/>
                    <a:pt x="87943" y="191181"/>
                  </a:cubicBezTo>
                  <a:cubicBezTo>
                    <a:pt x="83410" y="195372"/>
                    <a:pt x="81271" y="199991"/>
                    <a:pt x="80929" y="205894"/>
                  </a:cubicBezTo>
                  <a:cubicBezTo>
                    <a:pt x="80587" y="211882"/>
                    <a:pt x="77080" y="233266"/>
                    <a:pt x="77080" y="233266"/>
                  </a:cubicBezTo>
                  <a:cubicBezTo>
                    <a:pt x="77080" y="233266"/>
                    <a:pt x="56037" y="246268"/>
                    <a:pt x="52530" y="250459"/>
                  </a:cubicBezTo>
                  <a:cubicBezTo>
                    <a:pt x="49022" y="254651"/>
                    <a:pt x="46542" y="260297"/>
                    <a:pt x="46884" y="263462"/>
                  </a:cubicBezTo>
                  <a:cubicBezTo>
                    <a:pt x="47226" y="266627"/>
                    <a:pt x="38843" y="348146"/>
                    <a:pt x="39186" y="363200"/>
                  </a:cubicBezTo>
                  <a:cubicBezTo>
                    <a:pt x="39528" y="378256"/>
                    <a:pt x="36363" y="414097"/>
                    <a:pt x="38159" y="425730"/>
                  </a:cubicBezTo>
                  <a:cubicBezTo>
                    <a:pt x="39870" y="437278"/>
                    <a:pt x="39186" y="444720"/>
                    <a:pt x="42351" y="451734"/>
                  </a:cubicBezTo>
                  <a:cubicBezTo>
                    <a:pt x="45516" y="458748"/>
                    <a:pt x="45858" y="459775"/>
                    <a:pt x="47226" y="462598"/>
                  </a:cubicBezTo>
                  <a:cubicBezTo>
                    <a:pt x="48338" y="464821"/>
                    <a:pt x="47740" y="474659"/>
                    <a:pt x="45516" y="484581"/>
                  </a:cubicBezTo>
                  <a:cubicBezTo>
                    <a:pt x="41239" y="490398"/>
                    <a:pt x="38244" y="499979"/>
                    <a:pt x="35935" y="508960"/>
                  </a:cubicBezTo>
                  <a:cubicBezTo>
                    <a:pt x="34737" y="511270"/>
                    <a:pt x="33625" y="513836"/>
                    <a:pt x="32428" y="517514"/>
                  </a:cubicBezTo>
                  <a:cubicBezTo>
                    <a:pt x="28921" y="528378"/>
                    <a:pt x="25071" y="534023"/>
                    <a:pt x="23959" y="541379"/>
                  </a:cubicBezTo>
                  <a:cubicBezTo>
                    <a:pt x="22933" y="548736"/>
                    <a:pt x="19426" y="558231"/>
                    <a:pt x="18314" y="560027"/>
                  </a:cubicBezTo>
                  <a:lnTo>
                    <a:pt x="17287" y="561738"/>
                  </a:lnTo>
                  <a:lnTo>
                    <a:pt x="18143" y="561738"/>
                  </a:lnTo>
                  <a:cubicBezTo>
                    <a:pt x="16090" y="565074"/>
                    <a:pt x="15491" y="570377"/>
                    <a:pt x="15919" y="573371"/>
                  </a:cubicBezTo>
                  <a:cubicBezTo>
                    <a:pt x="16432" y="577049"/>
                    <a:pt x="14892" y="580728"/>
                    <a:pt x="11727" y="595013"/>
                  </a:cubicBezTo>
                  <a:cubicBezTo>
                    <a:pt x="8562" y="609212"/>
                    <a:pt x="10188" y="634019"/>
                    <a:pt x="7536" y="660878"/>
                  </a:cubicBezTo>
                  <a:cubicBezTo>
                    <a:pt x="4884" y="687737"/>
                    <a:pt x="4884" y="706214"/>
                    <a:pt x="4884" y="706214"/>
                  </a:cubicBezTo>
                  <a:cubicBezTo>
                    <a:pt x="4884" y="706214"/>
                    <a:pt x="5739" y="707754"/>
                    <a:pt x="7622" y="710149"/>
                  </a:cubicBezTo>
                  <a:cubicBezTo>
                    <a:pt x="7878" y="720328"/>
                    <a:pt x="8819" y="746589"/>
                    <a:pt x="11043" y="764894"/>
                  </a:cubicBezTo>
                  <a:cubicBezTo>
                    <a:pt x="13866" y="788076"/>
                    <a:pt x="18057" y="836576"/>
                    <a:pt x="15234" y="855566"/>
                  </a:cubicBezTo>
                  <a:cubicBezTo>
                    <a:pt x="12412" y="874556"/>
                    <a:pt x="18057" y="941961"/>
                    <a:pt x="26440" y="976433"/>
                  </a:cubicBezTo>
                  <a:cubicBezTo>
                    <a:pt x="34909" y="1010820"/>
                    <a:pt x="52444" y="1057953"/>
                    <a:pt x="53128" y="1073350"/>
                  </a:cubicBezTo>
                  <a:cubicBezTo>
                    <a:pt x="53128" y="1073350"/>
                    <a:pt x="55951" y="1097216"/>
                    <a:pt x="45430" y="1116890"/>
                  </a:cubicBezTo>
                  <a:cubicBezTo>
                    <a:pt x="34909" y="1136564"/>
                    <a:pt x="19426" y="1161113"/>
                    <a:pt x="14550" y="1170951"/>
                  </a:cubicBezTo>
                  <a:lnTo>
                    <a:pt x="14550" y="1170951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66D96C80-6874-A473-F928-D3D93318153E}"/>
                </a:ext>
              </a:extLst>
            </p:cNvPr>
            <p:cNvSpPr/>
            <p:nvPr/>
          </p:nvSpPr>
          <p:spPr>
            <a:xfrm>
              <a:off x="-679169" y="5680932"/>
              <a:ext cx="512723" cy="1209704"/>
            </a:xfrm>
            <a:custGeom>
              <a:avLst/>
              <a:gdLst>
                <a:gd name="connsiteX0" fmla="*/ 0 w 512723"/>
                <a:gd name="connsiteY0" fmla="*/ 642521 h 1209704"/>
                <a:gd name="connsiteX1" fmla="*/ 513 w 512723"/>
                <a:gd name="connsiteY1" fmla="*/ 644745 h 1209704"/>
                <a:gd name="connsiteX2" fmla="*/ 9409 w 512723"/>
                <a:gd name="connsiteY2" fmla="*/ 647739 h 1209704"/>
                <a:gd name="connsiteX3" fmla="*/ 12318 w 512723"/>
                <a:gd name="connsiteY3" fmla="*/ 648766 h 1209704"/>
                <a:gd name="connsiteX4" fmla="*/ 12403 w 512723"/>
                <a:gd name="connsiteY4" fmla="*/ 673315 h 1209704"/>
                <a:gd name="connsiteX5" fmla="*/ 21214 w 512723"/>
                <a:gd name="connsiteY5" fmla="*/ 684265 h 1209704"/>
                <a:gd name="connsiteX6" fmla="*/ 29254 w 512723"/>
                <a:gd name="connsiteY6" fmla="*/ 679132 h 1209704"/>
                <a:gd name="connsiteX7" fmla="*/ 40203 w 512723"/>
                <a:gd name="connsiteY7" fmla="*/ 682811 h 1209704"/>
                <a:gd name="connsiteX8" fmla="*/ 48244 w 512723"/>
                <a:gd name="connsiteY8" fmla="*/ 678448 h 1209704"/>
                <a:gd name="connsiteX9" fmla="*/ 57055 w 512723"/>
                <a:gd name="connsiteY9" fmla="*/ 682126 h 1209704"/>
                <a:gd name="connsiteX10" fmla="*/ 62187 w 512723"/>
                <a:gd name="connsiteY10" fmla="*/ 678448 h 1209704"/>
                <a:gd name="connsiteX11" fmla="*/ 57055 w 512723"/>
                <a:gd name="connsiteY11" fmla="*/ 658688 h 1209704"/>
                <a:gd name="connsiteX12" fmla="*/ 57568 w 512723"/>
                <a:gd name="connsiteY12" fmla="*/ 656721 h 1209704"/>
                <a:gd name="connsiteX13" fmla="*/ 71340 w 512723"/>
                <a:gd name="connsiteY13" fmla="*/ 654668 h 1209704"/>
                <a:gd name="connsiteX14" fmla="*/ 83401 w 512723"/>
                <a:gd name="connsiteY14" fmla="*/ 619511 h 1209704"/>
                <a:gd name="connsiteX15" fmla="*/ 91099 w 512723"/>
                <a:gd name="connsiteY15" fmla="*/ 649108 h 1209704"/>
                <a:gd name="connsiteX16" fmla="*/ 91099 w 512723"/>
                <a:gd name="connsiteY16" fmla="*/ 727034 h 1209704"/>
                <a:gd name="connsiteX17" fmla="*/ 106496 w 512723"/>
                <a:gd name="connsiteY17" fmla="*/ 825832 h 1209704"/>
                <a:gd name="connsiteX18" fmla="*/ 111971 w 512723"/>
                <a:gd name="connsiteY18" fmla="*/ 875189 h 1209704"/>
                <a:gd name="connsiteX19" fmla="*/ 115221 w 512723"/>
                <a:gd name="connsiteY19" fmla="*/ 949779 h 1209704"/>
                <a:gd name="connsiteX20" fmla="*/ 121808 w 512723"/>
                <a:gd name="connsiteY20" fmla="*/ 1029930 h 1209704"/>
                <a:gd name="connsiteX21" fmla="*/ 136093 w 512723"/>
                <a:gd name="connsiteY21" fmla="*/ 1061751 h 1209704"/>
                <a:gd name="connsiteX22" fmla="*/ 143792 w 512723"/>
                <a:gd name="connsiteY22" fmla="*/ 1082622 h 1209704"/>
                <a:gd name="connsiteX23" fmla="*/ 137205 w 512723"/>
                <a:gd name="connsiteY23" fmla="*/ 1102382 h 1209704"/>
                <a:gd name="connsiteX24" fmla="*/ 124032 w 512723"/>
                <a:gd name="connsiteY24" fmla="*/ 1120003 h 1209704"/>
                <a:gd name="connsiteX25" fmla="*/ 135751 w 512723"/>
                <a:gd name="connsiteY25" fmla="*/ 1146178 h 1209704"/>
                <a:gd name="connsiteX26" fmla="*/ 122920 w 512723"/>
                <a:gd name="connsiteY26" fmla="*/ 1166109 h 1209704"/>
                <a:gd name="connsiteX27" fmla="*/ 98798 w 512723"/>
                <a:gd name="connsiteY27" fmla="*/ 1178170 h 1209704"/>
                <a:gd name="connsiteX28" fmla="*/ 69201 w 512723"/>
                <a:gd name="connsiteY28" fmla="*/ 1178170 h 1209704"/>
                <a:gd name="connsiteX29" fmla="*/ 65951 w 512723"/>
                <a:gd name="connsiteY29" fmla="*/ 1195705 h 1209704"/>
                <a:gd name="connsiteX30" fmla="*/ 121894 w 512723"/>
                <a:gd name="connsiteY30" fmla="*/ 1207767 h 1209704"/>
                <a:gd name="connsiteX31" fmla="*/ 181173 w 512723"/>
                <a:gd name="connsiteY31" fmla="*/ 1208879 h 1209704"/>
                <a:gd name="connsiteX32" fmla="*/ 228305 w 512723"/>
                <a:gd name="connsiteY32" fmla="*/ 1202292 h 1209704"/>
                <a:gd name="connsiteX33" fmla="*/ 216757 w 512723"/>
                <a:gd name="connsiteY33" fmla="*/ 1149600 h 1209704"/>
                <a:gd name="connsiteX34" fmla="*/ 228305 w 512723"/>
                <a:gd name="connsiteY34" fmla="*/ 1141901 h 1209704"/>
                <a:gd name="connsiteX35" fmla="*/ 241136 w 512723"/>
                <a:gd name="connsiteY35" fmla="*/ 1060980 h 1209704"/>
                <a:gd name="connsiteX36" fmla="*/ 309568 w 512723"/>
                <a:gd name="connsiteY36" fmla="*/ 1043103 h 1209704"/>
                <a:gd name="connsiteX37" fmla="*/ 317266 w 512723"/>
                <a:gd name="connsiteY37" fmla="*/ 1061751 h 1209704"/>
                <a:gd name="connsiteX38" fmla="*/ 320602 w 512723"/>
                <a:gd name="connsiteY38" fmla="*/ 1084846 h 1209704"/>
                <a:gd name="connsiteX39" fmla="*/ 327189 w 512723"/>
                <a:gd name="connsiteY39" fmla="*/ 1107857 h 1209704"/>
                <a:gd name="connsiteX40" fmla="*/ 337111 w 512723"/>
                <a:gd name="connsiteY40" fmla="*/ 1123254 h 1209704"/>
                <a:gd name="connsiteX41" fmla="*/ 338052 w 512723"/>
                <a:gd name="connsiteY41" fmla="*/ 1124280 h 1209704"/>
                <a:gd name="connsiteX42" fmla="*/ 341132 w 512723"/>
                <a:gd name="connsiteY42" fmla="*/ 1134202 h 1209704"/>
                <a:gd name="connsiteX43" fmla="*/ 350626 w 512723"/>
                <a:gd name="connsiteY43" fmla="*/ 1150626 h 1209704"/>
                <a:gd name="connsiteX44" fmla="*/ 351738 w 512723"/>
                <a:gd name="connsiteY44" fmla="*/ 1183559 h 1209704"/>
                <a:gd name="connsiteX45" fmla="*/ 367221 w 512723"/>
                <a:gd name="connsiteY45" fmla="*/ 1209135 h 1209704"/>
                <a:gd name="connsiteX46" fmla="*/ 418374 w 512723"/>
                <a:gd name="connsiteY46" fmla="*/ 1204430 h 1209704"/>
                <a:gd name="connsiteX47" fmla="*/ 422394 w 512723"/>
                <a:gd name="connsiteY47" fmla="*/ 1172952 h 1209704"/>
                <a:gd name="connsiteX48" fmla="*/ 408879 w 512723"/>
                <a:gd name="connsiteY48" fmla="*/ 1149856 h 1209704"/>
                <a:gd name="connsiteX49" fmla="*/ 404174 w 512723"/>
                <a:gd name="connsiteY49" fmla="*/ 1133005 h 1209704"/>
                <a:gd name="connsiteX50" fmla="*/ 395363 w 512723"/>
                <a:gd name="connsiteY50" fmla="*/ 1118378 h 1209704"/>
                <a:gd name="connsiteX51" fmla="*/ 395192 w 512723"/>
                <a:gd name="connsiteY51" fmla="*/ 1118206 h 1209704"/>
                <a:gd name="connsiteX52" fmla="*/ 402977 w 512723"/>
                <a:gd name="connsiteY52" fmla="*/ 1096822 h 1209704"/>
                <a:gd name="connsiteX53" fmla="*/ 408451 w 512723"/>
                <a:gd name="connsiteY53" fmla="*/ 1079286 h 1209704"/>
                <a:gd name="connsiteX54" fmla="*/ 406227 w 512723"/>
                <a:gd name="connsiteY54" fmla="*/ 1055164 h 1209704"/>
                <a:gd name="connsiteX55" fmla="*/ 412899 w 512723"/>
                <a:gd name="connsiteY55" fmla="*/ 1037628 h 1209704"/>
                <a:gd name="connsiteX56" fmla="*/ 444806 w 512723"/>
                <a:gd name="connsiteY56" fmla="*/ 1033608 h 1209704"/>
                <a:gd name="connsiteX57" fmla="*/ 451905 w 512723"/>
                <a:gd name="connsiteY57" fmla="*/ 1032667 h 1209704"/>
                <a:gd name="connsiteX58" fmla="*/ 476540 w 512723"/>
                <a:gd name="connsiteY58" fmla="*/ 1026680 h 1209704"/>
                <a:gd name="connsiteX59" fmla="*/ 512724 w 512723"/>
                <a:gd name="connsiteY59" fmla="*/ 1002557 h 1209704"/>
                <a:gd name="connsiteX60" fmla="*/ 466618 w 512723"/>
                <a:gd name="connsiteY60" fmla="*/ 905983 h 1209704"/>
                <a:gd name="connsiteX61" fmla="*/ 462170 w 512723"/>
                <a:gd name="connsiteY61" fmla="*/ 822582 h 1209704"/>
                <a:gd name="connsiteX62" fmla="*/ 442410 w 512723"/>
                <a:gd name="connsiteY62" fmla="*/ 711723 h 1209704"/>
                <a:gd name="connsiteX63" fmla="*/ 453445 w 512723"/>
                <a:gd name="connsiteY63" fmla="*/ 552619 h 1209704"/>
                <a:gd name="connsiteX64" fmla="*/ 437021 w 512723"/>
                <a:gd name="connsiteY64" fmla="*/ 414302 h 1209704"/>
                <a:gd name="connsiteX65" fmla="*/ 440357 w 512723"/>
                <a:gd name="connsiteY65" fmla="*/ 404465 h 1209704"/>
                <a:gd name="connsiteX66" fmla="*/ 466704 w 512723"/>
                <a:gd name="connsiteY66" fmla="*/ 386929 h 1209704"/>
                <a:gd name="connsiteX67" fmla="*/ 422822 w 512723"/>
                <a:gd name="connsiteY67" fmla="*/ 175133 h 1209704"/>
                <a:gd name="connsiteX68" fmla="*/ 297677 w 512723"/>
                <a:gd name="connsiteY68" fmla="*/ 32453 h 1209704"/>
                <a:gd name="connsiteX69" fmla="*/ 291946 w 512723"/>
                <a:gd name="connsiteY69" fmla="*/ 23557 h 1209704"/>
                <a:gd name="connsiteX70" fmla="*/ 292117 w 512723"/>
                <a:gd name="connsiteY70" fmla="*/ 23557 h 1209704"/>
                <a:gd name="connsiteX71" fmla="*/ 288353 w 512723"/>
                <a:gd name="connsiteY71" fmla="*/ 17142 h 1209704"/>
                <a:gd name="connsiteX72" fmla="*/ 276891 w 512723"/>
                <a:gd name="connsiteY72" fmla="*/ 9871 h 1209704"/>
                <a:gd name="connsiteX73" fmla="*/ 219665 w 512723"/>
                <a:gd name="connsiteY73" fmla="*/ 2857 h 1209704"/>
                <a:gd name="connsiteX74" fmla="*/ 178008 w 512723"/>
                <a:gd name="connsiteY74" fmla="*/ 33052 h 1209704"/>
                <a:gd name="connsiteX75" fmla="*/ 173901 w 512723"/>
                <a:gd name="connsiteY75" fmla="*/ 52127 h 1209704"/>
                <a:gd name="connsiteX76" fmla="*/ 172533 w 512723"/>
                <a:gd name="connsiteY76" fmla="*/ 55549 h 1209704"/>
                <a:gd name="connsiteX77" fmla="*/ 123177 w 512723"/>
                <a:gd name="connsiteY77" fmla="*/ 175219 h 1209704"/>
                <a:gd name="connsiteX78" fmla="*/ 86994 w 512723"/>
                <a:gd name="connsiteY78" fmla="*/ 265207 h 1209704"/>
                <a:gd name="connsiteX79" fmla="*/ 69458 w 512723"/>
                <a:gd name="connsiteY79" fmla="*/ 351944 h 1209704"/>
                <a:gd name="connsiteX80" fmla="*/ 49698 w 512723"/>
                <a:gd name="connsiteY80" fmla="*/ 412335 h 1209704"/>
                <a:gd name="connsiteX81" fmla="*/ 26603 w 512723"/>
                <a:gd name="connsiteY81" fmla="*/ 451854 h 1209704"/>
                <a:gd name="connsiteX82" fmla="*/ 39776 w 512723"/>
                <a:gd name="connsiteY82" fmla="*/ 460664 h 1209704"/>
                <a:gd name="connsiteX83" fmla="*/ 10179 w 512723"/>
                <a:gd name="connsiteY83" fmla="*/ 583584 h 1209704"/>
                <a:gd name="connsiteX84" fmla="*/ 256 w 512723"/>
                <a:gd name="connsiteY84" fmla="*/ 642863 h 1209704"/>
                <a:gd name="connsiteX85" fmla="*/ 256 w 512723"/>
                <a:gd name="connsiteY85" fmla="*/ 642863 h 1209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512723" h="1209704">
                  <a:moveTo>
                    <a:pt x="0" y="642521"/>
                  </a:moveTo>
                  <a:lnTo>
                    <a:pt x="513" y="644745"/>
                  </a:lnTo>
                  <a:cubicBezTo>
                    <a:pt x="513" y="644745"/>
                    <a:pt x="3934" y="646029"/>
                    <a:pt x="9409" y="647739"/>
                  </a:cubicBezTo>
                  <a:lnTo>
                    <a:pt x="12318" y="648766"/>
                  </a:lnTo>
                  <a:cubicBezTo>
                    <a:pt x="11462" y="656806"/>
                    <a:pt x="10521" y="669381"/>
                    <a:pt x="12403" y="673315"/>
                  </a:cubicBezTo>
                  <a:cubicBezTo>
                    <a:pt x="15311" y="679132"/>
                    <a:pt x="16081" y="685035"/>
                    <a:pt x="21214" y="684265"/>
                  </a:cubicBezTo>
                  <a:cubicBezTo>
                    <a:pt x="26346" y="683580"/>
                    <a:pt x="26346" y="679132"/>
                    <a:pt x="29254" y="679132"/>
                  </a:cubicBezTo>
                  <a:cubicBezTo>
                    <a:pt x="32162" y="679132"/>
                    <a:pt x="35841" y="682811"/>
                    <a:pt x="40203" y="682811"/>
                  </a:cubicBezTo>
                  <a:cubicBezTo>
                    <a:pt x="44566" y="682811"/>
                    <a:pt x="45336" y="678448"/>
                    <a:pt x="48244" y="678448"/>
                  </a:cubicBezTo>
                  <a:cubicBezTo>
                    <a:pt x="51152" y="678448"/>
                    <a:pt x="51923" y="682126"/>
                    <a:pt x="57055" y="682126"/>
                  </a:cubicBezTo>
                  <a:cubicBezTo>
                    <a:pt x="62187" y="682126"/>
                    <a:pt x="62871" y="682126"/>
                    <a:pt x="62187" y="678448"/>
                  </a:cubicBezTo>
                  <a:cubicBezTo>
                    <a:pt x="61417" y="674770"/>
                    <a:pt x="52692" y="672631"/>
                    <a:pt x="57055" y="658688"/>
                  </a:cubicBezTo>
                  <a:lnTo>
                    <a:pt x="57568" y="656721"/>
                  </a:lnTo>
                  <a:cubicBezTo>
                    <a:pt x="62700" y="656636"/>
                    <a:pt x="67490" y="655951"/>
                    <a:pt x="71340" y="654668"/>
                  </a:cubicBezTo>
                  <a:cubicBezTo>
                    <a:pt x="71340" y="654668"/>
                    <a:pt x="81263" y="627210"/>
                    <a:pt x="83401" y="619511"/>
                  </a:cubicBezTo>
                  <a:cubicBezTo>
                    <a:pt x="85625" y="611813"/>
                    <a:pt x="87763" y="634908"/>
                    <a:pt x="91099" y="649108"/>
                  </a:cubicBezTo>
                  <a:cubicBezTo>
                    <a:pt x="94435" y="663393"/>
                    <a:pt x="87849" y="713861"/>
                    <a:pt x="91099" y="727034"/>
                  </a:cubicBezTo>
                  <a:cubicBezTo>
                    <a:pt x="94435" y="740207"/>
                    <a:pt x="99910" y="801710"/>
                    <a:pt x="106496" y="825832"/>
                  </a:cubicBezTo>
                  <a:cubicBezTo>
                    <a:pt x="113083" y="849955"/>
                    <a:pt x="111971" y="859877"/>
                    <a:pt x="111971" y="875189"/>
                  </a:cubicBezTo>
                  <a:cubicBezTo>
                    <a:pt x="111971" y="890500"/>
                    <a:pt x="111971" y="922407"/>
                    <a:pt x="115221" y="949779"/>
                  </a:cubicBezTo>
                  <a:cubicBezTo>
                    <a:pt x="118558" y="977237"/>
                    <a:pt x="118558" y="1010170"/>
                    <a:pt x="121808" y="1029930"/>
                  </a:cubicBezTo>
                  <a:cubicBezTo>
                    <a:pt x="125059" y="1049689"/>
                    <a:pt x="128394" y="1057388"/>
                    <a:pt x="136093" y="1061751"/>
                  </a:cubicBezTo>
                  <a:cubicBezTo>
                    <a:pt x="143792" y="1066199"/>
                    <a:pt x="144904" y="1073811"/>
                    <a:pt x="143792" y="1082622"/>
                  </a:cubicBezTo>
                  <a:cubicBezTo>
                    <a:pt x="142680" y="1091433"/>
                    <a:pt x="139429" y="1096907"/>
                    <a:pt x="137205" y="1102382"/>
                  </a:cubicBezTo>
                  <a:cubicBezTo>
                    <a:pt x="134981" y="1107857"/>
                    <a:pt x="127283" y="1116667"/>
                    <a:pt x="124032" y="1120003"/>
                  </a:cubicBezTo>
                  <a:cubicBezTo>
                    <a:pt x="120782" y="1123254"/>
                    <a:pt x="122920" y="1140533"/>
                    <a:pt x="135751" y="1146178"/>
                  </a:cubicBezTo>
                  <a:cubicBezTo>
                    <a:pt x="130362" y="1152080"/>
                    <a:pt x="124117" y="1160035"/>
                    <a:pt x="122920" y="1166109"/>
                  </a:cubicBezTo>
                  <a:cubicBezTo>
                    <a:pt x="122920" y="1166109"/>
                    <a:pt x="113083" y="1179282"/>
                    <a:pt x="98798" y="1178170"/>
                  </a:cubicBezTo>
                  <a:cubicBezTo>
                    <a:pt x="84513" y="1177058"/>
                    <a:pt x="77926" y="1171583"/>
                    <a:pt x="69201" y="1178170"/>
                  </a:cubicBezTo>
                  <a:cubicBezTo>
                    <a:pt x="60391" y="1184756"/>
                    <a:pt x="58252" y="1190231"/>
                    <a:pt x="65951" y="1195705"/>
                  </a:cubicBezTo>
                  <a:cubicBezTo>
                    <a:pt x="73649" y="1201180"/>
                    <a:pt x="86822" y="1209991"/>
                    <a:pt x="121894" y="1207767"/>
                  </a:cubicBezTo>
                  <a:cubicBezTo>
                    <a:pt x="157050" y="1205542"/>
                    <a:pt x="173474" y="1206655"/>
                    <a:pt x="181173" y="1208879"/>
                  </a:cubicBezTo>
                  <a:cubicBezTo>
                    <a:pt x="188871" y="1211103"/>
                    <a:pt x="224028" y="1204516"/>
                    <a:pt x="228305" y="1202292"/>
                  </a:cubicBezTo>
                  <a:cubicBezTo>
                    <a:pt x="232239" y="1200410"/>
                    <a:pt x="221633" y="1161661"/>
                    <a:pt x="216757" y="1149600"/>
                  </a:cubicBezTo>
                  <a:cubicBezTo>
                    <a:pt x="221633" y="1147803"/>
                    <a:pt x="225824" y="1145323"/>
                    <a:pt x="228305" y="1141901"/>
                  </a:cubicBezTo>
                  <a:lnTo>
                    <a:pt x="241136" y="1060980"/>
                  </a:lnTo>
                  <a:lnTo>
                    <a:pt x="309568" y="1043103"/>
                  </a:lnTo>
                  <a:cubicBezTo>
                    <a:pt x="309568" y="1043103"/>
                    <a:pt x="315127" y="1054052"/>
                    <a:pt x="317266" y="1061751"/>
                  </a:cubicBezTo>
                  <a:cubicBezTo>
                    <a:pt x="319490" y="1069449"/>
                    <a:pt x="319490" y="1072699"/>
                    <a:pt x="320602" y="1084846"/>
                  </a:cubicBezTo>
                  <a:cubicBezTo>
                    <a:pt x="321714" y="1096907"/>
                    <a:pt x="319490" y="1100243"/>
                    <a:pt x="327189" y="1107857"/>
                  </a:cubicBezTo>
                  <a:cubicBezTo>
                    <a:pt x="334887" y="1115555"/>
                    <a:pt x="334887" y="1117779"/>
                    <a:pt x="337111" y="1123254"/>
                  </a:cubicBezTo>
                  <a:lnTo>
                    <a:pt x="338052" y="1124280"/>
                  </a:lnTo>
                  <a:cubicBezTo>
                    <a:pt x="338565" y="1127787"/>
                    <a:pt x="339592" y="1131807"/>
                    <a:pt x="341132" y="1134202"/>
                  </a:cubicBezTo>
                  <a:cubicBezTo>
                    <a:pt x="344724" y="1140019"/>
                    <a:pt x="349942" y="1144040"/>
                    <a:pt x="350626" y="1150626"/>
                  </a:cubicBezTo>
                  <a:cubicBezTo>
                    <a:pt x="351482" y="1157212"/>
                    <a:pt x="350370" y="1167477"/>
                    <a:pt x="351738" y="1183559"/>
                  </a:cubicBezTo>
                  <a:cubicBezTo>
                    <a:pt x="353278" y="1199640"/>
                    <a:pt x="353963" y="1208451"/>
                    <a:pt x="367221" y="1209135"/>
                  </a:cubicBezTo>
                  <a:cubicBezTo>
                    <a:pt x="380308" y="1209905"/>
                    <a:pt x="411787" y="1210932"/>
                    <a:pt x="418374" y="1204430"/>
                  </a:cubicBezTo>
                  <a:cubicBezTo>
                    <a:pt x="424960" y="1197844"/>
                    <a:pt x="426414" y="1186895"/>
                    <a:pt x="422394" y="1172952"/>
                  </a:cubicBezTo>
                  <a:cubicBezTo>
                    <a:pt x="418374" y="1159009"/>
                    <a:pt x="412899" y="1156870"/>
                    <a:pt x="408879" y="1149856"/>
                  </a:cubicBezTo>
                  <a:cubicBezTo>
                    <a:pt x="404858" y="1142928"/>
                    <a:pt x="407339" y="1139249"/>
                    <a:pt x="404174" y="1133005"/>
                  </a:cubicBezTo>
                  <a:cubicBezTo>
                    <a:pt x="400838" y="1126760"/>
                    <a:pt x="395705" y="1119832"/>
                    <a:pt x="395363" y="1118378"/>
                  </a:cubicBezTo>
                  <a:lnTo>
                    <a:pt x="395192" y="1118206"/>
                  </a:lnTo>
                  <a:cubicBezTo>
                    <a:pt x="397416" y="1111705"/>
                    <a:pt x="400924" y="1101783"/>
                    <a:pt x="402977" y="1096822"/>
                  </a:cubicBezTo>
                  <a:cubicBezTo>
                    <a:pt x="406227" y="1089123"/>
                    <a:pt x="409563" y="1092459"/>
                    <a:pt x="408451" y="1079286"/>
                  </a:cubicBezTo>
                  <a:cubicBezTo>
                    <a:pt x="407339" y="1066113"/>
                    <a:pt x="399640" y="1063889"/>
                    <a:pt x="406227" y="1055164"/>
                  </a:cubicBezTo>
                  <a:cubicBezTo>
                    <a:pt x="412899" y="1046354"/>
                    <a:pt x="411787" y="1040879"/>
                    <a:pt x="412899" y="1037628"/>
                  </a:cubicBezTo>
                  <a:cubicBezTo>
                    <a:pt x="413583" y="1035575"/>
                    <a:pt x="427698" y="1035661"/>
                    <a:pt x="444806" y="1033608"/>
                  </a:cubicBezTo>
                  <a:cubicBezTo>
                    <a:pt x="447029" y="1033523"/>
                    <a:pt x="449424" y="1033266"/>
                    <a:pt x="451905" y="1032667"/>
                  </a:cubicBezTo>
                  <a:cubicBezTo>
                    <a:pt x="460117" y="1031384"/>
                    <a:pt x="468585" y="1029588"/>
                    <a:pt x="476540" y="1026680"/>
                  </a:cubicBezTo>
                  <a:cubicBezTo>
                    <a:pt x="503999" y="1016842"/>
                    <a:pt x="512724" y="1002557"/>
                    <a:pt x="512724" y="1002557"/>
                  </a:cubicBezTo>
                  <a:cubicBezTo>
                    <a:pt x="512724" y="1002557"/>
                    <a:pt x="470895" y="924630"/>
                    <a:pt x="466618" y="905983"/>
                  </a:cubicBezTo>
                  <a:cubicBezTo>
                    <a:pt x="462170" y="887335"/>
                    <a:pt x="466618" y="866464"/>
                    <a:pt x="462170" y="822582"/>
                  </a:cubicBezTo>
                  <a:cubicBezTo>
                    <a:pt x="457893" y="778700"/>
                    <a:pt x="444634" y="720533"/>
                    <a:pt x="442410" y="711723"/>
                  </a:cubicBezTo>
                  <a:cubicBezTo>
                    <a:pt x="440357" y="702998"/>
                    <a:pt x="454557" y="583328"/>
                    <a:pt x="453445" y="552619"/>
                  </a:cubicBezTo>
                  <a:cubicBezTo>
                    <a:pt x="452333" y="521911"/>
                    <a:pt x="437021" y="428587"/>
                    <a:pt x="437021" y="414302"/>
                  </a:cubicBezTo>
                  <a:cubicBezTo>
                    <a:pt x="437021" y="414302"/>
                    <a:pt x="430435" y="407715"/>
                    <a:pt x="440357" y="404465"/>
                  </a:cubicBezTo>
                  <a:cubicBezTo>
                    <a:pt x="450280" y="401129"/>
                    <a:pt x="462255" y="393516"/>
                    <a:pt x="466704" y="386929"/>
                  </a:cubicBezTo>
                  <a:cubicBezTo>
                    <a:pt x="471066" y="380342"/>
                    <a:pt x="471066" y="255199"/>
                    <a:pt x="422822" y="175133"/>
                  </a:cubicBezTo>
                  <a:cubicBezTo>
                    <a:pt x="374492" y="94983"/>
                    <a:pt x="317351" y="53325"/>
                    <a:pt x="297677" y="32453"/>
                  </a:cubicBezTo>
                  <a:cubicBezTo>
                    <a:pt x="297677" y="32453"/>
                    <a:pt x="295881" y="28604"/>
                    <a:pt x="291946" y="23557"/>
                  </a:cubicBezTo>
                  <a:lnTo>
                    <a:pt x="292117" y="23557"/>
                  </a:lnTo>
                  <a:cubicBezTo>
                    <a:pt x="292117" y="20991"/>
                    <a:pt x="288353" y="17142"/>
                    <a:pt x="288353" y="17142"/>
                  </a:cubicBezTo>
                  <a:cubicBezTo>
                    <a:pt x="285531" y="14319"/>
                    <a:pt x="281682" y="11924"/>
                    <a:pt x="276891" y="9871"/>
                  </a:cubicBezTo>
                  <a:cubicBezTo>
                    <a:pt x="264488" y="1916"/>
                    <a:pt x="246097" y="-3644"/>
                    <a:pt x="219665" y="2857"/>
                  </a:cubicBezTo>
                  <a:cubicBezTo>
                    <a:pt x="201018" y="6107"/>
                    <a:pt x="185706" y="24840"/>
                    <a:pt x="178008" y="33052"/>
                  </a:cubicBezTo>
                  <a:cubicBezTo>
                    <a:pt x="172789" y="38612"/>
                    <a:pt x="173132" y="47166"/>
                    <a:pt x="173901" y="52127"/>
                  </a:cubicBezTo>
                  <a:lnTo>
                    <a:pt x="172533" y="55549"/>
                  </a:lnTo>
                  <a:cubicBezTo>
                    <a:pt x="162610" y="80783"/>
                    <a:pt x="131902" y="154347"/>
                    <a:pt x="123177" y="175219"/>
                  </a:cubicBezTo>
                  <a:cubicBezTo>
                    <a:pt x="114366" y="196090"/>
                    <a:pt x="91356" y="241084"/>
                    <a:pt x="86994" y="265207"/>
                  </a:cubicBezTo>
                  <a:cubicBezTo>
                    <a:pt x="82631" y="289329"/>
                    <a:pt x="74932" y="333211"/>
                    <a:pt x="69458" y="351944"/>
                  </a:cubicBezTo>
                  <a:cubicBezTo>
                    <a:pt x="63983" y="370591"/>
                    <a:pt x="58509" y="393687"/>
                    <a:pt x="49698" y="412335"/>
                  </a:cubicBezTo>
                  <a:cubicBezTo>
                    <a:pt x="40888" y="430982"/>
                    <a:pt x="25576" y="445267"/>
                    <a:pt x="26603" y="451854"/>
                  </a:cubicBezTo>
                  <a:cubicBezTo>
                    <a:pt x="27715" y="458440"/>
                    <a:pt x="39776" y="460664"/>
                    <a:pt x="39776" y="460664"/>
                  </a:cubicBezTo>
                  <a:cubicBezTo>
                    <a:pt x="39776" y="460664"/>
                    <a:pt x="15653" y="556127"/>
                    <a:pt x="10179" y="583584"/>
                  </a:cubicBezTo>
                  <a:cubicBezTo>
                    <a:pt x="4705" y="611043"/>
                    <a:pt x="-770" y="638416"/>
                    <a:pt x="256" y="642863"/>
                  </a:cubicBezTo>
                  <a:lnTo>
                    <a:pt x="256" y="642863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823629D-1C14-3514-9E72-62961CBE6BBD}"/>
                </a:ext>
              </a:extLst>
            </p:cNvPr>
            <p:cNvSpPr/>
            <p:nvPr/>
          </p:nvSpPr>
          <p:spPr>
            <a:xfrm>
              <a:off x="-232178" y="5635241"/>
              <a:ext cx="578457" cy="1255616"/>
            </a:xfrm>
            <a:custGeom>
              <a:avLst/>
              <a:gdLst>
                <a:gd name="connsiteX0" fmla="*/ 469223 w 578457"/>
                <a:gd name="connsiteY0" fmla="*/ 698648 h 1255616"/>
                <a:gd name="connsiteX1" fmla="*/ 486930 w 578457"/>
                <a:gd name="connsiteY1" fmla="*/ 693515 h 1255616"/>
                <a:gd name="connsiteX2" fmla="*/ 488042 w 578457"/>
                <a:gd name="connsiteY2" fmla="*/ 703267 h 1255616"/>
                <a:gd name="connsiteX3" fmla="*/ 467854 w 578457"/>
                <a:gd name="connsiteY3" fmla="*/ 709511 h 1255616"/>
                <a:gd name="connsiteX4" fmla="*/ 469223 w 578457"/>
                <a:gd name="connsiteY4" fmla="*/ 698648 h 1255616"/>
                <a:gd name="connsiteX5" fmla="*/ 469223 w 578457"/>
                <a:gd name="connsiteY5" fmla="*/ 698648 h 1255616"/>
                <a:gd name="connsiteX6" fmla="*/ 34853 w 578457"/>
                <a:gd name="connsiteY6" fmla="*/ 470685 h 1255616"/>
                <a:gd name="connsiteX7" fmla="*/ 27155 w 578457"/>
                <a:gd name="connsiteY7" fmla="*/ 469572 h 1255616"/>
                <a:gd name="connsiteX8" fmla="*/ 23220 w 578457"/>
                <a:gd name="connsiteY8" fmla="*/ 475047 h 1255616"/>
                <a:gd name="connsiteX9" fmla="*/ 3973 w 578457"/>
                <a:gd name="connsiteY9" fmla="*/ 473422 h 1255616"/>
                <a:gd name="connsiteX10" fmla="*/ 5085 w 578457"/>
                <a:gd name="connsiteY10" fmla="*/ 482745 h 1255616"/>
                <a:gd name="connsiteX11" fmla="*/ 23733 w 578457"/>
                <a:gd name="connsiteY11" fmla="*/ 487707 h 1255616"/>
                <a:gd name="connsiteX12" fmla="*/ 36393 w 578457"/>
                <a:gd name="connsiteY12" fmla="*/ 497544 h 1255616"/>
                <a:gd name="connsiteX13" fmla="*/ 59916 w 578457"/>
                <a:gd name="connsiteY13" fmla="*/ 496432 h 1255616"/>
                <a:gd name="connsiteX14" fmla="*/ 73431 w 578457"/>
                <a:gd name="connsiteY14" fmla="*/ 503617 h 1255616"/>
                <a:gd name="connsiteX15" fmla="*/ 74800 w 578457"/>
                <a:gd name="connsiteY15" fmla="*/ 517218 h 1255616"/>
                <a:gd name="connsiteX16" fmla="*/ 84381 w 578457"/>
                <a:gd name="connsiteY16" fmla="*/ 531247 h 1255616"/>
                <a:gd name="connsiteX17" fmla="*/ 85920 w 578457"/>
                <a:gd name="connsiteY17" fmla="*/ 532615 h 1255616"/>
                <a:gd name="connsiteX18" fmla="*/ 86776 w 578457"/>
                <a:gd name="connsiteY18" fmla="*/ 532615 h 1255616"/>
                <a:gd name="connsiteX19" fmla="*/ 93362 w 578457"/>
                <a:gd name="connsiteY19" fmla="*/ 535352 h 1255616"/>
                <a:gd name="connsiteX20" fmla="*/ 147252 w 578457"/>
                <a:gd name="connsiteY20" fmla="*/ 548525 h 1255616"/>
                <a:gd name="connsiteX21" fmla="*/ 183863 w 578457"/>
                <a:gd name="connsiteY21" fmla="*/ 547413 h 1255616"/>
                <a:gd name="connsiteX22" fmla="*/ 181810 w 578457"/>
                <a:gd name="connsiteY22" fmla="*/ 554000 h 1255616"/>
                <a:gd name="connsiteX23" fmla="*/ 170262 w 578457"/>
                <a:gd name="connsiteY23" fmla="*/ 591894 h 1255616"/>
                <a:gd name="connsiteX24" fmla="*/ 160340 w 578457"/>
                <a:gd name="connsiteY24" fmla="*/ 634749 h 1255616"/>
                <a:gd name="connsiteX25" fmla="*/ 154780 w 578457"/>
                <a:gd name="connsiteY25" fmla="*/ 666142 h 1255616"/>
                <a:gd name="connsiteX26" fmla="*/ 153240 w 578457"/>
                <a:gd name="connsiteY26" fmla="*/ 675381 h 1255616"/>
                <a:gd name="connsiteX27" fmla="*/ 150845 w 578457"/>
                <a:gd name="connsiteY27" fmla="*/ 704550 h 1255616"/>
                <a:gd name="connsiteX28" fmla="*/ 149305 w 578457"/>
                <a:gd name="connsiteY28" fmla="*/ 720888 h 1255616"/>
                <a:gd name="connsiteX29" fmla="*/ 147252 w 578457"/>
                <a:gd name="connsiteY29" fmla="*/ 809849 h 1255616"/>
                <a:gd name="connsiteX30" fmla="*/ 143317 w 578457"/>
                <a:gd name="connsiteY30" fmla="*/ 872378 h 1255616"/>
                <a:gd name="connsiteX31" fmla="*/ 131171 w 578457"/>
                <a:gd name="connsiteY31" fmla="*/ 939355 h 1255616"/>
                <a:gd name="connsiteX32" fmla="*/ 165130 w 578457"/>
                <a:gd name="connsiteY32" fmla="*/ 955266 h 1255616"/>
                <a:gd name="connsiteX33" fmla="*/ 166242 w 578457"/>
                <a:gd name="connsiteY33" fmla="*/ 973914 h 1255616"/>
                <a:gd name="connsiteX34" fmla="*/ 158543 w 578457"/>
                <a:gd name="connsiteY34" fmla="*/ 1006846 h 1255616"/>
                <a:gd name="connsiteX35" fmla="*/ 165643 w 578457"/>
                <a:gd name="connsiteY35" fmla="*/ 1029856 h 1255616"/>
                <a:gd name="connsiteX36" fmla="*/ 179415 w 578457"/>
                <a:gd name="connsiteY36" fmla="*/ 1043029 h 1255616"/>
                <a:gd name="connsiteX37" fmla="*/ 194213 w 578457"/>
                <a:gd name="connsiteY37" fmla="*/ 1050215 h 1255616"/>
                <a:gd name="connsiteX38" fmla="*/ 206360 w 578457"/>
                <a:gd name="connsiteY38" fmla="*/ 1054064 h 1255616"/>
                <a:gd name="connsiteX39" fmla="*/ 211834 w 578457"/>
                <a:gd name="connsiteY39" fmla="*/ 1065612 h 1255616"/>
                <a:gd name="connsiteX40" fmla="*/ 222270 w 578457"/>
                <a:gd name="connsiteY40" fmla="*/ 1086997 h 1255616"/>
                <a:gd name="connsiteX41" fmla="*/ 229370 w 578457"/>
                <a:gd name="connsiteY41" fmla="*/ 1099058 h 1255616"/>
                <a:gd name="connsiteX42" fmla="*/ 243142 w 578457"/>
                <a:gd name="connsiteY42" fmla="*/ 1110606 h 1255616"/>
                <a:gd name="connsiteX43" fmla="*/ 264014 w 578457"/>
                <a:gd name="connsiteY43" fmla="*/ 1134215 h 1255616"/>
                <a:gd name="connsiteX44" fmla="*/ 275048 w 578457"/>
                <a:gd name="connsiteY44" fmla="*/ 1139090 h 1255616"/>
                <a:gd name="connsiteX45" fmla="*/ 267778 w 578457"/>
                <a:gd name="connsiteY45" fmla="*/ 1162186 h 1255616"/>
                <a:gd name="connsiteX46" fmla="*/ 253578 w 578457"/>
                <a:gd name="connsiteY46" fmla="*/ 1189388 h 1255616"/>
                <a:gd name="connsiteX47" fmla="*/ 237582 w 578457"/>
                <a:gd name="connsiteY47" fmla="*/ 1215477 h 1255616"/>
                <a:gd name="connsiteX48" fmla="*/ 236641 w 578457"/>
                <a:gd name="connsiteY48" fmla="*/ 1224716 h 1255616"/>
                <a:gd name="connsiteX49" fmla="*/ 260763 w 578457"/>
                <a:gd name="connsiteY49" fmla="*/ 1231644 h 1255616"/>
                <a:gd name="connsiteX50" fmla="*/ 281122 w 578457"/>
                <a:gd name="connsiteY50" fmla="*/ 1227025 h 1255616"/>
                <a:gd name="connsiteX51" fmla="*/ 283773 w 578457"/>
                <a:gd name="connsiteY51" fmla="*/ 1243791 h 1255616"/>
                <a:gd name="connsiteX52" fmla="*/ 282234 w 578457"/>
                <a:gd name="connsiteY52" fmla="*/ 1253029 h 1255616"/>
                <a:gd name="connsiteX53" fmla="*/ 388132 w 578457"/>
                <a:gd name="connsiteY53" fmla="*/ 1254740 h 1255616"/>
                <a:gd name="connsiteX54" fmla="*/ 398054 w 578457"/>
                <a:gd name="connsiteY54" fmla="*/ 1254740 h 1255616"/>
                <a:gd name="connsiteX55" fmla="*/ 398567 w 578457"/>
                <a:gd name="connsiteY55" fmla="*/ 1243705 h 1255616"/>
                <a:gd name="connsiteX56" fmla="*/ 398054 w 578457"/>
                <a:gd name="connsiteY56" fmla="*/ 1230960 h 1255616"/>
                <a:gd name="connsiteX57" fmla="*/ 396942 w 578457"/>
                <a:gd name="connsiteY57" fmla="*/ 1217017 h 1255616"/>
                <a:gd name="connsiteX58" fmla="*/ 396087 w 578457"/>
                <a:gd name="connsiteY58" fmla="*/ 1210003 h 1255616"/>
                <a:gd name="connsiteX59" fmla="*/ 396343 w 578457"/>
                <a:gd name="connsiteY59" fmla="*/ 1209746 h 1255616"/>
                <a:gd name="connsiteX60" fmla="*/ 406266 w 578457"/>
                <a:gd name="connsiteY60" fmla="*/ 1195461 h 1255616"/>
                <a:gd name="connsiteX61" fmla="*/ 411740 w 578457"/>
                <a:gd name="connsiteY61" fmla="*/ 1182801 h 1255616"/>
                <a:gd name="connsiteX62" fmla="*/ 416188 w 578457"/>
                <a:gd name="connsiteY62" fmla="*/ 1166378 h 1255616"/>
                <a:gd name="connsiteX63" fmla="*/ 424400 w 578457"/>
                <a:gd name="connsiteY63" fmla="*/ 1141657 h 1255616"/>
                <a:gd name="connsiteX64" fmla="*/ 425341 w 578457"/>
                <a:gd name="connsiteY64" fmla="*/ 1121384 h 1255616"/>
                <a:gd name="connsiteX65" fmla="*/ 453313 w 578457"/>
                <a:gd name="connsiteY65" fmla="*/ 1120272 h 1255616"/>
                <a:gd name="connsiteX66" fmla="*/ 461524 w 578457"/>
                <a:gd name="connsiteY66" fmla="*/ 1067579 h 1255616"/>
                <a:gd name="connsiteX67" fmla="*/ 457760 w 578457"/>
                <a:gd name="connsiteY67" fmla="*/ 1007188 h 1255616"/>
                <a:gd name="connsiteX68" fmla="*/ 454852 w 578457"/>
                <a:gd name="connsiteY68" fmla="*/ 954753 h 1255616"/>
                <a:gd name="connsiteX69" fmla="*/ 466999 w 578457"/>
                <a:gd name="connsiteY69" fmla="*/ 945343 h 1255616"/>
                <a:gd name="connsiteX70" fmla="*/ 576404 w 578457"/>
                <a:gd name="connsiteY70" fmla="*/ 910529 h 1255616"/>
                <a:gd name="connsiteX71" fmla="*/ 578457 w 578457"/>
                <a:gd name="connsiteY71" fmla="*/ 910529 h 1255616"/>
                <a:gd name="connsiteX72" fmla="*/ 563145 w 578457"/>
                <a:gd name="connsiteY72" fmla="*/ 701556 h 1255616"/>
                <a:gd name="connsiteX73" fmla="*/ 554078 w 578457"/>
                <a:gd name="connsiteY73" fmla="*/ 695996 h 1255616"/>
                <a:gd name="connsiteX74" fmla="*/ 532522 w 578457"/>
                <a:gd name="connsiteY74" fmla="*/ 697364 h 1255616"/>
                <a:gd name="connsiteX75" fmla="*/ 515842 w 578457"/>
                <a:gd name="connsiteY75" fmla="*/ 699503 h 1255616"/>
                <a:gd name="connsiteX76" fmla="*/ 503268 w 578457"/>
                <a:gd name="connsiteY76" fmla="*/ 698134 h 1255616"/>
                <a:gd name="connsiteX77" fmla="*/ 498392 w 578457"/>
                <a:gd name="connsiteY77" fmla="*/ 689324 h 1255616"/>
                <a:gd name="connsiteX78" fmla="*/ 503439 w 578457"/>
                <a:gd name="connsiteY78" fmla="*/ 687527 h 1255616"/>
                <a:gd name="connsiteX79" fmla="*/ 505663 w 578457"/>
                <a:gd name="connsiteY79" fmla="*/ 686757 h 1255616"/>
                <a:gd name="connsiteX80" fmla="*/ 509940 w 578457"/>
                <a:gd name="connsiteY80" fmla="*/ 680171 h 1255616"/>
                <a:gd name="connsiteX81" fmla="*/ 511651 w 578457"/>
                <a:gd name="connsiteY81" fmla="*/ 661010 h 1255616"/>
                <a:gd name="connsiteX82" fmla="*/ 525850 w 578457"/>
                <a:gd name="connsiteY82" fmla="*/ 583084 h 1255616"/>
                <a:gd name="connsiteX83" fmla="*/ 501728 w 578457"/>
                <a:gd name="connsiteY83" fmla="*/ 470086 h 1255616"/>
                <a:gd name="connsiteX84" fmla="*/ 498392 w 578457"/>
                <a:gd name="connsiteY84" fmla="*/ 374624 h 1255616"/>
                <a:gd name="connsiteX85" fmla="*/ 477606 w 578457"/>
                <a:gd name="connsiteY85" fmla="*/ 271976 h 1255616"/>
                <a:gd name="connsiteX86" fmla="*/ 474270 w 578457"/>
                <a:gd name="connsiteY86" fmla="*/ 259915 h 1255616"/>
                <a:gd name="connsiteX87" fmla="*/ 480257 w 578457"/>
                <a:gd name="connsiteY87" fmla="*/ 263251 h 1255616"/>
                <a:gd name="connsiteX88" fmla="*/ 479659 w 578457"/>
                <a:gd name="connsiteY88" fmla="*/ 253329 h 1255616"/>
                <a:gd name="connsiteX89" fmla="*/ 466571 w 578457"/>
                <a:gd name="connsiteY89" fmla="*/ 240669 h 1255616"/>
                <a:gd name="connsiteX90" fmla="*/ 442449 w 578457"/>
                <a:gd name="connsiteY90" fmla="*/ 209361 h 1255616"/>
                <a:gd name="connsiteX91" fmla="*/ 396343 w 578457"/>
                <a:gd name="connsiteY91" fmla="*/ 164881 h 1255616"/>
                <a:gd name="connsiteX92" fmla="*/ 346902 w 578457"/>
                <a:gd name="connsiteY92" fmla="*/ 97903 h 1255616"/>
                <a:gd name="connsiteX93" fmla="*/ 346388 w 578457"/>
                <a:gd name="connsiteY93" fmla="*/ 91317 h 1255616"/>
                <a:gd name="connsiteX94" fmla="*/ 349296 w 578457"/>
                <a:gd name="connsiteY94" fmla="*/ 94225 h 1255616"/>
                <a:gd name="connsiteX95" fmla="*/ 349126 w 578457"/>
                <a:gd name="connsiteY95" fmla="*/ 79683 h 1255616"/>
                <a:gd name="connsiteX96" fmla="*/ 348014 w 578457"/>
                <a:gd name="connsiteY96" fmla="*/ 72156 h 1255616"/>
                <a:gd name="connsiteX97" fmla="*/ 346303 w 578457"/>
                <a:gd name="connsiteY97" fmla="*/ 61720 h 1255616"/>
                <a:gd name="connsiteX98" fmla="*/ 339203 w 578457"/>
                <a:gd name="connsiteY98" fmla="*/ 49060 h 1255616"/>
                <a:gd name="connsiteX99" fmla="*/ 276673 w 578457"/>
                <a:gd name="connsiteY99" fmla="*/ 217 h 1255616"/>
                <a:gd name="connsiteX100" fmla="*/ 233732 w 578457"/>
                <a:gd name="connsiteY100" fmla="*/ 18180 h 1255616"/>
                <a:gd name="connsiteX101" fmla="*/ 222698 w 578457"/>
                <a:gd name="connsiteY101" fmla="*/ 17411 h 1255616"/>
                <a:gd name="connsiteX102" fmla="*/ 204735 w 578457"/>
                <a:gd name="connsiteY102" fmla="*/ 29215 h 1255616"/>
                <a:gd name="connsiteX103" fmla="*/ 202511 w 578457"/>
                <a:gd name="connsiteY103" fmla="*/ 30926 h 1255616"/>
                <a:gd name="connsiteX104" fmla="*/ 196694 w 578457"/>
                <a:gd name="connsiteY104" fmla="*/ 32294 h 1255616"/>
                <a:gd name="connsiteX105" fmla="*/ 193187 w 578457"/>
                <a:gd name="connsiteY105" fmla="*/ 33065 h 1255616"/>
                <a:gd name="connsiteX106" fmla="*/ 179501 w 578457"/>
                <a:gd name="connsiteY106" fmla="*/ 49488 h 1255616"/>
                <a:gd name="connsiteX107" fmla="*/ 171802 w 578457"/>
                <a:gd name="connsiteY107" fmla="*/ 53337 h 1255616"/>
                <a:gd name="connsiteX108" fmla="*/ 181297 w 578457"/>
                <a:gd name="connsiteY108" fmla="*/ 59667 h 1255616"/>
                <a:gd name="connsiteX109" fmla="*/ 186771 w 578457"/>
                <a:gd name="connsiteY109" fmla="*/ 61121 h 1255616"/>
                <a:gd name="connsiteX110" fmla="*/ 199688 w 578457"/>
                <a:gd name="connsiteY110" fmla="*/ 70445 h 1255616"/>
                <a:gd name="connsiteX111" fmla="*/ 199859 w 578457"/>
                <a:gd name="connsiteY111" fmla="*/ 70702 h 1255616"/>
                <a:gd name="connsiteX112" fmla="*/ 195582 w 578457"/>
                <a:gd name="connsiteY112" fmla="*/ 78742 h 1255616"/>
                <a:gd name="connsiteX113" fmla="*/ 196437 w 578457"/>
                <a:gd name="connsiteY113" fmla="*/ 95594 h 1255616"/>
                <a:gd name="connsiteX114" fmla="*/ 187627 w 578457"/>
                <a:gd name="connsiteY114" fmla="*/ 114583 h 1255616"/>
                <a:gd name="connsiteX115" fmla="*/ 194898 w 578457"/>
                <a:gd name="connsiteY115" fmla="*/ 120400 h 1255616"/>
                <a:gd name="connsiteX116" fmla="*/ 204392 w 578457"/>
                <a:gd name="connsiteY116" fmla="*/ 126987 h 1255616"/>
                <a:gd name="connsiteX117" fmla="*/ 205932 w 578457"/>
                <a:gd name="connsiteY117" fmla="*/ 136482 h 1255616"/>
                <a:gd name="connsiteX118" fmla="*/ 209183 w 578457"/>
                <a:gd name="connsiteY118" fmla="*/ 139989 h 1255616"/>
                <a:gd name="connsiteX119" fmla="*/ 206788 w 578457"/>
                <a:gd name="connsiteY119" fmla="*/ 143838 h 1255616"/>
                <a:gd name="connsiteX120" fmla="*/ 206531 w 578457"/>
                <a:gd name="connsiteY120" fmla="*/ 147174 h 1255616"/>
                <a:gd name="connsiteX121" fmla="*/ 210038 w 578457"/>
                <a:gd name="connsiteY121" fmla="*/ 150681 h 1255616"/>
                <a:gd name="connsiteX122" fmla="*/ 210295 w 578457"/>
                <a:gd name="connsiteY122" fmla="*/ 150852 h 1255616"/>
                <a:gd name="connsiteX123" fmla="*/ 210894 w 578457"/>
                <a:gd name="connsiteY123" fmla="*/ 161374 h 1255616"/>
                <a:gd name="connsiteX124" fmla="*/ 198918 w 578457"/>
                <a:gd name="connsiteY124" fmla="*/ 190457 h 1255616"/>
                <a:gd name="connsiteX125" fmla="*/ 195582 w 578457"/>
                <a:gd name="connsiteY125" fmla="*/ 211842 h 1255616"/>
                <a:gd name="connsiteX126" fmla="*/ 180783 w 578457"/>
                <a:gd name="connsiteY126" fmla="*/ 273345 h 1255616"/>
                <a:gd name="connsiteX127" fmla="*/ 149391 w 578457"/>
                <a:gd name="connsiteY127" fmla="*/ 329886 h 1255616"/>
                <a:gd name="connsiteX128" fmla="*/ 158201 w 578457"/>
                <a:gd name="connsiteY128" fmla="*/ 340836 h 1255616"/>
                <a:gd name="connsiteX129" fmla="*/ 139554 w 578457"/>
                <a:gd name="connsiteY129" fmla="*/ 398489 h 1255616"/>
                <a:gd name="connsiteX130" fmla="*/ 139554 w 578457"/>
                <a:gd name="connsiteY130" fmla="*/ 408925 h 1255616"/>
                <a:gd name="connsiteX131" fmla="*/ 157089 w 578457"/>
                <a:gd name="connsiteY131" fmla="*/ 436896 h 1255616"/>
                <a:gd name="connsiteX132" fmla="*/ 142291 w 578457"/>
                <a:gd name="connsiteY132" fmla="*/ 449556 h 1255616"/>
                <a:gd name="connsiteX133" fmla="*/ 128605 w 578457"/>
                <a:gd name="connsiteY133" fmla="*/ 452892 h 1255616"/>
                <a:gd name="connsiteX134" fmla="*/ 126637 w 578457"/>
                <a:gd name="connsiteY134" fmla="*/ 451866 h 1255616"/>
                <a:gd name="connsiteX135" fmla="*/ 87032 w 578457"/>
                <a:gd name="connsiteY135" fmla="*/ 445365 h 1255616"/>
                <a:gd name="connsiteX136" fmla="*/ 83525 w 578457"/>
                <a:gd name="connsiteY136" fmla="*/ 438693 h 1255616"/>
                <a:gd name="connsiteX137" fmla="*/ 70267 w 578457"/>
                <a:gd name="connsiteY137" fmla="*/ 424408 h 1255616"/>
                <a:gd name="connsiteX138" fmla="*/ 53843 w 578457"/>
                <a:gd name="connsiteY138" fmla="*/ 408497 h 1255616"/>
                <a:gd name="connsiteX139" fmla="*/ 53244 w 578457"/>
                <a:gd name="connsiteY139" fmla="*/ 426631 h 1255616"/>
                <a:gd name="connsiteX140" fmla="*/ 62568 w 578457"/>
                <a:gd name="connsiteY140" fmla="*/ 443141 h 1255616"/>
                <a:gd name="connsiteX141" fmla="*/ 57521 w 578457"/>
                <a:gd name="connsiteY141" fmla="*/ 458538 h 1255616"/>
                <a:gd name="connsiteX142" fmla="*/ 34511 w 578457"/>
                <a:gd name="connsiteY142" fmla="*/ 470599 h 1255616"/>
                <a:gd name="connsiteX143" fmla="*/ 34511 w 578457"/>
                <a:gd name="connsiteY143" fmla="*/ 470599 h 125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</a:cxnLst>
              <a:rect l="l" t="t" r="r" b="b"/>
              <a:pathLst>
                <a:path w="578457" h="1255616">
                  <a:moveTo>
                    <a:pt x="469223" y="698648"/>
                  </a:moveTo>
                  <a:cubicBezTo>
                    <a:pt x="474783" y="697279"/>
                    <a:pt x="481027" y="695397"/>
                    <a:pt x="486930" y="693515"/>
                  </a:cubicBezTo>
                  <a:lnTo>
                    <a:pt x="488042" y="703267"/>
                  </a:lnTo>
                  <a:cubicBezTo>
                    <a:pt x="488042" y="703267"/>
                    <a:pt x="469907" y="708142"/>
                    <a:pt x="467854" y="709511"/>
                  </a:cubicBezTo>
                  <a:cubicBezTo>
                    <a:pt x="465887" y="710880"/>
                    <a:pt x="469651" y="701727"/>
                    <a:pt x="469223" y="698648"/>
                  </a:cubicBezTo>
                  <a:lnTo>
                    <a:pt x="469223" y="698648"/>
                  </a:lnTo>
                  <a:close/>
                  <a:moveTo>
                    <a:pt x="34853" y="470685"/>
                  </a:moveTo>
                  <a:cubicBezTo>
                    <a:pt x="31517" y="472310"/>
                    <a:pt x="29379" y="468460"/>
                    <a:pt x="27155" y="469572"/>
                  </a:cubicBezTo>
                  <a:cubicBezTo>
                    <a:pt x="24931" y="470685"/>
                    <a:pt x="23220" y="475047"/>
                    <a:pt x="23220" y="475047"/>
                  </a:cubicBezTo>
                  <a:cubicBezTo>
                    <a:pt x="23220" y="475047"/>
                    <a:pt x="10132" y="468974"/>
                    <a:pt x="3973" y="473422"/>
                  </a:cubicBezTo>
                  <a:cubicBezTo>
                    <a:pt x="-2014" y="477784"/>
                    <a:pt x="-902" y="480009"/>
                    <a:pt x="5085" y="482745"/>
                  </a:cubicBezTo>
                  <a:cubicBezTo>
                    <a:pt x="11245" y="485483"/>
                    <a:pt x="22108" y="486595"/>
                    <a:pt x="23733" y="487707"/>
                  </a:cubicBezTo>
                  <a:cubicBezTo>
                    <a:pt x="25444" y="488819"/>
                    <a:pt x="33057" y="496518"/>
                    <a:pt x="36393" y="497544"/>
                  </a:cubicBezTo>
                  <a:cubicBezTo>
                    <a:pt x="39558" y="498656"/>
                    <a:pt x="54528" y="495320"/>
                    <a:pt x="59916" y="496432"/>
                  </a:cubicBezTo>
                  <a:cubicBezTo>
                    <a:pt x="64193" y="497287"/>
                    <a:pt x="66845" y="502420"/>
                    <a:pt x="73431" y="503617"/>
                  </a:cubicBezTo>
                  <a:cubicBezTo>
                    <a:pt x="73859" y="510717"/>
                    <a:pt x="74543" y="516020"/>
                    <a:pt x="74800" y="517218"/>
                  </a:cubicBezTo>
                  <a:cubicBezTo>
                    <a:pt x="75656" y="520982"/>
                    <a:pt x="76768" y="526371"/>
                    <a:pt x="84381" y="531247"/>
                  </a:cubicBezTo>
                  <a:lnTo>
                    <a:pt x="85920" y="532615"/>
                  </a:lnTo>
                  <a:lnTo>
                    <a:pt x="86776" y="532615"/>
                  </a:lnTo>
                  <a:cubicBezTo>
                    <a:pt x="88743" y="533556"/>
                    <a:pt x="90796" y="534497"/>
                    <a:pt x="93362" y="535352"/>
                  </a:cubicBezTo>
                  <a:cubicBezTo>
                    <a:pt x="109358" y="540827"/>
                    <a:pt x="129203" y="547926"/>
                    <a:pt x="147252" y="548525"/>
                  </a:cubicBezTo>
                  <a:cubicBezTo>
                    <a:pt x="165216" y="549124"/>
                    <a:pt x="183863" y="547413"/>
                    <a:pt x="183863" y="547413"/>
                  </a:cubicBezTo>
                  <a:lnTo>
                    <a:pt x="181810" y="554000"/>
                  </a:lnTo>
                  <a:cubicBezTo>
                    <a:pt x="179586" y="560587"/>
                    <a:pt x="176763" y="573161"/>
                    <a:pt x="170262" y="591894"/>
                  </a:cubicBezTo>
                  <a:cubicBezTo>
                    <a:pt x="163676" y="610541"/>
                    <a:pt x="166926" y="608916"/>
                    <a:pt x="160340" y="634749"/>
                  </a:cubicBezTo>
                  <a:cubicBezTo>
                    <a:pt x="157945" y="644073"/>
                    <a:pt x="156148" y="654936"/>
                    <a:pt x="154780" y="666142"/>
                  </a:cubicBezTo>
                  <a:cubicBezTo>
                    <a:pt x="154095" y="669478"/>
                    <a:pt x="153668" y="672643"/>
                    <a:pt x="153240" y="675381"/>
                  </a:cubicBezTo>
                  <a:cubicBezTo>
                    <a:pt x="152299" y="682480"/>
                    <a:pt x="151443" y="692830"/>
                    <a:pt x="150845" y="704550"/>
                  </a:cubicBezTo>
                  <a:cubicBezTo>
                    <a:pt x="150331" y="710537"/>
                    <a:pt x="149904" y="716183"/>
                    <a:pt x="149305" y="720888"/>
                  </a:cubicBezTo>
                  <a:cubicBezTo>
                    <a:pt x="147252" y="742871"/>
                    <a:pt x="147252" y="785128"/>
                    <a:pt x="147252" y="809849"/>
                  </a:cubicBezTo>
                  <a:cubicBezTo>
                    <a:pt x="147252" y="834569"/>
                    <a:pt x="146140" y="849881"/>
                    <a:pt x="143317" y="872378"/>
                  </a:cubicBezTo>
                  <a:cubicBezTo>
                    <a:pt x="140495" y="894875"/>
                    <a:pt x="129118" y="930032"/>
                    <a:pt x="131171" y="939355"/>
                  </a:cubicBezTo>
                  <a:cubicBezTo>
                    <a:pt x="133395" y="948679"/>
                    <a:pt x="154865" y="945429"/>
                    <a:pt x="165130" y="955266"/>
                  </a:cubicBezTo>
                  <a:cubicBezTo>
                    <a:pt x="175566" y="965188"/>
                    <a:pt x="168466" y="960740"/>
                    <a:pt x="166242" y="973914"/>
                  </a:cubicBezTo>
                  <a:cubicBezTo>
                    <a:pt x="164189" y="987087"/>
                    <a:pt x="159655" y="988199"/>
                    <a:pt x="158543" y="1006846"/>
                  </a:cubicBezTo>
                  <a:cubicBezTo>
                    <a:pt x="157431" y="1025494"/>
                    <a:pt x="162478" y="1026606"/>
                    <a:pt x="165643" y="1029856"/>
                  </a:cubicBezTo>
                  <a:cubicBezTo>
                    <a:pt x="168979" y="1033107"/>
                    <a:pt x="171203" y="1036956"/>
                    <a:pt x="179415" y="1043029"/>
                  </a:cubicBezTo>
                  <a:cubicBezTo>
                    <a:pt x="187627" y="1049103"/>
                    <a:pt x="193101" y="1048504"/>
                    <a:pt x="194213" y="1050215"/>
                  </a:cubicBezTo>
                  <a:cubicBezTo>
                    <a:pt x="195325" y="1051840"/>
                    <a:pt x="198661" y="1051840"/>
                    <a:pt x="206360" y="1054064"/>
                  </a:cubicBezTo>
                  <a:cubicBezTo>
                    <a:pt x="214058" y="1056288"/>
                    <a:pt x="208071" y="1057914"/>
                    <a:pt x="211834" y="1065612"/>
                  </a:cubicBezTo>
                  <a:cubicBezTo>
                    <a:pt x="215769" y="1073311"/>
                    <a:pt x="216283" y="1078271"/>
                    <a:pt x="222270" y="1086997"/>
                  </a:cubicBezTo>
                  <a:cubicBezTo>
                    <a:pt x="228258" y="1095808"/>
                    <a:pt x="226718" y="1092985"/>
                    <a:pt x="229370" y="1099058"/>
                  </a:cubicBezTo>
                  <a:cubicBezTo>
                    <a:pt x="232193" y="1105131"/>
                    <a:pt x="233818" y="1106157"/>
                    <a:pt x="243142" y="1110606"/>
                  </a:cubicBezTo>
                  <a:cubicBezTo>
                    <a:pt x="252466" y="1114968"/>
                    <a:pt x="258453" y="1127115"/>
                    <a:pt x="264014" y="1134215"/>
                  </a:cubicBezTo>
                  <a:cubicBezTo>
                    <a:pt x="265725" y="1136524"/>
                    <a:pt x="270002" y="1138064"/>
                    <a:pt x="275048" y="1139090"/>
                  </a:cubicBezTo>
                  <a:cubicBezTo>
                    <a:pt x="273936" y="1146019"/>
                    <a:pt x="271456" y="1157139"/>
                    <a:pt x="267778" y="1162186"/>
                  </a:cubicBezTo>
                  <a:cubicBezTo>
                    <a:pt x="262303" y="1169713"/>
                    <a:pt x="257341" y="1182459"/>
                    <a:pt x="253578" y="1189388"/>
                  </a:cubicBezTo>
                  <a:cubicBezTo>
                    <a:pt x="249643" y="1196316"/>
                    <a:pt x="238694" y="1206239"/>
                    <a:pt x="237582" y="1215477"/>
                  </a:cubicBezTo>
                  <a:cubicBezTo>
                    <a:pt x="236641" y="1224716"/>
                    <a:pt x="238181" y="1219583"/>
                    <a:pt x="236641" y="1224716"/>
                  </a:cubicBezTo>
                  <a:cubicBezTo>
                    <a:pt x="234930" y="1229933"/>
                    <a:pt x="246393" y="1233954"/>
                    <a:pt x="260763" y="1231644"/>
                  </a:cubicBezTo>
                  <a:cubicBezTo>
                    <a:pt x="274963" y="1229335"/>
                    <a:pt x="281122" y="1227025"/>
                    <a:pt x="281122" y="1227025"/>
                  </a:cubicBezTo>
                  <a:cubicBezTo>
                    <a:pt x="281122" y="1227025"/>
                    <a:pt x="281720" y="1237461"/>
                    <a:pt x="283773" y="1243791"/>
                  </a:cubicBezTo>
                  <a:cubicBezTo>
                    <a:pt x="285997" y="1250206"/>
                    <a:pt x="277187" y="1249009"/>
                    <a:pt x="282234" y="1253029"/>
                  </a:cubicBezTo>
                  <a:cubicBezTo>
                    <a:pt x="287110" y="1257049"/>
                    <a:pt x="371537" y="1255338"/>
                    <a:pt x="388132" y="1254740"/>
                  </a:cubicBezTo>
                  <a:lnTo>
                    <a:pt x="398054" y="1254740"/>
                  </a:lnTo>
                  <a:cubicBezTo>
                    <a:pt x="398054" y="1254740"/>
                    <a:pt x="398054" y="1246015"/>
                    <a:pt x="398567" y="1243705"/>
                  </a:cubicBezTo>
                  <a:cubicBezTo>
                    <a:pt x="398995" y="1241395"/>
                    <a:pt x="398054" y="1236178"/>
                    <a:pt x="398054" y="1230960"/>
                  </a:cubicBezTo>
                  <a:cubicBezTo>
                    <a:pt x="398054" y="1225742"/>
                    <a:pt x="396942" y="1221721"/>
                    <a:pt x="396942" y="1217017"/>
                  </a:cubicBezTo>
                  <a:cubicBezTo>
                    <a:pt x="396942" y="1213253"/>
                    <a:pt x="397883" y="1212569"/>
                    <a:pt x="396087" y="1210003"/>
                  </a:cubicBezTo>
                  <a:lnTo>
                    <a:pt x="396343" y="1209746"/>
                  </a:lnTo>
                  <a:cubicBezTo>
                    <a:pt x="398054" y="1205897"/>
                    <a:pt x="400706" y="1203160"/>
                    <a:pt x="406266" y="1195461"/>
                  </a:cubicBezTo>
                  <a:cubicBezTo>
                    <a:pt x="411740" y="1187762"/>
                    <a:pt x="413365" y="1188361"/>
                    <a:pt x="411740" y="1182801"/>
                  </a:cubicBezTo>
                  <a:cubicBezTo>
                    <a:pt x="410030" y="1177326"/>
                    <a:pt x="413451" y="1172964"/>
                    <a:pt x="416188" y="1166378"/>
                  </a:cubicBezTo>
                  <a:cubicBezTo>
                    <a:pt x="418840" y="1159791"/>
                    <a:pt x="421064" y="1157054"/>
                    <a:pt x="424400" y="1141657"/>
                  </a:cubicBezTo>
                  <a:cubicBezTo>
                    <a:pt x="427565" y="1126260"/>
                    <a:pt x="425341" y="1121384"/>
                    <a:pt x="425341" y="1121384"/>
                  </a:cubicBezTo>
                  <a:cubicBezTo>
                    <a:pt x="428677" y="1121384"/>
                    <a:pt x="453313" y="1120272"/>
                    <a:pt x="453313" y="1120272"/>
                  </a:cubicBezTo>
                  <a:cubicBezTo>
                    <a:pt x="455023" y="1113685"/>
                    <a:pt x="458873" y="1088964"/>
                    <a:pt x="461524" y="1067579"/>
                  </a:cubicBezTo>
                  <a:cubicBezTo>
                    <a:pt x="464347" y="1046194"/>
                    <a:pt x="458359" y="1040121"/>
                    <a:pt x="457760" y="1007188"/>
                  </a:cubicBezTo>
                  <a:cubicBezTo>
                    <a:pt x="457504" y="992048"/>
                    <a:pt x="456050" y="973657"/>
                    <a:pt x="454852" y="954753"/>
                  </a:cubicBezTo>
                  <a:cubicBezTo>
                    <a:pt x="456563" y="953128"/>
                    <a:pt x="463321" y="946541"/>
                    <a:pt x="466999" y="945343"/>
                  </a:cubicBezTo>
                  <a:cubicBezTo>
                    <a:pt x="471190" y="943975"/>
                    <a:pt x="574265" y="910529"/>
                    <a:pt x="576404" y="910529"/>
                  </a:cubicBezTo>
                  <a:lnTo>
                    <a:pt x="578457" y="910529"/>
                  </a:lnTo>
                  <a:lnTo>
                    <a:pt x="563145" y="701556"/>
                  </a:lnTo>
                  <a:cubicBezTo>
                    <a:pt x="563145" y="701556"/>
                    <a:pt x="559638" y="696680"/>
                    <a:pt x="554078" y="695996"/>
                  </a:cubicBezTo>
                  <a:cubicBezTo>
                    <a:pt x="548518" y="695311"/>
                    <a:pt x="532522" y="697364"/>
                    <a:pt x="532522" y="697364"/>
                  </a:cubicBezTo>
                  <a:cubicBezTo>
                    <a:pt x="532522" y="697364"/>
                    <a:pt x="520718" y="698733"/>
                    <a:pt x="515842" y="699503"/>
                  </a:cubicBezTo>
                  <a:cubicBezTo>
                    <a:pt x="510966" y="700187"/>
                    <a:pt x="506090" y="698134"/>
                    <a:pt x="503268" y="698134"/>
                  </a:cubicBezTo>
                  <a:cubicBezTo>
                    <a:pt x="500787" y="698134"/>
                    <a:pt x="498820" y="690692"/>
                    <a:pt x="498392" y="689324"/>
                  </a:cubicBezTo>
                  <a:cubicBezTo>
                    <a:pt x="500445" y="688639"/>
                    <a:pt x="502155" y="688040"/>
                    <a:pt x="503439" y="687527"/>
                  </a:cubicBezTo>
                  <a:lnTo>
                    <a:pt x="505663" y="686757"/>
                  </a:lnTo>
                  <a:cubicBezTo>
                    <a:pt x="507716" y="685645"/>
                    <a:pt x="510539" y="686159"/>
                    <a:pt x="509940" y="680171"/>
                  </a:cubicBezTo>
                  <a:cubicBezTo>
                    <a:pt x="509341" y="674097"/>
                    <a:pt x="511651" y="661010"/>
                    <a:pt x="511651" y="661010"/>
                  </a:cubicBezTo>
                  <a:cubicBezTo>
                    <a:pt x="518750" y="642876"/>
                    <a:pt x="522086" y="602244"/>
                    <a:pt x="525850" y="583084"/>
                  </a:cubicBezTo>
                  <a:cubicBezTo>
                    <a:pt x="529785" y="563923"/>
                    <a:pt x="501728" y="478811"/>
                    <a:pt x="501728" y="470086"/>
                  </a:cubicBezTo>
                  <a:cubicBezTo>
                    <a:pt x="501728" y="461360"/>
                    <a:pt x="498905" y="429454"/>
                    <a:pt x="498392" y="374624"/>
                  </a:cubicBezTo>
                  <a:cubicBezTo>
                    <a:pt x="497964" y="319707"/>
                    <a:pt x="479744" y="278563"/>
                    <a:pt x="477606" y="271976"/>
                  </a:cubicBezTo>
                  <a:cubicBezTo>
                    <a:pt x="475382" y="265390"/>
                    <a:pt x="473671" y="263764"/>
                    <a:pt x="474270" y="259915"/>
                  </a:cubicBezTo>
                  <a:cubicBezTo>
                    <a:pt x="474868" y="256066"/>
                    <a:pt x="480257" y="263251"/>
                    <a:pt x="480257" y="263251"/>
                  </a:cubicBezTo>
                  <a:lnTo>
                    <a:pt x="479659" y="253329"/>
                  </a:lnTo>
                  <a:cubicBezTo>
                    <a:pt x="476494" y="251105"/>
                    <a:pt x="471447" y="245630"/>
                    <a:pt x="466571" y="240669"/>
                  </a:cubicBezTo>
                  <a:cubicBezTo>
                    <a:pt x="461524" y="235707"/>
                    <a:pt x="443989" y="213809"/>
                    <a:pt x="442449" y="209361"/>
                  </a:cubicBezTo>
                  <a:cubicBezTo>
                    <a:pt x="440738" y="204999"/>
                    <a:pt x="410543" y="179765"/>
                    <a:pt x="396343" y="164881"/>
                  </a:cubicBezTo>
                  <a:cubicBezTo>
                    <a:pt x="381973" y="150083"/>
                    <a:pt x="348014" y="107227"/>
                    <a:pt x="346902" y="97903"/>
                  </a:cubicBezTo>
                  <a:cubicBezTo>
                    <a:pt x="346473" y="94139"/>
                    <a:pt x="346388" y="92514"/>
                    <a:pt x="346388" y="91317"/>
                  </a:cubicBezTo>
                  <a:cubicBezTo>
                    <a:pt x="348356" y="93199"/>
                    <a:pt x="349296" y="94225"/>
                    <a:pt x="349296" y="94225"/>
                  </a:cubicBezTo>
                  <a:cubicBezTo>
                    <a:pt x="352376" y="91915"/>
                    <a:pt x="350665" y="84816"/>
                    <a:pt x="349126" y="79683"/>
                  </a:cubicBezTo>
                  <a:cubicBezTo>
                    <a:pt x="349553" y="77031"/>
                    <a:pt x="349126" y="75834"/>
                    <a:pt x="348014" y="72156"/>
                  </a:cubicBezTo>
                  <a:cubicBezTo>
                    <a:pt x="346303" y="66682"/>
                    <a:pt x="346902" y="67195"/>
                    <a:pt x="346303" y="61720"/>
                  </a:cubicBezTo>
                  <a:cubicBezTo>
                    <a:pt x="345704" y="56245"/>
                    <a:pt x="339203" y="49060"/>
                    <a:pt x="339203" y="49060"/>
                  </a:cubicBezTo>
                  <a:cubicBezTo>
                    <a:pt x="329280" y="11765"/>
                    <a:pt x="298657" y="2441"/>
                    <a:pt x="276673" y="217"/>
                  </a:cubicBezTo>
                  <a:cubicBezTo>
                    <a:pt x="256059" y="-1836"/>
                    <a:pt x="242116" y="11166"/>
                    <a:pt x="233732" y="18180"/>
                  </a:cubicBezTo>
                  <a:cubicBezTo>
                    <a:pt x="229285" y="17838"/>
                    <a:pt x="225777" y="17753"/>
                    <a:pt x="222698" y="17411"/>
                  </a:cubicBezTo>
                  <a:cubicBezTo>
                    <a:pt x="214743" y="16470"/>
                    <a:pt x="207130" y="25965"/>
                    <a:pt x="204735" y="29215"/>
                  </a:cubicBezTo>
                  <a:lnTo>
                    <a:pt x="202511" y="30926"/>
                  </a:lnTo>
                  <a:cubicBezTo>
                    <a:pt x="201399" y="31696"/>
                    <a:pt x="199175" y="31952"/>
                    <a:pt x="196694" y="32294"/>
                  </a:cubicBezTo>
                  <a:cubicBezTo>
                    <a:pt x="195411" y="31524"/>
                    <a:pt x="194470" y="31354"/>
                    <a:pt x="193187" y="33065"/>
                  </a:cubicBezTo>
                  <a:cubicBezTo>
                    <a:pt x="190022" y="34176"/>
                    <a:pt x="182324" y="45724"/>
                    <a:pt x="179501" y="49488"/>
                  </a:cubicBezTo>
                  <a:cubicBezTo>
                    <a:pt x="176678" y="53337"/>
                    <a:pt x="170861" y="51968"/>
                    <a:pt x="171802" y="53337"/>
                  </a:cubicBezTo>
                  <a:cubicBezTo>
                    <a:pt x="174625" y="57272"/>
                    <a:pt x="177961" y="58812"/>
                    <a:pt x="181297" y="59667"/>
                  </a:cubicBezTo>
                  <a:cubicBezTo>
                    <a:pt x="183093" y="60437"/>
                    <a:pt x="184890" y="60950"/>
                    <a:pt x="186771" y="61121"/>
                  </a:cubicBezTo>
                  <a:cubicBezTo>
                    <a:pt x="193444" y="61720"/>
                    <a:pt x="197891" y="67023"/>
                    <a:pt x="199688" y="70445"/>
                  </a:cubicBezTo>
                  <a:lnTo>
                    <a:pt x="199859" y="70702"/>
                  </a:lnTo>
                  <a:cubicBezTo>
                    <a:pt x="198063" y="74038"/>
                    <a:pt x="195582" y="76604"/>
                    <a:pt x="195582" y="78742"/>
                  </a:cubicBezTo>
                  <a:cubicBezTo>
                    <a:pt x="195582" y="81651"/>
                    <a:pt x="198490" y="90461"/>
                    <a:pt x="196437" y="95594"/>
                  </a:cubicBezTo>
                  <a:cubicBezTo>
                    <a:pt x="194213" y="100726"/>
                    <a:pt x="186857" y="110221"/>
                    <a:pt x="187627" y="114583"/>
                  </a:cubicBezTo>
                  <a:cubicBezTo>
                    <a:pt x="188311" y="118946"/>
                    <a:pt x="188995" y="121170"/>
                    <a:pt x="194898" y="120400"/>
                  </a:cubicBezTo>
                  <a:cubicBezTo>
                    <a:pt x="200714" y="119631"/>
                    <a:pt x="206617" y="122624"/>
                    <a:pt x="204392" y="126987"/>
                  </a:cubicBezTo>
                  <a:cubicBezTo>
                    <a:pt x="202340" y="131349"/>
                    <a:pt x="203024" y="134257"/>
                    <a:pt x="205932" y="136482"/>
                  </a:cubicBezTo>
                  <a:lnTo>
                    <a:pt x="209183" y="139989"/>
                  </a:lnTo>
                  <a:cubicBezTo>
                    <a:pt x="209354" y="140587"/>
                    <a:pt x="207643" y="142298"/>
                    <a:pt x="206788" y="143838"/>
                  </a:cubicBezTo>
                  <a:cubicBezTo>
                    <a:pt x="205847" y="145377"/>
                    <a:pt x="205932" y="145891"/>
                    <a:pt x="206531" y="147174"/>
                  </a:cubicBezTo>
                  <a:lnTo>
                    <a:pt x="210038" y="150681"/>
                  </a:lnTo>
                  <a:lnTo>
                    <a:pt x="210295" y="150852"/>
                  </a:lnTo>
                  <a:cubicBezTo>
                    <a:pt x="210722" y="157268"/>
                    <a:pt x="210894" y="161374"/>
                    <a:pt x="210894" y="161374"/>
                  </a:cubicBezTo>
                  <a:cubicBezTo>
                    <a:pt x="208242" y="166335"/>
                    <a:pt x="199432" y="186094"/>
                    <a:pt x="198918" y="190457"/>
                  </a:cubicBezTo>
                  <a:cubicBezTo>
                    <a:pt x="198319" y="194820"/>
                    <a:pt x="196095" y="201406"/>
                    <a:pt x="195582" y="211842"/>
                  </a:cubicBezTo>
                  <a:cubicBezTo>
                    <a:pt x="194983" y="222278"/>
                    <a:pt x="186771" y="261198"/>
                    <a:pt x="180783" y="273345"/>
                  </a:cubicBezTo>
                  <a:cubicBezTo>
                    <a:pt x="175309" y="283268"/>
                    <a:pt x="149989" y="328176"/>
                    <a:pt x="149391" y="329886"/>
                  </a:cubicBezTo>
                  <a:cubicBezTo>
                    <a:pt x="148877" y="331512"/>
                    <a:pt x="157603" y="338098"/>
                    <a:pt x="158201" y="340836"/>
                  </a:cubicBezTo>
                  <a:cubicBezTo>
                    <a:pt x="158800" y="343573"/>
                    <a:pt x="144515" y="389678"/>
                    <a:pt x="139554" y="398489"/>
                  </a:cubicBezTo>
                  <a:cubicBezTo>
                    <a:pt x="134678" y="407300"/>
                    <a:pt x="139554" y="408925"/>
                    <a:pt x="139554" y="408925"/>
                  </a:cubicBezTo>
                  <a:cubicBezTo>
                    <a:pt x="148364" y="414998"/>
                    <a:pt x="157089" y="436896"/>
                    <a:pt x="157089" y="436896"/>
                  </a:cubicBezTo>
                  <a:cubicBezTo>
                    <a:pt x="155036" y="438522"/>
                    <a:pt x="149989" y="447332"/>
                    <a:pt x="142291" y="449556"/>
                  </a:cubicBezTo>
                  <a:cubicBezTo>
                    <a:pt x="134592" y="451780"/>
                    <a:pt x="137415" y="458367"/>
                    <a:pt x="128605" y="452892"/>
                  </a:cubicBezTo>
                  <a:lnTo>
                    <a:pt x="126637" y="451866"/>
                  </a:lnTo>
                  <a:cubicBezTo>
                    <a:pt x="117826" y="447674"/>
                    <a:pt x="100205" y="445707"/>
                    <a:pt x="87032" y="445365"/>
                  </a:cubicBezTo>
                  <a:cubicBezTo>
                    <a:pt x="85664" y="442542"/>
                    <a:pt x="84381" y="440232"/>
                    <a:pt x="83525" y="438693"/>
                  </a:cubicBezTo>
                  <a:cubicBezTo>
                    <a:pt x="79591" y="432106"/>
                    <a:pt x="76254" y="432705"/>
                    <a:pt x="70267" y="424408"/>
                  </a:cubicBezTo>
                  <a:cubicBezTo>
                    <a:pt x="64279" y="416196"/>
                    <a:pt x="62055" y="407898"/>
                    <a:pt x="53843" y="408497"/>
                  </a:cubicBezTo>
                  <a:cubicBezTo>
                    <a:pt x="46914" y="408925"/>
                    <a:pt x="48368" y="421157"/>
                    <a:pt x="53244" y="426631"/>
                  </a:cubicBezTo>
                  <a:cubicBezTo>
                    <a:pt x="58120" y="432106"/>
                    <a:pt x="62055" y="438180"/>
                    <a:pt x="62568" y="443141"/>
                  </a:cubicBezTo>
                  <a:cubicBezTo>
                    <a:pt x="63167" y="448102"/>
                    <a:pt x="60857" y="454689"/>
                    <a:pt x="57521" y="458538"/>
                  </a:cubicBezTo>
                  <a:cubicBezTo>
                    <a:pt x="54356" y="462387"/>
                    <a:pt x="37847" y="468974"/>
                    <a:pt x="34511" y="470599"/>
                  </a:cubicBezTo>
                  <a:lnTo>
                    <a:pt x="34511" y="470599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5728EFA2-2812-6041-FABC-FE94B508000D}"/>
                </a:ext>
              </a:extLst>
            </p:cNvPr>
            <p:cNvSpPr/>
            <p:nvPr/>
          </p:nvSpPr>
          <p:spPr>
            <a:xfrm>
              <a:off x="3505079" y="5669600"/>
              <a:ext cx="275572" cy="1207992"/>
            </a:xfrm>
            <a:custGeom>
              <a:avLst/>
              <a:gdLst>
                <a:gd name="connsiteX0" fmla="*/ 16299 w 275572"/>
                <a:gd name="connsiteY0" fmla="*/ 335389 h 1207992"/>
                <a:gd name="connsiteX1" fmla="*/ 559 w 275572"/>
                <a:gd name="connsiteY1" fmla="*/ 240697 h 1207992"/>
                <a:gd name="connsiteX2" fmla="*/ 31610 w 275572"/>
                <a:gd name="connsiteY2" fmla="*/ 209646 h 1207992"/>
                <a:gd name="connsiteX3" fmla="*/ 62234 w 275572"/>
                <a:gd name="connsiteY3" fmla="*/ 191939 h 1207992"/>
                <a:gd name="connsiteX4" fmla="*/ 73182 w 275572"/>
                <a:gd name="connsiteY4" fmla="*/ 170469 h 1207992"/>
                <a:gd name="connsiteX5" fmla="*/ 89093 w 275572"/>
                <a:gd name="connsiteY5" fmla="*/ 171838 h 1207992"/>
                <a:gd name="connsiteX6" fmla="*/ 79256 w 275572"/>
                <a:gd name="connsiteY6" fmla="*/ 132575 h 1207992"/>
                <a:gd name="connsiteX7" fmla="*/ 74808 w 275572"/>
                <a:gd name="connsiteY7" fmla="*/ 132575 h 1207992"/>
                <a:gd name="connsiteX8" fmla="*/ 61379 w 275572"/>
                <a:gd name="connsiteY8" fmla="*/ 121711 h 1207992"/>
                <a:gd name="connsiteX9" fmla="*/ 47948 w 275572"/>
                <a:gd name="connsiteY9" fmla="*/ 102550 h 1207992"/>
                <a:gd name="connsiteX10" fmla="*/ 56246 w 275572"/>
                <a:gd name="connsiteY10" fmla="*/ 95536 h 1207992"/>
                <a:gd name="connsiteX11" fmla="*/ 49830 w 275572"/>
                <a:gd name="connsiteY11" fmla="*/ 80225 h 1207992"/>
                <a:gd name="connsiteX12" fmla="*/ 48548 w 275572"/>
                <a:gd name="connsiteY12" fmla="*/ 36257 h 1207992"/>
                <a:gd name="connsiteX13" fmla="*/ 83619 w 275572"/>
                <a:gd name="connsiteY13" fmla="*/ 4351 h 1207992"/>
                <a:gd name="connsiteX14" fmla="*/ 153761 w 275572"/>
                <a:gd name="connsiteY14" fmla="*/ 50885 h 1207992"/>
                <a:gd name="connsiteX15" fmla="*/ 155642 w 275572"/>
                <a:gd name="connsiteY15" fmla="*/ 62347 h 1207992"/>
                <a:gd name="connsiteX16" fmla="*/ 164539 w 275572"/>
                <a:gd name="connsiteY16" fmla="*/ 74494 h 1207992"/>
                <a:gd name="connsiteX17" fmla="*/ 161374 w 275572"/>
                <a:gd name="connsiteY17" fmla="*/ 108282 h 1207992"/>
                <a:gd name="connsiteX18" fmla="*/ 159492 w 275572"/>
                <a:gd name="connsiteY18" fmla="*/ 135055 h 1207992"/>
                <a:gd name="connsiteX19" fmla="*/ 158209 w 275572"/>
                <a:gd name="connsiteY19" fmla="*/ 137622 h 1207992"/>
                <a:gd name="connsiteX20" fmla="*/ 158038 w 275572"/>
                <a:gd name="connsiteY20" fmla="*/ 138391 h 1207992"/>
                <a:gd name="connsiteX21" fmla="*/ 159664 w 275572"/>
                <a:gd name="connsiteY21" fmla="*/ 145577 h 1207992"/>
                <a:gd name="connsiteX22" fmla="*/ 155814 w 275572"/>
                <a:gd name="connsiteY22" fmla="*/ 159007 h 1207992"/>
                <a:gd name="connsiteX23" fmla="*/ 166849 w 275572"/>
                <a:gd name="connsiteY23" fmla="*/ 159007 h 1207992"/>
                <a:gd name="connsiteX24" fmla="*/ 165394 w 275572"/>
                <a:gd name="connsiteY24" fmla="*/ 167561 h 1207992"/>
                <a:gd name="connsiteX25" fmla="*/ 171638 w 275572"/>
                <a:gd name="connsiteY25" fmla="*/ 169442 h 1207992"/>
                <a:gd name="connsiteX26" fmla="*/ 172580 w 275572"/>
                <a:gd name="connsiteY26" fmla="*/ 175686 h 1207992"/>
                <a:gd name="connsiteX27" fmla="*/ 177370 w 275572"/>
                <a:gd name="connsiteY27" fmla="*/ 179023 h 1207992"/>
                <a:gd name="connsiteX28" fmla="*/ 178311 w 275572"/>
                <a:gd name="connsiteY28" fmla="*/ 185695 h 1207992"/>
                <a:gd name="connsiteX29" fmla="*/ 176857 w 275572"/>
                <a:gd name="connsiteY29" fmla="*/ 193821 h 1207992"/>
                <a:gd name="connsiteX30" fmla="*/ 176343 w 275572"/>
                <a:gd name="connsiteY30" fmla="*/ 194762 h 1207992"/>
                <a:gd name="connsiteX31" fmla="*/ 178311 w 275572"/>
                <a:gd name="connsiteY31" fmla="*/ 195703 h 1207992"/>
                <a:gd name="connsiteX32" fmla="*/ 195504 w 275572"/>
                <a:gd name="connsiteY32" fmla="*/ 204343 h 1207992"/>
                <a:gd name="connsiteX33" fmla="*/ 220396 w 275572"/>
                <a:gd name="connsiteY33" fmla="*/ 210501 h 1207992"/>
                <a:gd name="connsiteX34" fmla="*/ 243320 w 275572"/>
                <a:gd name="connsiteY34" fmla="*/ 235393 h 1207992"/>
                <a:gd name="connsiteX35" fmla="*/ 274457 w 275572"/>
                <a:gd name="connsiteY35" fmla="*/ 328717 h 1207992"/>
                <a:gd name="connsiteX36" fmla="*/ 247170 w 275572"/>
                <a:gd name="connsiteY36" fmla="*/ 341633 h 1207992"/>
                <a:gd name="connsiteX37" fmla="*/ 246828 w 275572"/>
                <a:gd name="connsiteY37" fmla="*/ 372856 h 1207992"/>
                <a:gd name="connsiteX38" fmla="*/ 253415 w 275572"/>
                <a:gd name="connsiteY38" fmla="*/ 410920 h 1207992"/>
                <a:gd name="connsiteX39" fmla="*/ 265390 w 275572"/>
                <a:gd name="connsiteY39" fmla="*/ 447274 h 1207992"/>
                <a:gd name="connsiteX40" fmla="*/ 265903 w 275572"/>
                <a:gd name="connsiteY40" fmla="*/ 501764 h 1207992"/>
                <a:gd name="connsiteX41" fmla="*/ 270779 w 275572"/>
                <a:gd name="connsiteY41" fmla="*/ 529478 h 1207992"/>
                <a:gd name="connsiteX42" fmla="*/ 274030 w 275572"/>
                <a:gd name="connsiteY42" fmla="*/ 538118 h 1207992"/>
                <a:gd name="connsiteX43" fmla="*/ 272575 w 275572"/>
                <a:gd name="connsiteY43" fmla="*/ 583026 h 1207992"/>
                <a:gd name="connsiteX44" fmla="*/ 259659 w 275572"/>
                <a:gd name="connsiteY44" fmla="*/ 661466 h 1207992"/>
                <a:gd name="connsiteX45" fmla="*/ 223818 w 275572"/>
                <a:gd name="connsiteY45" fmla="*/ 801580 h 1207992"/>
                <a:gd name="connsiteX46" fmla="*/ 172152 w 275572"/>
                <a:gd name="connsiteY46" fmla="*/ 987628 h 1207992"/>
                <a:gd name="connsiteX47" fmla="*/ 170270 w 275572"/>
                <a:gd name="connsiteY47" fmla="*/ 1068891 h 1207992"/>
                <a:gd name="connsiteX48" fmla="*/ 172152 w 275572"/>
                <a:gd name="connsiteY48" fmla="*/ 1131591 h 1207992"/>
                <a:gd name="connsiteX49" fmla="*/ 169244 w 275572"/>
                <a:gd name="connsiteY49" fmla="*/ 1135440 h 1207992"/>
                <a:gd name="connsiteX50" fmla="*/ 172152 w 275572"/>
                <a:gd name="connsiteY50" fmla="*/ 1171281 h 1207992"/>
                <a:gd name="connsiteX51" fmla="*/ 178824 w 275572"/>
                <a:gd name="connsiteY51" fmla="*/ 1184711 h 1207992"/>
                <a:gd name="connsiteX52" fmla="*/ 217060 w 275572"/>
                <a:gd name="connsiteY52" fmla="*/ 1197114 h 1207992"/>
                <a:gd name="connsiteX53" fmla="*/ 178824 w 275572"/>
                <a:gd name="connsiteY53" fmla="*/ 1205754 h 1207992"/>
                <a:gd name="connsiteX54" fmla="*/ 118604 w 275572"/>
                <a:gd name="connsiteY54" fmla="*/ 1207208 h 1207992"/>
                <a:gd name="connsiteX55" fmla="*/ 116209 w 275572"/>
                <a:gd name="connsiteY55" fmla="*/ 1198568 h 1207992"/>
                <a:gd name="connsiteX56" fmla="*/ 115696 w 275572"/>
                <a:gd name="connsiteY56" fmla="*/ 1184711 h 1207992"/>
                <a:gd name="connsiteX57" fmla="*/ 97989 w 275572"/>
                <a:gd name="connsiteY57" fmla="*/ 1175644 h 1207992"/>
                <a:gd name="connsiteX58" fmla="*/ 93199 w 275572"/>
                <a:gd name="connsiteY58" fmla="*/ 1195232 h 1207992"/>
                <a:gd name="connsiteX59" fmla="*/ 96364 w 275572"/>
                <a:gd name="connsiteY59" fmla="*/ 1207807 h 1207992"/>
                <a:gd name="connsiteX60" fmla="*/ 70702 w 275572"/>
                <a:gd name="connsiteY60" fmla="*/ 1207807 h 1207992"/>
                <a:gd name="connsiteX61" fmla="*/ 69248 w 275572"/>
                <a:gd name="connsiteY61" fmla="*/ 1177098 h 1207992"/>
                <a:gd name="connsiteX62" fmla="*/ 67366 w 275572"/>
                <a:gd name="connsiteY62" fmla="*/ 1146475 h 1207992"/>
                <a:gd name="connsiteX63" fmla="*/ 74551 w 275572"/>
                <a:gd name="connsiteY63" fmla="*/ 1134499 h 1207992"/>
                <a:gd name="connsiteX64" fmla="*/ 80283 w 275572"/>
                <a:gd name="connsiteY64" fmla="*/ 1106785 h 1207992"/>
                <a:gd name="connsiteX65" fmla="*/ 88408 w 275572"/>
                <a:gd name="connsiteY65" fmla="*/ 1054605 h 1207992"/>
                <a:gd name="connsiteX66" fmla="*/ 89863 w 275572"/>
                <a:gd name="connsiteY66" fmla="*/ 1006276 h 1207992"/>
                <a:gd name="connsiteX67" fmla="*/ 91318 w 275572"/>
                <a:gd name="connsiteY67" fmla="*/ 964703 h 1207992"/>
                <a:gd name="connsiteX68" fmla="*/ 89435 w 275572"/>
                <a:gd name="connsiteY68" fmla="*/ 933139 h 1207992"/>
                <a:gd name="connsiteX69" fmla="*/ 97134 w 275572"/>
                <a:gd name="connsiteY69" fmla="*/ 842296 h 1207992"/>
                <a:gd name="connsiteX70" fmla="*/ 95252 w 275572"/>
                <a:gd name="connsiteY70" fmla="*/ 805001 h 1207992"/>
                <a:gd name="connsiteX71" fmla="*/ 91916 w 275572"/>
                <a:gd name="connsiteY71" fmla="*/ 795420 h 1207992"/>
                <a:gd name="connsiteX72" fmla="*/ 90461 w 275572"/>
                <a:gd name="connsiteY72" fmla="*/ 787294 h 1207992"/>
                <a:gd name="connsiteX73" fmla="*/ 69933 w 275572"/>
                <a:gd name="connsiteY73" fmla="*/ 724166 h 1207992"/>
                <a:gd name="connsiteX74" fmla="*/ 54107 w 275572"/>
                <a:gd name="connsiteY74" fmla="*/ 648549 h 1207992"/>
                <a:gd name="connsiteX75" fmla="*/ 47863 w 275572"/>
                <a:gd name="connsiteY75" fmla="*/ 618867 h 1207992"/>
                <a:gd name="connsiteX76" fmla="*/ 40164 w 275572"/>
                <a:gd name="connsiteY76" fmla="*/ 597824 h 1207992"/>
                <a:gd name="connsiteX77" fmla="*/ 40678 w 275572"/>
                <a:gd name="connsiteY77" fmla="*/ 526570 h 1207992"/>
                <a:gd name="connsiteX78" fmla="*/ 60779 w 275572"/>
                <a:gd name="connsiteY78" fmla="*/ 470114 h 1207992"/>
                <a:gd name="connsiteX79" fmla="*/ 55476 w 275572"/>
                <a:gd name="connsiteY79" fmla="*/ 454204 h 1207992"/>
                <a:gd name="connsiteX80" fmla="*/ 42559 w 275572"/>
                <a:gd name="connsiteY80" fmla="*/ 441458 h 1207992"/>
                <a:gd name="connsiteX81" fmla="*/ 49232 w 275572"/>
                <a:gd name="connsiteY81" fmla="*/ 404163 h 1207992"/>
                <a:gd name="connsiteX82" fmla="*/ 47777 w 275572"/>
                <a:gd name="connsiteY82" fmla="*/ 388851 h 1207992"/>
                <a:gd name="connsiteX83" fmla="*/ 30584 w 275572"/>
                <a:gd name="connsiteY83" fmla="*/ 369691 h 1207992"/>
                <a:gd name="connsiteX84" fmla="*/ 30071 w 275572"/>
                <a:gd name="connsiteY84" fmla="*/ 342403 h 1207992"/>
                <a:gd name="connsiteX85" fmla="*/ 16214 w 275572"/>
                <a:gd name="connsiteY85" fmla="*/ 335218 h 1207992"/>
                <a:gd name="connsiteX86" fmla="*/ 16214 w 275572"/>
                <a:gd name="connsiteY86" fmla="*/ 335218 h 1207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275572" h="1207992">
                  <a:moveTo>
                    <a:pt x="16299" y="335389"/>
                  </a:moveTo>
                  <a:cubicBezTo>
                    <a:pt x="13904" y="330599"/>
                    <a:pt x="-3290" y="263621"/>
                    <a:pt x="559" y="240697"/>
                  </a:cubicBezTo>
                  <a:cubicBezTo>
                    <a:pt x="4409" y="217772"/>
                    <a:pt x="20148" y="215805"/>
                    <a:pt x="31610" y="209646"/>
                  </a:cubicBezTo>
                  <a:cubicBezTo>
                    <a:pt x="43073" y="203402"/>
                    <a:pt x="60351" y="195275"/>
                    <a:pt x="62234" y="191939"/>
                  </a:cubicBezTo>
                  <a:cubicBezTo>
                    <a:pt x="64116" y="188603"/>
                    <a:pt x="65570" y="176628"/>
                    <a:pt x="73182" y="170469"/>
                  </a:cubicBezTo>
                  <a:cubicBezTo>
                    <a:pt x="76177" y="168074"/>
                    <a:pt x="85415" y="171239"/>
                    <a:pt x="89093" y="171838"/>
                  </a:cubicBezTo>
                  <a:cubicBezTo>
                    <a:pt x="88237" y="163540"/>
                    <a:pt x="86270" y="139589"/>
                    <a:pt x="79256" y="132575"/>
                  </a:cubicBezTo>
                  <a:cubicBezTo>
                    <a:pt x="79256" y="132575"/>
                    <a:pt x="78571" y="130009"/>
                    <a:pt x="74808" y="132575"/>
                  </a:cubicBezTo>
                  <a:cubicBezTo>
                    <a:pt x="70959" y="135141"/>
                    <a:pt x="67195" y="128127"/>
                    <a:pt x="61379" y="121711"/>
                  </a:cubicBezTo>
                  <a:cubicBezTo>
                    <a:pt x="55647" y="115296"/>
                    <a:pt x="50515" y="109565"/>
                    <a:pt x="47948" y="102550"/>
                  </a:cubicBezTo>
                  <a:cubicBezTo>
                    <a:pt x="45382" y="95536"/>
                    <a:pt x="49830" y="93654"/>
                    <a:pt x="56246" y="95536"/>
                  </a:cubicBezTo>
                  <a:cubicBezTo>
                    <a:pt x="56246" y="95536"/>
                    <a:pt x="50515" y="88522"/>
                    <a:pt x="49830" y="80225"/>
                  </a:cubicBezTo>
                  <a:cubicBezTo>
                    <a:pt x="49232" y="71928"/>
                    <a:pt x="37684" y="54734"/>
                    <a:pt x="48548" y="36257"/>
                  </a:cubicBezTo>
                  <a:cubicBezTo>
                    <a:pt x="59410" y="17781"/>
                    <a:pt x="65142" y="12648"/>
                    <a:pt x="83619" y="4351"/>
                  </a:cubicBezTo>
                  <a:cubicBezTo>
                    <a:pt x="113729" y="-9164"/>
                    <a:pt x="145464" y="9483"/>
                    <a:pt x="153761" y="50885"/>
                  </a:cubicBezTo>
                  <a:cubicBezTo>
                    <a:pt x="153761" y="50885"/>
                    <a:pt x="154360" y="58498"/>
                    <a:pt x="155642" y="62347"/>
                  </a:cubicBezTo>
                  <a:cubicBezTo>
                    <a:pt x="156926" y="66196"/>
                    <a:pt x="165223" y="69361"/>
                    <a:pt x="164539" y="74494"/>
                  </a:cubicBezTo>
                  <a:cubicBezTo>
                    <a:pt x="163941" y="79626"/>
                    <a:pt x="165137" y="96135"/>
                    <a:pt x="161374" y="108282"/>
                  </a:cubicBezTo>
                  <a:cubicBezTo>
                    <a:pt x="161374" y="108282"/>
                    <a:pt x="160776" y="132489"/>
                    <a:pt x="159492" y="135055"/>
                  </a:cubicBezTo>
                  <a:lnTo>
                    <a:pt x="158209" y="137622"/>
                  </a:lnTo>
                  <a:lnTo>
                    <a:pt x="158038" y="138391"/>
                  </a:lnTo>
                  <a:cubicBezTo>
                    <a:pt x="160091" y="139760"/>
                    <a:pt x="160860" y="142412"/>
                    <a:pt x="159664" y="145577"/>
                  </a:cubicBezTo>
                  <a:cubicBezTo>
                    <a:pt x="157268" y="151821"/>
                    <a:pt x="156327" y="157552"/>
                    <a:pt x="155814" y="159007"/>
                  </a:cubicBezTo>
                  <a:cubicBezTo>
                    <a:pt x="155814" y="159007"/>
                    <a:pt x="161545" y="154217"/>
                    <a:pt x="166849" y="159007"/>
                  </a:cubicBezTo>
                  <a:cubicBezTo>
                    <a:pt x="169757" y="161829"/>
                    <a:pt x="165394" y="167561"/>
                    <a:pt x="165394" y="167561"/>
                  </a:cubicBezTo>
                  <a:cubicBezTo>
                    <a:pt x="165394" y="167561"/>
                    <a:pt x="170185" y="167561"/>
                    <a:pt x="171638" y="169442"/>
                  </a:cubicBezTo>
                  <a:cubicBezTo>
                    <a:pt x="173093" y="171410"/>
                    <a:pt x="172580" y="175686"/>
                    <a:pt x="172580" y="175686"/>
                  </a:cubicBezTo>
                  <a:lnTo>
                    <a:pt x="177370" y="179023"/>
                  </a:lnTo>
                  <a:cubicBezTo>
                    <a:pt x="177370" y="179023"/>
                    <a:pt x="180278" y="182872"/>
                    <a:pt x="178311" y="185695"/>
                  </a:cubicBezTo>
                  <a:cubicBezTo>
                    <a:pt x="176429" y="188517"/>
                    <a:pt x="177798" y="192367"/>
                    <a:pt x="176857" y="193821"/>
                  </a:cubicBezTo>
                  <a:lnTo>
                    <a:pt x="176343" y="194762"/>
                  </a:lnTo>
                  <a:lnTo>
                    <a:pt x="178311" y="195703"/>
                  </a:lnTo>
                  <a:cubicBezTo>
                    <a:pt x="184983" y="198612"/>
                    <a:pt x="191227" y="203829"/>
                    <a:pt x="195504" y="204343"/>
                  </a:cubicBezTo>
                  <a:cubicBezTo>
                    <a:pt x="199781" y="204856"/>
                    <a:pt x="206966" y="203829"/>
                    <a:pt x="220396" y="210501"/>
                  </a:cubicBezTo>
                  <a:cubicBezTo>
                    <a:pt x="233826" y="217173"/>
                    <a:pt x="239557" y="227695"/>
                    <a:pt x="243320" y="235393"/>
                  </a:cubicBezTo>
                  <a:cubicBezTo>
                    <a:pt x="247170" y="243092"/>
                    <a:pt x="272490" y="321959"/>
                    <a:pt x="274457" y="328717"/>
                  </a:cubicBezTo>
                  <a:cubicBezTo>
                    <a:pt x="274457" y="328717"/>
                    <a:pt x="254869" y="337784"/>
                    <a:pt x="247170" y="341633"/>
                  </a:cubicBezTo>
                  <a:cubicBezTo>
                    <a:pt x="247170" y="341633"/>
                    <a:pt x="247170" y="363104"/>
                    <a:pt x="246828" y="372856"/>
                  </a:cubicBezTo>
                  <a:cubicBezTo>
                    <a:pt x="248197" y="383719"/>
                    <a:pt x="250592" y="405104"/>
                    <a:pt x="253415" y="410920"/>
                  </a:cubicBezTo>
                  <a:cubicBezTo>
                    <a:pt x="257263" y="419047"/>
                    <a:pt x="264877" y="439149"/>
                    <a:pt x="265390" y="447274"/>
                  </a:cubicBezTo>
                  <a:cubicBezTo>
                    <a:pt x="265903" y="455401"/>
                    <a:pt x="266331" y="495091"/>
                    <a:pt x="265903" y="501764"/>
                  </a:cubicBezTo>
                  <a:cubicBezTo>
                    <a:pt x="265562" y="506896"/>
                    <a:pt x="269154" y="522550"/>
                    <a:pt x="270779" y="529478"/>
                  </a:cubicBezTo>
                  <a:cubicBezTo>
                    <a:pt x="272318" y="532558"/>
                    <a:pt x="273431" y="535551"/>
                    <a:pt x="274030" y="538118"/>
                  </a:cubicBezTo>
                  <a:cubicBezTo>
                    <a:pt x="277366" y="553857"/>
                    <a:pt x="274543" y="573531"/>
                    <a:pt x="272575" y="583026"/>
                  </a:cubicBezTo>
                  <a:cubicBezTo>
                    <a:pt x="270694" y="592607"/>
                    <a:pt x="260600" y="659584"/>
                    <a:pt x="259659" y="661466"/>
                  </a:cubicBezTo>
                  <a:cubicBezTo>
                    <a:pt x="258718" y="663347"/>
                    <a:pt x="234766" y="755730"/>
                    <a:pt x="223818" y="801580"/>
                  </a:cubicBezTo>
                  <a:cubicBezTo>
                    <a:pt x="212869" y="847514"/>
                    <a:pt x="182245" y="962736"/>
                    <a:pt x="172152" y="987628"/>
                  </a:cubicBezTo>
                  <a:cubicBezTo>
                    <a:pt x="172152" y="987628"/>
                    <a:pt x="170270" y="1046907"/>
                    <a:pt x="170270" y="1068891"/>
                  </a:cubicBezTo>
                  <a:cubicBezTo>
                    <a:pt x="170270" y="1090874"/>
                    <a:pt x="172152" y="1131591"/>
                    <a:pt x="172152" y="1131591"/>
                  </a:cubicBezTo>
                  <a:lnTo>
                    <a:pt x="169244" y="1135440"/>
                  </a:lnTo>
                  <a:cubicBezTo>
                    <a:pt x="169244" y="1135440"/>
                    <a:pt x="168730" y="1166063"/>
                    <a:pt x="172152" y="1171281"/>
                  </a:cubicBezTo>
                  <a:cubicBezTo>
                    <a:pt x="175488" y="1176585"/>
                    <a:pt x="178824" y="1184711"/>
                    <a:pt x="178824" y="1184711"/>
                  </a:cubicBezTo>
                  <a:cubicBezTo>
                    <a:pt x="178824" y="1184711"/>
                    <a:pt x="219028" y="1187619"/>
                    <a:pt x="217060" y="1197114"/>
                  </a:cubicBezTo>
                  <a:cubicBezTo>
                    <a:pt x="217060" y="1197114"/>
                    <a:pt x="221337" y="1205754"/>
                    <a:pt x="178824" y="1205754"/>
                  </a:cubicBezTo>
                  <a:cubicBezTo>
                    <a:pt x="178824" y="1205754"/>
                    <a:pt x="168303" y="1209603"/>
                    <a:pt x="118604" y="1207208"/>
                  </a:cubicBezTo>
                  <a:cubicBezTo>
                    <a:pt x="118604" y="1207208"/>
                    <a:pt x="117150" y="1201477"/>
                    <a:pt x="116209" y="1198568"/>
                  </a:cubicBezTo>
                  <a:cubicBezTo>
                    <a:pt x="115268" y="1195745"/>
                    <a:pt x="115696" y="1184711"/>
                    <a:pt x="115696" y="1184711"/>
                  </a:cubicBezTo>
                  <a:cubicBezTo>
                    <a:pt x="115696" y="1184711"/>
                    <a:pt x="103720" y="1173676"/>
                    <a:pt x="97989" y="1175644"/>
                  </a:cubicBezTo>
                  <a:cubicBezTo>
                    <a:pt x="92258" y="1177526"/>
                    <a:pt x="89863" y="1185224"/>
                    <a:pt x="93199" y="1195232"/>
                  </a:cubicBezTo>
                  <a:cubicBezTo>
                    <a:pt x="96535" y="1205241"/>
                    <a:pt x="96364" y="1207807"/>
                    <a:pt x="96364" y="1207807"/>
                  </a:cubicBezTo>
                  <a:lnTo>
                    <a:pt x="70702" y="1207807"/>
                  </a:lnTo>
                  <a:cubicBezTo>
                    <a:pt x="70702" y="1207807"/>
                    <a:pt x="71643" y="1185224"/>
                    <a:pt x="69248" y="1177098"/>
                  </a:cubicBezTo>
                  <a:cubicBezTo>
                    <a:pt x="66852" y="1168972"/>
                    <a:pt x="65912" y="1158023"/>
                    <a:pt x="67366" y="1146475"/>
                  </a:cubicBezTo>
                  <a:cubicBezTo>
                    <a:pt x="68821" y="1135012"/>
                    <a:pt x="75492" y="1135953"/>
                    <a:pt x="74551" y="1134499"/>
                  </a:cubicBezTo>
                  <a:cubicBezTo>
                    <a:pt x="74551" y="1134499"/>
                    <a:pt x="74551" y="1124919"/>
                    <a:pt x="80283" y="1106785"/>
                  </a:cubicBezTo>
                  <a:cubicBezTo>
                    <a:pt x="86013" y="1088565"/>
                    <a:pt x="87468" y="1064699"/>
                    <a:pt x="88408" y="1054605"/>
                  </a:cubicBezTo>
                  <a:cubicBezTo>
                    <a:pt x="89349" y="1044597"/>
                    <a:pt x="91318" y="1024923"/>
                    <a:pt x="89863" y="1006276"/>
                  </a:cubicBezTo>
                  <a:cubicBezTo>
                    <a:pt x="88408" y="987628"/>
                    <a:pt x="91318" y="972316"/>
                    <a:pt x="91318" y="964703"/>
                  </a:cubicBezTo>
                  <a:cubicBezTo>
                    <a:pt x="91318" y="957090"/>
                    <a:pt x="91830" y="942207"/>
                    <a:pt x="89435" y="933139"/>
                  </a:cubicBezTo>
                  <a:cubicBezTo>
                    <a:pt x="87041" y="924072"/>
                    <a:pt x="87041" y="875229"/>
                    <a:pt x="97134" y="842296"/>
                  </a:cubicBezTo>
                  <a:cubicBezTo>
                    <a:pt x="97134" y="842296"/>
                    <a:pt x="97647" y="808337"/>
                    <a:pt x="95252" y="805001"/>
                  </a:cubicBezTo>
                  <a:cubicBezTo>
                    <a:pt x="92857" y="801665"/>
                    <a:pt x="92857" y="798757"/>
                    <a:pt x="91916" y="795420"/>
                  </a:cubicBezTo>
                  <a:cubicBezTo>
                    <a:pt x="90975" y="792085"/>
                    <a:pt x="93370" y="790630"/>
                    <a:pt x="90461" y="787294"/>
                  </a:cubicBezTo>
                  <a:cubicBezTo>
                    <a:pt x="87553" y="783958"/>
                    <a:pt x="73268" y="740419"/>
                    <a:pt x="69933" y="724166"/>
                  </a:cubicBezTo>
                  <a:cubicBezTo>
                    <a:pt x="66597" y="707914"/>
                    <a:pt x="57529" y="661551"/>
                    <a:pt x="54107" y="648549"/>
                  </a:cubicBezTo>
                  <a:cubicBezTo>
                    <a:pt x="50771" y="635633"/>
                    <a:pt x="50258" y="623229"/>
                    <a:pt x="47863" y="618867"/>
                  </a:cubicBezTo>
                  <a:cubicBezTo>
                    <a:pt x="45467" y="614590"/>
                    <a:pt x="42559" y="604069"/>
                    <a:pt x="40164" y="597824"/>
                  </a:cubicBezTo>
                  <a:cubicBezTo>
                    <a:pt x="37770" y="591580"/>
                    <a:pt x="35887" y="556680"/>
                    <a:pt x="40678" y="526570"/>
                  </a:cubicBezTo>
                  <a:cubicBezTo>
                    <a:pt x="45467" y="496460"/>
                    <a:pt x="55990" y="480208"/>
                    <a:pt x="60779" y="470114"/>
                  </a:cubicBezTo>
                  <a:cubicBezTo>
                    <a:pt x="60779" y="470114"/>
                    <a:pt x="57272" y="460619"/>
                    <a:pt x="55476" y="454204"/>
                  </a:cubicBezTo>
                  <a:cubicBezTo>
                    <a:pt x="51113" y="452664"/>
                    <a:pt x="41362" y="448558"/>
                    <a:pt x="42559" y="441458"/>
                  </a:cubicBezTo>
                  <a:cubicBezTo>
                    <a:pt x="44014" y="432819"/>
                    <a:pt x="49744" y="408012"/>
                    <a:pt x="49232" y="404163"/>
                  </a:cubicBezTo>
                  <a:cubicBezTo>
                    <a:pt x="48718" y="400313"/>
                    <a:pt x="49744" y="391759"/>
                    <a:pt x="47777" y="388851"/>
                  </a:cubicBezTo>
                  <a:cubicBezTo>
                    <a:pt x="45896" y="386028"/>
                    <a:pt x="31524" y="375422"/>
                    <a:pt x="30584" y="369691"/>
                  </a:cubicBezTo>
                  <a:cubicBezTo>
                    <a:pt x="29643" y="363959"/>
                    <a:pt x="30071" y="343857"/>
                    <a:pt x="30071" y="342403"/>
                  </a:cubicBezTo>
                  <a:cubicBezTo>
                    <a:pt x="30071" y="340949"/>
                    <a:pt x="18609" y="340008"/>
                    <a:pt x="16214" y="335218"/>
                  </a:cubicBezTo>
                  <a:lnTo>
                    <a:pt x="16214" y="335218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02B834A4-A8DB-1C9B-9AAF-C21BF1F36F3F}"/>
                </a:ext>
              </a:extLst>
            </p:cNvPr>
            <p:cNvSpPr/>
            <p:nvPr/>
          </p:nvSpPr>
          <p:spPr>
            <a:xfrm>
              <a:off x="3171750" y="5714373"/>
              <a:ext cx="247576" cy="1163945"/>
            </a:xfrm>
            <a:custGeom>
              <a:avLst/>
              <a:gdLst>
                <a:gd name="connsiteX0" fmla="*/ 86081 w 247576"/>
                <a:gd name="connsiteY0" fmla="*/ 191475 h 1163945"/>
                <a:gd name="connsiteX1" fmla="*/ 92154 w 247576"/>
                <a:gd name="connsiteY1" fmla="*/ 182665 h 1163945"/>
                <a:gd name="connsiteX2" fmla="*/ 100964 w 247576"/>
                <a:gd name="connsiteY2" fmla="*/ 167781 h 1163945"/>
                <a:gd name="connsiteX3" fmla="*/ 102333 w 247576"/>
                <a:gd name="connsiteY3" fmla="*/ 184974 h 1163945"/>
                <a:gd name="connsiteX4" fmla="*/ 105156 w 247576"/>
                <a:gd name="connsiteY4" fmla="*/ 201227 h 1163945"/>
                <a:gd name="connsiteX5" fmla="*/ 94036 w 247576"/>
                <a:gd name="connsiteY5" fmla="*/ 225435 h 1163945"/>
                <a:gd name="connsiteX6" fmla="*/ 91898 w 247576"/>
                <a:gd name="connsiteY6" fmla="*/ 228685 h 1163945"/>
                <a:gd name="connsiteX7" fmla="*/ 101478 w 247576"/>
                <a:gd name="connsiteY7" fmla="*/ 226376 h 1163945"/>
                <a:gd name="connsiteX8" fmla="*/ 113539 w 247576"/>
                <a:gd name="connsiteY8" fmla="*/ 206359 h 1163945"/>
                <a:gd name="connsiteX9" fmla="*/ 119099 w 247576"/>
                <a:gd name="connsiteY9" fmla="*/ 201997 h 1163945"/>
                <a:gd name="connsiteX10" fmla="*/ 110289 w 247576"/>
                <a:gd name="connsiteY10" fmla="*/ 174795 h 1163945"/>
                <a:gd name="connsiteX11" fmla="*/ 83001 w 247576"/>
                <a:gd name="connsiteY11" fmla="*/ 167524 h 1163945"/>
                <a:gd name="connsiteX12" fmla="*/ 75902 w 247576"/>
                <a:gd name="connsiteY12" fmla="*/ 175736 h 1163945"/>
                <a:gd name="connsiteX13" fmla="*/ 86166 w 247576"/>
                <a:gd name="connsiteY13" fmla="*/ 191561 h 1163945"/>
                <a:gd name="connsiteX14" fmla="*/ 86166 w 247576"/>
                <a:gd name="connsiteY14" fmla="*/ 191561 h 1163945"/>
                <a:gd name="connsiteX15" fmla="*/ 75388 w 247576"/>
                <a:gd name="connsiteY15" fmla="*/ 157003 h 1163945"/>
                <a:gd name="connsiteX16" fmla="*/ 68374 w 247576"/>
                <a:gd name="connsiteY16" fmla="*/ 155634 h 1163945"/>
                <a:gd name="connsiteX17" fmla="*/ 62814 w 247576"/>
                <a:gd name="connsiteY17" fmla="*/ 163076 h 1163945"/>
                <a:gd name="connsiteX18" fmla="*/ 63755 w 247576"/>
                <a:gd name="connsiteY18" fmla="*/ 175138 h 1163945"/>
                <a:gd name="connsiteX19" fmla="*/ 75902 w 247576"/>
                <a:gd name="connsiteY19" fmla="*/ 160510 h 1163945"/>
                <a:gd name="connsiteX20" fmla="*/ 75388 w 247576"/>
                <a:gd name="connsiteY20" fmla="*/ 157003 h 1163945"/>
                <a:gd name="connsiteX21" fmla="*/ 75388 w 247576"/>
                <a:gd name="connsiteY21" fmla="*/ 157003 h 1163945"/>
                <a:gd name="connsiteX22" fmla="*/ 123890 w 247576"/>
                <a:gd name="connsiteY22" fmla="*/ 1131469 h 1163945"/>
                <a:gd name="connsiteX23" fmla="*/ 135523 w 247576"/>
                <a:gd name="connsiteY23" fmla="*/ 1126508 h 1163945"/>
                <a:gd name="connsiteX24" fmla="*/ 139030 w 247576"/>
                <a:gd name="connsiteY24" fmla="*/ 1119408 h 1163945"/>
                <a:gd name="connsiteX25" fmla="*/ 134923 w 247576"/>
                <a:gd name="connsiteY25" fmla="*/ 1108117 h 1163945"/>
                <a:gd name="connsiteX26" fmla="*/ 123890 w 247576"/>
                <a:gd name="connsiteY26" fmla="*/ 1131469 h 1163945"/>
                <a:gd name="connsiteX27" fmla="*/ 123890 w 247576"/>
                <a:gd name="connsiteY27" fmla="*/ 1131469 h 1163945"/>
                <a:gd name="connsiteX28" fmla="*/ 158105 w 247576"/>
                <a:gd name="connsiteY28" fmla="*/ 1075013 h 1163945"/>
                <a:gd name="connsiteX29" fmla="*/ 160928 w 247576"/>
                <a:gd name="connsiteY29" fmla="*/ 1065689 h 1163945"/>
                <a:gd name="connsiteX30" fmla="*/ 164178 w 247576"/>
                <a:gd name="connsiteY30" fmla="*/ 993152 h 1163945"/>
                <a:gd name="connsiteX31" fmla="*/ 145103 w 247576"/>
                <a:gd name="connsiteY31" fmla="*/ 929938 h 1163945"/>
                <a:gd name="connsiteX32" fmla="*/ 137661 w 247576"/>
                <a:gd name="connsiteY32" fmla="*/ 1039686 h 1163945"/>
                <a:gd name="connsiteX33" fmla="*/ 158105 w 247576"/>
                <a:gd name="connsiteY33" fmla="*/ 1075013 h 1163945"/>
                <a:gd name="connsiteX34" fmla="*/ 158105 w 247576"/>
                <a:gd name="connsiteY34" fmla="*/ 1075013 h 1163945"/>
                <a:gd name="connsiteX35" fmla="*/ 68630 w 247576"/>
                <a:gd name="connsiteY35" fmla="*/ 372049 h 1163945"/>
                <a:gd name="connsiteX36" fmla="*/ 66834 w 247576"/>
                <a:gd name="connsiteY36" fmla="*/ 362982 h 1163945"/>
                <a:gd name="connsiteX37" fmla="*/ 64098 w 247576"/>
                <a:gd name="connsiteY37" fmla="*/ 362554 h 1163945"/>
                <a:gd name="connsiteX38" fmla="*/ 52977 w 247576"/>
                <a:gd name="connsiteY38" fmla="*/ 375557 h 1163945"/>
                <a:gd name="connsiteX39" fmla="*/ 18590 w 247576"/>
                <a:gd name="connsiteY39" fmla="*/ 398310 h 1163945"/>
                <a:gd name="connsiteX40" fmla="*/ 28 w 247576"/>
                <a:gd name="connsiteY40" fmla="*/ 385308 h 1163945"/>
                <a:gd name="connsiteX41" fmla="*/ 2851 w 247576"/>
                <a:gd name="connsiteY41" fmla="*/ 345789 h 1163945"/>
                <a:gd name="connsiteX42" fmla="*/ 51694 w 247576"/>
                <a:gd name="connsiteY42" fmla="*/ 243484 h 1163945"/>
                <a:gd name="connsiteX43" fmla="*/ 56313 w 247576"/>
                <a:gd name="connsiteY43" fmla="*/ 193699 h 1163945"/>
                <a:gd name="connsiteX44" fmla="*/ 45193 w 247576"/>
                <a:gd name="connsiteY44" fmla="*/ 162563 h 1163945"/>
                <a:gd name="connsiteX45" fmla="*/ 59136 w 247576"/>
                <a:gd name="connsiteY45" fmla="*/ 147252 h 1163945"/>
                <a:gd name="connsiteX46" fmla="*/ 59649 w 247576"/>
                <a:gd name="connsiteY46" fmla="*/ 147252 h 1163945"/>
                <a:gd name="connsiteX47" fmla="*/ 48871 w 247576"/>
                <a:gd name="connsiteY47" fmla="*/ 127748 h 1163945"/>
                <a:gd name="connsiteX48" fmla="*/ 46561 w 247576"/>
                <a:gd name="connsiteY48" fmla="*/ 70522 h 1163945"/>
                <a:gd name="connsiteX49" fmla="*/ 47930 w 247576"/>
                <a:gd name="connsiteY49" fmla="*/ 52816 h 1163945"/>
                <a:gd name="connsiteX50" fmla="*/ 48871 w 247576"/>
                <a:gd name="connsiteY50" fmla="*/ 40669 h 1163945"/>
                <a:gd name="connsiteX51" fmla="*/ 59564 w 247576"/>
                <a:gd name="connsiteY51" fmla="*/ 31346 h 1163945"/>
                <a:gd name="connsiteX52" fmla="*/ 72138 w 247576"/>
                <a:gd name="connsiteY52" fmla="*/ 5769 h 1163945"/>
                <a:gd name="connsiteX53" fmla="*/ 154427 w 247576"/>
                <a:gd name="connsiteY53" fmla="*/ 14580 h 1163945"/>
                <a:gd name="connsiteX54" fmla="*/ 188386 w 247576"/>
                <a:gd name="connsiteY54" fmla="*/ 73602 h 1163945"/>
                <a:gd name="connsiteX55" fmla="*/ 173502 w 247576"/>
                <a:gd name="connsiteY55" fmla="*/ 129374 h 1163945"/>
                <a:gd name="connsiteX56" fmla="*/ 161869 w 247576"/>
                <a:gd name="connsiteY56" fmla="*/ 146140 h 1163945"/>
                <a:gd name="connsiteX57" fmla="*/ 170251 w 247576"/>
                <a:gd name="connsiteY57" fmla="*/ 162905 h 1163945"/>
                <a:gd name="connsiteX58" fmla="*/ 182141 w 247576"/>
                <a:gd name="connsiteY58" fmla="*/ 173940 h 1163945"/>
                <a:gd name="connsiteX59" fmla="*/ 204211 w 247576"/>
                <a:gd name="connsiteY59" fmla="*/ 166156 h 1163945"/>
                <a:gd name="connsiteX60" fmla="*/ 214561 w 247576"/>
                <a:gd name="connsiteY60" fmla="*/ 167610 h 1163945"/>
                <a:gd name="connsiteX61" fmla="*/ 235348 w 247576"/>
                <a:gd name="connsiteY61" fmla="*/ 187028 h 1163945"/>
                <a:gd name="connsiteX62" fmla="*/ 246553 w 247576"/>
                <a:gd name="connsiteY62" fmla="*/ 242371 h 1163945"/>
                <a:gd name="connsiteX63" fmla="*/ 247494 w 247576"/>
                <a:gd name="connsiteY63" fmla="*/ 333471 h 1163945"/>
                <a:gd name="connsiteX64" fmla="*/ 246125 w 247576"/>
                <a:gd name="connsiteY64" fmla="*/ 365120 h 1163945"/>
                <a:gd name="connsiteX65" fmla="*/ 242875 w 247576"/>
                <a:gd name="connsiteY65" fmla="*/ 386505 h 1163945"/>
                <a:gd name="connsiteX66" fmla="*/ 226109 w 247576"/>
                <a:gd name="connsiteY66" fmla="*/ 446212 h 1163945"/>
                <a:gd name="connsiteX67" fmla="*/ 232183 w 247576"/>
                <a:gd name="connsiteY67" fmla="*/ 461866 h 1163945"/>
                <a:gd name="connsiteX68" fmla="*/ 237144 w 247576"/>
                <a:gd name="connsiteY68" fmla="*/ 520033 h 1163945"/>
                <a:gd name="connsiteX69" fmla="*/ 236544 w 247576"/>
                <a:gd name="connsiteY69" fmla="*/ 517296 h 1163945"/>
                <a:gd name="connsiteX70" fmla="*/ 236801 w 247576"/>
                <a:gd name="connsiteY70" fmla="*/ 522086 h 1163945"/>
                <a:gd name="connsiteX71" fmla="*/ 236801 w 247576"/>
                <a:gd name="connsiteY71" fmla="*/ 521401 h 1163945"/>
                <a:gd name="connsiteX72" fmla="*/ 236801 w 247576"/>
                <a:gd name="connsiteY72" fmla="*/ 522171 h 1163945"/>
                <a:gd name="connsiteX73" fmla="*/ 236801 w 247576"/>
                <a:gd name="connsiteY73" fmla="*/ 541845 h 1163945"/>
                <a:gd name="connsiteX74" fmla="*/ 227050 w 247576"/>
                <a:gd name="connsiteY74" fmla="*/ 598131 h 1163945"/>
                <a:gd name="connsiteX75" fmla="*/ 222431 w 247576"/>
                <a:gd name="connsiteY75" fmla="*/ 627898 h 1163945"/>
                <a:gd name="connsiteX76" fmla="*/ 216272 w 247576"/>
                <a:gd name="connsiteY76" fmla="*/ 676228 h 1163945"/>
                <a:gd name="connsiteX77" fmla="*/ 215845 w 247576"/>
                <a:gd name="connsiteY77" fmla="*/ 677169 h 1163945"/>
                <a:gd name="connsiteX78" fmla="*/ 197025 w 247576"/>
                <a:gd name="connsiteY78" fmla="*/ 684098 h 1163945"/>
                <a:gd name="connsiteX79" fmla="*/ 195743 w 247576"/>
                <a:gd name="connsiteY79" fmla="*/ 684354 h 1163945"/>
                <a:gd name="connsiteX80" fmla="*/ 179576 w 247576"/>
                <a:gd name="connsiteY80" fmla="*/ 726440 h 1163945"/>
                <a:gd name="connsiteX81" fmla="*/ 168455 w 247576"/>
                <a:gd name="connsiteY81" fmla="*/ 767327 h 1163945"/>
                <a:gd name="connsiteX82" fmla="*/ 170337 w 247576"/>
                <a:gd name="connsiteY82" fmla="*/ 792476 h 1163945"/>
                <a:gd name="connsiteX83" fmla="*/ 201046 w 247576"/>
                <a:gd name="connsiteY83" fmla="*/ 865527 h 1163945"/>
                <a:gd name="connsiteX84" fmla="*/ 206606 w 247576"/>
                <a:gd name="connsiteY84" fmla="*/ 963128 h 1163945"/>
                <a:gd name="connsiteX85" fmla="*/ 211225 w 247576"/>
                <a:gd name="connsiteY85" fmla="*/ 1031987 h 1163945"/>
                <a:gd name="connsiteX86" fmla="*/ 219608 w 247576"/>
                <a:gd name="connsiteY86" fmla="*/ 1039429 h 1163945"/>
                <a:gd name="connsiteX87" fmla="*/ 233979 w 247576"/>
                <a:gd name="connsiteY87" fmla="*/ 1075697 h 1163945"/>
                <a:gd name="connsiteX88" fmla="*/ 222346 w 247576"/>
                <a:gd name="connsiteY88" fmla="*/ 1118980 h 1163945"/>
                <a:gd name="connsiteX89" fmla="*/ 217726 w 247576"/>
                <a:gd name="connsiteY89" fmla="*/ 1162948 h 1163945"/>
                <a:gd name="connsiteX90" fmla="*/ 213107 w 247576"/>
                <a:gd name="connsiteY90" fmla="*/ 1162948 h 1163945"/>
                <a:gd name="connsiteX91" fmla="*/ 207975 w 247576"/>
                <a:gd name="connsiteY91" fmla="*/ 1119408 h 1163945"/>
                <a:gd name="connsiteX92" fmla="*/ 201046 w 247576"/>
                <a:gd name="connsiteY92" fmla="*/ 1136601 h 1163945"/>
                <a:gd name="connsiteX93" fmla="*/ 196855 w 247576"/>
                <a:gd name="connsiteY93" fmla="*/ 1158500 h 1163945"/>
                <a:gd name="connsiteX94" fmla="*/ 123890 w 247576"/>
                <a:gd name="connsiteY94" fmla="*/ 1157131 h 1163945"/>
                <a:gd name="connsiteX95" fmla="*/ 120211 w 247576"/>
                <a:gd name="connsiteY95" fmla="*/ 1149689 h 1163945"/>
                <a:gd name="connsiteX96" fmla="*/ 116448 w 247576"/>
                <a:gd name="connsiteY96" fmla="*/ 1161494 h 1163945"/>
                <a:gd name="connsiteX97" fmla="*/ 58794 w 247576"/>
                <a:gd name="connsiteY97" fmla="*/ 1160125 h 1163945"/>
                <a:gd name="connsiteX98" fmla="*/ 55544 w 247576"/>
                <a:gd name="connsiteY98" fmla="*/ 1134805 h 1163945"/>
                <a:gd name="connsiteX99" fmla="*/ 78296 w 247576"/>
                <a:gd name="connsiteY99" fmla="*/ 1123685 h 1163945"/>
                <a:gd name="connsiteX100" fmla="*/ 91298 w 247576"/>
                <a:gd name="connsiteY100" fmla="*/ 1077152 h 1163945"/>
                <a:gd name="connsiteX101" fmla="*/ 91298 w 247576"/>
                <a:gd name="connsiteY101" fmla="*/ 997600 h 1163945"/>
                <a:gd name="connsiteX102" fmla="*/ 79665 w 247576"/>
                <a:gd name="connsiteY102" fmla="*/ 888280 h 1163945"/>
                <a:gd name="connsiteX103" fmla="*/ 81034 w 247576"/>
                <a:gd name="connsiteY103" fmla="*/ 818566 h 1163945"/>
                <a:gd name="connsiteX104" fmla="*/ 75902 w 247576"/>
                <a:gd name="connsiteY104" fmla="*/ 786916 h 1163945"/>
                <a:gd name="connsiteX105" fmla="*/ 63327 w 247576"/>
                <a:gd name="connsiteY105" fmla="*/ 752016 h 1163945"/>
                <a:gd name="connsiteX106" fmla="*/ 49726 w 247576"/>
                <a:gd name="connsiteY106" fmla="*/ 686065 h 1163945"/>
                <a:gd name="connsiteX107" fmla="*/ 38350 w 247576"/>
                <a:gd name="connsiteY107" fmla="*/ 684268 h 1163945"/>
                <a:gd name="connsiteX108" fmla="*/ 38179 w 247576"/>
                <a:gd name="connsiteY108" fmla="*/ 684098 h 1163945"/>
                <a:gd name="connsiteX109" fmla="*/ 35356 w 247576"/>
                <a:gd name="connsiteY109" fmla="*/ 681788 h 1163945"/>
                <a:gd name="connsiteX110" fmla="*/ 34414 w 247576"/>
                <a:gd name="connsiteY110" fmla="*/ 587866 h 1163945"/>
                <a:gd name="connsiteX111" fmla="*/ 37324 w 247576"/>
                <a:gd name="connsiteY111" fmla="*/ 511308 h 1163945"/>
                <a:gd name="connsiteX112" fmla="*/ 35783 w 247576"/>
                <a:gd name="connsiteY112" fmla="*/ 511650 h 1163945"/>
                <a:gd name="connsiteX113" fmla="*/ 36297 w 247576"/>
                <a:gd name="connsiteY113" fmla="*/ 504635 h 1163945"/>
                <a:gd name="connsiteX114" fmla="*/ 54431 w 247576"/>
                <a:gd name="connsiteY114" fmla="*/ 448864 h 1163945"/>
                <a:gd name="connsiteX115" fmla="*/ 61445 w 247576"/>
                <a:gd name="connsiteY115" fmla="*/ 430302 h 1163945"/>
                <a:gd name="connsiteX116" fmla="*/ 65551 w 247576"/>
                <a:gd name="connsiteY116" fmla="*/ 418326 h 1163945"/>
                <a:gd name="connsiteX117" fmla="*/ 65979 w 247576"/>
                <a:gd name="connsiteY117" fmla="*/ 416273 h 1163945"/>
                <a:gd name="connsiteX118" fmla="*/ 65722 w 247576"/>
                <a:gd name="connsiteY118" fmla="*/ 414477 h 1163945"/>
                <a:gd name="connsiteX119" fmla="*/ 73164 w 247576"/>
                <a:gd name="connsiteY119" fmla="*/ 383769 h 1163945"/>
                <a:gd name="connsiteX120" fmla="*/ 72823 w 247576"/>
                <a:gd name="connsiteY120" fmla="*/ 375984 h 1163945"/>
                <a:gd name="connsiteX121" fmla="*/ 68802 w 247576"/>
                <a:gd name="connsiteY121" fmla="*/ 371878 h 1163945"/>
                <a:gd name="connsiteX122" fmla="*/ 68802 w 247576"/>
                <a:gd name="connsiteY122" fmla="*/ 371878 h 116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247576" h="1163945">
                  <a:moveTo>
                    <a:pt x="86081" y="191475"/>
                  </a:moveTo>
                  <a:cubicBezTo>
                    <a:pt x="90272" y="193357"/>
                    <a:pt x="93010" y="194213"/>
                    <a:pt x="92154" y="182665"/>
                  </a:cubicBezTo>
                  <a:cubicBezTo>
                    <a:pt x="91213" y="171031"/>
                    <a:pt x="93096" y="166840"/>
                    <a:pt x="100964" y="167781"/>
                  </a:cubicBezTo>
                  <a:cubicBezTo>
                    <a:pt x="100964" y="167781"/>
                    <a:pt x="101478" y="180355"/>
                    <a:pt x="102333" y="184974"/>
                  </a:cubicBezTo>
                  <a:cubicBezTo>
                    <a:pt x="103274" y="189594"/>
                    <a:pt x="105584" y="198490"/>
                    <a:pt x="105156" y="201227"/>
                  </a:cubicBezTo>
                  <a:cubicBezTo>
                    <a:pt x="104643" y="204050"/>
                    <a:pt x="97714" y="219789"/>
                    <a:pt x="94036" y="225435"/>
                  </a:cubicBezTo>
                  <a:cubicBezTo>
                    <a:pt x="93523" y="226119"/>
                    <a:pt x="92839" y="227231"/>
                    <a:pt x="91898" y="228685"/>
                  </a:cubicBezTo>
                  <a:cubicBezTo>
                    <a:pt x="95148" y="227573"/>
                    <a:pt x="98740" y="226718"/>
                    <a:pt x="101478" y="226376"/>
                  </a:cubicBezTo>
                  <a:cubicBezTo>
                    <a:pt x="105241" y="225948"/>
                    <a:pt x="105241" y="217052"/>
                    <a:pt x="113539" y="206359"/>
                  </a:cubicBezTo>
                  <a:cubicBezTo>
                    <a:pt x="114566" y="205076"/>
                    <a:pt x="116448" y="203622"/>
                    <a:pt x="119099" y="201997"/>
                  </a:cubicBezTo>
                  <a:cubicBezTo>
                    <a:pt x="118501" y="199773"/>
                    <a:pt x="113197" y="179585"/>
                    <a:pt x="110289" y="174795"/>
                  </a:cubicBezTo>
                  <a:cubicBezTo>
                    <a:pt x="106268" y="168123"/>
                    <a:pt x="109861" y="163504"/>
                    <a:pt x="83001" y="167524"/>
                  </a:cubicBezTo>
                  <a:cubicBezTo>
                    <a:pt x="80520" y="168294"/>
                    <a:pt x="75902" y="170176"/>
                    <a:pt x="75902" y="175736"/>
                  </a:cubicBezTo>
                  <a:cubicBezTo>
                    <a:pt x="75902" y="181296"/>
                    <a:pt x="81975" y="189679"/>
                    <a:pt x="86166" y="191561"/>
                  </a:cubicBezTo>
                  <a:lnTo>
                    <a:pt x="86166" y="191561"/>
                  </a:lnTo>
                  <a:close/>
                  <a:moveTo>
                    <a:pt x="75388" y="157003"/>
                  </a:moveTo>
                  <a:cubicBezTo>
                    <a:pt x="73164" y="156147"/>
                    <a:pt x="69828" y="155035"/>
                    <a:pt x="68374" y="155634"/>
                  </a:cubicBezTo>
                  <a:cubicBezTo>
                    <a:pt x="66065" y="156575"/>
                    <a:pt x="63242" y="159826"/>
                    <a:pt x="62814" y="163076"/>
                  </a:cubicBezTo>
                  <a:cubicBezTo>
                    <a:pt x="62386" y="166327"/>
                    <a:pt x="63755" y="175138"/>
                    <a:pt x="63755" y="175138"/>
                  </a:cubicBezTo>
                  <a:cubicBezTo>
                    <a:pt x="63755" y="175138"/>
                    <a:pt x="72309" y="162307"/>
                    <a:pt x="75902" y="160510"/>
                  </a:cubicBezTo>
                  <a:cubicBezTo>
                    <a:pt x="75645" y="159484"/>
                    <a:pt x="75474" y="158286"/>
                    <a:pt x="75388" y="157003"/>
                  </a:cubicBezTo>
                  <a:lnTo>
                    <a:pt x="75388" y="157003"/>
                  </a:lnTo>
                  <a:close/>
                  <a:moveTo>
                    <a:pt x="123890" y="1131469"/>
                  </a:moveTo>
                  <a:cubicBezTo>
                    <a:pt x="125087" y="1130785"/>
                    <a:pt x="134239" y="1127449"/>
                    <a:pt x="135523" y="1126508"/>
                  </a:cubicBezTo>
                  <a:cubicBezTo>
                    <a:pt x="136806" y="1125653"/>
                    <a:pt x="138431" y="1124626"/>
                    <a:pt x="139030" y="1119408"/>
                  </a:cubicBezTo>
                  <a:cubicBezTo>
                    <a:pt x="139629" y="1114190"/>
                    <a:pt x="134923" y="1108117"/>
                    <a:pt x="134923" y="1108117"/>
                  </a:cubicBezTo>
                  <a:cubicBezTo>
                    <a:pt x="122606" y="1119579"/>
                    <a:pt x="122692" y="1132239"/>
                    <a:pt x="123890" y="1131469"/>
                  </a:cubicBezTo>
                  <a:lnTo>
                    <a:pt x="123890" y="1131469"/>
                  </a:lnTo>
                  <a:close/>
                  <a:moveTo>
                    <a:pt x="158105" y="1075013"/>
                  </a:moveTo>
                  <a:cubicBezTo>
                    <a:pt x="159474" y="1070822"/>
                    <a:pt x="160928" y="1065689"/>
                    <a:pt x="160928" y="1065689"/>
                  </a:cubicBezTo>
                  <a:cubicBezTo>
                    <a:pt x="162297" y="1054484"/>
                    <a:pt x="165119" y="1011286"/>
                    <a:pt x="164178" y="993152"/>
                  </a:cubicBezTo>
                  <a:cubicBezTo>
                    <a:pt x="163238" y="975018"/>
                    <a:pt x="145103" y="929938"/>
                    <a:pt x="145103" y="929938"/>
                  </a:cubicBezTo>
                  <a:cubicBezTo>
                    <a:pt x="130732" y="1034125"/>
                    <a:pt x="137661" y="1039686"/>
                    <a:pt x="137661" y="1039686"/>
                  </a:cubicBezTo>
                  <a:cubicBezTo>
                    <a:pt x="155796" y="1044304"/>
                    <a:pt x="156736" y="1079205"/>
                    <a:pt x="158105" y="1075013"/>
                  </a:cubicBezTo>
                  <a:lnTo>
                    <a:pt x="158105" y="1075013"/>
                  </a:lnTo>
                  <a:close/>
                  <a:moveTo>
                    <a:pt x="68630" y="372049"/>
                  </a:moveTo>
                  <a:cubicBezTo>
                    <a:pt x="67604" y="370595"/>
                    <a:pt x="67091" y="365120"/>
                    <a:pt x="66834" y="362982"/>
                  </a:cubicBezTo>
                  <a:lnTo>
                    <a:pt x="64098" y="362554"/>
                  </a:lnTo>
                  <a:cubicBezTo>
                    <a:pt x="62215" y="362982"/>
                    <a:pt x="52977" y="375557"/>
                    <a:pt x="52977" y="375557"/>
                  </a:cubicBezTo>
                  <a:cubicBezTo>
                    <a:pt x="50667" y="380176"/>
                    <a:pt x="37152" y="403015"/>
                    <a:pt x="18590" y="398310"/>
                  </a:cubicBezTo>
                  <a:cubicBezTo>
                    <a:pt x="18590" y="398310"/>
                    <a:pt x="4647" y="397882"/>
                    <a:pt x="28" y="385308"/>
                  </a:cubicBezTo>
                  <a:cubicBezTo>
                    <a:pt x="28" y="385308"/>
                    <a:pt x="-485" y="353658"/>
                    <a:pt x="2851" y="345789"/>
                  </a:cubicBezTo>
                  <a:cubicBezTo>
                    <a:pt x="6101" y="337833"/>
                    <a:pt x="45193" y="262045"/>
                    <a:pt x="51694" y="243484"/>
                  </a:cubicBezTo>
                  <a:cubicBezTo>
                    <a:pt x="58195" y="224922"/>
                    <a:pt x="63755" y="213288"/>
                    <a:pt x="56313" y="193699"/>
                  </a:cubicBezTo>
                  <a:cubicBezTo>
                    <a:pt x="48871" y="174197"/>
                    <a:pt x="44680" y="164445"/>
                    <a:pt x="45193" y="162563"/>
                  </a:cubicBezTo>
                  <a:cubicBezTo>
                    <a:pt x="45706" y="160681"/>
                    <a:pt x="52634" y="150502"/>
                    <a:pt x="59136" y="147252"/>
                  </a:cubicBezTo>
                  <a:lnTo>
                    <a:pt x="59649" y="147252"/>
                  </a:lnTo>
                  <a:cubicBezTo>
                    <a:pt x="55544" y="144514"/>
                    <a:pt x="50667" y="139211"/>
                    <a:pt x="48871" y="127748"/>
                  </a:cubicBezTo>
                  <a:cubicBezTo>
                    <a:pt x="46561" y="112437"/>
                    <a:pt x="50240" y="82669"/>
                    <a:pt x="46561" y="70522"/>
                  </a:cubicBezTo>
                  <a:cubicBezTo>
                    <a:pt x="42798" y="58461"/>
                    <a:pt x="45107" y="54270"/>
                    <a:pt x="47930" y="52816"/>
                  </a:cubicBezTo>
                  <a:cubicBezTo>
                    <a:pt x="47930" y="52816"/>
                    <a:pt x="44680" y="45802"/>
                    <a:pt x="48871" y="40669"/>
                  </a:cubicBezTo>
                  <a:cubicBezTo>
                    <a:pt x="53063" y="35537"/>
                    <a:pt x="59564" y="31346"/>
                    <a:pt x="59564" y="31346"/>
                  </a:cubicBezTo>
                  <a:cubicBezTo>
                    <a:pt x="59564" y="31346"/>
                    <a:pt x="53491" y="15093"/>
                    <a:pt x="72138" y="5769"/>
                  </a:cubicBezTo>
                  <a:cubicBezTo>
                    <a:pt x="98228" y="-7233"/>
                    <a:pt x="137233" y="4400"/>
                    <a:pt x="154427" y="14580"/>
                  </a:cubicBezTo>
                  <a:cubicBezTo>
                    <a:pt x="171620" y="24845"/>
                    <a:pt x="187873" y="54099"/>
                    <a:pt x="188386" y="73602"/>
                  </a:cubicBezTo>
                  <a:cubicBezTo>
                    <a:pt x="188814" y="93105"/>
                    <a:pt x="184708" y="114490"/>
                    <a:pt x="173502" y="129374"/>
                  </a:cubicBezTo>
                  <a:lnTo>
                    <a:pt x="161869" y="146140"/>
                  </a:lnTo>
                  <a:cubicBezTo>
                    <a:pt x="161869" y="146140"/>
                    <a:pt x="164178" y="158200"/>
                    <a:pt x="170251" y="162905"/>
                  </a:cubicBezTo>
                  <a:cubicBezTo>
                    <a:pt x="175640" y="167011"/>
                    <a:pt x="175128" y="171887"/>
                    <a:pt x="182141" y="173940"/>
                  </a:cubicBezTo>
                  <a:cubicBezTo>
                    <a:pt x="193519" y="169663"/>
                    <a:pt x="202329" y="166669"/>
                    <a:pt x="204211" y="166156"/>
                  </a:cubicBezTo>
                  <a:cubicBezTo>
                    <a:pt x="207889" y="165300"/>
                    <a:pt x="211995" y="166498"/>
                    <a:pt x="214561" y="167610"/>
                  </a:cubicBezTo>
                  <a:cubicBezTo>
                    <a:pt x="221832" y="168808"/>
                    <a:pt x="230386" y="175138"/>
                    <a:pt x="235348" y="187028"/>
                  </a:cubicBezTo>
                  <a:cubicBezTo>
                    <a:pt x="241421" y="201398"/>
                    <a:pt x="246553" y="228428"/>
                    <a:pt x="246553" y="242371"/>
                  </a:cubicBezTo>
                  <a:cubicBezTo>
                    <a:pt x="246553" y="256314"/>
                    <a:pt x="247922" y="321923"/>
                    <a:pt x="247494" y="333471"/>
                  </a:cubicBezTo>
                  <a:cubicBezTo>
                    <a:pt x="246981" y="345105"/>
                    <a:pt x="245612" y="358620"/>
                    <a:pt x="246125" y="365120"/>
                  </a:cubicBezTo>
                  <a:cubicBezTo>
                    <a:pt x="246639" y="371622"/>
                    <a:pt x="243388" y="380946"/>
                    <a:pt x="242875" y="386505"/>
                  </a:cubicBezTo>
                  <a:cubicBezTo>
                    <a:pt x="242447" y="391809"/>
                    <a:pt x="231926" y="431157"/>
                    <a:pt x="226109" y="446212"/>
                  </a:cubicBezTo>
                  <a:cubicBezTo>
                    <a:pt x="228333" y="451601"/>
                    <a:pt x="232183" y="461866"/>
                    <a:pt x="232183" y="461866"/>
                  </a:cubicBezTo>
                  <a:cubicBezTo>
                    <a:pt x="240737" y="487186"/>
                    <a:pt x="238256" y="512591"/>
                    <a:pt x="237144" y="520033"/>
                  </a:cubicBezTo>
                  <a:lnTo>
                    <a:pt x="236544" y="517296"/>
                  </a:lnTo>
                  <a:cubicBezTo>
                    <a:pt x="236630" y="518835"/>
                    <a:pt x="236716" y="520461"/>
                    <a:pt x="236801" y="522086"/>
                  </a:cubicBezTo>
                  <a:lnTo>
                    <a:pt x="236801" y="521401"/>
                  </a:lnTo>
                  <a:cubicBezTo>
                    <a:pt x="236801" y="521401"/>
                    <a:pt x="236801" y="522171"/>
                    <a:pt x="236801" y="522171"/>
                  </a:cubicBezTo>
                  <a:cubicBezTo>
                    <a:pt x="237229" y="529356"/>
                    <a:pt x="237401" y="537055"/>
                    <a:pt x="236801" y="541845"/>
                  </a:cubicBezTo>
                  <a:cubicBezTo>
                    <a:pt x="235432" y="553051"/>
                    <a:pt x="232610" y="585984"/>
                    <a:pt x="227050" y="598131"/>
                  </a:cubicBezTo>
                  <a:cubicBezTo>
                    <a:pt x="227050" y="598131"/>
                    <a:pt x="222858" y="613528"/>
                    <a:pt x="222431" y="627898"/>
                  </a:cubicBezTo>
                  <a:cubicBezTo>
                    <a:pt x="222003" y="641756"/>
                    <a:pt x="219779" y="667332"/>
                    <a:pt x="216272" y="676228"/>
                  </a:cubicBezTo>
                  <a:lnTo>
                    <a:pt x="215845" y="677169"/>
                  </a:lnTo>
                  <a:cubicBezTo>
                    <a:pt x="214476" y="680163"/>
                    <a:pt x="207803" y="682472"/>
                    <a:pt x="197025" y="684098"/>
                  </a:cubicBezTo>
                  <a:lnTo>
                    <a:pt x="195743" y="684354"/>
                  </a:lnTo>
                  <a:cubicBezTo>
                    <a:pt x="191123" y="697271"/>
                    <a:pt x="183596" y="718057"/>
                    <a:pt x="179576" y="726440"/>
                  </a:cubicBezTo>
                  <a:cubicBezTo>
                    <a:pt x="173502" y="739014"/>
                    <a:pt x="169824" y="757148"/>
                    <a:pt x="168455" y="767327"/>
                  </a:cubicBezTo>
                  <a:cubicBezTo>
                    <a:pt x="167086" y="777592"/>
                    <a:pt x="167086" y="782211"/>
                    <a:pt x="170337" y="792476"/>
                  </a:cubicBezTo>
                  <a:cubicBezTo>
                    <a:pt x="173587" y="802741"/>
                    <a:pt x="194972" y="836187"/>
                    <a:pt x="201046" y="865527"/>
                  </a:cubicBezTo>
                  <a:cubicBezTo>
                    <a:pt x="207119" y="894867"/>
                    <a:pt x="206179" y="927372"/>
                    <a:pt x="206606" y="963128"/>
                  </a:cubicBezTo>
                  <a:cubicBezTo>
                    <a:pt x="207034" y="998969"/>
                    <a:pt x="205665" y="1025913"/>
                    <a:pt x="211225" y="1031987"/>
                  </a:cubicBezTo>
                  <a:cubicBezTo>
                    <a:pt x="216785" y="1038060"/>
                    <a:pt x="219181" y="1037547"/>
                    <a:pt x="219608" y="1039429"/>
                  </a:cubicBezTo>
                  <a:cubicBezTo>
                    <a:pt x="220036" y="1041311"/>
                    <a:pt x="234920" y="1061241"/>
                    <a:pt x="233979" y="1075697"/>
                  </a:cubicBezTo>
                  <a:cubicBezTo>
                    <a:pt x="233038" y="1090154"/>
                    <a:pt x="225596" y="1090581"/>
                    <a:pt x="222346" y="1118980"/>
                  </a:cubicBezTo>
                  <a:cubicBezTo>
                    <a:pt x="219095" y="1147294"/>
                    <a:pt x="217726" y="1162948"/>
                    <a:pt x="217726" y="1162948"/>
                  </a:cubicBezTo>
                  <a:lnTo>
                    <a:pt x="213107" y="1162948"/>
                  </a:lnTo>
                  <a:cubicBezTo>
                    <a:pt x="213107" y="1162948"/>
                    <a:pt x="210284" y="1118980"/>
                    <a:pt x="207975" y="1119408"/>
                  </a:cubicBezTo>
                  <a:cubicBezTo>
                    <a:pt x="205665" y="1119836"/>
                    <a:pt x="201046" y="1132410"/>
                    <a:pt x="201046" y="1136601"/>
                  </a:cubicBezTo>
                  <a:cubicBezTo>
                    <a:pt x="201046" y="1140793"/>
                    <a:pt x="203869" y="1156190"/>
                    <a:pt x="196855" y="1158500"/>
                  </a:cubicBezTo>
                  <a:cubicBezTo>
                    <a:pt x="189840" y="1160809"/>
                    <a:pt x="152716" y="1167310"/>
                    <a:pt x="123890" y="1157131"/>
                  </a:cubicBezTo>
                  <a:cubicBezTo>
                    <a:pt x="123890" y="1157131"/>
                    <a:pt x="121066" y="1151058"/>
                    <a:pt x="120211" y="1149689"/>
                  </a:cubicBezTo>
                  <a:cubicBezTo>
                    <a:pt x="120211" y="1149689"/>
                    <a:pt x="121152" y="1161066"/>
                    <a:pt x="116448" y="1161494"/>
                  </a:cubicBezTo>
                  <a:cubicBezTo>
                    <a:pt x="111828" y="1161921"/>
                    <a:pt x="93181" y="1167567"/>
                    <a:pt x="58794" y="1160125"/>
                  </a:cubicBezTo>
                  <a:cubicBezTo>
                    <a:pt x="58794" y="1160125"/>
                    <a:pt x="51865" y="1141820"/>
                    <a:pt x="55544" y="1134805"/>
                  </a:cubicBezTo>
                  <a:cubicBezTo>
                    <a:pt x="59221" y="1127877"/>
                    <a:pt x="73678" y="1128732"/>
                    <a:pt x="78296" y="1123685"/>
                  </a:cubicBezTo>
                  <a:cubicBezTo>
                    <a:pt x="82916" y="1118553"/>
                    <a:pt x="89931" y="1097681"/>
                    <a:pt x="91298" y="1077152"/>
                  </a:cubicBezTo>
                  <a:cubicBezTo>
                    <a:pt x="92667" y="1056708"/>
                    <a:pt x="97800" y="1041824"/>
                    <a:pt x="91298" y="997600"/>
                  </a:cubicBezTo>
                  <a:cubicBezTo>
                    <a:pt x="84797" y="953462"/>
                    <a:pt x="78296" y="926431"/>
                    <a:pt x="79665" y="888280"/>
                  </a:cubicBezTo>
                  <a:cubicBezTo>
                    <a:pt x="81034" y="850130"/>
                    <a:pt x="83344" y="823613"/>
                    <a:pt x="81034" y="818566"/>
                  </a:cubicBezTo>
                  <a:cubicBezTo>
                    <a:pt x="78724" y="813433"/>
                    <a:pt x="74533" y="800004"/>
                    <a:pt x="75902" y="786916"/>
                  </a:cubicBezTo>
                  <a:cubicBezTo>
                    <a:pt x="75902" y="786916"/>
                    <a:pt x="69401" y="766900"/>
                    <a:pt x="63327" y="752016"/>
                  </a:cubicBezTo>
                  <a:cubicBezTo>
                    <a:pt x="58109" y="739100"/>
                    <a:pt x="51438" y="698896"/>
                    <a:pt x="49726" y="686065"/>
                  </a:cubicBezTo>
                  <a:cubicBezTo>
                    <a:pt x="42713" y="685637"/>
                    <a:pt x="39633" y="685124"/>
                    <a:pt x="38350" y="684268"/>
                  </a:cubicBezTo>
                  <a:cubicBezTo>
                    <a:pt x="30823" y="689059"/>
                    <a:pt x="38179" y="684098"/>
                    <a:pt x="38179" y="684098"/>
                  </a:cubicBezTo>
                  <a:lnTo>
                    <a:pt x="35356" y="681788"/>
                  </a:lnTo>
                  <a:cubicBezTo>
                    <a:pt x="35356" y="681788"/>
                    <a:pt x="39034" y="631576"/>
                    <a:pt x="34414" y="587866"/>
                  </a:cubicBezTo>
                  <a:cubicBezTo>
                    <a:pt x="34414" y="587866"/>
                    <a:pt x="27914" y="536285"/>
                    <a:pt x="37324" y="511308"/>
                  </a:cubicBezTo>
                  <a:lnTo>
                    <a:pt x="35783" y="511650"/>
                  </a:lnTo>
                  <a:lnTo>
                    <a:pt x="36297" y="504635"/>
                  </a:lnTo>
                  <a:cubicBezTo>
                    <a:pt x="36724" y="497707"/>
                    <a:pt x="51181" y="455793"/>
                    <a:pt x="54431" y="448864"/>
                  </a:cubicBezTo>
                  <a:cubicBezTo>
                    <a:pt x="57682" y="441850"/>
                    <a:pt x="59564" y="439540"/>
                    <a:pt x="61445" y="430302"/>
                  </a:cubicBezTo>
                  <a:cubicBezTo>
                    <a:pt x="62643" y="424229"/>
                    <a:pt x="64696" y="420892"/>
                    <a:pt x="65551" y="418326"/>
                  </a:cubicBezTo>
                  <a:lnTo>
                    <a:pt x="65979" y="416273"/>
                  </a:lnTo>
                  <a:lnTo>
                    <a:pt x="65722" y="414477"/>
                  </a:lnTo>
                  <a:cubicBezTo>
                    <a:pt x="64353" y="410713"/>
                    <a:pt x="71796" y="391724"/>
                    <a:pt x="73164" y="383769"/>
                  </a:cubicBezTo>
                  <a:cubicBezTo>
                    <a:pt x="74362" y="377096"/>
                    <a:pt x="73849" y="378037"/>
                    <a:pt x="72823" y="375984"/>
                  </a:cubicBezTo>
                  <a:cubicBezTo>
                    <a:pt x="71368" y="374359"/>
                    <a:pt x="69487" y="372819"/>
                    <a:pt x="68802" y="371878"/>
                  </a:cubicBezTo>
                  <a:lnTo>
                    <a:pt x="68802" y="371878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8CACC4B-6D36-D87D-88DC-95C5140FF42B}"/>
                </a:ext>
              </a:extLst>
            </p:cNvPr>
            <p:cNvSpPr/>
            <p:nvPr/>
          </p:nvSpPr>
          <p:spPr>
            <a:xfrm>
              <a:off x="2701974" y="5615260"/>
              <a:ext cx="361260" cy="1266774"/>
            </a:xfrm>
            <a:custGeom>
              <a:avLst/>
              <a:gdLst>
                <a:gd name="connsiteX0" fmla="*/ 364 w 361260"/>
                <a:gd name="connsiteY0" fmla="*/ 297945 h 1266774"/>
                <a:gd name="connsiteX1" fmla="*/ 12424 w 361260"/>
                <a:gd name="connsiteY1" fmla="*/ 252781 h 1266774"/>
                <a:gd name="connsiteX2" fmla="*/ 29276 w 361260"/>
                <a:gd name="connsiteY2" fmla="*/ 184178 h 1266774"/>
                <a:gd name="connsiteX3" fmla="*/ 68539 w 361260"/>
                <a:gd name="connsiteY3" fmla="*/ 169380 h 1266774"/>
                <a:gd name="connsiteX4" fmla="*/ 110625 w 361260"/>
                <a:gd name="connsiteY4" fmla="*/ 163905 h 1266774"/>
                <a:gd name="connsiteX5" fmla="*/ 128502 w 361260"/>
                <a:gd name="connsiteY5" fmla="*/ 139355 h 1266774"/>
                <a:gd name="connsiteX6" fmla="*/ 128416 w 361260"/>
                <a:gd name="connsiteY6" fmla="*/ 123274 h 1266774"/>
                <a:gd name="connsiteX7" fmla="*/ 125337 w 361260"/>
                <a:gd name="connsiteY7" fmla="*/ 100007 h 1266774"/>
                <a:gd name="connsiteX8" fmla="*/ 120718 w 361260"/>
                <a:gd name="connsiteY8" fmla="*/ 93848 h 1266774"/>
                <a:gd name="connsiteX9" fmla="*/ 123797 w 361260"/>
                <a:gd name="connsiteY9" fmla="*/ 66476 h 1266774"/>
                <a:gd name="connsiteX10" fmla="*/ 147577 w 361260"/>
                <a:gd name="connsiteY10" fmla="*/ 17889 h 1266774"/>
                <a:gd name="connsiteX11" fmla="*/ 209080 w 361260"/>
                <a:gd name="connsiteY11" fmla="*/ 354 h 1266774"/>
                <a:gd name="connsiteX12" fmla="*/ 232860 w 361260"/>
                <a:gd name="connsiteY12" fmla="*/ 11217 h 1266774"/>
                <a:gd name="connsiteX13" fmla="*/ 237992 w 361260"/>
                <a:gd name="connsiteY13" fmla="*/ 14639 h 1266774"/>
                <a:gd name="connsiteX14" fmla="*/ 230807 w 361260"/>
                <a:gd name="connsiteY14" fmla="*/ 14382 h 1266774"/>
                <a:gd name="connsiteX15" fmla="*/ 229781 w 361260"/>
                <a:gd name="connsiteY15" fmla="*/ 19001 h 1266774"/>
                <a:gd name="connsiteX16" fmla="*/ 240130 w 361260"/>
                <a:gd name="connsiteY16" fmla="*/ 29352 h 1266774"/>
                <a:gd name="connsiteX17" fmla="*/ 234486 w 361260"/>
                <a:gd name="connsiteY17" fmla="*/ 30378 h 1266774"/>
                <a:gd name="connsiteX18" fmla="*/ 239618 w 361260"/>
                <a:gd name="connsiteY18" fmla="*/ 42268 h 1266774"/>
                <a:gd name="connsiteX19" fmla="*/ 242184 w 361260"/>
                <a:gd name="connsiteY19" fmla="*/ 50565 h 1266774"/>
                <a:gd name="connsiteX20" fmla="*/ 247829 w 361260"/>
                <a:gd name="connsiteY20" fmla="*/ 60403 h 1266774"/>
                <a:gd name="connsiteX21" fmla="*/ 239532 w 361260"/>
                <a:gd name="connsiteY21" fmla="*/ 79563 h 1266774"/>
                <a:gd name="connsiteX22" fmla="*/ 235426 w 361260"/>
                <a:gd name="connsiteY22" fmla="*/ 96072 h 1266774"/>
                <a:gd name="connsiteX23" fmla="*/ 227129 w 361260"/>
                <a:gd name="connsiteY23" fmla="*/ 118826 h 1266774"/>
                <a:gd name="connsiteX24" fmla="*/ 223023 w 361260"/>
                <a:gd name="connsiteY24" fmla="*/ 132769 h 1266774"/>
                <a:gd name="connsiteX25" fmla="*/ 211646 w 361260"/>
                <a:gd name="connsiteY25" fmla="*/ 139013 h 1266774"/>
                <a:gd name="connsiteX26" fmla="*/ 200783 w 361260"/>
                <a:gd name="connsiteY26" fmla="*/ 166386 h 1266774"/>
                <a:gd name="connsiteX27" fmla="*/ 198387 w 361260"/>
                <a:gd name="connsiteY27" fmla="*/ 172459 h 1266774"/>
                <a:gd name="connsiteX28" fmla="*/ 201638 w 361260"/>
                <a:gd name="connsiteY28" fmla="*/ 188883 h 1266774"/>
                <a:gd name="connsiteX29" fmla="*/ 202664 w 361260"/>
                <a:gd name="connsiteY29" fmla="*/ 199233 h 1266774"/>
                <a:gd name="connsiteX30" fmla="*/ 212673 w 361260"/>
                <a:gd name="connsiteY30" fmla="*/ 211978 h 1266774"/>
                <a:gd name="connsiteX31" fmla="*/ 221312 w 361260"/>
                <a:gd name="connsiteY31" fmla="*/ 215058 h 1266774"/>
                <a:gd name="connsiteX32" fmla="*/ 243040 w 361260"/>
                <a:gd name="connsiteY32" fmla="*/ 226093 h 1266774"/>
                <a:gd name="connsiteX33" fmla="*/ 257154 w 361260"/>
                <a:gd name="connsiteY33" fmla="*/ 225408 h 1266774"/>
                <a:gd name="connsiteX34" fmla="*/ 284697 w 361260"/>
                <a:gd name="connsiteY34" fmla="*/ 251241 h 1266774"/>
                <a:gd name="connsiteX35" fmla="*/ 301548 w 361260"/>
                <a:gd name="connsiteY35" fmla="*/ 285371 h 1266774"/>
                <a:gd name="connsiteX36" fmla="*/ 314978 w 361260"/>
                <a:gd name="connsiteY36" fmla="*/ 302308 h 1266774"/>
                <a:gd name="connsiteX37" fmla="*/ 327724 w 361260"/>
                <a:gd name="connsiteY37" fmla="*/ 314711 h 1266774"/>
                <a:gd name="connsiteX38" fmla="*/ 328750 w 361260"/>
                <a:gd name="connsiteY38" fmla="*/ 323693 h 1266774"/>
                <a:gd name="connsiteX39" fmla="*/ 348081 w 361260"/>
                <a:gd name="connsiteY39" fmla="*/ 339518 h 1266774"/>
                <a:gd name="connsiteX40" fmla="*/ 360143 w 361260"/>
                <a:gd name="connsiteY40" fmla="*/ 364667 h 1266774"/>
                <a:gd name="connsiteX41" fmla="*/ 361169 w 361260"/>
                <a:gd name="connsiteY41" fmla="*/ 384341 h 1266774"/>
                <a:gd name="connsiteX42" fmla="*/ 358090 w 361260"/>
                <a:gd name="connsiteY42" fmla="*/ 404015 h 1266774"/>
                <a:gd name="connsiteX43" fmla="*/ 355011 w 361260"/>
                <a:gd name="connsiteY43" fmla="*/ 420866 h 1266774"/>
                <a:gd name="connsiteX44" fmla="*/ 345345 w 361260"/>
                <a:gd name="connsiteY44" fmla="*/ 438402 h 1266774"/>
                <a:gd name="connsiteX45" fmla="*/ 308819 w 361260"/>
                <a:gd name="connsiteY45" fmla="*/ 447041 h 1266774"/>
                <a:gd name="connsiteX46" fmla="*/ 279223 w 361260"/>
                <a:gd name="connsiteY46" fmla="*/ 429420 h 1266774"/>
                <a:gd name="connsiteX47" fmla="*/ 270583 w 361260"/>
                <a:gd name="connsiteY47" fmla="*/ 423860 h 1266774"/>
                <a:gd name="connsiteX48" fmla="*/ 268530 w 361260"/>
                <a:gd name="connsiteY48" fmla="*/ 434552 h 1266774"/>
                <a:gd name="connsiteX49" fmla="*/ 273662 w 361260"/>
                <a:gd name="connsiteY49" fmla="*/ 459017 h 1266774"/>
                <a:gd name="connsiteX50" fmla="*/ 277084 w 361260"/>
                <a:gd name="connsiteY50" fmla="*/ 475868 h 1266774"/>
                <a:gd name="connsiteX51" fmla="*/ 275715 w 361260"/>
                <a:gd name="connsiteY51" fmla="*/ 483139 h 1266774"/>
                <a:gd name="connsiteX52" fmla="*/ 264680 w 361260"/>
                <a:gd name="connsiteY52" fmla="*/ 492463 h 1266774"/>
                <a:gd name="connsiteX53" fmla="*/ 263569 w 361260"/>
                <a:gd name="connsiteY53" fmla="*/ 492719 h 1266774"/>
                <a:gd name="connsiteX54" fmla="*/ 269471 w 361260"/>
                <a:gd name="connsiteY54" fmla="*/ 566198 h 1266774"/>
                <a:gd name="connsiteX55" fmla="*/ 260489 w 361260"/>
                <a:gd name="connsiteY55" fmla="*/ 700580 h 1266774"/>
                <a:gd name="connsiteX56" fmla="*/ 241157 w 361260"/>
                <a:gd name="connsiteY56" fmla="*/ 815032 h 1266774"/>
                <a:gd name="connsiteX57" fmla="*/ 221826 w 361260"/>
                <a:gd name="connsiteY57" fmla="*/ 948730 h 1266774"/>
                <a:gd name="connsiteX58" fmla="*/ 213528 w 361260"/>
                <a:gd name="connsiteY58" fmla="*/ 1027341 h 1266774"/>
                <a:gd name="connsiteX59" fmla="*/ 210107 w 361260"/>
                <a:gd name="connsiteY59" fmla="*/ 1118355 h 1266774"/>
                <a:gd name="connsiteX60" fmla="*/ 212844 w 361260"/>
                <a:gd name="connsiteY60" fmla="*/ 1195597 h 1266774"/>
                <a:gd name="connsiteX61" fmla="*/ 234913 w 361260"/>
                <a:gd name="connsiteY61" fmla="*/ 1223826 h 1266774"/>
                <a:gd name="connsiteX62" fmla="*/ 292823 w 361260"/>
                <a:gd name="connsiteY62" fmla="*/ 1238966 h 1266774"/>
                <a:gd name="connsiteX63" fmla="*/ 296929 w 361260"/>
                <a:gd name="connsiteY63" fmla="*/ 1256929 h 1266774"/>
                <a:gd name="connsiteX64" fmla="*/ 190775 w 361260"/>
                <a:gd name="connsiteY64" fmla="*/ 1256929 h 1266774"/>
                <a:gd name="connsiteX65" fmla="*/ 160494 w 361260"/>
                <a:gd name="connsiteY65" fmla="*/ 1251369 h 1266774"/>
                <a:gd name="connsiteX66" fmla="*/ 157072 w 361260"/>
                <a:gd name="connsiteY66" fmla="*/ 1261035 h 1266774"/>
                <a:gd name="connsiteX67" fmla="*/ 54339 w 361260"/>
                <a:gd name="connsiteY67" fmla="*/ 1266595 h 1266774"/>
                <a:gd name="connsiteX68" fmla="*/ 28164 w 361260"/>
                <a:gd name="connsiteY68" fmla="*/ 1261720 h 1266774"/>
                <a:gd name="connsiteX69" fmla="*/ 27479 w 361260"/>
                <a:gd name="connsiteY69" fmla="*/ 1201756 h 1266774"/>
                <a:gd name="connsiteX70" fmla="*/ 26795 w 361260"/>
                <a:gd name="connsiteY70" fmla="*/ 1160441 h 1266774"/>
                <a:gd name="connsiteX71" fmla="*/ 30901 w 361260"/>
                <a:gd name="connsiteY71" fmla="*/ 1001166 h 1266774"/>
                <a:gd name="connsiteX72" fmla="*/ 54339 w 361260"/>
                <a:gd name="connsiteY72" fmla="*/ 872258 h 1266774"/>
                <a:gd name="connsiteX73" fmla="*/ 57761 w 361260"/>
                <a:gd name="connsiteY73" fmla="*/ 848136 h 1266774"/>
                <a:gd name="connsiteX74" fmla="*/ 53655 w 361260"/>
                <a:gd name="connsiteY74" fmla="*/ 807504 h 1266774"/>
                <a:gd name="connsiteX75" fmla="*/ 57077 w 361260"/>
                <a:gd name="connsiteY75" fmla="*/ 753016 h 1266774"/>
                <a:gd name="connsiteX76" fmla="*/ 51516 w 361260"/>
                <a:gd name="connsiteY76" fmla="*/ 711016 h 1266774"/>
                <a:gd name="connsiteX77" fmla="*/ 40482 w 361260"/>
                <a:gd name="connsiteY77" fmla="*/ 673122 h 1266774"/>
                <a:gd name="connsiteX78" fmla="*/ 43219 w 361260"/>
                <a:gd name="connsiteY78" fmla="*/ 635228 h 1266774"/>
                <a:gd name="connsiteX79" fmla="*/ 52885 w 361260"/>
                <a:gd name="connsiteY79" fmla="*/ 484935 h 1266774"/>
                <a:gd name="connsiteX80" fmla="*/ 52457 w 361260"/>
                <a:gd name="connsiteY80" fmla="*/ 479546 h 1266774"/>
                <a:gd name="connsiteX81" fmla="*/ 47667 w 361260"/>
                <a:gd name="connsiteY81" fmla="*/ 484251 h 1266774"/>
                <a:gd name="connsiteX82" fmla="*/ 35948 w 361260"/>
                <a:gd name="connsiteY82" fmla="*/ 478349 h 1266774"/>
                <a:gd name="connsiteX83" fmla="*/ 27651 w 361260"/>
                <a:gd name="connsiteY83" fmla="*/ 472532 h 1266774"/>
                <a:gd name="connsiteX84" fmla="*/ 32527 w 361260"/>
                <a:gd name="connsiteY84" fmla="*/ 440113 h 1266774"/>
                <a:gd name="connsiteX85" fmla="*/ 27651 w 361260"/>
                <a:gd name="connsiteY85" fmla="*/ 423603 h 1266774"/>
                <a:gd name="connsiteX86" fmla="*/ 27993 w 361260"/>
                <a:gd name="connsiteY86" fmla="*/ 384341 h 1266774"/>
                <a:gd name="connsiteX87" fmla="*/ 13195 w 361260"/>
                <a:gd name="connsiteY87" fmla="*/ 334728 h 1266774"/>
                <a:gd name="connsiteX88" fmla="*/ 9773 w 361260"/>
                <a:gd name="connsiteY88" fmla="*/ 313685 h 1266774"/>
                <a:gd name="connsiteX89" fmla="*/ 107 w 361260"/>
                <a:gd name="connsiteY89" fmla="*/ 298202 h 1266774"/>
                <a:gd name="connsiteX90" fmla="*/ 107 w 361260"/>
                <a:gd name="connsiteY90" fmla="*/ 298202 h 126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61260" h="1266774">
                  <a:moveTo>
                    <a:pt x="364" y="297945"/>
                  </a:moveTo>
                  <a:cubicBezTo>
                    <a:pt x="1390" y="291017"/>
                    <a:pt x="10714" y="270060"/>
                    <a:pt x="12424" y="252781"/>
                  </a:cubicBezTo>
                  <a:cubicBezTo>
                    <a:pt x="14136" y="235587"/>
                    <a:pt x="27565" y="190080"/>
                    <a:pt x="29276" y="184178"/>
                  </a:cubicBezTo>
                  <a:cubicBezTo>
                    <a:pt x="30987" y="178276"/>
                    <a:pt x="53398" y="172117"/>
                    <a:pt x="68539" y="169380"/>
                  </a:cubicBezTo>
                  <a:cubicBezTo>
                    <a:pt x="83679" y="166642"/>
                    <a:pt x="108828" y="164162"/>
                    <a:pt x="110625" y="163905"/>
                  </a:cubicBezTo>
                  <a:cubicBezTo>
                    <a:pt x="112249" y="163563"/>
                    <a:pt x="122172" y="142264"/>
                    <a:pt x="128502" y="139355"/>
                  </a:cubicBezTo>
                  <a:cubicBezTo>
                    <a:pt x="128759" y="136019"/>
                    <a:pt x="129186" y="127722"/>
                    <a:pt x="128416" y="123274"/>
                  </a:cubicBezTo>
                  <a:cubicBezTo>
                    <a:pt x="127390" y="117629"/>
                    <a:pt x="126364" y="104113"/>
                    <a:pt x="125337" y="100007"/>
                  </a:cubicBezTo>
                  <a:cubicBezTo>
                    <a:pt x="124311" y="95901"/>
                    <a:pt x="121231" y="96928"/>
                    <a:pt x="120718" y="93848"/>
                  </a:cubicBezTo>
                  <a:cubicBezTo>
                    <a:pt x="120205" y="90769"/>
                    <a:pt x="119179" y="73661"/>
                    <a:pt x="123797" y="66476"/>
                  </a:cubicBezTo>
                  <a:cubicBezTo>
                    <a:pt x="128416" y="59205"/>
                    <a:pt x="125850" y="36452"/>
                    <a:pt x="147577" y="17889"/>
                  </a:cubicBezTo>
                  <a:cubicBezTo>
                    <a:pt x="169305" y="-673"/>
                    <a:pt x="188892" y="-673"/>
                    <a:pt x="209080" y="354"/>
                  </a:cubicBezTo>
                  <a:cubicBezTo>
                    <a:pt x="216351" y="696"/>
                    <a:pt x="227728" y="6000"/>
                    <a:pt x="232860" y="11217"/>
                  </a:cubicBezTo>
                  <a:cubicBezTo>
                    <a:pt x="232860" y="11217"/>
                    <a:pt x="235853" y="15067"/>
                    <a:pt x="237992" y="14639"/>
                  </a:cubicBezTo>
                  <a:cubicBezTo>
                    <a:pt x="236538" y="15237"/>
                    <a:pt x="232860" y="16435"/>
                    <a:pt x="230807" y="14382"/>
                  </a:cubicBezTo>
                  <a:cubicBezTo>
                    <a:pt x="228241" y="11816"/>
                    <a:pt x="226701" y="15922"/>
                    <a:pt x="229781" y="19001"/>
                  </a:cubicBezTo>
                  <a:cubicBezTo>
                    <a:pt x="232860" y="22080"/>
                    <a:pt x="238078" y="29352"/>
                    <a:pt x="240130" y="29352"/>
                  </a:cubicBezTo>
                  <a:cubicBezTo>
                    <a:pt x="240130" y="29352"/>
                    <a:pt x="238078" y="32944"/>
                    <a:pt x="234486" y="30378"/>
                  </a:cubicBezTo>
                  <a:cubicBezTo>
                    <a:pt x="230893" y="27812"/>
                    <a:pt x="240130" y="38162"/>
                    <a:pt x="239618" y="42268"/>
                  </a:cubicBezTo>
                  <a:cubicBezTo>
                    <a:pt x="239104" y="46374"/>
                    <a:pt x="242184" y="50565"/>
                    <a:pt x="242184" y="50565"/>
                  </a:cubicBezTo>
                  <a:cubicBezTo>
                    <a:pt x="242184" y="50565"/>
                    <a:pt x="248856" y="55698"/>
                    <a:pt x="247829" y="60403"/>
                  </a:cubicBezTo>
                  <a:cubicBezTo>
                    <a:pt x="246803" y="65021"/>
                    <a:pt x="243211" y="75885"/>
                    <a:pt x="239532" y="79563"/>
                  </a:cubicBezTo>
                  <a:cubicBezTo>
                    <a:pt x="235939" y="83156"/>
                    <a:pt x="238506" y="85209"/>
                    <a:pt x="235426" y="96072"/>
                  </a:cubicBezTo>
                  <a:cubicBezTo>
                    <a:pt x="232347" y="106936"/>
                    <a:pt x="229182" y="116260"/>
                    <a:pt x="227129" y="118826"/>
                  </a:cubicBezTo>
                  <a:cubicBezTo>
                    <a:pt x="225076" y="121392"/>
                    <a:pt x="228156" y="129176"/>
                    <a:pt x="223023" y="132769"/>
                  </a:cubicBezTo>
                  <a:cubicBezTo>
                    <a:pt x="217890" y="136362"/>
                    <a:pt x="214725" y="132769"/>
                    <a:pt x="211646" y="139013"/>
                  </a:cubicBezTo>
                  <a:cubicBezTo>
                    <a:pt x="208567" y="145258"/>
                    <a:pt x="204376" y="157661"/>
                    <a:pt x="200783" y="166386"/>
                  </a:cubicBezTo>
                  <a:cubicBezTo>
                    <a:pt x="199756" y="168952"/>
                    <a:pt x="198987" y="170919"/>
                    <a:pt x="198387" y="172459"/>
                  </a:cubicBezTo>
                  <a:cubicBezTo>
                    <a:pt x="201296" y="174854"/>
                    <a:pt x="201980" y="181099"/>
                    <a:pt x="201638" y="188883"/>
                  </a:cubicBezTo>
                  <a:cubicBezTo>
                    <a:pt x="201296" y="197180"/>
                    <a:pt x="200954" y="197865"/>
                    <a:pt x="202664" y="199233"/>
                  </a:cubicBezTo>
                  <a:cubicBezTo>
                    <a:pt x="204376" y="200602"/>
                    <a:pt x="209936" y="209925"/>
                    <a:pt x="212673" y="211978"/>
                  </a:cubicBezTo>
                  <a:cubicBezTo>
                    <a:pt x="215410" y="214031"/>
                    <a:pt x="211304" y="214716"/>
                    <a:pt x="221312" y="215058"/>
                  </a:cubicBezTo>
                  <a:cubicBezTo>
                    <a:pt x="231321" y="215400"/>
                    <a:pt x="236795" y="225066"/>
                    <a:pt x="243040" y="226093"/>
                  </a:cubicBezTo>
                  <a:cubicBezTo>
                    <a:pt x="249198" y="227119"/>
                    <a:pt x="247829" y="223697"/>
                    <a:pt x="257154" y="225408"/>
                  </a:cubicBezTo>
                  <a:cubicBezTo>
                    <a:pt x="266477" y="227119"/>
                    <a:pt x="276485" y="240891"/>
                    <a:pt x="284697" y="251241"/>
                  </a:cubicBezTo>
                  <a:cubicBezTo>
                    <a:pt x="292994" y="261591"/>
                    <a:pt x="294705" y="278101"/>
                    <a:pt x="301548" y="285371"/>
                  </a:cubicBezTo>
                  <a:cubicBezTo>
                    <a:pt x="308478" y="292642"/>
                    <a:pt x="306424" y="296748"/>
                    <a:pt x="314978" y="302308"/>
                  </a:cubicBezTo>
                  <a:cubicBezTo>
                    <a:pt x="323617" y="307783"/>
                    <a:pt x="327724" y="311290"/>
                    <a:pt x="327724" y="314711"/>
                  </a:cubicBezTo>
                  <a:cubicBezTo>
                    <a:pt x="327724" y="318133"/>
                    <a:pt x="327724" y="322239"/>
                    <a:pt x="328750" y="323693"/>
                  </a:cubicBezTo>
                  <a:cubicBezTo>
                    <a:pt x="329777" y="325062"/>
                    <a:pt x="343206" y="332674"/>
                    <a:pt x="348081" y="339518"/>
                  </a:cubicBezTo>
                  <a:cubicBezTo>
                    <a:pt x="352872" y="346447"/>
                    <a:pt x="359459" y="359534"/>
                    <a:pt x="360143" y="364667"/>
                  </a:cubicBezTo>
                  <a:cubicBezTo>
                    <a:pt x="360828" y="369799"/>
                    <a:pt x="361512" y="374333"/>
                    <a:pt x="361169" y="384341"/>
                  </a:cubicBezTo>
                  <a:cubicBezTo>
                    <a:pt x="360828" y="394349"/>
                    <a:pt x="359801" y="398454"/>
                    <a:pt x="358090" y="404015"/>
                  </a:cubicBezTo>
                  <a:cubicBezTo>
                    <a:pt x="356379" y="409489"/>
                    <a:pt x="358090" y="412312"/>
                    <a:pt x="355011" y="420866"/>
                  </a:cubicBezTo>
                  <a:cubicBezTo>
                    <a:pt x="351931" y="429505"/>
                    <a:pt x="349878" y="434638"/>
                    <a:pt x="345345" y="438402"/>
                  </a:cubicBezTo>
                  <a:cubicBezTo>
                    <a:pt x="340896" y="442165"/>
                    <a:pt x="316775" y="450121"/>
                    <a:pt x="308819" y="447041"/>
                  </a:cubicBezTo>
                  <a:cubicBezTo>
                    <a:pt x="300864" y="443961"/>
                    <a:pt x="286065" y="432585"/>
                    <a:pt x="279223" y="429420"/>
                  </a:cubicBezTo>
                  <a:cubicBezTo>
                    <a:pt x="272379" y="426340"/>
                    <a:pt x="271952" y="424287"/>
                    <a:pt x="270583" y="423860"/>
                  </a:cubicBezTo>
                  <a:cubicBezTo>
                    <a:pt x="269214" y="423518"/>
                    <a:pt x="268530" y="430789"/>
                    <a:pt x="268530" y="434552"/>
                  </a:cubicBezTo>
                  <a:cubicBezTo>
                    <a:pt x="268530" y="438316"/>
                    <a:pt x="272636" y="449693"/>
                    <a:pt x="273662" y="459017"/>
                  </a:cubicBezTo>
                  <a:cubicBezTo>
                    <a:pt x="274689" y="468341"/>
                    <a:pt x="276058" y="470393"/>
                    <a:pt x="277084" y="475868"/>
                  </a:cubicBezTo>
                  <a:cubicBezTo>
                    <a:pt x="278111" y="481342"/>
                    <a:pt x="278453" y="480658"/>
                    <a:pt x="275715" y="483139"/>
                  </a:cubicBezTo>
                  <a:cubicBezTo>
                    <a:pt x="272978" y="485534"/>
                    <a:pt x="267418" y="489383"/>
                    <a:pt x="264680" y="492463"/>
                  </a:cubicBezTo>
                  <a:lnTo>
                    <a:pt x="263569" y="492719"/>
                  </a:lnTo>
                  <a:cubicBezTo>
                    <a:pt x="264339" y="508287"/>
                    <a:pt x="266649" y="551143"/>
                    <a:pt x="269471" y="566198"/>
                  </a:cubicBezTo>
                  <a:cubicBezTo>
                    <a:pt x="272893" y="584845"/>
                    <a:pt x="263911" y="678596"/>
                    <a:pt x="260489" y="700580"/>
                  </a:cubicBezTo>
                  <a:cubicBezTo>
                    <a:pt x="257068" y="722649"/>
                    <a:pt x="247402" y="786718"/>
                    <a:pt x="241157" y="815032"/>
                  </a:cubicBezTo>
                  <a:cubicBezTo>
                    <a:pt x="234913" y="843260"/>
                    <a:pt x="223879" y="930168"/>
                    <a:pt x="221826" y="948730"/>
                  </a:cubicBezTo>
                  <a:cubicBezTo>
                    <a:pt x="219772" y="967378"/>
                    <a:pt x="217719" y="1009378"/>
                    <a:pt x="213528" y="1027341"/>
                  </a:cubicBezTo>
                  <a:cubicBezTo>
                    <a:pt x="209422" y="1045305"/>
                    <a:pt x="207284" y="1077638"/>
                    <a:pt x="210107" y="1118355"/>
                  </a:cubicBezTo>
                  <a:cubicBezTo>
                    <a:pt x="212844" y="1158987"/>
                    <a:pt x="212160" y="1183793"/>
                    <a:pt x="212844" y="1195597"/>
                  </a:cubicBezTo>
                  <a:cubicBezTo>
                    <a:pt x="213528" y="1207316"/>
                    <a:pt x="219687" y="1215614"/>
                    <a:pt x="234913" y="1223826"/>
                  </a:cubicBezTo>
                  <a:cubicBezTo>
                    <a:pt x="250053" y="1232123"/>
                    <a:pt x="282473" y="1234176"/>
                    <a:pt x="292823" y="1238966"/>
                  </a:cubicBezTo>
                  <a:cubicBezTo>
                    <a:pt x="303173" y="1243842"/>
                    <a:pt x="302489" y="1253422"/>
                    <a:pt x="296929" y="1256929"/>
                  </a:cubicBezTo>
                  <a:cubicBezTo>
                    <a:pt x="291454" y="1260351"/>
                    <a:pt x="234913" y="1267279"/>
                    <a:pt x="190775" y="1256929"/>
                  </a:cubicBezTo>
                  <a:cubicBezTo>
                    <a:pt x="190775" y="1256929"/>
                    <a:pt x="163231" y="1251369"/>
                    <a:pt x="160494" y="1251369"/>
                  </a:cubicBezTo>
                  <a:lnTo>
                    <a:pt x="157072" y="1261035"/>
                  </a:lnTo>
                  <a:cubicBezTo>
                    <a:pt x="157072" y="1261035"/>
                    <a:pt x="156388" y="1267964"/>
                    <a:pt x="54339" y="1266595"/>
                  </a:cubicBezTo>
                  <a:cubicBezTo>
                    <a:pt x="54339" y="1266595"/>
                    <a:pt x="35007" y="1264542"/>
                    <a:pt x="28164" y="1261720"/>
                  </a:cubicBezTo>
                  <a:cubicBezTo>
                    <a:pt x="28164" y="1261720"/>
                    <a:pt x="25426" y="1238282"/>
                    <a:pt x="27479" y="1201756"/>
                  </a:cubicBezTo>
                  <a:cubicBezTo>
                    <a:pt x="27479" y="1201756"/>
                    <a:pt x="25426" y="1177634"/>
                    <a:pt x="26795" y="1160441"/>
                  </a:cubicBezTo>
                  <a:cubicBezTo>
                    <a:pt x="28164" y="1143161"/>
                    <a:pt x="26795" y="1043936"/>
                    <a:pt x="30901" y="1001166"/>
                  </a:cubicBezTo>
                  <a:cubicBezTo>
                    <a:pt x="35007" y="958482"/>
                    <a:pt x="39883" y="904678"/>
                    <a:pt x="54339" y="872258"/>
                  </a:cubicBezTo>
                  <a:cubicBezTo>
                    <a:pt x="54339" y="872258"/>
                    <a:pt x="59899" y="863961"/>
                    <a:pt x="57761" y="848136"/>
                  </a:cubicBezTo>
                  <a:cubicBezTo>
                    <a:pt x="55708" y="832311"/>
                    <a:pt x="53655" y="822645"/>
                    <a:pt x="53655" y="807504"/>
                  </a:cubicBezTo>
                  <a:cubicBezTo>
                    <a:pt x="53655" y="792364"/>
                    <a:pt x="57761" y="766788"/>
                    <a:pt x="57077" y="753016"/>
                  </a:cubicBezTo>
                  <a:cubicBezTo>
                    <a:pt x="56392" y="739244"/>
                    <a:pt x="54339" y="724788"/>
                    <a:pt x="51516" y="711016"/>
                  </a:cubicBezTo>
                  <a:cubicBezTo>
                    <a:pt x="48779" y="697244"/>
                    <a:pt x="43219" y="684157"/>
                    <a:pt x="40482" y="673122"/>
                  </a:cubicBezTo>
                  <a:cubicBezTo>
                    <a:pt x="37745" y="662087"/>
                    <a:pt x="46726" y="656613"/>
                    <a:pt x="43219" y="635228"/>
                  </a:cubicBezTo>
                  <a:cubicBezTo>
                    <a:pt x="39798" y="613843"/>
                    <a:pt x="53569" y="497338"/>
                    <a:pt x="52885" y="484935"/>
                  </a:cubicBezTo>
                  <a:cubicBezTo>
                    <a:pt x="52800" y="482882"/>
                    <a:pt x="52629" y="481086"/>
                    <a:pt x="52457" y="479546"/>
                  </a:cubicBezTo>
                  <a:cubicBezTo>
                    <a:pt x="51260" y="482540"/>
                    <a:pt x="50576" y="485192"/>
                    <a:pt x="47667" y="484251"/>
                  </a:cubicBezTo>
                  <a:cubicBezTo>
                    <a:pt x="47667" y="484251"/>
                    <a:pt x="41850" y="481513"/>
                    <a:pt x="35948" y="478349"/>
                  </a:cubicBezTo>
                  <a:cubicBezTo>
                    <a:pt x="30046" y="475269"/>
                    <a:pt x="30816" y="480744"/>
                    <a:pt x="27651" y="472532"/>
                  </a:cubicBezTo>
                  <a:cubicBezTo>
                    <a:pt x="24571" y="464234"/>
                    <a:pt x="34237" y="446014"/>
                    <a:pt x="32527" y="440113"/>
                  </a:cubicBezTo>
                  <a:cubicBezTo>
                    <a:pt x="30816" y="434210"/>
                    <a:pt x="25598" y="430447"/>
                    <a:pt x="27651" y="423603"/>
                  </a:cubicBezTo>
                  <a:cubicBezTo>
                    <a:pt x="29703" y="416760"/>
                    <a:pt x="31072" y="402218"/>
                    <a:pt x="27993" y="384341"/>
                  </a:cubicBezTo>
                  <a:cubicBezTo>
                    <a:pt x="24914" y="366463"/>
                    <a:pt x="16958" y="361245"/>
                    <a:pt x="13195" y="334728"/>
                  </a:cubicBezTo>
                  <a:cubicBezTo>
                    <a:pt x="13195" y="334728"/>
                    <a:pt x="13879" y="318219"/>
                    <a:pt x="9773" y="313685"/>
                  </a:cubicBezTo>
                  <a:cubicBezTo>
                    <a:pt x="5667" y="309237"/>
                    <a:pt x="-919" y="305045"/>
                    <a:pt x="107" y="298202"/>
                  </a:cubicBezTo>
                  <a:lnTo>
                    <a:pt x="107" y="298202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2E71A2-2B64-8CE7-218B-A0791E3A1CD7}"/>
                </a:ext>
              </a:extLst>
            </p:cNvPr>
            <p:cNvSpPr/>
            <p:nvPr/>
          </p:nvSpPr>
          <p:spPr>
            <a:xfrm>
              <a:off x="1776631" y="5705875"/>
              <a:ext cx="345784" cy="1170476"/>
            </a:xfrm>
            <a:custGeom>
              <a:avLst/>
              <a:gdLst>
                <a:gd name="connsiteX0" fmla="*/ 68556 w 345784"/>
                <a:gd name="connsiteY0" fmla="*/ 234019 h 1170476"/>
                <a:gd name="connsiteX1" fmla="*/ 127065 w 345784"/>
                <a:gd name="connsiteY1" fmla="*/ 233078 h 1170476"/>
                <a:gd name="connsiteX2" fmla="*/ 153497 w 345784"/>
                <a:gd name="connsiteY2" fmla="*/ 226063 h 1170476"/>
                <a:gd name="connsiteX3" fmla="*/ 168894 w 345784"/>
                <a:gd name="connsiteY3" fmla="*/ 225636 h 1170476"/>
                <a:gd name="connsiteX4" fmla="*/ 189167 w 345784"/>
                <a:gd name="connsiteY4" fmla="*/ 221958 h 1170476"/>
                <a:gd name="connsiteX5" fmla="*/ 189253 w 345784"/>
                <a:gd name="connsiteY5" fmla="*/ 221958 h 1170476"/>
                <a:gd name="connsiteX6" fmla="*/ 191220 w 345784"/>
                <a:gd name="connsiteY6" fmla="*/ 221188 h 1170476"/>
                <a:gd name="connsiteX7" fmla="*/ 190621 w 345784"/>
                <a:gd name="connsiteY7" fmla="*/ 221701 h 1170476"/>
                <a:gd name="connsiteX8" fmla="*/ 201827 w 345784"/>
                <a:gd name="connsiteY8" fmla="*/ 208613 h 1170476"/>
                <a:gd name="connsiteX9" fmla="*/ 207900 w 345784"/>
                <a:gd name="connsiteY9" fmla="*/ 197151 h 1170476"/>
                <a:gd name="connsiteX10" fmla="*/ 183436 w 345784"/>
                <a:gd name="connsiteY10" fmla="*/ 171746 h 1170476"/>
                <a:gd name="connsiteX11" fmla="*/ 166242 w 345784"/>
                <a:gd name="connsiteY11" fmla="*/ 169180 h 1170476"/>
                <a:gd name="connsiteX12" fmla="*/ 157945 w 345784"/>
                <a:gd name="connsiteY12" fmla="*/ 160882 h 1170476"/>
                <a:gd name="connsiteX13" fmla="*/ 147424 w 345784"/>
                <a:gd name="connsiteY13" fmla="*/ 150703 h 1170476"/>
                <a:gd name="connsiteX14" fmla="*/ 137244 w 345784"/>
                <a:gd name="connsiteY14" fmla="*/ 128719 h 1170476"/>
                <a:gd name="connsiteX15" fmla="*/ 135619 w 345784"/>
                <a:gd name="connsiteY15" fmla="*/ 109302 h 1170476"/>
                <a:gd name="connsiteX16" fmla="*/ 135020 w 345784"/>
                <a:gd name="connsiteY16" fmla="*/ 108105 h 1170476"/>
                <a:gd name="connsiteX17" fmla="*/ 120991 w 345784"/>
                <a:gd name="connsiteY17" fmla="*/ 109644 h 1170476"/>
                <a:gd name="connsiteX18" fmla="*/ 81216 w 345784"/>
                <a:gd name="connsiteY18" fmla="*/ 161225 h 1170476"/>
                <a:gd name="connsiteX19" fmla="*/ 55811 w 345784"/>
                <a:gd name="connsiteY19" fmla="*/ 228373 h 1170476"/>
                <a:gd name="connsiteX20" fmla="*/ 68556 w 345784"/>
                <a:gd name="connsiteY20" fmla="*/ 234104 h 1170476"/>
                <a:gd name="connsiteX21" fmla="*/ 68556 w 345784"/>
                <a:gd name="connsiteY21" fmla="*/ 234104 h 1170476"/>
                <a:gd name="connsiteX22" fmla="*/ 222869 w 345784"/>
                <a:gd name="connsiteY22" fmla="*/ 1140053 h 1170476"/>
                <a:gd name="connsiteX23" fmla="*/ 236214 w 345784"/>
                <a:gd name="connsiteY23" fmla="*/ 1135263 h 1170476"/>
                <a:gd name="connsiteX24" fmla="*/ 231081 w 345784"/>
                <a:gd name="connsiteY24" fmla="*/ 1122261 h 1170476"/>
                <a:gd name="connsiteX25" fmla="*/ 222784 w 345784"/>
                <a:gd name="connsiteY25" fmla="*/ 1140053 h 1170476"/>
                <a:gd name="connsiteX26" fmla="*/ 222784 w 345784"/>
                <a:gd name="connsiteY26" fmla="*/ 1140053 h 1170476"/>
                <a:gd name="connsiteX27" fmla="*/ 256059 w 345784"/>
                <a:gd name="connsiteY27" fmla="*/ 1078208 h 1170476"/>
                <a:gd name="connsiteX28" fmla="*/ 258967 w 345784"/>
                <a:gd name="connsiteY28" fmla="*/ 1072477 h 1170476"/>
                <a:gd name="connsiteX29" fmla="*/ 260421 w 345784"/>
                <a:gd name="connsiteY29" fmla="*/ 992327 h 1170476"/>
                <a:gd name="connsiteX30" fmla="*/ 241773 w 345784"/>
                <a:gd name="connsiteY30" fmla="*/ 941260 h 1170476"/>
                <a:gd name="connsiteX31" fmla="*/ 236983 w 345784"/>
                <a:gd name="connsiteY31" fmla="*/ 1051948 h 1170476"/>
                <a:gd name="connsiteX32" fmla="*/ 256059 w 345784"/>
                <a:gd name="connsiteY32" fmla="*/ 1078208 h 1170476"/>
                <a:gd name="connsiteX33" fmla="*/ 256059 w 345784"/>
                <a:gd name="connsiteY33" fmla="*/ 1078208 h 1170476"/>
                <a:gd name="connsiteX34" fmla="*/ 19200 w 345784"/>
                <a:gd name="connsiteY34" fmla="*/ 204422 h 1170476"/>
                <a:gd name="connsiteX35" fmla="*/ 58633 w 345784"/>
                <a:gd name="connsiteY35" fmla="*/ 146512 h 1170476"/>
                <a:gd name="connsiteX36" fmla="*/ 104140 w 345784"/>
                <a:gd name="connsiteY36" fmla="*/ 94333 h 1170476"/>
                <a:gd name="connsiteX37" fmla="*/ 112096 w 345784"/>
                <a:gd name="connsiteY37" fmla="*/ 73974 h 1170476"/>
                <a:gd name="connsiteX38" fmla="*/ 115945 w 345784"/>
                <a:gd name="connsiteY38" fmla="*/ 56781 h 1170476"/>
                <a:gd name="connsiteX39" fmla="*/ 120051 w 345784"/>
                <a:gd name="connsiteY39" fmla="*/ 49425 h 1170476"/>
                <a:gd name="connsiteX40" fmla="*/ 125782 w 345784"/>
                <a:gd name="connsiteY40" fmla="*/ 37363 h 1170476"/>
                <a:gd name="connsiteX41" fmla="*/ 131514 w 345784"/>
                <a:gd name="connsiteY41" fmla="*/ 27184 h 1170476"/>
                <a:gd name="connsiteX42" fmla="*/ 140152 w 345784"/>
                <a:gd name="connsiteY42" fmla="*/ 10675 h 1170476"/>
                <a:gd name="connsiteX43" fmla="*/ 142719 w 345784"/>
                <a:gd name="connsiteY43" fmla="*/ 16748 h 1170476"/>
                <a:gd name="connsiteX44" fmla="*/ 152556 w 345784"/>
                <a:gd name="connsiteY44" fmla="*/ 4687 h 1170476"/>
                <a:gd name="connsiteX45" fmla="*/ 161110 w 345784"/>
                <a:gd name="connsiteY45" fmla="*/ 3404 h 1170476"/>
                <a:gd name="connsiteX46" fmla="*/ 150930 w 345784"/>
                <a:gd name="connsiteY46" fmla="*/ 22137 h 1170476"/>
                <a:gd name="connsiteX47" fmla="*/ 155721 w 345784"/>
                <a:gd name="connsiteY47" fmla="*/ 21282 h 1170476"/>
                <a:gd name="connsiteX48" fmla="*/ 157260 w 345784"/>
                <a:gd name="connsiteY48" fmla="*/ 20512 h 1170476"/>
                <a:gd name="connsiteX49" fmla="*/ 193187 w 345784"/>
                <a:gd name="connsiteY49" fmla="*/ 9050 h 1170476"/>
                <a:gd name="connsiteX50" fmla="*/ 241859 w 345784"/>
                <a:gd name="connsiteY50" fmla="*/ 21795 h 1170476"/>
                <a:gd name="connsiteX51" fmla="*/ 273680 w 345784"/>
                <a:gd name="connsiteY51" fmla="*/ 80304 h 1170476"/>
                <a:gd name="connsiteX52" fmla="*/ 263843 w 345784"/>
                <a:gd name="connsiteY52" fmla="*/ 133082 h 1170476"/>
                <a:gd name="connsiteX53" fmla="*/ 254263 w 345784"/>
                <a:gd name="connsiteY53" fmla="*/ 156349 h 1170476"/>
                <a:gd name="connsiteX54" fmla="*/ 273936 w 345784"/>
                <a:gd name="connsiteY54" fmla="*/ 175082 h 1170476"/>
                <a:gd name="connsiteX55" fmla="*/ 273936 w 345784"/>
                <a:gd name="connsiteY55" fmla="*/ 175082 h 1170476"/>
                <a:gd name="connsiteX56" fmla="*/ 309264 w 345784"/>
                <a:gd name="connsiteY56" fmla="*/ 168410 h 1170476"/>
                <a:gd name="connsiteX57" fmla="*/ 313712 w 345784"/>
                <a:gd name="connsiteY57" fmla="*/ 171318 h 1170476"/>
                <a:gd name="connsiteX58" fmla="*/ 341684 w 345784"/>
                <a:gd name="connsiteY58" fmla="*/ 225636 h 1170476"/>
                <a:gd name="connsiteX59" fmla="*/ 339117 w 345784"/>
                <a:gd name="connsiteY59" fmla="*/ 339489 h 1170476"/>
                <a:gd name="connsiteX60" fmla="*/ 337835 w 345784"/>
                <a:gd name="connsiteY60" fmla="*/ 394234 h 1170476"/>
                <a:gd name="connsiteX61" fmla="*/ 320299 w 345784"/>
                <a:gd name="connsiteY61" fmla="*/ 444360 h 1170476"/>
                <a:gd name="connsiteX62" fmla="*/ 330820 w 345784"/>
                <a:gd name="connsiteY62" fmla="*/ 487130 h 1170476"/>
                <a:gd name="connsiteX63" fmla="*/ 331419 w 345784"/>
                <a:gd name="connsiteY63" fmla="*/ 520833 h 1170476"/>
                <a:gd name="connsiteX64" fmla="*/ 327313 w 345784"/>
                <a:gd name="connsiteY64" fmla="*/ 517839 h 1170476"/>
                <a:gd name="connsiteX65" fmla="*/ 329451 w 345784"/>
                <a:gd name="connsiteY65" fmla="*/ 519549 h 1170476"/>
                <a:gd name="connsiteX66" fmla="*/ 321839 w 345784"/>
                <a:gd name="connsiteY66" fmla="*/ 609281 h 1170476"/>
                <a:gd name="connsiteX67" fmla="*/ 313541 w 345784"/>
                <a:gd name="connsiteY67" fmla="*/ 679252 h 1170476"/>
                <a:gd name="connsiteX68" fmla="*/ 290617 w 345784"/>
                <a:gd name="connsiteY68" fmla="*/ 691313 h 1170476"/>
                <a:gd name="connsiteX69" fmla="*/ 274364 w 345784"/>
                <a:gd name="connsiteY69" fmla="*/ 737333 h 1170476"/>
                <a:gd name="connsiteX70" fmla="*/ 265296 w 345784"/>
                <a:gd name="connsiteY70" fmla="*/ 796526 h 1170476"/>
                <a:gd name="connsiteX71" fmla="*/ 293439 w 345784"/>
                <a:gd name="connsiteY71" fmla="*/ 864787 h 1170476"/>
                <a:gd name="connsiteX72" fmla="*/ 303448 w 345784"/>
                <a:gd name="connsiteY72" fmla="*/ 964013 h 1170476"/>
                <a:gd name="connsiteX73" fmla="*/ 306270 w 345784"/>
                <a:gd name="connsiteY73" fmla="*/ 1038946 h 1170476"/>
                <a:gd name="connsiteX74" fmla="*/ 323892 w 345784"/>
                <a:gd name="connsiteY74" fmla="*/ 1068029 h 1170476"/>
                <a:gd name="connsiteX75" fmla="*/ 327741 w 345784"/>
                <a:gd name="connsiteY75" fmla="*/ 1101475 h 1170476"/>
                <a:gd name="connsiteX76" fmla="*/ 316279 w 345784"/>
                <a:gd name="connsiteY76" fmla="*/ 1169222 h 1170476"/>
                <a:gd name="connsiteX77" fmla="*/ 310547 w 345784"/>
                <a:gd name="connsiteY77" fmla="*/ 1169735 h 1170476"/>
                <a:gd name="connsiteX78" fmla="*/ 307725 w 345784"/>
                <a:gd name="connsiteY78" fmla="*/ 1131585 h 1170476"/>
                <a:gd name="connsiteX79" fmla="*/ 300539 w 345784"/>
                <a:gd name="connsiteY79" fmla="*/ 1146383 h 1170476"/>
                <a:gd name="connsiteX80" fmla="*/ 294808 w 345784"/>
                <a:gd name="connsiteY80" fmla="*/ 1170249 h 1170476"/>
                <a:gd name="connsiteX81" fmla="*/ 223724 w 345784"/>
                <a:gd name="connsiteY81" fmla="*/ 1170249 h 1170476"/>
                <a:gd name="connsiteX82" fmla="*/ 219876 w 345784"/>
                <a:gd name="connsiteY82" fmla="*/ 1163064 h 1170476"/>
                <a:gd name="connsiteX83" fmla="*/ 214144 w 345784"/>
                <a:gd name="connsiteY83" fmla="*/ 1169735 h 1170476"/>
                <a:gd name="connsiteX84" fmla="*/ 157346 w 345784"/>
                <a:gd name="connsiteY84" fmla="*/ 1169735 h 1170476"/>
                <a:gd name="connsiteX85" fmla="*/ 152556 w 345784"/>
                <a:gd name="connsiteY85" fmla="*/ 1149206 h 1170476"/>
                <a:gd name="connsiteX86" fmla="*/ 174539 w 345784"/>
                <a:gd name="connsiteY86" fmla="*/ 1135349 h 1170476"/>
                <a:gd name="connsiteX87" fmla="*/ 190792 w 345784"/>
                <a:gd name="connsiteY87" fmla="*/ 1058534 h 1170476"/>
                <a:gd name="connsiteX88" fmla="*/ 180271 w 345784"/>
                <a:gd name="connsiteY88" fmla="*/ 943056 h 1170476"/>
                <a:gd name="connsiteX89" fmla="*/ 177448 w 345784"/>
                <a:gd name="connsiteY89" fmla="*/ 832368 h 1170476"/>
                <a:gd name="connsiteX90" fmla="*/ 171203 w 345784"/>
                <a:gd name="connsiteY90" fmla="*/ 798494 h 1170476"/>
                <a:gd name="connsiteX91" fmla="*/ 142035 w 345784"/>
                <a:gd name="connsiteY91" fmla="*/ 693280 h 1170476"/>
                <a:gd name="connsiteX92" fmla="*/ 132710 w 345784"/>
                <a:gd name="connsiteY92" fmla="*/ 690115 h 1170476"/>
                <a:gd name="connsiteX93" fmla="*/ 130829 w 345784"/>
                <a:gd name="connsiteY93" fmla="*/ 618861 h 1170476"/>
                <a:gd name="connsiteX94" fmla="*/ 132112 w 345784"/>
                <a:gd name="connsiteY94" fmla="*/ 520234 h 1170476"/>
                <a:gd name="connsiteX95" fmla="*/ 136817 w 345784"/>
                <a:gd name="connsiteY95" fmla="*/ 514930 h 1170476"/>
                <a:gd name="connsiteX96" fmla="*/ 129545 w 345784"/>
                <a:gd name="connsiteY96" fmla="*/ 516983 h 1170476"/>
                <a:gd name="connsiteX97" fmla="*/ 146739 w 345784"/>
                <a:gd name="connsiteY97" fmla="*/ 450776 h 1170476"/>
                <a:gd name="connsiteX98" fmla="*/ 151786 w 345784"/>
                <a:gd name="connsiteY98" fmla="*/ 436148 h 1170476"/>
                <a:gd name="connsiteX99" fmla="*/ 159399 w 345784"/>
                <a:gd name="connsiteY99" fmla="*/ 421521 h 1170476"/>
                <a:gd name="connsiteX100" fmla="*/ 160682 w 345784"/>
                <a:gd name="connsiteY100" fmla="*/ 394149 h 1170476"/>
                <a:gd name="connsiteX101" fmla="*/ 149220 w 345784"/>
                <a:gd name="connsiteY101" fmla="*/ 338120 h 1170476"/>
                <a:gd name="connsiteX102" fmla="*/ 145541 w 345784"/>
                <a:gd name="connsiteY102" fmla="*/ 291929 h 1170476"/>
                <a:gd name="connsiteX103" fmla="*/ 136475 w 345784"/>
                <a:gd name="connsiteY103" fmla="*/ 292699 h 1170476"/>
                <a:gd name="connsiteX104" fmla="*/ 70267 w 345784"/>
                <a:gd name="connsiteY104" fmla="*/ 279954 h 1170476"/>
                <a:gd name="connsiteX105" fmla="*/ 6027 w 345784"/>
                <a:gd name="connsiteY105" fmla="*/ 253864 h 1170476"/>
                <a:gd name="connsiteX106" fmla="*/ 1921 w 345784"/>
                <a:gd name="connsiteY106" fmla="*/ 236072 h 1170476"/>
                <a:gd name="connsiteX107" fmla="*/ 18772 w 345784"/>
                <a:gd name="connsiteY107" fmla="*/ 204251 h 1170476"/>
                <a:gd name="connsiteX108" fmla="*/ 18772 w 345784"/>
                <a:gd name="connsiteY108" fmla="*/ 204251 h 1170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345784" h="1170476">
                  <a:moveTo>
                    <a:pt x="68556" y="234019"/>
                  </a:moveTo>
                  <a:cubicBezTo>
                    <a:pt x="77452" y="235302"/>
                    <a:pt x="114406" y="234960"/>
                    <a:pt x="127065" y="233078"/>
                  </a:cubicBezTo>
                  <a:cubicBezTo>
                    <a:pt x="139811" y="231196"/>
                    <a:pt x="145200" y="227005"/>
                    <a:pt x="153497" y="226063"/>
                  </a:cubicBezTo>
                  <a:cubicBezTo>
                    <a:pt x="158971" y="225465"/>
                    <a:pt x="165216" y="225465"/>
                    <a:pt x="168894" y="225636"/>
                  </a:cubicBezTo>
                  <a:cubicBezTo>
                    <a:pt x="169407" y="223155"/>
                    <a:pt x="184205" y="221958"/>
                    <a:pt x="189167" y="221958"/>
                  </a:cubicBezTo>
                  <a:lnTo>
                    <a:pt x="189253" y="221958"/>
                  </a:lnTo>
                  <a:cubicBezTo>
                    <a:pt x="189253" y="221958"/>
                    <a:pt x="191220" y="221188"/>
                    <a:pt x="191220" y="221188"/>
                  </a:cubicBezTo>
                  <a:lnTo>
                    <a:pt x="190621" y="221701"/>
                  </a:lnTo>
                  <a:cubicBezTo>
                    <a:pt x="194983" y="220247"/>
                    <a:pt x="198405" y="213232"/>
                    <a:pt x="201827" y="208613"/>
                  </a:cubicBezTo>
                  <a:cubicBezTo>
                    <a:pt x="205590" y="203566"/>
                    <a:pt x="207900" y="197151"/>
                    <a:pt x="207900" y="197151"/>
                  </a:cubicBezTo>
                  <a:cubicBezTo>
                    <a:pt x="207900" y="197151"/>
                    <a:pt x="197379" y="172003"/>
                    <a:pt x="183436" y="171746"/>
                  </a:cubicBezTo>
                  <a:cubicBezTo>
                    <a:pt x="169407" y="171404"/>
                    <a:pt x="169407" y="170805"/>
                    <a:pt x="166242" y="169180"/>
                  </a:cubicBezTo>
                  <a:cubicBezTo>
                    <a:pt x="163077" y="167640"/>
                    <a:pt x="161794" y="164133"/>
                    <a:pt x="157945" y="160882"/>
                  </a:cubicBezTo>
                  <a:cubicBezTo>
                    <a:pt x="154095" y="157717"/>
                    <a:pt x="150332" y="153270"/>
                    <a:pt x="147424" y="150703"/>
                  </a:cubicBezTo>
                  <a:cubicBezTo>
                    <a:pt x="144600" y="148137"/>
                    <a:pt x="139468" y="138642"/>
                    <a:pt x="137244" y="128719"/>
                  </a:cubicBezTo>
                  <a:cubicBezTo>
                    <a:pt x="135020" y="118883"/>
                    <a:pt x="136646" y="112210"/>
                    <a:pt x="135619" y="109302"/>
                  </a:cubicBezTo>
                  <a:lnTo>
                    <a:pt x="135020" y="108105"/>
                  </a:lnTo>
                  <a:cubicBezTo>
                    <a:pt x="128861" y="108789"/>
                    <a:pt x="120991" y="109644"/>
                    <a:pt x="120991" y="109644"/>
                  </a:cubicBezTo>
                  <a:cubicBezTo>
                    <a:pt x="109872" y="117942"/>
                    <a:pt x="92678" y="143347"/>
                    <a:pt x="81216" y="161225"/>
                  </a:cubicBezTo>
                  <a:cubicBezTo>
                    <a:pt x="69754" y="179017"/>
                    <a:pt x="55126" y="223925"/>
                    <a:pt x="55811" y="228373"/>
                  </a:cubicBezTo>
                  <a:cubicBezTo>
                    <a:pt x="56495" y="232821"/>
                    <a:pt x="59660" y="232821"/>
                    <a:pt x="68556" y="234104"/>
                  </a:cubicBezTo>
                  <a:lnTo>
                    <a:pt x="68556" y="234104"/>
                  </a:lnTo>
                  <a:close/>
                  <a:moveTo>
                    <a:pt x="222869" y="1140053"/>
                  </a:moveTo>
                  <a:cubicBezTo>
                    <a:pt x="224751" y="1141336"/>
                    <a:pt x="233990" y="1138428"/>
                    <a:pt x="236214" y="1135263"/>
                  </a:cubicBezTo>
                  <a:cubicBezTo>
                    <a:pt x="239036" y="1128591"/>
                    <a:pt x="232535" y="1120123"/>
                    <a:pt x="231081" y="1122261"/>
                  </a:cubicBezTo>
                  <a:cubicBezTo>
                    <a:pt x="219020" y="1140053"/>
                    <a:pt x="222784" y="1140053"/>
                    <a:pt x="222784" y="1140053"/>
                  </a:cubicBezTo>
                  <a:lnTo>
                    <a:pt x="222784" y="1140053"/>
                  </a:lnTo>
                  <a:close/>
                  <a:moveTo>
                    <a:pt x="256059" y="1078208"/>
                  </a:moveTo>
                  <a:lnTo>
                    <a:pt x="258967" y="1072477"/>
                  </a:lnTo>
                  <a:cubicBezTo>
                    <a:pt x="263757" y="1048612"/>
                    <a:pt x="263757" y="1005671"/>
                    <a:pt x="260421" y="992327"/>
                  </a:cubicBezTo>
                  <a:cubicBezTo>
                    <a:pt x="257085" y="978982"/>
                    <a:pt x="241773" y="941260"/>
                    <a:pt x="241773" y="941260"/>
                  </a:cubicBezTo>
                  <a:cubicBezTo>
                    <a:pt x="231252" y="1013284"/>
                    <a:pt x="236983" y="1051948"/>
                    <a:pt x="236983" y="1051948"/>
                  </a:cubicBezTo>
                  <a:cubicBezTo>
                    <a:pt x="245109" y="1054856"/>
                    <a:pt x="256059" y="1078208"/>
                    <a:pt x="256059" y="1078208"/>
                  </a:cubicBezTo>
                  <a:lnTo>
                    <a:pt x="256059" y="1078208"/>
                  </a:lnTo>
                  <a:close/>
                  <a:moveTo>
                    <a:pt x="19200" y="204422"/>
                  </a:moveTo>
                  <a:cubicBezTo>
                    <a:pt x="25273" y="193901"/>
                    <a:pt x="45289" y="166271"/>
                    <a:pt x="58633" y="146512"/>
                  </a:cubicBezTo>
                  <a:cubicBezTo>
                    <a:pt x="71977" y="126838"/>
                    <a:pt x="101916" y="96557"/>
                    <a:pt x="104140" y="94333"/>
                  </a:cubicBezTo>
                  <a:cubicBezTo>
                    <a:pt x="106364" y="92109"/>
                    <a:pt x="109872" y="80304"/>
                    <a:pt x="112096" y="73974"/>
                  </a:cubicBezTo>
                  <a:cubicBezTo>
                    <a:pt x="114320" y="67645"/>
                    <a:pt x="115004" y="58406"/>
                    <a:pt x="115945" y="56781"/>
                  </a:cubicBezTo>
                  <a:cubicBezTo>
                    <a:pt x="116886" y="55156"/>
                    <a:pt x="117826" y="50451"/>
                    <a:pt x="120051" y="49425"/>
                  </a:cubicBezTo>
                  <a:cubicBezTo>
                    <a:pt x="122275" y="48484"/>
                    <a:pt x="125782" y="37363"/>
                    <a:pt x="125782" y="37363"/>
                  </a:cubicBezTo>
                  <a:cubicBezTo>
                    <a:pt x="125782" y="37363"/>
                    <a:pt x="128947" y="31290"/>
                    <a:pt x="131514" y="27184"/>
                  </a:cubicBezTo>
                  <a:cubicBezTo>
                    <a:pt x="134079" y="23078"/>
                    <a:pt x="135619" y="11274"/>
                    <a:pt x="140152" y="10675"/>
                  </a:cubicBezTo>
                  <a:cubicBezTo>
                    <a:pt x="144600" y="10076"/>
                    <a:pt x="140495" y="16748"/>
                    <a:pt x="142719" y="16748"/>
                  </a:cubicBezTo>
                  <a:cubicBezTo>
                    <a:pt x="144943" y="16748"/>
                    <a:pt x="147765" y="11616"/>
                    <a:pt x="152556" y="4687"/>
                  </a:cubicBezTo>
                  <a:cubicBezTo>
                    <a:pt x="157346" y="-2327"/>
                    <a:pt x="160169" y="-360"/>
                    <a:pt x="161110" y="3404"/>
                  </a:cubicBezTo>
                  <a:cubicBezTo>
                    <a:pt x="162051" y="7254"/>
                    <a:pt x="148365" y="23164"/>
                    <a:pt x="150930" y="22137"/>
                  </a:cubicBezTo>
                  <a:cubicBezTo>
                    <a:pt x="152556" y="21539"/>
                    <a:pt x="154780" y="21025"/>
                    <a:pt x="155721" y="21282"/>
                  </a:cubicBezTo>
                  <a:lnTo>
                    <a:pt x="157260" y="20512"/>
                  </a:lnTo>
                  <a:cubicBezTo>
                    <a:pt x="168381" y="15722"/>
                    <a:pt x="179244" y="9991"/>
                    <a:pt x="193187" y="9050"/>
                  </a:cubicBezTo>
                  <a:cubicBezTo>
                    <a:pt x="207216" y="8109"/>
                    <a:pt x="225008" y="11958"/>
                    <a:pt x="241859" y="21795"/>
                  </a:cubicBezTo>
                  <a:cubicBezTo>
                    <a:pt x="258711" y="31632"/>
                    <a:pt x="268890" y="57722"/>
                    <a:pt x="273680" y="80304"/>
                  </a:cubicBezTo>
                  <a:cubicBezTo>
                    <a:pt x="278470" y="102887"/>
                    <a:pt x="274621" y="119396"/>
                    <a:pt x="263843" y="133082"/>
                  </a:cubicBezTo>
                  <a:cubicBezTo>
                    <a:pt x="252979" y="146769"/>
                    <a:pt x="252979" y="151901"/>
                    <a:pt x="254263" y="156349"/>
                  </a:cubicBezTo>
                  <a:cubicBezTo>
                    <a:pt x="255546" y="160797"/>
                    <a:pt x="265041" y="173542"/>
                    <a:pt x="273936" y="175082"/>
                  </a:cubicBezTo>
                  <a:cubicBezTo>
                    <a:pt x="273936" y="175082"/>
                    <a:pt x="266665" y="182438"/>
                    <a:pt x="273936" y="175082"/>
                  </a:cubicBezTo>
                  <a:cubicBezTo>
                    <a:pt x="273936" y="175082"/>
                    <a:pt x="293953" y="163962"/>
                    <a:pt x="309264" y="168410"/>
                  </a:cubicBezTo>
                  <a:cubicBezTo>
                    <a:pt x="310804" y="168837"/>
                    <a:pt x="312259" y="169949"/>
                    <a:pt x="313712" y="171318"/>
                  </a:cubicBezTo>
                  <a:cubicBezTo>
                    <a:pt x="323978" y="177734"/>
                    <a:pt x="333985" y="193730"/>
                    <a:pt x="341684" y="225636"/>
                  </a:cubicBezTo>
                  <a:cubicBezTo>
                    <a:pt x="352462" y="270202"/>
                    <a:pt x="338519" y="318532"/>
                    <a:pt x="339117" y="339489"/>
                  </a:cubicBezTo>
                  <a:cubicBezTo>
                    <a:pt x="339717" y="360532"/>
                    <a:pt x="343565" y="376442"/>
                    <a:pt x="337835" y="394234"/>
                  </a:cubicBezTo>
                  <a:cubicBezTo>
                    <a:pt x="335011" y="403130"/>
                    <a:pt x="327998" y="423232"/>
                    <a:pt x="320299" y="444360"/>
                  </a:cubicBezTo>
                  <a:cubicBezTo>
                    <a:pt x="323978" y="463179"/>
                    <a:pt x="330820" y="476096"/>
                    <a:pt x="330820" y="487130"/>
                  </a:cubicBezTo>
                  <a:cubicBezTo>
                    <a:pt x="330820" y="501758"/>
                    <a:pt x="331419" y="520833"/>
                    <a:pt x="331419" y="520833"/>
                  </a:cubicBezTo>
                  <a:cubicBezTo>
                    <a:pt x="331419" y="520833"/>
                    <a:pt x="330136" y="519635"/>
                    <a:pt x="327313" y="517839"/>
                  </a:cubicBezTo>
                  <a:lnTo>
                    <a:pt x="329451" y="519549"/>
                  </a:lnTo>
                  <a:cubicBezTo>
                    <a:pt x="329451" y="519549"/>
                    <a:pt x="333899" y="560266"/>
                    <a:pt x="321839" y="609281"/>
                  </a:cubicBezTo>
                  <a:cubicBezTo>
                    <a:pt x="321839" y="609281"/>
                    <a:pt x="312259" y="660176"/>
                    <a:pt x="313541" y="679252"/>
                  </a:cubicBezTo>
                  <a:cubicBezTo>
                    <a:pt x="313541" y="679252"/>
                    <a:pt x="309692" y="685838"/>
                    <a:pt x="290617" y="691313"/>
                  </a:cubicBezTo>
                  <a:cubicBezTo>
                    <a:pt x="286511" y="703631"/>
                    <a:pt x="280181" y="722193"/>
                    <a:pt x="274364" y="737333"/>
                  </a:cubicBezTo>
                  <a:cubicBezTo>
                    <a:pt x="264784" y="762140"/>
                    <a:pt x="261961" y="777879"/>
                    <a:pt x="265296" y="796526"/>
                  </a:cubicBezTo>
                  <a:cubicBezTo>
                    <a:pt x="268633" y="815174"/>
                    <a:pt x="286767" y="839981"/>
                    <a:pt x="293439" y="864787"/>
                  </a:cubicBezTo>
                  <a:cubicBezTo>
                    <a:pt x="300112" y="889593"/>
                    <a:pt x="302507" y="940233"/>
                    <a:pt x="303448" y="964013"/>
                  </a:cubicBezTo>
                  <a:cubicBezTo>
                    <a:pt x="304389" y="987878"/>
                    <a:pt x="302507" y="1030306"/>
                    <a:pt x="306270" y="1038946"/>
                  </a:cubicBezTo>
                  <a:cubicBezTo>
                    <a:pt x="310120" y="1047585"/>
                    <a:pt x="318246" y="1052803"/>
                    <a:pt x="323892" y="1068029"/>
                  </a:cubicBezTo>
                  <a:cubicBezTo>
                    <a:pt x="329622" y="1083255"/>
                    <a:pt x="331077" y="1094718"/>
                    <a:pt x="327741" y="1101475"/>
                  </a:cubicBezTo>
                  <a:cubicBezTo>
                    <a:pt x="324405" y="1108147"/>
                    <a:pt x="315851" y="1141080"/>
                    <a:pt x="316279" y="1169222"/>
                  </a:cubicBezTo>
                  <a:lnTo>
                    <a:pt x="310547" y="1169735"/>
                  </a:lnTo>
                  <a:cubicBezTo>
                    <a:pt x="310547" y="1169735"/>
                    <a:pt x="310035" y="1132013"/>
                    <a:pt x="307725" y="1131585"/>
                  </a:cubicBezTo>
                  <a:cubicBezTo>
                    <a:pt x="307725" y="1131585"/>
                    <a:pt x="301993" y="1132098"/>
                    <a:pt x="300539" y="1146383"/>
                  </a:cubicBezTo>
                  <a:cubicBezTo>
                    <a:pt x="299085" y="1160668"/>
                    <a:pt x="299598" y="1169735"/>
                    <a:pt x="294808" y="1170249"/>
                  </a:cubicBezTo>
                  <a:cubicBezTo>
                    <a:pt x="290018" y="1170762"/>
                    <a:pt x="223724" y="1170249"/>
                    <a:pt x="223724" y="1170249"/>
                  </a:cubicBezTo>
                  <a:lnTo>
                    <a:pt x="219876" y="1163064"/>
                  </a:lnTo>
                  <a:cubicBezTo>
                    <a:pt x="219876" y="1163064"/>
                    <a:pt x="217480" y="1169222"/>
                    <a:pt x="214144" y="1169735"/>
                  </a:cubicBezTo>
                  <a:cubicBezTo>
                    <a:pt x="210808" y="1170249"/>
                    <a:pt x="157346" y="1169735"/>
                    <a:pt x="157346" y="1169735"/>
                  </a:cubicBezTo>
                  <a:cubicBezTo>
                    <a:pt x="157346" y="1169735"/>
                    <a:pt x="151101" y="1161609"/>
                    <a:pt x="152556" y="1149206"/>
                  </a:cubicBezTo>
                  <a:cubicBezTo>
                    <a:pt x="154011" y="1136803"/>
                    <a:pt x="165473" y="1140139"/>
                    <a:pt x="174539" y="1135349"/>
                  </a:cubicBezTo>
                  <a:cubicBezTo>
                    <a:pt x="183607" y="1130559"/>
                    <a:pt x="192674" y="1084282"/>
                    <a:pt x="190792" y="1058534"/>
                  </a:cubicBezTo>
                  <a:cubicBezTo>
                    <a:pt x="188910" y="1032787"/>
                    <a:pt x="183607" y="962131"/>
                    <a:pt x="180271" y="943056"/>
                  </a:cubicBezTo>
                  <a:cubicBezTo>
                    <a:pt x="176935" y="923981"/>
                    <a:pt x="172658" y="857174"/>
                    <a:pt x="177448" y="832368"/>
                  </a:cubicBezTo>
                  <a:cubicBezTo>
                    <a:pt x="177448" y="832368"/>
                    <a:pt x="171203" y="823300"/>
                    <a:pt x="171203" y="798494"/>
                  </a:cubicBezTo>
                  <a:cubicBezTo>
                    <a:pt x="171203" y="798494"/>
                    <a:pt x="149989" y="734083"/>
                    <a:pt x="142035" y="693280"/>
                  </a:cubicBezTo>
                  <a:cubicBezTo>
                    <a:pt x="133908" y="691570"/>
                    <a:pt x="132710" y="690115"/>
                    <a:pt x="132710" y="690115"/>
                  </a:cubicBezTo>
                  <a:cubicBezTo>
                    <a:pt x="132710" y="690115"/>
                    <a:pt x="132710" y="637936"/>
                    <a:pt x="130829" y="618861"/>
                  </a:cubicBezTo>
                  <a:cubicBezTo>
                    <a:pt x="128947" y="599786"/>
                    <a:pt x="122532" y="542474"/>
                    <a:pt x="132112" y="520234"/>
                  </a:cubicBezTo>
                  <a:cubicBezTo>
                    <a:pt x="132967" y="518267"/>
                    <a:pt x="134593" y="516556"/>
                    <a:pt x="136817" y="514930"/>
                  </a:cubicBezTo>
                  <a:cubicBezTo>
                    <a:pt x="130657" y="516299"/>
                    <a:pt x="129545" y="516983"/>
                    <a:pt x="129545" y="516983"/>
                  </a:cubicBezTo>
                  <a:cubicBezTo>
                    <a:pt x="129545" y="516983"/>
                    <a:pt x="145457" y="472418"/>
                    <a:pt x="146739" y="450776"/>
                  </a:cubicBezTo>
                  <a:cubicBezTo>
                    <a:pt x="146739" y="450776"/>
                    <a:pt x="150589" y="445045"/>
                    <a:pt x="151786" y="436148"/>
                  </a:cubicBezTo>
                  <a:cubicBezTo>
                    <a:pt x="153069" y="427252"/>
                    <a:pt x="156833" y="427252"/>
                    <a:pt x="159399" y="421521"/>
                  </a:cubicBezTo>
                  <a:cubicBezTo>
                    <a:pt x="161965" y="415790"/>
                    <a:pt x="161965" y="410658"/>
                    <a:pt x="160682" y="394149"/>
                  </a:cubicBezTo>
                  <a:cubicBezTo>
                    <a:pt x="159399" y="377554"/>
                    <a:pt x="153069" y="352149"/>
                    <a:pt x="149220" y="338120"/>
                  </a:cubicBezTo>
                  <a:cubicBezTo>
                    <a:pt x="145541" y="324776"/>
                    <a:pt x="138527" y="322980"/>
                    <a:pt x="145541" y="291929"/>
                  </a:cubicBezTo>
                  <a:lnTo>
                    <a:pt x="136475" y="292699"/>
                  </a:lnTo>
                  <a:cubicBezTo>
                    <a:pt x="123130" y="291416"/>
                    <a:pt x="92850" y="287310"/>
                    <a:pt x="70267" y="279954"/>
                  </a:cubicBezTo>
                  <a:cubicBezTo>
                    <a:pt x="47684" y="272682"/>
                    <a:pt x="11758" y="256088"/>
                    <a:pt x="6027" y="253864"/>
                  </a:cubicBezTo>
                  <a:cubicBezTo>
                    <a:pt x="296" y="251640"/>
                    <a:pt x="-1928" y="244283"/>
                    <a:pt x="1921" y="236072"/>
                  </a:cubicBezTo>
                  <a:cubicBezTo>
                    <a:pt x="5770" y="227774"/>
                    <a:pt x="12784" y="214773"/>
                    <a:pt x="18772" y="204251"/>
                  </a:cubicBezTo>
                  <a:lnTo>
                    <a:pt x="18772" y="204251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ED4F1CF-EADA-215B-5759-B997B623020E}"/>
                </a:ext>
              </a:extLst>
            </p:cNvPr>
            <p:cNvSpPr/>
            <p:nvPr/>
          </p:nvSpPr>
          <p:spPr>
            <a:xfrm>
              <a:off x="1153487" y="5631590"/>
              <a:ext cx="560054" cy="1252977"/>
            </a:xfrm>
            <a:custGeom>
              <a:avLst/>
              <a:gdLst>
                <a:gd name="connsiteX0" fmla="*/ 99339 w 560054"/>
                <a:gd name="connsiteY0" fmla="*/ 159380 h 1252977"/>
                <a:gd name="connsiteX1" fmla="*/ 123803 w 560054"/>
                <a:gd name="connsiteY1" fmla="*/ 152109 h 1252977"/>
                <a:gd name="connsiteX2" fmla="*/ 174785 w 560054"/>
                <a:gd name="connsiteY2" fmla="*/ 158695 h 1252977"/>
                <a:gd name="connsiteX3" fmla="*/ 207889 w 560054"/>
                <a:gd name="connsiteY3" fmla="*/ 163315 h 1252977"/>
                <a:gd name="connsiteX4" fmla="*/ 223114 w 560054"/>
                <a:gd name="connsiteY4" fmla="*/ 149714 h 1252977"/>
                <a:gd name="connsiteX5" fmla="*/ 225253 w 560054"/>
                <a:gd name="connsiteY5" fmla="*/ 148431 h 1252977"/>
                <a:gd name="connsiteX6" fmla="*/ 224141 w 560054"/>
                <a:gd name="connsiteY6" fmla="*/ 145779 h 1252977"/>
                <a:gd name="connsiteX7" fmla="*/ 211225 w 560054"/>
                <a:gd name="connsiteY7" fmla="*/ 125934 h 1252977"/>
                <a:gd name="connsiteX8" fmla="*/ 207290 w 560054"/>
                <a:gd name="connsiteY8" fmla="*/ 129868 h 1252977"/>
                <a:gd name="connsiteX9" fmla="*/ 192406 w 560054"/>
                <a:gd name="connsiteY9" fmla="*/ 116952 h 1252977"/>
                <a:gd name="connsiteX10" fmla="*/ 189412 w 560054"/>
                <a:gd name="connsiteY10" fmla="*/ 102068 h 1252977"/>
                <a:gd name="connsiteX11" fmla="*/ 196340 w 560054"/>
                <a:gd name="connsiteY11" fmla="*/ 99074 h 1252977"/>
                <a:gd name="connsiteX12" fmla="*/ 191379 w 560054"/>
                <a:gd name="connsiteY12" fmla="*/ 86158 h 1252977"/>
                <a:gd name="connsiteX13" fmla="*/ 190609 w 560054"/>
                <a:gd name="connsiteY13" fmla="*/ 82907 h 1252977"/>
                <a:gd name="connsiteX14" fmla="*/ 183852 w 560054"/>
                <a:gd name="connsiteY14" fmla="*/ 89152 h 1252977"/>
                <a:gd name="connsiteX15" fmla="*/ 184023 w 560054"/>
                <a:gd name="connsiteY15" fmla="*/ 90520 h 1252977"/>
                <a:gd name="connsiteX16" fmla="*/ 139713 w 560054"/>
                <a:gd name="connsiteY16" fmla="*/ 121657 h 1252977"/>
                <a:gd name="connsiteX17" fmla="*/ 115848 w 560054"/>
                <a:gd name="connsiteY17" fmla="*/ 134915 h 1252977"/>
                <a:gd name="connsiteX18" fmla="*/ 97970 w 560054"/>
                <a:gd name="connsiteY18" fmla="*/ 150826 h 1252977"/>
                <a:gd name="connsiteX19" fmla="*/ 99339 w 560054"/>
                <a:gd name="connsiteY19" fmla="*/ 159465 h 1252977"/>
                <a:gd name="connsiteX20" fmla="*/ 99339 w 560054"/>
                <a:gd name="connsiteY20" fmla="*/ 159465 h 1252977"/>
                <a:gd name="connsiteX21" fmla="*/ 456124 w 560054"/>
                <a:gd name="connsiteY21" fmla="*/ 696910 h 1252977"/>
                <a:gd name="connsiteX22" fmla="*/ 466731 w 560054"/>
                <a:gd name="connsiteY22" fmla="*/ 694942 h 1252977"/>
                <a:gd name="connsiteX23" fmla="*/ 469639 w 560054"/>
                <a:gd name="connsiteY23" fmla="*/ 689126 h 1252977"/>
                <a:gd name="connsiteX24" fmla="*/ 469040 w 560054"/>
                <a:gd name="connsiteY24" fmla="*/ 688698 h 1252977"/>
                <a:gd name="connsiteX25" fmla="*/ 466389 w 560054"/>
                <a:gd name="connsiteY25" fmla="*/ 678433 h 1252977"/>
                <a:gd name="connsiteX26" fmla="*/ 459118 w 560054"/>
                <a:gd name="connsiteY26" fmla="*/ 689383 h 1252977"/>
                <a:gd name="connsiteX27" fmla="*/ 452531 w 560054"/>
                <a:gd name="connsiteY27" fmla="*/ 683737 h 1252977"/>
                <a:gd name="connsiteX28" fmla="*/ 456808 w 560054"/>
                <a:gd name="connsiteY28" fmla="*/ 661582 h 1252977"/>
                <a:gd name="connsiteX29" fmla="*/ 455782 w 560054"/>
                <a:gd name="connsiteY29" fmla="*/ 629847 h 1252977"/>
                <a:gd name="connsiteX30" fmla="*/ 461770 w 560054"/>
                <a:gd name="connsiteY30" fmla="*/ 618299 h 1252977"/>
                <a:gd name="connsiteX31" fmla="*/ 459803 w 560054"/>
                <a:gd name="connsiteY31" fmla="*/ 617187 h 1252977"/>
                <a:gd name="connsiteX32" fmla="*/ 459631 w 560054"/>
                <a:gd name="connsiteY32" fmla="*/ 612825 h 1252977"/>
                <a:gd name="connsiteX33" fmla="*/ 454499 w 560054"/>
                <a:gd name="connsiteY33" fmla="*/ 608548 h 1252977"/>
                <a:gd name="connsiteX34" fmla="*/ 450564 w 560054"/>
                <a:gd name="connsiteY34" fmla="*/ 559876 h 1252977"/>
                <a:gd name="connsiteX35" fmla="*/ 436707 w 560054"/>
                <a:gd name="connsiteY35" fmla="*/ 489391 h 1252977"/>
                <a:gd name="connsiteX36" fmla="*/ 422764 w 560054"/>
                <a:gd name="connsiteY36" fmla="*/ 449701 h 1252977"/>
                <a:gd name="connsiteX37" fmla="*/ 412841 w 560054"/>
                <a:gd name="connsiteY37" fmla="*/ 418907 h 1252977"/>
                <a:gd name="connsiteX38" fmla="*/ 413868 w 560054"/>
                <a:gd name="connsiteY38" fmla="*/ 491359 h 1252977"/>
                <a:gd name="connsiteX39" fmla="*/ 421823 w 560054"/>
                <a:gd name="connsiteY39" fmla="*/ 603586 h 1252977"/>
                <a:gd name="connsiteX40" fmla="*/ 428752 w 560054"/>
                <a:gd name="connsiteY40" fmla="*/ 664148 h 1252977"/>
                <a:gd name="connsiteX41" fmla="*/ 424817 w 560054"/>
                <a:gd name="connsiteY41" fmla="*/ 680999 h 1252977"/>
                <a:gd name="connsiteX42" fmla="*/ 424047 w 560054"/>
                <a:gd name="connsiteY42" fmla="*/ 700588 h 1252977"/>
                <a:gd name="connsiteX43" fmla="*/ 456295 w 560054"/>
                <a:gd name="connsiteY43" fmla="*/ 696910 h 1252977"/>
                <a:gd name="connsiteX44" fmla="*/ 456295 w 560054"/>
                <a:gd name="connsiteY44" fmla="*/ 696910 h 1252977"/>
                <a:gd name="connsiteX45" fmla="*/ 476654 w 560054"/>
                <a:gd name="connsiteY45" fmla="*/ 695541 h 1252977"/>
                <a:gd name="connsiteX46" fmla="*/ 481957 w 560054"/>
                <a:gd name="connsiteY46" fmla="*/ 700845 h 1252977"/>
                <a:gd name="connsiteX47" fmla="*/ 495216 w 560054"/>
                <a:gd name="connsiteY47" fmla="*/ 700161 h 1252977"/>
                <a:gd name="connsiteX48" fmla="*/ 494617 w 560054"/>
                <a:gd name="connsiteY48" fmla="*/ 684763 h 1252977"/>
                <a:gd name="connsiteX49" fmla="*/ 485892 w 560054"/>
                <a:gd name="connsiteY49" fmla="*/ 689553 h 1252977"/>
                <a:gd name="connsiteX50" fmla="*/ 475627 w 560054"/>
                <a:gd name="connsiteY50" fmla="*/ 690922 h 1252977"/>
                <a:gd name="connsiteX51" fmla="*/ 475371 w 560054"/>
                <a:gd name="connsiteY51" fmla="*/ 690922 h 1252977"/>
                <a:gd name="connsiteX52" fmla="*/ 476654 w 560054"/>
                <a:gd name="connsiteY52" fmla="*/ 695541 h 1252977"/>
                <a:gd name="connsiteX53" fmla="*/ 476654 w 560054"/>
                <a:gd name="connsiteY53" fmla="*/ 695541 h 1252977"/>
                <a:gd name="connsiteX54" fmla="*/ 24577 w 560054"/>
                <a:gd name="connsiteY54" fmla="*/ 132264 h 1252977"/>
                <a:gd name="connsiteX55" fmla="*/ 55713 w 560054"/>
                <a:gd name="connsiteY55" fmla="*/ 104463 h 1252977"/>
                <a:gd name="connsiteX56" fmla="*/ 81546 w 560054"/>
                <a:gd name="connsiteY56" fmla="*/ 83249 h 1252977"/>
                <a:gd name="connsiteX57" fmla="*/ 101392 w 560054"/>
                <a:gd name="connsiteY57" fmla="*/ 71959 h 1252977"/>
                <a:gd name="connsiteX58" fmla="*/ 127225 w 560054"/>
                <a:gd name="connsiteY58" fmla="*/ 50146 h 1252977"/>
                <a:gd name="connsiteX59" fmla="*/ 147754 w 560054"/>
                <a:gd name="connsiteY59" fmla="*/ 33551 h 1252977"/>
                <a:gd name="connsiteX60" fmla="*/ 154255 w 560054"/>
                <a:gd name="connsiteY60" fmla="*/ 39282 h 1252977"/>
                <a:gd name="connsiteX61" fmla="*/ 159302 w 560054"/>
                <a:gd name="connsiteY61" fmla="*/ 35861 h 1252977"/>
                <a:gd name="connsiteX62" fmla="*/ 165461 w 560054"/>
                <a:gd name="connsiteY62" fmla="*/ 36973 h 1252977"/>
                <a:gd name="connsiteX63" fmla="*/ 167856 w 560054"/>
                <a:gd name="connsiteY63" fmla="*/ 27221 h 1252977"/>
                <a:gd name="connsiteX64" fmla="*/ 197966 w 560054"/>
                <a:gd name="connsiteY64" fmla="*/ 2072 h 1252977"/>
                <a:gd name="connsiteX65" fmla="*/ 224483 w 560054"/>
                <a:gd name="connsiteY65" fmla="*/ 105 h 1252977"/>
                <a:gd name="connsiteX66" fmla="*/ 239709 w 560054"/>
                <a:gd name="connsiteY66" fmla="*/ 3441 h 1252977"/>
                <a:gd name="connsiteX67" fmla="*/ 239025 w 560054"/>
                <a:gd name="connsiteY67" fmla="*/ 6948 h 1252977"/>
                <a:gd name="connsiteX68" fmla="*/ 293599 w 560054"/>
                <a:gd name="connsiteY68" fmla="*/ 58443 h 1252977"/>
                <a:gd name="connsiteX69" fmla="*/ 299587 w 560054"/>
                <a:gd name="connsiteY69" fmla="*/ 64431 h 1252977"/>
                <a:gd name="connsiteX70" fmla="*/ 306515 w 560054"/>
                <a:gd name="connsiteY70" fmla="*/ 78374 h 1252977"/>
                <a:gd name="connsiteX71" fmla="*/ 302581 w 560054"/>
                <a:gd name="connsiteY71" fmla="*/ 96251 h 1252977"/>
                <a:gd name="connsiteX72" fmla="*/ 297619 w 560054"/>
                <a:gd name="connsiteY72" fmla="*/ 96251 h 1252977"/>
                <a:gd name="connsiteX73" fmla="*/ 300613 w 560054"/>
                <a:gd name="connsiteY73" fmla="*/ 121058 h 1252977"/>
                <a:gd name="connsiteX74" fmla="*/ 303949 w 560054"/>
                <a:gd name="connsiteY74" fmla="*/ 137567 h 1252977"/>
                <a:gd name="connsiteX75" fmla="*/ 317550 w 560054"/>
                <a:gd name="connsiteY75" fmla="*/ 146121 h 1252977"/>
                <a:gd name="connsiteX76" fmla="*/ 361175 w 560054"/>
                <a:gd name="connsiteY76" fmla="*/ 168789 h 1252977"/>
                <a:gd name="connsiteX77" fmla="*/ 439615 w 560054"/>
                <a:gd name="connsiteY77" fmla="*/ 194622 h 1252977"/>
                <a:gd name="connsiteX78" fmla="*/ 452531 w 560054"/>
                <a:gd name="connsiteY78" fmla="*/ 256210 h 1252977"/>
                <a:gd name="connsiteX79" fmla="*/ 491281 w 560054"/>
                <a:gd name="connsiteY79" fmla="*/ 416084 h 1252977"/>
                <a:gd name="connsiteX80" fmla="*/ 516087 w 560054"/>
                <a:gd name="connsiteY80" fmla="*/ 562014 h 1252977"/>
                <a:gd name="connsiteX81" fmla="*/ 519081 w 560054"/>
                <a:gd name="connsiteY81" fmla="*/ 610686 h 1252977"/>
                <a:gd name="connsiteX82" fmla="*/ 512409 w 560054"/>
                <a:gd name="connsiteY82" fmla="*/ 615733 h 1252977"/>
                <a:gd name="connsiteX83" fmla="*/ 512067 w 560054"/>
                <a:gd name="connsiteY83" fmla="*/ 623603 h 1252977"/>
                <a:gd name="connsiteX84" fmla="*/ 507277 w 560054"/>
                <a:gd name="connsiteY84" fmla="*/ 624715 h 1252977"/>
                <a:gd name="connsiteX85" fmla="*/ 512752 w 560054"/>
                <a:gd name="connsiteY85" fmla="*/ 645158 h 1252977"/>
                <a:gd name="connsiteX86" fmla="*/ 511383 w 560054"/>
                <a:gd name="connsiteY86" fmla="*/ 661411 h 1252977"/>
                <a:gd name="connsiteX87" fmla="*/ 503769 w 560054"/>
                <a:gd name="connsiteY87" fmla="*/ 677578 h 1252977"/>
                <a:gd name="connsiteX88" fmla="*/ 505053 w 560054"/>
                <a:gd name="connsiteY88" fmla="*/ 699818 h 1252977"/>
                <a:gd name="connsiteX89" fmla="*/ 506421 w 560054"/>
                <a:gd name="connsiteY89" fmla="*/ 703154 h 1252977"/>
                <a:gd name="connsiteX90" fmla="*/ 521647 w 560054"/>
                <a:gd name="connsiteY90" fmla="*/ 703839 h 1252977"/>
                <a:gd name="connsiteX91" fmla="*/ 527635 w 560054"/>
                <a:gd name="connsiteY91" fmla="*/ 698536 h 1252977"/>
                <a:gd name="connsiteX92" fmla="*/ 539525 w 560054"/>
                <a:gd name="connsiteY92" fmla="*/ 707175 h 1252977"/>
                <a:gd name="connsiteX93" fmla="*/ 554067 w 560054"/>
                <a:gd name="connsiteY93" fmla="*/ 708458 h 1252977"/>
                <a:gd name="connsiteX94" fmla="*/ 560055 w 560054"/>
                <a:gd name="connsiteY94" fmla="*/ 715729 h 1252977"/>
                <a:gd name="connsiteX95" fmla="*/ 560055 w 560054"/>
                <a:gd name="connsiteY95" fmla="*/ 916319 h 1252977"/>
                <a:gd name="connsiteX96" fmla="*/ 547481 w 560054"/>
                <a:gd name="connsiteY96" fmla="*/ 920938 h 1252977"/>
                <a:gd name="connsiteX97" fmla="*/ 544829 w 560054"/>
                <a:gd name="connsiteY97" fmla="*/ 923590 h 1252977"/>
                <a:gd name="connsiteX98" fmla="*/ 542861 w 560054"/>
                <a:gd name="connsiteY98" fmla="*/ 922906 h 1252977"/>
                <a:gd name="connsiteX99" fmla="*/ 474002 w 560054"/>
                <a:gd name="connsiteY99" fmla="*/ 922906 h 1252977"/>
                <a:gd name="connsiteX100" fmla="*/ 469383 w 560054"/>
                <a:gd name="connsiteY100" fmla="*/ 926242 h 1252977"/>
                <a:gd name="connsiteX101" fmla="*/ 464763 w 560054"/>
                <a:gd name="connsiteY101" fmla="*/ 922307 h 1252977"/>
                <a:gd name="connsiteX102" fmla="*/ 436279 w 560054"/>
                <a:gd name="connsiteY102" fmla="*/ 922307 h 1252977"/>
                <a:gd name="connsiteX103" fmla="*/ 434311 w 560054"/>
                <a:gd name="connsiteY103" fmla="*/ 926926 h 1252977"/>
                <a:gd name="connsiteX104" fmla="*/ 429692 w 560054"/>
                <a:gd name="connsiteY104" fmla="*/ 922307 h 1252977"/>
                <a:gd name="connsiteX105" fmla="*/ 420540 w 560054"/>
                <a:gd name="connsiteY105" fmla="*/ 922307 h 1252977"/>
                <a:gd name="connsiteX106" fmla="*/ 422422 w 560054"/>
                <a:gd name="connsiteY106" fmla="*/ 952074 h 1252977"/>
                <a:gd name="connsiteX107" fmla="*/ 423705 w 560054"/>
                <a:gd name="connsiteY107" fmla="*/ 989797 h 1252977"/>
                <a:gd name="connsiteX108" fmla="*/ 429008 w 560054"/>
                <a:gd name="connsiteY108" fmla="*/ 1049333 h 1252977"/>
                <a:gd name="connsiteX109" fmla="*/ 424389 w 560054"/>
                <a:gd name="connsiteY109" fmla="*/ 1110921 h 1252977"/>
                <a:gd name="connsiteX110" fmla="*/ 422422 w 560054"/>
                <a:gd name="connsiteY110" fmla="*/ 1160534 h 1252977"/>
                <a:gd name="connsiteX111" fmla="*/ 434311 w 560054"/>
                <a:gd name="connsiteY111" fmla="*/ 1179695 h 1252977"/>
                <a:gd name="connsiteX112" fmla="*/ 427041 w 560054"/>
                <a:gd name="connsiteY112" fmla="*/ 1206811 h 1252977"/>
                <a:gd name="connsiteX113" fmla="*/ 433029 w 560054"/>
                <a:gd name="connsiteY113" fmla="*/ 1216050 h 1252977"/>
                <a:gd name="connsiteX114" fmla="*/ 453558 w 560054"/>
                <a:gd name="connsiteY114" fmla="*/ 1223320 h 1252977"/>
                <a:gd name="connsiteX115" fmla="*/ 461513 w 560054"/>
                <a:gd name="connsiteY115" fmla="*/ 1238547 h 1252977"/>
                <a:gd name="connsiteX116" fmla="*/ 456894 w 560054"/>
                <a:gd name="connsiteY116" fmla="*/ 1247784 h 1252977"/>
                <a:gd name="connsiteX117" fmla="*/ 420454 w 560054"/>
                <a:gd name="connsiteY117" fmla="*/ 1252404 h 1252977"/>
                <a:gd name="connsiteX118" fmla="*/ 363485 w 560054"/>
                <a:gd name="connsiteY118" fmla="*/ 1251719 h 1252977"/>
                <a:gd name="connsiteX119" fmla="*/ 333717 w 560054"/>
                <a:gd name="connsiteY119" fmla="*/ 1246416 h 1252977"/>
                <a:gd name="connsiteX120" fmla="*/ 331065 w 560054"/>
                <a:gd name="connsiteY120" fmla="*/ 1226571 h 1252977"/>
                <a:gd name="connsiteX121" fmla="*/ 336369 w 560054"/>
                <a:gd name="connsiteY121" fmla="*/ 1183544 h 1252977"/>
                <a:gd name="connsiteX122" fmla="*/ 323794 w 560054"/>
                <a:gd name="connsiteY122" fmla="*/ 1140518 h 1252977"/>
                <a:gd name="connsiteX123" fmla="*/ 334401 w 560054"/>
                <a:gd name="connsiteY123" fmla="*/ 1110066 h 1252977"/>
                <a:gd name="connsiteX124" fmla="*/ 327815 w 560054"/>
                <a:gd name="connsiteY124" fmla="*/ 1014090 h 1252977"/>
                <a:gd name="connsiteX125" fmla="*/ 323880 w 560054"/>
                <a:gd name="connsiteY125" fmla="*/ 926669 h 1252977"/>
                <a:gd name="connsiteX126" fmla="*/ 313273 w 560054"/>
                <a:gd name="connsiteY126" fmla="*/ 866450 h 1252977"/>
                <a:gd name="connsiteX127" fmla="*/ 297363 w 560054"/>
                <a:gd name="connsiteY127" fmla="*/ 822055 h 1252977"/>
                <a:gd name="connsiteX128" fmla="*/ 287440 w 560054"/>
                <a:gd name="connsiteY128" fmla="*/ 741305 h 1252977"/>
                <a:gd name="connsiteX129" fmla="*/ 282137 w 560054"/>
                <a:gd name="connsiteY129" fmla="*/ 719322 h 1252977"/>
                <a:gd name="connsiteX130" fmla="*/ 281795 w 560054"/>
                <a:gd name="connsiteY130" fmla="*/ 718894 h 1252977"/>
                <a:gd name="connsiteX131" fmla="*/ 281709 w 560054"/>
                <a:gd name="connsiteY131" fmla="*/ 718894 h 1252977"/>
                <a:gd name="connsiteX132" fmla="*/ 279571 w 560054"/>
                <a:gd name="connsiteY132" fmla="*/ 717525 h 1252977"/>
                <a:gd name="connsiteX133" fmla="*/ 267681 w 560054"/>
                <a:gd name="connsiteY133" fmla="*/ 736087 h 1252977"/>
                <a:gd name="connsiteX134" fmla="*/ 262377 w 560054"/>
                <a:gd name="connsiteY134" fmla="*/ 776462 h 1252977"/>
                <a:gd name="connsiteX135" fmla="*/ 253139 w 560054"/>
                <a:gd name="connsiteY135" fmla="*/ 836682 h 1252977"/>
                <a:gd name="connsiteX136" fmla="*/ 230642 w 560054"/>
                <a:gd name="connsiteY136" fmla="*/ 888946 h 1252977"/>
                <a:gd name="connsiteX137" fmla="*/ 218068 w 560054"/>
                <a:gd name="connsiteY137" fmla="*/ 984237 h 1252977"/>
                <a:gd name="connsiteX138" fmla="*/ 200874 w 560054"/>
                <a:gd name="connsiteY138" fmla="*/ 1054380 h 1252977"/>
                <a:gd name="connsiteX139" fmla="*/ 206178 w 560054"/>
                <a:gd name="connsiteY139" fmla="*/ 1104677 h 1252977"/>
                <a:gd name="connsiteX140" fmla="*/ 204894 w 560054"/>
                <a:gd name="connsiteY140" fmla="*/ 1152323 h 1252977"/>
                <a:gd name="connsiteX141" fmla="*/ 203612 w 560054"/>
                <a:gd name="connsiteY141" fmla="*/ 1187394 h 1252977"/>
                <a:gd name="connsiteX142" fmla="*/ 183082 w 560054"/>
                <a:gd name="connsiteY142" fmla="*/ 1211259 h 1252977"/>
                <a:gd name="connsiteX143" fmla="*/ 177778 w 560054"/>
                <a:gd name="connsiteY143" fmla="*/ 1248298 h 1252977"/>
                <a:gd name="connsiteX144" fmla="*/ 138687 w 560054"/>
                <a:gd name="connsiteY144" fmla="*/ 1252917 h 1252977"/>
                <a:gd name="connsiteX145" fmla="*/ 81718 w 560054"/>
                <a:gd name="connsiteY145" fmla="*/ 1244363 h 1252977"/>
                <a:gd name="connsiteX146" fmla="*/ 82402 w 560054"/>
                <a:gd name="connsiteY146" fmla="*/ 1223833 h 1252977"/>
                <a:gd name="connsiteX147" fmla="*/ 108919 w 560054"/>
                <a:gd name="connsiteY147" fmla="*/ 1191414 h 1252977"/>
                <a:gd name="connsiteX148" fmla="*/ 106952 w 560054"/>
                <a:gd name="connsiteY148" fmla="*/ 1172168 h 1252977"/>
                <a:gd name="connsiteX149" fmla="*/ 108235 w 560054"/>
                <a:gd name="connsiteY149" fmla="*/ 1161561 h 1252977"/>
                <a:gd name="connsiteX150" fmla="*/ 99595 w 560054"/>
                <a:gd name="connsiteY150" fmla="*/ 1156942 h 1252977"/>
                <a:gd name="connsiteX151" fmla="*/ 104899 w 560054"/>
                <a:gd name="connsiteY151" fmla="*/ 1096037 h 1252977"/>
                <a:gd name="connsiteX152" fmla="*/ 126712 w 560054"/>
                <a:gd name="connsiteY152" fmla="*/ 896816 h 1252977"/>
                <a:gd name="connsiteX153" fmla="*/ 127396 w 560054"/>
                <a:gd name="connsiteY153" fmla="*/ 762433 h 1252977"/>
                <a:gd name="connsiteX154" fmla="*/ 128679 w 560054"/>
                <a:gd name="connsiteY154" fmla="*/ 618128 h 1252977"/>
                <a:gd name="connsiteX155" fmla="*/ 127994 w 560054"/>
                <a:gd name="connsiteY155" fmla="*/ 589643 h 1252977"/>
                <a:gd name="connsiteX156" fmla="*/ 122007 w 560054"/>
                <a:gd name="connsiteY156" fmla="*/ 575102 h 1252977"/>
                <a:gd name="connsiteX157" fmla="*/ 106781 w 560054"/>
                <a:gd name="connsiteY157" fmla="*/ 580405 h 1252977"/>
                <a:gd name="connsiteX158" fmla="*/ 90871 w 560054"/>
                <a:gd name="connsiteY158" fmla="*/ 591012 h 1252977"/>
                <a:gd name="connsiteX159" fmla="*/ 67689 w 560054"/>
                <a:gd name="connsiteY159" fmla="*/ 594947 h 1252977"/>
                <a:gd name="connsiteX160" fmla="*/ 80264 w 560054"/>
                <a:gd name="connsiteY160" fmla="*/ 475790 h 1252977"/>
                <a:gd name="connsiteX161" fmla="*/ 95489 w 560054"/>
                <a:gd name="connsiteY161" fmla="*/ 357318 h 1252977"/>
                <a:gd name="connsiteX162" fmla="*/ 110031 w 560054"/>
                <a:gd name="connsiteY162" fmla="*/ 265278 h 1252977"/>
                <a:gd name="connsiteX163" fmla="*/ 28598 w 560054"/>
                <a:gd name="connsiteY163" fmla="*/ 213612 h 1252977"/>
                <a:gd name="connsiteX164" fmla="*/ 284 w 560054"/>
                <a:gd name="connsiteY164" fmla="*/ 162117 h 1252977"/>
                <a:gd name="connsiteX165" fmla="*/ 24577 w 560054"/>
                <a:gd name="connsiteY165" fmla="*/ 132178 h 1252977"/>
                <a:gd name="connsiteX166" fmla="*/ 24577 w 560054"/>
                <a:gd name="connsiteY166" fmla="*/ 132178 h 1252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</a:cxnLst>
              <a:rect l="l" t="t" r="r" b="b"/>
              <a:pathLst>
                <a:path w="560054" h="1252977">
                  <a:moveTo>
                    <a:pt x="99339" y="159380"/>
                  </a:moveTo>
                  <a:cubicBezTo>
                    <a:pt x="99339" y="159380"/>
                    <a:pt x="115249" y="153392"/>
                    <a:pt x="123803" y="152109"/>
                  </a:cubicBezTo>
                  <a:cubicBezTo>
                    <a:pt x="132443" y="150826"/>
                    <a:pt x="158190" y="152793"/>
                    <a:pt x="174785" y="158695"/>
                  </a:cubicBezTo>
                  <a:cubicBezTo>
                    <a:pt x="191294" y="164683"/>
                    <a:pt x="205921" y="165282"/>
                    <a:pt x="207889" y="163315"/>
                  </a:cubicBezTo>
                  <a:cubicBezTo>
                    <a:pt x="209856" y="161347"/>
                    <a:pt x="222430" y="151425"/>
                    <a:pt x="223114" y="149714"/>
                  </a:cubicBezTo>
                  <a:cubicBezTo>
                    <a:pt x="223114" y="149714"/>
                    <a:pt x="223884" y="149200"/>
                    <a:pt x="225253" y="148431"/>
                  </a:cubicBezTo>
                  <a:lnTo>
                    <a:pt x="224141" y="145779"/>
                  </a:lnTo>
                  <a:cubicBezTo>
                    <a:pt x="224141" y="145779"/>
                    <a:pt x="217212" y="127901"/>
                    <a:pt x="211225" y="125934"/>
                  </a:cubicBezTo>
                  <a:cubicBezTo>
                    <a:pt x="211225" y="125934"/>
                    <a:pt x="211225" y="127901"/>
                    <a:pt x="207290" y="129868"/>
                  </a:cubicBezTo>
                  <a:cubicBezTo>
                    <a:pt x="203355" y="131836"/>
                    <a:pt x="195400" y="120972"/>
                    <a:pt x="192406" y="116952"/>
                  </a:cubicBezTo>
                  <a:cubicBezTo>
                    <a:pt x="189412" y="113017"/>
                    <a:pt x="187444" y="105062"/>
                    <a:pt x="189412" y="102068"/>
                  </a:cubicBezTo>
                  <a:cubicBezTo>
                    <a:pt x="191379" y="99074"/>
                    <a:pt x="196340" y="99074"/>
                    <a:pt x="196340" y="99074"/>
                  </a:cubicBezTo>
                  <a:lnTo>
                    <a:pt x="191379" y="86158"/>
                  </a:lnTo>
                  <a:cubicBezTo>
                    <a:pt x="191379" y="86158"/>
                    <a:pt x="191037" y="84960"/>
                    <a:pt x="190609" y="82907"/>
                  </a:cubicBezTo>
                  <a:lnTo>
                    <a:pt x="183852" y="89152"/>
                  </a:lnTo>
                  <a:lnTo>
                    <a:pt x="184023" y="90520"/>
                  </a:lnTo>
                  <a:cubicBezTo>
                    <a:pt x="184023" y="90520"/>
                    <a:pt x="148952" y="118321"/>
                    <a:pt x="139713" y="121657"/>
                  </a:cubicBezTo>
                  <a:cubicBezTo>
                    <a:pt x="130475" y="124993"/>
                    <a:pt x="121151" y="130895"/>
                    <a:pt x="115848" y="134915"/>
                  </a:cubicBezTo>
                  <a:cubicBezTo>
                    <a:pt x="110545" y="138850"/>
                    <a:pt x="101306" y="143555"/>
                    <a:pt x="97970" y="150826"/>
                  </a:cubicBezTo>
                  <a:cubicBezTo>
                    <a:pt x="94634" y="158096"/>
                    <a:pt x="96687" y="158096"/>
                    <a:pt x="99339" y="159465"/>
                  </a:cubicBezTo>
                  <a:lnTo>
                    <a:pt x="99339" y="159465"/>
                  </a:lnTo>
                  <a:close/>
                  <a:moveTo>
                    <a:pt x="456124" y="696910"/>
                  </a:moveTo>
                  <a:cubicBezTo>
                    <a:pt x="460743" y="698279"/>
                    <a:pt x="464763" y="695627"/>
                    <a:pt x="466731" y="694942"/>
                  </a:cubicBezTo>
                  <a:cubicBezTo>
                    <a:pt x="467843" y="694601"/>
                    <a:pt x="468870" y="691692"/>
                    <a:pt x="469639" y="689126"/>
                  </a:cubicBezTo>
                  <a:lnTo>
                    <a:pt x="469040" y="688698"/>
                  </a:lnTo>
                  <a:cubicBezTo>
                    <a:pt x="467073" y="687073"/>
                    <a:pt x="468356" y="676808"/>
                    <a:pt x="466389" y="678433"/>
                  </a:cubicBezTo>
                  <a:cubicBezTo>
                    <a:pt x="464421" y="680059"/>
                    <a:pt x="464421" y="689383"/>
                    <a:pt x="459118" y="689383"/>
                  </a:cubicBezTo>
                  <a:cubicBezTo>
                    <a:pt x="453815" y="689383"/>
                    <a:pt x="452189" y="687073"/>
                    <a:pt x="452531" y="683737"/>
                  </a:cubicBezTo>
                  <a:cubicBezTo>
                    <a:pt x="452874" y="680401"/>
                    <a:pt x="456466" y="668511"/>
                    <a:pt x="456808" y="661582"/>
                  </a:cubicBezTo>
                  <a:cubicBezTo>
                    <a:pt x="457151" y="654654"/>
                    <a:pt x="454157" y="636434"/>
                    <a:pt x="455782" y="629847"/>
                  </a:cubicBezTo>
                  <a:cubicBezTo>
                    <a:pt x="456723" y="626169"/>
                    <a:pt x="459460" y="621635"/>
                    <a:pt x="461770" y="618299"/>
                  </a:cubicBezTo>
                  <a:lnTo>
                    <a:pt x="459803" y="617187"/>
                  </a:lnTo>
                  <a:lnTo>
                    <a:pt x="459631" y="612825"/>
                  </a:lnTo>
                  <a:cubicBezTo>
                    <a:pt x="454499" y="610601"/>
                    <a:pt x="454499" y="608548"/>
                    <a:pt x="454499" y="608548"/>
                  </a:cubicBezTo>
                  <a:cubicBezTo>
                    <a:pt x="454499" y="608548"/>
                    <a:pt x="451505" y="567831"/>
                    <a:pt x="450564" y="559876"/>
                  </a:cubicBezTo>
                  <a:cubicBezTo>
                    <a:pt x="449538" y="551921"/>
                    <a:pt x="443635" y="505301"/>
                    <a:pt x="436707" y="489391"/>
                  </a:cubicBezTo>
                  <a:cubicBezTo>
                    <a:pt x="429778" y="473481"/>
                    <a:pt x="425757" y="456629"/>
                    <a:pt x="422764" y="449701"/>
                  </a:cubicBezTo>
                  <a:cubicBezTo>
                    <a:pt x="419770" y="442772"/>
                    <a:pt x="412841" y="418907"/>
                    <a:pt x="412841" y="418907"/>
                  </a:cubicBezTo>
                  <a:cubicBezTo>
                    <a:pt x="412841" y="418907"/>
                    <a:pt x="409847" y="447734"/>
                    <a:pt x="413868" y="491359"/>
                  </a:cubicBezTo>
                  <a:cubicBezTo>
                    <a:pt x="417802" y="535069"/>
                    <a:pt x="421823" y="579721"/>
                    <a:pt x="421823" y="603586"/>
                  </a:cubicBezTo>
                  <a:cubicBezTo>
                    <a:pt x="421823" y="627452"/>
                    <a:pt x="430805" y="654226"/>
                    <a:pt x="428752" y="664148"/>
                  </a:cubicBezTo>
                  <a:cubicBezTo>
                    <a:pt x="426784" y="674071"/>
                    <a:pt x="424817" y="680999"/>
                    <a:pt x="424817" y="680999"/>
                  </a:cubicBezTo>
                  <a:cubicBezTo>
                    <a:pt x="424817" y="680999"/>
                    <a:pt x="424560" y="689982"/>
                    <a:pt x="424047" y="700588"/>
                  </a:cubicBezTo>
                  <a:cubicBezTo>
                    <a:pt x="430034" y="699562"/>
                    <a:pt x="452275" y="695798"/>
                    <a:pt x="456295" y="696910"/>
                  </a:cubicBezTo>
                  <a:lnTo>
                    <a:pt x="456295" y="696910"/>
                  </a:lnTo>
                  <a:close/>
                  <a:moveTo>
                    <a:pt x="476654" y="695541"/>
                  </a:moveTo>
                  <a:cubicBezTo>
                    <a:pt x="479305" y="697509"/>
                    <a:pt x="481957" y="700845"/>
                    <a:pt x="481957" y="700845"/>
                  </a:cubicBezTo>
                  <a:lnTo>
                    <a:pt x="495216" y="700161"/>
                  </a:lnTo>
                  <a:lnTo>
                    <a:pt x="494617" y="684763"/>
                  </a:lnTo>
                  <a:cubicBezTo>
                    <a:pt x="491195" y="687843"/>
                    <a:pt x="491794" y="689297"/>
                    <a:pt x="485892" y="689553"/>
                  </a:cubicBezTo>
                  <a:cubicBezTo>
                    <a:pt x="478279" y="689896"/>
                    <a:pt x="478279" y="690580"/>
                    <a:pt x="475627" y="690922"/>
                  </a:cubicBezTo>
                  <a:lnTo>
                    <a:pt x="475371" y="690922"/>
                  </a:lnTo>
                  <a:cubicBezTo>
                    <a:pt x="475114" y="692890"/>
                    <a:pt x="475371" y="694601"/>
                    <a:pt x="476654" y="695541"/>
                  </a:cubicBezTo>
                  <a:lnTo>
                    <a:pt x="476654" y="695541"/>
                  </a:lnTo>
                  <a:close/>
                  <a:moveTo>
                    <a:pt x="24577" y="132264"/>
                  </a:moveTo>
                  <a:cubicBezTo>
                    <a:pt x="52378" y="112419"/>
                    <a:pt x="51009" y="107800"/>
                    <a:pt x="55713" y="104463"/>
                  </a:cubicBezTo>
                  <a:cubicBezTo>
                    <a:pt x="60333" y="101127"/>
                    <a:pt x="78210" y="89237"/>
                    <a:pt x="81546" y="83249"/>
                  </a:cubicBezTo>
                  <a:cubicBezTo>
                    <a:pt x="84883" y="77262"/>
                    <a:pt x="98056" y="75979"/>
                    <a:pt x="101392" y="71959"/>
                  </a:cubicBezTo>
                  <a:cubicBezTo>
                    <a:pt x="104728" y="68024"/>
                    <a:pt x="124573" y="53396"/>
                    <a:pt x="127225" y="50146"/>
                  </a:cubicBezTo>
                  <a:cubicBezTo>
                    <a:pt x="129877" y="46810"/>
                    <a:pt x="147754" y="33551"/>
                    <a:pt x="147754" y="33551"/>
                  </a:cubicBezTo>
                  <a:cubicBezTo>
                    <a:pt x="147754" y="33551"/>
                    <a:pt x="150406" y="35689"/>
                    <a:pt x="154255" y="39282"/>
                  </a:cubicBezTo>
                  <a:lnTo>
                    <a:pt x="159302" y="35861"/>
                  </a:lnTo>
                  <a:cubicBezTo>
                    <a:pt x="161526" y="35433"/>
                    <a:pt x="163750" y="36117"/>
                    <a:pt x="165461" y="36973"/>
                  </a:cubicBezTo>
                  <a:cubicBezTo>
                    <a:pt x="166231" y="34492"/>
                    <a:pt x="167429" y="30044"/>
                    <a:pt x="167856" y="27221"/>
                  </a:cubicBezTo>
                  <a:cubicBezTo>
                    <a:pt x="168540" y="23286"/>
                    <a:pt x="190695" y="4724"/>
                    <a:pt x="197966" y="2072"/>
                  </a:cubicBezTo>
                  <a:cubicBezTo>
                    <a:pt x="205237" y="-579"/>
                    <a:pt x="217811" y="105"/>
                    <a:pt x="224483" y="105"/>
                  </a:cubicBezTo>
                  <a:cubicBezTo>
                    <a:pt x="231155" y="105"/>
                    <a:pt x="237057" y="-921"/>
                    <a:pt x="239709" y="3441"/>
                  </a:cubicBezTo>
                  <a:lnTo>
                    <a:pt x="239025" y="6948"/>
                  </a:lnTo>
                  <a:cubicBezTo>
                    <a:pt x="262634" y="9087"/>
                    <a:pt x="287355" y="26965"/>
                    <a:pt x="293599" y="58443"/>
                  </a:cubicBezTo>
                  <a:cubicBezTo>
                    <a:pt x="294626" y="63405"/>
                    <a:pt x="299587" y="64431"/>
                    <a:pt x="299587" y="64431"/>
                  </a:cubicBezTo>
                  <a:cubicBezTo>
                    <a:pt x="299587" y="64431"/>
                    <a:pt x="305575" y="65457"/>
                    <a:pt x="306515" y="78374"/>
                  </a:cubicBezTo>
                  <a:cubicBezTo>
                    <a:pt x="307542" y="91290"/>
                    <a:pt x="307542" y="96251"/>
                    <a:pt x="302581" y="96251"/>
                  </a:cubicBezTo>
                  <a:lnTo>
                    <a:pt x="297619" y="96251"/>
                  </a:lnTo>
                  <a:cubicBezTo>
                    <a:pt x="297619" y="96251"/>
                    <a:pt x="297619" y="109168"/>
                    <a:pt x="300613" y="121058"/>
                  </a:cubicBezTo>
                  <a:cubicBezTo>
                    <a:pt x="302324" y="127987"/>
                    <a:pt x="303350" y="133803"/>
                    <a:pt x="303949" y="137567"/>
                  </a:cubicBezTo>
                  <a:cubicBezTo>
                    <a:pt x="307029" y="138936"/>
                    <a:pt x="314813" y="142529"/>
                    <a:pt x="317550" y="146121"/>
                  </a:cubicBezTo>
                  <a:cubicBezTo>
                    <a:pt x="323367" y="151510"/>
                    <a:pt x="340389" y="165539"/>
                    <a:pt x="361175" y="168789"/>
                  </a:cubicBezTo>
                  <a:cubicBezTo>
                    <a:pt x="387008" y="172724"/>
                    <a:pt x="439615" y="194622"/>
                    <a:pt x="439615" y="194622"/>
                  </a:cubicBezTo>
                  <a:cubicBezTo>
                    <a:pt x="439615" y="194622"/>
                    <a:pt x="442609" y="230377"/>
                    <a:pt x="452531" y="256210"/>
                  </a:cubicBezTo>
                  <a:cubicBezTo>
                    <a:pt x="462454" y="282044"/>
                    <a:pt x="485293" y="375367"/>
                    <a:pt x="491281" y="416084"/>
                  </a:cubicBezTo>
                  <a:cubicBezTo>
                    <a:pt x="497269" y="456801"/>
                    <a:pt x="512153" y="530279"/>
                    <a:pt x="516087" y="562014"/>
                  </a:cubicBezTo>
                  <a:cubicBezTo>
                    <a:pt x="520022" y="593835"/>
                    <a:pt x="519081" y="610686"/>
                    <a:pt x="519081" y="610686"/>
                  </a:cubicBezTo>
                  <a:cubicBezTo>
                    <a:pt x="519081" y="610686"/>
                    <a:pt x="518739" y="613594"/>
                    <a:pt x="512409" y="615733"/>
                  </a:cubicBezTo>
                  <a:lnTo>
                    <a:pt x="512067" y="623603"/>
                  </a:lnTo>
                  <a:cubicBezTo>
                    <a:pt x="512067" y="623603"/>
                    <a:pt x="510271" y="624116"/>
                    <a:pt x="507277" y="624715"/>
                  </a:cubicBezTo>
                  <a:cubicBezTo>
                    <a:pt x="508731" y="630531"/>
                    <a:pt x="511211" y="640197"/>
                    <a:pt x="512752" y="645158"/>
                  </a:cubicBezTo>
                  <a:cubicBezTo>
                    <a:pt x="515061" y="652430"/>
                    <a:pt x="514377" y="655423"/>
                    <a:pt x="511383" y="661411"/>
                  </a:cubicBezTo>
                  <a:cubicBezTo>
                    <a:pt x="509158" y="665945"/>
                    <a:pt x="507961" y="672360"/>
                    <a:pt x="503769" y="677578"/>
                  </a:cubicBezTo>
                  <a:cubicBezTo>
                    <a:pt x="503769" y="679802"/>
                    <a:pt x="503769" y="696739"/>
                    <a:pt x="505053" y="699818"/>
                  </a:cubicBezTo>
                  <a:lnTo>
                    <a:pt x="506421" y="703154"/>
                  </a:lnTo>
                  <a:lnTo>
                    <a:pt x="521647" y="703839"/>
                  </a:lnTo>
                  <a:lnTo>
                    <a:pt x="527635" y="698536"/>
                  </a:lnTo>
                  <a:lnTo>
                    <a:pt x="539525" y="707175"/>
                  </a:lnTo>
                  <a:lnTo>
                    <a:pt x="554067" y="708458"/>
                  </a:lnTo>
                  <a:cubicBezTo>
                    <a:pt x="554067" y="708458"/>
                    <a:pt x="560055" y="713077"/>
                    <a:pt x="560055" y="715729"/>
                  </a:cubicBezTo>
                  <a:lnTo>
                    <a:pt x="560055" y="916319"/>
                  </a:lnTo>
                  <a:lnTo>
                    <a:pt x="547481" y="920938"/>
                  </a:lnTo>
                  <a:cubicBezTo>
                    <a:pt x="547481" y="920938"/>
                    <a:pt x="546796" y="924274"/>
                    <a:pt x="544829" y="923590"/>
                  </a:cubicBezTo>
                  <a:lnTo>
                    <a:pt x="542861" y="922906"/>
                  </a:lnTo>
                  <a:lnTo>
                    <a:pt x="474002" y="922906"/>
                  </a:lnTo>
                  <a:cubicBezTo>
                    <a:pt x="474002" y="922906"/>
                    <a:pt x="474002" y="926841"/>
                    <a:pt x="469383" y="926242"/>
                  </a:cubicBezTo>
                  <a:cubicBezTo>
                    <a:pt x="464763" y="925557"/>
                    <a:pt x="464763" y="922307"/>
                    <a:pt x="464763" y="922307"/>
                  </a:cubicBezTo>
                  <a:lnTo>
                    <a:pt x="436279" y="922307"/>
                  </a:lnTo>
                  <a:cubicBezTo>
                    <a:pt x="436279" y="922307"/>
                    <a:pt x="437562" y="926926"/>
                    <a:pt x="434311" y="926926"/>
                  </a:cubicBezTo>
                  <a:cubicBezTo>
                    <a:pt x="431061" y="926926"/>
                    <a:pt x="429692" y="922307"/>
                    <a:pt x="429692" y="922307"/>
                  </a:cubicBezTo>
                  <a:lnTo>
                    <a:pt x="420540" y="922307"/>
                  </a:lnTo>
                  <a:cubicBezTo>
                    <a:pt x="420711" y="934710"/>
                    <a:pt x="421139" y="943178"/>
                    <a:pt x="422422" y="952074"/>
                  </a:cubicBezTo>
                  <a:cubicBezTo>
                    <a:pt x="424389" y="965932"/>
                    <a:pt x="424389" y="982526"/>
                    <a:pt x="423705" y="989797"/>
                  </a:cubicBezTo>
                  <a:cubicBezTo>
                    <a:pt x="423020" y="997068"/>
                    <a:pt x="430291" y="1028889"/>
                    <a:pt x="429008" y="1049333"/>
                  </a:cubicBezTo>
                  <a:cubicBezTo>
                    <a:pt x="427640" y="1069862"/>
                    <a:pt x="425672" y="1096978"/>
                    <a:pt x="424389" y="1110921"/>
                  </a:cubicBezTo>
                  <a:cubicBezTo>
                    <a:pt x="423106" y="1124779"/>
                    <a:pt x="421737" y="1157882"/>
                    <a:pt x="422422" y="1160534"/>
                  </a:cubicBezTo>
                  <a:cubicBezTo>
                    <a:pt x="423106" y="1163186"/>
                    <a:pt x="436963" y="1168490"/>
                    <a:pt x="434311" y="1179695"/>
                  </a:cubicBezTo>
                  <a:cubicBezTo>
                    <a:pt x="431660" y="1190901"/>
                    <a:pt x="429008" y="1202192"/>
                    <a:pt x="427041" y="1206811"/>
                  </a:cubicBezTo>
                  <a:cubicBezTo>
                    <a:pt x="425074" y="1211430"/>
                    <a:pt x="429008" y="1214082"/>
                    <a:pt x="433029" y="1216050"/>
                  </a:cubicBezTo>
                  <a:cubicBezTo>
                    <a:pt x="437049" y="1218017"/>
                    <a:pt x="448254" y="1218701"/>
                    <a:pt x="453558" y="1223320"/>
                  </a:cubicBezTo>
                  <a:cubicBezTo>
                    <a:pt x="458861" y="1227939"/>
                    <a:pt x="462197" y="1232559"/>
                    <a:pt x="461513" y="1238547"/>
                  </a:cubicBezTo>
                  <a:cubicBezTo>
                    <a:pt x="460829" y="1244534"/>
                    <a:pt x="461513" y="1246502"/>
                    <a:pt x="456894" y="1247784"/>
                  </a:cubicBezTo>
                  <a:cubicBezTo>
                    <a:pt x="452275" y="1249153"/>
                    <a:pt x="430377" y="1252404"/>
                    <a:pt x="420454" y="1252404"/>
                  </a:cubicBezTo>
                  <a:cubicBezTo>
                    <a:pt x="410532" y="1252404"/>
                    <a:pt x="371440" y="1252404"/>
                    <a:pt x="363485" y="1251719"/>
                  </a:cubicBezTo>
                  <a:cubicBezTo>
                    <a:pt x="355530" y="1251035"/>
                    <a:pt x="339021" y="1247784"/>
                    <a:pt x="333717" y="1246416"/>
                  </a:cubicBezTo>
                  <a:cubicBezTo>
                    <a:pt x="333717" y="1246416"/>
                    <a:pt x="329697" y="1233158"/>
                    <a:pt x="331065" y="1226571"/>
                  </a:cubicBezTo>
                  <a:cubicBezTo>
                    <a:pt x="332348" y="1219984"/>
                    <a:pt x="337652" y="1191500"/>
                    <a:pt x="336369" y="1183544"/>
                  </a:cubicBezTo>
                  <a:cubicBezTo>
                    <a:pt x="335086" y="1175589"/>
                    <a:pt x="323794" y="1148473"/>
                    <a:pt x="323794" y="1140518"/>
                  </a:cubicBezTo>
                  <a:cubicBezTo>
                    <a:pt x="323794" y="1132563"/>
                    <a:pt x="332348" y="1114001"/>
                    <a:pt x="334401" y="1110066"/>
                  </a:cubicBezTo>
                  <a:cubicBezTo>
                    <a:pt x="336369" y="1106131"/>
                    <a:pt x="330467" y="1031968"/>
                    <a:pt x="327815" y="1014090"/>
                  </a:cubicBezTo>
                  <a:cubicBezTo>
                    <a:pt x="325163" y="996213"/>
                    <a:pt x="328499" y="945231"/>
                    <a:pt x="323880" y="926669"/>
                  </a:cubicBezTo>
                  <a:cubicBezTo>
                    <a:pt x="319261" y="908107"/>
                    <a:pt x="315925" y="879708"/>
                    <a:pt x="313273" y="866450"/>
                  </a:cubicBezTo>
                  <a:cubicBezTo>
                    <a:pt x="310622" y="853191"/>
                    <a:pt x="300699" y="834030"/>
                    <a:pt x="297363" y="822055"/>
                  </a:cubicBezTo>
                  <a:cubicBezTo>
                    <a:pt x="294027" y="810164"/>
                    <a:pt x="291375" y="757215"/>
                    <a:pt x="287440" y="741305"/>
                  </a:cubicBezTo>
                  <a:cubicBezTo>
                    <a:pt x="284447" y="729501"/>
                    <a:pt x="284104" y="722401"/>
                    <a:pt x="282137" y="719322"/>
                  </a:cubicBezTo>
                  <a:lnTo>
                    <a:pt x="281795" y="718894"/>
                  </a:lnTo>
                  <a:lnTo>
                    <a:pt x="281709" y="718894"/>
                  </a:lnTo>
                  <a:cubicBezTo>
                    <a:pt x="281709" y="718894"/>
                    <a:pt x="279571" y="717525"/>
                    <a:pt x="279571" y="717525"/>
                  </a:cubicBezTo>
                  <a:cubicBezTo>
                    <a:pt x="279571" y="717525"/>
                    <a:pt x="270931" y="726849"/>
                    <a:pt x="267681" y="736087"/>
                  </a:cubicBezTo>
                  <a:cubicBezTo>
                    <a:pt x="264344" y="745325"/>
                    <a:pt x="265713" y="761920"/>
                    <a:pt x="262377" y="776462"/>
                  </a:cubicBezTo>
                  <a:cubicBezTo>
                    <a:pt x="259041" y="791004"/>
                    <a:pt x="259725" y="819488"/>
                    <a:pt x="253139" y="836682"/>
                  </a:cubicBezTo>
                  <a:cubicBezTo>
                    <a:pt x="246553" y="853875"/>
                    <a:pt x="232610" y="880991"/>
                    <a:pt x="230642" y="888946"/>
                  </a:cubicBezTo>
                  <a:cubicBezTo>
                    <a:pt x="228675" y="896902"/>
                    <a:pt x="224654" y="952502"/>
                    <a:pt x="218068" y="984237"/>
                  </a:cubicBezTo>
                  <a:cubicBezTo>
                    <a:pt x="211481" y="1015973"/>
                    <a:pt x="202841" y="1046425"/>
                    <a:pt x="200874" y="1054380"/>
                  </a:cubicBezTo>
                  <a:cubicBezTo>
                    <a:pt x="198907" y="1062335"/>
                    <a:pt x="204210" y="1085516"/>
                    <a:pt x="206178" y="1104677"/>
                  </a:cubicBezTo>
                  <a:cubicBezTo>
                    <a:pt x="208145" y="1123923"/>
                    <a:pt x="206862" y="1135814"/>
                    <a:pt x="204894" y="1152323"/>
                  </a:cubicBezTo>
                  <a:cubicBezTo>
                    <a:pt x="202927" y="1168917"/>
                    <a:pt x="205579" y="1178155"/>
                    <a:pt x="203612" y="1187394"/>
                  </a:cubicBezTo>
                  <a:cubicBezTo>
                    <a:pt x="201644" y="1196632"/>
                    <a:pt x="185734" y="1207923"/>
                    <a:pt x="183082" y="1211259"/>
                  </a:cubicBezTo>
                  <a:cubicBezTo>
                    <a:pt x="180430" y="1214595"/>
                    <a:pt x="178463" y="1244363"/>
                    <a:pt x="177778" y="1248298"/>
                  </a:cubicBezTo>
                  <a:cubicBezTo>
                    <a:pt x="177778" y="1248298"/>
                    <a:pt x="177094" y="1253601"/>
                    <a:pt x="138687" y="1252917"/>
                  </a:cubicBezTo>
                  <a:cubicBezTo>
                    <a:pt x="100280" y="1252233"/>
                    <a:pt x="83771" y="1245646"/>
                    <a:pt x="81718" y="1244363"/>
                  </a:cubicBezTo>
                  <a:cubicBezTo>
                    <a:pt x="79750" y="1243080"/>
                    <a:pt x="78382" y="1229821"/>
                    <a:pt x="82402" y="1223833"/>
                  </a:cubicBezTo>
                  <a:cubicBezTo>
                    <a:pt x="86337" y="1217846"/>
                    <a:pt x="108919" y="1198685"/>
                    <a:pt x="108919" y="1191414"/>
                  </a:cubicBezTo>
                  <a:cubicBezTo>
                    <a:pt x="108919" y="1184143"/>
                    <a:pt x="106952" y="1177471"/>
                    <a:pt x="106952" y="1172168"/>
                  </a:cubicBezTo>
                  <a:cubicBezTo>
                    <a:pt x="106952" y="1166864"/>
                    <a:pt x="108235" y="1161561"/>
                    <a:pt x="108235" y="1161561"/>
                  </a:cubicBezTo>
                  <a:cubicBezTo>
                    <a:pt x="108235" y="1161561"/>
                    <a:pt x="100280" y="1160877"/>
                    <a:pt x="99595" y="1156942"/>
                  </a:cubicBezTo>
                  <a:cubicBezTo>
                    <a:pt x="98911" y="1153007"/>
                    <a:pt x="102931" y="1110579"/>
                    <a:pt x="104899" y="1096037"/>
                  </a:cubicBezTo>
                  <a:cubicBezTo>
                    <a:pt x="106866" y="1081496"/>
                    <a:pt x="125428" y="935822"/>
                    <a:pt x="126712" y="896816"/>
                  </a:cubicBezTo>
                  <a:cubicBezTo>
                    <a:pt x="127994" y="857724"/>
                    <a:pt x="125343" y="781594"/>
                    <a:pt x="127396" y="762433"/>
                  </a:cubicBezTo>
                  <a:cubicBezTo>
                    <a:pt x="129363" y="743273"/>
                    <a:pt x="130047" y="635322"/>
                    <a:pt x="128679" y="618128"/>
                  </a:cubicBezTo>
                  <a:cubicBezTo>
                    <a:pt x="128679" y="618128"/>
                    <a:pt x="129363" y="598882"/>
                    <a:pt x="127994" y="589643"/>
                  </a:cubicBezTo>
                  <a:cubicBezTo>
                    <a:pt x="126712" y="580320"/>
                    <a:pt x="129278" y="575102"/>
                    <a:pt x="122007" y="575102"/>
                  </a:cubicBezTo>
                  <a:cubicBezTo>
                    <a:pt x="114736" y="575102"/>
                    <a:pt x="110716" y="575102"/>
                    <a:pt x="106781" y="580405"/>
                  </a:cubicBezTo>
                  <a:cubicBezTo>
                    <a:pt x="102846" y="585709"/>
                    <a:pt x="99510" y="586393"/>
                    <a:pt x="90871" y="591012"/>
                  </a:cubicBezTo>
                  <a:cubicBezTo>
                    <a:pt x="82231" y="595631"/>
                    <a:pt x="72308" y="603586"/>
                    <a:pt x="67689" y="594947"/>
                  </a:cubicBezTo>
                  <a:cubicBezTo>
                    <a:pt x="63070" y="586308"/>
                    <a:pt x="72993" y="519501"/>
                    <a:pt x="80264" y="475790"/>
                  </a:cubicBezTo>
                  <a:cubicBezTo>
                    <a:pt x="87534" y="432080"/>
                    <a:pt x="91469" y="380499"/>
                    <a:pt x="95489" y="357318"/>
                  </a:cubicBezTo>
                  <a:cubicBezTo>
                    <a:pt x="99424" y="334137"/>
                    <a:pt x="114650" y="273233"/>
                    <a:pt x="110031" y="265278"/>
                  </a:cubicBezTo>
                  <a:cubicBezTo>
                    <a:pt x="110031" y="265278"/>
                    <a:pt x="43139" y="227555"/>
                    <a:pt x="28598" y="213612"/>
                  </a:cubicBezTo>
                  <a:cubicBezTo>
                    <a:pt x="14056" y="199755"/>
                    <a:pt x="-2368" y="182048"/>
                    <a:pt x="284" y="162117"/>
                  </a:cubicBezTo>
                  <a:cubicBezTo>
                    <a:pt x="284" y="162117"/>
                    <a:pt x="-3223" y="152023"/>
                    <a:pt x="24577" y="132178"/>
                  </a:cubicBezTo>
                  <a:lnTo>
                    <a:pt x="24577" y="132178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A5F8AB2-A56F-EC7E-125B-2E9CD9390D35}"/>
                </a:ext>
              </a:extLst>
            </p:cNvPr>
            <p:cNvSpPr/>
            <p:nvPr/>
          </p:nvSpPr>
          <p:spPr>
            <a:xfrm>
              <a:off x="722908" y="5717331"/>
              <a:ext cx="341549" cy="1160760"/>
            </a:xfrm>
            <a:custGeom>
              <a:avLst/>
              <a:gdLst>
                <a:gd name="connsiteX0" fmla="*/ 147299 w 341549"/>
                <a:gd name="connsiteY0" fmla="*/ 165850 h 1160760"/>
                <a:gd name="connsiteX1" fmla="*/ 135580 w 341549"/>
                <a:gd name="connsiteY1" fmla="*/ 142925 h 1160760"/>
                <a:gd name="connsiteX2" fmla="*/ 125658 w 341549"/>
                <a:gd name="connsiteY2" fmla="*/ 137964 h 1160760"/>
                <a:gd name="connsiteX3" fmla="*/ 128138 w 341549"/>
                <a:gd name="connsiteY3" fmla="*/ 121883 h 1160760"/>
                <a:gd name="connsiteX4" fmla="*/ 118216 w 341549"/>
                <a:gd name="connsiteY4" fmla="*/ 108282 h 1160760"/>
                <a:gd name="connsiteX5" fmla="*/ 116334 w 341549"/>
                <a:gd name="connsiteY5" fmla="*/ 97162 h 1160760"/>
                <a:gd name="connsiteX6" fmla="*/ 116590 w 341549"/>
                <a:gd name="connsiteY6" fmla="*/ 95109 h 1160760"/>
                <a:gd name="connsiteX7" fmla="*/ 107694 w 341549"/>
                <a:gd name="connsiteY7" fmla="*/ 99642 h 1160760"/>
                <a:gd name="connsiteX8" fmla="*/ 82973 w 341549"/>
                <a:gd name="connsiteY8" fmla="*/ 134286 h 1160760"/>
                <a:gd name="connsiteX9" fmla="*/ 60648 w 341549"/>
                <a:gd name="connsiteY9" fmla="*/ 184412 h 1160760"/>
                <a:gd name="connsiteX10" fmla="*/ 53206 w 341549"/>
                <a:gd name="connsiteY10" fmla="*/ 209133 h 1160760"/>
                <a:gd name="connsiteX11" fmla="*/ 95890 w 341549"/>
                <a:gd name="connsiteY11" fmla="*/ 203573 h 1160760"/>
                <a:gd name="connsiteX12" fmla="*/ 157136 w 341549"/>
                <a:gd name="connsiteY12" fmla="*/ 175088 h 1160760"/>
                <a:gd name="connsiteX13" fmla="*/ 147214 w 341549"/>
                <a:gd name="connsiteY13" fmla="*/ 165850 h 1160760"/>
                <a:gd name="connsiteX14" fmla="*/ 147214 w 341549"/>
                <a:gd name="connsiteY14" fmla="*/ 165850 h 1160760"/>
                <a:gd name="connsiteX15" fmla="*/ 97173 w 341549"/>
                <a:gd name="connsiteY15" fmla="*/ 257463 h 1160760"/>
                <a:gd name="connsiteX16" fmla="*/ 0 w 341549"/>
                <a:gd name="connsiteY16" fmla="*/ 236420 h 1160760"/>
                <a:gd name="connsiteX17" fmla="*/ 2480 w 341549"/>
                <a:gd name="connsiteY17" fmla="*/ 224017 h 1160760"/>
                <a:gd name="connsiteX18" fmla="*/ 26004 w 341549"/>
                <a:gd name="connsiteY18" fmla="*/ 174489 h 1160760"/>
                <a:gd name="connsiteX19" fmla="*/ 81091 w 341549"/>
                <a:gd name="connsiteY19" fmla="*/ 81679 h 1160760"/>
                <a:gd name="connsiteX20" fmla="*/ 99055 w 341549"/>
                <a:gd name="connsiteY20" fmla="*/ 19749 h 1160760"/>
                <a:gd name="connsiteX21" fmla="*/ 144476 w 341549"/>
                <a:gd name="connsiteY21" fmla="*/ 15386 h 1160760"/>
                <a:gd name="connsiteX22" fmla="*/ 145503 w 341549"/>
                <a:gd name="connsiteY22" fmla="*/ 14787 h 1160760"/>
                <a:gd name="connsiteX23" fmla="*/ 177067 w 341549"/>
                <a:gd name="connsiteY23" fmla="*/ 1187 h 1160760"/>
                <a:gd name="connsiteX24" fmla="*/ 238997 w 341549"/>
                <a:gd name="connsiteY24" fmla="*/ 11708 h 1160760"/>
                <a:gd name="connsiteX25" fmla="*/ 273641 w 341549"/>
                <a:gd name="connsiteY25" fmla="*/ 87838 h 1160760"/>
                <a:gd name="connsiteX26" fmla="*/ 263719 w 341549"/>
                <a:gd name="connsiteY26" fmla="*/ 116921 h 1160760"/>
                <a:gd name="connsiteX27" fmla="*/ 261238 w 341549"/>
                <a:gd name="connsiteY27" fmla="*/ 127443 h 1160760"/>
                <a:gd name="connsiteX28" fmla="*/ 255678 w 341549"/>
                <a:gd name="connsiteY28" fmla="*/ 136681 h 1160760"/>
                <a:gd name="connsiteX29" fmla="*/ 290578 w 341549"/>
                <a:gd name="connsiteY29" fmla="*/ 185011 h 1160760"/>
                <a:gd name="connsiteX30" fmla="*/ 307600 w 341549"/>
                <a:gd name="connsiteY30" fmla="*/ 198526 h 1160760"/>
                <a:gd name="connsiteX31" fmla="*/ 308627 w 341549"/>
                <a:gd name="connsiteY31" fmla="*/ 199553 h 1160760"/>
                <a:gd name="connsiteX32" fmla="*/ 306061 w 341549"/>
                <a:gd name="connsiteY32" fmla="*/ 196644 h 1160760"/>
                <a:gd name="connsiteX33" fmla="*/ 312904 w 341549"/>
                <a:gd name="connsiteY33" fmla="*/ 202803 h 1160760"/>
                <a:gd name="connsiteX34" fmla="*/ 322484 w 341549"/>
                <a:gd name="connsiteY34" fmla="*/ 212726 h 1160760"/>
                <a:gd name="connsiteX35" fmla="*/ 331808 w 341549"/>
                <a:gd name="connsiteY35" fmla="*/ 240612 h 1160760"/>
                <a:gd name="connsiteX36" fmla="*/ 337454 w 341549"/>
                <a:gd name="connsiteY36" fmla="*/ 306562 h 1160760"/>
                <a:gd name="connsiteX37" fmla="*/ 336341 w 341549"/>
                <a:gd name="connsiteY37" fmla="*/ 325724 h 1160760"/>
                <a:gd name="connsiteX38" fmla="*/ 324281 w 341549"/>
                <a:gd name="connsiteY38" fmla="*/ 378159 h 1160760"/>
                <a:gd name="connsiteX39" fmla="*/ 321971 w 341549"/>
                <a:gd name="connsiteY39" fmla="*/ 416652 h 1160760"/>
                <a:gd name="connsiteX40" fmla="*/ 308370 w 341549"/>
                <a:gd name="connsiteY40" fmla="*/ 490387 h 1160760"/>
                <a:gd name="connsiteX41" fmla="*/ 312134 w 341549"/>
                <a:gd name="connsiteY41" fmla="*/ 529051 h 1160760"/>
                <a:gd name="connsiteX42" fmla="*/ 309226 w 341549"/>
                <a:gd name="connsiteY42" fmla="*/ 528452 h 1160760"/>
                <a:gd name="connsiteX43" fmla="*/ 310594 w 341549"/>
                <a:gd name="connsiteY43" fmla="*/ 568399 h 1160760"/>
                <a:gd name="connsiteX44" fmla="*/ 304435 w 341549"/>
                <a:gd name="connsiteY44" fmla="*/ 614248 h 1160760"/>
                <a:gd name="connsiteX45" fmla="*/ 298362 w 341549"/>
                <a:gd name="connsiteY45" fmla="*/ 684477 h 1160760"/>
                <a:gd name="connsiteX46" fmla="*/ 299303 w 341549"/>
                <a:gd name="connsiteY46" fmla="*/ 684647 h 1160760"/>
                <a:gd name="connsiteX47" fmla="*/ 298276 w 341549"/>
                <a:gd name="connsiteY47" fmla="*/ 684647 h 1160760"/>
                <a:gd name="connsiteX48" fmla="*/ 298191 w 341549"/>
                <a:gd name="connsiteY48" fmla="*/ 685417 h 1160760"/>
                <a:gd name="connsiteX49" fmla="*/ 276207 w 341549"/>
                <a:gd name="connsiteY49" fmla="*/ 683878 h 1160760"/>
                <a:gd name="connsiteX50" fmla="*/ 269193 w 341549"/>
                <a:gd name="connsiteY50" fmla="*/ 735116 h 1160760"/>
                <a:gd name="connsiteX51" fmla="*/ 270390 w 341549"/>
                <a:gd name="connsiteY51" fmla="*/ 783873 h 1160760"/>
                <a:gd name="connsiteX52" fmla="*/ 284163 w 341549"/>
                <a:gd name="connsiteY52" fmla="*/ 854871 h 1160760"/>
                <a:gd name="connsiteX53" fmla="*/ 279971 w 341549"/>
                <a:gd name="connsiteY53" fmla="*/ 930830 h 1160760"/>
                <a:gd name="connsiteX54" fmla="*/ 261323 w 341549"/>
                <a:gd name="connsiteY54" fmla="*/ 1025950 h 1160760"/>
                <a:gd name="connsiteX55" fmla="*/ 277918 w 341549"/>
                <a:gd name="connsiteY55" fmla="*/ 1076846 h 1160760"/>
                <a:gd name="connsiteX56" fmla="*/ 270989 w 341549"/>
                <a:gd name="connsiteY56" fmla="*/ 1160589 h 1160760"/>
                <a:gd name="connsiteX57" fmla="*/ 266370 w 341549"/>
                <a:gd name="connsiteY57" fmla="*/ 1160761 h 1160760"/>
                <a:gd name="connsiteX58" fmla="*/ 257902 w 341549"/>
                <a:gd name="connsiteY58" fmla="*/ 1108325 h 1160760"/>
                <a:gd name="connsiteX59" fmla="*/ 251572 w 341549"/>
                <a:gd name="connsiteY59" fmla="*/ 1123465 h 1160760"/>
                <a:gd name="connsiteX60" fmla="*/ 246183 w 341549"/>
                <a:gd name="connsiteY60" fmla="*/ 1155115 h 1160760"/>
                <a:gd name="connsiteX61" fmla="*/ 208289 w 341549"/>
                <a:gd name="connsiteY61" fmla="*/ 1160504 h 1160760"/>
                <a:gd name="connsiteX62" fmla="*/ 173816 w 341549"/>
                <a:gd name="connsiteY62" fmla="*/ 1140316 h 1160760"/>
                <a:gd name="connsiteX63" fmla="*/ 174244 w 341549"/>
                <a:gd name="connsiteY63" fmla="*/ 1128255 h 1160760"/>
                <a:gd name="connsiteX64" fmla="*/ 200333 w 341549"/>
                <a:gd name="connsiteY64" fmla="*/ 1098316 h 1160760"/>
                <a:gd name="connsiteX65" fmla="*/ 215816 w 341549"/>
                <a:gd name="connsiteY65" fmla="*/ 1037241 h 1160760"/>
                <a:gd name="connsiteX66" fmla="*/ 228049 w 341549"/>
                <a:gd name="connsiteY66" fmla="*/ 943747 h 1160760"/>
                <a:gd name="connsiteX67" fmla="*/ 212138 w 341549"/>
                <a:gd name="connsiteY67" fmla="*/ 833828 h 1160760"/>
                <a:gd name="connsiteX68" fmla="*/ 192892 w 341549"/>
                <a:gd name="connsiteY68" fmla="*/ 775148 h 1160760"/>
                <a:gd name="connsiteX69" fmla="*/ 174501 w 341549"/>
                <a:gd name="connsiteY69" fmla="*/ 676692 h 1160760"/>
                <a:gd name="connsiteX70" fmla="*/ 132244 w 341549"/>
                <a:gd name="connsiteY70" fmla="*/ 771299 h 1160760"/>
                <a:gd name="connsiteX71" fmla="*/ 123263 w 341549"/>
                <a:gd name="connsiteY71" fmla="*/ 811674 h 1160760"/>
                <a:gd name="connsiteX72" fmla="*/ 140371 w 341549"/>
                <a:gd name="connsiteY72" fmla="*/ 895502 h 1160760"/>
                <a:gd name="connsiteX73" fmla="*/ 142765 w 341549"/>
                <a:gd name="connsiteY73" fmla="*/ 1015771 h 1160760"/>
                <a:gd name="connsiteX74" fmla="*/ 158505 w 341549"/>
                <a:gd name="connsiteY74" fmla="*/ 1036471 h 1160760"/>
                <a:gd name="connsiteX75" fmla="*/ 173046 w 341549"/>
                <a:gd name="connsiteY75" fmla="*/ 1083262 h 1160760"/>
                <a:gd name="connsiteX76" fmla="*/ 166460 w 341549"/>
                <a:gd name="connsiteY76" fmla="*/ 1160504 h 1160760"/>
                <a:gd name="connsiteX77" fmla="*/ 162696 w 341549"/>
                <a:gd name="connsiteY77" fmla="*/ 1160675 h 1160760"/>
                <a:gd name="connsiteX78" fmla="*/ 152517 w 341549"/>
                <a:gd name="connsiteY78" fmla="*/ 1092928 h 1160760"/>
                <a:gd name="connsiteX79" fmla="*/ 129079 w 341549"/>
                <a:gd name="connsiteY79" fmla="*/ 1121840 h 1160760"/>
                <a:gd name="connsiteX80" fmla="*/ 99141 w 341549"/>
                <a:gd name="connsiteY80" fmla="*/ 1159392 h 1160760"/>
                <a:gd name="connsiteX81" fmla="*/ 40546 w 341549"/>
                <a:gd name="connsiteY81" fmla="*/ 1148015 h 1160760"/>
                <a:gd name="connsiteX82" fmla="*/ 39519 w 341549"/>
                <a:gd name="connsiteY82" fmla="*/ 1134585 h 1160760"/>
                <a:gd name="connsiteX83" fmla="*/ 77499 w 341549"/>
                <a:gd name="connsiteY83" fmla="*/ 1120899 h 1160760"/>
                <a:gd name="connsiteX84" fmla="*/ 97002 w 341549"/>
                <a:gd name="connsiteY84" fmla="*/ 1055889 h 1160760"/>
                <a:gd name="connsiteX85" fmla="*/ 82289 w 341549"/>
                <a:gd name="connsiteY85" fmla="*/ 953327 h 1160760"/>
                <a:gd name="connsiteX86" fmla="*/ 57483 w 341549"/>
                <a:gd name="connsiteY86" fmla="*/ 831775 h 1160760"/>
                <a:gd name="connsiteX87" fmla="*/ 49271 w 341549"/>
                <a:gd name="connsiteY87" fmla="*/ 813042 h 1160760"/>
                <a:gd name="connsiteX88" fmla="*/ 39862 w 341549"/>
                <a:gd name="connsiteY88" fmla="*/ 767878 h 1160760"/>
                <a:gd name="connsiteX89" fmla="*/ 60818 w 341549"/>
                <a:gd name="connsiteY89" fmla="*/ 661894 h 1160760"/>
                <a:gd name="connsiteX90" fmla="*/ 89303 w 341549"/>
                <a:gd name="connsiteY90" fmla="*/ 566603 h 1160760"/>
                <a:gd name="connsiteX91" fmla="*/ 91185 w 341549"/>
                <a:gd name="connsiteY91" fmla="*/ 547442 h 1160760"/>
                <a:gd name="connsiteX92" fmla="*/ 99824 w 341549"/>
                <a:gd name="connsiteY92" fmla="*/ 527682 h 1160760"/>
                <a:gd name="connsiteX93" fmla="*/ 101707 w 341549"/>
                <a:gd name="connsiteY93" fmla="*/ 515279 h 1160760"/>
                <a:gd name="connsiteX94" fmla="*/ 104530 w 341549"/>
                <a:gd name="connsiteY94" fmla="*/ 514766 h 1160760"/>
                <a:gd name="connsiteX95" fmla="*/ 134810 w 341549"/>
                <a:gd name="connsiteY95" fmla="*/ 415283 h 1160760"/>
                <a:gd name="connsiteX96" fmla="*/ 136692 w 341549"/>
                <a:gd name="connsiteY96" fmla="*/ 325553 h 1160760"/>
                <a:gd name="connsiteX97" fmla="*/ 149694 w 341549"/>
                <a:gd name="connsiteY97" fmla="*/ 266102 h 1160760"/>
                <a:gd name="connsiteX98" fmla="*/ 157136 w 341549"/>
                <a:gd name="connsiteY98" fmla="*/ 254298 h 1160760"/>
                <a:gd name="connsiteX99" fmla="*/ 97087 w 341549"/>
                <a:gd name="connsiteY99" fmla="*/ 257377 h 1160760"/>
                <a:gd name="connsiteX100" fmla="*/ 97087 w 341549"/>
                <a:gd name="connsiteY100" fmla="*/ 257377 h 1160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41549" h="1160760">
                  <a:moveTo>
                    <a:pt x="147299" y="165850"/>
                  </a:moveTo>
                  <a:cubicBezTo>
                    <a:pt x="144818" y="163369"/>
                    <a:pt x="140456" y="156526"/>
                    <a:pt x="135580" y="142925"/>
                  </a:cubicBezTo>
                  <a:lnTo>
                    <a:pt x="125658" y="137964"/>
                  </a:lnTo>
                  <a:cubicBezTo>
                    <a:pt x="125658" y="137964"/>
                    <a:pt x="126855" y="127443"/>
                    <a:pt x="128138" y="121883"/>
                  </a:cubicBezTo>
                  <a:cubicBezTo>
                    <a:pt x="129336" y="116323"/>
                    <a:pt x="123776" y="111362"/>
                    <a:pt x="118216" y="108282"/>
                  </a:cubicBezTo>
                  <a:cubicBezTo>
                    <a:pt x="118216" y="108282"/>
                    <a:pt x="113853" y="107085"/>
                    <a:pt x="116334" y="97162"/>
                  </a:cubicBezTo>
                  <a:lnTo>
                    <a:pt x="116590" y="95109"/>
                  </a:lnTo>
                  <a:cubicBezTo>
                    <a:pt x="114709" y="95280"/>
                    <a:pt x="111800" y="96221"/>
                    <a:pt x="107694" y="99642"/>
                  </a:cubicBezTo>
                  <a:cubicBezTo>
                    <a:pt x="100253" y="105801"/>
                    <a:pt x="91014" y="118804"/>
                    <a:pt x="82973" y="134286"/>
                  </a:cubicBezTo>
                  <a:cubicBezTo>
                    <a:pt x="74933" y="149769"/>
                    <a:pt x="63128" y="175773"/>
                    <a:pt x="60648" y="184412"/>
                  </a:cubicBezTo>
                  <a:cubicBezTo>
                    <a:pt x="58167" y="193052"/>
                    <a:pt x="53206" y="209133"/>
                    <a:pt x="53206" y="209133"/>
                  </a:cubicBezTo>
                  <a:cubicBezTo>
                    <a:pt x="53206" y="209133"/>
                    <a:pt x="81690" y="210416"/>
                    <a:pt x="95890" y="203573"/>
                  </a:cubicBezTo>
                  <a:cubicBezTo>
                    <a:pt x="110089" y="196730"/>
                    <a:pt x="141653" y="178168"/>
                    <a:pt x="157136" y="175088"/>
                  </a:cubicBezTo>
                  <a:cubicBezTo>
                    <a:pt x="157136" y="175088"/>
                    <a:pt x="149694" y="168245"/>
                    <a:pt x="147214" y="165850"/>
                  </a:cubicBezTo>
                  <a:lnTo>
                    <a:pt x="147214" y="165850"/>
                  </a:lnTo>
                  <a:close/>
                  <a:moveTo>
                    <a:pt x="97173" y="257463"/>
                  </a:moveTo>
                  <a:cubicBezTo>
                    <a:pt x="68688" y="256864"/>
                    <a:pt x="3678" y="260542"/>
                    <a:pt x="0" y="236420"/>
                  </a:cubicBezTo>
                  <a:cubicBezTo>
                    <a:pt x="0" y="236420"/>
                    <a:pt x="0" y="230860"/>
                    <a:pt x="2480" y="224017"/>
                  </a:cubicBezTo>
                  <a:cubicBezTo>
                    <a:pt x="4961" y="217174"/>
                    <a:pt x="22925" y="183129"/>
                    <a:pt x="26004" y="174489"/>
                  </a:cubicBezTo>
                  <a:cubicBezTo>
                    <a:pt x="29084" y="165850"/>
                    <a:pt x="68688" y="123765"/>
                    <a:pt x="81091" y="81679"/>
                  </a:cubicBezTo>
                  <a:cubicBezTo>
                    <a:pt x="81091" y="81679"/>
                    <a:pt x="86652" y="30954"/>
                    <a:pt x="99055" y="19749"/>
                  </a:cubicBezTo>
                  <a:cubicBezTo>
                    <a:pt x="111287" y="8714"/>
                    <a:pt x="130875" y="14103"/>
                    <a:pt x="144476" y="15386"/>
                  </a:cubicBezTo>
                  <a:lnTo>
                    <a:pt x="145503" y="14787"/>
                  </a:lnTo>
                  <a:cubicBezTo>
                    <a:pt x="152260" y="11622"/>
                    <a:pt x="159103" y="1785"/>
                    <a:pt x="177067" y="1187"/>
                  </a:cubicBezTo>
                  <a:cubicBezTo>
                    <a:pt x="195030" y="588"/>
                    <a:pt x="220350" y="-4374"/>
                    <a:pt x="238997" y="11708"/>
                  </a:cubicBezTo>
                  <a:cubicBezTo>
                    <a:pt x="257559" y="27789"/>
                    <a:pt x="274325" y="68677"/>
                    <a:pt x="273641" y="87838"/>
                  </a:cubicBezTo>
                  <a:cubicBezTo>
                    <a:pt x="273042" y="106999"/>
                    <a:pt x="266798" y="111960"/>
                    <a:pt x="263719" y="116921"/>
                  </a:cubicBezTo>
                  <a:cubicBezTo>
                    <a:pt x="260639" y="121883"/>
                    <a:pt x="263719" y="121284"/>
                    <a:pt x="261238" y="127443"/>
                  </a:cubicBezTo>
                  <a:cubicBezTo>
                    <a:pt x="258757" y="133602"/>
                    <a:pt x="256277" y="133602"/>
                    <a:pt x="255678" y="136681"/>
                  </a:cubicBezTo>
                  <a:cubicBezTo>
                    <a:pt x="255079" y="139760"/>
                    <a:pt x="258073" y="148229"/>
                    <a:pt x="290578" y="185011"/>
                  </a:cubicBezTo>
                  <a:cubicBezTo>
                    <a:pt x="299987" y="189801"/>
                    <a:pt x="303837" y="194164"/>
                    <a:pt x="307600" y="198526"/>
                  </a:cubicBezTo>
                  <a:lnTo>
                    <a:pt x="308627" y="199553"/>
                  </a:lnTo>
                  <a:cubicBezTo>
                    <a:pt x="307258" y="197928"/>
                    <a:pt x="306061" y="196644"/>
                    <a:pt x="306061" y="196644"/>
                  </a:cubicBezTo>
                  <a:cubicBezTo>
                    <a:pt x="306061" y="196644"/>
                    <a:pt x="309311" y="199467"/>
                    <a:pt x="312904" y="202803"/>
                  </a:cubicBezTo>
                  <a:cubicBezTo>
                    <a:pt x="315727" y="204685"/>
                    <a:pt x="318720" y="206824"/>
                    <a:pt x="322484" y="212726"/>
                  </a:cubicBezTo>
                  <a:cubicBezTo>
                    <a:pt x="328643" y="222648"/>
                    <a:pt x="328044" y="228208"/>
                    <a:pt x="331808" y="240612"/>
                  </a:cubicBezTo>
                  <a:cubicBezTo>
                    <a:pt x="335315" y="252159"/>
                    <a:pt x="347975" y="286461"/>
                    <a:pt x="337454" y="306562"/>
                  </a:cubicBezTo>
                  <a:cubicBezTo>
                    <a:pt x="337539" y="314689"/>
                    <a:pt x="337368" y="322815"/>
                    <a:pt x="336341" y="325724"/>
                  </a:cubicBezTo>
                  <a:cubicBezTo>
                    <a:pt x="334032" y="332224"/>
                    <a:pt x="327531" y="362848"/>
                    <a:pt x="324281" y="378159"/>
                  </a:cubicBezTo>
                  <a:cubicBezTo>
                    <a:pt x="321030" y="393471"/>
                    <a:pt x="321458" y="407841"/>
                    <a:pt x="321971" y="416652"/>
                  </a:cubicBezTo>
                  <a:cubicBezTo>
                    <a:pt x="322398" y="425035"/>
                    <a:pt x="313246" y="479352"/>
                    <a:pt x="308370" y="490387"/>
                  </a:cubicBezTo>
                  <a:cubicBezTo>
                    <a:pt x="309824" y="501507"/>
                    <a:pt x="311107" y="514338"/>
                    <a:pt x="312134" y="529051"/>
                  </a:cubicBezTo>
                  <a:cubicBezTo>
                    <a:pt x="312134" y="529051"/>
                    <a:pt x="311022" y="528794"/>
                    <a:pt x="309226" y="528452"/>
                  </a:cubicBezTo>
                  <a:cubicBezTo>
                    <a:pt x="309568" y="533499"/>
                    <a:pt x="311107" y="554285"/>
                    <a:pt x="310594" y="568399"/>
                  </a:cubicBezTo>
                  <a:cubicBezTo>
                    <a:pt x="309995" y="584481"/>
                    <a:pt x="305034" y="584481"/>
                    <a:pt x="304435" y="614248"/>
                  </a:cubicBezTo>
                  <a:cubicBezTo>
                    <a:pt x="303837" y="641536"/>
                    <a:pt x="299132" y="678574"/>
                    <a:pt x="298362" y="684477"/>
                  </a:cubicBezTo>
                  <a:lnTo>
                    <a:pt x="299303" y="684647"/>
                  </a:lnTo>
                  <a:lnTo>
                    <a:pt x="298276" y="684647"/>
                  </a:lnTo>
                  <a:cubicBezTo>
                    <a:pt x="298276" y="684647"/>
                    <a:pt x="298191" y="685417"/>
                    <a:pt x="298191" y="685417"/>
                  </a:cubicBezTo>
                  <a:cubicBezTo>
                    <a:pt x="298191" y="685417"/>
                    <a:pt x="296822" y="683621"/>
                    <a:pt x="276207" y="683878"/>
                  </a:cubicBezTo>
                  <a:cubicBezTo>
                    <a:pt x="274068" y="698163"/>
                    <a:pt x="270390" y="723910"/>
                    <a:pt x="269193" y="735116"/>
                  </a:cubicBezTo>
                  <a:cubicBezTo>
                    <a:pt x="267568" y="751026"/>
                    <a:pt x="267055" y="770957"/>
                    <a:pt x="270390" y="783873"/>
                  </a:cubicBezTo>
                  <a:cubicBezTo>
                    <a:pt x="273726" y="796789"/>
                    <a:pt x="282109" y="839559"/>
                    <a:pt x="284163" y="854871"/>
                  </a:cubicBezTo>
                  <a:cubicBezTo>
                    <a:pt x="286215" y="870097"/>
                    <a:pt x="283221" y="908847"/>
                    <a:pt x="279971" y="930830"/>
                  </a:cubicBezTo>
                  <a:cubicBezTo>
                    <a:pt x="276720" y="952814"/>
                    <a:pt x="259869" y="1013461"/>
                    <a:pt x="261323" y="1025950"/>
                  </a:cubicBezTo>
                  <a:cubicBezTo>
                    <a:pt x="262778" y="1038439"/>
                    <a:pt x="278944" y="1046137"/>
                    <a:pt x="277918" y="1076846"/>
                  </a:cubicBezTo>
                  <a:cubicBezTo>
                    <a:pt x="276891" y="1107555"/>
                    <a:pt x="269791" y="1089592"/>
                    <a:pt x="270989" y="1160589"/>
                  </a:cubicBezTo>
                  <a:lnTo>
                    <a:pt x="266370" y="1160761"/>
                  </a:lnTo>
                  <a:cubicBezTo>
                    <a:pt x="266370" y="1160761"/>
                    <a:pt x="260639" y="1107726"/>
                    <a:pt x="257902" y="1108325"/>
                  </a:cubicBezTo>
                  <a:cubicBezTo>
                    <a:pt x="255165" y="1108924"/>
                    <a:pt x="253197" y="1117392"/>
                    <a:pt x="251572" y="1123465"/>
                  </a:cubicBezTo>
                  <a:cubicBezTo>
                    <a:pt x="249947" y="1129624"/>
                    <a:pt x="249690" y="1151693"/>
                    <a:pt x="246183" y="1155115"/>
                  </a:cubicBezTo>
                  <a:cubicBezTo>
                    <a:pt x="242590" y="1158536"/>
                    <a:pt x="228219" y="1158707"/>
                    <a:pt x="208289" y="1160504"/>
                  </a:cubicBezTo>
                  <a:cubicBezTo>
                    <a:pt x="188358" y="1162300"/>
                    <a:pt x="175356" y="1154259"/>
                    <a:pt x="173816" y="1140316"/>
                  </a:cubicBezTo>
                  <a:cubicBezTo>
                    <a:pt x="173816" y="1140316"/>
                    <a:pt x="172619" y="1133388"/>
                    <a:pt x="174244" y="1128255"/>
                  </a:cubicBezTo>
                  <a:cubicBezTo>
                    <a:pt x="175869" y="1123037"/>
                    <a:pt x="193747" y="1116707"/>
                    <a:pt x="200333" y="1098316"/>
                  </a:cubicBezTo>
                  <a:cubicBezTo>
                    <a:pt x="207006" y="1079926"/>
                    <a:pt x="211796" y="1052724"/>
                    <a:pt x="215816" y="1037241"/>
                  </a:cubicBezTo>
                  <a:cubicBezTo>
                    <a:pt x="219751" y="1021759"/>
                    <a:pt x="230871" y="977107"/>
                    <a:pt x="228049" y="943747"/>
                  </a:cubicBezTo>
                  <a:cubicBezTo>
                    <a:pt x="225226" y="910386"/>
                    <a:pt x="217356" y="846573"/>
                    <a:pt x="212138" y="833828"/>
                  </a:cubicBezTo>
                  <a:cubicBezTo>
                    <a:pt x="206920" y="821083"/>
                    <a:pt x="196399" y="791743"/>
                    <a:pt x="192892" y="775148"/>
                  </a:cubicBezTo>
                  <a:cubicBezTo>
                    <a:pt x="189385" y="758554"/>
                    <a:pt x="174501" y="676692"/>
                    <a:pt x="174501" y="676692"/>
                  </a:cubicBezTo>
                  <a:cubicBezTo>
                    <a:pt x="174501" y="676692"/>
                    <a:pt x="135409" y="747006"/>
                    <a:pt x="132244" y="771299"/>
                  </a:cubicBezTo>
                  <a:cubicBezTo>
                    <a:pt x="129079" y="795592"/>
                    <a:pt x="122407" y="801922"/>
                    <a:pt x="123263" y="811674"/>
                  </a:cubicBezTo>
                  <a:cubicBezTo>
                    <a:pt x="124118" y="821425"/>
                    <a:pt x="143193" y="854015"/>
                    <a:pt x="140371" y="895502"/>
                  </a:cubicBezTo>
                  <a:cubicBezTo>
                    <a:pt x="137548" y="936989"/>
                    <a:pt x="137120" y="992761"/>
                    <a:pt x="142765" y="1015771"/>
                  </a:cubicBezTo>
                  <a:cubicBezTo>
                    <a:pt x="142765" y="1015771"/>
                    <a:pt x="146272" y="1031852"/>
                    <a:pt x="158505" y="1036471"/>
                  </a:cubicBezTo>
                  <a:cubicBezTo>
                    <a:pt x="170823" y="1041090"/>
                    <a:pt x="177751" y="1061192"/>
                    <a:pt x="173046" y="1083262"/>
                  </a:cubicBezTo>
                  <a:cubicBezTo>
                    <a:pt x="168427" y="1105331"/>
                    <a:pt x="165690" y="1153575"/>
                    <a:pt x="166460" y="1160504"/>
                  </a:cubicBezTo>
                  <a:lnTo>
                    <a:pt x="162696" y="1160675"/>
                  </a:lnTo>
                  <a:cubicBezTo>
                    <a:pt x="162696" y="1160675"/>
                    <a:pt x="161327" y="1093526"/>
                    <a:pt x="152517" y="1092928"/>
                  </a:cubicBezTo>
                  <a:cubicBezTo>
                    <a:pt x="143621" y="1092414"/>
                    <a:pt x="134639" y="1109522"/>
                    <a:pt x="129079" y="1121840"/>
                  </a:cubicBezTo>
                  <a:cubicBezTo>
                    <a:pt x="123605" y="1134157"/>
                    <a:pt x="120867" y="1156569"/>
                    <a:pt x="99141" y="1159392"/>
                  </a:cubicBezTo>
                  <a:cubicBezTo>
                    <a:pt x="77413" y="1162215"/>
                    <a:pt x="51324" y="1160504"/>
                    <a:pt x="40546" y="1148015"/>
                  </a:cubicBezTo>
                  <a:cubicBezTo>
                    <a:pt x="40546" y="1148015"/>
                    <a:pt x="37894" y="1139718"/>
                    <a:pt x="39519" y="1134585"/>
                  </a:cubicBezTo>
                  <a:cubicBezTo>
                    <a:pt x="41144" y="1129367"/>
                    <a:pt x="71511" y="1122097"/>
                    <a:pt x="77499" y="1120899"/>
                  </a:cubicBezTo>
                  <a:cubicBezTo>
                    <a:pt x="83487" y="1119701"/>
                    <a:pt x="91014" y="1067351"/>
                    <a:pt x="97002" y="1055889"/>
                  </a:cubicBezTo>
                  <a:cubicBezTo>
                    <a:pt x="102989" y="1044426"/>
                    <a:pt x="90501" y="981811"/>
                    <a:pt x="82289" y="953327"/>
                  </a:cubicBezTo>
                  <a:cubicBezTo>
                    <a:pt x="74078" y="924842"/>
                    <a:pt x="56970" y="861457"/>
                    <a:pt x="57483" y="831775"/>
                  </a:cubicBezTo>
                  <a:cubicBezTo>
                    <a:pt x="57483" y="831775"/>
                    <a:pt x="50383" y="819030"/>
                    <a:pt x="49271" y="813042"/>
                  </a:cubicBezTo>
                  <a:cubicBezTo>
                    <a:pt x="48073" y="807054"/>
                    <a:pt x="40032" y="782761"/>
                    <a:pt x="39862" y="767878"/>
                  </a:cubicBezTo>
                  <a:cubicBezTo>
                    <a:pt x="39690" y="752993"/>
                    <a:pt x="60818" y="661894"/>
                    <a:pt x="60818" y="661894"/>
                  </a:cubicBezTo>
                  <a:cubicBezTo>
                    <a:pt x="60818" y="661894"/>
                    <a:pt x="73222" y="599365"/>
                    <a:pt x="89303" y="566603"/>
                  </a:cubicBezTo>
                  <a:cubicBezTo>
                    <a:pt x="89303" y="566603"/>
                    <a:pt x="89303" y="557279"/>
                    <a:pt x="91185" y="547442"/>
                  </a:cubicBezTo>
                  <a:cubicBezTo>
                    <a:pt x="93067" y="537519"/>
                    <a:pt x="99226" y="533242"/>
                    <a:pt x="99824" y="527682"/>
                  </a:cubicBezTo>
                  <a:cubicBezTo>
                    <a:pt x="100423" y="522122"/>
                    <a:pt x="99226" y="518444"/>
                    <a:pt x="101707" y="515279"/>
                  </a:cubicBezTo>
                  <a:cubicBezTo>
                    <a:pt x="101878" y="515022"/>
                    <a:pt x="102904" y="514937"/>
                    <a:pt x="104530" y="514766"/>
                  </a:cubicBezTo>
                  <a:cubicBezTo>
                    <a:pt x="105727" y="510745"/>
                    <a:pt x="124032" y="447618"/>
                    <a:pt x="134810" y="415283"/>
                  </a:cubicBezTo>
                  <a:cubicBezTo>
                    <a:pt x="145930" y="381838"/>
                    <a:pt x="140969" y="345398"/>
                    <a:pt x="136692" y="325553"/>
                  </a:cubicBezTo>
                  <a:cubicBezTo>
                    <a:pt x="132330" y="305707"/>
                    <a:pt x="139772" y="288428"/>
                    <a:pt x="149694" y="266102"/>
                  </a:cubicBezTo>
                  <a:lnTo>
                    <a:pt x="157136" y="254298"/>
                  </a:lnTo>
                  <a:cubicBezTo>
                    <a:pt x="157136" y="254298"/>
                    <a:pt x="125572" y="257976"/>
                    <a:pt x="97087" y="257377"/>
                  </a:cubicBezTo>
                  <a:lnTo>
                    <a:pt x="97087" y="257377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4D501011-3F84-04BC-0A02-DBA74B5755AF}"/>
                </a:ext>
              </a:extLst>
            </p:cNvPr>
            <p:cNvSpPr/>
            <p:nvPr/>
          </p:nvSpPr>
          <p:spPr>
            <a:xfrm>
              <a:off x="11319347" y="5739994"/>
              <a:ext cx="350286" cy="1174983"/>
            </a:xfrm>
            <a:custGeom>
              <a:avLst/>
              <a:gdLst>
                <a:gd name="connsiteX0" fmla="*/ 63215 w 350286"/>
                <a:gd name="connsiteY0" fmla="*/ 1031942 h 1174983"/>
                <a:gd name="connsiteX1" fmla="*/ 68860 w 350286"/>
                <a:gd name="connsiteY1" fmla="*/ 1060170 h 1174983"/>
                <a:gd name="connsiteX2" fmla="*/ 72965 w 350286"/>
                <a:gd name="connsiteY2" fmla="*/ 1095498 h 1174983"/>
                <a:gd name="connsiteX3" fmla="*/ 85285 w 350286"/>
                <a:gd name="connsiteY3" fmla="*/ 1116969 h 1174983"/>
                <a:gd name="connsiteX4" fmla="*/ 83232 w 350286"/>
                <a:gd name="connsiteY4" fmla="*/ 1085234 h 1174983"/>
                <a:gd name="connsiteX5" fmla="*/ 99655 w 350286"/>
                <a:gd name="connsiteY5" fmla="*/ 1058631 h 1174983"/>
                <a:gd name="connsiteX6" fmla="*/ 107866 w 350286"/>
                <a:gd name="connsiteY6" fmla="*/ 1026383 h 1174983"/>
                <a:gd name="connsiteX7" fmla="*/ 107866 w 350286"/>
                <a:gd name="connsiteY7" fmla="*/ 953161 h 1174983"/>
                <a:gd name="connsiteX8" fmla="*/ 101708 w 350286"/>
                <a:gd name="connsiteY8" fmla="*/ 905515 h 1174983"/>
                <a:gd name="connsiteX9" fmla="*/ 104786 w 350286"/>
                <a:gd name="connsiteY9" fmla="*/ 872754 h 1174983"/>
                <a:gd name="connsiteX10" fmla="*/ 111458 w 350286"/>
                <a:gd name="connsiteY10" fmla="*/ 839479 h 1174983"/>
                <a:gd name="connsiteX11" fmla="*/ 109405 w 350286"/>
                <a:gd name="connsiteY11" fmla="*/ 822542 h 1174983"/>
                <a:gd name="connsiteX12" fmla="*/ 94010 w 350286"/>
                <a:gd name="connsiteY12" fmla="*/ 852737 h 1174983"/>
                <a:gd name="connsiteX13" fmla="*/ 75018 w 350286"/>
                <a:gd name="connsiteY13" fmla="*/ 931092 h 1174983"/>
                <a:gd name="connsiteX14" fmla="*/ 63215 w 350286"/>
                <a:gd name="connsiteY14" fmla="*/ 1032028 h 1174983"/>
                <a:gd name="connsiteX15" fmla="*/ 63215 w 350286"/>
                <a:gd name="connsiteY15" fmla="*/ 1032028 h 1174983"/>
                <a:gd name="connsiteX16" fmla="*/ 23269 w 350286"/>
                <a:gd name="connsiteY16" fmla="*/ 1050847 h 1174983"/>
                <a:gd name="connsiteX17" fmla="*/ 23780 w 350286"/>
                <a:gd name="connsiteY17" fmla="*/ 992423 h 1174983"/>
                <a:gd name="connsiteX18" fmla="*/ 33533 w 350286"/>
                <a:gd name="connsiteY18" fmla="*/ 827503 h 1174983"/>
                <a:gd name="connsiteX19" fmla="*/ 47389 w 350286"/>
                <a:gd name="connsiteY19" fmla="*/ 755308 h 1174983"/>
                <a:gd name="connsiteX20" fmla="*/ 43968 w 350286"/>
                <a:gd name="connsiteY20" fmla="*/ 685080 h 1174983"/>
                <a:gd name="connsiteX21" fmla="*/ 24979 w 350286"/>
                <a:gd name="connsiteY21" fmla="*/ 685080 h 1174983"/>
                <a:gd name="connsiteX22" fmla="*/ 8896 w 350286"/>
                <a:gd name="connsiteY22" fmla="*/ 556771 h 1174983"/>
                <a:gd name="connsiteX23" fmla="*/ 6161 w 350286"/>
                <a:gd name="connsiteY23" fmla="*/ 542913 h 1174983"/>
                <a:gd name="connsiteX24" fmla="*/ 10523 w 350286"/>
                <a:gd name="connsiteY24" fmla="*/ 522127 h 1174983"/>
                <a:gd name="connsiteX25" fmla="*/ 8896 w 350286"/>
                <a:gd name="connsiteY25" fmla="*/ 525891 h 1174983"/>
                <a:gd name="connsiteX26" fmla="*/ 18221 w 350286"/>
                <a:gd name="connsiteY26" fmla="*/ 464131 h 1174983"/>
                <a:gd name="connsiteX27" fmla="*/ 25321 w 350286"/>
                <a:gd name="connsiteY27" fmla="*/ 408787 h 1174983"/>
                <a:gd name="connsiteX28" fmla="*/ 33533 w 350286"/>
                <a:gd name="connsiteY28" fmla="*/ 398095 h 1174983"/>
                <a:gd name="connsiteX29" fmla="*/ 28571 w 350286"/>
                <a:gd name="connsiteY29" fmla="*/ 364050 h 1174983"/>
                <a:gd name="connsiteX30" fmla="*/ 28057 w 350286"/>
                <a:gd name="connsiteY30" fmla="*/ 335822 h 1174983"/>
                <a:gd name="connsiteX31" fmla="*/ 24208 w 350286"/>
                <a:gd name="connsiteY31" fmla="*/ 305455 h 1174983"/>
                <a:gd name="connsiteX32" fmla="*/ 53805 w 350286"/>
                <a:gd name="connsiteY32" fmla="*/ 176633 h 1174983"/>
                <a:gd name="connsiteX33" fmla="*/ 66892 w 350286"/>
                <a:gd name="connsiteY33" fmla="*/ 178515 h 1174983"/>
                <a:gd name="connsiteX34" fmla="*/ 77242 w 350286"/>
                <a:gd name="connsiteY34" fmla="*/ 177060 h 1174983"/>
                <a:gd name="connsiteX35" fmla="*/ 80408 w 350286"/>
                <a:gd name="connsiteY35" fmla="*/ 176034 h 1174983"/>
                <a:gd name="connsiteX36" fmla="*/ 92212 w 350286"/>
                <a:gd name="connsiteY36" fmla="*/ 165769 h 1174983"/>
                <a:gd name="connsiteX37" fmla="*/ 91529 w 350286"/>
                <a:gd name="connsiteY37" fmla="*/ 158840 h 1174983"/>
                <a:gd name="connsiteX38" fmla="*/ 84000 w 350286"/>
                <a:gd name="connsiteY38" fmla="*/ 157472 h 1174983"/>
                <a:gd name="connsiteX39" fmla="*/ 73736 w 350286"/>
                <a:gd name="connsiteY39" fmla="*/ 149346 h 1174983"/>
                <a:gd name="connsiteX40" fmla="*/ 63129 w 350286"/>
                <a:gd name="connsiteY40" fmla="*/ 144042 h 1174983"/>
                <a:gd name="connsiteX41" fmla="*/ 52608 w 350286"/>
                <a:gd name="connsiteY41" fmla="*/ 132751 h 1174983"/>
                <a:gd name="connsiteX42" fmla="*/ 37296 w 350286"/>
                <a:gd name="connsiteY42" fmla="*/ 46271 h 1174983"/>
                <a:gd name="connsiteX43" fmla="*/ 75789 w 350286"/>
                <a:gd name="connsiteY43" fmla="*/ 9574 h 1174983"/>
                <a:gd name="connsiteX44" fmla="*/ 92126 w 350286"/>
                <a:gd name="connsiteY44" fmla="*/ 5981 h 1174983"/>
                <a:gd name="connsiteX45" fmla="*/ 137805 w 350286"/>
                <a:gd name="connsiteY45" fmla="*/ 2132 h 1174983"/>
                <a:gd name="connsiteX46" fmla="*/ 186905 w 350286"/>
                <a:gd name="connsiteY46" fmla="*/ 36776 h 1174983"/>
                <a:gd name="connsiteX47" fmla="*/ 199051 w 350286"/>
                <a:gd name="connsiteY47" fmla="*/ 86560 h 1174983"/>
                <a:gd name="connsiteX48" fmla="*/ 195630 w 350286"/>
                <a:gd name="connsiteY48" fmla="*/ 103753 h 1174983"/>
                <a:gd name="connsiteX49" fmla="*/ 195373 w 350286"/>
                <a:gd name="connsiteY49" fmla="*/ 119664 h 1174983"/>
                <a:gd name="connsiteX50" fmla="*/ 189214 w 350286"/>
                <a:gd name="connsiteY50" fmla="*/ 148661 h 1174983"/>
                <a:gd name="connsiteX51" fmla="*/ 187590 w 350286"/>
                <a:gd name="connsiteY51" fmla="*/ 161236 h 1174983"/>
                <a:gd name="connsiteX52" fmla="*/ 163809 w 350286"/>
                <a:gd name="connsiteY52" fmla="*/ 174409 h 1174983"/>
                <a:gd name="connsiteX53" fmla="*/ 159789 w 350286"/>
                <a:gd name="connsiteY53" fmla="*/ 175093 h 1174983"/>
                <a:gd name="connsiteX54" fmla="*/ 154057 w 350286"/>
                <a:gd name="connsiteY54" fmla="*/ 192372 h 1174983"/>
                <a:gd name="connsiteX55" fmla="*/ 152946 w 350286"/>
                <a:gd name="connsiteY55" fmla="*/ 205460 h 1174983"/>
                <a:gd name="connsiteX56" fmla="*/ 156538 w 350286"/>
                <a:gd name="connsiteY56" fmla="*/ 211106 h 1174983"/>
                <a:gd name="connsiteX57" fmla="*/ 157908 w 350286"/>
                <a:gd name="connsiteY57" fmla="*/ 212902 h 1174983"/>
                <a:gd name="connsiteX58" fmla="*/ 198710 w 350286"/>
                <a:gd name="connsiteY58" fmla="*/ 233688 h 1174983"/>
                <a:gd name="connsiteX59" fmla="*/ 222062 w 350286"/>
                <a:gd name="connsiteY59" fmla="*/ 269443 h 1174983"/>
                <a:gd name="connsiteX60" fmla="*/ 231214 w 350286"/>
                <a:gd name="connsiteY60" fmla="*/ 309904 h 1174983"/>
                <a:gd name="connsiteX61" fmla="*/ 266628 w 350286"/>
                <a:gd name="connsiteY61" fmla="*/ 334453 h 1174983"/>
                <a:gd name="connsiteX62" fmla="*/ 341903 w 350286"/>
                <a:gd name="connsiteY62" fmla="*/ 306054 h 1174983"/>
                <a:gd name="connsiteX63" fmla="*/ 344810 w 350286"/>
                <a:gd name="connsiteY63" fmla="*/ 310673 h 1174983"/>
                <a:gd name="connsiteX64" fmla="*/ 350286 w 350286"/>
                <a:gd name="connsiteY64" fmla="*/ 310331 h 1174983"/>
                <a:gd name="connsiteX65" fmla="*/ 250974 w 350286"/>
                <a:gd name="connsiteY65" fmla="*/ 395871 h 1174983"/>
                <a:gd name="connsiteX66" fmla="*/ 254651 w 350286"/>
                <a:gd name="connsiteY66" fmla="*/ 407162 h 1174983"/>
                <a:gd name="connsiteX67" fmla="*/ 257817 w 350286"/>
                <a:gd name="connsiteY67" fmla="*/ 425125 h 1174983"/>
                <a:gd name="connsiteX68" fmla="*/ 252001 w 350286"/>
                <a:gd name="connsiteY68" fmla="*/ 446510 h 1174983"/>
                <a:gd name="connsiteX69" fmla="*/ 241394 w 350286"/>
                <a:gd name="connsiteY69" fmla="*/ 460710 h 1174983"/>
                <a:gd name="connsiteX70" fmla="*/ 229332 w 350286"/>
                <a:gd name="connsiteY70" fmla="*/ 458913 h 1174983"/>
                <a:gd name="connsiteX71" fmla="*/ 212567 w 350286"/>
                <a:gd name="connsiteY71" fmla="*/ 448392 h 1174983"/>
                <a:gd name="connsiteX72" fmla="*/ 210000 w 350286"/>
                <a:gd name="connsiteY72" fmla="*/ 433080 h 1174983"/>
                <a:gd name="connsiteX73" fmla="*/ 203073 w 350286"/>
                <a:gd name="connsiteY73" fmla="*/ 432054 h 1174983"/>
                <a:gd name="connsiteX74" fmla="*/ 202730 w 350286"/>
                <a:gd name="connsiteY74" fmla="*/ 432311 h 1174983"/>
                <a:gd name="connsiteX75" fmla="*/ 202730 w 350286"/>
                <a:gd name="connsiteY75" fmla="*/ 432824 h 1174983"/>
                <a:gd name="connsiteX76" fmla="*/ 200506 w 350286"/>
                <a:gd name="connsiteY76" fmla="*/ 442404 h 1174983"/>
                <a:gd name="connsiteX77" fmla="*/ 201104 w 350286"/>
                <a:gd name="connsiteY77" fmla="*/ 453097 h 1174983"/>
                <a:gd name="connsiteX78" fmla="*/ 206065 w 350286"/>
                <a:gd name="connsiteY78" fmla="*/ 461052 h 1174983"/>
                <a:gd name="connsiteX79" fmla="*/ 203499 w 350286"/>
                <a:gd name="connsiteY79" fmla="*/ 477818 h 1174983"/>
                <a:gd name="connsiteX80" fmla="*/ 209743 w 350286"/>
                <a:gd name="connsiteY80" fmla="*/ 499459 h 1174983"/>
                <a:gd name="connsiteX81" fmla="*/ 214791 w 350286"/>
                <a:gd name="connsiteY81" fmla="*/ 519646 h 1174983"/>
                <a:gd name="connsiteX82" fmla="*/ 216587 w 350286"/>
                <a:gd name="connsiteY82" fmla="*/ 527003 h 1174983"/>
                <a:gd name="connsiteX83" fmla="*/ 218725 w 350286"/>
                <a:gd name="connsiteY83" fmla="*/ 533760 h 1174983"/>
                <a:gd name="connsiteX84" fmla="*/ 220350 w 350286"/>
                <a:gd name="connsiteY84" fmla="*/ 545736 h 1174983"/>
                <a:gd name="connsiteX85" fmla="*/ 217529 w 350286"/>
                <a:gd name="connsiteY85" fmla="*/ 545223 h 1174983"/>
                <a:gd name="connsiteX86" fmla="*/ 218211 w 350286"/>
                <a:gd name="connsiteY86" fmla="*/ 545736 h 1174983"/>
                <a:gd name="connsiteX87" fmla="*/ 222574 w 350286"/>
                <a:gd name="connsiteY87" fmla="*/ 622465 h 1174983"/>
                <a:gd name="connsiteX88" fmla="*/ 225997 w 350286"/>
                <a:gd name="connsiteY88" fmla="*/ 685337 h 1174983"/>
                <a:gd name="connsiteX89" fmla="*/ 225055 w 350286"/>
                <a:gd name="connsiteY89" fmla="*/ 685337 h 1174983"/>
                <a:gd name="connsiteX90" fmla="*/ 226168 w 350286"/>
                <a:gd name="connsiteY90" fmla="*/ 691495 h 1174983"/>
                <a:gd name="connsiteX91" fmla="*/ 210257 w 350286"/>
                <a:gd name="connsiteY91" fmla="*/ 694061 h 1174983"/>
                <a:gd name="connsiteX92" fmla="*/ 207947 w 350286"/>
                <a:gd name="connsiteY92" fmla="*/ 694061 h 1174983"/>
                <a:gd name="connsiteX93" fmla="*/ 197940 w 350286"/>
                <a:gd name="connsiteY93" fmla="*/ 737601 h 1174983"/>
                <a:gd name="connsiteX94" fmla="*/ 178436 w 350286"/>
                <a:gd name="connsiteY94" fmla="*/ 806717 h 1174983"/>
                <a:gd name="connsiteX95" fmla="*/ 176897 w 350286"/>
                <a:gd name="connsiteY95" fmla="*/ 829299 h 1174983"/>
                <a:gd name="connsiteX96" fmla="*/ 170225 w 350286"/>
                <a:gd name="connsiteY96" fmla="*/ 848803 h 1174983"/>
                <a:gd name="connsiteX97" fmla="*/ 166119 w 350286"/>
                <a:gd name="connsiteY97" fmla="*/ 928183 h 1174983"/>
                <a:gd name="connsiteX98" fmla="*/ 148669 w 350286"/>
                <a:gd name="connsiteY98" fmla="*/ 1058802 h 1174983"/>
                <a:gd name="connsiteX99" fmla="*/ 165092 w 350286"/>
                <a:gd name="connsiteY99" fmla="*/ 1134590 h 1174983"/>
                <a:gd name="connsiteX100" fmla="*/ 189643 w 350286"/>
                <a:gd name="connsiteY100" fmla="*/ 1142289 h 1174983"/>
                <a:gd name="connsiteX101" fmla="*/ 201960 w 350286"/>
                <a:gd name="connsiteY101" fmla="*/ 1151013 h 1174983"/>
                <a:gd name="connsiteX102" fmla="*/ 176812 w 350286"/>
                <a:gd name="connsiteY102" fmla="*/ 1171971 h 1174983"/>
                <a:gd name="connsiteX103" fmla="*/ 134299 w 350286"/>
                <a:gd name="connsiteY103" fmla="*/ 1166838 h 1174983"/>
                <a:gd name="connsiteX104" fmla="*/ 111715 w 350286"/>
                <a:gd name="connsiteY104" fmla="*/ 1119193 h 1174983"/>
                <a:gd name="connsiteX105" fmla="*/ 97345 w 350286"/>
                <a:gd name="connsiteY105" fmla="*/ 1118680 h 1174983"/>
                <a:gd name="connsiteX106" fmla="*/ 95292 w 350286"/>
                <a:gd name="connsiteY106" fmla="*/ 1132537 h 1174983"/>
                <a:gd name="connsiteX107" fmla="*/ 95292 w 350286"/>
                <a:gd name="connsiteY107" fmla="*/ 1135616 h 1174983"/>
                <a:gd name="connsiteX108" fmla="*/ 114795 w 350286"/>
                <a:gd name="connsiteY108" fmla="*/ 1144855 h 1174983"/>
                <a:gd name="connsiteX109" fmla="*/ 116335 w 350286"/>
                <a:gd name="connsiteY109" fmla="*/ 1159739 h 1174983"/>
                <a:gd name="connsiteX110" fmla="*/ 108123 w 350286"/>
                <a:gd name="connsiteY110" fmla="*/ 1171543 h 1174983"/>
                <a:gd name="connsiteX111" fmla="*/ 41573 w 350286"/>
                <a:gd name="connsiteY111" fmla="*/ 1171030 h 1174983"/>
                <a:gd name="connsiteX112" fmla="*/ 35928 w 350286"/>
                <a:gd name="connsiteY112" fmla="*/ 1151527 h 1174983"/>
                <a:gd name="connsiteX113" fmla="*/ 25150 w 350286"/>
                <a:gd name="connsiteY113" fmla="*/ 1124411 h 1174983"/>
                <a:gd name="connsiteX114" fmla="*/ 17964 w 350286"/>
                <a:gd name="connsiteY114" fmla="*/ 1138781 h 1174983"/>
                <a:gd name="connsiteX115" fmla="*/ 15398 w 350286"/>
                <a:gd name="connsiteY115" fmla="*/ 1169490 h 1174983"/>
                <a:gd name="connsiteX116" fmla="*/ 9753 w 350286"/>
                <a:gd name="connsiteY116" fmla="*/ 1168977 h 1174983"/>
                <a:gd name="connsiteX117" fmla="*/ 0 w 350286"/>
                <a:gd name="connsiteY117" fmla="*/ 1087030 h 1174983"/>
                <a:gd name="connsiteX118" fmla="*/ 23012 w 350286"/>
                <a:gd name="connsiteY118" fmla="*/ 1051189 h 1174983"/>
                <a:gd name="connsiteX119" fmla="*/ 23012 w 350286"/>
                <a:gd name="connsiteY119" fmla="*/ 1051189 h 117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350286" h="1174983">
                  <a:moveTo>
                    <a:pt x="63215" y="1031942"/>
                  </a:moveTo>
                  <a:cubicBezTo>
                    <a:pt x="64754" y="1045800"/>
                    <a:pt x="67321" y="1050419"/>
                    <a:pt x="68860" y="1060170"/>
                  </a:cubicBezTo>
                  <a:cubicBezTo>
                    <a:pt x="70401" y="1069922"/>
                    <a:pt x="70401" y="1088826"/>
                    <a:pt x="72965" y="1095498"/>
                  </a:cubicBezTo>
                  <a:cubicBezTo>
                    <a:pt x="75532" y="1102171"/>
                    <a:pt x="84771" y="1119022"/>
                    <a:pt x="85285" y="1116969"/>
                  </a:cubicBezTo>
                  <a:cubicBezTo>
                    <a:pt x="85796" y="1114916"/>
                    <a:pt x="82718" y="1102085"/>
                    <a:pt x="83232" y="1085234"/>
                  </a:cubicBezTo>
                  <a:cubicBezTo>
                    <a:pt x="83744" y="1068297"/>
                    <a:pt x="99655" y="1058631"/>
                    <a:pt x="99655" y="1058631"/>
                  </a:cubicBezTo>
                  <a:cubicBezTo>
                    <a:pt x="99655" y="1058631"/>
                    <a:pt x="105813" y="1043747"/>
                    <a:pt x="107866" y="1026383"/>
                  </a:cubicBezTo>
                  <a:cubicBezTo>
                    <a:pt x="109919" y="1008932"/>
                    <a:pt x="107866" y="969499"/>
                    <a:pt x="107866" y="953161"/>
                  </a:cubicBezTo>
                  <a:cubicBezTo>
                    <a:pt x="107866" y="936823"/>
                    <a:pt x="102221" y="915266"/>
                    <a:pt x="101708" y="905515"/>
                  </a:cubicBezTo>
                  <a:cubicBezTo>
                    <a:pt x="101194" y="895764"/>
                    <a:pt x="102733" y="880452"/>
                    <a:pt x="104786" y="872754"/>
                  </a:cubicBezTo>
                  <a:cubicBezTo>
                    <a:pt x="106841" y="865055"/>
                    <a:pt x="110433" y="848204"/>
                    <a:pt x="111458" y="839479"/>
                  </a:cubicBezTo>
                  <a:cubicBezTo>
                    <a:pt x="112486" y="830754"/>
                    <a:pt x="109405" y="822542"/>
                    <a:pt x="109405" y="822542"/>
                  </a:cubicBezTo>
                  <a:cubicBezTo>
                    <a:pt x="102733" y="826648"/>
                    <a:pt x="96063" y="844012"/>
                    <a:pt x="94010" y="852737"/>
                  </a:cubicBezTo>
                  <a:cubicBezTo>
                    <a:pt x="91955" y="861462"/>
                    <a:pt x="92469" y="855304"/>
                    <a:pt x="75018" y="931092"/>
                  </a:cubicBezTo>
                  <a:cubicBezTo>
                    <a:pt x="57570" y="1006879"/>
                    <a:pt x="61676" y="1018171"/>
                    <a:pt x="63215" y="1032028"/>
                  </a:cubicBezTo>
                  <a:lnTo>
                    <a:pt x="63215" y="1032028"/>
                  </a:lnTo>
                  <a:close/>
                  <a:moveTo>
                    <a:pt x="23269" y="1050847"/>
                  </a:moveTo>
                  <a:cubicBezTo>
                    <a:pt x="23269" y="1050847"/>
                    <a:pt x="29427" y="1036476"/>
                    <a:pt x="23780" y="992423"/>
                  </a:cubicBezTo>
                  <a:cubicBezTo>
                    <a:pt x="18135" y="948371"/>
                    <a:pt x="15569" y="883275"/>
                    <a:pt x="33533" y="827503"/>
                  </a:cubicBezTo>
                  <a:cubicBezTo>
                    <a:pt x="51495" y="771646"/>
                    <a:pt x="48417" y="768139"/>
                    <a:pt x="47389" y="755308"/>
                  </a:cubicBezTo>
                  <a:cubicBezTo>
                    <a:pt x="46535" y="744444"/>
                    <a:pt x="44568" y="698852"/>
                    <a:pt x="43968" y="685080"/>
                  </a:cubicBezTo>
                  <a:lnTo>
                    <a:pt x="24979" y="685080"/>
                  </a:lnTo>
                  <a:cubicBezTo>
                    <a:pt x="21471" y="663866"/>
                    <a:pt x="8896" y="585170"/>
                    <a:pt x="8896" y="556771"/>
                  </a:cubicBezTo>
                  <a:cubicBezTo>
                    <a:pt x="8896" y="556771"/>
                    <a:pt x="5048" y="549329"/>
                    <a:pt x="6161" y="542913"/>
                  </a:cubicBezTo>
                  <a:cubicBezTo>
                    <a:pt x="7272" y="536498"/>
                    <a:pt x="11121" y="528029"/>
                    <a:pt x="10523" y="522127"/>
                  </a:cubicBezTo>
                  <a:cubicBezTo>
                    <a:pt x="10523" y="522127"/>
                    <a:pt x="9924" y="528029"/>
                    <a:pt x="8896" y="525891"/>
                  </a:cubicBezTo>
                  <a:cubicBezTo>
                    <a:pt x="7785" y="523752"/>
                    <a:pt x="12747" y="485430"/>
                    <a:pt x="18221" y="464131"/>
                  </a:cubicBezTo>
                  <a:cubicBezTo>
                    <a:pt x="23695" y="442832"/>
                    <a:pt x="25321" y="408787"/>
                    <a:pt x="25321" y="408787"/>
                  </a:cubicBezTo>
                  <a:cubicBezTo>
                    <a:pt x="26432" y="401859"/>
                    <a:pt x="35158" y="407675"/>
                    <a:pt x="33533" y="398095"/>
                  </a:cubicBezTo>
                  <a:cubicBezTo>
                    <a:pt x="31908" y="388514"/>
                    <a:pt x="29170" y="374144"/>
                    <a:pt x="28571" y="364050"/>
                  </a:cubicBezTo>
                  <a:cubicBezTo>
                    <a:pt x="28057" y="353956"/>
                    <a:pt x="25833" y="343264"/>
                    <a:pt x="28057" y="335822"/>
                  </a:cubicBezTo>
                  <a:cubicBezTo>
                    <a:pt x="30281" y="328380"/>
                    <a:pt x="28057" y="317687"/>
                    <a:pt x="24208" y="305455"/>
                  </a:cubicBezTo>
                  <a:cubicBezTo>
                    <a:pt x="20359" y="293223"/>
                    <a:pt x="-11975" y="176034"/>
                    <a:pt x="53805" y="176633"/>
                  </a:cubicBezTo>
                  <a:cubicBezTo>
                    <a:pt x="53805" y="176633"/>
                    <a:pt x="60306" y="177916"/>
                    <a:pt x="66892" y="178515"/>
                  </a:cubicBezTo>
                  <a:cubicBezTo>
                    <a:pt x="70058" y="178515"/>
                    <a:pt x="73479" y="178173"/>
                    <a:pt x="77242" y="177060"/>
                  </a:cubicBezTo>
                  <a:lnTo>
                    <a:pt x="80408" y="176034"/>
                  </a:lnTo>
                  <a:cubicBezTo>
                    <a:pt x="87252" y="173810"/>
                    <a:pt x="91529" y="171757"/>
                    <a:pt x="92212" y="165769"/>
                  </a:cubicBezTo>
                  <a:cubicBezTo>
                    <a:pt x="92469" y="163546"/>
                    <a:pt x="92212" y="161321"/>
                    <a:pt x="91529" y="158840"/>
                  </a:cubicBezTo>
                  <a:cubicBezTo>
                    <a:pt x="89390" y="157900"/>
                    <a:pt x="87594" y="158499"/>
                    <a:pt x="84000" y="157472"/>
                  </a:cubicBezTo>
                  <a:cubicBezTo>
                    <a:pt x="80323" y="156446"/>
                    <a:pt x="76645" y="150715"/>
                    <a:pt x="73736" y="149346"/>
                  </a:cubicBezTo>
                  <a:cubicBezTo>
                    <a:pt x="70827" y="147892"/>
                    <a:pt x="67920" y="146523"/>
                    <a:pt x="63129" y="144042"/>
                  </a:cubicBezTo>
                  <a:cubicBezTo>
                    <a:pt x="58595" y="141647"/>
                    <a:pt x="57996" y="140535"/>
                    <a:pt x="52608" y="132751"/>
                  </a:cubicBezTo>
                  <a:cubicBezTo>
                    <a:pt x="31223" y="109142"/>
                    <a:pt x="29342" y="78348"/>
                    <a:pt x="37296" y="46271"/>
                  </a:cubicBezTo>
                  <a:cubicBezTo>
                    <a:pt x="45508" y="13423"/>
                    <a:pt x="71854" y="9574"/>
                    <a:pt x="75789" y="9574"/>
                  </a:cubicBezTo>
                  <a:cubicBezTo>
                    <a:pt x="79723" y="9574"/>
                    <a:pt x="85540" y="9061"/>
                    <a:pt x="92126" y="5981"/>
                  </a:cubicBezTo>
                  <a:cubicBezTo>
                    <a:pt x="98713" y="2902"/>
                    <a:pt x="115309" y="-3256"/>
                    <a:pt x="137805" y="2132"/>
                  </a:cubicBezTo>
                  <a:cubicBezTo>
                    <a:pt x="160217" y="7521"/>
                    <a:pt x="173134" y="18812"/>
                    <a:pt x="186905" y="36776"/>
                  </a:cubicBezTo>
                  <a:cubicBezTo>
                    <a:pt x="200677" y="54739"/>
                    <a:pt x="203499" y="71419"/>
                    <a:pt x="199051" y="86560"/>
                  </a:cubicBezTo>
                  <a:cubicBezTo>
                    <a:pt x="195031" y="100161"/>
                    <a:pt x="197426" y="100161"/>
                    <a:pt x="195630" y="103753"/>
                  </a:cubicBezTo>
                  <a:cubicBezTo>
                    <a:pt x="193748" y="107346"/>
                    <a:pt x="192721" y="103497"/>
                    <a:pt x="195373" y="119664"/>
                  </a:cubicBezTo>
                  <a:cubicBezTo>
                    <a:pt x="197683" y="133863"/>
                    <a:pt x="192550" y="142246"/>
                    <a:pt x="189214" y="148661"/>
                  </a:cubicBezTo>
                  <a:cubicBezTo>
                    <a:pt x="189043" y="151484"/>
                    <a:pt x="187247" y="156531"/>
                    <a:pt x="187590" y="161236"/>
                  </a:cubicBezTo>
                  <a:cubicBezTo>
                    <a:pt x="189214" y="178943"/>
                    <a:pt x="170567" y="174666"/>
                    <a:pt x="163809" y="174409"/>
                  </a:cubicBezTo>
                  <a:cubicBezTo>
                    <a:pt x="162185" y="174409"/>
                    <a:pt x="160900" y="174666"/>
                    <a:pt x="159789" y="175093"/>
                  </a:cubicBezTo>
                  <a:cubicBezTo>
                    <a:pt x="157480" y="178686"/>
                    <a:pt x="155084" y="184160"/>
                    <a:pt x="154057" y="192372"/>
                  </a:cubicBezTo>
                  <a:cubicBezTo>
                    <a:pt x="153288" y="199044"/>
                    <a:pt x="152946" y="202894"/>
                    <a:pt x="152946" y="205460"/>
                  </a:cubicBezTo>
                  <a:cubicBezTo>
                    <a:pt x="153716" y="207171"/>
                    <a:pt x="154999" y="209052"/>
                    <a:pt x="156538" y="211106"/>
                  </a:cubicBezTo>
                  <a:lnTo>
                    <a:pt x="157908" y="212902"/>
                  </a:lnTo>
                  <a:cubicBezTo>
                    <a:pt x="162868" y="219061"/>
                    <a:pt x="181260" y="227529"/>
                    <a:pt x="198710" y="233688"/>
                  </a:cubicBezTo>
                  <a:cubicBezTo>
                    <a:pt x="216159" y="239847"/>
                    <a:pt x="219325" y="259093"/>
                    <a:pt x="222062" y="269443"/>
                  </a:cubicBezTo>
                  <a:cubicBezTo>
                    <a:pt x="224458" y="278510"/>
                    <a:pt x="229931" y="303659"/>
                    <a:pt x="231214" y="309904"/>
                  </a:cubicBezTo>
                  <a:lnTo>
                    <a:pt x="266628" y="334453"/>
                  </a:lnTo>
                  <a:cubicBezTo>
                    <a:pt x="266628" y="334453"/>
                    <a:pt x="334888" y="311016"/>
                    <a:pt x="341903" y="306054"/>
                  </a:cubicBezTo>
                  <a:lnTo>
                    <a:pt x="344810" y="310673"/>
                  </a:lnTo>
                  <a:lnTo>
                    <a:pt x="350286" y="310331"/>
                  </a:lnTo>
                  <a:cubicBezTo>
                    <a:pt x="350286" y="310331"/>
                    <a:pt x="265601" y="384836"/>
                    <a:pt x="250974" y="395871"/>
                  </a:cubicBezTo>
                  <a:cubicBezTo>
                    <a:pt x="252342" y="398950"/>
                    <a:pt x="253626" y="402714"/>
                    <a:pt x="254651" y="407162"/>
                  </a:cubicBezTo>
                  <a:cubicBezTo>
                    <a:pt x="256278" y="413834"/>
                    <a:pt x="257475" y="420506"/>
                    <a:pt x="257817" y="425125"/>
                  </a:cubicBezTo>
                  <a:cubicBezTo>
                    <a:pt x="258331" y="432824"/>
                    <a:pt x="259271" y="436588"/>
                    <a:pt x="252001" y="446510"/>
                  </a:cubicBezTo>
                  <a:cubicBezTo>
                    <a:pt x="244644" y="456433"/>
                    <a:pt x="244644" y="460025"/>
                    <a:pt x="241394" y="460710"/>
                  </a:cubicBezTo>
                  <a:cubicBezTo>
                    <a:pt x="238143" y="461394"/>
                    <a:pt x="234123" y="462506"/>
                    <a:pt x="229332" y="458913"/>
                  </a:cubicBezTo>
                  <a:cubicBezTo>
                    <a:pt x="224627" y="455321"/>
                    <a:pt x="213934" y="453182"/>
                    <a:pt x="212567" y="448392"/>
                  </a:cubicBezTo>
                  <a:cubicBezTo>
                    <a:pt x="210342" y="440950"/>
                    <a:pt x="211456" y="435989"/>
                    <a:pt x="210000" y="433080"/>
                  </a:cubicBezTo>
                  <a:cubicBezTo>
                    <a:pt x="210000" y="433080"/>
                    <a:pt x="206836" y="432567"/>
                    <a:pt x="203073" y="432054"/>
                  </a:cubicBezTo>
                  <a:lnTo>
                    <a:pt x="202730" y="432311"/>
                  </a:lnTo>
                  <a:lnTo>
                    <a:pt x="202730" y="432824"/>
                  </a:lnTo>
                  <a:cubicBezTo>
                    <a:pt x="202131" y="438640"/>
                    <a:pt x="201532" y="436588"/>
                    <a:pt x="200506" y="442404"/>
                  </a:cubicBezTo>
                  <a:cubicBezTo>
                    <a:pt x="199393" y="448306"/>
                    <a:pt x="197768" y="447708"/>
                    <a:pt x="201104" y="453097"/>
                  </a:cubicBezTo>
                  <a:cubicBezTo>
                    <a:pt x="204355" y="458400"/>
                    <a:pt x="208803" y="455748"/>
                    <a:pt x="206065" y="461052"/>
                  </a:cubicBezTo>
                  <a:cubicBezTo>
                    <a:pt x="203670" y="465671"/>
                    <a:pt x="202987" y="473113"/>
                    <a:pt x="203499" y="477818"/>
                  </a:cubicBezTo>
                  <a:cubicBezTo>
                    <a:pt x="204698" y="482095"/>
                    <a:pt x="207433" y="490819"/>
                    <a:pt x="209743" y="499459"/>
                  </a:cubicBezTo>
                  <a:cubicBezTo>
                    <a:pt x="211796" y="506559"/>
                    <a:pt x="213849" y="514086"/>
                    <a:pt x="214791" y="519646"/>
                  </a:cubicBezTo>
                  <a:cubicBezTo>
                    <a:pt x="215219" y="522213"/>
                    <a:pt x="215904" y="524608"/>
                    <a:pt x="216587" y="527003"/>
                  </a:cubicBezTo>
                  <a:cubicBezTo>
                    <a:pt x="217443" y="529569"/>
                    <a:pt x="218211" y="531879"/>
                    <a:pt x="218725" y="533760"/>
                  </a:cubicBezTo>
                  <a:cubicBezTo>
                    <a:pt x="220949" y="540261"/>
                    <a:pt x="222660" y="545052"/>
                    <a:pt x="220350" y="545736"/>
                  </a:cubicBezTo>
                  <a:cubicBezTo>
                    <a:pt x="220095" y="545736"/>
                    <a:pt x="219153" y="545650"/>
                    <a:pt x="217529" y="545223"/>
                  </a:cubicBezTo>
                  <a:lnTo>
                    <a:pt x="218211" y="545736"/>
                  </a:lnTo>
                  <a:cubicBezTo>
                    <a:pt x="218211" y="545736"/>
                    <a:pt x="223173" y="598428"/>
                    <a:pt x="222574" y="622465"/>
                  </a:cubicBezTo>
                  <a:cubicBezTo>
                    <a:pt x="222234" y="638461"/>
                    <a:pt x="224030" y="666518"/>
                    <a:pt x="225997" y="685337"/>
                  </a:cubicBezTo>
                  <a:lnTo>
                    <a:pt x="225055" y="685337"/>
                  </a:lnTo>
                  <a:cubicBezTo>
                    <a:pt x="225483" y="688245"/>
                    <a:pt x="225826" y="690469"/>
                    <a:pt x="226168" y="691495"/>
                  </a:cubicBezTo>
                  <a:cubicBezTo>
                    <a:pt x="226168" y="691495"/>
                    <a:pt x="224627" y="695088"/>
                    <a:pt x="210257" y="694061"/>
                  </a:cubicBezTo>
                  <a:cubicBezTo>
                    <a:pt x="210257" y="694061"/>
                    <a:pt x="209403" y="694061"/>
                    <a:pt x="207947" y="694061"/>
                  </a:cubicBezTo>
                  <a:cubicBezTo>
                    <a:pt x="206151" y="703471"/>
                    <a:pt x="201617" y="726738"/>
                    <a:pt x="197940" y="737601"/>
                  </a:cubicBezTo>
                  <a:cubicBezTo>
                    <a:pt x="193320" y="751459"/>
                    <a:pt x="178950" y="802098"/>
                    <a:pt x="178436" y="806717"/>
                  </a:cubicBezTo>
                  <a:cubicBezTo>
                    <a:pt x="177923" y="811336"/>
                    <a:pt x="179975" y="822114"/>
                    <a:pt x="176897" y="829299"/>
                  </a:cubicBezTo>
                  <a:cubicBezTo>
                    <a:pt x="173817" y="836485"/>
                    <a:pt x="170225" y="842130"/>
                    <a:pt x="170225" y="848803"/>
                  </a:cubicBezTo>
                  <a:cubicBezTo>
                    <a:pt x="170225" y="855474"/>
                    <a:pt x="171250" y="907141"/>
                    <a:pt x="166119" y="928183"/>
                  </a:cubicBezTo>
                  <a:cubicBezTo>
                    <a:pt x="160986" y="949226"/>
                    <a:pt x="147727" y="1018342"/>
                    <a:pt x="148669" y="1058802"/>
                  </a:cubicBezTo>
                  <a:cubicBezTo>
                    <a:pt x="149694" y="1099262"/>
                    <a:pt x="158933" y="1125865"/>
                    <a:pt x="165092" y="1134590"/>
                  </a:cubicBezTo>
                  <a:cubicBezTo>
                    <a:pt x="165092" y="1134590"/>
                    <a:pt x="170225" y="1141262"/>
                    <a:pt x="189643" y="1142289"/>
                  </a:cubicBezTo>
                  <a:cubicBezTo>
                    <a:pt x="189643" y="1142289"/>
                    <a:pt x="201446" y="1141262"/>
                    <a:pt x="201960" y="1151013"/>
                  </a:cubicBezTo>
                  <a:cubicBezTo>
                    <a:pt x="202473" y="1160765"/>
                    <a:pt x="199907" y="1171971"/>
                    <a:pt x="176812" y="1171971"/>
                  </a:cubicBezTo>
                  <a:cubicBezTo>
                    <a:pt x="153716" y="1171971"/>
                    <a:pt x="137891" y="1173510"/>
                    <a:pt x="134299" y="1166838"/>
                  </a:cubicBezTo>
                  <a:cubicBezTo>
                    <a:pt x="130705" y="1160166"/>
                    <a:pt x="123521" y="1130484"/>
                    <a:pt x="111715" y="1119193"/>
                  </a:cubicBezTo>
                  <a:cubicBezTo>
                    <a:pt x="99912" y="1107902"/>
                    <a:pt x="99912" y="1108928"/>
                    <a:pt x="97345" y="1118680"/>
                  </a:cubicBezTo>
                  <a:cubicBezTo>
                    <a:pt x="94778" y="1128431"/>
                    <a:pt x="95292" y="1132537"/>
                    <a:pt x="95292" y="1132537"/>
                  </a:cubicBezTo>
                  <a:cubicBezTo>
                    <a:pt x="95292" y="1132537"/>
                    <a:pt x="91700" y="1133563"/>
                    <a:pt x="95292" y="1135616"/>
                  </a:cubicBezTo>
                  <a:cubicBezTo>
                    <a:pt x="98884" y="1137669"/>
                    <a:pt x="111201" y="1140236"/>
                    <a:pt x="114795" y="1144855"/>
                  </a:cubicBezTo>
                  <a:cubicBezTo>
                    <a:pt x="118387" y="1149474"/>
                    <a:pt x="118901" y="1156146"/>
                    <a:pt x="116335" y="1159739"/>
                  </a:cubicBezTo>
                  <a:cubicBezTo>
                    <a:pt x="113768" y="1163331"/>
                    <a:pt x="119415" y="1170003"/>
                    <a:pt x="108123" y="1171543"/>
                  </a:cubicBezTo>
                  <a:cubicBezTo>
                    <a:pt x="96831" y="1173083"/>
                    <a:pt x="53805" y="1178729"/>
                    <a:pt x="41573" y="1171030"/>
                  </a:cubicBezTo>
                  <a:cubicBezTo>
                    <a:pt x="41573" y="1171030"/>
                    <a:pt x="35928" y="1163331"/>
                    <a:pt x="35928" y="1151527"/>
                  </a:cubicBezTo>
                  <a:cubicBezTo>
                    <a:pt x="35928" y="1139723"/>
                    <a:pt x="29770" y="1127490"/>
                    <a:pt x="25150" y="1124411"/>
                  </a:cubicBezTo>
                  <a:cubicBezTo>
                    <a:pt x="20531" y="1121331"/>
                    <a:pt x="18992" y="1128004"/>
                    <a:pt x="17964" y="1138781"/>
                  </a:cubicBezTo>
                  <a:cubicBezTo>
                    <a:pt x="16939" y="1149559"/>
                    <a:pt x="15398" y="1169490"/>
                    <a:pt x="15398" y="1169490"/>
                  </a:cubicBezTo>
                  <a:lnTo>
                    <a:pt x="9753" y="1168977"/>
                  </a:lnTo>
                  <a:cubicBezTo>
                    <a:pt x="9753" y="1168977"/>
                    <a:pt x="7700" y="1105934"/>
                    <a:pt x="0" y="1087030"/>
                  </a:cubicBezTo>
                  <a:cubicBezTo>
                    <a:pt x="0" y="1087030"/>
                    <a:pt x="5133" y="1061881"/>
                    <a:pt x="23012" y="1051189"/>
                  </a:cubicBezTo>
                  <a:lnTo>
                    <a:pt x="23012" y="1051189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53FE41E1-7C40-2224-1F64-9ED729F87E61}"/>
                </a:ext>
              </a:extLst>
            </p:cNvPr>
            <p:cNvSpPr/>
            <p:nvPr/>
          </p:nvSpPr>
          <p:spPr>
            <a:xfrm>
              <a:off x="9134218" y="5586777"/>
              <a:ext cx="418595" cy="1228699"/>
            </a:xfrm>
            <a:custGeom>
              <a:avLst/>
              <a:gdLst>
                <a:gd name="connsiteX0" fmla="*/ 351815 w 418595"/>
                <a:gd name="connsiteY0" fmla="*/ 371080 h 1228699"/>
                <a:gd name="connsiteX1" fmla="*/ 296642 w 418595"/>
                <a:gd name="connsiteY1" fmla="*/ 321553 h 1228699"/>
                <a:gd name="connsiteX2" fmla="*/ 282187 w 418595"/>
                <a:gd name="connsiteY2" fmla="*/ 313426 h 1228699"/>
                <a:gd name="connsiteX3" fmla="*/ 275940 w 418595"/>
                <a:gd name="connsiteY3" fmla="*/ 314367 h 1228699"/>
                <a:gd name="connsiteX4" fmla="*/ 257721 w 418595"/>
                <a:gd name="connsiteY4" fmla="*/ 347471 h 1228699"/>
                <a:gd name="connsiteX5" fmla="*/ 245233 w 418595"/>
                <a:gd name="connsiteY5" fmla="*/ 374844 h 1228699"/>
                <a:gd name="connsiteX6" fmla="*/ 241384 w 418595"/>
                <a:gd name="connsiteY6" fmla="*/ 385878 h 1228699"/>
                <a:gd name="connsiteX7" fmla="*/ 245233 w 418595"/>
                <a:gd name="connsiteY7" fmla="*/ 397426 h 1228699"/>
                <a:gd name="connsiteX8" fmla="*/ 247543 w 418595"/>
                <a:gd name="connsiteY8" fmla="*/ 402986 h 1228699"/>
                <a:gd name="connsiteX9" fmla="*/ 248568 w 418595"/>
                <a:gd name="connsiteY9" fmla="*/ 429076 h 1228699"/>
                <a:gd name="connsiteX10" fmla="*/ 238047 w 418595"/>
                <a:gd name="connsiteY10" fmla="*/ 453540 h 1228699"/>
                <a:gd name="connsiteX11" fmla="*/ 226500 w 418595"/>
                <a:gd name="connsiteY11" fmla="*/ 455935 h 1228699"/>
                <a:gd name="connsiteX12" fmla="*/ 226841 w 418595"/>
                <a:gd name="connsiteY12" fmla="*/ 462778 h 1228699"/>
                <a:gd name="connsiteX13" fmla="*/ 228724 w 418595"/>
                <a:gd name="connsiteY13" fmla="*/ 477491 h 1228699"/>
                <a:gd name="connsiteX14" fmla="*/ 236165 w 418595"/>
                <a:gd name="connsiteY14" fmla="*/ 484163 h 1228699"/>
                <a:gd name="connsiteX15" fmla="*/ 259261 w 418595"/>
                <a:gd name="connsiteY15" fmla="*/ 497593 h 1228699"/>
                <a:gd name="connsiteX16" fmla="*/ 276968 w 418595"/>
                <a:gd name="connsiteY16" fmla="*/ 505292 h 1228699"/>
                <a:gd name="connsiteX17" fmla="*/ 288942 w 418595"/>
                <a:gd name="connsiteY17" fmla="*/ 498534 h 1228699"/>
                <a:gd name="connsiteX18" fmla="*/ 339840 w 418595"/>
                <a:gd name="connsiteY18" fmla="*/ 421719 h 1228699"/>
                <a:gd name="connsiteX19" fmla="*/ 351815 w 418595"/>
                <a:gd name="connsiteY19" fmla="*/ 370823 h 1228699"/>
                <a:gd name="connsiteX20" fmla="*/ 351815 w 418595"/>
                <a:gd name="connsiteY20" fmla="*/ 370823 h 1228699"/>
                <a:gd name="connsiteX21" fmla="*/ 241298 w 418595"/>
                <a:gd name="connsiteY21" fmla="*/ 520945 h 1228699"/>
                <a:gd name="connsiteX22" fmla="*/ 243863 w 418595"/>
                <a:gd name="connsiteY22" fmla="*/ 517010 h 1228699"/>
                <a:gd name="connsiteX23" fmla="*/ 238389 w 418595"/>
                <a:gd name="connsiteY23" fmla="*/ 511108 h 1228699"/>
                <a:gd name="connsiteX24" fmla="*/ 241298 w 418595"/>
                <a:gd name="connsiteY24" fmla="*/ 520945 h 1228699"/>
                <a:gd name="connsiteX25" fmla="*/ 241298 w 418595"/>
                <a:gd name="connsiteY25" fmla="*/ 520945 h 1228699"/>
                <a:gd name="connsiteX26" fmla="*/ 64487 w 418595"/>
                <a:gd name="connsiteY26" fmla="*/ 456791 h 1228699"/>
                <a:gd name="connsiteX27" fmla="*/ 56618 w 418595"/>
                <a:gd name="connsiteY27" fmla="*/ 443617 h 1228699"/>
                <a:gd name="connsiteX28" fmla="*/ 50288 w 418595"/>
                <a:gd name="connsiteY28" fmla="*/ 378608 h 1228699"/>
                <a:gd name="connsiteX29" fmla="*/ 49860 w 418595"/>
                <a:gd name="connsiteY29" fmla="*/ 382713 h 1228699"/>
                <a:gd name="connsiteX30" fmla="*/ 39767 w 418595"/>
                <a:gd name="connsiteY30" fmla="*/ 405723 h 1228699"/>
                <a:gd name="connsiteX31" fmla="*/ 41220 w 418595"/>
                <a:gd name="connsiteY31" fmla="*/ 430701 h 1228699"/>
                <a:gd name="connsiteX32" fmla="*/ 44129 w 418595"/>
                <a:gd name="connsiteY32" fmla="*/ 474840 h 1228699"/>
                <a:gd name="connsiteX33" fmla="*/ 43701 w 418595"/>
                <a:gd name="connsiteY33" fmla="*/ 484933 h 1228699"/>
                <a:gd name="connsiteX34" fmla="*/ 48492 w 418595"/>
                <a:gd name="connsiteY34" fmla="*/ 485874 h 1228699"/>
                <a:gd name="connsiteX35" fmla="*/ 54223 w 418595"/>
                <a:gd name="connsiteY35" fmla="*/ 484933 h 1228699"/>
                <a:gd name="connsiteX36" fmla="*/ 55336 w 418595"/>
                <a:gd name="connsiteY36" fmla="*/ 484933 h 1228699"/>
                <a:gd name="connsiteX37" fmla="*/ 56190 w 418595"/>
                <a:gd name="connsiteY37" fmla="*/ 479544 h 1228699"/>
                <a:gd name="connsiteX38" fmla="*/ 58842 w 418595"/>
                <a:gd name="connsiteY38" fmla="*/ 466457 h 1228699"/>
                <a:gd name="connsiteX39" fmla="*/ 65600 w 418595"/>
                <a:gd name="connsiteY39" fmla="*/ 457475 h 1228699"/>
                <a:gd name="connsiteX40" fmla="*/ 64487 w 418595"/>
                <a:gd name="connsiteY40" fmla="*/ 456876 h 1228699"/>
                <a:gd name="connsiteX41" fmla="*/ 64487 w 418595"/>
                <a:gd name="connsiteY41" fmla="*/ 456876 h 1228699"/>
                <a:gd name="connsiteX42" fmla="*/ 408955 w 418595"/>
                <a:gd name="connsiteY42" fmla="*/ 360559 h 1228699"/>
                <a:gd name="connsiteX43" fmla="*/ 418536 w 418595"/>
                <a:gd name="connsiteY43" fmla="*/ 379720 h 1228699"/>
                <a:gd name="connsiteX44" fmla="*/ 352757 w 418595"/>
                <a:gd name="connsiteY44" fmla="*/ 476721 h 1228699"/>
                <a:gd name="connsiteX45" fmla="*/ 296129 w 418595"/>
                <a:gd name="connsiteY45" fmla="*/ 532921 h 1228699"/>
                <a:gd name="connsiteX46" fmla="*/ 271152 w 418595"/>
                <a:gd name="connsiteY46" fmla="*/ 536257 h 1228699"/>
                <a:gd name="connsiteX47" fmla="*/ 247115 w 418595"/>
                <a:gd name="connsiteY47" fmla="*/ 526676 h 1228699"/>
                <a:gd name="connsiteX48" fmla="*/ 243437 w 418595"/>
                <a:gd name="connsiteY48" fmla="*/ 528986 h 1228699"/>
                <a:gd name="connsiteX49" fmla="*/ 250109 w 418595"/>
                <a:gd name="connsiteY49" fmla="*/ 557214 h 1228699"/>
                <a:gd name="connsiteX50" fmla="*/ 246258 w 418595"/>
                <a:gd name="connsiteY50" fmla="*/ 641043 h 1228699"/>
                <a:gd name="connsiteX51" fmla="*/ 237961 w 418595"/>
                <a:gd name="connsiteY51" fmla="*/ 797837 h 1228699"/>
                <a:gd name="connsiteX52" fmla="*/ 216234 w 418595"/>
                <a:gd name="connsiteY52" fmla="*/ 956598 h 1228699"/>
                <a:gd name="connsiteX53" fmla="*/ 189375 w 418595"/>
                <a:gd name="connsiteY53" fmla="*/ 1074985 h 1228699"/>
                <a:gd name="connsiteX54" fmla="*/ 201521 w 418595"/>
                <a:gd name="connsiteY54" fmla="*/ 1128789 h 1228699"/>
                <a:gd name="connsiteX55" fmla="*/ 206655 w 418595"/>
                <a:gd name="connsiteY55" fmla="*/ 1161465 h 1228699"/>
                <a:gd name="connsiteX56" fmla="*/ 210503 w 418595"/>
                <a:gd name="connsiteY56" fmla="*/ 1180626 h 1228699"/>
                <a:gd name="connsiteX57" fmla="*/ 208622 w 418595"/>
                <a:gd name="connsiteY57" fmla="*/ 1208769 h 1228699"/>
                <a:gd name="connsiteX58" fmla="*/ 207937 w 418595"/>
                <a:gd name="connsiteY58" fmla="*/ 1228015 h 1228699"/>
                <a:gd name="connsiteX59" fmla="*/ 182361 w 418595"/>
                <a:gd name="connsiteY59" fmla="*/ 1228015 h 1228699"/>
                <a:gd name="connsiteX60" fmla="*/ 180479 w 418595"/>
                <a:gd name="connsiteY60" fmla="*/ 1197905 h 1228699"/>
                <a:gd name="connsiteX61" fmla="*/ 161233 w 418595"/>
                <a:gd name="connsiteY61" fmla="*/ 1209453 h 1228699"/>
                <a:gd name="connsiteX62" fmla="*/ 157384 w 418595"/>
                <a:gd name="connsiteY62" fmla="*/ 1228699 h 1228699"/>
                <a:gd name="connsiteX63" fmla="*/ 97849 w 418595"/>
                <a:gd name="connsiteY63" fmla="*/ 1228015 h 1228699"/>
                <a:gd name="connsiteX64" fmla="*/ 93400 w 418595"/>
                <a:gd name="connsiteY64" fmla="*/ 1226133 h 1228699"/>
                <a:gd name="connsiteX65" fmla="*/ 66540 w 418595"/>
                <a:gd name="connsiteY65" fmla="*/ 1222883 h 1228699"/>
                <a:gd name="connsiteX66" fmla="*/ 94085 w 418595"/>
                <a:gd name="connsiteY66" fmla="*/ 1206288 h 1228699"/>
                <a:gd name="connsiteX67" fmla="*/ 103065 w 418595"/>
                <a:gd name="connsiteY67" fmla="*/ 1193457 h 1228699"/>
                <a:gd name="connsiteX68" fmla="*/ 110765 w 418595"/>
                <a:gd name="connsiteY68" fmla="*/ 1146068 h 1228699"/>
                <a:gd name="connsiteX69" fmla="*/ 117181 w 418595"/>
                <a:gd name="connsiteY69" fmla="*/ 1080117 h 1228699"/>
                <a:gd name="connsiteX70" fmla="*/ 83904 w 418595"/>
                <a:gd name="connsiteY70" fmla="*/ 922639 h 1228699"/>
                <a:gd name="connsiteX71" fmla="*/ 53794 w 418595"/>
                <a:gd name="connsiteY71" fmla="*/ 753613 h 1228699"/>
                <a:gd name="connsiteX72" fmla="*/ 34976 w 418595"/>
                <a:gd name="connsiteY72" fmla="*/ 547035 h 1228699"/>
                <a:gd name="connsiteX73" fmla="*/ 36346 w 418595"/>
                <a:gd name="connsiteY73" fmla="*/ 543100 h 1228699"/>
                <a:gd name="connsiteX74" fmla="*/ 30185 w 418595"/>
                <a:gd name="connsiteY74" fmla="*/ 540961 h 1228699"/>
                <a:gd name="connsiteX75" fmla="*/ 22488 w 418595"/>
                <a:gd name="connsiteY75" fmla="*/ 525650 h 1228699"/>
                <a:gd name="connsiteX76" fmla="*/ 20092 w 418595"/>
                <a:gd name="connsiteY76" fmla="*/ 512220 h 1228699"/>
                <a:gd name="connsiteX77" fmla="*/ 1873 w 418595"/>
                <a:gd name="connsiteY77" fmla="*/ 436347 h 1228699"/>
                <a:gd name="connsiteX78" fmla="*/ 6236 w 418595"/>
                <a:gd name="connsiteY78" fmla="*/ 389813 h 1228699"/>
                <a:gd name="connsiteX79" fmla="*/ 24455 w 418595"/>
                <a:gd name="connsiteY79" fmla="*/ 349524 h 1228699"/>
                <a:gd name="connsiteX80" fmla="*/ 26508 w 418595"/>
                <a:gd name="connsiteY80" fmla="*/ 349182 h 1228699"/>
                <a:gd name="connsiteX81" fmla="*/ 11966 w 418595"/>
                <a:gd name="connsiteY81" fmla="*/ 338489 h 1228699"/>
                <a:gd name="connsiteX82" fmla="*/ 37371 w 418595"/>
                <a:gd name="connsiteY82" fmla="*/ 297687 h 1228699"/>
                <a:gd name="connsiteX83" fmla="*/ 54223 w 418595"/>
                <a:gd name="connsiteY83" fmla="*/ 244909 h 1228699"/>
                <a:gd name="connsiteX84" fmla="*/ 78688 w 418595"/>
                <a:gd name="connsiteY84" fmla="*/ 224722 h 1228699"/>
                <a:gd name="connsiteX85" fmla="*/ 114186 w 418595"/>
                <a:gd name="connsiteY85" fmla="*/ 210779 h 1228699"/>
                <a:gd name="connsiteX86" fmla="*/ 126163 w 418595"/>
                <a:gd name="connsiteY86" fmla="*/ 199231 h 1228699"/>
                <a:gd name="connsiteX87" fmla="*/ 137195 w 418595"/>
                <a:gd name="connsiteY87" fmla="*/ 184347 h 1228699"/>
                <a:gd name="connsiteX88" fmla="*/ 140105 w 418595"/>
                <a:gd name="connsiteY88" fmla="*/ 183321 h 1228699"/>
                <a:gd name="connsiteX89" fmla="*/ 135314 w 418595"/>
                <a:gd name="connsiteY89" fmla="*/ 133451 h 1228699"/>
                <a:gd name="connsiteX90" fmla="*/ 119916 w 418595"/>
                <a:gd name="connsiteY90" fmla="*/ 108474 h 1228699"/>
                <a:gd name="connsiteX91" fmla="*/ 135314 w 418595"/>
                <a:gd name="connsiteY91" fmla="*/ 18229 h 1228699"/>
                <a:gd name="connsiteX92" fmla="*/ 176630 w 418595"/>
                <a:gd name="connsiteY92" fmla="*/ 10 h 1228699"/>
                <a:gd name="connsiteX93" fmla="*/ 233256 w 418595"/>
                <a:gd name="connsiteY93" fmla="*/ 42266 h 1228699"/>
                <a:gd name="connsiteX94" fmla="*/ 232316 w 418595"/>
                <a:gd name="connsiteY94" fmla="*/ 77765 h 1228699"/>
                <a:gd name="connsiteX95" fmla="*/ 231375 w 418595"/>
                <a:gd name="connsiteY95" fmla="*/ 95985 h 1228699"/>
                <a:gd name="connsiteX96" fmla="*/ 223848 w 418595"/>
                <a:gd name="connsiteY96" fmla="*/ 105137 h 1228699"/>
                <a:gd name="connsiteX97" fmla="*/ 233856 w 418595"/>
                <a:gd name="connsiteY97" fmla="*/ 133793 h 1228699"/>
                <a:gd name="connsiteX98" fmla="*/ 210760 w 418595"/>
                <a:gd name="connsiteY98" fmla="*/ 143117 h 1228699"/>
                <a:gd name="connsiteX99" fmla="*/ 206141 w 418595"/>
                <a:gd name="connsiteY99" fmla="*/ 135846 h 1228699"/>
                <a:gd name="connsiteX100" fmla="*/ 203489 w 418595"/>
                <a:gd name="connsiteY100" fmla="*/ 170233 h 1228699"/>
                <a:gd name="connsiteX101" fmla="*/ 204944 w 418595"/>
                <a:gd name="connsiteY101" fmla="*/ 170233 h 1228699"/>
                <a:gd name="connsiteX102" fmla="*/ 221710 w 418595"/>
                <a:gd name="connsiteY102" fmla="*/ 172714 h 1228699"/>
                <a:gd name="connsiteX103" fmla="*/ 230863 w 418595"/>
                <a:gd name="connsiteY103" fmla="*/ 188025 h 1228699"/>
                <a:gd name="connsiteX104" fmla="*/ 231375 w 418595"/>
                <a:gd name="connsiteY104" fmla="*/ 190934 h 1228699"/>
                <a:gd name="connsiteX105" fmla="*/ 248140 w 418595"/>
                <a:gd name="connsiteY105" fmla="*/ 201455 h 1228699"/>
                <a:gd name="connsiteX106" fmla="*/ 263026 w 418595"/>
                <a:gd name="connsiteY106" fmla="*/ 203850 h 1228699"/>
                <a:gd name="connsiteX107" fmla="*/ 272605 w 418595"/>
                <a:gd name="connsiteY107" fmla="*/ 208213 h 1228699"/>
                <a:gd name="connsiteX108" fmla="*/ 285094 w 418595"/>
                <a:gd name="connsiteY108" fmla="*/ 211121 h 1228699"/>
                <a:gd name="connsiteX109" fmla="*/ 305710 w 418595"/>
                <a:gd name="connsiteY109" fmla="*/ 233704 h 1228699"/>
                <a:gd name="connsiteX110" fmla="*/ 306650 w 418595"/>
                <a:gd name="connsiteY110" fmla="*/ 243284 h 1228699"/>
                <a:gd name="connsiteX111" fmla="*/ 328206 w 418595"/>
                <a:gd name="connsiteY111" fmla="*/ 262958 h 1228699"/>
                <a:gd name="connsiteX112" fmla="*/ 352671 w 418595"/>
                <a:gd name="connsiteY112" fmla="*/ 297088 h 1228699"/>
                <a:gd name="connsiteX113" fmla="*/ 352500 w 418595"/>
                <a:gd name="connsiteY113" fmla="*/ 297345 h 1228699"/>
                <a:gd name="connsiteX114" fmla="*/ 408869 w 418595"/>
                <a:gd name="connsiteY114" fmla="*/ 360473 h 1228699"/>
                <a:gd name="connsiteX115" fmla="*/ 408869 w 418595"/>
                <a:gd name="connsiteY115" fmla="*/ 360473 h 1228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418595" h="1228699">
                  <a:moveTo>
                    <a:pt x="351815" y="371080"/>
                  </a:moveTo>
                  <a:cubicBezTo>
                    <a:pt x="342918" y="360901"/>
                    <a:pt x="305282" y="330962"/>
                    <a:pt x="296642" y="321553"/>
                  </a:cubicBezTo>
                  <a:cubicBezTo>
                    <a:pt x="292280" y="319243"/>
                    <a:pt x="284239" y="314795"/>
                    <a:pt x="282187" y="313426"/>
                  </a:cubicBezTo>
                  <a:cubicBezTo>
                    <a:pt x="279278" y="311544"/>
                    <a:pt x="277910" y="312913"/>
                    <a:pt x="275940" y="314367"/>
                  </a:cubicBezTo>
                  <a:cubicBezTo>
                    <a:pt x="274059" y="315821"/>
                    <a:pt x="262940" y="339772"/>
                    <a:pt x="257721" y="347471"/>
                  </a:cubicBezTo>
                  <a:cubicBezTo>
                    <a:pt x="252417" y="355170"/>
                    <a:pt x="248568" y="371508"/>
                    <a:pt x="245233" y="374844"/>
                  </a:cubicBezTo>
                  <a:cubicBezTo>
                    <a:pt x="241896" y="378180"/>
                    <a:pt x="243779" y="381516"/>
                    <a:pt x="241384" y="385878"/>
                  </a:cubicBezTo>
                  <a:cubicBezTo>
                    <a:pt x="238989" y="390155"/>
                    <a:pt x="243266" y="394518"/>
                    <a:pt x="245233" y="397426"/>
                  </a:cubicBezTo>
                  <a:cubicBezTo>
                    <a:pt x="247115" y="398367"/>
                    <a:pt x="247371" y="400506"/>
                    <a:pt x="247543" y="402986"/>
                  </a:cubicBezTo>
                  <a:cubicBezTo>
                    <a:pt x="249510" y="409231"/>
                    <a:pt x="251306" y="419410"/>
                    <a:pt x="248568" y="429076"/>
                  </a:cubicBezTo>
                  <a:cubicBezTo>
                    <a:pt x="244719" y="443019"/>
                    <a:pt x="244291" y="452599"/>
                    <a:pt x="238047" y="453540"/>
                  </a:cubicBezTo>
                  <a:cubicBezTo>
                    <a:pt x="231803" y="454481"/>
                    <a:pt x="228894" y="455422"/>
                    <a:pt x="226500" y="455935"/>
                  </a:cubicBezTo>
                  <a:lnTo>
                    <a:pt x="226841" y="462778"/>
                  </a:lnTo>
                  <a:cubicBezTo>
                    <a:pt x="227440" y="467911"/>
                    <a:pt x="228039" y="473899"/>
                    <a:pt x="228724" y="477491"/>
                  </a:cubicBezTo>
                  <a:cubicBezTo>
                    <a:pt x="231974" y="479886"/>
                    <a:pt x="234455" y="482453"/>
                    <a:pt x="236165" y="484163"/>
                  </a:cubicBezTo>
                  <a:cubicBezTo>
                    <a:pt x="239074" y="487072"/>
                    <a:pt x="253016" y="495198"/>
                    <a:pt x="259261" y="497593"/>
                  </a:cubicBezTo>
                  <a:cubicBezTo>
                    <a:pt x="265505" y="499988"/>
                    <a:pt x="274572" y="507173"/>
                    <a:pt x="276968" y="505292"/>
                  </a:cubicBezTo>
                  <a:cubicBezTo>
                    <a:pt x="279363" y="503324"/>
                    <a:pt x="287061" y="500929"/>
                    <a:pt x="288942" y="498534"/>
                  </a:cubicBezTo>
                  <a:cubicBezTo>
                    <a:pt x="290826" y="496139"/>
                    <a:pt x="324443" y="460126"/>
                    <a:pt x="339840" y="421719"/>
                  </a:cubicBezTo>
                  <a:cubicBezTo>
                    <a:pt x="355150" y="383312"/>
                    <a:pt x="361396" y="381858"/>
                    <a:pt x="351815" y="370823"/>
                  </a:cubicBezTo>
                  <a:lnTo>
                    <a:pt x="351815" y="370823"/>
                  </a:lnTo>
                  <a:close/>
                  <a:moveTo>
                    <a:pt x="241298" y="520945"/>
                  </a:moveTo>
                  <a:cubicBezTo>
                    <a:pt x="243180" y="519320"/>
                    <a:pt x="244377" y="517866"/>
                    <a:pt x="243863" y="517010"/>
                  </a:cubicBezTo>
                  <a:cubicBezTo>
                    <a:pt x="242495" y="514615"/>
                    <a:pt x="241641" y="512306"/>
                    <a:pt x="238389" y="511108"/>
                  </a:cubicBezTo>
                  <a:cubicBezTo>
                    <a:pt x="239331" y="514359"/>
                    <a:pt x="240357" y="517609"/>
                    <a:pt x="241298" y="520945"/>
                  </a:cubicBezTo>
                  <a:lnTo>
                    <a:pt x="241298" y="520945"/>
                  </a:lnTo>
                  <a:close/>
                  <a:moveTo>
                    <a:pt x="64487" y="456791"/>
                  </a:moveTo>
                  <a:cubicBezTo>
                    <a:pt x="63033" y="454909"/>
                    <a:pt x="57046" y="451744"/>
                    <a:pt x="56618" y="443617"/>
                  </a:cubicBezTo>
                  <a:cubicBezTo>
                    <a:pt x="56361" y="438314"/>
                    <a:pt x="52769" y="404783"/>
                    <a:pt x="50288" y="378608"/>
                  </a:cubicBezTo>
                  <a:cubicBezTo>
                    <a:pt x="50288" y="380746"/>
                    <a:pt x="50202" y="382200"/>
                    <a:pt x="49860" y="382713"/>
                  </a:cubicBezTo>
                  <a:cubicBezTo>
                    <a:pt x="49860" y="382713"/>
                    <a:pt x="40792" y="403842"/>
                    <a:pt x="39767" y="405723"/>
                  </a:cubicBezTo>
                  <a:cubicBezTo>
                    <a:pt x="38825" y="407606"/>
                    <a:pt x="42162" y="422062"/>
                    <a:pt x="41220" y="430701"/>
                  </a:cubicBezTo>
                  <a:cubicBezTo>
                    <a:pt x="40281" y="439340"/>
                    <a:pt x="44129" y="468167"/>
                    <a:pt x="44129" y="474840"/>
                  </a:cubicBezTo>
                  <a:cubicBezTo>
                    <a:pt x="44129" y="481511"/>
                    <a:pt x="43701" y="484933"/>
                    <a:pt x="43701" y="484933"/>
                  </a:cubicBezTo>
                  <a:cubicBezTo>
                    <a:pt x="43701" y="484933"/>
                    <a:pt x="46610" y="487328"/>
                    <a:pt x="48492" y="485874"/>
                  </a:cubicBezTo>
                  <a:cubicBezTo>
                    <a:pt x="50374" y="484420"/>
                    <a:pt x="52769" y="484933"/>
                    <a:pt x="54223" y="484933"/>
                  </a:cubicBezTo>
                  <a:lnTo>
                    <a:pt x="55336" y="484933"/>
                  </a:lnTo>
                  <a:cubicBezTo>
                    <a:pt x="55933" y="482367"/>
                    <a:pt x="56275" y="480399"/>
                    <a:pt x="56190" y="479544"/>
                  </a:cubicBezTo>
                  <a:cubicBezTo>
                    <a:pt x="55507" y="472530"/>
                    <a:pt x="58842" y="469622"/>
                    <a:pt x="58842" y="466457"/>
                  </a:cubicBezTo>
                  <a:cubicBezTo>
                    <a:pt x="58842" y="463890"/>
                    <a:pt x="62348" y="460383"/>
                    <a:pt x="65600" y="457475"/>
                  </a:cubicBezTo>
                  <a:lnTo>
                    <a:pt x="64487" y="456876"/>
                  </a:lnTo>
                  <a:lnTo>
                    <a:pt x="64487" y="456876"/>
                  </a:lnTo>
                  <a:close/>
                  <a:moveTo>
                    <a:pt x="408955" y="360559"/>
                  </a:moveTo>
                  <a:cubicBezTo>
                    <a:pt x="408955" y="360559"/>
                    <a:pt x="419476" y="373475"/>
                    <a:pt x="418536" y="379720"/>
                  </a:cubicBezTo>
                  <a:cubicBezTo>
                    <a:pt x="417594" y="385964"/>
                    <a:pt x="381582" y="446013"/>
                    <a:pt x="352757" y="476721"/>
                  </a:cubicBezTo>
                  <a:cubicBezTo>
                    <a:pt x="323929" y="507430"/>
                    <a:pt x="307163" y="526163"/>
                    <a:pt x="296129" y="532921"/>
                  </a:cubicBezTo>
                  <a:cubicBezTo>
                    <a:pt x="285094" y="539593"/>
                    <a:pt x="277396" y="538224"/>
                    <a:pt x="271152" y="536257"/>
                  </a:cubicBezTo>
                  <a:cubicBezTo>
                    <a:pt x="264907" y="534290"/>
                    <a:pt x="250535" y="523768"/>
                    <a:pt x="247115" y="526676"/>
                  </a:cubicBezTo>
                  <a:cubicBezTo>
                    <a:pt x="246344" y="527275"/>
                    <a:pt x="245062" y="528130"/>
                    <a:pt x="243437" y="528986"/>
                  </a:cubicBezTo>
                  <a:cubicBezTo>
                    <a:pt x="246686" y="540705"/>
                    <a:pt x="249424" y="551568"/>
                    <a:pt x="250109" y="557214"/>
                  </a:cubicBezTo>
                  <a:cubicBezTo>
                    <a:pt x="251991" y="573210"/>
                    <a:pt x="248226" y="614183"/>
                    <a:pt x="246258" y="641043"/>
                  </a:cubicBezTo>
                  <a:cubicBezTo>
                    <a:pt x="244377" y="667902"/>
                    <a:pt x="238561" y="771576"/>
                    <a:pt x="237961" y="797837"/>
                  </a:cubicBezTo>
                  <a:cubicBezTo>
                    <a:pt x="237364" y="824098"/>
                    <a:pt x="223249" y="922040"/>
                    <a:pt x="216234" y="956598"/>
                  </a:cubicBezTo>
                  <a:cubicBezTo>
                    <a:pt x="209221" y="991156"/>
                    <a:pt x="189975" y="1065404"/>
                    <a:pt x="189375" y="1074985"/>
                  </a:cubicBezTo>
                  <a:cubicBezTo>
                    <a:pt x="188690" y="1084565"/>
                    <a:pt x="195106" y="1110227"/>
                    <a:pt x="201521" y="1128789"/>
                  </a:cubicBezTo>
                  <a:cubicBezTo>
                    <a:pt x="207937" y="1147351"/>
                    <a:pt x="206655" y="1161465"/>
                    <a:pt x="206655" y="1161465"/>
                  </a:cubicBezTo>
                  <a:cubicBezTo>
                    <a:pt x="206655" y="1161465"/>
                    <a:pt x="211103" y="1171046"/>
                    <a:pt x="210503" y="1180626"/>
                  </a:cubicBezTo>
                  <a:cubicBezTo>
                    <a:pt x="209904" y="1190207"/>
                    <a:pt x="208622" y="1201754"/>
                    <a:pt x="208622" y="1208769"/>
                  </a:cubicBezTo>
                  <a:cubicBezTo>
                    <a:pt x="208622" y="1215783"/>
                    <a:pt x="207937" y="1228015"/>
                    <a:pt x="207937" y="1228015"/>
                  </a:cubicBezTo>
                  <a:lnTo>
                    <a:pt x="182361" y="1228015"/>
                  </a:lnTo>
                  <a:cubicBezTo>
                    <a:pt x="182361" y="1228015"/>
                    <a:pt x="185527" y="1197905"/>
                    <a:pt x="180479" y="1197905"/>
                  </a:cubicBezTo>
                  <a:cubicBezTo>
                    <a:pt x="175431" y="1197905"/>
                    <a:pt x="161233" y="1209453"/>
                    <a:pt x="161233" y="1209453"/>
                  </a:cubicBezTo>
                  <a:cubicBezTo>
                    <a:pt x="161233" y="1209453"/>
                    <a:pt x="163799" y="1228699"/>
                    <a:pt x="157384" y="1228699"/>
                  </a:cubicBezTo>
                  <a:cubicBezTo>
                    <a:pt x="150968" y="1228699"/>
                    <a:pt x="99816" y="1228015"/>
                    <a:pt x="97849" y="1228015"/>
                  </a:cubicBezTo>
                  <a:cubicBezTo>
                    <a:pt x="95881" y="1228015"/>
                    <a:pt x="93400" y="1226133"/>
                    <a:pt x="93400" y="1226133"/>
                  </a:cubicBezTo>
                  <a:cubicBezTo>
                    <a:pt x="93400" y="1226133"/>
                    <a:pt x="69706" y="1228015"/>
                    <a:pt x="66540" y="1222883"/>
                  </a:cubicBezTo>
                  <a:cubicBezTo>
                    <a:pt x="63376" y="1217750"/>
                    <a:pt x="83222" y="1210137"/>
                    <a:pt x="94085" y="1206288"/>
                  </a:cubicBezTo>
                  <a:cubicBezTo>
                    <a:pt x="94085" y="1206288"/>
                    <a:pt x="97249" y="1200557"/>
                    <a:pt x="103065" y="1193457"/>
                  </a:cubicBezTo>
                  <a:cubicBezTo>
                    <a:pt x="108798" y="1186443"/>
                    <a:pt x="110080" y="1151885"/>
                    <a:pt x="110765" y="1146068"/>
                  </a:cubicBezTo>
                  <a:cubicBezTo>
                    <a:pt x="111362" y="1140337"/>
                    <a:pt x="119062" y="1088500"/>
                    <a:pt x="117181" y="1080117"/>
                  </a:cubicBezTo>
                  <a:cubicBezTo>
                    <a:pt x="115299" y="1071820"/>
                    <a:pt x="86471" y="936753"/>
                    <a:pt x="83904" y="922639"/>
                  </a:cubicBezTo>
                  <a:cubicBezTo>
                    <a:pt x="81338" y="908525"/>
                    <a:pt x="57645" y="772261"/>
                    <a:pt x="53794" y="753613"/>
                  </a:cubicBezTo>
                  <a:cubicBezTo>
                    <a:pt x="49946" y="735051"/>
                    <a:pt x="34976" y="602037"/>
                    <a:pt x="34976" y="547035"/>
                  </a:cubicBezTo>
                  <a:cubicBezTo>
                    <a:pt x="34976" y="547035"/>
                    <a:pt x="35490" y="545581"/>
                    <a:pt x="36346" y="543100"/>
                  </a:cubicBezTo>
                  <a:cubicBezTo>
                    <a:pt x="33180" y="542758"/>
                    <a:pt x="31384" y="542501"/>
                    <a:pt x="30185" y="540961"/>
                  </a:cubicBezTo>
                  <a:cubicBezTo>
                    <a:pt x="28732" y="539080"/>
                    <a:pt x="24883" y="528986"/>
                    <a:pt x="22488" y="525650"/>
                  </a:cubicBezTo>
                  <a:cubicBezTo>
                    <a:pt x="20092" y="522314"/>
                    <a:pt x="21974" y="516497"/>
                    <a:pt x="20092" y="512220"/>
                  </a:cubicBezTo>
                  <a:cubicBezTo>
                    <a:pt x="18211" y="507943"/>
                    <a:pt x="5722" y="468082"/>
                    <a:pt x="1873" y="436347"/>
                  </a:cubicBezTo>
                  <a:cubicBezTo>
                    <a:pt x="-1978" y="404697"/>
                    <a:pt x="418" y="406065"/>
                    <a:pt x="6236" y="389813"/>
                  </a:cubicBezTo>
                  <a:cubicBezTo>
                    <a:pt x="11966" y="373475"/>
                    <a:pt x="24455" y="349524"/>
                    <a:pt x="24455" y="349524"/>
                  </a:cubicBezTo>
                  <a:cubicBezTo>
                    <a:pt x="24455" y="349524"/>
                    <a:pt x="25226" y="349438"/>
                    <a:pt x="26508" y="349182"/>
                  </a:cubicBezTo>
                  <a:cubicBezTo>
                    <a:pt x="18981" y="347215"/>
                    <a:pt x="12906" y="343451"/>
                    <a:pt x="11966" y="338489"/>
                  </a:cubicBezTo>
                  <a:cubicBezTo>
                    <a:pt x="11025" y="333186"/>
                    <a:pt x="37885" y="309235"/>
                    <a:pt x="37371" y="297687"/>
                  </a:cubicBezTo>
                  <a:cubicBezTo>
                    <a:pt x="36858" y="286139"/>
                    <a:pt x="47893" y="257826"/>
                    <a:pt x="54223" y="244909"/>
                  </a:cubicBezTo>
                  <a:cubicBezTo>
                    <a:pt x="60467" y="231993"/>
                    <a:pt x="69106" y="229085"/>
                    <a:pt x="78688" y="224722"/>
                  </a:cubicBezTo>
                  <a:cubicBezTo>
                    <a:pt x="88267" y="220445"/>
                    <a:pt x="108455" y="215142"/>
                    <a:pt x="114186" y="210779"/>
                  </a:cubicBezTo>
                  <a:cubicBezTo>
                    <a:pt x="119916" y="206416"/>
                    <a:pt x="122825" y="204962"/>
                    <a:pt x="126163" y="199231"/>
                  </a:cubicBezTo>
                  <a:cubicBezTo>
                    <a:pt x="129498" y="193500"/>
                    <a:pt x="134288" y="185288"/>
                    <a:pt x="137195" y="184347"/>
                  </a:cubicBezTo>
                  <a:lnTo>
                    <a:pt x="140105" y="183321"/>
                  </a:lnTo>
                  <a:cubicBezTo>
                    <a:pt x="139933" y="181610"/>
                    <a:pt x="136256" y="142861"/>
                    <a:pt x="135314" y="133451"/>
                  </a:cubicBezTo>
                  <a:cubicBezTo>
                    <a:pt x="135314" y="133451"/>
                    <a:pt x="123767" y="121903"/>
                    <a:pt x="119916" y="108474"/>
                  </a:cubicBezTo>
                  <a:cubicBezTo>
                    <a:pt x="116067" y="95044"/>
                    <a:pt x="118977" y="37390"/>
                    <a:pt x="135314" y="18229"/>
                  </a:cubicBezTo>
                  <a:cubicBezTo>
                    <a:pt x="151653" y="-1017"/>
                    <a:pt x="169872" y="10"/>
                    <a:pt x="176630" y="10"/>
                  </a:cubicBezTo>
                  <a:cubicBezTo>
                    <a:pt x="190146" y="10"/>
                    <a:pt x="228468" y="9590"/>
                    <a:pt x="233256" y="42266"/>
                  </a:cubicBezTo>
                  <a:cubicBezTo>
                    <a:pt x="238047" y="74942"/>
                    <a:pt x="232316" y="77765"/>
                    <a:pt x="232316" y="77765"/>
                  </a:cubicBezTo>
                  <a:cubicBezTo>
                    <a:pt x="232316" y="77765"/>
                    <a:pt x="238047" y="87346"/>
                    <a:pt x="231375" y="95985"/>
                  </a:cubicBezTo>
                  <a:cubicBezTo>
                    <a:pt x="229236" y="98722"/>
                    <a:pt x="226586" y="101802"/>
                    <a:pt x="223848" y="105137"/>
                  </a:cubicBezTo>
                  <a:cubicBezTo>
                    <a:pt x="227269" y="109158"/>
                    <a:pt x="237619" y="122331"/>
                    <a:pt x="233856" y="133793"/>
                  </a:cubicBezTo>
                  <a:cubicBezTo>
                    <a:pt x="233856" y="133793"/>
                    <a:pt x="227611" y="149789"/>
                    <a:pt x="210760" y="143117"/>
                  </a:cubicBezTo>
                  <a:cubicBezTo>
                    <a:pt x="210760" y="143117"/>
                    <a:pt x="207937" y="140380"/>
                    <a:pt x="206141" y="135846"/>
                  </a:cubicBezTo>
                  <a:cubicBezTo>
                    <a:pt x="201521" y="148677"/>
                    <a:pt x="199468" y="155007"/>
                    <a:pt x="203489" y="170233"/>
                  </a:cubicBezTo>
                  <a:lnTo>
                    <a:pt x="204944" y="170233"/>
                  </a:lnTo>
                  <a:cubicBezTo>
                    <a:pt x="204944" y="170233"/>
                    <a:pt x="217433" y="168864"/>
                    <a:pt x="221710" y="172714"/>
                  </a:cubicBezTo>
                  <a:cubicBezTo>
                    <a:pt x="226072" y="176563"/>
                    <a:pt x="230349" y="185203"/>
                    <a:pt x="230863" y="188025"/>
                  </a:cubicBezTo>
                  <a:lnTo>
                    <a:pt x="231375" y="190934"/>
                  </a:lnTo>
                  <a:cubicBezTo>
                    <a:pt x="231375" y="190934"/>
                    <a:pt x="238561" y="198119"/>
                    <a:pt x="248140" y="201455"/>
                  </a:cubicBezTo>
                  <a:cubicBezTo>
                    <a:pt x="257721" y="204791"/>
                    <a:pt x="260117" y="202396"/>
                    <a:pt x="263026" y="203850"/>
                  </a:cubicBezTo>
                  <a:cubicBezTo>
                    <a:pt x="265933" y="205304"/>
                    <a:pt x="269696" y="208213"/>
                    <a:pt x="272605" y="208213"/>
                  </a:cubicBezTo>
                  <a:cubicBezTo>
                    <a:pt x="275514" y="208213"/>
                    <a:pt x="282187" y="206758"/>
                    <a:pt x="285094" y="211121"/>
                  </a:cubicBezTo>
                  <a:cubicBezTo>
                    <a:pt x="288003" y="215398"/>
                    <a:pt x="305282" y="226946"/>
                    <a:pt x="305710" y="233704"/>
                  </a:cubicBezTo>
                  <a:cubicBezTo>
                    <a:pt x="306222" y="240461"/>
                    <a:pt x="306650" y="243284"/>
                    <a:pt x="306650" y="243284"/>
                  </a:cubicBezTo>
                  <a:cubicBezTo>
                    <a:pt x="306650" y="243284"/>
                    <a:pt x="322475" y="257655"/>
                    <a:pt x="328206" y="262958"/>
                  </a:cubicBezTo>
                  <a:cubicBezTo>
                    <a:pt x="334022" y="268261"/>
                    <a:pt x="352671" y="297088"/>
                    <a:pt x="352671" y="297088"/>
                  </a:cubicBezTo>
                  <a:lnTo>
                    <a:pt x="352500" y="297345"/>
                  </a:lnTo>
                  <a:cubicBezTo>
                    <a:pt x="359598" y="304017"/>
                    <a:pt x="391847" y="334982"/>
                    <a:pt x="408869" y="360473"/>
                  </a:cubicBezTo>
                  <a:lnTo>
                    <a:pt x="408869" y="360473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0D1389BD-97E1-D2E1-C9E0-D9C93283CBBC}"/>
                </a:ext>
              </a:extLst>
            </p:cNvPr>
            <p:cNvSpPr/>
            <p:nvPr/>
          </p:nvSpPr>
          <p:spPr>
            <a:xfrm>
              <a:off x="8673598" y="5569251"/>
              <a:ext cx="349534" cy="1246121"/>
            </a:xfrm>
            <a:custGeom>
              <a:avLst/>
              <a:gdLst>
                <a:gd name="connsiteX0" fmla="*/ 334952 w 349534"/>
                <a:gd name="connsiteY0" fmla="*/ 347803 h 1246121"/>
                <a:gd name="connsiteX1" fmla="*/ 340085 w 349534"/>
                <a:gd name="connsiteY1" fmla="*/ 375262 h 1246121"/>
                <a:gd name="connsiteX2" fmla="*/ 343848 w 349534"/>
                <a:gd name="connsiteY2" fmla="*/ 394337 h 1246121"/>
                <a:gd name="connsiteX3" fmla="*/ 349410 w 349534"/>
                <a:gd name="connsiteY3" fmla="*/ 418545 h 1246121"/>
                <a:gd name="connsiteX4" fmla="*/ 349410 w 349534"/>
                <a:gd name="connsiteY4" fmla="*/ 443266 h 1246121"/>
                <a:gd name="connsiteX5" fmla="*/ 344790 w 349534"/>
                <a:gd name="connsiteY5" fmla="*/ 471665 h 1246121"/>
                <a:gd name="connsiteX6" fmla="*/ 341967 w 349534"/>
                <a:gd name="connsiteY6" fmla="*/ 490740 h 1246121"/>
                <a:gd name="connsiteX7" fmla="*/ 337347 w 349534"/>
                <a:gd name="connsiteY7" fmla="*/ 509815 h 1246121"/>
                <a:gd name="connsiteX8" fmla="*/ 334098 w 349534"/>
                <a:gd name="connsiteY8" fmla="*/ 526154 h 1246121"/>
                <a:gd name="connsiteX9" fmla="*/ 331788 w 349534"/>
                <a:gd name="connsiteY9" fmla="*/ 540610 h 1246121"/>
                <a:gd name="connsiteX10" fmla="*/ 326227 w 349534"/>
                <a:gd name="connsiteY10" fmla="*/ 554125 h 1246121"/>
                <a:gd name="connsiteX11" fmla="*/ 324345 w 349534"/>
                <a:gd name="connsiteY11" fmla="*/ 568581 h 1246121"/>
                <a:gd name="connsiteX12" fmla="*/ 309890 w 349534"/>
                <a:gd name="connsiteY12" fmla="*/ 603054 h 1246121"/>
                <a:gd name="connsiteX13" fmla="*/ 308693 w 349534"/>
                <a:gd name="connsiteY13" fmla="*/ 605877 h 1246121"/>
                <a:gd name="connsiteX14" fmla="*/ 307494 w 349534"/>
                <a:gd name="connsiteY14" fmla="*/ 608956 h 1246121"/>
                <a:gd name="connsiteX15" fmla="*/ 293638 w 349534"/>
                <a:gd name="connsiteY15" fmla="*/ 607929 h 1246121"/>
                <a:gd name="connsiteX16" fmla="*/ 289361 w 349534"/>
                <a:gd name="connsiteY16" fmla="*/ 624695 h 1246121"/>
                <a:gd name="connsiteX17" fmla="*/ 285170 w 349534"/>
                <a:gd name="connsiteY17" fmla="*/ 639921 h 1246121"/>
                <a:gd name="connsiteX18" fmla="*/ 282175 w 349534"/>
                <a:gd name="connsiteY18" fmla="*/ 641632 h 1246121"/>
                <a:gd name="connsiteX19" fmla="*/ 280550 w 349534"/>
                <a:gd name="connsiteY19" fmla="*/ 643172 h 1246121"/>
                <a:gd name="connsiteX20" fmla="*/ 263954 w 349534"/>
                <a:gd name="connsiteY20" fmla="*/ 675591 h 1246121"/>
                <a:gd name="connsiteX21" fmla="*/ 262843 w 349534"/>
                <a:gd name="connsiteY21" fmla="*/ 679526 h 1246121"/>
                <a:gd name="connsiteX22" fmla="*/ 260533 w 349534"/>
                <a:gd name="connsiteY22" fmla="*/ 705188 h 1246121"/>
                <a:gd name="connsiteX23" fmla="*/ 257284 w 349534"/>
                <a:gd name="connsiteY23" fmla="*/ 714939 h 1246121"/>
                <a:gd name="connsiteX24" fmla="*/ 256342 w 349534"/>
                <a:gd name="connsiteY24" fmla="*/ 725204 h 1246121"/>
                <a:gd name="connsiteX25" fmla="*/ 253092 w 349534"/>
                <a:gd name="connsiteY25" fmla="*/ 741542 h 1246121"/>
                <a:gd name="connsiteX26" fmla="*/ 251722 w 349534"/>
                <a:gd name="connsiteY26" fmla="*/ 763868 h 1246121"/>
                <a:gd name="connsiteX27" fmla="*/ 248473 w 349534"/>
                <a:gd name="connsiteY27" fmla="*/ 778324 h 1246121"/>
                <a:gd name="connsiteX28" fmla="*/ 246591 w 349534"/>
                <a:gd name="connsiteY28" fmla="*/ 801163 h 1246121"/>
                <a:gd name="connsiteX29" fmla="*/ 248045 w 349534"/>
                <a:gd name="connsiteY29" fmla="*/ 819297 h 1246121"/>
                <a:gd name="connsiteX30" fmla="*/ 243853 w 349534"/>
                <a:gd name="connsiteY30" fmla="*/ 848210 h 1246121"/>
                <a:gd name="connsiteX31" fmla="*/ 243853 w 349534"/>
                <a:gd name="connsiteY31" fmla="*/ 865403 h 1246121"/>
                <a:gd name="connsiteX32" fmla="*/ 242485 w 349534"/>
                <a:gd name="connsiteY32" fmla="*/ 877036 h 1246121"/>
                <a:gd name="connsiteX33" fmla="*/ 248045 w 349534"/>
                <a:gd name="connsiteY33" fmla="*/ 895256 h 1246121"/>
                <a:gd name="connsiteX34" fmla="*/ 259677 w 349534"/>
                <a:gd name="connsiteY34" fmla="*/ 944185 h 1246121"/>
                <a:gd name="connsiteX35" fmla="*/ 255059 w 349534"/>
                <a:gd name="connsiteY35" fmla="*/ 982421 h 1246121"/>
                <a:gd name="connsiteX36" fmla="*/ 254118 w 349534"/>
                <a:gd name="connsiteY36" fmla="*/ 1017321 h 1246121"/>
                <a:gd name="connsiteX37" fmla="*/ 248045 w 349534"/>
                <a:gd name="connsiteY37" fmla="*/ 1034087 h 1246121"/>
                <a:gd name="connsiteX38" fmla="*/ 245221 w 349534"/>
                <a:gd name="connsiteY38" fmla="*/ 1072751 h 1246121"/>
                <a:gd name="connsiteX39" fmla="*/ 239576 w 349534"/>
                <a:gd name="connsiteY39" fmla="*/ 1113297 h 1246121"/>
                <a:gd name="connsiteX40" fmla="*/ 234443 w 349534"/>
                <a:gd name="connsiteY40" fmla="*/ 1136564 h 1246121"/>
                <a:gd name="connsiteX41" fmla="*/ 238634 w 349534"/>
                <a:gd name="connsiteY41" fmla="*/ 1152388 h 1246121"/>
                <a:gd name="connsiteX42" fmla="*/ 240004 w 349534"/>
                <a:gd name="connsiteY42" fmla="*/ 1164535 h 1246121"/>
                <a:gd name="connsiteX43" fmla="*/ 248815 w 349534"/>
                <a:gd name="connsiteY43" fmla="*/ 1183610 h 1246121"/>
                <a:gd name="connsiteX44" fmla="*/ 242740 w 349534"/>
                <a:gd name="connsiteY44" fmla="*/ 1200376 h 1246121"/>
                <a:gd name="connsiteX45" fmla="*/ 240430 w 349534"/>
                <a:gd name="connsiteY45" fmla="*/ 1225011 h 1246121"/>
                <a:gd name="connsiteX46" fmla="*/ 240944 w 349534"/>
                <a:gd name="connsiteY46" fmla="*/ 1245541 h 1246121"/>
                <a:gd name="connsiteX47" fmla="*/ 143087 w 349534"/>
                <a:gd name="connsiteY47" fmla="*/ 1245968 h 1246121"/>
                <a:gd name="connsiteX48" fmla="*/ 131453 w 349534"/>
                <a:gd name="connsiteY48" fmla="*/ 1243146 h 1246121"/>
                <a:gd name="connsiteX49" fmla="*/ 111438 w 349534"/>
                <a:gd name="connsiteY49" fmla="*/ 1245028 h 1246121"/>
                <a:gd name="connsiteX50" fmla="*/ 29919 w 349534"/>
                <a:gd name="connsiteY50" fmla="*/ 1238013 h 1246121"/>
                <a:gd name="connsiteX51" fmla="*/ 30433 w 349534"/>
                <a:gd name="connsiteY51" fmla="*/ 1232454 h 1246121"/>
                <a:gd name="connsiteX52" fmla="*/ 42579 w 349534"/>
                <a:gd name="connsiteY52" fmla="*/ 1220820 h 1246121"/>
                <a:gd name="connsiteX53" fmla="*/ 80814 w 349534"/>
                <a:gd name="connsiteY53" fmla="*/ 1221247 h 1246121"/>
                <a:gd name="connsiteX54" fmla="*/ 104081 w 349534"/>
                <a:gd name="connsiteY54" fmla="*/ 1207733 h 1246121"/>
                <a:gd name="connsiteX55" fmla="*/ 107333 w 349534"/>
                <a:gd name="connsiteY55" fmla="*/ 1198922 h 1246121"/>
                <a:gd name="connsiteX56" fmla="*/ 115201 w 349534"/>
                <a:gd name="connsiteY56" fmla="*/ 1184979 h 1246121"/>
                <a:gd name="connsiteX57" fmla="*/ 114773 w 349534"/>
                <a:gd name="connsiteY57" fmla="*/ 1168641 h 1246121"/>
                <a:gd name="connsiteX58" fmla="*/ 100318 w 349534"/>
                <a:gd name="connsiteY58" fmla="*/ 1130918 h 1246121"/>
                <a:gd name="connsiteX59" fmla="*/ 105451 w 349534"/>
                <a:gd name="connsiteY59" fmla="*/ 1054959 h 1246121"/>
                <a:gd name="connsiteX60" fmla="*/ 79789 w 349534"/>
                <a:gd name="connsiteY60" fmla="*/ 973867 h 1246121"/>
                <a:gd name="connsiteX61" fmla="*/ 63963 w 349534"/>
                <a:gd name="connsiteY61" fmla="*/ 893717 h 1246121"/>
                <a:gd name="connsiteX62" fmla="*/ 53271 w 349534"/>
                <a:gd name="connsiteY62" fmla="*/ 799110 h 1246121"/>
                <a:gd name="connsiteX63" fmla="*/ 47198 w 349534"/>
                <a:gd name="connsiteY63" fmla="*/ 732988 h 1246121"/>
                <a:gd name="connsiteX64" fmla="*/ 46684 w 349534"/>
                <a:gd name="connsiteY64" fmla="*/ 672854 h 1246121"/>
                <a:gd name="connsiteX65" fmla="*/ 40183 w 349534"/>
                <a:gd name="connsiteY65" fmla="*/ 656601 h 1246121"/>
                <a:gd name="connsiteX66" fmla="*/ 39243 w 349534"/>
                <a:gd name="connsiteY66" fmla="*/ 650528 h 1246121"/>
                <a:gd name="connsiteX67" fmla="*/ 32742 w 349534"/>
                <a:gd name="connsiteY67" fmla="*/ 644027 h 1246121"/>
                <a:gd name="connsiteX68" fmla="*/ 21194 w 349534"/>
                <a:gd name="connsiteY68" fmla="*/ 659766 h 1246121"/>
                <a:gd name="connsiteX69" fmla="*/ 9902 w 349534"/>
                <a:gd name="connsiteY69" fmla="*/ 669603 h 1246121"/>
                <a:gd name="connsiteX70" fmla="*/ 5282 w 349534"/>
                <a:gd name="connsiteY70" fmla="*/ 649074 h 1246121"/>
                <a:gd name="connsiteX71" fmla="*/ 151 w 349534"/>
                <a:gd name="connsiteY71" fmla="*/ 632308 h 1246121"/>
                <a:gd name="connsiteX72" fmla="*/ 2975 w 349534"/>
                <a:gd name="connsiteY72" fmla="*/ 616483 h 1246121"/>
                <a:gd name="connsiteX73" fmla="*/ 12297 w 349534"/>
                <a:gd name="connsiteY73" fmla="*/ 569864 h 1246121"/>
                <a:gd name="connsiteX74" fmla="*/ 6738 w 349534"/>
                <a:gd name="connsiteY74" fmla="*/ 552158 h 1246121"/>
                <a:gd name="connsiteX75" fmla="*/ 9048 w 349534"/>
                <a:gd name="connsiteY75" fmla="*/ 532141 h 1246121"/>
                <a:gd name="connsiteX76" fmla="*/ 5796 w 349534"/>
                <a:gd name="connsiteY76" fmla="*/ 506052 h 1246121"/>
                <a:gd name="connsiteX77" fmla="*/ 8106 w 349534"/>
                <a:gd name="connsiteY77" fmla="*/ 492537 h 1246121"/>
                <a:gd name="connsiteX78" fmla="*/ 6738 w 349534"/>
                <a:gd name="connsiteY78" fmla="*/ 466019 h 1246121"/>
                <a:gd name="connsiteX79" fmla="*/ 15121 w 349534"/>
                <a:gd name="connsiteY79" fmla="*/ 431034 h 1246121"/>
                <a:gd name="connsiteX80" fmla="*/ 20680 w 349534"/>
                <a:gd name="connsiteY80" fmla="*/ 344382 h 1246121"/>
                <a:gd name="connsiteX81" fmla="*/ 26753 w 349534"/>
                <a:gd name="connsiteY81" fmla="*/ 271245 h 1246121"/>
                <a:gd name="connsiteX82" fmla="*/ 39329 w 349534"/>
                <a:gd name="connsiteY82" fmla="*/ 257731 h 1246121"/>
                <a:gd name="connsiteX83" fmla="*/ 93731 w 349534"/>
                <a:gd name="connsiteY83" fmla="*/ 222146 h 1246121"/>
                <a:gd name="connsiteX84" fmla="*/ 97409 w 349534"/>
                <a:gd name="connsiteY84" fmla="*/ 201018 h 1246121"/>
                <a:gd name="connsiteX85" fmla="*/ 105108 w 349534"/>
                <a:gd name="connsiteY85" fmla="*/ 192207 h 1246121"/>
                <a:gd name="connsiteX86" fmla="*/ 104852 w 349534"/>
                <a:gd name="connsiteY86" fmla="*/ 188615 h 1246121"/>
                <a:gd name="connsiteX87" fmla="*/ 86802 w 349534"/>
                <a:gd name="connsiteY87" fmla="*/ 168769 h 1246121"/>
                <a:gd name="connsiteX88" fmla="*/ 74998 w 349534"/>
                <a:gd name="connsiteY88" fmla="*/ 131474 h 1246121"/>
                <a:gd name="connsiteX89" fmla="*/ 73117 w 349534"/>
                <a:gd name="connsiteY89" fmla="*/ 112827 h 1246121"/>
                <a:gd name="connsiteX90" fmla="*/ 69351 w 349534"/>
                <a:gd name="connsiteY90" fmla="*/ 96061 h 1246121"/>
                <a:gd name="connsiteX91" fmla="*/ 66273 w 349534"/>
                <a:gd name="connsiteY91" fmla="*/ 83059 h 1246121"/>
                <a:gd name="connsiteX92" fmla="*/ 63792 w 349534"/>
                <a:gd name="connsiteY92" fmla="*/ 75018 h 1246121"/>
                <a:gd name="connsiteX93" fmla="*/ 61311 w 349534"/>
                <a:gd name="connsiteY93" fmla="*/ 65095 h 1246121"/>
                <a:gd name="connsiteX94" fmla="*/ 63792 w 349534"/>
                <a:gd name="connsiteY94" fmla="*/ 42770 h 1246121"/>
                <a:gd name="connsiteX95" fmla="*/ 71235 w 349534"/>
                <a:gd name="connsiteY95" fmla="*/ 30366 h 1246121"/>
                <a:gd name="connsiteX96" fmla="*/ 79960 w 349534"/>
                <a:gd name="connsiteY96" fmla="*/ 21641 h 1246121"/>
                <a:gd name="connsiteX97" fmla="*/ 89283 w 349534"/>
                <a:gd name="connsiteY97" fmla="*/ 18562 h 1246121"/>
                <a:gd name="connsiteX98" fmla="*/ 98008 w 349534"/>
                <a:gd name="connsiteY98" fmla="*/ 11120 h 1246121"/>
                <a:gd name="connsiteX99" fmla="*/ 102970 w 349534"/>
                <a:gd name="connsiteY99" fmla="*/ 5560 h 1246121"/>
                <a:gd name="connsiteX100" fmla="*/ 109214 w 349534"/>
                <a:gd name="connsiteY100" fmla="*/ 2480 h 1246121"/>
                <a:gd name="connsiteX101" fmla="*/ 119136 w 349534"/>
                <a:gd name="connsiteY101" fmla="*/ 3079 h 1246121"/>
                <a:gd name="connsiteX102" fmla="*/ 129657 w 349534"/>
                <a:gd name="connsiteY102" fmla="*/ 0 h 1246121"/>
                <a:gd name="connsiteX103" fmla="*/ 138382 w 349534"/>
                <a:gd name="connsiteY103" fmla="*/ 2480 h 1246121"/>
                <a:gd name="connsiteX104" fmla="*/ 147707 w 349534"/>
                <a:gd name="connsiteY104" fmla="*/ 4961 h 1246121"/>
                <a:gd name="connsiteX105" fmla="*/ 158314 w 349534"/>
                <a:gd name="connsiteY105" fmla="*/ 9324 h 1246121"/>
                <a:gd name="connsiteX106" fmla="*/ 167039 w 349534"/>
                <a:gd name="connsiteY106" fmla="*/ 14884 h 1246121"/>
                <a:gd name="connsiteX107" fmla="*/ 175079 w 349534"/>
                <a:gd name="connsiteY107" fmla="*/ 19845 h 1246121"/>
                <a:gd name="connsiteX108" fmla="*/ 181923 w 349534"/>
                <a:gd name="connsiteY108" fmla="*/ 22326 h 1246121"/>
                <a:gd name="connsiteX109" fmla="*/ 185686 w 349534"/>
                <a:gd name="connsiteY109" fmla="*/ 33531 h 1246121"/>
                <a:gd name="connsiteX110" fmla="*/ 188766 w 349534"/>
                <a:gd name="connsiteY110" fmla="*/ 40374 h 1246121"/>
                <a:gd name="connsiteX111" fmla="*/ 190049 w 349534"/>
                <a:gd name="connsiteY111" fmla="*/ 51580 h 1246121"/>
                <a:gd name="connsiteX112" fmla="*/ 193812 w 349534"/>
                <a:gd name="connsiteY112" fmla="*/ 70228 h 1246121"/>
                <a:gd name="connsiteX113" fmla="*/ 192530 w 349534"/>
                <a:gd name="connsiteY113" fmla="*/ 78268 h 1246121"/>
                <a:gd name="connsiteX114" fmla="*/ 195011 w 349534"/>
                <a:gd name="connsiteY114" fmla="*/ 94435 h 1246121"/>
                <a:gd name="connsiteX115" fmla="*/ 188766 w 349534"/>
                <a:gd name="connsiteY115" fmla="*/ 115564 h 1246121"/>
                <a:gd name="connsiteX116" fmla="*/ 185001 w 349534"/>
                <a:gd name="connsiteY116" fmla="*/ 139771 h 1246121"/>
                <a:gd name="connsiteX117" fmla="*/ 180041 w 349534"/>
                <a:gd name="connsiteY117" fmla="*/ 152175 h 1246121"/>
                <a:gd name="connsiteX118" fmla="*/ 179442 w 349534"/>
                <a:gd name="connsiteY118" fmla="*/ 158419 h 1246121"/>
                <a:gd name="connsiteX119" fmla="*/ 179442 w 349534"/>
                <a:gd name="connsiteY119" fmla="*/ 158419 h 1246121"/>
                <a:gd name="connsiteX120" fmla="*/ 186114 w 349534"/>
                <a:gd name="connsiteY120" fmla="*/ 164834 h 1246121"/>
                <a:gd name="connsiteX121" fmla="*/ 186114 w 349534"/>
                <a:gd name="connsiteY121" fmla="*/ 164834 h 1246121"/>
                <a:gd name="connsiteX122" fmla="*/ 195439 w 349534"/>
                <a:gd name="connsiteY122" fmla="*/ 173645 h 1246121"/>
                <a:gd name="connsiteX123" fmla="*/ 207585 w 349534"/>
                <a:gd name="connsiteY123" fmla="*/ 183397 h 1246121"/>
                <a:gd name="connsiteX124" fmla="*/ 208952 w 349534"/>
                <a:gd name="connsiteY124" fmla="*/ 184765 h 1246121"/>
                <a:gd name="connsiteX125" fmla="*/ 219645 w 349534"/>
                <a:gd name="connsiteY125" fmla="*/ 184252 h 1246121"/>
                <a:gd name="connsiteX126" fmla="*/ 236838 w 349534"/>
                <a:gd name="connsiteY126" fmla="*/ 185193 h 1246121"/>
                <a:gd name="connsiteX127" fmla="*/ 253178 w 349534"/>
                <a:gd name="connsiteY127" fmla="*/ 185193 h 1246121"/>
                <a:gd name="connsiteX128" fmla="*/ 265752 w 349534"/>
                <a:gd name="connsiteY128" fmla="*/ 188957 h 1246121"/>
                <a:gd name="connsiteX129" fmla="*/ 283885 w 349534"/>
                <a:gd name="connsiteY129" fmla="*/ 191779 h 1246121"/>
                <a:gd name="connsiteX130" fmla="*/ 294064 w 349534"/>
                <a:gd name="connsiteY130" fmla="*/ 197682 h 1246121"/>
                <a:gd name="connsiteX131" fmla="*/ 306724 w 349534"/>
                <a:gd name="connsiteY131" fmla="*/ 221633 h 1246121"/>
                <a:gd name="connsiteX132" fmla="*/ 318358 w 349534"/>
                <a:gd name="connsiteY132" fmla="*/ 242590 h 1246121"/>
                <a:gd name="connsiteX133" fmla="*/ 322121 w 349534"/>
                <a:gd name="connsiteY133" fmla="*/ 257474 h 1246121"/>
                <a:gd name="connsiteX134" fmla="*/ 325886 w 349534"/>
                <a:gd name="connsiteY134" fmla="*/ 281682 h 1246121"/>
                <a:gd name="connsiteX135" fmla="*/ 326826 w 349534"/>
                <a:gd name="connsiteY135" fmla="*/ 296138 h 1246121"/>
                <a:gd name="connsiteX136" fmla="*/ 329650 w 349534"/>
                <a:gd name="connsiteY136" fmla="*/ 306403 h 1246121"/>
                <a:gd name="connsiteX137" fmla="*/ 331018 w 349534"/>
                <a:gd name="connsiteY137" fmla="*/ 325991 h 1246121"/>
                <a:gd name="connsiteX138" fmla="*/ 335209 w 349534"/>
                <a:gd name="connsiteY138" fmla="*/ 347889 h 1246121"/>
                <a:gd name="connsiteX139" fmla="*/ 335209 w 349534"/>
                <a:gd name="connsiteY139" fmla="*/ 347889 h 1246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349534" h="1246121">
                  <a:moveTo>
                    <a:pt x="334952" y="347803"/>
                  </a:moveTo>
                  <a:cubicBezTo>
                    <a:pt x="336834" y="354305"/>
                    <a:pt x="339143" y="364997"/>
                    <a:pt x="340085" y="375262"/>
                  </a:cubicBezTo>
                  <a:cubicBezTo>
                    <a:pt x="341025" y="385527"/>
                    <a:pt x="341967" y="387836"/>
                    <a:pt x="343848" y="394337"/>
                  </a:cubicBezTo>
                  <a:cubicBezTo>
                    <a:pt x="345730" y="400838"/>
                    <a:pt x="350350" y="409734"/>
                    <a:pt x="349410" y="418545"/>
                  </a:cubicBezTo>
                  <a:cubicBezTo>
                    <a:pt x="348468" y="427355"/>
                    <a:pt x="349836" y="431119"/>
                    <a:pt x="349410" y="443266"/>
                  </a:cubicBezTo>
                  <a:cubicBezTo>
                    <a:pt x="348896" y="455412"/>
                    <a:pt x="346586" y="466532"/>
                    <a:pt x="344790" y="471665"/>
                  </a:cubicBezTo>
                  <a:cubicBezTo>
                    <a:pt x="342909" y="476797"/>
                    <a:pt x="343420" y="484667"/>
                    <a:pt x="341967" y="490740"/>
                  </a:cubicBezTo>
                  <a:cubicBezTo>
                    <a:pt x="340599" y="496814"/>
                    <a:pt x="340599" y="502887"/>
                    <a:pt x="337347" y="509815"/>
                  </a:cubicBezTo>
                  <a:cubicBezTo>
                    <a:pt x="334098" y="516830"/>
                    <a:pt x="334524" y="520080"/>
                    <a:pt x="334098" y="526154"/>
                  </a:cubicBezTo>
                  <a:cubicBezTo>
                    <a:pt x="333584" y="532227"/>
                    <a:pt x="335466" y="532654"/>
                    <a:pt x="331788" y="540610"/>
                  </a:cubicBezTo>
                  <a:cubicBezTo>
                    <a:pt x="328025" y="548565"/>
                    <a:pt x="327597" y="548052"/>
                    <a:pt x="326227" y="554125"/>
                  </a:cubicBezTo>
                  <a:cubicBezTo>
                    <a:pt x="324859" y="560198"/>
                    <a:pt x="329478" y="560198"/>
                    <a:pt x="324345" y="568581"/>
                  </a:cubicBezTo>
                  <a:cubicBezTo>
                    <a:pt x="319214" y="576964"/>
                    <a:pt x="312713" y="596039"/>
                    <a:pt x="309890" y="603054"/>
                  </a:cubicBezTo>
                  <a:lnTo>
                    <a:pt x="308693" y="605877"/>
                  </a:lnTo>
                  <a:lnTo>
                    <a:pt x="307494" y="608956"/>
                  </a:lnTo>
                  <a:cubicBezTo>
                    <a:pt x="303474" y="609725"/>
                    <a:pt x="298683" y="609212"/>
                    <a:pt x="293638" y="607929"/>
                  </a:cubicBezTo>
                  <a:cubicBezTo>
                    <a:pt x="292268" y="613147"/>
                    <a:pt x="290643" y="619477"/>
                    <a:pt x="289361" y="624695"/>
                  </a:cubicBezTo>
                  <a:cubicBezTo>
                    <a:pt x="288077" y="631795"/>
                    <a:pt x="286623" y="638552"/>
                    <a:pt x="285170" y="639921"/>
                  </a:cubicBezTo>
                  <a:lnTo>
                    <a:pt x="282175" y="641632"/>
                  </a:lnTo>
                  <a:lnTo>
                    <a:pt x="280550" y="643172"/>
                  </a:lnTo>
                  <a:lnTo>
                    <a:pt x="263954" y="675591"/>
                  </a:lnTo>
                  <a:cubicBezTo>
                    <a:pt x="263442" y="677216"/>
                    <a:pt x="263014" y="678585"/>
                    <a:pt x="262843" y="679526"/>
                  </a:cubicBezTo>
                  <a:cubicBezTo>
                    <a:pt x="261475" y="686027"/>
                    <a:pt x="260533" y="698601"/>
                    <a:pt x="260533" y="705188"/>
                  </a:cubicBezTo>
                  <a:cubicBezTo>
                    <a:pt x="260533" y="705188"/>
                    <a:pt x="257710" y="709379"/>
                    <a:pt x="257284" y="714939"/>
                  </a:cubicBezTo>
                  <a:cubicBezTo>
                    <a:pt x="256770" y="720499"/>
                    <a:pt x="258651" y="720499"/>
                    <a:pt x="256342" y="725204"/>
                  </a:cubicBezTo>
                  <a:cubicBezTo>
                    <a:pt x="254032" y="729823"/>
                    <a:pt x="254460" y="731277"/>
                    <a:pt x="253092" y="741542"/>
                  </a:cubicBezTo>
                  <a:cubicBezTo>
                    <a:pt x="251722" y="751807"/>
                    <a:pt x="254460" y="756426"/>
                    <a:pt x="251722" y="763868"/>
                  </a:cubicBezTo>
                  <a:cubicBezTo>
                    <a:pt x="248901" y="771310"/>
                    <a:pt x="250782" y="769941"/>
                    <a:pt x="248473" y="778324"/>
                  </a:cubicBezTo>
                  <a:cubicBezTo>
                    <a:pt x="246163" y="786707"/>
                    <a:pt x="246163" y="792267"/>
                    <a:pt x="246591" y="801163"/>
                  </a:cubicBezTo>
                  <a:cubicBezTo>
                    <a:pt x="247103" y="809974"/>
                    <a:pt x="247103" y="810487"/>
                    <a:pt x="248045" y="819297"/>
                  </a:cubicBezTo>
                  <a:cubicBezTo>
                    <a:pt x="248984" y="828194"/>
                    <a:pt x="245221" y="842137"/>
                    <a:pt x="243853" y="848210"/>
                  </a:cubicBezTo>
                  <a:cubicBezTo>
                    <a:pt x="242485" y="854283"/>
                    <a:pt x="245221" y="859415"/>
                    <a:pt x="243853" y="865403"/>
                  </a:cubicBezTo>
                  <a:cubicBezTo>
                    <a:pt x="242485" y="871477"/>
                    <a:pt x="243853" y="874299"/>
                    <a:pt x="242485" y="877036"/>
                  </a:cubicBezTo>
                  <a:cubicBezTo>
                    <a:pt x="241115" y="879859"/>
                    <a:pt x="245307" y="888670"/>
                    <a:pt x="248045" y="895256"/>
                  </a:cubicBezTo>
                  <a:cubicBezTo>
                    <a:pt x="250868" y="901757"/>
                    <a:pt x="260619" y="938539"/>
                    <a:pt x="259677" y="944185"/>
                  </a:cubicBezTo>
                  <a:cubicBezTo>
                    <a:pt x="258737" y="949745"/>
                    <a:pt x="255485" y="969847"/>
                    <a:pt x="255059" y="982421"/>
                  </a:cubicBezTo>
                  <a:cubicBezTo>
                    <a:pt x="254631" y="994996"/>
                    <a:pt x="254631" y="1007142"/>
                    <a:pt x="254118" y="1017321"/>
                  </a:cubicBezTo>
                  <a:cubicBezTo>
                    <a:pt x="253604" y="1027586"/>
                    <a:pt x="248558" y="1025704"/>
                    <a:pt x="248045" y="1034087"/>
                  </a:cubicBezTo>
                  <a:cubicBezTo>
                    <a:pt x="247531" y="1042470"/>
                    <a:pt x="247531" y="1058808"/>
                    <a:pt x="245221" y="1072751"/>
                  </a:cubicBezTo>
                  <a:cubicBezTo>
                    <a:pt x="242911" y="1086694"/>
                    <a:pt x="241030" y="1106710"/>
                    <a:pt x="239576" y="1113297"/>
                  </a:cubicBezTo>
                  <a:cubicBezTo>
                    <a:pt x="238208" y="1119798"/>
                    <a:pt x="235385" y="1131517"/>
                    <a:pt x="234443" y="1136564"/>
                  </a:cubicBezTo>
                  <a:cubicBezTo>
                    <a:pt x="233503" y="1141696"/>
                    <a:pt x="237267" y="1148197"/>
                    <a:pt x="238634" y="1152388"/>
                  </a:cubicBezTo>
                  <a:cubicBezTo>
                    <a:pt x="240004" y="1156580"/>
                    <a:pt x="239148" y="1161712"/>
                    <a:pt x="240004" y="1164535"/>
                  </a:cubicBezTo>
                  <a:cubicBezTo>
                    <a:pt x="240944" y="1167358"/>
                    <a:pt x="248815" y="1176682"/>
                    <a:pt x="248815" y="1183610"/>
                  </a:cubicBezTo>
                  <a:cubicBezTo>
                    <a:pt x="248815" y="1190539"/>
                    <a:pt x="242740" y="1198494"/>
                    <a:pt x="242740" y="1200376"/>
                  </a:cubicBezTo>
                  <a:cubicBezTo>
                    <a:pt x="242740" y="1202258"/>
                    <a:pt x="240859" y="1222702"/>
                    <a:pt x="240430" y="1225011"/>
                  </a:cubicBezTo>
                  <a:cubicBezTo>
                    <a:pt x="240004" y="1227321"/>
                    <a:pt x="240944" y="1245541"/>
                    <a:pt x="240944" y="1245541"/>
                  </a:cubicBezTo>
                  <a:cubicBezTo>
                    <a:pt x="240944" y="1245541"/>
                    <a:pt x="149160" y="1246482"/>
                    <a:pt x="143087" y="1245968"/>
                  </a:cubicBezTo>
                  <a:cubicBezTo>
                    <a:pt x="137014" y="1245541"/>
                    <a:pt x="133763" y="1243659"/>
                    <a:pt x="131453" y="1243146"/>
                  </a:cubicBezTo>
                  <a:cubicBezTo>
                    <a:pt x="129146" y="1242718"/>
                    <a:pt x="121703" y="1245028"/>
                    <a:pt x="111438" y="1245028"/>
                  </a:cubicBezTo>
                  <a:cubicBezTo>
                    <a:pt x="101174" y="1245028"/>
                    <a:pt x="47112" y="1248791"/>
                    <a:pt x="29919" y="1238013"/>
                  </a:cubicBezTo>
                  <a:cubicBezTo>
                    <a:pt x="29919" y="1238013"/>
                    <a:pt x="27609" y="1233822"/>
                    <a:pt x="30433" y="1232454"/>
                  </a:cubicBezTo>
                  <a:cubicBezTo>
                    <a:pt x="33254" y="1231085"/>
                    <a:pt x="33682" y="1224070"/>
                    <a:pt x="42579" y="1220820"/>
                  </a:cubicBezTo>
                  <a:cubicBezTo>
                    <a:pt x="51389" y="1217569"/>
                    <a:pt x="74228" y="1224498"/>
                    <a:pt x="80814" y="1221247"/>
                  </a:cubicBezTo>
                  <a:cubicBezTo>
                    <a:pt x="87316" y="1217997"/>
                    <a:pt x="104081" y="1207733"/>
                    <a:pt x="104081" y="1207733"/>
                  </a:cubicBezTo>
                  <a:cubicBezTo>
                    <a:pt x="104081" y="1207733"/>
                    <a:pt x="105963" y="1203113"/>
                    <a:pt x="107333" y="1198922"/>
                  </a:cubicBezTo>
                  <a:cubicBezTo>
                    <a:pt x="108700" y="1194730"/>
                    <a:pt x="113405" y="1193362"/>
                    <a:pt x="115201" y="1184979"/>
                  </a:cubicBezTo>
                  <a:cubicBezTo>
                    <a:pt x="117083" y="1176596"/>
                    <a:pt x="120846" y="1174714"/>
                    <a:pt x="114773" y="1168641"/>
                  </a:cubicBezTo>
                  <a:cubicBezTo>
                    <a:pt x="108700" y="1162567"/>
                    <a:pt x="99890" y="1158804"/>
                    <a:pt x="100318" y="1130918"/>
                  </a:cubicBezTo>
                  <a:cubicBezTo>
                    <a:pt x="100831" y="1102947"/>
                    <a:pt x="110582" y="1068987"/>
                    <a:pt x="105451" y="1054959"/>
                  </a:cubicBezTo>
                  <a:cubicBezTo>
                    <a:pt x="100318" y="1041016"/>
                    <a:pt x="84492" y="986442"/>
                    <a:pt x="79789" y="973867"/>
                  </a:cubicBezTo>
                  <a:cubicBezTo>
                    <a:pt x="75170" y="961293"/>
                    <a:pt x="67213" y="924511"/>
                    <a:pt x="63963" y="893717"/>
                  </a:cubicBezTo>
                  <a:cubicBezTo>
                    <a:pt x="60714" y="863008"/>
                    <a:pt x="56009" y="820581"/>
                    <a:pt x="53271" y="799110"/>
                  </a:cubicBezTo>
                  <a:cubicBezTo>
                    <a:pt x="50447" y="777725"/>
                    <a:pt x="44888" y="753945"/>
                    <a:pt x="47198" y="732988"/>
                  </a:cubicBezTo>
                  <a:cubicBezTo>
                    <a:pt x="49508" y="712031"/>
                    <a:pt x="49080" y="677558"/>
                    <a:pt x="46684" y="672854"/>
                  </a:cubicBezTo>
                  <a:cubicBezTo>
                    <a:pt x="44374" y="668235"/>
                    <a:pt x="40611" y="659339"/>
                    <a:pt x="40183" y="656601"/>
                  </a:cubicBezTo>
                  <a:cubicBezTo>
                    <a:pt x="39755" y="653779"/>
                    <a:pt x="40611" y="650956"/>
                    <a:pt x="39243" y="650528"/>
                  </a:cubicBezTo>
                  <a:cubicBezTo>
                    <a:pt x="37873" y="650100"/>
                    <a:pt x="32742" y="644027"/>
                    <a:pt x="32742" y="644027"/>
                  </a:cubicBezTo>
                  <a:cubicBezTo>
                    <a:pt x="28380" y="650956"/>
                    <a:pt x="24529" y="656003"/>
                    <a:pt x="21194" y="659766"/>
                  </a:cubicBezTo>
                  <a:cubicBezTo>
                    <a:pt x="16403" y="665754"/>
                    <a:pt x="11529" y="670886"/>
                    <a:pt x="9902" y="669603"/>
                  </a:cubicBezTo>
                  <a:cubicBezTo>
                    <a:pt x="6139" y="666781"/>
                    <a:pt x="6139" y="654206"/>
                    <a:pt x="5282" y="649074"/>
                  </a:cubicBezTo>
                  <a:cubicBezTo>
                    <a:pt x="4343" y="643941"/>
                    <a:pt x="1091" y="637440"/>
                    <a:pt x="151" y="632308"/>
                  </a:cubicBezTo>
                  <a:cubicBezTo>
                    <a:pt x="-791" y="627176"/>
                    <a:pt x="2975" y="616483"/>
                    <a:pt x="2975" y="616483"/>
                  </a:cubicBezTo>
                  <a:cubicBezTo>
                    <a:pt x="2975" y="616483"/>
                    <a:pt x="13667" y="576879"/>
                    <a:pt x="12297" y="569864"/>
                  </a:cubicBezTo>
                  <a:cubicBezTo>
                    <a:pt x="10844" y="562850"/>
                    <a:pt x="7166" y="557290"/>
                    <a:pt x="6738" y="552158"/>
                  </a:cubicBezTo>
                  <a:cubicBezTo>
                    <a:pt x="6310" y="547025"/>
                    <a:pt x="12297" y="540011"/>
                    <a:pt x="9048" y="532141"/>
                  </a:cubicBezTo>
                  <a:cubicBezTo>
                    <a:pt x="5796" y="524186"/>
                    <a:pt x="5368" y="509815"/>
                    <a:pt x="5796" y="506052"/>
                  </a:cubicBezTo>
                  <a:cubicBezTo>
                    <a:pt x="6310" y="502288"/>
                    <a:pt x="11869" y="499550"/>
                    <a:pt x="8106" y="492537"/>
                  </a:cubicBezTo>
                  <a:cubicBezTo>
                    <a:pt x="4428" y="485522"/>
                    <a:pt x="2547" y="478081"/>
                    <a:pt x="6738" y="466019"/>
                  </a:cubicBezTo>
                  <a:cubicBezTo>
                    <a:pt x="10929" y="453873"/>
                    <a:pt x="15634" y="449681"/>
                    <a:pt x="15121" y="431034"/>
                  </a:cubicBezTo>
                  <a:cubicBezTo>
                    <a:pt x="14607" y="412386"/>
                    <a:pt x="18370" y="366708"/>
                    <a:pt x="20680" y="344382"/>
                  </a:cubicBezTo>
                  <a:cubicBezTo>
                    <a:pt x="22990" y="322056"/>
                    <a:pt x="22990" y="279201"/>
                    <a:pt x="26753" y="271245"/>
                  </a:cubicBezTo>
                  <a:cubicBezTo>
                    <a:pt x="30518" y="263290"/>
                    <a:pt x="35564" y="260553"/>
                    <a:pt x="39329" y="257731"/>
                  </a:cubicBezTo>
                  <a:cubicBezTo>
                    <a:pt x="43092" y="254908"/>
                    <a:pt x="93731" y="222146"/>
                    <a:pt x="93731" y="222146"/>
                  </a:cubicBezTo>
                  <a:cubicBezTo>
                    <a:pt x="93731" y="222146"/>
                    <a:pt x="93731" y="207262"/>
                    <a:pt x="97409" y="201018"/>
                  </a:cubicBezTo>
                  <a:cubicBezTo>
                    <a:pt x="100232" y="196313"/>
                    <a:pt x="100917" y="194089"/>
                    <a:pt x="105108" y="192207"/>
                  </a:cubicBezTo>
                  <a:cubicBezTo>
                    <a:pt x="105108" y="190496"/>
                    <a:pt x="105108" y="189213"/>
                    <a:pt x="104852" y="188615"/>
                  </a:cubicBezTo>
                  <a:cubicBezTo>
                    <a:pt x="104252" y="186134"/>
                    <a:pt x="93046" y="182370"/>
                    <a:pt x="86802" y="168769"/>
                  </a:cubicBezTo>
                  <a:cubicBezTo>
                    <a:pt x="80558" y="155083"/>
                    <a:pt x="76281" y="138916"/>
                    <a:pt x="74998" y="131474"/>
                  </a:cubicBezTo>
                  <a:cubicBezTo>
                    <a:pt x="73714" y="124032"/>
                    <a:pt x="74399" y="117788"/>
                    <a:pt x="73117" y="112827"/>
                  </a:cubicBezTo>
                  <a:cubicBezTo>
                    <a:pt x="71832" y="107865"/>
                    <a:pt x="70636" y="99824"/>
                    <a:pt x="69351" y="96061"/>
                  </a:cubicBezTo>
                  <a:cubicBezTo>
                    <a:pt x="68069" y="92297"/>
                    <a:pt x="67470" y="87336"/>
                    <a:pt x="66273" y="83059"/>
                  </a:cubicBezTo>
                  <a:cubicBezTo>
                    <a:pt x="64991" y="78696"/>
                    <a:pt x="65674" y="78696"/>
                    <a:pt x="63792" y="75018"/>
                  </a:cubicBezTo>
                  <a:cubicBezTo>
                    <a:pt x="61911" y="71255"/>
                    <a:pt x="60029" y="68175"/>
                    <a:pt x="61311" y="65095"/>
                  </a:cubicBezTo>
                  <a:cubicBezTo>
                    <a:pt x="63364" y="59878"/>
                    <a:pt x="61311" y="46448"/>
                    <a:pt x="63792" y="42770"/>
                  </a:cubicBezTo>
                  <a:cubicBezTo>
                    <a:pt x="66273" y="39006"/>
                    <a:pt x="64991" y="34643"/>
                    <a:pt x="71235" y="30366"/>
                  </a:cubicBezTo>
                  <a:cubicBezTo>
                    <a:pt x="77479" y="26004"/>
                    <a:pt x="78077" y="25405"/>
                    <a:pt x="79960" y="21641"/>
                  </a:cubicBezTo>
                  <a:cubicBezTo>
                    <a:pt x="81842" y="17963"/>
                    <a:pt x="86802" y="19760"/>
                    <a:pt x="89283" y="18562"/>
                  </a:cubicBezTo>
                  <a:cubicBezTo>
                    <a:pt x="91764" y="17279"/>
                    <a:pt x="96726" y="14199"/>
                    <a:pt x="98008" y="11120"/>
                  </a:cubicBezTo>
                  <a:cubicBezTo>
                    <a:pt x="99207" y="8041"/>
                    <a:pt x="100489" y="4277"/>
                    <a:pt x="102970" y="5560"/>
                  </a:cubicBezTo>
                  <a:cubicBezTo>
                    <a:pt x="105451" y="6757"/>
                    <a:pt x="106733" y="4277"/>
                    <a:pt x="109214" y="2480"/>
                  </a:cubicBezTo>
                  <a:cubicBezTo>
                    <a:pt x="111695" y="599"/>
                    <a:pt x="116655" y="3079"/>
                    <a:pt x="119136" y="3079"/>
                  </a:cubicBezTo>
                  <a:cubicBezTo>
                    <a:pt x="121617" y="3079"/>
                    <a:pt x="124697" y="0"/>
                    <a:pt x="129657" y="0"/>
                  </a:cubicBezTo>
                  <a:cubicBezTo>
                    <a:pt x="134619" y="0"/>
                    <a:pt x="134020" y="599"/>
                    <a:pt x="138382" y="2480"/>
                  </a:cubicBezTo>
                  <a:cubicBezTo>
                    <a:pt x="142745" y="4363"/>
                    <a:pt x="140863" y="3079"/>
                    <a:pt x="147707" y="4961"/>
                  </a:cubicBezTo>
                  <a:cubicBezTo>
                    <a:pt x="154550" y="6843"/>
                    <a:pt x="156432" y="4961"/>
                    <a:pt x="158314" y="9324"/>
                  </a:cubicBezTo>
                  <a:cubicBezTo>
                    <a:pt x="160195" y="13686"/>
                    <a:pt x="161392" y="11804"/>
                    <a:pt x="167039" y="14884"/>
                  </a:cubicBezTo>
                  <a:cubicBezTo>
                    <a:pt x="172598" y="17963"/>
                    <a:pt x="171999" y="17364"/>
                    <a:pt x="175079" y="19845"/>
                  </a:cubicBezTo>
                  <a:cubicBezTo>
                    <a:pt x="178159" y="22326"/>
                    <a:pt x="180041" y="17364"/>
                    <a:pt x="181923" y="22326"/>
                  </a:cubicBezTo>
                  <a:cubicBezTo>
                    <a:pt x="183804" y="27287"/>
                    <a:pt x="184404" y="29169"/>
                    <a:pt x="185686" y="33531"/>
                  </a:cubicBezTo>
                  <a:cubicBezTo>
                    <a:pt x="186968" y="37894"/>
                    <a:pt x="188167" y="33531"/>
                    <a:pt x="188766" y="40374"/>
                  </a:cubicBezTo>
                  <a:cubicBezTo>
                    <a:pt x="189364" y="47217"/>
                    <a:pt x="190648" y="45336"/>
                    <a:pt x="190049" y="51580"/>
                  </a:cubicBezTo>
                  <a:cubicBezTo>
                    <a:pt x="189449" y="57825"/>
                    <a:pt x="193812" y="65267"/>
                    <a:pt x="193812" y="70228"/>
                  </a:cubicBezTo>
                  <a:cubicBezTo>
                    <a:pt x="193812" y="75189"/>
                    <a:pt x="193215" y="76472"/>
                    <a:pt x="192530" y="78268"/>
                  </a:cubicBezTo>
                  <a:cubicBezTo>
                    <a:pt x="191930" y="80150"/>
                    <a:pt x="196892" y="88191"/>
                    <a:pt x="195011" y="94435"/>
                  </a:cubicBezTo>
                  <a:cubicBezTo>
                    <a:pt x="193129" y="100680"/>
                    <a:pt x="190049" y="112484"/>
                    <a:pt x="188766" y="115564"/>
                  </a:cubicBezTo>
                  <a:cubicBezTo>
                    <a:pt x="187482" y="118643"/>
                    <a:pt x="188766" y="136692"/>
                    <a:pt x="185001" y="139771"/>
                  </a:cubicBezTo>
                  <a:cubicBezTo>
                    <a:pt x="181323" y="142851"/>
                    <a:pt x="181323" y="146615"/>
                    <a:pt x="180041" y="152175"/>
                  </a:cubicBezTo>
                  <a:cubicBezTo>
                    <a:pt x="179270" y="155425"/>
                    <a:pt x="179270" y="157050"/>
                    <a:pt x="179442" y="158419"/>
                  </a:cubicBezTo>
                  <a:lnTo>
                    <a:pt x="179442" y="158419"/>
                  </a:lnTo>
                  <a:cubicBezTo>
                    <a:pt x="179442" y="158419"/>
                    <a:pt x="185001" y="160301"/>
                    <a:pt x="186114" y="164834"/>
                  </a:cubicBezTo>
                  <a:lnTo>
                    <a:pt x="186114" y="164834"/>
                  </a:lnTo>
                  <a:cubicBezTo>
                    <a:pt x="186114" y="164834"/>
                    <a:pt x="190305" y="168085"/>
                    <a:pt x="195439" y="173645"/>
                  </a:cubicBezTo>
                  <a:cubicBezTo>
                    <a:pt x="200570" y="179205"/>
                    <a:pt x="206131" y="182028"/>
                    <a:pt x="207585" y="183397"/>
                  </a:cubicBezTo>
                  <a:lnTo>
                    <a:pt x="208952" y="184765"/>
                  </a:lnTo>
                  <a:cubicBezTo>
                    <a:pt x="208952" y="184765"/>
                    <a:pt x="215454" y="182884"/>
                    <a:pt x="219645" y="184252"/>
                  </a:cubicBezTo>
                  <a:cubicBezTo>
                    <a:pt x="223836" y="185621"/>
                    <a:pt x="232647" y="184765"/>
                    <a:pt x="236838" y="185193"/>
                  </a:cubicBezTo>
                  <a:cubicBezTo>
                    <a:pt x="241030" y="185706"/>
                    <a:pt x="251722" y="184252"/>
                    <a:pt x="253178" y="185193"/>
                  </a:cubicBezTo>
                  <a:cubicBezTo>
                    <a:pt x="254546" y="186134"/>
                    <a:pt x="262072" y="188443"/>
                    <a:pt x="265752" y="188957"/>
                  </a:cubicBezTo>
                  <a:cubicBezTo>
                    <a:pt x="269515" y="189470"/>
                    <a:pt x="280208" y="190325"/>
                    <a:pt x="283885" y="191779"/>
                  </a:cubicBezTo>
                  <a:cubicBezTo>
                    <a:pt x="287563" y="193148"/>
                    <a:pt x="289018" y="190839"/>
                    <a:pt x="294064" y="197682"/>
                  </a:cubicBezTo>
                  <a:cubicBezTo>
                    <a:pt x="297144" y="201873"/>
                    <a:pt x="299711" y="212737"/>
                    <a:pt x="306724" y="221633"/>
                  </a:cubicBezTo>
                  <a:cubicBezTo>
                    <a:pt x="313738" y="230529"/>
                    <a:pt x="316476" y="236089"/>
                    <a:pt x="318358" y="242590"/>
                  </a:cubicBezTo>
                  <a:cubicBezTo>
                    <a:pt x="320239" y="249091"/>
                    <a:pt x="321181" y="250545"/>
                    <a:pt x="322121" y="257474"/>
                  </a:cubicBezTo>
                  <a:cubicBezTo>
                    <a:pt x="323063" y="264488"/>
                    <a:pt x="325373" y="274240"/>
                    <a:pt x="325886" y="281682"/>
                  </a:cubicBezTo>
                  <a:cubicBezTo>
                    <a:pt x="326312" y="289123"/>
                    <a:pt x="325373" y="292887"/>
                    <a:pt x="326826" y="296138"/>
                  </a:cubicBezTo>
                  <a:cubicBezTo>
                    <a:pt x="328194" y="299388"/>
                    <a:pt x="331018" y="299902"/>
                    <a:pt x="329650" y="306403"/>
                  </a:cubicBezTo>
                  <a:cubicBezTo>
                    <a:pt x="328280" y="312904"/>
                    <a:pt x="330163" y="318036"/>
                    <a:pt x="331018" y="325991"/>
                  </a:cubicBezTo>
                  <a:cubicBezTo>
                    <a:pt x="331959" y="333946"/>
                    <a:pt x="333327" y="341388"/>
                    <a:pt x="335209" y="347889"/>
                  </a:cubicBezTo>
                  <a:lnTo>
                    <a:pt x="335209" y="347889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53E7095D-906A-5451-5C5C-4DD3D853A049}"/>
                </a:ext>
              </a:extLst>
            </p:cNvPr>
            <p:cNvSpPr/>
            <p:nvPr/>
          </p:nvSpPr>
          <p:spPr>
            <a:xfrm>
              <a:off x="8113136" y="5588059"/>
              <a:ext cx="419712" cy="1229213"/>
            </a:xfrm>
            <a:custGeom>
              <a:avLst/>
              <a:gdLst>
                <a:gd name="connsiteX0" fmla="*/ 179107 w 419712"/>
                <a:gd name="connsiteY0" fmla="*/ 54071 h 1229213"/>
                <a:gd name="connsiteX1" fmla="*/ 183555 w 419712"/>
                <a:gd name="connsiteY1" fmla="*/ 46801 h 1229213"/>
                <a:gd name="connsiteX2" fmla="*/ 179107 w 419712"/>
                <a:gd name="connsiteY2" fmla="*/ 54071 h 1229213"/>
                <a:gd name="connsiteX3" fmla="*/ 179107 w 419712"/>
                <a:gd name="connsiteY3" fmla="*/ 54071 h 1229213"/>
                <a:gd name="connsiteX4" fmla="*/ 419131 w 419712"/>
                <a:gd name="connsiteY4" fmla="*/ 348071 h 1229213"/>
                <a:gd name="connsiteX5" fmla="*/ 413658 w 419712"/>
                <a:gd name="connsiteY5" fmla="*/ 356026 h 1229213"/>
                <a:gd name="connsiteX6" fmla="*/ 412630 w 419712"/>
                <a:gd name="connsiteY6" fmla="*/ 368943 h 1229213"/>
                <a:gd name="connsiteX7" fmla="*/ 406129 w 419712"/>
                <a:gd name="connsiteY7" fmla="*/ 375443 h 1229213"/>
                <a:gd name="connsiteX8" fmla="*/ 399200 w 419712"/>
                <a:gd name="connsiteY8" fmla="*/ 386906 h 1229213"/>
                <a:gd name="connsiteX9" fmla="*/ 392273 w 419712"/>
                <a:gd name="connsiteY9" fmla="*/ 390926 h 1229213"/>
                <a:gd name="connsiteX10" fmla="*/ 391417 w 419712"/>
                <a:gd name="connsiteY10" fmla="*/ 390755 h 1229213"/>
                <a:gd name="connsiteX11" fmla="*/ 393897 w 419712"/>
                <a:gd name="connsiteY11" fmla="*/ 410857 h 1229213"/>
                <a:gd name="connsiteX12" fmla="*/ 389963 w 419712"/>
                <a:gd name="connsiteY12" fmla="*/ 426767 h 1229213"/>
                <a:gd name="connsiteX13" fmla="*/ 371400 w 419712"/>
                <a:gd name="connsiteY13" fmla="*/ 441394 h 1229213"/>
                <a:gd name="connsiteX14" fmla="*/ 361478 w 419712"/>
                <a:gd name="connsiteY14" fmla="*/ 462608 h 1229213"/>
                <a:gd name="connsiteX15" fmla="*/ 366780 w 419712"/>
                <a:gd name="connsiteY15" fmla="*/ 483822 h 1229213"/>
                <a:gd name="connsiteX16" fmla="*/ 383376 w 419712"/>
                <a:gd name="connsiteY16" fmla="*/ 534889 h 1229213"/>
                <a:gd name="connsiteX17" fmla="*/ 380724 w 419712"/>
                <a:gd name="connsiteY17" fmla="*/ 564058 h 1229213"/>
                <a:gd name="connsiteX18" fmla="*/ 386026 w 419712"/>
                <a:gd name="connsiteY18" fmla="*/ 581936 h 1229213"/>
                <a:gd name="connsiteX19" fmla="*/ 384659 w 419712"/>
                <a:gd name="connsiteY19" fmla="*/ 658836 h 1229213"/>
                <a:gd name="connsiteX20" fmla="*/ 383974 w 419712"/>
                <a:gd name="connsiteY20" fmla="*/ 752330 h 1229213"/>
                <a:gd name="connsiteX21" fmla="*/ 376019 w 419712"/>
                <a:gd name="connsiteY21" fmla="*/ 802713 h 1229213"/>
                <a:gd name="connsiteX22" fmla="*/ 389278 w 419712"/>
                <a:gd name="connsiteY22" fmla="*/ 896807 h 1229213"/>
                <a:gd name="connsiteX23" fmla="*/ 393897 w 419712"/>
                <a:gd name="connsiteY23" fmla="*/ 997573 h 1229213"/>
                <a:gd name="connsiteX24" fmla="*/ 392613 w 419712"/>
                <a:gd name="connsiteY24" fmla="*/ 1029393 h 1229213"/>
                <a:gd name="connsiteX25" fmla="*/ 382691 w 419712"/>
                <a:gd name="connsiteY25" fmla="*/ 1034696 h 1229213"/>
                <a:gd name="connsiteX26" fmla="*/ 376961 w 419712"/>
                <a:gd name="connsiteY26" fmla="*/ 1036493 h 1229213"/>
                <a:gd name="connsiteX27" fmla="*/ 376704 w 419712"/>
                <a:gd name="connsiteY27" fmla="*/ 1036664 h 1229213"/>
                <a:gd name="connsiteX28" fmla="*/ 369432 w 419712"/>
                <a:gd name="connsiteY28" fmla="*/ 1047955 h 1229213"/>
                <a:gd name="connsiteX29" fmla="*/ 362163 w 419712"/>
                <a:gd name="connsiteY29" fmla="*/ 1057193 h 1229213"/>
                <a:gd name="connsiteX30" fmla="*/ 363445 w 419712"/>
                <a:gd name="connsiteY30" fmla="*/ 1098937 h 1229213"/>
                <a:gd name="connsiteX31" fmla="*/ 348219 w 419712"/>
                <a:gd name="connsiteY31" fmla="*/ 1130758 h 1229213"/>
                <a:gd name="connsiteX32" fmla="*/ 336330 w 419712"/>
                <a:gd name="connsiteY32" fmla="*/ 1142048 h 1229213"/>
                <a:gd name="connsiteX33" fmla="*/ 329743 w 419712"/>
                <a:gd name="connsiteY33" fmla="*/ 1150004 h 1229213"/>
                <a:gd name="connsiteX34" fmla="*/ 325123 w 419712"/>
                <a:gd name="connsiteY34" fmla="*/ 1163946 h 1229213"/>
                <a:gd name="connsiteX35" fmla="*/ 329743 w 419712"/>
                <a:gd name="connsiteY35" fmla="*/ 1183792 h 1229213"/>
                <a:gd name="connsiteX36" fmla="*/ 342659 w 419712"/>
                <a:gd name="connsiteY36" fmla="*/ 1195425 h 1229213"/>
                <a:gd name="connsiteX37" fmla="*/ 373452 w 419712"/>
                <a:gd name="connsiteY37" fmla="*/ 1210309 h 1229213"/>
                <a:gd name="connsiteX38" fmla="*/ 365498 w 419712"/>
                <a:gd name="connsiteY38" fmla="*/ 1228187 h 1229213"/>
                <a:gd name="connsiteX39" fmla="*/ 283978 w 419712"/>
                <a:gd name="connsiteY39" fmla="*/ 1229213 h 1229213"/>
                <a:gd name="connsiteX40" fmla="*/ 228292 w 419712"/>
                <a:gd name="connsiteY40" fmla="*/ 1223226 h 1229213"/>
                <a:gd name="connsiteX41" fmla="*/ 229320 w 419712"/>
                <a:gd name="connsiteY41" fmla="*/ 1209283 h 1229213"/>
                <a:gd name="connsiteX42" fmla="*/ 232312 w 419712"/>
                <a:gd name="connsiteY42" fmla="*/ 1189694 h 1229213"/>
                <a:gd name="connsiteX43" fmla="*/ 224358 w 419712"/>
                <a:gd name="connsiteY43" fmla="*/ 1175067 h 1229213"/>
                <a:gd name="connsiteX44" fmla="*/ 224358 w 419712"/>
                <a:gd name="connsiteY44" fmla="*/ 1148549 h 1229213"/>
                <a:gd name="connsiteX45" fmla="*/ 221705 w 419712"/>
                <a:gd name="connsiteY45" fmla="*/ 1132639 h 1229213"/>
                <a:gd name="connsiteX46" fmla="*/ 228977 w 419712"/>
                <a:gd name="connsiteY46" fmla="*/ 1100134 h 1229213"/>
                <a:gd name="connsiteX47" fmla="*/ 226325 w 419712"/>
                <a:gd name="connsiteY47" fmla="*/ 1078921 h 1229213"/>
                <a:gd name="connsiteX48" fmla="*/ 225982 w 419712"/>
                <a:gd name="connsiteY48" fmla="*/ 1078921 h 1229213"/>
                <a:gd name="connsiteX49" fmla="*/ 191169 w 419712"/>
                <a:gd name="connsiteY49" fmla="*/ 1079605 h 1229213"/>
                <a:gd name="connsiteX50" fmla="*/ 186550 w 419712"/>
                <a:gd name="connsiteY50" fmla="*/ 1081572 h 1229213"/>
                <a:gd name="connsiteX51" fmla="*/ 176114 w 419712"/>
                <a:gd name="connsiteY51" fmla="*/ 1078578 h 1229213"/>
                <a:gd name="connsiteX52" fmla="*/ 168414 w 419712"/>
                <a:gd name="connsiteY52" fmla="*/ 1077894 h 1229213"/>
                <a:gd name="connsiteX53" fmla="*/ 163369 w 419712"/>
                <a:gd name="connsiteY53" fmla="*/ 1080888 h 1229213"/>
                <a:gd name="connsiteX54" fmla="*/ 140785 w 419712"/>
                <a:gd name="connsiteY54" fmla="*/ 1149833 h 1229213"/>
                <a:gd name="connsiteX55" fmla="*/ 121539 w 419712"/>
                <a:gd name="connsiteY55" fmla="*/ 1179686 h 1229213"/>
                <a:gd name="connsiteX56" fmla="*/ 109992 w 419712"/>
                <a:gd name="connsiteY56" fmla="*/ 1200729 h 1229213"/>
                <a:gd name="connsiteX57" fmla="*/ 111960 w 419712"/>
                <a:gd name="connsiteY57" fmla="*/ 1213132 h 1229213"/>
                <a:gd name="connsiteX58" fmla="*/ 111960 w 419712"/>
                <a:gd name="connsiteY58" fmla="*/ 1221087 h 1229213"/>
                <a:gd name="connsiteX59" fmla="*/ 587 w 419712"/>
                <a:gd name="connsiteY59" fmla="*/ 1221087 h 1229213"/>
                <a:gd name="connsiteX60" fmla="*/ 9569 w 419712"/>
                <a:gd name="connsiteY60" fmla="*/ 1201242 h 1229213"/>
                <a:gd name="connsiteX61" fmla="*/ 27445 w 419712"/>
                <a:gd name="connsiteY61" fmla="*/ 1181311 h 1229213"/>
                <a:gd name="connsiteX62" fmla="*/ 33518 w 419712"/>
                <a:gd name="connsiteY62" fmla="*/ 1170448 h 1229213"/>
                <a:gd name="connsiteX63" fmla="*/ 28730 w 419712"/>
                <a:gd name="connsiteY63" fmla="*/ 1139910 h 1229213"/>
                <a:gd name="connsiteX64" fmla="*/ 42672 w 419712"/>
                <a:gd name="connsiteY64" fmla="*/ 1096199 h 1229213"/>
                <a:gd name="connsiteX65" fmla="*/ 43954 w 419712"/>
                <a:gd name="connsiteY65" fmla="*/ 1076268 h 1229213"/>
                <a:gd name="connsiteX66" fmla="*/ 37284 w 419712"/>
                <a:gd name="connsiteY66" fmla="*/ 1067458 h 1229213"/>
                <a:gd name="connsiteX67" fmla="*/ 35999 w 419712"/>
                <a:gd name="connsiteY67" fmla="*/ 1068313 h 1229213"/>
                <a:gd name="connsiteX68" fmla="*/ 36427 w 419712"/>
                <a:gd name="connsiteY68" fmla="*/ 1066260 h 1229213"/>
                <a:gd name="connsiteX69" fmla="*/ 35999 w 419712"/>
                <a:gd name="connsiteY69" fmla="*/ 1065662 h 1229213"/>
                <a:gd name="connsiteX70" fmla="*/ 34032 w 419712"/>
                <a:gd name="connsiteY70" fmla="*/ 988077 h 1229213"/>
                <a:gd name="connsiteX71" fmla="*/ 38652 w 419712"/>
                <a:gd name="connsiteY71" fmla="*/ 896635 h 1229213"/>
                <a:gd name="connsiteX72" fmla="*/ 36684 w 419712"/>
                <a:gd name="connsiteY72" fmla="*/ 720937 h 1229213"/>
                <a:gd name="connsiteX73" fmla="*/ 47291 w 419712"/>
                <a:gd name="connsiteY73" fmla="*/ 616922 h 1229213"/>
                <a:gd name="connsiteX74" fmla="*/ 58583 w 419712"/>
                <a:gd name="connsiteY74" fmla="*/ 543357 h 1229213"/>
                <a:gd name="connsiteX75" fmla="*/ 77144 w 419712"/>
                <a:gd name="connsiteY75" fmla="*/ 504266 h 1229213"/>
                <a:gd name="connsiteX76" fmla="*/ 79112 w 419712"/>
                <a:gd name="connsiteY76" fmla="*/ 464490 h 1229213"/>
                <a:gd name="connsiteX77" fmla="*/ 83731 w 419712"/>
                <a:gd name="connsiteY77" fmla="*/ 432669 h 1229213"/>
                <a:gd name="connsiteX78" fmla="*/ 83046 w 419712"/>
                <a:gd name="connsiteY78" fmla="*/ 415476 h 1229213"/>
                <a:gd name="connsiteX79" fmla="*/ 82021 w 419712"/>
                <a:gd name="connsiteY79" fmla="*/ 406152 h 1229213"/>
                <a:gd name="connsiteX80" fmla="*/ 80993 w 419712"/>
                <a:gd name="connsiteY80" fmla="*/ 405553 h 1229213"/>
                <a:gd name="connsiteX81" fmla="*/ 80308 w 419712"/>
                <a:gd name="connsiteY81" fmla="*/ 396315 h 1229213"/>
                <a:gd name="connsiteX82" fmla="*/ 76973 w 419712"/>
                <a:gd name="connsiteY82" fmla="*/ 389044 h 1229213"/>
                <a:gd name="connsiteX83" fmla="*/ 75691 w 419712"/>
                <a:gd name="connsiteY83" fmla="*/ 382458 h 1229213"/>
                <a:gd name="connsiteX84" fmla="*/ 71071 w 419712"/>
                <a:gd name="connsiteY84" fmla="*/ 373134 h 1229213"/>
                <a:gd name="connsiteX85" fmla="*/ 67734 w 419712"/>
                <a:gd name="connsiteY85" fmla="*/ 359191 h 1229213"/>
                <a:gd name="connsiteX86" fmla="*/ 76973 w 419712"/>
                <a:gd name="connsiteY86" fmla="*/ 349867 h 1229213"/>
                <a:gd name="connsiteX87" fmla="*/ 76973 w 419712"/>
                <a:gd name="connsiteY87" fmla="*/ 328653 h 1229213"/>
                <a:gd name="connsiteX88" fmla="*/ 61747 w 419712"/>
                <a:gd name="connsiteY88" fmla="*/ 288193 h 1229213"/>
                <a:gd name="connsiteX89" fmla="*/ 60465 w 419712"/>
                <a:gd name="connsiteY89" fmla="*/ 258340 h 1229213"/>
                <a:gd name="connsiteX90" fmla="*/ 66452 w 419712"/>
                <a:gd name="connsiteY90" fmla="*/ 227204 h 1229213"/>
                <a:gd name="connsiteX91" fmla="*/ 107597 w 419712"/>
                <a:gd name="connsiteY91" fmla="*/ 207273 h 1229213"/>
                <a:gd name="connsiteX92" fmla="*/ 124790 w 419712"/>
                <a:gd name="connsiteY92" fmla="*/ 185375 h 1229213"/>
                <a:gd name="connsiteX93" fmla="*/ 138732 w 419712"/>
                <a:gd name="connsiteY93" fmla="*/ 168780 h 1229213"/>
                <a:gd name="connsiteX94" fmla="*/ 149339 w 419712"/>
                <a:gd name="connsiteY94" fmla="*/ 130972 h 1229213"/>
                <a:gd name="connsiteX95" fmla="*/ 162598 w 419712"/>
                <a:gd name="connsiteY95" fmla="*/ 84609 h 1229213"/>
                <a:gd name="connsiteX96" fmla="*/ 177825 w 419712"/>
                <a:gd name="connsiteY96" fmla="*/ 57151 h 1229213"/>
                <a:gd name="connsiteX97" fmla="*/ 172948 w 419712"/>
                <a:gd name="connsiteY97" fmla="*/ 41925 h 1229213"/>
                <a:gd name="connsiteX98" fmla="*/ 208789 w 419712"/>
                <a:gd name="connsiteY98" fmla="*/ 20967 h 1229213"/>
                <a:gd name="connsiteX99" fmla="*/ 216232 w 419712"/>
                <a:gd name="connsiteY99" fmla="*/ 15664 h 1229213"/>
                <a:gd name="connsiteX100" fmla="*/ 264646 w 419712"/>
                <a:gd name="connsiteY100" fmla="*/ 438 h 1229213"/>
                <a:gd name="connsiteX101" fmla="*/ 313575 w 419712"/>
                <a:gd name="connsiteY101" fmla="*/ 33285 h 1229213"/>
                <a:gd name="connsiteX102" fmla="*/ 325209 w 419712"/>
                <a:gd name="connsiteY102" fmla="*/ 43379 h 1229213"/>
                <a:gd name="connsiteX103" fmla="*/ 330683 w 419712"/>
                <a:gd name="connsiteY103" fmla="*/ 76654 h 1229213"/>
                <a:gd name="connsiteX104" fmla="*/ 330511 w 419712"/>
                <a:gd name="connsiteY104" fmla="*/ 76312 h 1229213"/>
                <a:gd name="connsiteX105" fmla="*/ 329743 w 419712"/>
                <a:gd name="connsiteY105" fmla="*/ 87945 h 1229213"/>
                <a:gd name="connsiteX106" fmla="*/ 331710 w 419712"/>
                <a:gd name="connsiteY106" fmla="*/ 101204 h 1229213"/>
                <a:gd name="connsiteX107" fmla="*/ 345652 w 419712"/>
                <a:gd name="connsiteY107" fmla="*/ 146283 h 1229213"/>
                <a:gd name="connsiteX108" fmla="*/ 345652 w 419712"/>
                <a:gd name="connsiteY108" fmla="*/ 168866 h 1229213"/>
                <a:gd name="connsiteX109" fmla="*/ 376790 w 419712"/>
                <a:gd name="connsiteY109" fmla="*/ 198719 h 1229213"/>
                <a:gd name="connsiteX110" fmla="*/ 413230 w 419712"/>
                <a:gd name="connsiteY110" fmla="*/ 284258 h 1229213"/>
                <a:gd name="connsiteX111" fmla="*/ 413912 w 419712"/>
                <a:gd name="connsiteY111" fmla="*/ 325317 h 1229213"/>
                <a:gd name="connsiteX112" fmla="*/ 413912 w 419712"/>
                <a:gd name="connsiteY112" fmla="*/ 325317 h 1229213"/>
                <a:gd name="connsiteX113" fmla="*/ 417250 w 419712"/>
                <a:gd name="connsiteY113" fmla="*/ 332759 h 1229213"/>
                <a:gd name="connsiteX114" fmla="*/ 419217 w 419712"/>
                <a:gd name="connsiteY114" fmla="*/ 348156 h 1229213"/>
                <a:gd name="connsiteX115" fmla="*/ 419217 w 419712"/>
                <a:gd name="connsiteY115" fmla="*/ 348156 h 1229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419712" h="1229213">
                  <a:moveTo>
                    <a:pt x="179107" y="54071"/>
                  </a:moveTo>
                  <a:cubicBezTo>
                    <a:pt x="179792" y="52190"/>
                    <a:pt x="181417" y="49623"/>
                    <a:pt x="183555" y="46801"/>
                  </a:cubicBezTo>
                  <a:cubicBezTo>
                    <a:pt x="181331" y="49367"/>
                    <a:pt x="179621" y="51933"/>
                    <a:pt x="179107" y="54071"/>
                  </a:cubicBezTo>
                  <a:lnTo>
                    <a:pt x="179107" y="54071"/>
                  </a:lnTo>
                  <a:close/>
                  <a:moveTo>
                    <a:pt x="419131" y="348071"/>
                  </a:moveTo>
                  <a:cubicBezTo>
                    <a:pt x="417164" y="352005"/>
                    <a:pt x="414683" y="352005"/>
                    <a:pt x="413658" y="356026"/>
                  </a:cubicBezTo>
                  <a:cubicBezTo>
                    <a:pt x="412630" y="360046"/>
                    <a:pt x="415111" y="365948"/>
                    <a:pt x="412630" y="368943"/>
                  </a:cubicBezTo>
                  <a:cubicBezTo>
                    <a:pt x="410149" y="371936"/>
                    <a:pt x="409124" y="371423"/>
                    <a:pt x="406129" y="375443"/>
                  </a:cubicBezTo>
                  <a:cubicBezTo>
                    <a:pt x="403134" y="379378"/>
                    <a:pt x="402195" y="383912"/>
                    <a:pt x="399200" y="386906"/>
                  </a:cubicBezTo>
                  <a:cubicBezTo>
                    <a:pt x="396207" y="389899"/>
                    <a:pt x="395265" y="390926"/>
                    <a:pt x="392273" y="390926"/>
                  </a:cubicBezTo>
                  <a:lnTo>
                    <a:pt x="391417" y="390755"/>
                  </a:lnTo>
                  <a:cubicBezTo>
                    <a:pt x="387739" y="399651"/>
                    <a:pt x="393897" y="400421"/>
                    <a:pt x="393897" y="410857"/>
                  </a:cubicBezTo>
                  <a:cubicBezTo>
                    <a:pt x="393897" y="422148"/>
                    <a:pt x="395865" y="423431"/>
                    <a:pt x="389963" y="426767"/>
                  </a:cubicBezTo>
                  <a:cubicBezTo>
                    <a:pt x="383974" y="430103"/>
                    <a:pt x="376019" y="431386"/>
                    <a:pt x="371400" y="441394"/>
                  </a:cubicBezTo>
                  <a:cubicBezTo>
                    <a:pt x="366780" y="451317"/>
                    <a:pt x="362760" y="451317"/>
                    <a:pt x="361478" y="462608"/>
                  </a:cubicBezTo>
                  <a:cubicBezTo>
                    <a:pt x="360110" y="473899"/>
                    <a:pt x="364130" y="477834"/>
                    <a:pt x="366780" y="483822"/>
                  </a:cubicBezTo>
                  <a:cubicBezTo>
                    <a:pt x="369432" y="489810"/>
                    <a:pt x="384659" y="523598"/>
                    <a:pt x="383376" y="534889"/>
                  </a:cubicBezTo>
                  <a:cubicBezTo>
                    <a:pt x="382092" y="546180"/>
                    <a:pt x="380039" y="554820"/>
                    <a:pt x="380724" y="564058"/>
                  </a:cubicBezTo>
                  <a:cubicBezTo>
                    <a:pt x="381409" y="573382"/>
                    <a:pt x="386711" y="568677"/>
                    <a:pt x="386026" y="581936"/>
                  </a:cubicBezTo>
                  <a:cubicBezTo>
                    <a:pt x="385344" y="595194"/>
                    <a:pt x="385344" y="636339"/>
                    <a:pt x="384659" y="658836"/>
                  </a:cubicBezTo>
                  <a:cubicBezTo>
                    <a:pt x="383974" y="681333"/>
                    <a:pt x="386626" y="737019"/>
                    <a:pt x="383974" y="752330"/>
                  </a:cubicBezTo>
                  <a:cubicBezTo>
                    <a:pt x="381323" y="767557"/>
                    <a:pt x="376704" y="789455"/>
                    <a:pt x="376019" y="802713"/>
                  </a:cubicBezTo>
                  <a:cubicBezTo>
                    <a:pt x="375334" y="815972"/>
                    <a:pt x="386626" y="874994"/>
                    <a:pt x="389278" y="896807"/>
                  </a:cubicBezTo>
                  <a:cubicBezTo>
                    <a:pt x="391930" y="918705"/>
                    <a:pt x="394580" y="980293"/>
                    <a:pt x="393897" y="997573"/>
                  </a:cubicBezTo>
                  <a:cubicBezTo>
                    <a:pt x="393213" y="1014851"/>
                    <a:pt x="394580" y="1028708"/>
                    <a:pt x="392613" y="1029393"/>
                  </a:cubicBezTo>
                  <a:cubicBezTo>
                    <a:pt x="395265" y="1032045"/>
                    <a:pt x="386626" y="1034696"/>
                    <a:pt x="382691" y="1034696"/>
                  </a:cubicBezTo>
                  <a:cubicBezTo>
                    <a:pt x="380810" y="1034696"/>
                    <a:pt x="378757" y="1035552"/>
                    <a:pt x="376961" y="1036493"/>
                  </a:cubicBezTo>
                  <a:lnTo>
                    <a:pt x="376704" y="1036664"/>
                  </a:lnTo>
                  <a:cubicBezTo>
                    <a:pt x="372684" y="1040599"/>
                    <a:pt x="373367" y="1045303"/>
                    <a:pt x="369432" y="1047955"/>
                  </a:cubicBezTo>
                  <a:cubicBezTo>
                    <a:pt x="365498" y="1050607"/>
                    <a:pt x="362846" y="1054542"/>
                    <a:pt x="362163" y="1057193"/>
                  </a:cubicBezTo>
                  <a:cubicBezTo>
                    <a:pt x="361478" y="1059845"/>
                    <a:pt x="361478" y="1089698"/>
                    <a:pt x="363445" y="1098937"/>
                  </a:cubicBezTo>
                  <a:cubicBezTo>
                    <a:pt x="365412" y="1108261"/>
                    <a:pt x="354805" y="1124085"/>
                    <a:pt x="348219" y="1130758"/>
                  </a:cubicBezTo>
                  <a:cubicBezTo>
                    <a:pt x="341632" y="1137344"/>
                    <a:pt x="337612" y="1136745"/>
                    <a:pt x="336330" y="1142048"/>
                  </a:cubicBezTo>
                  <a:cubicBezTo>
                    <a:pt x="335045" y="1147352"/>
                    <a:pt x="332992" y="1146069"/>
                    <a:pt x="329743" y="1150004"/>
                  </a:cubicBezTo>
                  <a:cubicBezTo>
                    <a:pt x="326406" y="1153939"/>
                    <a:pt x="324438" y="1157275"/>
                    <a:pt x="325123" y="1163946"/>
                  </a:cubicBezTo>
                  <a:cubicBezTo>
                    <a:pt x="325808" y="1170533"/>
                    <a:pt x="328459" y="1180541"/>
                    <a:pt x="329743" y="1183792"/>
                  </a:cubicBezTo>
                  <a:cubicBezTo>
                    <a:pt x="333677" y="1190464"/>
                    <a:pt x="332735" y="1192431"/>
                    <a:pt x="342659" y="1195425"/>
                  </a:cubicBezTo>
                  <a:cubicBezTo>
                    <a:pt x="352581" y="1198419"/>
                    <a:pt x="370460" y="1198419"/>
                    <a:pt x="373452" y="1210309"/>
                  </a:cubicBezTo>
                  <a:cubicBezTo>
                    <a:pt x="376447" y="1222199"/>
                    <a:pt x="372427" y="1228187"/>
                    <a:pt x="365498" y="1228187"/>
                  </a:cubicBezTo>
                  <a:cubicBezTo>
                    <a:pt x="358569" y="1228187"/>
                    <a:pt x="283978" y="1229213"/>
                    <a:pt x="283978" y="1229213"/>
                  </a:cubicBezTo>
                  <a:cubicBezTo>
                    <a:pt x="283978" y="1229213"/>
                    <a:pt x="232227" y="1228187"/>
                    <a:pt x="228292" y="1223226"/>
                  </a:cubicBezTo>
                  <a:cubicBezTo>
                    <a:pt x="224358" y="1218264"/>
                    <a:pt x="229320" y="1209283"/>
                    <a:pt x="229320" y="1209283"/>
                  </a:cubicBezTo>
                  <a:cubicBezTo>
                    <a:pt x="229320" y="1209283"/>
                    <a:pt x="230345" y="1197051"/>
                    <a:pt x="232312" y="1189694"/>
                  </a:cubicBezTo>
                  <a:cubicBezTo>
                    <a:pt x="232312" y="1189694"/>
                    <a:pt x="226325" y="1183108"/>
                    <a:pt x="224358" y="1175067"/>
                  </a:cubicBezTo>
                  <a:cubicBezTo>
                    <a:pt x="222390" y="1167112"/>
                    <a:pt x="224358" y="1156505"/>
                    <a:pt x="224358" y="1148549"/>
                  </a:cubicBezTo>
                  <a:cubicBezTo>
                    <a:pt x="224358" y="1140594"/>
                    <a:pt x="221705" y="1147866"/>
                    <a:pt x="221705" y="1132639"/>
                  </a:cubicBezTo>
                  <a:cubicBezTo>
                    <a:pt x="221705" y="1117413"/>
                    <a:pt x="227010" y="1117413"/>
                    <a:pt x="228977" y="1100134"/>
                  </a:cubicBezTo>
                  <a:cubicBezTo>
                    <a:pt x="230944" y="1082941"/>
                    <a:pt x="228977" y="1078921"/>
                    <a:pt x="226325" y="1078921"/>
                  </a:cubicBezTo>
                  <a:lnTo>
                    <a:pt x="225982" y="1078921"/>
                  </a:lnTo>
                  <a:cubicBezTo>
                    <a:pt x="222133" y="1078921"/>
                    <a:pt x="198268" y="1078921"/>
                    <a:pt x="191169" y="1079605"/>
                  </a:cubicBezTo>
                  <a:cubicBezTo>
                    <a:pt x="183898" y="1080289"/>
                    <a:pt x="186550" y="1081572"/>
                    <a:pt x="186550" y="1081572"/>
                  </a:cubicBezTo>
                  <a:cubicBezTo>
                    <a:pt x="186550" y="1081572"/>
                    <a:pt x="181502" y="1079690"/>
                    <a:pt x="176114" y="1078578"/>
                  </a:cubicBezTo>
                  <a:cubicBezTo>
                    <a:pt x="173291" y="1078407"/>
                    <a:pt x="170553" y="1078236"/>
                    <a:pt x="168414" y="1077894"/>
                  </a:cubicBezTo>
                  <a:cubicBezTo>
                    <a:pt x="165848" y="1078065"/>
                    <a:pt x="163881" y="1078921"/>
                    <a:pt x="163369" y="1080888"/>
                  </a:cubicBezTo>
                  <a:cubicBezTo>
                    <a:pt x="161402" y="1088159"/>
                    <a:pt x="145490" y="1143845"/>
                    <a:pt x="140785" y="1149833"/>
                  </a:cubicBezTo>
                  <a:cubicBezTo>
                    <a:pt x="136166" y="1155821"/>
                    <a:pt x="128811" y="1167710"/>
                    <a:pt x="121539" y="1179686"/>
                  </a:cubicBezTo>
                  <a:cubicBezTo>
                    <a:pt x="115038" y="1190378"/>
                    <a:pt x="115894" y="1199446"/>
                    <a:pt x="109992" y="1200729"/>
                  </a:cubicBezTo>
                  <a:cubicBezTo>
                    <a:pt x="110590" y="1205433"/>
                    <a:pt x="111960" y="1208770"/>
                    <a:pt x="111960" y="1213132"/>
                  </a:cubicBezTo>
                  <a:lnTo>
                    <a:pt x="111960" y="1221087"/>
                  </a:lnTo>
                  <a:cubicBezTo>
                    <a:pt x="111960" y="1221087"/>
                    <a:pt x="13503" y="1226048"/>
                    <a:pt x="587" y="1221087"/>
                  </a:cubicBezTo>
                  <a:cubicBezTo>
                    <a:pt x="587" y="1221087"/>
                    <a:pt x="-3433" y="1212105"/>
                    <a:pt x="9569" y="1201242"/>
                  </a:cubicBezTo>
                  <a:cubicBezTo>
                    <a:pt x="9569" y="1201242"/>
                    <a:pt x="24453" y="1190293"/>
                    <a:pt x="27445" y="1181311"/>
                  </a:cubicBezTo>
                  <a:cubicBezTo>
                    <a:pt x="29584" y="1174896"/>
                    <a:pt x="31722" y="1174041"/>
                    <a:pt x="33518" y="1170448"/>
                  </a:cubicBezTo>
                  <a:cubicBezTo>
                    <a:pt x="26163" y="1162236"/>
                    <a:pt x="26591" y="1153511"/>
                    <a:pt x="28730" y="1139910"/>
                  </a:cubicBezTo>
                  <a:cubicBezTo>
                    <a:pt x="31380" y="1123315"/>
                    <a:pt x="34717" y="1114761"/>
                    <a:pt x="42672" y="1096199"/>
                  </a:cubicBezTo>
                  <a:cubicBezTo>
                    <a:pt x="50626" y="1077637"/>
                    <a:pt x="43954" y="1076268"/>
                    <a:pt x="43954" y="1076268"/>
                  </a:cubicBezTo>
                  <a:cubicBezTo>
                    <a:pt x="43954" y="1076268"/>
                    <a:pt x="40019" y="1071393"/>
                    <a:pt x="37284" y="1067458"/>
                  </a:cubicBezTo>
                  <a:lnTo>
                    <a:pt x="35999" y="1068313"/>
                  </a:lnTo>
                  <a:cubicBezTo>
                    <a:pt x="35999" y="1068313"/>
                    <a:pt x="35999" y="1067544"/>
                    <a:pt x="36427" y="1066260"/>
                  </a:cubicBezTo>
                  <a:lnTo>
                    <a:pt x="35999" y="1065662"/>
                  </a:lnTo>
                  <a:cubicBezTo>
                    <a:pt x="33347" y="1061642"/>
                    <a:pt x="35314" y="1008008"/>
                    <a:pt x="34032" y="988077"/>
                  </a:cubicBezTo>
                  <a:cubicBezTo>
                    <a:pt x="34032" y="988077"/>
                    <a:pt x="40704" y="924436"/>
                    <a:pt x="38652" y="896635"/>
                  </a:cubicBezTo>
                  <a:cubicBezTo>
                    <a:pt x="36684" y="868835"/>
                    <a:pt x="32065" y="768669"/>
                    <a:pt x="36684" y="720937"/>
                  </a:cubicBezTo>
                  <a:cubicBezTo>
                    <a:pt x="41304" y="673206"/>
                    <a:pt x="46606" y="632746"/>
                    <a:pt x="47291" y="616922"/>
                  </a:cubicBezTo>
                  <a:cubicBezTo>
                    <a:pt x="47976" y="601011"/>
                    <a:pt x="55246" y="561235"/>
                    <a:pt x="58583" y="543357"/>
                  </a:cubicBezTo>
                  <a:cubicBezTo>
                    <a:pt x="61918" y="525480"/>
                    <a:pt x="77144" y="515557"/>
                    <a:pt x="77144" y="504266"/>
                  </a:cubicBezTo>
                  <a:cubicBezTo>
                    <a:pt x="77144" y="492975"/>
                    <a:pt x="79112" y="475781"/>
                    <a:pt x="79112" y="464490"/>
                  </a:cubicBezTo>
                  <a:cubicBezTo>
                    <a:pt x="79112" y="453199"/>
                    <a:pt x="83046" y="440624"/>
                    <a:pt x="83731" y="432669"/>
                  </a:cubicBezTo>
                  <a:cubicBezTo>
                    <a:pt x="84416" y="424714"/>
                    <a:pt x="84416" y="423346"/>
                    <a:pt x="83046" y="415476"/>
                  </a:cubicBezTo>
                  <a:cubicBezTo>
                    <a:pt x="82789" y="413851"/>
                    <a:pt x="82447" y="410515"/>
                    <a:pt x="82021" y="406152"/>
                  </a:cubicBezTo>
                  <a:lnTo>
                    <a:pt x="80993" y="405553"/>
                  </a:lnTo>
                  <a:cubicBezTo>
                    <a:pt x="77658" y="401618"/>
                    <a:pt x="80993" y="400250"/>
                    <a:pt x="80308" y="396315"/>
                  </a:cubicBezTo>
                  <a:cubicBezTo>
                    <a:pt x="79625" y="392295"/>
                    <a:pt x="77658" y="392979"/>
                    <a:pt x="76973" y="389044"/>
                  </a:cubicBezTo>
                  <a:cubicBezTo>
                    <a:pt x="76288" y="385024"/>
                    <a:pt x="75006" y="385024"/>
                    <a:pt x="75691" y="382458"/>
                  </a:cubicBezTo>
                  <a:cubicBezTo>
                    <a:pt x="76374" y="379806"/>
                    <a:pt x="74407" y="377839"/>
                    <a:pt x="71071" y="373134"/>
                  </a:cubicBezTo>
                  <a:cubicBezTo>
                    <a:pt x="67734" y="368515"/>
                    <a:pt x="66452" y="363896"/>
                    <a:pt x="67734" y="359191"/>
                  </a:cubicBezTo>
                  <a:cubicBezTo>
                    <a:pt x="69019" y="354572"/>
                    <a:pt x="76973" y="349867"/>
                    <a:pt x="76973" y="349867"/>
                  </a:cubicBezTo>
                  <a:cubicBezTo>
                    <a:pt x="75006" y="337977"/>
                    <a:pt x="80308" y="339945"/>
                    <a:pt x="76973" y="328653"/>
                  </a:cubicBezTo>
                  <a:cubicBezTo>
                    <a:pt x="73638" y="317362"/>
                    <a:pt x="62346" y="301452"/>
                    <a:pt x="61747" y="288193"/>
                  </a:cubicBezTo>
                  <a:cubicBezTo>
                    <a:pt x="61062" y="274934"/>
                    <a:pt x="61062" y="266295"/>
                    <a:pt x="60465" y="258340"/>
                  </a:cubicBezTo>
                  <a:cubicBezTo>
                    <a:pt x="59780" y="250384"/>
                    <a:pt x="63800" y="234474"/>
                    <a:pt x="66452" y="227204"/>
                  </a:cubicBezTo>
                  <a:cubicBezTo>
                    <a:pt x="69104" y="219932"/>
                    <a:pt x="105544" y="214629"/>
                    <a:pt x="107597" y="207273"/>
                  </a:cubicBezTo>
                  <a:cubicBezTo>
                    <a:pt x="109564" y="200002"/>
                    <a:pt x="120171" y="188026"/>
                    <a:pt x="124790" y="185375"/>
                  </a:cubicBezTo>
                  <a:cubicBezTo>
                    <a:pt x="129408" y="182723"/>
                    <a:pt x="139417" y="176735"/>
                    <a:pt x="138732" y="168780"/>
                  </a:cubicBezTo>
                  <a:cubicBezTo>
                    <a:pt x="138047" y="160825"/>
                    <a:pt x="146004" y="143631"/>
                    <a:pt x="149339" y="130972"/>
                  </a:cubicBezTo>
                  <a:cubicBezTo>
                    <a:pt x="152676" y="118397"/>
                    <a:pt x="158664" y="93163"/>
                    <a:pt x="162598" y="84609"/>
                  </a:cubicBezTo>
                  <a:cubicBezTo>
                    <a:pt x="166105" y="76911"/>
                    <a:pt x="173890" y="65619"/>
                    <a:pt x="177825" y="57151"/>
                  </a:cubicBezTo>
                  <a:cubicBezTo>
                    <a:pt x="176883" y="56210"/>
                    <a:pt x="171152" y="50137"/>
                    <a:pt x="172948" y="41925"/>
                  </a:cubicBezTo>
                  <a:cubicBezTo>
                    <a:pt x="174316" y="35680"/>
                    <a:pt x="185265" y="25929"/>
                    <a:pt x="208789" y="20967"/>
                  </a:cubicBezTo>
                  <a:cubicBezTo>
                    <a:pt x="211355" y="18915"/>
                    <a:pt x="213922" y="17119"/>
                    <a:pt x="216232" y="15664"/>
                  </a:cubicBezTo>
                  <a:cubicBezTo>
                    <a:pt x="229491" y="7709"/>
                    <a:pt x="244032" y="-2213"/>
                    <a:pt x="264646" y="438"/>
                  </a:cubicBezTo>
                  <a:cubicBezTo>
                    <a:pt x="278248" y="2234"/>
                    <a:pt x="298948" y="15835"/>
                    <a:pt x="313575" y="33285"/>
                  </a:cubicBezTo>
                  <a:cubicBezTo>
                    <a:pt x="317937" y="36365"/>
                    <a:pt x="321531" y="39786"/>
                    <a:pt x="325209" y="43379"/>
                  </a:cubicBezTo>
                  <a:cubicBezTo>
                    <a:pt x="338639" y="56808"/>
                    <a:pt x="338126" y="73660"/>
                    <a:pt x="330683" y="76654"/>
                  </a:cubicBezTo>
                  <a:lnTo>
                    <a:pt x="330511" y="76312"/>
                  </a:lnTo>
                  <a:cubicBezTo>
                    <a:pt x="330597" y="80503"/>
                    <a:pt x="330342" y="84438"/>
                    <a:pt x="329743" y="87945"/>
                  </a:cubicBezTo>
                  <a:cubicBezTo>
                    <a:pt x="329743" y="87945"/>
                    <a:pt x="330426" y="97868"/>
                    <a:pt x="331710" y="101204"/>
                  </a:cubicBezTo>
                  <a:cubicBezTo>
                    <a:pt x="332992" y="104540"/>
                    <a:pt x="345652" y="127721"/>
                    <a:pt x="345652" y="146283"/>
                  </a:cubicBezTo>
                  <a:lnTo>
                    <a:pt x="345652" y="168866"/>
                  </a:lnTo>
                  <a:cubicBezTo>
                    <a:pt x="345652" y="168866"/>
                    <a:pt x="361563" y="181440"/>
                    <a:pt x="376790" y="198719"/>
                  </a:cubicBezTo>
                  <a:cubicBezTo>
                    <a:pt x="392016" y="215998"/>
                    <a:pt x="413912" y="253721"/>
                    <a:pt x="413230" y="284258"/>
                  </a:cubicBezTo>
                  <a:cubicBezTo>
                    <a:pt x="412545" y="314710"/>
                    <a:pt x="416565" y="314710"/>
                    <a:pt x="413912" y="325317"/>
                  </a:cubicBezTo>
                  <a:lnTo>
                    <a:pt x="413912" y="325317"/>
                  </a:lnTo>
                  <a:cubicBezTo>
                    <a:pt x="415965" y="327713"/>
                    <a:pt x="417763" y="330535"/>
                    <a:pt x="417250" y="332759"/>
                  </a:cubicBezTo>
                  <a:cubicBezTo>
                    <a:pt x="416222" y="337207"/>
                    <a:pt x="421270" y="344222"/>
                    <a:pt x="419217" y="348156"/>
                  </a:cubicBezTo>
                  <a:lnTo>
                    <a:pt x="419217" y="348156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FB03F524-B438-EC8E-18D5-343448E0B918}"/>
                </a:ext>
              </a:extLst>
            </p:cNvPr>
            <p:cNvSpPr/>
            <p:nvPr/>
          </p:nvSpPr>
          <p:spPr>
            <a:xfrm>
              <a:off x="7570975" y="5560064"/>
              <a:ext cx="369672" cy="1254556"/>
            </a:xfrm>
            <a:custGeom>
              <a:avLst/>
              <a:gdLst>
                <a:gd name="connsiteX0" fmla="*/ 367392 w 369672"/>
                <a:gd name="connsiteY0" fmla="*/ 1243694 h 1254556"/>
                <a:gd name="connsiteX1" fmla="*/ 367392 w 369672"/>
                <a:gd name="connsiteY1" fmla="*/ 1254557 h 1254556"/>
                <a:gd name="connsiteX2" fmla="*/ 274581 w 369672"/>
                <a:gd name="connsiteY2" fmla="*/ 1253274 h 1254556"/>
                <a:gd name="connsiteX3" fmla="*/ 273298 w 369672"/>
                <a:gd name="connsiteY3" fmla="*/ 1230863 h 1254556"/>
                <a:gd name="connsiteX4" fmla="*/ 265001 w 369672"/>
                <a:gd name="connsiteY4" fmla="*/ 1204003 h 1254556"/>
                <a:gd name="connsiteX5" fmla="*/ 266883 w 369672"/>
                <a:gd name="connsiteY5" fmla="*/ 1183474 h 1254556"/>
                <a:gd name="connsiteX6" fmla="*/ 254735 w 369672"/>
                <a:gd name="connsiteY6" fmla="*/ 1118207 h 1254556"/>
                <a:gd name="connsiteX7" fmla="*/ 248319 w 369672"/>
                <a:gd name="connsiteY7" fmla="*/ 1018382 h 1254556"/>
                <a:gd name="connsiteX8" fmla="*/ 241307 w 369672"/>
                <a:gd name="connsiteY8" fmla="*/ 945417 h 1254556"/>
                <a:gd name="connsiteX9" fmla="*/ 232325 w 369672"/>
                <a:gd name="connsiteY9" fmla="*/ 835328 h 1254556"/>
                <a:gd name="connsiteX10" fmla="*/ 195885 w 369672"/>
                <a:gd name="connsiteY10" fmla="*/ 709927 h 1254556"/>
                <a:gd name="connsiteX11" fmla="*/ 186303 w 369672"/>
                <a:gd name="connsiteY11" fmla="*/ 750900 h 1254556"/>
                <a:gd name="connsiteX12" fmla="*/ 183054 w 369672"/>
                <a:gd name="connsiteY12" fmla="*/ 798888 h 1254556"/>
                <a:gd name="connsiteX13" fmla="*/ 184678 w 369672"/>
                <a:gd name="connsiteY13" fmla="*/ 810778 h 1254556"/>
                <a:gd name="connsiteX14" fmla="*/ 185620 w 369672"/>
                <a:gd name="connsiteY14" fmla="*/ 822582 h 1254556"/>
                <a:gd name="connsiteX15" fmla="*/ 185363 w 369672"/>
                <a:gd name="connsiteY15" fmla="*/ 823438 h 1254556"/>
                <a:gd name="connsiteX16" fmla="*/ 184336 w 369672"/>
                <a:gd name="connsiteY16" fmla="*/ 830880 h 1254556"/>
                <a:gd name="connsiteX17" fmla="*/ 184079 w 369672"/>
                <a:gd name="connsiteY17" fmla="*/ 839177 h 1254556"/>
                <a:gd name="connsiteX18" fmla="*/ 186903 w 369672"/>
                <a:gd name="connsiteY18" fmla="*/ 852607 h 1254556"/>
                <a:gd name="connsiteX19" fmla="*/ 184336 w 369672"/>
                <a:gd name="connsiteY19" fmla="*/ 880151 h 1254556"/>
                <a:gd name="connsiteX20" fmla="*/ 179205 w 369672"/>
                <a:gd name="connsiteY20" fmla="*/ 910859 h 1254556"/>
                <a:gd name="connsiteX21" fmla="*/ 178520 w 369672"/>
                <a:gd name="connsiteY21" fmla="*/ 917446 h 1254556"/>
                <a:gd name="connsiteX22" fmla="*/ 177921 w 369672"/>
                <a:gd name="connsiteY22" fmla="*/ 936265 h 1254556"/>
                <a:gd name="connsiteX23" fmla="*/ 176296 w 369672"/>
                <a:gd name="connsiteY23" fmla="*/ 1034293 h 1254556"/>
                <a:gd name="connsiteX24" fmla="*/ 174072 w 369672"/>
                <a:gd name="connsiteY24" fmla="*/ 1074668 h 1254556"/>
                <a:gd name="connsiteX25" fmla="*/ 169623 w 369672"/>
                <a:gd name="connsiteY25" fmla="*/ 1116924 h 1254556"/>
                <a:gd name="connsiteX26" fmla="*/ 167057 w 369672"/>
                <a:gd name="connsiteY26" fmla="*/ 1163628 h 1254556"/>
                <a:gd name="connsiteX27" fmla="*/ 169623 w 369672"/>
                <a:gd name="connsiteY27" fmla="*/ 1195621 h 1254556"/>
                <a:gd name="connsiteX28" fmla="*/ 168341 w 369672"/>
                <a:gd name="connsiteY28" fmla="*/ 1211616 h 1254556"/>
                <a:gd name="connsiteX29" fmla="*/ 169623 w 369672"/>
                <a:gd name="connsiteY29" fmla="*/ 1244293 h 1254556"/>
                <a:gd name="connsiteX30" fmla="*/ 167057 w 369672"/>
                <a:gd name="connsiteY30" fmla="*/ 1251306 h 1254556"/>
                <a:gd name="connsiteX31" fmla="*/ 39689 w 369672"/>
                <a:gd name="connsiteY31" fmla="*/ 1251905 h 1254556"/>
                <a:gd name="connsiteX32" fmla="*/ 0 w 369672"/>
                <a:gd name="connsiteY32" fmla="*/ 1241641 h 1254556"/>
                <a:gd name="connsiteX33" fmla="*/ 3849 w 369672"/>
                <a:gd name="connsiteY33" fmla="*/ 1237193 h 1254556"/>
                <a:gd name="connsiteX34" fmla="*/ 9579 w 369672"/>
                <a:gd name="connsiteY34" fmla="*/ 1226329 h 1254556"/>
                <a:gd name="connsiteX35" fmla="*/ 44138 w 369672"/>
                <a:gd name="connsiteY35" fmla="*/ 1227612 h 1254556"/>
                <a:gd name="connsiteX36" fmla="*/ 74847 w 369672"/>
                <a:gd name="connsiteY36" fmla="*/ 1200068 h 1254556"/>
                <a:gd name="connsiteX37" fmla="*/ 71681 w 369672"/>
                <a:gd name="connsiteY37" fmla="*/ 1188521 h 1254556"/>
                <a:gd name="connsiteX38" fmla="*/ 97942 w 369672"/>
                <a:gd name="connsiteY38" fmla="*/ 1086130 h 1254556"/>
                <a:gd name="connsiteX39" fmla="*/ 90928 w 369672"/>
                <a:gd name="connsiteY39" fmla="*/ 985022 h 1254556"/>
                <a:gd name="connsiteX40" fmla="*/ 90928 w 369672"/>
                <a:gd name="connsiteY40" fmla="*/ 905043 h 1254556"/>
                <a:gd name="connsiteX41" fmla="*/ 68515 w 369672"/>
                <a:gd name="connsiteY41" fmla="*/ 757829 h 1254556"/>
                <a:gd name="connsiteX42" fmla="*/ 53803 w 369672"/>
                <a:gd name="connsiteY42" fmla="*/ 668868 h 1254556"/>
                <a:gd name="connsiteX43" fmla="*/ 56883 w 369672"/>
                <a:gd name="connsiteY43" fmla="*/ 655353 h 1254556"/>
                <a:gd name="connsiteX44" fmla="*/ 55684 w 369672"/>
                <a:gd name="connsiteY44" fmla="*/ 646457 h 1254556"/>
                <a:gd name="connsiteX45" fmla="*/ 55087 w 369672"/>
                <a:gd name="connsiteY45" fmla="*/ 590770 h 1254556"/>
                <a:gd name="connsiteX46" fmla="*/ 85794 w 369672"/>
                <a:gd name="connsiteY46" fmla="*/ 542440 h 1254556"/>
                <a:gd name="connsiteX47" fmla="*/ 68175 w 369672"/>
                <a:gd name="connsiteY47" fmla="*/ 533801 h 1254556"/>
                <a:gd name="connsiteX48" fmla="*/ 68858 w 369672"/>
                <a:gd name="connsiteY48" fmla="*/ 510791 h 1254556"/>
                <a:gd name="connsiteX49" fmla="*/ 66976 w 369672"/>
                <a:gd name="connsiteY49" fmla="*/ 460237 h 1254556"/>
                <a:gd name="connsiteX50" fmla="*/ 68858 w 369672"/>
                <a:gd name="connsiteY50" fmla="*/ 439109 h 1254556"/>
                <a:gd name="connsiteX51" fmla="*/ 59878 w 369672"/>
                <a:gd name="connsiteY51" fmla="*/ 441675 h 1254556"/>
                <a:gd name="connsiteX52" fmla="*/ 40715 w 369672"/>
                <a:gd name="connsiteY52" fmla="*/ 433976 h 1254556"/>
                <a:gd name="connsiteX53" fmla="*/ 23778 w 369672"/>
                <a:gd name="connsiteY53" fmla="*/ 428502 h 1254556"/>
                <a:gd name="connsiteX54" fmla="*/ 10350 w 369672"/>
                <a:gd name="connsiteY54" fmla="*/ 393345 h 1254556"/>
                <a:gd name="connsiteX55" fmla="*/ 13257 w 369672"/>
                <a:gd name="connsiteY55" fmla="*/ 353313 h 1254556"/>
                <a:gd name="connsiteX56" fmla="*/ 21897 w 369672"/>
                <a:gd name="connsiteY56" fmla="*/ 337659 h 1254556"/>
                <a:gd name="connsiteX57" fmla="*/ 28312 w 369672"/>
                <a:gd name="connsiteY57" fmla="*/ 315590 h 1254556"/>
                <a:gd name="connsiteX58" fmla="*/ 39176 w 369672"/>
                <a:gd name="connsiteY58" fmla="*/ 305068 h 1254556"/>
                <a:gd name="connsiteX59" fmla="*/ 44651 w 369672"/>
                <a:gd name="connsiteY59" fmla="*/ 286763 h 1254556"/>
                <a:gd name="connsiteX60" fmla="*/ 58080 w 369672"/>
                <a:gd name="connsiteY60" fmla="*/ 266918 h 1254556"/>
                <a:gd name="connsiteX61" fmla="*/ 77326 w 369672"/>
                <a:gd name="connsiteY61" fmla="*/ 249639 h 1254556"/>
                <a:gd name="connsiteX62" fmla="*/ 84084 w 369672"/>
                <a:gd name="connsiteY62" fmla="*/ 242283 h 1254556"/>
                <a:gd name="connsiteX63" fmla="*/ 96915 w 369672"/>
                <a:gd name="connsiteY63" fmla="*/ 240999 h 1254556"/>
                <a:gd name="connsiteX64" fmla="*/ 108464 w 369672"/>
                <a:gd name="connsiteY64" fmla="*/ 234327 h 1254556"/>
                <a:gd name="connsiteX65" fmla="*/ 122834 w 369672"/>
                <a:gd name="connsiteY65" fmla="*/ 233044 h 1254556"/>
                <a:gd name="connsiteX66" fmla="*/ 145586 w 369672"/>
                <a:gd name="connsiteY66" fmla="*/ 215423 h 1254556"/>
                <a:gd name="connsiteX67" fmla="*/ 155510 w 369672"/>
                <a:gd name="connsiteY67" fmla="*/ 209008 h 1254556"/>
                <a:gd name="connsiteX68" fmla="*/ 159017 w 369672"/>
                <a:gd name="connsiteY68" fmla="*/ 184714 h 1254556"/>
                <a:gd name="connsiteX69" fmla="*/ 162011 w 369672"/>
                <a:gd name="connsiteY69" fmla="*/ 183089 h 1254556"/>
                <a:gd name="connsiteX70" fmla="*/ 162866 w 369672"/>
                <a:gd name="connsiteY70" fmla="*/ 154262 h 1254556"/>
                <a:gd name="connsiteX71" fmla="*/ 154568 w 369672"/>
                <a:gd name="connsiteY71" fmla="*/ 129969 h 1254556"/>
                <a:gd name="connsiteX72" fmla="*/ 147556 w 369672"/>
                <a:gd name="connsiteY72" fmla="*/ 120389 h 1254556"/>
                <a:gd name="connsiteX73" fmla="*/ 147556 w 369672"/>
                <a:gd name="connsiteY73" fmla="*/ 92845 h 1254556"/>
                <a:gd name="connsiteX74" fmla="*/ 150120 w 369672"/>
                <a:gd name="connsiteY74" fmla="*/ 83264 h 1254556"/>
                <a:gd name="connsiteX75" fmla="*/ 156536 w 369672"/>
                <a:gd name="connsiteY75" fmla="*/ 44258 h 1254556"/>
                <a:gd name="connsiteX76" fmla="*/ 164235 w 369672"/>
                <a:gd name="connsiteY76" fmla="*/ 27578 h 1254556"/>
                <a:gd name="connsiteX77" fmla="*/ 175099 w 369672"/>
                <a:gd name="connsiteY77" fmla="*/ 13464 h 1254556"/>
                <a:gd name="connsiteX78" fmla="*/ 213506 w 369672"/>
                <a:gd name="connsiteY78" fmla="*/ 35 h 1254556"/>
                <a:gd name="connsiteX79" fmla="*/ 260211 w 369672"/>
                <a:gd name="connsiteY79" fmla="*/ 30743 h 1254556"/>
                <a:gd name="connsiteX80" fmla="*/ 265342 w 369672"/>
                <a:gd name="connsiteY80" fmla="*/ 61452 h 1254556"/>
                <a:gd name="connsiteX81" fmla="*/ 262178 w 369672"/>
                <a:gd name="connsiteY81" fmla="*/ 81297 h 1254556"/>
                <a:gd name="connsiteX82" fmla="*/ 260211 w 369672"/>
                <a:gd name="connsiteY82" fmla="*/ 85745 h 1254556"/>
                <a:gd name="connsiteX83" fmla="*/ 267908 w 369672"/>
                <a:gd name="connsiteY83" fmla="*/ 86857 h 1254556"/>
                <a:gd name="connsiteX84" fmla="*/ 262092 w 369672"/>
                <a:gd name="connsiteY84" fmla="*/ 113289 h 1254556"/>
                <a:gd name="connsiteX85" fmla="*/ 251828 w 369672"/>
                <a:gd name="connsiteY85" fmla="*/ 126719 h 1254556"/>
                <a:gd name="connsiteX86" fmla="*/ 245412 w 369672"/>
                <a:gd name="connsiteY86" fmla="*/ 147847 h 1254556"/>
                <a:gd name="connsiteX87" fmla="*/ 241478 w 369672"/>
                <a:gd name="connsiteY87" fmla="*/ 160421 h 1254556"/>
                <a:gd name="connsiteX88" fmla="*/ 248319 w 369672"/>
                <a:gd name="connsiteY88" fmla="*/ 176588 h 1254556"/>
                <a:gd name="connsiteX89" fmla="*/ 252170 w 369672"/>
                <a:gd name="connsiteY89" fmla="*/ 189675 h 1254556"/>
                <a:gd name="connsiteX90" fmla="*/ 258586 w 369672"/>
                <a:gd name="connsiteY90" fmla="*/ 189334 h 1254556"/>
                <a:gd name="connsiteX91" fmla="*/ 263717 w 369672"/>
                <a:gd name="connsiteY91" fmla="*/ 191900 h 1254556"/>
                <a:gd name="connsiteX92" fmla="*/ 272014 w 369672"/>
                <a:gd name="connsiteY92" fmla="*/ 195749 h 1254556"/>
                <a:gd name="connsiteX93" fmla="*/ 309481 w 369672"/>
                <a:gd name="connsiteY93" fmla="*/ 202164 h 1254556"/>
                <a:gd name="connsiteX94" fmla="*/ 320688 w 369672"/>
                <a:gd name="connsiteY94" fmla="*/ 210804 h 1254556"/>
                <a:gd name="connsiteX95" fmla="*/ 328985 w 369672"/>
                <a:gd name="connsiteY95" fmla="*/ 220128 h 1254556"/>
                <a:gd name="connsiteX96" fmla="*/ 344380 w 369672"/>
                <a:gd name="connsiteY96" fmla="*/ 249896 h 1254556"/>
                <a:gd name="connsiteX97" fmla="*/ 348574 w 369672"/>
                <a:gd name="connsiteY97" fmla="*/ 266832 h 1254556"/>
                <a:gd name="connsiteX98" fmla="*/ 351481 w 369672"/>
                <a:gd name="connsiteY98" fmla="*/ 296942 h 1254556"/>
                <a:gd name="connsiteX99" fmla="*/ 351138 w 369672"/>
                <a:gd name="connsiteY99" fmla="*/ 316787 h 1254556"/>
                <a:gd name="connsiteX100" fmla="*/ 351138 w 369672"/>
                <a:gd name="connsiteY100" fmla="*/ 326710 h 1254556"/>
                <a:gd name="connsiteX101" fmla="*/ 343183 w 369672"/>
                <a:gd name="connsiteY101" fmla="*/ 341423 h 1254556"/>
                <a:gd name="connsiteX102" fmla="*/ 336511 w 369672"/>
                <a:gd name="connsiteY102" fmla="*/ 373757 h 1254556"/>
                <a:gd name="connsiteX103" fmla="*/ 334801 w 369672"/>
                <a:gd name="connsiteY103" fmla="*/ 378803 h 1254556"/>
                <a:gd name="connsiteX104" fmla="*/ 327529 w 369672"/>
                <a:gd name="connsiteY104" fmla="*/ 400787 h 1254556"/>
                <a:gd name="connsiteX105" fmla="*/ 321799 w 369672"/>
                <a:gd name="connsiteY105" fmla="*/ 417467 h 1254556"/>
                <a:gd name="connsiteX106" fmla="*/ 322995 w 369672"/>
                <a:gd name="connsiteY106" fmla="*/ 427818 h 1254556"/>
                <a:gd name="connsiteX107" fmla="*/ 343183 w 369672"/>
                <a:gd name="connsiteY107" fmla="*/ 489577 h 1254556"/>
                <a:gd name="connsiteX108" fmla="*/ 329753 w 369672"/>
                <a:gd name="connsiteY108" fmla="*/ 504974 h 1254556"/>
                <a:gd name="connsiteX109" fmla="*/ 320773 w 369672"/>
                <a:gd name="connsiteY109" fmla="*/ 513272 h 1254556"/>
                <a:gd name="connsiteX110" fmla="*/ 324622 w 369672"/>
                <a:gd name="connsiteY110" fmla="*/ 519687 h 1254556"/>
                <a:gd name="connsiteX111" fmla="*/ 320773 w 369672"/>
                <a:gd name="connsiteY111" fmla="*/ 525418 h 1254556"/>
                <a:gd name="connsiteX112" fmla="*/ 317522 w 369672"/>
                <a:gd name="connsiteY112" fmla="*/ 523109 h 1254556"/>
                <a:gd name="connsiteX113" fmla="*/ 321114 w 369672"/>
                <a:gd name="connsiteY113" fmla="*/ 533117 h 1254556"/>
                <a:gd name="connsiteX114" fmla="*/ 320516 w 369672"/>
                <a:gd name="connsiteY114" fmla="*/ 557410 h 1254556"/>
                <a:gd name="connsiteX115" fmla="*/ 333945 w 369672"/>
                <a:gd name="connsiteY115" fmla="*/ 591369 h 1254556"/>
                <a:gd name="connsiteX116" fmla="*/ 339335 w 369672"/>
                <a:gd name="connsiteY116" fmla="*/ 611642 h 1254556"/>
                <a:gd name="connsiteX117" fmla="*/ 333945 w 369672"/>
                <a:gd name="connsiteY117" fmla="*/ 637390 h 1254556"/>
                <a:gd name="connsiteX118" fmla="*/ 341644 w 369672"/>
                <a:gd name="connsiteY118" fmla="*/ 805731 h 1254556"/>
                <a:gd name="connsiteX119" fmla="*/ 351224 w 369672"/>
                <a:gd name="connsiteY119" fmla="*/ 891527 h 1254556"/>
                <a:gd name="connsiteX120" fmla="*/ 355672 w 369672"/>
                <a:gd name="connsiteY120" fmla="*/ 966374 h 1254556"/>
                <a:gd name="connsiteX121" fmla="*/ 364654 w 369672"/>
                <a:gd name="connsiteY121" fmla="*/ 1040623 h 1254556"/>
                <a:gd name="connsiteX122" fmla="*/ 364055 w 369672"/>
                <a:gd name="connsiteY122" fmla="*/ 1172439 h 1254556"/>
                <a:gd name="connsiteX123" fmla="*/ 352508 w 369672"/>
                <a:gd name="connsiteY123" fmla="*/ 1187751 h 1254556"/>
                <a:gd name="connsiteX124" fmla="*/ 354475 w 369672"/>
                <a:gd name="connsiteY124" fmla="*/ 1198614 h 1254556"/>
                <a:gd name="connsiteX125" fmla="*/ 355073 w 369672"/>
                <a:gd name="connsiteY125" fmla="*/ 1208879 h 1254556"/>
                <a:gd name="connsiteX126" fmla="*/ 361488 w 369672"/>
                <a:gd name="connsiteY126" fmla="*/ 1229323 h 1254556"/>
                <a:gd name="connsiteX127" fmla="*/ 367903 w 369672"/>
                <a:gd name="connsiteY127" fmla="*/ 1243351 h 1254556"/>
                <a:gd name="connsiteX128" fmla="*/ 367903 w 369672"/>
                <a:gd name="connsiteY128" fmla="*/ 1243351 h 1254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369672" h="1254556">
                  <a:moveTo>
                    <a:pt x="367392" y="1243694"/>
                  </a:moveTo>
                  <a:cubicBezTo>
                    <a:pt x="367392" y="1250109"/>
                    <a:pt x="372523" y="1254557"/>
                    <a:pt x="367392" y="1254557"/>
                  </a:cubicBezTo>
                  <a:cubicBezTo>
                    <a:pt x="362259" y="1254557"/>
                    <a:pt x="274581" y="1253274"/>
                    <a:pt x="274581" y="1253274"/>
                  </a:cubicBezTo>
                  <a:cubicBezTo>
                    <a:pt x="274581" y="1253274"/>
                    <a:pt x="273298" y="1234028"/>
                    <a:pt x="273298" y="1230863"/>
                  </a:cubicBezTo>
                  <a:cubicBezTo>
                    <a:pt x="273298" y="1227698"/>
                    <a:pt x="264316" y="1214867"/>
                    <a:pt x="265001" y="1204003"/>
                  </a:cubicBezTo>
                  <a:cubicBezTo>
                    <a:pt x="265599" y="1193140"/>
                    <a:pt x="269450" y="1198871"/>
                    <a:pt x="266883" y="1183474"/>
                  </a:cubicBezTo>
                  <a:cubicBezTo>
                    <a:pt x="264316" y="1168077"/>
                    <a:pt x="258586" y="1135486"/>
                    <a:pt x="254735" y="1118207"/>
                  </a:cubicBezTo>
                  <a:cubicBezTo>
                    <a:pt x="250886" y="1100928"/>
                    <a:pt x="247722" y="1048492"/>
                    <a:pt x="248319" y="1018382"/>
                  </a:cubicBezTo>
                  <a:cubicBezTo>
                    <a:pt x="248919" y="988358"/>
                    <a:pt x="242589" y="970395"/>
                    <a:pt x="241307" y="945417"/>
                  </a:cubicBezTo>
                  <a:cubicBezTo>
                    <a:pt x="240022" y="920440"/>
                    <a:pt x="236173" y="856456"/>
                    <a:pt x="232325" y="835328"/>
                  </a:cubicBezTo>
                  <a:cubicBezTo>
                    <a:pt x="228476" y="814200"/>
                    <a:pt x="204182" y="713092"/>
                    <a:pt x="195885" y="709927"/>
                  </a:cubicBezTo>
                  <a:cubicBezTo>
                    <a:pt x="187588" y="706762"/>
                    <a:pt x="188187" y="738754"/>
                    <a:pt x="186303" y="750900"/>
                  </a:cubicBezTo>
                  <a:cubicBezTo>
                    <a:pt x="184422" y="763047"/>
                    <a:pt x="181855" y="789308"/>
                    <a:pt x="183054" y="798888"/>
                  </a:cubicBezTo>
                  <a:cubicBezTo>
                    <a:pt x="183567" y="802395"/>
                    <a:pt x="184165" y="806501"/>
                    <a:pt x="184678" y="810778"/>
                  </a:cubicBezTo>
                  <a:cubicBezTo>
                    <a:pt x="185535" y="814371"/>
                    <a:pt x="186474" y="818648"/>
                    <a:pt x="185620" y="822582"/>
                  </a:cubicBezTo>
                  <a:lnTo>
                    <a:pt x="185363" y="823438"/>
                  </a:lnTo>
                  <a:cubicBezTo>
                    <a:pt x="185363" y="826175"/>
                    <a:pt x="184935" y="828741"/>
                    <a:pt x="184336" y="830880"/>
                  </a:cubicBezTo>
                  <a:cubicBezTo>
                    <a:pt x="183482" y="833617"/>
                    <a:pt x="183653" y="836269"/>
                    <a:pt x="184079" y="839177"/>
                  </a:cubicBezTo>
                  <a:cubicBezTo>
                    <a:pt x="185363" y="843711"/>
                    <a:pt x="187331" y="848843"/>
                    <a:pt x="186903" y="852607"/>
                  </a:cubicBezTo>
                  <a:cubicBezTo>
                    <a:pt x="186303" y="857739"/>
                    <a:pt x="187502" y="871169"/>
                    <a:pt x="184336" y="880151"/>
                  </a:cubicBezTo>
                  <a:cubicBezTo>
                    <a:pt x="181087" y="889132"/>
                    <a:pt x="179888" y="905128"/>
                    <a:pt x="179205" y="910859"/>
                  </a:cubicBezTo>
                  <a:cubicBezTo>
                    <a:pt x="178948" y="912912"/>
                    <a:pt x="178777" y="915136"/>
                    <a:pt x="178520" y="917446"/>
                  </a:cubicBezTo>
                  <a:cubicBezTo>
                    <a:pt x="178520" y="921466"/>
                    <a:pt x="178263" y="928224"/>
                    <a:pt x="177921" y="936265"/>
                  </a:cubicBezTo>
                  <a:cubicBezTo>
                    <a:pt x="177921" y="952945"/>
                    <a:pt x="177664" y="998880"/>
                    <a:pt x="176296" y="1034293"/>
                  </a:cubicBezTo>
                  <a:cubicBezTo>
                    <a:pt x="175953" y="1048834"/>
                    <a:pt x="175099" y="1064660"/>
                    <a:pt x="174072" y="1074668"/>
                  </a:cubicBezTo>
                  <a:cubicBezTo>
                    <a:pt x="172190" y="1093230"/>
                    <a:pt x="169623" y="1109910"/>
                    <a:pt x="169623" y="1116924"/>
                  </a:cubicBezTo>
                  <a:cubicBezTo>
                    <a:pt x="169623" y="1123938"/>
                    <a:pt x="168341" y="1150797"/>
                    <a:pt x="167057" y="1163628"/>
                  </a:cubicBezTo>
                  <a:cubicBezTo>
                    <a:pt x="165775" y="1176459"/>
                    <a:pt x="170908" y="1185356"/>
                    <a:pt x="169623" y="1195621"/>
                  </a:cubicBezTo>
                  <a:cubicBezTo>
                    <a:pt x="168341" y="1205885"/>
                    <a:pt x="169623" y="1205885"/>
                    <a:pt x="168341" y="1211616"/>
                  </a:cubicBezTo>
                  <a:cubicBezTo>
                    <a:pt x="167057" y="1217347"/>
                    <a:pt x="170223" y="1240443"/>
                    <a:pt x="169623" y="1244293"/>
                  </a:cubicBezTo>
                  <a:cubicBezTo>
                    <a:pt x="168941" y="1248141"/>
                    <a:pt x="167057" y="1251306"/>
                    <a:pt x="167057" y="1251306"/>
                  </a:cubicBezTo>
                  <a:lnTo>
                    <a:pt x="39689" y="1251905"/>
                  </a:lnTo>
                  <a:cubicBezTo>
                    <a:pt x="39689" y="1251905"/>
                    <a:pt x="6415" y="1248056"/>
                    <a:pt x="0" y="1241641"/>
                  </a:cubicBezTo>
                  <a:lnTo>
                    <a:pt x="3849" y="1237193"/>
                  </a:lnTo>
                  <a:cubicBezTo>
                    <a:pt x="3849" y="1237193"/>
                    <a:pt x="5131" y="1227612"/>
                    <a:pt x="9579" y="1226329"/>
                  </a:cubicBezTo>
                  <a:cubicBezTo>
                    <a:pt x="14028" y="1225046"/>
                    <a:pt x="41571" y="1230777"/>
                    <a:pt x="44138" y="1227612"/>
                  </a:cubicBezTo>
                  <a:cubicBezTo>
                    <a:pt x="46704" y="1224447"/>
                    <a:pt x="74847" y="1204602"/>
                    <a:pt x="74847" y="1200068"/>
                  </a:cubicBezTo>
                  <a:cubicBezTo>
                    <a:pt x="74847" y="1195535"/>
                    <a:pt x="72280" y="1193054"/>
                    <a:pt x="71681" y="1188521"/>
                  </a:cubicBezTo>
                  <a:cubicBezTo>
                    <a:pt x="71082" y="1184072"/>
                    <a:pt x="98540" y="1111108"/>
                    <a:pt x="97942" y="1086130"/>
                  </a:cubicBezTo>
                  <a:cubicBezTo>
                    <a:pt x="97257" y="1061152"/>
                    <a:pt x="91527" y="1015731"/>
                    <a:pt x="90928" y="985022"/>
                  </a:cubicBezTo>
                  <a:cubicBezTo>
                    <a:pt x="90328" y="954313"/>
                    <a:pt x="93494" y="913938"/>
                    <a:pt x="90928" y="905043"/>
                  </a:cubicBezTo>
                  <a:cubicBezTo>
                    <a:pt x="88361" y="896061"/>
                    <a:pt x="74333" y="788538"/>
                    <a:pt x="68515" y="757829"/>
                  </a:cubicBezTo>
                  <a:cubicBezTo>
                    <a:pt x="62785" y="727120"/>
                    <a:pt x="53205" y="674000"/>
                    <a:pt x="53803" y="668868"/>
                  </a:cubicBezTo>
                  <a:cubicBezTo>
                    <a:pt x="52948" y="664078"/>
                    <a:pt x="55258" y="658518"/>
                    <a:pt x="56883" y="655353"/>
                  </a:cubicBezTo>
                  <a:cubicBezTo>
                    <a:pt x="57397" y="651931"/>
                    <a:pt x="57311" y="648766"/>
                    <a:pt x="55684" y="646457"/>
                  </a:cubicBezTo>
                  <a:cubicBezTo>
                    <a:pt x="51835" y="640726"/>
                    <a:pt x="51238" y="611300"/>
                    <a:pt x="55087" y="590770"/>
                  </a:cubicBezTo>
                  <a:cubicBezTo>
                    <a:pt x="58936" y="570326"/>
                    <a:pt x="85794" y="563226"/>
                    <a:pt x="85794" y="542440"/>
                  </a:cubicBezTo>
                  <a:cubicBezTo>
                    <a:pt x="78782" y="542098"/>
                    <a:pt x="68515" y="538592"/>
                    <a:pt x="68175" y="533801"/>
                  </a:cubicBezTo>
                  <a:cubicBezTo>
                    <a:pt x="67832" y="529011"/>
                    <a:pt x="71424" y="526445"/>
                    <a:pt x="68858" y="510791"/>
                  </a:cubicBezTo>
                  <a:cubicBezTo>
                    <a:pt x="66293" y="495137"/>
                    <a:pt x="67233" y="473667"/>
                    <a:pt x="66976" y="460237"/>
                  </a:cubicBezTo>
                  <a:cubicBezTo>
                    <a:pt x="66634" y="446807"/>
                    <a:pt x="71424" y="440734"/>
                    <a:pt x="68858" y="439109"/>
                  </a:cubicBezTo>
                  <a:cubicBezTo>
                    <a:pt x="66293" y="437484"/>
                    <a:pt x="63127" y="441333"/>
                    <a:pt x="59878" y="441675"/>
                  </a:cubicBezTo>
                  <a:cubicBezTo>
                    <a:pt x="56626" y="442017"/>
                    <a:pt x="45163" y="437141"/>
                    <a:pt x="40715" y="433976"/>
                  </a:cubicBezTo>
                  <a:cubicBezTo>
                    <a:pt x="36269" y="430726"/>
                    <a:pt x="29168" y="433036"/>
                    <a:pt x="23778" y="428502"/>
                  </a:cubicBezTo>
                  <a:cubicBezTo>
                    <a:pt x="18305" y="424054"/>
                    <a:pt x="8723" y="416954"/>
                    <a:pt x="10350" y="393345"/>
                  </a:cubicBezTo>
                  <a:cubicBezTo>
                    <a:pt x="11975" y="369651"/>
                    <a:pt x="10350" y="360070"/>
                    <a:pt x="13257" y="353313"/>
                  </a:cubicBezTo>
                  <a:cubicBezTo>
                    <a:pt x="16166" y="346641"/>
                    <a:pt x="21214" y="342449"/>
                    <a:pt x="21897" y="337659"/>
                  </a:cubicBezTo>
                  <a:cubicBezTo>
                    <a:pt x="22496" y="332869"/>
                    <a:pt x="23778" y="320380"/>
                    <a:pt x="28312" y="315590"/>
                  </a:cubicBezTo>
                  <a:cubicBezTo>
                    <a:pt x="32760" y="310800"/>
                    <a:pt x="36609" y="308576"/>
                    <a:pt x="39176" y="305068"/>
                  </a:cubicBezTo>
                  <a:cubicBezTo>
                    <a:pt x="41742" y="301561"/>
                    <a:pt x="40800" y="294804"/>
                    <a:pt x="44651" y="286763"/>
                  </a:cubicBezTo>
                  <a:cubicBezTo>
                    <a:pt x="48500" y="278722"/>
                    <a:pt x="56455" y="272735"/>
                    <a:pt x="58080" y="266918"/>
                  </a:cubicBezTo>
                  <a:cubicBezTo>
                    <a:pt x="59706" y="261186"/>
                    <a:pt x="73477" y="251863"/>
                    <a:pt x="77326" y="249639"/>
                  </a:cubicBezTo>
                  <a:cubicBezTo>
                    <a:pt x="81177" y="247415"/>
                    <a:pt x="83059" y="242624"/>
                    <a:pt x="84084" y="242283"/>
                  </a:cubicBezTo>
                  <a:cubicBezTo>
                    <a:pt x="85026" y="241940"/>
                    <a:pt x="93066" y="244164"/>
                    <a:pt x="96915" y="240999"/>
                  </a:cubicBezTo>
                  <a:cubicBezTo>
                    <a:pt x="100764" y="237834"/>
                    <a:pt x="101363" y="233985"/>
                    <a:pt x="108464" y="234327"/>
                  </a:cubicBezTo>
                  <a:cubicBezTo>
                    <a:pt x="115478" y="234669"/>
                    <a:pt x="118043" y="237492"/>
                    <a:pt x="122834" y="233044"/>
                  </a:cubicBezTo>
                  <a:cubicBezTo>
                    <a:pt x="127624" y="228596"/>
                    <a:pt x="143022" y="219272"/>
                    <a:pt x="145586" y="215423"/>
                  </a:cubicBezTo>
                  <a:cubicBezTo>
                    <a:pt x="148153" y="211574"/>
                    <a:pt x="154911" y="212514"/>
                    <a:pt x="155510" y="209008"/>
                  </a:cubicBezTo>
                  <a:cubicBezTo>
                    <a:pt x="156193" y="205501"/>
                    <a:pt x="156193" y="187281"/>
                    <a:pt x="159017" y="184714"/>
                  </a:cubicBezTo>
                  <a:cubicBezTo>
                    <a:pt x="159359" y="184458"/>
                    <a:pt x="160387" y="183859"/>
                    <a:pt x="162011" y="183089"/>
                  </a:cubicBezTo>
                  <a:cubicBezTo>
                    <a:pt x="162694" y="174193"/>
                    <a:pt x="163807" y="156657"/>
                    <a:pt x="162866" y="154262"/>
                  </a:cubicBezTo>
                  <a:cubicBezTo>
                    <a:pt x="161583" y="151012"/>
                    <a:pt x="155168" y="138266"/>
                    <a:pt x="154568" y="129969"/>
                  </a:cubicBezTo>
                  <a:cubicBezTo>
                    <a:pt x="154568" y="129969"/>
                    <a:pt x="149437" y="127403"/>
                    <a:pt x="147556" y="120389"/>
                  </a:cubicBezTo>
                  <a:cubicBezTo>
                    <a:pt x="145672" y="113374"/>
                    <a:pt x="145672" y="98661"/>
                    <a:pt x="147556" y="92845"/>
                  </a:cubicBezTo>
                  <a:cubicBezTo>
                    <a:pt x="149437" y="87028"/>
                    <a:pt x="150720" y="85830"/>
                    <a:pt x="150120" y="83264"/>
                  </a:cubicBezTo>
                  <a:cubicBezTo>
                    <a:pt x="149523" y="80698"/>
                    <a:pt x="152002" y="55122"/>
                    <a:pt x="156536" y="44258"/>
                  </a:cubicBezTo>
                  <a:cubicBezTo>
                    <a:pt x="160984" y="33395"/>
                    <a:pt x="163550" y="32711"/>
                    <a:pt x="164235" y="27578"/>
                  </a:cubicBezTo>
                  <a:cubicBezTo>
                    <a:pt x="164833" y="22446"/>
                    <a:pt x="171933" y="17314"/>
                    <a:pt x="175099" y="13464"/>
                  </a:cubicBezTo>
                  <a:cubicBezTo>
                    <a:pt x="178263" y="9615"/>
                    <a:pt x="194943" y="1318"/>
                    <a:pt x="213506" y="35"/>
                  </a:cubicBezTo>
                  <a:cubicBezTo>
                    <a:pt x="229501" y="-1078"/>
                    <a:pt x="258329" y="25012"/>
                    <a:pt x="260211" y="30743"/>
                  </a:cubicBezTo>
                  <a:cubicBezTo>
                    <a:pt x="262178" y="36474"/>
                    <a:pt x="265342" y="54438"/>
                    <a:pt x="265342" y="61452"/>
                  </a:cubicBezTo>
                  <a:cubicBezTo>
                    <a:pt x="265342" y="68466"/>
                    <a:pt x="264059" y="76763"/>
                    <a:pt x="262178" y="81297"/>
                  </a:cubicBezTo>
                  <a:lnTo>
                    <a:pt x="260211" y="85745"/>
                  </a:lnTo>
                  <a:cubicBezTo>
                    <a:pt x="260211" y="85745"/>
                    <a:pt x="267566" y="84034"/>
                    <a:pt x="267908" y="86857"/>
                  </a:cubicBezTo>
                  <a:cubicBezTo>
                    <a:pt x="268336" y="90193"/>
                    <a:pt x="266626" y="106274"/>
                    <a:pt x="262092" y="113289"/>
                  </a:cubicBezTo>
                  <a:cubicBezTo>
                    <a:pt x="257644" y="120303"/>
                    <a:pt x="254394" y="124836"/>
                    <a:pt x="251828" y="126719"/>
                  </a:cubicBezTo>
                  <a:cubicBezTo>
                    <a:pt x="249261" y="128600"/>
                    <a:pt x="247380" y="140833"/>
                    <a:pt x="245412" y="147847"/>
                  </a:cubicBezTo>
                  <a:cubicBezTo>
                    <a:pt x="244214" y="152209"/>
                    <a:pt x="242589" y="157171"/>
                    <a:pt x="241478" y="160421"/>
                  </a:cubicBezTo>
                  <a:cubicBezTo>
                    <a:pt x="242675" y="161533"/>
                    <a:pt x="245926" y="169403"/>
                    <a:pt x="248319" y="176588"/>
                  </a:cubicBezTo>
                  <a:cubicBezTo>
                    <a:pt x="250886" y="184286"/>
                    <a:pt x="251828" y="187794"/>
                    <a:pt x="252170" y="189675"/>
                  </a:cubicBezTo>
                  <a:cubicBezTo>
                    <a:pt x="252511" y="191558"/>
                    <a:pt x="255677" y="189334"/>
                    <a:pt x="258586" y="189334"/>
                  </a:cubicBezTo>
                  <a:cubicBezTo>
                    <a:pt x="261493" y="189334"/>
                    <a:pt x="262092" y="189334"/>
                    <a:pt x="263717" y="191900"/>
                  </a:cubicBezTo>
                  <a:cubicBezTo>
                    <a:pt x="265342" y="194466"/>
                    <a:pt x="265941" y="194124"/>
                    <a:pt x="272014" y="195749"/>
                  </a:cubicBezTo>
                  <a:cubicBezTo>
                    <a:pt x="278087" y="197374"/>
                    <a:pt x="305290" y="200881"/>
                    <a:pt x="309481" y="202164"/>
                  </a:cubicBezTo>
                  <a:cubicBezTo>
                    <a:pt x="313673" y="203447"/>
                    <a:pt x="318121" y="205329"/>
                    <a:pt x="320688" y="210804"/>
                  </a:cubicBezTo>
                  <a:cubicBezTo>
                    <a:pt x="323252" y="216278"/>
                    <a:pt x="324536" y="217818"/>
                    <a:pt x="328985" y="220128"/>
                  </a:cubicBezTo>
                  <a:cubicBezTo>
                    <a:pt x="333433" y="222352"/>
                    <a:pt x="343098" y="229366"/>
                    <a:pt x="344380" y="249896"/>
                  </a:cubicBezTo>
                  <a:cubicBezTo>
                    <a:pt x="344380" y="249896"/>
                    <a:pt x="348828" y="257594"/>
                    <a:pt x="348574" y="266832"/>
                  </a:cubicBezTo>
                  <a:cubicBezTo>
                    <a:pt x="348231" y="276156"/>
                    <a:pt x="350455" y="288303"/>
                    <a:pt x="351481" y="296942"/>
                  </a:cubicBezTo>
                  <a:cubicBezTo>
                    <a:pt x="352422" y="305581"/>
                    <a:pt x="351481" y="311655"/>
                    <a:pt x="351138" y="316787"/>
                  </a:cubicBezTo>
                  <a:cubicBezTo>
                    <a:pt x="350796" y="321920"/>
                    <a:pt x="353362" y="321920"/>
                    <a:pt x="351138" y="326710"/>
                  </a:cubicBezTo>
                  <a:cubicBezTo>
                    <a:pt x="348914" y="331500"/>
                    <a:pt x="344723" y="333724"/>
                    <a:pt x="343183" y="341423"/>
                  </a:cubicBezTo>
                  <a:cubicBezTo>
                    <a:pt x="341559" y="349121"/>
                    <a:pt x="338992" y="364775"/>
                    <a:pt x="336511" y="373757"/>
                  </a:cubicBezTo>
                  <a:cubicBezTo>
                    <a:pt x="336083" y="375125"/>
                    <a:pt x="335486" y="376836"/>
                    <a:pt x="334801" y="378803"/>
                  </a:cubicBezTo>
                  <a:cubicBezTo>
                    <a:pt x="331209" y="390266"/>
                    <a:pt x="327786" y="398050"/>
                    <a:pt x="327529" y="400787"/>
                  </a:cubicBezTo>
                  <a:cubicBezTo>
                    <a:pt x="327103" y="406262"/>
                    <a:pt x="322312" y="416355"/>
                    <a:pt x="321799" y="417467"/>
                  </a:cubicBezTo>
                  <a:cubicBezTo>
                    <a:pt x="321285" y="423797"/>
                    <a:pt x="321884" y="424396"/>
                    <a:pt x="322995" y="427818"/>
                  </a:cubicBezTo>
                  <a:cubicBezTo>
                    <a:pt x="324280" y="431667"/>
                    <a:pt x="345408" y="481280"/>
                    <a:pt x="343183" y="489577"/>
                  </a:cubicBezTo>
                  <a:cubicBezTo>
                    <a:pt x="340959" y="497875"/>
                    <a:pt x="336169" y="498901"/>
                    <a:pt x="329753" y="504974"/>
                  </a:cubicBezTo>
                  <a:cubicBezTo>
                    <a:pt x="323338" y="511048"/>
                    <a:pt x="320174" y="511390"/>
                    <a:pt x="320773" y="513272"/>
                  </a:cubicBezTo>
                  <a:cubicBezTo>
                    <a:pt x="321370" y="515153"/>
                    <a:pt x="325219" y="516437"/>
                    <a:pt x="324622" y="519687"/>
                  </a:cubicBezTo>
                  <a:cubicBezTo>
                    <a:pt x="324023" y="522852"/>
                    <a:pt x="322055" y="525162"/>
                    <a:pt x="320773" y="525418"/>
                  </a:cubicBezTo>
                  <a:cubicBezTo>
                    <a:pt x="320516" y="525418"/>
                    <a:pt x="319318" y="524563"/>
                    <a:pt x="317522" y="523109"/>
                  </a:cubicBezTo>
                  <a:cubicBezTo>
                    <a:pt x="320003" y="526445"/>
                    <a:pt x="321114" y="529439"/>
                    <a:pt x="321114" y="533117"/>
                  </a:cubicBezTo>
                  <a:cubicBezTo>
                    <a:pt x="321114" y="540131"/>
                    <a:pt x="318549" y="549712"/>
                    <a:pt x="320516" y="557410"/>
                  </a:cubicBezTo>
                  <a:cubicBezTo>
                    <a:pt x="322398" y="565109"/>
                    <a:pt x="330096" y="582987"/>
                    <a:pt x="333945" y="591369"/>
                  </a:cubicBezTo>
                  <a:cubicBezTo>
                    <a:pt x="337796" y="599666"/>
                    <a:pt x="343183" y="604628"/>
                    <a:pt x="339335" y="611642"/>
                  </a:cubicBezTo>
                  <a:cubicBezTo>
                    <a:pt x="335486" y="618656"/>
                    <a:pt x="333347" y="627210"/>
                    <a:pt x="333945" y="637390"/>
                  </a:cubicBezTo>
                  <a:cubicBezTo>
                    <a:pt x="334544" y="647654"/>
                    <a:pt x="340360" y="782721"/>
                    <a:pt x="341644" y="805731"/>
                  </a:cubicBezTo>
                  <a:cubicBezTo>
                    <a:pt x="342927" y="828741"/>
                    <a:pt x="350626" y="874249"/>
                    <a:pt x="351224" y="891527"/>
                  </a:cubicBezTo>
                  <a:cubicBezTo>
                    <a:pt x="351909" y="908806"/>
                    <a:pt x="353105" y="947812"/>
                    <a:pt x="355672" y="966374"/>
                  </a:cubicBezTo>
                  <a:cubicBezTo>
                    <a:pt x="358239" y="984937"/>
                    <a:pt x="358239" y="1023344"/>
                    <a:pt x="364654" y="1040623"/>
                  </a:cubicBezTo>
                  <a:cubicBezTo>
                    <a:pt x="371069" y="1057902"/>
                    <a:pt x="365339" y="1163458"/>
                    <a:pt x="364055" y="1172439"/>
                  </a:cubicBezTo>
                  <a:cubicBezTo>
                    <a:pt x="362772" y="1181421"/>
                    <a:pt x="352508" y="1187751"/>
                    <a:pt x="352508" y="1187751"/>
                  </a:cubicBezTo>
                  <a:cubicBezTo>
                    <a:pt x="352508" y="1187751"/>
                    <a:pt x="352508" y="1191600"/>
                    <a:pt x="354475" y="1198614"/>
                  </a:cubicBezTo>
                  <a:cubicBezTo>
                    <a:pt x="356357" y="1205629"/>
                    <a:pt x="355073" y="1208879"/>
                    <a:pt x="355073" y="1208879"/>
                  </a:cubicBezTo>
                  <a:cubicBezTo>
                    <a:pt x="355073" y="1208879"/>
                    <a:pt x="358239" y="1225474"/>
                    <a:pt x="361488" y="1229323"/>
                  </a:cubicBezTo>
                  <a:cubicBezTo>
                    <a:pt x="364654" y="1233172"/>
                    <a:pt x="367903" y="1237021"/>
                    <a:pt x="367903" y="1243351"/>
                  </a:cubicBezTo>
                  <a:lnTo>
                    <a:pt x="367903" y="1243351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904AE95-6B1F-806C-85BC-440BBE5ED7EF}"/>
                </a:ext>
              </a:extLst>
            </p:cNvPr>
            <p:cNvSpPr/>
            <p:nvPr/>
          </p:nvSpPr>
          <p:spPr>
            <a:xfrm>
              <a:off x="6932281" y="5564368"/>
              <a:ext cx="489100" cy="1250418"/>
            </a:xfrm>
            <a:custGeom>
              <a:avLst/>
              <a:gdLst>
                <a:gd name="connsiteX0" fmla="*/ 451447 w 489100"/>
                <a:gd name="connsiteY0" fmla="*/ 681586 h 1250418"/>
                <a:gd name="connsiteX1" fmla="*/ 441097 w 489100"/>
                <a:gd name="connsiteY1" fmla="*/ 679191 h 1250418"/>
                <a:gd name="connsiteX2" fmla="*/ 441097 w 489100"/>
                <a:gd name="connsiteY2" fmla="*/ 688258 h 1250418"/>
                <a:gd name="connsiteX3" fmla="*/ 441782 w 489100"/>
                <a:gd name="connsiteY3" fmla="*/ 689113 h 1250418"/>
                <a:gd name="connsiteX4" fmla="*/ 448794 w 489100"/>
                <a:gd name="connsiteY4" fmla="*/ 687231 h 1250418"/>
                <a:gd name="connsiteX5" fmla="*/ 451447 w 489100"/>
                <a:gd name="connsiteY5" fmla="*/ 681586 h 1250418"/>
                <a:gd name="connsiteX6" fmla="*/ 451447 w 489100"/>
                <a:gd name="connsiteY6" fmla="*/ 681586 h 1250418"/>
                <a:gd name="connsiteX7" fmla="*/ 435366 w 489100"/>
                <a:gd name="connsiteY7" fmla="*/ 710669 h 1250418"/>
                <a:gd name="connsiteX8" fmla="*/ 425357 w 489100"/>
                <a:gd name="connsiteY8" fmla="*/ 714005 h 1250418"/>
                <a:gd name="connsiteX9" fmla="*/ 424674 w 489100"/>
                <a:gd name="connsiteY9" fmla="*/ 694588 h 1250418"/>
                <a:gd name="connsiteX10" fmla="*/ 424331 w 489100"/>
                <a:gd name="connsiteY10" fmla="*/ 656437 h 1250418"/>
                <a:gd name="connsiteX11" fmla="*/ 427153 w 489100"/>
                <a:gd name="connsiteY11" fmla="*/ 646086 h 1250418"/>
                <a:gd name="connsiteX12" fmla="*/ 423818 w 489100"/>
                <a:gd name="connsiteY12" fmla="*/ 642066 h 1250418"/>
                <a:gd name="connsiteX13" fmla="*/ 421850 w 489100"/>
                <a:gd name="connsiteY13" fmla="*/ 603402 h 1250418"/>
                <a:gd name="connsiteX14" fmla="*/ 414835 w 489100"/>
                <a:gd name="connsiteY14" fmla="*/ 564739 h 1250418"/>
                <a:gd name="connsiteX15" fmla="*/ 410216 w 489100"/>
                <a:gd name="connsiteY15" fmla="*/ 546262 h 1250418"/>
                <a:gd name="connsiteX16" fmla="*/ 410045 w 489100"/>
                <a:gd name="connsiteY16" fmla="*/ 547887 h 1250418"/>
                <a:gd name="connsiteX17" fmla="*/ 412868 w 489100"/>
                <a:gd name="connsiteY17" fmla="*/ 588433 h 1250418"/>
                <a:gd name="connsiteX18" fmla="*/ 418344 w 489100"/>
                <a:gd name="connsiteY18" fmla="*/ 631117 h 1250418"/>
                <a:gd name="connsiteX19" fmla="*/ 420311 w 489100"/>
                <a:gd name="connsiteY19" fmla="*/ 674743 h 1250418"/>
                <a:gd name="connsiteX20" fmla="*/ 420823 w 489100"/>
                <a:gd name="connsiteY20" fmla="*/ 687830 h 1250418"/>
                <a:gd name="connsiteX21" fmla="*/ 421850 w 489100"/>
                <a:gd name="connsiteY21" fmla="*/ 705879 h 1250418"/>
                <a:gd name="connsiteX22" fmla="*/ 415349 w 489100"/>
                <a:gd name="connsiteY22" fmla="*/ 709386 h 1250418"/>
                <a:gd name="connsiteX23" fmla="*/ 412868 w 489100"/>
                <a:gd name="connsiteY23" fmla="*/ 727948 h 1250418"/>
                <a:gd name="connsiteX24" fmla="*/ 409362 w 489100"/>
                <a:gd name="connsiteY24" fmla="*/ 749504 h 1250418"/>
                <a:gd name="connsiteX25" fmla="*/ 407906 w 489100"/>
                <a:gd name="connsiteY25" fmla="*/ 771573 h 1250418"/>
                <a:gd name="connsiteX26" fmla="*/ 406881 w 489100"/>
                <a:gd name="connsiteY26" fmla="*/ 802709 h 1250418"/>
                <a:gd name="connsiteX27" fmla="*/ 406367 w 489100"/>
                <a:gd name="connsiteY27" fmla="*/ 832819 h 1250418"/>
                <a:gd name="connsiteX28" fmla="*/ 408848 w 489100"/>
                <a:gd name="connsiteY28" fmla="*/ 859422 h 1250418"/>
                <a:gd name="connsiteX29" fmla="*/ 410387 w 489100"/>
                <a:gd name="connsiteY29" fmla="*/ 886538 h 1250418"/>
                <a:gd name="connsiteX30" fmla="*/ 412183 w 489100"/>
                <a:gd name="connsiteY30" fmla="*/ 920326 h 1250418"/>
                <a:gd name="connsiteX31" fmla="*/ 412098 w 489100"/>
                <a:gd name="connsiteY31" fmla="*/ 856257 h 1250418"/>
                <a:gd name="connsiteX32" fmla="*/ 415777 w 489100"/>
                <a:gd name="connsiteY32" fmla="*/ 743859 h 1250418"/>
                <a:gd name="connsiteX33" fmla="*/ 424160 w 489100"/>
                <a:gd name="connsiteY33" fmla="*/ 734449 h 1250418"/>
                <a:gd name="connsiteX34" fmla="*/ 430490 w 489100"/>
                <a:gd name="connsiteY34" fmla="*/ 732482 h 1250418"/>
                <a:gd name="connsiteX35" fmla="*/ 432800 w 489100"/>
                <a:gd name="connsiteY35" fmla="*/ 730514 h 1250418"/>
                <a:gd name="connsiteX36" fmla="*/ 443492 w 489100"/>
                <a:gd name="connsiteY36" fmla="*/ 730172 h 1250418"/>
                <a:gd name="connsiteX37" fmla="*/ 440326 w 489100"/>
                <a:gd name="connsiteY37" fmla="*/ 713321 h 1250418"/>
                <a:gd name="connsiteX38" fmla="*/ 435452 w 489100"/>
                <a:gd name="connsiteY38" fmla="*/ 710754 h 1250418"/>
                <a:gd name="connsiteX39" fmla="*/ 435452 w 489100"/>
                <a:gd name="connsiteY39" fmla="*/ 710754 h 1250418"/>
                <a:gd name="connsiteX40" fmla="*/ 458804 w 489100"/>
                <a:gd name="connsiteY40" fmla="*/ 727349 h 1250418"/>
                <a:gd name="connsiteX41" fmla="*/ 466159 w 489100"/>
                <a:gd name="connsiteY41" fmla="*/ 729060 h 1250418"/>
                <a:gd name="connsiteX42" fmla="*/ 470179 w 489100"/>
                <a:gd name="connsiteY42" fmla="*/ 727093 h 1250418"/>
                <a:gd name="connsiteX43" fmla="*/ 476509 w 489100"/>
                <a:gd name="connsiteY43" fmla="*/ 730771 h 1250418"/>
                <a:gd name="connsiteX44" fmla="*/ 488914 w 489100"/>
                <a:gd name="connsiteY44" fmla="*/ 738470 h 1250418"/>
                <a:gd name="connsiteX45" fmla="*/ 483866 w 489100"/>
                <a:gd name="connsiteY45" fmla="*/ 937520 h 1250418"/>
                <a:gd name="connsiteX46" fmla="*/ 480529 w 489100"/>
                <a:gd name="connsiteY46" fmla="*/ 944534 h 1250418"/>
                <a:gd name="connsiteX47" fmla="*/ 463764 w 489100"/>
                <a:gd name="connsiteY47" fmla="*/ 959247 h 1250418"/>
                <a:gd name="connsiteX48" fmla="*/ 460429 w 489100"/>
                <a:gd name="connsiteY48" fmla="*/ 959589 h 1250418"/>
                <a:gd name="connsiteX49" fmla="*/ 457434 w 489100"/>
                <a:gd name="connsiteY49" fmla="*/ 963610 h 1250418"/>
                <a:gd name="connsiteX50" fmla="*/ 453756 w 489100"/>
                <a:gd name="connsiteY50" fmla="*/ 959931 h 1250418"/>
                <a:gd name="connsiteX51" fmla="*/ 424674 w 489100"/>
                <a:gd name="connsiteY51" fmla="*/ 957878 h 1250418"/>
                <a:gd name="connsiteX52" fmla="*/ 421679 w 489100"/>
                <a:gd name="connsiteY52" fmla="*/ 961899 h 1250418"/>
                <a:gd name="connsiteX53" fmla="*/ 415606 w 489100"/>
                <a:gd name="connsiteY53" fmla="*/ 958391 h 1250418"/>
                <a:gd name="connsiteX54" fmla="*/ 416803 w 489100"/>
                <a:gd name="connsiteY54" fmla="*/ 971821 h 1250418"/>
                <a:gd name="connsiteX55" fmla="*/ 421850 w 489100"/>
                <a:gd name="connsiteY55" fmla="*/ 1017499 h 1250418"/>
                <a:gd name="connsiteX56" fmla="*/ 423818 w 489100"/>
                <a:gd name="connsiteY56" fmla="*/ 1065658 h 1250418"/>
                <a:gd name="connsiteX57" fmla="*/ 416803 w 489100"/>
                <a:gd name="connsiteY57" fmla="*/ 1108342 h 1250418"/>
                <a:gd name="connsiteX58" fmla="*/ 411329 w 489100"/>
                <a:gd name="connsiteY58" fmla="*/ 1145979 h 1250418"/>
                <a:gd name="connsiteX59" fmla="*/ 411329 w 489100"/>
                <a:gd name="connsiteY59" fmla="*/ 1162574 h 1250418"/>
                <a:gd name="connsiteX60" fmla="*/ 416375 w 489100"/>
                <a:gd name="connsiteY60" fmla="*/ 1166595 h 1250418"/>
                <a:gd name="connsiteX61" fmla="*/ 426384 w 489100"/>
                <a:gd name="connsiteY61" fmla="*/ 1177116 h 1250418"/>
                <a:gd name="connsiteX62" fmla="*/ 426384 w 489100"/>
                <a:gd name="connsiteY62" fmla="*/ 1192684 h 1250418"/>
                <a:gd name="connsiteX63" fmla="*/ 421850 w 489100"/>
                <a:gd name="connsiteY63" fmla="*/ 1210220 h 1250418"/>
                <a:gd name="connsiteX64" fmla="*/ 426384 w 489100"/>
                <a:gd name="connsiteY64" fmla="*/ 1215694 h 1250418"/>
                <a:gd name="connsiteX65" fmla="*/ 442978 w 489100"/>
                <a:gd name="connsiteY65" fmla="*/ 1220228 h 1250418"/>
                <a:gd name="connsiteX66" fmla="*/ 456066 w 489100"/>
                <a:gd name="connsiteY66" fmla="*/ 1224248 h 1250418"/>
                <a:gd name="connsiteX67" fmla="*/ 461540 w 489100"/>
                <a:gd name="connsiteY67" fmla="*/ 1236822 h 1250418"/>
                <a:gd name="connsiteX68" fmla="*/ 464021 w 489100"/>
                <a:gd name="connsiteY68" fmla="*/ 1244350 h 1250418"/>
                <a:gd name="connsiteX69" fmla="*/ 459487 w 489100"/>
                <a:gd name="connsiteY69" fmla="*/ 1249825 h 1250418"/>
                <a:gd name="connsiteX70" fmla="*/ 322452 w 489100"/>
                <a:gd name="connsiteY70" fmla="*/ 1248285 h 1250418"/>
                <a:gd name="connsiteX71" fmla="*/ 325961 w 489100"/>
                <a:gd name="connsiteY71" fmla="*/ 1227242 h 1250418"/>
                <a:gd name="connsiteX72" fmla="*/ 326475 w 489100"/>
                <a:gd name="connsiteY72" fmla="*/ 1215181 h 1250418"/>
                <a:gd name="connsiteX73" fmla="*/ 328953 w 489100"/>
                <a:gd name="connsiteY73" fmla="*/ 1210647 h 1250418"/>
                <a:gd name="connsiteX74" fmla="*/ 331434 w 489100"/>
                <a:gd name="connsiteY74" fmla="*/ 1199100 h 1250418"/>
                <a:gd name="connsiteX75" fmla="*/ 333402 w 489100"/>
                <a:gd name="connsiteY75" fmla="*/ 1188065 h 1250418"/>
                <a:gd name="connsiteX76" fmla="*/ 320828 w 489100"/>
                <a:gd name="connsiteY76" fmla="*/ 1110310 h 1250418"/>
                <a:gd name="connsiteX77" fmla="*/ 317835 w 489100"/>
                <a:gd name="connsiteY77" fmla="*/ 988416 h 1250418"/>
                <a:gd name="connsiteX78" fmla="*/ 309280 w 489100"/>
                <a:gd name="connsiteY78" fmla="*/ 915622 h 1250418"/>
                <a:gd name="connsiteX79" fmla="*/ 297219 w 489100"/>
                <a:gd name="connsiteY79" fmla="*/ 860962 h 1250418"/>
                <a:gd name="connsiteX80" fmla="*/ 282677 w 489100"/>
                <a:gd name="connsiteY80" fmla="*/ 821871 h 1250418"/>
                <a:gd name="connsiteX81" fmla="*/ 269675 w 489100"/>
                <a:gd name="connsiteY81" fmla="*/ 763618 h 1250418"/>
                <a:gd name="connsiteX82" fmla="*/ 260609 w 489100"/>
                <a:gd name="connsiteY82" fmla="*/ 731028 h 1250418"/>
                <a:gd name="connsiteX83" fmla="*/ 251541 w 489100"/>
                <a:gd name="connsiteY83" fmla="*/ 745569 h 1250418"/>
                <a:gd name="connsiteX84" fmla="*/ 244527 w 489100"/>
                <a:gd name="connsiteY84" fmla="*/ 767638 h 1250418"/>
                <a:gd name="connsiteX85" fmla="*/ 228958 w 489100"/>
                <a:gd name="connsiteY85" fmla="*/ 822298 h 1250418"/>
                <a:gd name="connsiteX86" fmla="*/ 218951 w 489100"/>
                <a:gd name="connsiteY86" fmla="*/ 865923 h 1250418"/>
                <a:gd name="connsiteX87" fmla="*/ 204408 w 489100"/>
                <a:gd name="connsiteY87" fmla="*/ 902021 h 1250418"/>
                <a:gd name="connsiteX88" fmla="*/ 194828 w 489100"/>
                <a:gd name="connsiteY88" fmla="*/ 938119 h 1250418"/>
                <a:gd name="connsiteX89" fmla="*/ 186274 w 489100"/>
                <a:gd name="connsiteY89" fmla="*/ 959675 h 1250418"/>
                <a:gd name="connsiteX90" fmla="*/ 184221 w 489100"/>
                <a:gd name="connsiteY90" fmla="*/ 980033 h 1250418"/>
                <a:gd name="connsiteX91" fmla="*/ 183793 w 489100"/>
                <a:gd name="connsiteY91" fmla="*/ 982257 h 1250418"/>
                <a:gd name="connsiteX92" fmla="*/ 179260 w 489100"/>
                <a:gd name="connsiteY92" fmla="*/ 1004839 h 1250418"/>
                <a:gd name="connsiteX93" fmla="*/ 173700 w 489100"/>
                <a:gd name="connsiteY93" fmla="*/ 1050518 h 1250418"/>
                <a:gd name="connsiteX94" fmla="*/ 164205 w 489100"/>
                <a:gd name="connsiteY94" fmla="*/ 1097137 h 1250418"/>
                <a:gd name="connsiteX95" fmla="*/ 152144 w 489100"/>
                <a:gd name="connsiteY95" fmla="*/ 1134261 h 1250418"/>
                <a:gd name="connsiteX96" fmla="*/ 145643 w 489100"/>
                <a:gd name="connsiteY96" fmla="*/ 1164884 h 1250418"/>
                <a:gd name="connsiteX97" fmla="*/ 149663 w 489100"/>
                <a:gd name="connsiteY97" fmla="*/ 1180452 h 1250418"/>
                <a:gd name="connsiteX98" fmla="*/ 145643 w 489100"/>
                <a:gd name="connsiteY98" fmla="*/ 1221597 h 1250418"/>
                <a:gd name="connsiteX99" fmla="*/ 141109 w 489100"/>
                <a:gd name="connsiteY99" fmla="*/ 1232631 h 1250418"/>
                <a:gd name="connsiteX100" fmla="*/ 141109 w 489100"/>
                <a:gd name="connsiteY100" fmla="*/ 1248199 h 1250418"/>
                <a:gd name="connsiteX101" fmla="*/ 126054 w 489100"/>
                <a:gd name="connsiteY101" fmla="*/ 1249226 h 1250418"/>
                <a:gd name="connsiteX102" fmla="*/ 12630 w 489100"/>
                <a:gd name="connsiteY102" fmla="*/ 1247258 h 1250418"/>
                <a:gd name="connsiteX103" fmla="*/ 54 w 489100"/>
                <a:gd name="connsiteY103" fmla="*/ 1239218 h 1250418"/>
                <a:gd name="connsiteX104" fmla="*/ 6043 w 489100"/>
                <a:gd name="connsiteY104" fmla="*/ 1232203 h 1250418"/>
                <a:gd name="connsiteX105" fmla="*/ 10576 w 489100"/>
                <a:gd name="connsiteY105" fmla="*/ 1221169 h 1250418"/>
                <a:gd name="connsiteX106" fmla="*/ 39147 w 489100"/>
                <a:gd name="connsiteY106" fmla="*/ 1210134 h 1250418"/>
                <a:gd name="connsiteX107" fmla="*/ 65235 w 489100"/>
                <a:gd name="connsiteY107" fmla="*/ 1176517 h 1250418"/>
                <a:gd name="connsiteX108" fmla="*/ 67204 w 489100"/>
                <a:gd name="connsiteY108" fmla="*/ 1163002 h 1250418"/>
                <a:gd name="connsiteX109" fmla="*/ 63696 w 489100"/>
                <a:gd name="connsiteY109" fmla="*/ 1092774 h 1250418"/>
                <a:gd name="connsiteX110" fmla="*/ 87818 w 489100"/>
                <a:gd name="connsiteY110" fmla="*/ 935210 h 1250418"/>
                <a:gd name="connsiteX111" fmla="*/ 95346 w 489100"/>
                <a:gd name="connsiteY111" fmla="*/ 791162 h 1250418"/>
                <a:gd name="connsiteX112" fmla="*/ 100820 w 489100"/>
                <a:gd name="connsiteY112" fmla="*/ 669781 h 1250418"/>
                <a:gd name="connsiteX113" fmla="*/ 101847 w 489100"/>
                <a:gd name="connsiteY113" fmla="*/ 644718 h 1250418"/>
                <a:gd name="connsiteX114" fmla="*/ 90812 w 489100"/>
                <a:gd name="connsiteY114" fmla="*/ 641211 h 1250418"/>
                <a:gd name="connsiteX115" fmla="*/ 70283 w 489100"/>
                <a:gd name="connsiteY115" fmla="*/ 592026 h 1250418"/>
                <a:gd name="connsiteX116" fmla="*/ 65749 w 489100"/>
                <a:gd name="connsiteY116" fmla="*/ 555842 h 1250418"/>
                <a:gd name="connsiteX117" fmla="*/ 62670 w 489100"/>
                <a:gd name="connsiteY117" fmla="*/ 516238 h 1250418"/>
                <a:gd name="connsiteX118" fmla="*/ 60703 w 489100"/>
                <a:gd name="connsiteY118" fmla="*/ 462091 h 1250418"/>
                <a:gd name="connsiteX119" fmla="*/ 64723 w 489100"/>
                <a:gd name="connsiteY119" fmla="*/ 431981 h 1250418"/>
                <a:gd name="connsiteX120" fmla="*/ 68743 w 489100"/>
                <a:gd name="connsiteY120" fmla="*/ 392804 h 1250418"/>
                <a:gd name="connsiteX121" fmla="*/ 77811 w 489100"/>
                <a:gd name="connsiteY121" fmla="*/ 322063 h 1250418"/>
                <a:gd name="connsiteX122" fmla="*/ 90812 w 489100"/>
                <a:gd name="connsiteY122" fmla="*/ 242768 h 1250418"/>
                <a:gd name="connsiteX123" fmla="*/ 99879 w 489100"/>
                <a:gd name="connsiteY123" fmla="*/ 214711 h 1250418"/>
                <a:gd name="connsiteX124" fmla="*/ 154026 w 489100"/>
                <a:gd name="connsiteY124" fmla="*/ 191102 h 1250418"/>
                <a:gd name="connsiteX125" fmla="*/ 174128 w 489100"/>
                <a:gd name="connsiteY125" fmla="*/ 184601 h 1250418"/>
                <a:gd name="connsiteX126" fmla="*/ 194230 w 489100"/>
                <a:gd name="connsiteY126" fmla="*/ 179554 h 1250418"/>
                <a:gd name="connsiteX127" fmla="*/ 216299 w 489100"/>
                <a:gd name="connsiteY127" fmla="*/ 161505 h 1250418"/>
                <a:gd name="connsiteX128" fmla="*/ 217239 w 489100"/>
                <a:gd name="connsiteY128" fmla="*/ 161078 h 1250418"/>
                <a:gd name="connsiteX129" fmla="*/ 219292 w 489100"/>
                <a:gd name="connsiteY129" fmla="*/ 157998 h 1250418"/>
                <a:gd name="connsiteX130" fmla="*/ 225281 w 489100"/>
                <a:gd name="connsiteY130" fmla="*/ 155176 h 1250418"/>
                <a:gd name="connsiteX131" fmla="*/ 213562 w 489100"/>
                <a:gd name="connsiteY131" fmla="*/ 125664 h 1250418"/>
                <a:gd name="connsiteX132" fmla="*/ 205521 w 489100"/>
                <a:gd name="connsiteY132" fmla="*/ 123611 h 1250418"/>
                <a:gd name="connsiteX133" fmla="*/ 195513 w 489100"/>
                <a:gd name="connsiteY133" fmla="*/ 94870 h 1250418"/>
                <a:gd name="connsiteX134" fmla="*/ 202869 w 489100"/>
                <a:gd name="connsiteY134" fmla="*/ 91534 h 1250418"/>
                <a:gd name="connsiteX135" fmla="*/ 200901 w 489100"/>
                <a:gd name="connsiteY135" fmla="*/ 80842 h 1250418"/>
                <a:gd name="connsiteX136" fmla="*/ 241704 w 489100"/>
                <a:gd name="connsiteY136" fmla="*/ 1888 h 1250418"/>
                <a:gd name="connsiteX137" fmla="*/ 308596 w 489100"/>
                <a:gd name="connsiteY137" fmla="*/ 69465 h 1250418"/>
                <a:gd name="connsiteX138" fmla="*/ 317236 w 489100"/>
                <a:gd name="connsiteY138" fmla="*/ 72801 h 1250418"/>
                <a:gd name="connsiteX139" fmla="*/ 311247 w 489100"/>
                <a:gd name="connsiteY139" fmla="*/ 105562 h 1250418"/>
                <a:gd name="connsiteX140" fmla="*/ 305174 w 489100"/>
                <a:gd name="connsiteY140" fmla="*/ 106247 h 1250418"/>
                <a:gd name="connsiteX141" fmla="*/ 303207 w 489100"/>
                <a:gd name="connsiteY141" fmla="*/ 118308 h 1250418"/>
                <a:gd name="connsiteX142" fmla="*/ 305174 w 489100"/>
                <a:gd name="connsiteY142" fmla="*/ 135672 h 1250418"/>
                <a:gd name="connsiteX143" fmla="*/ 304405 w 489100"/>
                <a:gd name="connsiteY143" fmla="*/ 148332 h 1250418"/>
                <a:gd name="connsiteX144" fmla="*/ 304576 w 489100"/>
                <a:gd name="connsiteY144" fmla="*/ 148332 h 1250418"/>
                <a:gd name="connsiteX145" fmla="*/ 308168 w 489100"/>
                <a:gd name="connsiteY145" fmla="*/ 155004 h 1250418"/>
                <a:gd name="connsiteX146" fmla="*/ 310050 w 489100"/>
                <a:gd name="connsiteY146" fmla="*/ 156373 h 1250418"/>
                <a:gd name="connsiteX147" fmla="*/ 335112 w 489100"/>
                <a:gd name="connsiteY147" fmla="*/ 176475 h 1250418"/>
                <a:gd name="connsiteX148" fmla="*/ 352648 w 489100"/>
                <a:gd name="connsiteY148" fmla="*/ 181008 h 1250418"/>
                <a:gd name="connsiteX149" fmla="*/ 404314 w 489100"/>
                <a:gd name="connsiteY149" fmla="*/ 199571 h 1250418"/>
                <a:gd name="connsiteX150" fmla="*/ 422876 w 489100"/>
                <a:gd name="connsiteY150" fmla="*/ 206071 h 1250418"/>
                <a:gd name="connsiteX151" fmla="*/ 430404 w 489100"/>
                <a:gd name="connsiteY151" fmla="*/ 211118 h 1250418"/>
                <a:gd name="connsiteX152" fmla="*/ 439472 w 489100"/>
                <a:gd name="connsiteY152" fmla="*/ 246189 h 1250418"/>
                <a:gd name="connsiteX153" fmla="*/ 439472 w 489100"/>
                <a:gd name="connsiteY153" fmla="*/ 267232 h 1250418"/>
                <a:gd name="connsiteX154" fmla="*/ 448538 w 489100"/>
                <a:gd name="connsiteY154" fmla="*/ 306923 h 1250418"/>
                <a:gd name="connsiteX155" fmla="*/ 452046 w 489100"/>
                <a:gd name="connsiteY155" fmla="*/ 334979 h 1250418"/>
                <a:gd name="connsiteX156" fmla="*/ 457091 w 489100"/>
                <a:gd name="connsiteY156" fmla="*/ 366629 h 1250418"/>
                <a:gd name="connsiteX157" fmla="*/ 458547 w 489100"/>
                <a:gd name="connsiteY157" fmla="*/ 390666 h 1250418"/>
                <a:gd name="connsiteX158" fmla="*/ 465560 w 489100"/>
                <a:gd name="connsiteY158" fmla="*/ 432836 h 1250418"/>
                <a:gd name="connsiteX159" fmla="*/ 468555 w 489100"/>
                <a:gd name="connsiteY159" fmla="*/ 461407 h 1250418"/>
                <a:gd name="connsiteX160" fmla="*/ 472061 w 489100"/>
                <a:gd name="connsiteY160" fmla="*/ 482963 h 1250418"/>
                <a:gd name="connsiteX161" fmla="*/ 479076 w 489100"/>
                <a:gd name="connsiteY161" fmla="*/ 560718 h 1250418"/>
                <a:gd name="connsiteX162" fmla="*/ 484123 w 489100"/>
                <a:gd name="connsiteY162" fmla="*/ 621452 h 1250418"/>
                <a:gd name="connsiteX163" fmla="*/ 482668 w 489100"/>
                <a:gd name="connsiteY163" fmla="*/ 645488 h 1250418"/>
                <a:gd name="connsiteX164" fmla="*/ 478990 w 489100"/>
                <a:gd name="connsiteY164" fmla="*/ 650193 h 1250418"/>
                <a:gd name="connsiteX165" fmla="*/ 477622 w 489100"/>
                <a:gd name="connsiteY165" fmla="*/ 657549 h 1250418"/>
                <a:gd name="connsiteX166" fmla="*/ 476338 w 489100"/>
                <a:gd name="connsiteY166" fmla="*/ 657720 h 1250418"/>
                <a:gd name="connsiteX167" fmla="*/ 478136 w 489100"/>
                <a:gd name="connsiteY167" fmla="*/ 673117 h 1250418"/>
                <a:gd name="connsiteX168" fmla="*/ 475141 w 489100"/>
                <a:gd name="connsiteY168" fmla="*/ 687146 h 1250418"/>
                <a:gd name="connsiteX169" fmla="*/ 468469 w 489100"/>
                <a:gd name="connsiteY169" fmla="*/ 703569 h 1250418"/>
                <a:gd name="connsiteX170" fmla="*/ 466416 w 489100"/>
                <a:gd name="connsiteY170" fmla="*/ 716913 h 1250418"/>
                <a:gd name="connsiteX171" fmla="*/ 456323 w 489100"/>
                <a:gd name="connsiteY171" fmla="*/ 719736 h 1250418"/>
                <a:gd name="connsiteX172" fmla="*/ 456323 w 489100"/>
                <a:gd name="connsiteY172" fmla="*/ 720250 h 1250418"/>
                <a:gd name="connsiteX173" fmla="*/ 458376 w 489100"/>
                <a:gd name="connsiteY173" fmla="*/ 727264 h 1250418"/>
                <a:gd name="connsiteX174" fmla="*/ 458376 w 489100"/>
                <a:gd name="connsiteY174" fmla="*/ 727264 h 1250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</a:cxnLst>
              <a:rect l="l" t="t" r="r" b="b"/>
              <a:pathLst>
                <a:path w="489100" h="1250418">
                  <a:moveTo>
                    <a:pt x="451447" y="681586"/>
                  </a:moveTo>
                  <a:cubicBezTo>
                    <a:pt x="451447" y="679191"/>
                    <a:pt x="443749" y="679191"/>
                    <a:pt x="441097" y="679191"/>
                  </a:cubicBezTo>
                  <a:cubicBezTo>
                    <a:pt x="441097" y="679191"/>
                    <a:pt x="440754" y="686205"/>
                    <a:pt x="441097" y="688258"/>
                  </a:cubicBezTo>
                  <a:lnTo>
                    <a:pt x="441782" y="689113"/>
                  </a:lnTo>
                  <a:cubicBezTo>
                    <a:pt x="443578" y="688343"/>
                    <a:pt x="445887" y="687745"/>
                    <a:pt x="448794" y="687231"/>
                  </a:cubicBezTo>
                  <a:cubicBezTo>
                    <a:pt x="453157" y="685948"/>
                    <a:pt x="451447" y="683895"/>
                    <a:pt x="451447" y="681586"/>
                  </a:cubicBezTo>
                  <a:lnTo>
                    <a:pt x="451447" y="681586"/>
                  </a:lnTo>
                  <a:close/>
                  <a:moveTo>
                    <a:pt x="435366" y="710669"/>
                  </a:moveTo>
                  <a:cubicBezTo>
                    <a:pt x="432029" y="708359"/>
                    <a:pt x="429036" y="716400"/>
                    <a:pt x="425357" y="714005"/>
                  </a:cubicBezTo>
                  <a:cubicBezTo>
                    <a:pt x="421679" y="711696"/>
                    <a:pt x="424674" y="701687"/>
                    <a:pt x="424674" y="694588"/>
                  </a:cubicBezTo>
                  <a:cubicBezTo>
                    <a:pt x="424674" y="687488"/>
                    <a:pt x="422961" y="661484"/>
                    <a:pt x="424331" y="656437"/>
                  </a:cubicBezTo>
                  <a:cubicBezTo>
                    <a:pt x="425185" y="653101"/>
                    <a:pt x="426299" y="648824"/>
                    <a:pt x="427153" y="646086"/>
                  </a:cubicBezTo>
                  <a:cubicBezTo>
                    <a:pt x="425442" y="644975"/>
                    <a:pt x="424246" y="643606"/>
                    <a:pt x="423818" y="642066"/>
                  </a:cubicBezTo>
                  <a:cubicBezTo>
                    <a:pt x="423818" y="642066"/>
                    <a:pt x="421850" y="612470"/>
                    <a:pt x="421850" y="603402"/>
                  </a:cubicBezTo>
                  <a:cubicBezTo>
                    <a:pt x="421850" y="594335"/>
                    <a:pt x="415777" y="572780"/>
                    <a:pt x="414835" y="564739"/>
                  </a:cubicBezTo>
                  <a:cubicBezTo>
                    <a:pt x="413981" y="558152"/>
                    <a:pt x="411158" y="549256"/>
                    <a:pt x="410216" y="546262"/>
                  </a:cubicBezTo>
                  <a:lnTo>
                    <a:pt x="410045" y="547887"/>
                  </a:lnTo>
                  <a:cubicBezTo>
                    <a:pt x="410558" y="556014"/>
                    <a:pt x="412098" y="580478"/>
                    <a:pt x="412868" y="588433"/>
                  </a:cubicBezTo>
                  <a:cubicBezTo>
                    <a:pt x="413896" y="597928"/>
                    <a:pt x="417916" y="624018"/>
                    <a:pt x="418344" y="631117"/>
                  </a:cubicBezTo>
                  <a:cubicBezTo>
                    <a:pt x="418856" y="638131"/>
                    <a:pt x="420823" y="667728"/>
                    <a:pt x="420311" y="674743"/>
                  </a:cubicBezTo>
                  <a:cubicBezTo>
                    <a:pt x="419797" y="681757"/>
                    <a:pt x="420311" y="680217"/>
                    <a:pt x="420823" y="687830"/>
                  </a:cubicBezTo>
                  <a:cubicBezTo>
                    <a:pt x="421337" y="695357"/>
                    <a:pt x="423304" y="705366"/>
                    <a:pt x="421850" y="705879"/>
                  </a:cubicBezTo>
                  <a:cubicBezTo>
                    <a:pt x="420311" y="706392"/>
                    <a:pt x="418344" y="709386"/>
                    <a:pt x="415349" y="709386"/>
                  </a:cubicBezTo>
                  <a:cubicBezTo>
                    <a:pt x="412354" y="709386"/>
                    <a:pt x="413382" y="720420"/>
                    <a:pt x="412868" y="727948"/>
                  </a:cubicBezTo>
                  <a:cubicBezTo>
                    <a:pt x="412354" y="735475"/>
                    <a:pt x="411415" y="743003"/>
                    <a:pt x="409362" y="749504"/>
                  </a:cubicBezTo>
                  <a:cubicBezTo>
                    <a:pt x="407395" y="756005"/>
                    <a:pt x="408848" y="764046"/>
                    <a:pt x="407906" y="771573"/>
                  </a:cubicBezTo>
                  <a:cubicBezTo>
                    <a:pt x="406881" y="779101"/>
                    <a:pt x="409362" y="794669"/>
                    <a:pt x="406881" y="802709"/>
                  </a:cubicBezTo>
                  <a:cubicBezTo>
                    <a:pt x="404400" y="810750"/>
                    <a:pt x="406881" y="826318"/>
                    <a:pt x="406367" y="832819"/>
                  </a:cubicBezTo>
                  <a:cubicBezTo>
                    <a:pt x="405853" y="839320"/>
                    <a:pt x="410387" y="848901"/>
                    <a:pt x="408848" y="859422"/>
                  </a:cubicBezTo>
                  <a:cubicBezTo>
                    <a:pt x="407309" y="869944"/>
                    <a:pt x="409876" y="876958"/>
                    <a:pt x="410387" y="886538"/>
                  </a:cubicBezTo>
                  <a:cubicBezTo>
                    <a:pt x="410730" y="892269"/>
                    <a:pt x="411329" y="906811"/>
                    <a:pt x="412183" y="920326"/>
                  </a:cubicBezTo>
                  <a:cubicBezTo>
                    <a:pt x="411928" y="893895"/>
                    <a:pt x="411928" y="861475"/>
                    <a:pt x="412098" y="856257"/>
                  </a:cubicBezTo>
                  <a:cubicBezTo>
                    <a:pt x="412440" y="847190"/>
                    <a:pt x="415777" y="746510"/>
                    <a:pt x="415777" y="743859"/>
                  </a:cubicBezTo>
                  <a:cubicBezTo>
                    <a:pt x="415777" y="741207"/>
                    <a:pt x="420823" y="737528"/>
                    <a:pt x="424160" y="734449"/>
                  </a:cubicBezTo>
                  <a:cubicBezTo>
                    <a:pt x="427495" y="731455"/>
                    <a:pt x="430490" y="732482"/>
                    <a:pt x="430490" y="732482"/>
                  </a:cubicBezTo>
                  <a:lnTo>
                    <a:pt x="432800" y="730514"/>
                  </a:lnTo>
                  <a:lnTo>
                    <a:pt x="443492" y="730172"/>
                  </a:lnTo>
                  <a:cubicBezTo>
                    <a:pt x="444175" y="729744"/>
                    <a:pt x="442036" y="720250"/>
                    <a:pt x="440326" y="713321"/>
                  </a:cubicBezTo>
                  <a:cubicBezTo>
                    <a:pt x="438188" y="712294"/>
                    <a:pt x="436392" y="711439"/>
                    <a:pt x="435452" y="710754"/>
                  </a:cubicBezTo>
                  <a:lnTo>
                    <a:pt x="435452" y="710754"/>
                  </a:lnTo>
                  <a:close/>
                  <a:moveTo>
                    <a:pt x="458804" y="727349"/>
                  </a:moveTo>
                  <a:lnTo>
                    <a:pt x="466159" y="729060"/>
                  </a:lnTo>
                  <a:cubicBezTo>
                    <a:pt x="467187" y="729402"/>
                    <a:pt x="467529" y="727093"/>
                    <a:pt x="470179" y="727093"/>
                  </a:cubicBezTo>
                  <a:cubicBezTo>
                    <a:pt x="472832" y="727093"/>
                    <a:pt x="474542" y="729744"/>
                    <a:pt x="476509" y="730771"/>
                  </a:cubicBezTo>
                  <a:cubicBezTo>
                    <a:pt x="478476" y="731797"/>
                    <a:pt x="487887" y="735818"/>
                    <a:pt x="488914" y="738470"/>
                  </a:cubicBezTo>
                  <a:cubicBezTo>
                    <a:pt x="489939" y="741121"/>
                    <a:pt x="486519" y="924774"/>
                    <a:pt x="483866" y="937520"/>
                  </a:cubicBezTo>
                  <a:cubicBezTo>
                    <a:pt x="483866" y="937520"/>
                    <a:pt x="482839" y="942909"/>
                    <a:pt x="480529" y="944534"/>
                  </a:cubicBezTo>
                  <a:cubicBezTo>
                    <a:pt x="478222" y="946159"/>
                    <a:pt x="463764" y="959247"/>
                    <a:pt x="463764" y="959247"/>
                  </a:cubicBezTo>
                  <a:lnTo>
                    <a:pt x="460429" y="959589"/>
                  </a:lnTo>
                  <a:cubicBezTo>
                    <a:pt x="460429" y="959589"/>
                    <a:pt x="460771" y="963610"/>
                    <a:pt x="457434" y="963610"/>
                  </a:cubicBezTo>
                  <a:cubicBezTo>
                    <a:pt x="454099" y="963610"/>
                    <a:pt x="453756" y="959931"/>
                    <a:pt x="453756" y="959931"/>
                  </a:cubicBezTo>
                  <a:lnTo>
                    <a:pt x="424674" y="957878"/>
                  </a:lnTo>
                  <a:cubicBezTo>
                    <a:pt x="424674" y="957878"/>
                    <a:pt x="423989" y="962583"/>
                    <a:pt x="421679" y="961899"/>
                  </a:cubicBezTo>
                  <a:cubicBezTo>
                    <a:pt x="420226" y="961471"/>
                    <a:pt x="417573" y="959931"/>
                    <a:pt x="415606" y="958391"/>
                  </a:cubicBezTo>
                  <a:cubicBezTo>
                    <a:pt x="416120" y="963353"/>
                    <a:pt x="416546" y="967544"/>
                    <a:pt x="416803" y="971821"/>
                  </a:cubicBezTo>
                  <a:cubicBezTo>
                    <a:pt x="417316" y="979862"/>
                    <a:pt x="421850" y="1010998"/>
                    <a:pt x="421850" y="1017499"/>
                  </a:cubicBezTo>
                  <a:cubicBezTo>
                    <a:pt x="421850" y="1024001"/>
                    <a:pt x="424845" y="1057618"/>
                    <a:pt x="423818" y="1065658"/>
                  </a:cubicBezTo>
                  <a:cubicBezTo>
                    <a:pt x="422790" y="1073699"/>
                    <a:pt x="418258" y="1095768"/>
                    <a:pt x="416803" y="1108342"/>
                  </a:cubicBezTo>
                  <a:cubicBezTo>
                    <a:pt x="415264" y="1120916"/>
                    <a:pt x="411757" y="1140420"/>
                    <a:pt x="411329" y="1145979"/>
                  </a:cubicBezTo>
                  <a:cubicBezTo>
                    <a:pt x="410815" y="1151540"/>
                    <a:pt x="409790" y="1160008"/>
                    <a:pt x="411329" y="1162574"/>
                  </a:cubicBezTo>
                  <a:cubicBezTo>
                    <a:pt x="412783" y="1165055"/>
                    <a:pt x="413810" y="1166595"/>
                    <a:pt x="416375" y="1166595"/>
                  </a:cubicBezTo>
                  <a:cubicBezTo>
                    <a:pt x="418941" y="1166595"/>
                    <a:pt x="425870" y="1173609"/>
                    <a:pt x="426384" y="1177116"/>
                  </a:cubicBezTo>
                  <a:cubicBezTo>
                    <a:pt x="426898" y="1180623"/>
                    <a:pt x="427838" y="1186611"/>
                    <a:pt x="426384" y="1192684"/>
                  </a:cubicBezTo>
                  <a:cubicBezTo>
                    <a:pt x="424845" y="1198758"/>
                    <a:pt x="421850" y="1208252"/>
                    <a:pt x="421850" y="1210220"/>
                  </a:cubicBezTo>
                  <a:cubicBezTo>
                    <a:pt x="421850" y="1212187"/>
                    <a:pt x="424331" y="1214240"/>
                    <a:pt x="426384" y="1215694"/>
                  </a:cubicBezTo>
                  <a:cubicBezTo>
                    <a:pt x="428351" y="1217234"/>
                    <a:pt x="438444" y="1220741"/>
                    <a:pt x="442978" y="1220228"/>
                  </a:cubicBezTo>
                  <a:cubicBezTo>
                    <a:pt x="447512" y="1219714"/>
                    <a:pt x="451532" y="1219714"/>
                    <a:pt x="456066" y="1224248"/>
                  </a:cubicBezTo>
                  <a:cubicBezTo>
                    <a:pt x="460600" y="1228782"/>
                    <a:pt x="462567" y="1233743"/>
                    <a:pt x="461540" y="1236822"/>
                  </a:cubicBezTo>
                  <a:cubicBezTo>
                    <a:pt x="460514" y="1239817"/>
                    <a:pt x="465560" y="1241869"/>
                    <a:pt x="464021" y="1244350"/>
                  </a:cubicBezTo>
                  <a:cubicBezTo>
                    <a:pt x="462567" y="1246831"/>
                    <a:pt x="464021" y="1250338"/>
                    <a:pt x="459487" y="1249825"/>
                  </a:cubicBezTo>
                  <a:cubicBezTo>
                    <a:pt x="454953" y="1249311"/>
                    <a:pt x="332034" y="1252306"/>
                    <a:pt x="322452" y="1248285"/>
                  </a:cubicBezTo>
                  <a:cubicBezTo>
                    <a:pt x="322452" y="1248285"/>
                    <a:pt x="324933" y="1231776"/>
                    <a:pt x="325961" y="1227242"/>
                  </a:cubicBezTo>
                  <a:cubicBezTo>
                    <a:pt x="326986" y="1222709"/>
                    <a:pt x="326475" y="1215181"/>
                    <a:pt x="326475" y="1215181"/>
                  </a:cubicBezTo>
                  <a:cubicBezTo>
                    <a:pt x="326475" y="1215181"/>
                    <a:pt x="327842" y="1212871"/>
                    <a:pt x="328953" y="1210647"/>
                  </a:cubicBezTo>
                  <a:cubicBezTo>
                    <a:pt x="330495" y="1207654"/>
                    <a:pt x="330495" y="1201580"/>
                    <a:pt x="331434" y="1199100"/>
                  </a:cubicBezTo>
                  <a:cubicBezTo>
                    <a:pt x="332462" y="1196619"/>
                    <a:pt x="334001" y="1192085"/>
                    <a:pt x="333402" y="1188065"/>
                  </a:cubicBezTo>
                  <a:cubicBezTo>
                    <a:pt x="332890" y="1184045"/>
                    <a:pt x="322367" y="1126819"/>
                    <a:pt x="320828" y="1110310"/>
                  </a:cubicBezTo>
                  <a:cubicBezTo>
                    <a:pt x="319288" y="1093715"/>
                    <a:pt x="317835" y="1000905"/>
                    <a:pt x="317835" y="988416"/>
                  </a:cubicBezTo>
                  <a:cubicBezTo>
                    <a:pt x="317835" y="975927"/>
                    <a:pt x="311333" y="928196"/>
                    <a:pt x="309280" y="915622"/>
                  </a:cubicBezTo>
                  <a:cubicBezTo>
                    <a:pt x="307313" y="903048"/>
                    <a:pt x="299785" y="870970"/>
                    <a:pt x="297219" y="860962"/>
                  </a:cubicBezTo>
                  <a:cubicBezTo>
                    <a:pt x="294739" y="850954"/>
                    <a:pt x="284132" y="829826"/>
                    <a:pt x="282677" y="821871"/>
                  </a:cubicBezTo>
                  <a:cubicBezTo>
                    <a:pt x="282677" y="821871"/>
                    <a:pt x="273097" y="780213"/>
                    <a:pt x="269675" y="763618"/>
                  </a:cubicBezTo>
                  <a:cubicBezTo>
                    <a:pt x="266168" y="747024"/>
                    <a:pt x="263174" y="730514"/>
                    <a:pt x="260609" y="731028"/>
                  </a:cubicBezTo>
                  <a:cubicBezTo>
                    <a:pt x="258128" y="731541"/>
                    <a:pt x="254620" y="740095"/>
                    <a:pt x="251541" y="745569"/>
                  </a:cubicBezTo>
                  <a:cubicBezTo>
                    <a:pt x="248547" y="751129"/>
                    <a:pt x="247007" y="761137"/>
                    <a:pt x="244527" y="767638"/>
                  </a:cubicBezTo>
                  <a:cubicBezTo>
                    <a:pt x="242046" y="774139"/>
                    <a:pt x="231952" y="810750"/>
                    <a:pt x="228958" y="822298"/>
                  </a:cubicBezTo>
                  <a:cubicBezTo>
                    <a:pt x="225965" y="833846"/>
                    <a:pt x="222971" y="855915"/>
                    <a:pt x="218951" y="865923"/>
                  </a:cubicBezTo>
                  <a:cubicBezTo>
                    <a:pt x="214930" y="875932"/>
                    <a:pt x="206376" y="890986"/>
                    <a:pt x="204408" y="902021"/>
                  </a:cubicBezTo>
                  <a:cubicBezTo>
                    <a:pt x="202441" y="913055"/>
                    <a:pt x="198934" y="925630"/>
                    <a:pt x="194828" y="938119"/>
                  </a:cubicBezTo>
                  <a:cubicBezTo>
                    <a:pt x="190808" y="950693"/>
                    <a:pt x="187814" y="954200"/>
                    <a:pt x="186274" y="959675"/>
                  </a:cubicBezTo>
                  <a:cubicBezTo>
                    <a:pt x="187129" y="966603"/>
                    <a:pt x="186188" y="973532"/>
                    <a:pt x="184221" y="980033"/>
                  </a:cubicBezTo>
                  <a:lnTo>
                    <a:pt x="183793" y="982257"/>
                  </a:lnTo>
                  <a:cubicBezTo>
                    <a:pt x="182254" y="987731"/>
                    <a:pt x="178747" y="991752"/>
                    <a:pt x="179260" y="1004839"/>
                  </a:cubicBezTo>
                  <a:cubicBezTo>
                    <a:pt x="179773" y="1017927"/>
                    <a:pt x="174726" y="1042477"/>
                    <a:pt x="173700" y="1050518"/>
                  </a:cubicBezTo>
                  <a:cubicBezTo>
                    <a:pt x="172674" y="1058558"/>
                    <a:pt x="167713" y="1083621"/>
                    <a:pt x="164205" y="1097137"/>
                  </a:cubicBezTo>
                  <a:cubicBezTo>
                    <a:pt x="160698" y="1110652"/>
                    <a:pt x="154197" y="1122200"/>
                    <a:pt x="152144" y="1134261"/>
                  </a:cubicBezTo>
                  <a:cubicBezTo>
                    <a:pt x="150091" y="1146322"/>
                    <a:pt x="146584" y="1156330"/>
                    <a:pt x="145643" y="1164884"/>
                  </a:cubicBezTo>
                  <a:cubicBezTo>
                    <a:pt x="144616" y="1173438"/>
                    <a:pt x="149663" y="1168905"/>
                    <a:pt x="149663" y="1180452"/>
                  </a:cubicBezTo>
                  <a:cubicBezTo>
                    <a:pt x="149663" y="1192000"/>
                    <a:pt x="145643" y="1217063"/>
                    <a:pt x="145643" y="1221597"/>
                  </a:cubicBezTo>
                  <a:cubicBezTo>
                    <a:pt x="145643" y="1226130"/>
                    <a:pt x="141109" y="1225617"/>
                    <a:pt x="141109" y="1232631"/>
                  </a:cubicBezTo>
                  <a:cubicBezTo>
                    <a:pt x="141109" y="1239645"/>
                    <a:pt x="142135" y="1245206"/>
                    <a:pt x="141109" y="1248199"/>
                  </a:cubicBezTo>
                  <a:cubicBezTo>
                    <a:pt x="140083" y="1251193"/>
                    <a:pt x="127594" y="1249226"/>
                    <a:pt x="126054" y="1249226"/>
                  </a:cubicBezTo>
                  <a:cubicBezTo>
                    <a:pt x="124515" y="1249226"/>
                    <a:pt x="14682" y="1247772"/>
                    <a:pt x="12630" y="1247258"/>
                  </a:cubicBezTo>
                  <a:cubicBezTo>
                    <a:pt x="10661" y="1246745"/>
                    <a:pt x="-886" y="1241698"/>
                    <a:pt x="54" y="1239218"/>
                  </a:cubicBezTo>
                  <a:cubicBezTo>
                    <a:pt x="1081" y="1236737"/>
                    <a:pt x="6043" y="1233743"/>
                    <a:pt x="6043" y="1232203"/>
                  </a:cubicBezTo>
                  <a:cubicBezTo>
                    <a:pt x="6043" y="1230664"/>
                    <a:pt x="7069" y="1224676"/>
                    <a:pt x="10576" y="1221169"/>
                  </a:cubicBezTo>
                  <a:cubicBezTo>
                    <a:pt x="14083" y="1217662"/>
                    <a:pt x="30164" y="1216635"/>
                    <a:pt x="39147" y="1210134"/>
                  </a:cubicBezTo>
                  <a:cubicBezTo>
                    <a:pt x="48213" y="1203634"/>
                    <a:pt x="63268" y="1184045"/>
                    <a:pt x="65235" y="1176517"/>
                  </a:cubicBezTo>
                  <a:cubicBezTo>
                    <a:pt x="67204" y="1168990"/>
                    <a:pt x="68230" y="1167022"/>
                    <a:pt x="67204" y="1163002"/>
                  </a:cubicBezTo>
                  <a:cubicBezTo>
                    <a:pt x="66176" y="1158982"/>
                    <a:pt x="62670" y="1103809"/>
                    <a:pt x="63696" y="1092774"/>
                  </a:cubicBezTo>
                  <a:cubicBezTo>
                    <a:pt x="64723" y="1081740"/>
                    <a:pt x="85765" y="959760"/>
                    <a:pt x="87818" y="935210"/>
                  </a:cubicBezTo>
                  <a:cubicBezTo>
                    <a:pt x="89785" y="910661"/>
                    <a:pt x="93806" y="862929"/>
                    <a:pt x="95346" y="791162"/>
                  </a:cubicBezTo>
                  <a:cubicBezTo>
                    <a:pt x="96886" y="719394"/>
                    <a:pt x="99879" y="692791"/>
                    <a:pt x="100820" y="669781"/>
                  </a:cubicBezTo>
                  <a:cubicBezTo>
                    <a:pt x="101847" y="646685"/>
                    <a:pt x="101847" y="644718"/>
                    <a:pt x="101847" y="644718"/>
                  </a:cubicBezTo>
                  <a:cubicBezTo>
                    <a:pt x="101847" y="644718"/>
                    <a:pt x="93293" y="644205"/>
                    <a:pt x="90812" y="641211"/>
                  </a:cubicBezTo>
                  <a:cubicBezTo>
                    <a:pt x="88332" y="638217"/>
                    <a:pt x="75244" y="607594"/>
                    <a:pt x="70283" y="592026"/>
                  </a:cubicBezTo>
                  <a:cubicBezTo>
                    <a:pt x="65235" y="576458"/>
                    <a:pt x="67802" y="568417"/>
                    <a:pt x="65749" y="555842"/>
                  </a:cubicBezTo>
                  <a:cubicBezTo>
                    <a:pt x="63696" y="543268"/>
                    <a:pt x="64723" y="528727"/>
                    <a:pt x="62670" y="516238"/>
                  </a:cubicBezTo>
                  <a:cubicBezTo>
                    <a:pt x="60703" y="503663"/>
                    <a:pt x="59676" y="473553"/>
                    <a:pt x="60703" y="462091"/>
                  </a:cubicBezTo>
                  <a:cubicBezTo>
                    <a:pt x="61729" y="450543"/>
                    <a:pt x="65749" y="438482"/>
                    <a:pt x="64723" y="431981"/>
                  </a:cubicBezTo>
                  <a:cubicBezTo>
                    <a:pt x="63696" y="425480"/>
                    <a:pt x="68230" y="402384"/>
                    <a:pt x="68743" y="392804"/>
                  </a:cubicBezTo>
                  <a:cubicBezTo>
                    <a:pt x="69257" y="383309"/>
                    <a:pt x="73789" y="351660"/>
                    <a:pt x="77811" y="322063"/>
                  </a:cubicBezTo>
                  <a:cubicBezTo>
                    <a:pt x="81831" y="292466"/>
                    <a:pt x="86365" y="260817"/>
                    <a:pt x="90812" y="242768"/>
                  </a:cubicBezTo>
                  <a:cubicBezTo>
                    <a:pt x="95346" y="224719"/>
                    <a:pt x="95859" y="216165"/>
                    <a:pt x="99879" y="214711"/>
                  </a:cubicBezTo>
                  <a:cubicBezTo>
                    <a:pt x="103900" y="213171"/>
                    <a:pt x="146071" y="196149"/>
                    <a:pt x="154026" y="191102"/>
                  </a:cubicBezTo>
                  <a:cubicBezTo>
                    <a:pt x="162067" y="186055"/>
                    <a:pt x="171133" y="186055"/>
                    <a:pt x="174128" y="184601"/>
                  </a:cubicBezTo>
                  <a:cubicBezTo>
                    <a:pt x="177122" y="183062"/>
                    <a:pt x="191663" y="182633"/>
                    <a:pt x="194230" y="179554"/>
                  </a:cubicBezTo>
                  <a:cubicBezTo>
                    <a:pt x="196710" y="176560"/>
                    <a:pt x="212791" y="163045"/>
                    <a:pt x="216299" y="161505"/>
                  </a:cubicBezTo>
                  <a:lnTo>
                    <a:pt x="217239" y="161078"/>
                  </a:lnTo>
                  <a:lnTo>
                    <a:pt x="219292" y="157998"/>
                  </a:lnTo>
                  <a:cubicBezTo>
                    <a:pt x="220490" y="156630"/>
                    <a:pt x="222971" y="155689"/>
                    <a:pt x="225281" y="155176"/>
                  </a:cubicBezTo>
                  <a:cubicBezTo>
                    <a:pt x="223826" y="149957"/>
                    <a:pt x="218180" y="130283"/>
                    <a:pt x="213562" y="125664"/>
                  </a:cubicBezTo>
                  <a:cubicBezTo>
                    <a:pt x="213562" y="125664"/>
                    <a:pt x="210226" y="127632"/>
                    <a:pt x="205521" y="123611"/>
                  </a:cubicBezTo>
                  <a:cubicBezTo>
                    <a:pt x="200816" y="119591"/>
                    <a:pt x="195513" y="104878"/>
                    <a:pt x="195513" y="94870"/>
                  </a:cubicBezTo>
                  <a:cubicBezTo>
                    <a:pt x="195513" y="94870"/>
                    <a:pt x="196881" y="88198"/>
                    <a:pt x="202869" y="91534"/>
                  </a:cubicBezTo>
                  <a:cubicBezTo>
                    <a:pt x="202869" y="91534"/>
                    <a:pt x="203553" y="84862"/>
                    <a:pt x="200901" y="80842"/>
                  </a:cubicBezTo>
                  <a:cubicBezTo>
                    <a:pt x="198250" y="76821"/>
                    <a:pt x="180799" y="18654"/>
                    <a:pt x="241704" y="1888"/>
                  </a:cubicBezTo>
                  <a:cubicBezTo>
                    <a:pt x="265569" y="-4698"/>
                    <a:pt x="310563" y="3257"/>
                    <a:pt x="308596" y="69465"/>
                  </a:cubicBezTo>
                  <a:cubicBezTo>
                    <a:pt x="308596" y="69465"/>
                    <a:pt x="314583" y="68096"/>
                    <a:pt x="317236" y="72801"/>
                  </a:cubicBezTo>
                  <a:cubicBezTo>
                    <a:pt x="319888" y="77506"/>
                    <a:pt x="319888" y="104279"/>
                    <a:pt x="311247" y="105562"/>
                  </a:cubicBezTo>
                  <a:cubicBezTo>
                    <a:pt x="311247" y="105562"/>
                    <a:pt x="307911" y="108214"/>
                    <a:pt x="305174" y="106247"/>
                  </a:cubicBezTo>
                  <a:cubicBezTo>
                    <a:pt x="305174" y="106247"/>
                    <a:pt x="302522" y="113603"/>
                    <a:pt x="303207" y="118308"/>
                  </a:cubicBezTo>
                  <a:cubicBezTo>
                    <a:pt x="303891" y="123013"/>
                    <a:pt x="306543" y="130369"/>
                    <a:pt x="305174" y="135672"/>
                  </a:cubicBezTo>
                  <a:cubicBezTo>
                    <a:pt x="304405" y="138837"/>
                    <a:pt x="304319" y="144397"/>
                    <a:pt x="304405" y="148332"/>
                  </a:cubicBezTo>
                  <a:lnTo>
                    <a:pt x="304576" y="148332"/>
                  </a:lnTo>
                  <a:cubicBezTo>
                    <a:pt x="304576" y="148332"/>
                    <a:pt x="306458" y="151069"/>
                    <a:pt x="308168" y="155004"/>
                  </a:cubicBezTo>
                  <a:lnTo>
                    <a:pt x="310050" y="156373"/>
                  </a:lnTo>
                  <a:cubicBezTo>
                    <a:pt x="310050" y="156373"/>
                    <a:pt x="331092" y="172882"/>
                    <a:pt x="335112" y="176475"/>
                  </a:cubicBezTo>
                  <a:cubicBezTo>
                    <a:pt x="339134" y="179982"/>
                    <a:pt x="344180" y="178014"/>
                    <a:pt x="352648" y="181008"/>
                  </a:cubicBezTo>
                  <a:cubicBezTo>
                    <a:pt x="361202" y="184002"/>
                    <a:pt x="397813" y="197090"/>
                    <a:pt x="404314" y="199571"/>
                  </a:cubicBezTo>
                  <a:cubicBezTo>
                    <a:pt x="410815" y="202051"/>
                    <a:pt x="420397" y="204104"/>
                    <a:pt x="422876" y="206071"/>
                  </a:cubicBezTo>
                  <a:cubicBezTo>
                    <a:pt x="425357" y="208039"/>
                    <a:pt x="429377" y="207098"/>
                    <a:pt x="430404" y="211118"/>
                  </a:cubicBezTo>
                  <a:cubicBezTo>
                    <a:pt x="431430" y="215139"/>
                    <a:pt x="438958" y="236181"/>
                    <a:pt x="439472" y="246189"/>
                  </a:cubicBezTo>
                  <a:cubicBezTo>
                    <a:pt x="439984" y="256198"/>
                    <a:pt x="437931" y="262784"/>
                    <a:pt x="439472" y="267232"/>
                  </a:cubicBezTo>
                  <a:cubicBezTo>
                    <a:pt x="441011" y="271766"/>
                    <a:pt x="447512" y="298369"/>
                    <a:pt x="448538" y="306923"/>
                  </a:cubicBezTo>
                  <a:cubicBezTo>
                    <a:pt x="449565" y="315477"/>
                    <a:pt x="449565" y="327024"/>
                    <a:pt x="452046" y="334979"/>
                  </a:cubicBezTo>
                  <a:cubicBezTo>
                    <a:pt x="454527" y="343020"/>
                    <a:pt x="457091" y="358588"/>
                    <a:pt x="457091" y="366629"/>
                  </a:cubicBezTo>
                  <a:cubicBezTo>
                    <a:pt x="457091" y="374670"/>
                    <a:pt x="457091" y="384164"/>
                    <a:pt x="458547" y="390666"/>
                  </a:cubicBezTo>
                  <a:cubicBezTo>
                    <a:pt x="460086" y="397167"/>
                    <a:pt x="463593" y="421802"/>
                    <a:pt x="465560" y="432836"/>
                  </a:cubicBezTo>
                  <a:cubicBezTo>
                    <a:pt x="467529" y="443871"/>
                    <a:pt x="468555" y="456959"/>
                    <a:pt x="468555" y="461407"/>
                  </a:cubicBezTo>
                  <a:cubicBezTo>
                    <a:pt x="468555" y="465855"/>
                    <a:pt x="472061" y="476462"/>
                    <a:pt x="472061" y="482963"/>
                  </a:cubicBezTo>
                  <a:cubicBezTo>
                    <a:pt x="472061" y="489464"/>
                    <a:pt x="477622" y="544722"/>
                    <a:pt x="479076" y="560718"/>
                  </a:cubicBezTo>
                  <a:cubicBezTo>
                    <a:pt x="480615" y="576800"/>
                    <a:pt x="484551" y="611443"/>
                    <a:pt x="484123" y="621452"/>
                  </a:cubicBezTo>
                  <a:cubicBezTo>
                    <a:pt x="483610" y="631460"/>
                    <a:pt x="483610" y="643007"/>
                    <a:pt x="482668" y="645488"/>
                  </a:cubicBezTo>
                  <a:cubicBezTo>
                    <a:pt x="482070" y="647028"/>
                    <a:pt x="480274" y="648909"/>
                    <a:pt x="478990" y="650193"/>
                  </a:cubicBezTo>
                  <a:lnTo>
                    <a:pt x="477622" y="657549"/>
                  </a:lnTo>
                  <a:lnTo>
                    <a:pt x="476338" y="657720"/>
                  </a:lnTo>
                  <a:cubicBezTo>
                    <a:pt x="477280" y="663537"/>
                    <a:pt x="478307" y="670551"/>
                    <a:pt x="478136" y="673117"/>
                  </a:cubicBezTo>
                  <a:cubicBezTo>
                    <a:pt x="477793" y="677822"/>
                    <a:pt x="478136" y="683810"/>
                    <a:pt x="475141" y="687146"/>
                  </a:cubicBezTo>
                  <a:cubicBezTo>
                    <a:pt x="472147" y="690482"/>
                    <a:pt x="469496" y="698180"/>
                    <a:pt x="468469" y="703569"/>
                  </a:cubicBezTo>
                  <a:cubicBezTo>
                    <a:pt x="467444" y="708958"/>
                    <a:pt x="469496" y="716315"/>
                    <a:pt x="466416" y="716913"/>
                  </a:cubicBezTo>
                  <a:cubicBezTo>
                    <a:pt x="463849" y="717512"/>
                    <a:pt x="459144" y="719736"/>
                    <a:pt x="456323" y="719736"/>
                  </a:cubicBezTo>
                  <a:lnTo>
                    <a:pt x="456323" y="720250"/>
                  </a:lnTo>
                  <a:cubicBezTo>
                    <a:pt x="456323" y="722901"/>
                    <a:pt x="458376" y="727264"/>
                    <a:pt x="458376" y="727264"/>
                  </a:cubicBezTo>
                  <a:lnTo>
                    <a:pt x="458376" y="727264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69AE551E-5DCD-E159-5E2E-27377ACDC525}"/>
                </a:ext>
              </a:extLst>
            </p:cNvPr>
            <p:cNvSpPr/>
            <p:nvPr/>
          </p:nvSpPr>
          <p:spPr>
            <a:xfrm>
              <a:off x="6534016" y="5595812"/>
              <a:ext cx="301131" cy="1216508"/>
            </a:xfrm>
            <a:custGeom>
              <a:avLst/>
              <a:gdLst>
                <a:gd name="connsiteX0" fmla="*/ 241098 w 301131"/>
                <a:gd name="connsiteY0" fmla="*/ 174285 h 1216508"/>
                <a:gd name="connsiteX1" fmla="*/ 248454 w 301131"/>
                <a:gd name="connsiteY1" fmla="*/ 190195 h 1216508"/>
                <a:gd name="connsiteX2" fmla="*/ 259746 w 301131"/>
                <a:gd name="connsiteY2" fmla="*/ 199263 h 1216508"/>
                <a:gd name="connsiteX3" fmla="*/ 274458 w 301131"/>
                <a:gd name="connsiteY3" fmla="*/ 204395 h 1216508"/>
                <a:gd name="connsiteX4" fmla="*/ 289599 w 301131"/>
                <a:gd name="connsiteY4" fmla="*/ 210981 h 1216508"/>
                <a:gd name="connsiteX5" fmla="*/ 298410 w 301131"/>
                <a:gd name="connsiteY5" fmla="*/ 226892 h 1216508"/>
                <a:gd name="connsiteX6" fmla="*/ 299607 w 301131"/>
                <a:gd name="connsiteY6" fmla="*/ 280525 h 1216508"/>
                <a:gd name="connsiteX7" fmla="*/ 292507 w 301131"/>
                <a:gd name="connsiteY7" fmla="*/ 314827 h 1216508"/>
                <a:gd name="connsiteX8" fmla="*/ 272148 w 301131"/>
                <a:gd name="connsiteY8" fmla="*/ 342969 h 1216508"/>
                <a:gd name="connsiteX9" fmla="*/ 271893 w 301131"/>
                <a:gd name="connsiteY9" fmla="*/ 343996 h 1216508"/>
                <a:gd name="connsiteX10" fmla="*/ 265562 w 301131"/>
                <a:gd name="connsiteY10" fmla="*/ 367006 h 1216508"/>
                <a:gd name="connsiteX11" fmla="*/ 254785 w 301131"/>
                <a:gd name="connsiteY11" fmla="*/ 393951 h 1216508"/>
                <a:gd name="connsiteX12" fmla="*/ 259146 w 301131"/>
                <a:gd name="connsiteY12" fmla="*/ 408150 h 1216508"/>
                <a:gd name="connsiteX13" fmla="*/ 254955 w 301131"/>
                <a:gd name="connsiteY13" fmla="*/ 427996 h 1216508"/>
                <a:gd name="connsiteX14" fmla="*/ 251020 w 301131"/>
                <a:gd name="connsiteY14" fmla="*/ 443906 h 1216508"/>
                <a:gd name="connsiteX15" fmla="*/ 240242 w 301131"/>
                <a:gd name="connsiteY15" fmla="*/ 453658 h 1216508"/>
                <a:gd name="connsiteX16" fmla="*/ 228952 w 301131"/>
                <a:gd name="connsiteY16" fmla="*/ 458276 h 1216508"/>
                <a:gd name="connsiteX17" fmla="*/ 228695 w 301131"/>
                <a:gd name="connsiteY17" fmla="*/ 479833 h 1216508"/>
                <a:gd name="connsiteX18" fmla="*/ 240927 w 301131"/>
                <a:gd name="connsiteY18" fmla="*/ 499421 h 1216508"/>
                <a:gd name="connsiteX19" fmla="*/ 245289 w 301131"/>
                <a:gd name="connsiteY19" fmla="*/ 554252 h 1216508"/>
                <a:gd name="connsiteX20" fmla="*/ 240927 w 301131"/>
                <a:gd name="connsiteY20" fmla="*/ 644325 h 1216508"/>
                <a:gd name="connsiteX21" fmla="*/ 234596 w 301131"/>
                <a:gd name="connsiteY21" fmla="*/ 782899 h 1216508"/>
                <a:gd name="connsiteX22" fmla="*/ 221338 w 301131"/>
                <a:gd name="connsiteY22" fmla="*/ 913090 h 1216508"/>
                <a:gd name="connsiteX23" fmla="*/ 210560 w 301131"/>
                <a:gd name="connsiteY23" fmla="*/ 985542 h 1216508"/>
                <a:gd name="connsiteX24" fmla="*/ 184129 w 301131"/>
                <a:gd name="connsiteY24" fmla="*/ 1083485 h 1216508"/>
                <a:gd name="connsiteX25" fmla="*/ 184642 w 301131"/>
                <a:gd name="connsiteY25" fmla="*/ 1096230 h 1216508"/>
                <a:gd name="connsiteX26" fmla="*/ 202776 w 301131"/>
                <a:gd name="connsiteY26" fmla="*/ 1150548 h 1216508"/>
                <a:gd name="connsiteX27" fmla="*/ 201835 w 301131"/>
                <a:gd name="connsiteY27" fmla="*/ 1181855 h 1216508"/>
                <a:gd name="connsiteX28" fmla="*/ 202776 w 301131"/>
                <a:gd name="connsiteY28" fmla="*/ 1214702 h 1216508"/>
                <a:gd name="connsiteX29" fmla="*/ 180279 w 301131"/>
                <a:gd name="connsiteY29" fmla="*/ 1215643 h 1216508"/>
                <a:gd name="connsiteX30" fmla="*/ 176857 w 301131"/>
                <a:gd name="connsiteY30" fmla="*/ 1213163 h 1216508"/>
                <a:gd name="connsiteX31" fmla="*/ 176857 w 301131"/>
                <a:gd name="connsiteY31" fmla="*/ 1187672 h 1216508"/>
                <a:gd name="connsiteX32" fmla="*/ 165567 w 301131"/>
                <a:gd name="connsiteY32" fmla="*/ 1187672 h 1216508"/>
                <a:gd name="connsiteX33" fmla="*/ 168988 w 301131"/>
                <a:gd name="connsiteY33" fmla="*/ 1213590 h 1216508"/>
                <a:gd name="connsiteX34" fmla="*/ 129811 w 301131"/>
                <a:gd name="connsiteY34" fmla="*/ 1214617 h 1216508"/>
                <a:gd name="connsiteX35" fmla="*/ 108768 w 301131"/>
                <a:gd name="connsiteY35" fmla="*/ 1214617 h 1216508"/>
                <a:gd name="connsiteX36" fmla="*/ 57873 w 301131"/>
                <a:gd name="connsiteY36" fmla="*/ 1211196 h 1216508"/>
                <a:gd name="connsiteX37" fmla="*/ 71559 w 301131"/>
                <a:gd name="connsiteY37" fmla="*/ 1198963 h 1216508"/>
                <a:gd name="connsiteX38" fmla="*/ 96023 w 301131"/>
                <a:gd name="connsiteY38" fmla="*/ 1190153 h 1216508"/>
                <a:gd name="connsiteX39" fmla="*/ 114157 w 301131"/>
                <a:gd name="connsiteY39" fmla="*/ 1168083 h 1216508"/>
                <a:gd name="connsiteX40" fmla="*/ 114671 w 301131"/>
                <a:gd name="connsiteY40" fmla="*/ 1140625 h 1216508"/>
                <a:gd name="connsiteX41" fmla="*/ 115697 w 301131"/>
                <a:gd name="connsiteY41" fmla="*/ 1114193 h 1216508"/>
                <a:gd name="connsiteX42" fmla="*/ 110308 w 301131"/>
                <a:gd name="connsiteY42" fmla="*/ 1072536 h 1216508"/>
                <a:gd name="connsiteX43" fmla="*/ 100043 w 301131"/>
                <a:gd name="connsiteY43" fmla="*/ 1028996 h 1216508"/>
                <a:gd name="connsiteX44" fmla="*/ 96621 w 301131"/>
                <a:gd name="connsiteY44" fmla="*/ 997689 h 1216508"/>
                <a:gd name="connsiteX45" fmla="*/ 56504 w 301131"/>
                <a:gd name="connsiteY45" fmla="*/ 794019 h 1216508"/>
                <a:gd name="connsiteX46" fmla="*/ 43758 w 301131"/>
                <a:gd name="connsiteY46" fmla="*/ 703433 h 1216508"/>
                <a:gd name="connsiteX47" fmla="*/ 35461 w 301131"/>
                <a:gd name="connsiteY47" fmla="*/ 629014 h 1216508"/>
                <a:gd name="connsiteX48" fmla="*/ 43758 w 301131"/>
                <a:gd name="connsiteY48" fmla="*/ 554594 h 1216508"/>
                <a:gd name="connsiteX49" fmla="*/ 53082 w 301131"/>
                <a:gd name="connsiteY49" fmla="*/ 513450 h 1216508"/>
                <a:gd name="connsiteX50" fmla="*/ 62833 w 301131"/>
                <a:gd name="connsiteY50" fmla="*/ 492920 h 1216508"/>
                <a:gd name="connsiteX51" fmla="*/ 61893 w 301131"/>
                <a:gd name="connsiteY51" fmla="*/ 484623 h 1216508"/>
                <a:gd name="connsiteX52" fmla="*/ 64801 w 301131"/>
                <a:gd name="connsiteY52" fmla="*/ 456224 h 1216508"/>
                <a:gd name="connsiteX53" fmla="*/ 65827 w 301131"/>
                <a:gd name="connsiteY53" fmla="*/ 455026 h 1216508"/>
                <a:gd name="connsiteX54" fmla="*/ 64801 w 301131"/>
                <a:gd name="connsiteY54" fmla="*/ 453486 h 1216508"/>
                <a:gd name="connsiteX55" fmla="*/ 58728 w 301131"/>
                <a:gd name="connsiteY55" fmla="*/ 434924 h 1216508"/>
                <a:gd name="connsiteX56" fmla="*/ 55306 w 301131"/>
                <a:gd name="connsiteY56" fmla="*/ 417046 h 1216508"/>
                <a:gd name="connsiteX57" fmla="*/ 42817 w 301131"/>
                <a:gd name="connsiteY57" fmla="*/ 400537 h 1216508"/>
                <a:gd name="connsiteX58" fmla="*/ 8859 w 301131"/>
                <a:gd name="connsiteY58" fmla="*/ 391385 h 1216508"/>
                <a:gd name="connsiteX59" fmla="*/ 389 w 301131"/>
                <a:gd name="connsiteY59" fmla="*/ 378297 h 1216508"/>
                <a:gd name="connsiteX60" fmla="*/ 23913 w 301131"/>
                <a:gd name="connsiteY60" fmla="*/ 314998 h 1216508"/>
                <a:gd name="connsiteX61" fmla="*/ 33835 w 301131"/>
                <a:gd name="connsiteY61" fmla="*/ 305503 h 1216508"/>
                <a:gd name="connsiteX62" fmla="*/ 50686 w 301131"/>
                <a:gd name="connsiteY62" fmla="*/ 271800 h 1216508"/>
                <a:gd name="connsiteX63" fmla="*/ 55563 w 301131"/>
                <a:gd name="connsiteY63" fmla="*/ 265214 h 1216508"/>
                <a:gd name="connsiteX64" fmla="*/ 60438 w 301131"/>
                <a:gd name="connsiteY64" fmla="*/ 253666 h 1216508"/>
                <a:gd name="connsiteX65" fmla="*/ 66341 w 301131"/>
                <a:gd name="connsiteY65" fmla="*/ 245368 h 1216508"/>
                <a:gd name="connsiteX66" fmla="*/ 84902 w 301131"/>
                <a:gd name="connsiteY66" fmla="*/ 233821 h 1216508"/>
                <a:gd name="connsiteX67" fmla="*/ 91746 w 301131"/>
                <a:gd name="connsiteY67" fmla="*/ 228175 h 1216508"/>
                <a:gd name="connsiteX68" fmla="*/ 99872 w 301131"/>
                <a:gd name="connsiteY68" fmla="*/ 223043 h 1216508"/>
                <a:gd name="connsiteX69" fmla="*/ 110137 w 301131"/>
                <a:gd name="connsiteY69" fmla="*/ 217654 h 1216508"/>
                <a:gd name="connsiteX70" fmla="*/ 119461 w 301131"/>
                <a:gd name="connsiteY70" fmla="*/ 218851 h 1216508"/>
                <a:gd name="connsiteX71" fmla="*/ 146918 w 301131"/>
                <a:gd name="connsiteY71" fmla="*/ 205336 h 1216508"/>
                <a:gd name="connsiteX72" fmla="*/ 159151 w 301131"/>
                <a:gd name="connsiteY72" fmla="*/ 190880 h 1216508"/>
                <a:gd name="connsiteX73" fmla="*/ 163856 w 301131"/>
                <a:gd name="connsiteY73" fmla="*/ 186689 h 1216508"/>
                <a:gd name="connsiteX74" fmla="*/ 163257 w 301131"/>
                <a:gd name="connsiteY74" fmla="*/ 183267 h 1216508"/>
                <a:gd name="connsiteX75" fmla="*/ 159322 w 301131"/>
                <a:gd name="connsiteY75" fmla="*/ 148024 h 1216508"/>
                <a:gd name="connsiteX76" fmla="*/ 136825 w 301131"/>
                <a:gd name="connsiteY76" fmla="*/ 119625 h 1216508"/>
                <a:gd name="connsiteX77" fmla="*/ 131949 w 301131"/>
                <a:gd name="connsiteY77" fmla="*/ 103972 h 1216508"/>
                <a:gd name="connsiteX78" fmla="*/ 129041 w 301131"/>
                <a:gd name="connsiteY78" fmla="*/ 85409 h 1216508"/>
                <a:gd name="connsiteX79" fmla="*/ 130067 w 301131"/>
                <a:gd name="connsiteY79" fmla="*/ 63854 h 1216508"/>
                <a:gd name="connsiteX80" fmla="*/ 176088 w 301131"/>
                <a:gd name="connsiteY80" fmla="*/ 212 h 1216508"/>
                <a:gd name="connsiteX81" fmla="*/ 238789 w 301131"/>
                <a:gd name="connsiteY81" fmla="*/ 36395 h 1216508"/>
                <a:gd name="connsiteX82" fmla="*/ 243664 w 301131"/>
                <a:gd name="connsiteY82" fmla="*/ 69670 h 1216508"/>
                <a:gd name="connsiteX83" fmla="*/ 249566 w 301131"/>
                <a:gd name="connsiteY83" fmla="*/ 85324 h 1216508"/>
                <a:gd name="connsiteX84" fmla="*/ 239730 w 301131"/>
                <a:gd name="connsiteY84" fmla="*/ 111756 h 1216508"/>
                <a:gd name="connsiteX85" fmla="*/ 229978 w 301131"/>
                <a:gd name="connsiteY85" fmla="*/ 115691 h 1216508"/>
                <a:gd name="connsiteX86" fmla="*/ 226042 w 301131"/>
                <a:gd name="connsiteY86" fmla="*/ 136220 h 1216508"/>
                <a:gd name="connsiteX87" fmla="*/ 226214 w 301131"/>
                <a:gd name="connsiteY87" fmla="*/ 171975 h 1216508"/>
                <a:gd name="connsiteX88" fmla="*/ 241269 w 301131"/>
                <a:gd name="connsiteY88" fmla="*/ 173943 h 1216508"/>
                <a:gd name="connsiteX89" fmla="*/ 241269 w 301131"/>
                <a:gd name="connsiteY89" fmla="*/ 173943 h 1216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301131" h="1216508">
                  <a:moveTo>
                    <a:pt x="241098" y="174285"/>
                  </a:moveTo>
                  <a:cubicBezTo>
                    <a:pt x="243750" y="176252"/>
                    <a:pt x="246743" y="187458"/>
                    <a:pt x="248454" y="190195"/>
                  </a:cubicBezTo>
                  <a:cubicBezTo>
                    <a:pt x="250165" y="192933"/>
                    <a:pt x="257265" y="197809"/>
                    <a:pt x="259746" y="199263"/>
                  </a:cubicBezTo>
                  <a:cubicBezTo>
                    <a:pt x="262227" y="200717"/>
                    <a:pt x="270524" y="203625"/>
                    <a:pt x="274458" y="204395"/>
                  </a:cubicBezTo>
                  <a:cubicBezTo>
                    <a:pt x="278393" y="205165"/>
                    <a:pt x="286691" y="209271"/>
                    <a:pt x="289599" y="210981"/>
                  </a:cubicBezTo>
                  <a:cubicBezTo>
                    <a:pt x="292507" y="212692"/>
                    <a:pt x="296186" y="220990"/>
                    <a:pt x="298410" y="226892"/>
                  </a:cubicBezTo>
                  <a:cubicBezTo>
                    <a:pt x="300634" y="232794"/>
                    <a:pt x="302601" y="274623"/>
                    <a:pt x="299607" y="280525"/>
                  </a:cubicBezTo>
                  <a:cubicBezTo>
                    <a:pt x="296698" y="286427"/>
                    <a:pt x="293021" y="303022"/>
                    <a:pt x="292507" y="314827"/>
                  </a:cubicBezTo>
                  <a:cubicBezTo>
                    <a:pt x="291994" y="326545"/>
                    <a:pt x="281729" y="339291"/>
                    <a:pt x="272148" y="342969"/>
                  </a:cubicBezTo>
                  <a:cubicBezTo>
                    <a:pt x="262568" y="346648"/>
                    <a:pt x="271893" y="343996"/>
                    <a:pt x="271893" y="343996"/>
                  </a:cubicBezTo>
                  <a:cubicBezTo>
                    <a:pt x="271893" y="343996"/>
                    <a:pt x="269240" y="359136"/>
                    <a:pt x="265562" y="367006"/>
                  </a:cubicBezTo>
                  <a:cubicBezTo>
                    <a:pt x="261884" y="374790"/>
                    <a:pt x="254271" y="386081"/>
                    <a:pt x="254785" y="393951"/>
                  </a:cubicBezTo>
                  <a:cubicBezTo>
                    <a:pt x="255297" y="401735"/>
                    <a:pt x="258462" y="402248"/>
                    <a:pt x="259146" y="408150"/>
                  </a:cubicBezTo>
                  <a:cubicBezTo>
                    <a:pt x="259831" y="414053"/>
                    <a:pt x="256666" y="422607"/>
                    <a:pt x="254955" y="427996"/>
                  </a:cubicBezTo>
                  <a:cubicBezTo>
                    <a:pt x="253245" y="433384"/>
                    <a:pt x="252475" y="440228"/>
                    <a:pt x="251020" y="443906"/>
                  </a:cubicBezTo>
                  <a:cubicBezTo>
                    <a:pt x="249566" y="447584"/>
                    <a:pt x="247855" y="449551"/>
                    <a:pt x="240242" y="453658"/>
                  </a:cubicBezTo>
                  <a:cubicBezTo>
                    <a:pt x="232629" y="457849"/>
                    <a:pt x="228952" y="458276"/>
                    <a:pt x="228952" y="458276"/>
                  </a:cubicBezTo>
                  <a:cubicBezTo>
                    <a:pt x="232117" y="459731"/>
                    <a:pt x="227240" y="476411"/>
                    <a:pt x="228695" y="479833"/>
                  </a:cubicBezTo>
                  <a:cubicBezTo>
                    <a:pt x="230149" y="483254"/>
                    <a:pt x="234084" y="491038"/>
                    <a:pt x="240927" y="499421"/>
                  </a:cubicBezTo>
                  <a:cubicBezTo>
                    <a:pt x="247770" y="507718"/>
                    <a:pt x="244862" y="532183"/>
                    <a:pt x="245289" y="554252"/>
                  </a:cubicBezTo>
                  <a:cubicBezTo>
                    <a:pt x="245803" y="576235"/>
                    <a:pt x="240414" y="613017"/>
                    <a:pt x="240927" y="644325"/>
                  </a:cubicBezTo>
                  <a:cubicBezTo>
                    <a:pt x="241440" y="675632"/>
                    <a:pt x="234084" y="766732"/>
                    <a:pt x="234596" y="782899"/>
                  </a:cubicBezTo>
                  <a:cubicBezTo>
                    <a:pt x="235110" y="799066"/>
                    <a:pt x="225273" y="900345"/>
                    <a:pt x="221338" y="913090"/>
                  </a:cubicBezTo>
                  <a:cubicBezTo>
                    <a:pt x="217404" y="925835"/>
                    <a:pt x="214495" y="946878"/>
                    <a:pt x="210560" y="985542"/>
                  </a:cubicBezTo>
                  <a:cubicBezTo>
                    <a:pt x="206626" y="1024206"/>
                    <a:pt x="186609" y="1075615"/>
                    <a:pt x="184129" y="1083485"/>
                  </a:cubicBezTo>
                  <a:cubicBezTo>
                    <a:pt x="181648" y="1091355"/>
                    <a:pt x="180193" y="1089815"/>
                    <a:pt x="184642" y="1096230"/>
                  </a:cubicBezTo>
                  <a:cubicBezTo>
                    <a:pt x="189004" y="1102560"/>
                    <a:pt x="199782" y="1137375"/>
                    <a:pt x="202776" y="1150548"/>
                  </a:cubicBezTo>
                  <a:cubicBezTo>
                    <a:pt x="205684" y="1163806"/>
                    <a:pt x="203290" y="1171077"/>
                    <a:pt x="201835" y="1181855"/>
                  </a:cubicBezTo>
                  <a:cubicBezTo>
                    <a:pt x="200381" y="1192633"/>
                    <a:pt x="202776" y="1214702"/>
                    <a:pt x="202776" y="1214702"/>
                  </a:cubicBezTo>
                  <a:lnTo>
                    <a:pt x="180279" y="1215643"/>
                  </a:lnTo>
                  <a:cubicBezTo>
                    <a:pt x="180279" y="1215643"/>
                    <a:pt x="177371" y="1215643"/>
                    <a:pt x="176857" y="1213163"/>
                  </a:cubicBezTo>
                  <a:cubicBezTo>
                    <a:pt x="176345" y="1210767"/>
                    <a:pt x="180793" y="1190666"/>
                    <a:pt x="176857" y="1187672"/>
                  </a:cubicBezTo>
                  <a:cubicBezTo>
                    <a:pt x="172923" y="1184764"/>
                    <a:pt x="165567" y="1187672"/>
                    <a:pt x="165567" y="1187672"/>
                  </a:cubicBezTo>
                  <a:cubicBezTo>
                    <a:pt x="164626" y="1193061"/>
                    <a:pt x="169929" y="1207774"/>
                    <a:pt x="168988" y="1213590"/>
                  </a:cubicBezTo>
                  <a:cubicBezTo>
                    <a:pt x="167962" y="1219493"/>
                    <a:pt x="147945" y="1214617"/>
                    <a:pt x="129811" y="1214617"/>
                  </a:cubicBezTo>
                  <a:lnTo>
                    <a:pt x="108768" y="1214617"/>
                  </a:lnTo>
                  <a:cubicBezTo>
                    <a:pt x="65656" y="1216585"/>
                    <a:pt x="57873" y="1211196"/>
                    <a:pt x="57873" y="1211196"/>
                  </a:cubicBezTo>
                  <a:cubicBezTo>
                    <a:pt x="52996" y="1208287"/>
                    <a:pt x="59840" y="1198963"/>
                    <a:pt x="71559" y="1198963"/>
                  </a:cubicBezTo>
                  <a:cubicBezTo>
                    <a:pt x="83278" y="1198963"/>
                    <a:pt x="90121" y="1194088"/>
                    <a:pt x="96023" y="1190153"/>
                  </a:cubicBezTo>
                  <a:cubicBezTo>
                    <a:pt x="101926" y="1186218"/>
                    <a:pt x="113644" y="1173045"/>
                    <a:pt x="114157" y="1168083"/>
                  </a:cubicBezTo>
                  <a:cubicBezTo>
                    <a:pt x="114671" y="1163207"/>
                    <a:pt x="114671" y="1152430"/>
                    <a:pt x="114671" y="1140625"/>
                  </a:cubicBezTo>
                  <a:cubicBezTo>
                    <a:pt x="114671" y="1128821"/>
                    <a:pt x="115697" y="1114193"/>
                    <a:pt x="115697" y="1114193"/>
                  </a:cubicBezTo>
                  <a:cubicBezTo>
                    <a:pt x="113729" y="1103415"/>
                    <a:pt x="110821" y="1083314"/>
                    <a:pt x="110308" y="1072536"/>
                  </a:cubicBezTo>
                  <a:cubicBezTo>
                    <a:pt x="109795" y="1061758"/>
                    <a:pt x="102438" y="1036353"/>
                    <a:pt x="100043" y="1028996"/>
                  </a:cubicBezTo>
                  <a:cubicBezTo>
                    <a:pt x="97563" y="1021640"/>
                    <a:pt x="102438" y="1025061"/>
                    <a:pt x="96621" y="997689"/>
                  </a:cubicBezTo>
                  <a:cubicBezTo>
                    <a:pt x="90719" y="970316"/>
                    <a:pt x="60352" y="811640"/>
                    <a:pt x="56504" y="794019"/>
                  </a:cubicBezTo>
                  <a:cubicBezTo>
                    <a:pt x="52569" y="776398"/>
                    <a:pt x="47693" y="725929"/>
                    <a:pt x="43758" y="703433"/>
                  </a:cubicBezTo>
                  <a:cubicBezTo>
                    <a:pt x="39824" y="680936"/>
                    <a:pt x="35888" y="641759"/>
                    <a:pt x="35461" y="629014"/>
                  </a:cubicBezTo>
                  <a:cubicBezTo>
                    <a:pt x="34947" y="616268"/>
                    <a:pt x="39909" y="571274"/>
                    <a:pt x="43758" y="554594"/>
                  </a:cubicBezTo>
                  <a:cubicBezTo>
                    <a:pt x="47693" y="537914"/>
                    <a:pt x="50602" y="520293"/>
                    <a:pt x="53082" y="513450"/>
                  </a:cubicBezTo>
                  <a:cubicBezTo>
                    <a:pt x="55477" y="506607"/>
                    <a:pt x="61893" y="495828"/>
                    <a:pt x="62833" y="492920"/>
                  </a:cubicBezTo>
                  <a:cubicBezTo>
                    <a:pt x="63860" y="490012"/>
                    <a:pt x="61893" y="484623"/>
                    <a:pt x="61893" y="484623"/>
                  </a:cubicBezTo>
                  <a:cubicBezTo>
                    <a:pt x="57958" y="460158"/>
                    <a:pt x="64801" y="456224"/>
                    <a:pt x="64801" y="456224"/>
                  </a:cubicBezTo>
                  <a:lnTo>
                    <a:pt x="65827" y="455026"/>
                  </a:lnTo>
                  <a:lnTo>
                    <a:pt x="64801" y="453486"/>
                  </a:lnTo>
                  <a:cubicBezTo>
                    <a:pt x="63090" y="450064"/>
                    <a:pt x="60609" y="443221"/>
                    <a:pt x="58728" y="434924"/>
                  </a:cubicBezTo>
                  <a:cubicBezTo>
                    <a:pt x="56760" y="426627"/>
                    <a:pt x="62150" y="423205"/>
                    <a:pt x="55306" y="417046"/>
                  </a:cubicBezTo>
                  <a:cubicBezTo>
                    <a:pt x="43501" y="407124"/>
                    <a:pt x="42817" y="400537"/>
                    <a:pt x="42817" y="400537"/>
                  </a:cubicBezTo>
                  <a:cubicBezTo>
                    <a:pt x="42817" y="400537"/>
                    <a:pt x="13477" y="392668"/>
                    <a:pt x="8859" y="391385"/>
                  </a:cubicBezTo>
                  <a:cubicBezTo>
                    <a:pt x="4325" y="390101"/>
                    <a:pt x="-1578" y="392069"/>
                    <a:pt x="389" y="378297"/>
                  </a:cubicBezTo>
                  <a:cubicBezTo>
                    <a:pt x="2357" y="364611"/>
                    <a:pt x="4923" y="331934"/>
                    <a:pt x="23913" y="314998"/>
                  </a:cubicBezTo>
                  <a:cubicBezTo>
                    <a:pt x="28361" y="311063"/>
                    <a:pt x="31526" y="307898"/>
                    <a:pt x="33835" y="305503"/>
                  </a:cubicBezTo>
                  <a:cubicBezTo>
                    <a:pt x="35803" y="300370"/>
                    <a:pt x="43587" y="281552"/>
                    <a:pt x="50686" y="271800"/>
                  </a:cubicBezTo>
                  <a:cubicBezTo>
                    <a:pt x="50686" y="271800"/>
                    <a:pt x="54365" y="270090"/>
                    <a:pt x="55563" y="265214"/>
                  </a:cubicBezTo>
                  <a:cubicBezTo>
                    <a:pt x="56760" y="260338"/>
                    <a:pt x="60438" y="256917"/>
                    <a:pt x="60438" y="253666"/>
                  </a:cubicBezTo>
                  <a:cubicBezTo>
                    <a:pt x="60438" y="250416"/>
                    <a:pt x="60695" y="250244"/>
                    <a:pt x="66341" y="245368"/>
                  </a:cubicBezTo>
                  <a:cubicBezTo>
                    <a:pt x="71987" y="240493"/>
                    <a:pt x="81482" y="235788"/>
                    <a:pt x="84902" y="233821"/>
                  </a:cubicBezTo>
                  <a:cubicBezTo>
                    <a:pt x="88324" y="231853"/>
                    <a:pt x="90805" y="229630"/>
                    <a:pt x="91746" y="228175"/>
                  </a:cubicBezTo>
                  <a:cubicBezTo>
                    <a:pt x="92772" y="226721"/>
                    <a:pt x="97904" y="225267"/>
                    <a:pt x="99872" y="223043"/>
                  </a:cubicBezTo>
                  <a:cubicBezTo>
                    <a:pt x="101840" y="220819"/>
                    <a:pt x="108170" y="218424"/>
                    <a:pt x="110137" y="217654"/>
                  </a:cubicBezTo>
                  <a:cubicBezTo>
                    <a:pt x="112104" y="216884"/>
                    <a:pt x="117750" y="219621"/>
                    <a:pt x="119461" y="218851"/>
                  </a:cubicBezTo>
                  <a:cubicBezTo>
                    <a:pt x="121172" y="218081"/>
                    <a:pt x="144438" y="207560"/>
                    <a:pt x="146918" y="205336"/>
                  </a:cubicBezTo>
                  <a:cubicBezTo>
                    <a:pt x="149314" y="203112"/>
                    <a:pt x="155729" y="194558"/>
                    <a:pt x="159151" y="190880"/>
                  </a:cubicBezTo>
                  <a:cubicBezTo>
                    <a:pt x="161118" y="188741"/>
                    <a:pt x="162744" y="187544"/>
                    <a:pt x="163856" y="186689"/>
                  </a:cubicBezTo>
                  <a:lnTo>
                    <a:pt x="163257" y="183267"/>
                  </a:lnTo>
                  <a:cubicBezTo>
                    <a:pt x="160349" y="169581"/>
                    <a:pt x="162316" y="150933"/>
                    <a:pt x="159322" y="148024"/>
                  </a:cubicBezTo>
                  <a:cubicBezTo>
                    <a:pt x="156414" y="145116"/>
                    <a:pt x="142641" y="131344"/>
                    <a:pt x="136825" y="119625"/>
                  </a:cubicBezTo>
                  <a:cubicBezTo>
                    <a:pt x="136825" y="119625"/>
                    <a:pt x="136825" y="111841"/>
                    <a:pt x="131949" y="103972"/>
                  </a:cubicBezTo>
                  <a:cubicBezTo>
                    <a:pt x="127074" y="96102"/>
                    <a:pt x="125106" y="88318"/>
                    <a:pt x="129041" y="85409"/>
                  </a:cubicBezTo>
                  <a:cubicBezTo>
                    <a:pt x="129041" y="85409"/>
                    <a:pt x="133917" y="79507"/>
                    <a:pt x="130067" y="63854"/>
                  </a:cubicBezTo>
                  <a:cubicBezTo>
                    <a:pt x="126133" y="48200"/>
                    <a:pt x="136911" y="2180"/>
                    <a:pt x="176088" y="212"/>
                  </a:cubicBezTo>
                  <a:cubicBezTo>
                    <a:pt x="197729" y="-900"/>
                    <a:pt x="228011" y="1153"/>
                    <a:pt x="238789" y="36395"/>
                  </a:cubicBezTo>
                  <a:cubicBezTo>
                    <a:pt x="249566" y="71638"/>
                    <a:pt x="243664" y="69670"/>
                    <a:pt x="243664" y="69670"/>
                  </a:cubicBezTo>
                  <a:cubicBezTo>
                    <a:pt x="243664" y="69670"/>
                    <a:pt x="254442" y="72579"/>
                    <a:pt x="249566" y="85324"/>
                  </a:cubicBezTo>
                  <a:cubicBezTo>
                    <a:pt x="244691" y="98070"/>
                    <a:pt x="243664" y="106880"/>
                    <a:pt x="239730" y="111756"/>
                  </a:cubicBezTo>
                  <a:cubicBezTo>
                    <a:pt x="235794" y="116632"/>
                    <a:pt x="233827" y="117658"/>
                    <a:pt x="229978" y="115691"/>
                  </a:cubicBezTo>
                  <a:cubicBezTo>
                    <a:pt x="226042" y="113723"/>
                    <a:pt x="227069" y="128436"/>
                    <a:pt x="226042" y="136220"/>
                  </a:cubicBezTo>
                  <a:cubicBezTo>
                    <a:pt x="225187" y="143064"/>
                    <a:pt x="222878" y="158888"/>
                    <a:pt x="226214" y="171975"/>
                  </a:cubicBezTo>
                  <a:cubicBezTo>
                    <a:pt x="228267" y="171975"/>
                    <a:pt x="238789" y="172147"/>
                    <a:pt x="241269" y="173943"/>
                  </a:cubicBezTo>
                  <a:lnTo>
                    <a:pt x="241269" y="173943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4E9B122-9D98-096E-210C-1F08F991FFD2}"/>
                </a:ext>
              </a:extLst>
            </p:cNvPr>
            <p:cNvSpPr/>
            <p:nvPr/>
          </p:nvSpPr>
          <p:spPr>
            <a:xfrm>
              <a:off x="6012957" y="5647623"/>
              <a:ext cx="386556" cy="1166864"/>
            </a:xfrm>
            <a:custGeom>
              <a:avLst/>
              <a:gdLst>
                <a:gd name="connsiteX0" fmla="*/ 39862 w 386556"/>
                <a:gd name="connsiteY0" fmla="*/ 632119 h 1166864"/>
                <a:gd name="connsiteX1" fmla="*/ 29426 w 386556"/>
                <a:gd name="connsiteY1" fmla="*/ 631178 h 1166864"/>
                <a:gd name="connsiteX2" fmla="*/ 23096 w 386556"/>
                <a:gd name="connsiteY2" fmla="*/ 641871 h 1166864"/>
                <a:gd name="connsiteX3" fmla="*/ 19503 w 386556"/>
                <a:gd name="connsiteY3" fmla="*/ 650595 h 1166864"/>
                <a:gd name="connsiteX4" fmla="*/ 23352 w 386556"/>
                <a:gd name="connsiteY4" fmla="*/ 655728 h 1166864"/>
                <a:gd name="connsiteX5" fmla="*/ 30110 w 386556"/>
                <a:gd name="connsiteY5" fmla="*/ 652306 h 1166864"/>
                <a:gd name="connsiteX6" fmla="*/ 37894 w 386556"/>
                <a:gd name="connsiteY6" fmla="*/ 654958 h 1166864"/>
                <a:gd name="connsiteX7" fmla="*/ 39348 w 386556"/>
                <a:gd name="connsiteY7" fmla="*/ 649398 h 1166864"/>
                <a:gd name="connsiteX8" fmla="*/ 42513 w 386556"/>
                <a:gd name="connsiteY8" fmla="*/ 647260 h 1166864"/>
                <a:gd name="connsiteX9" fmla="*/ 43284 w 386556"/>
                <a:gd name="connsiteY9" fmla="*/ 638535 h 1166864"/>
                <a:gd name="connsiteX10" fmla="*/ 39862 w 386556"/>
                <a:gd name="connsiteY10" fmla="*/ 632205 h 1166864"/>
                <a:gd name="connsiteX11" fmla="*/ 39862 w 386556"/>
                <a:gd name="connsiteY11" fmla="*/ 632205 h 1166864"/>
                <a:gd name="connsiteX12" fmla="*/ 273898 w 386556"/>
                <a:gd name="connsiteY12" fmla="*/ 423574 h 1166864"/>
                <a:gd name="connsiteX13" fmla="*/ 279372 w 386556"/>
                <a:gd name="connsiteY13" fmla="*/ 457875 h 1166864"/>
                <a:gd name="connsiteX14" fmla="*/ 282965 w 386556"/>
                <a:gd name="connsiteY14" fmla="*/ 468653 h 1166864"/>
                <a:gd name="connsiteX15" fmla="*/ 284248 w 386556"/>
                <a:gd name="connsiteY15" fmla="*/ 466600 h 1166864"/>
                <a:gd name="connsiteX16" fmla="*/ 297164 w 386556"/>
                <a:gd name="connsiteY16" fmla="*/ 439484 h 1166864"/>
                <a:gd name="connsiteX17" fmla="*/ 318463 w 386556"/>
                <a:gd name="connsiteY17" fmla="*/ 378666 h 1166864"/>
                <a:gd name="connsiteX18" fmla="*/ 325564 w 386556"/>
                <a:gd name="connsiteY18" fmla="*/ 335981 h 1166864"/>
                <a:gd name="connsiteX19" fmla="*/ 292887 w 386556"/>
                <a:gd name="connsiteY19" fmla="*/ 293040 h 1166864"/>
                <a:gd name="connsiteX20" fmla="*/ 291263 w 386556"/>
                <a:gd name="connsiteY20" fmla="*/ 295264 h 1166864"/>
                <a:gd name="connsiteX21" fmla="*/ 289722 w 386556"/>
                <a:gd name="connsiteY21" fmla="*/ 299028 h 1166864"/>
                <a:gd name="connsiteX22" fmla="*/ 291263 w 386556"/>
                <a:gd name="connsiteY22" fmla="*/ 295264 h 1166864"/>
                <a:gd name="connsiteX23" fmla="*/ 289722 w 386556"/>
                <a:gd name="connsiteY23" fmla="*/ 299028 h 1166864"/>
                <a:gd name="connsiteX24" fmla="*/ 288098 w 386556"/>
                <a:gd name="connsiteY24" fmla="*/ 303990 h 1166864"/>
                <a:gd name="connsiteX25" fmla="*/ 282280 w 386556"/>
                <a:gd name="connsiteY25" fmla="*/ 322723 h 1166864"/>
                <a:gd name="connsiteX26" fmla="*/ 276122 w 386556"/>
                <a:gd name="connsiteY26" fmla="*/ 355997 h 1166864"/>
                <a:gd name="connsiteX27" fmla="*/ 273898 w 386556"/>
                <a:gd name="connsiteY27" fmla="*/ 423574 h 1166864"/>
                <a:gd name="connsiteX28" fmla="*/ 273898 w 386556"/>
                <a:gd name="connsiteY28" fmla="*/ 423574 h 1166864"/>
                <a:gd name="connsiteX29" fmla="*/ 276550 w 386556"/>
                <a:gd name="connsiteY29" fmla="*/ 176194 h 1166864"/>
                <a:gd name="connsiteX30" fmla="*/ 325050 w 386556"/>
                <a:gd name="connsiteY30" fmla="*/ 240861 h 1166864"/>
                <a:gd name="connsiteX31" fmla="*/ 379368 w 386556"/>
                <a:gd name="connsiteY31" fmla="*/ 332046 h 1166864"/>
                <a:gd name="connsiteX32" fmla="*/ 386468 w 386556"/>
                <a:gd name="connsiteY32" fmla="*/ 344963 h 1166864"/>
                <a:gd name="connsiteX33" fmla="*/ 374578 w 386556"/>
                <a:gd name="connsiteY33" fmla="*/ 371224 h 1166864"/>
                <a:gd name="connsiteX34" fmla="*/ 324366 w 386556"/>
                <a:gd name="connsiteY34" fmla="*/ 455480 h 1166864"/>
                <a:gd name="connsiteX35" fmla="*/ 288782 w 386556"/>
                <a:gd name="connsiteY35" fmla="*/ 513048 h 1166864"/>
                <a:gd name="connsiteX36" fmla="*/ 288439 w 386556"/>
                <a:gd name="connsiteY36" fmla="*/ 513390 h 1166864"/>
                <a:gd name="connsiteX37" fmla="*/ 288439 w 386556"/>
                <a:gd name="connsiteY37" fmla="*/ 513989 h 1166864"/>
                <a:gd name="connsiteX38" fmla="*/ 286557 w 386556"/>
                <a:gd name="connsiteY38" fmla="*/ 541447 h 1166864"/>
                <a:gd name="connsiteX39" fmla="*/ 285617 w 386556"/>
                <a:gd name="connsiteY39" fmla="*/ 539308 h 1166864"/>
                <a:gd name="connsiteX40" fmla="*/ 284248 w 386556"/>
                <a:gd name="connsiteY40" fmla="*/ 612530 h 1166864"/>
                <a:gd name="connsiteX41" fmla="*/ 272614 w 386556"/>
                <a:gd name="connsiteY41" fmla="*/ 684298 h 1166864"/>
                <a:gd name="connsiteX42" fmla="*/ 262607 w 386556"/>
                <a:gd name="connsiteY42" fmla="*/ 687891 h 1166864"/>
                <a:gd name="connsiteX43" fmla="*/ 252256 w 386556"/>
                <a:gd name="connsiteY43" fmla="*/ 739044 h 1166864"/>
                <a:gd name="connsiteX44" fmla="*/ 246440 w 386556"/>
                <a:gd name="connsiteY44" fmla="*/ 783182 h 1166864"/>
                <a:gd name="connsiteX45" fmla="*/ 266798 w 386556"/>
                <a:gd name="connsiteY45" fmla="*/ 841862 h 1166864"/>
                <a:gd name="connsiteX46" fmla="*/ 280827 w 386556"/>
                <a:gd name="connsiteY46" fmla="*/ 934501 h 1166864"/>
                <a:gd name="connsiteX47" fmla="*/ 279372 w 386556"/>
                <a:gd name="connsiteY47" fmla="*/ 1023719 h 1166864"/>
                <a:gd name="connsiteX48" fmla="*/ 282794 w 386556"/>
                <a:gd name="connsiteY48" fmla="*/ 1045532 h 1166864"/>
                <a:gd name="connsiteX49" fmla="*/ 298276 w 386556"/>
                <a:gd name="connsiteY49" fmla="*/ 1084367 h 1166864"/>
                <a:gd name="connsiteX50" fmla="*/ 286130 w 386556"/>
                <a:gd name="connsiteY50" fmla="*/ 1123629 h 1166864"/>
                <a:gd name="connsiteX51" fmla="*/ 282280 w 386556"/>
                <a:gd name="connsiteY51" fmla="*/ 1156648 h 1166864"/>
                <a:gd name="connsiteX52" fmla="*/ 274069 w 386556"/>
                <a:gd name="connsiteY52" fmla="*/ 1166827 h 1166864"/>
                <a:gd name="connsiteX53" fmla="*/ 216842 w 386556"/>
                <a:gd name="connsiteY53" fmla="*/ 1164859 h 1166864"/>
                <a:gd name="connsiteX54" fmla="*/ 211539 w 386556"/>
                <a:gd name="connsiteY54" fmla="*/ 1146468 h 1166864"/>
                <a:gd name="connsiteX55" fmla="*/ 219323 w 386556"/>
                <a:gd name="connsiteY55" fmla="*/ 1133808 h 1166864"/>
                <a:gd name="connsiteX56" fmla="*/ 233352 w 386556"/>
                <a:gd name="connsiteY56" fmla="*/ 1127051 h 1166864"/>
                <a:gd name="connsiteX57" fmla="*/ 232838 w 386556"/>
                <a:gd name="connsiteY57" fmla="*/ 1086761 h 1166864"/>
                <a:gd name="connsiteX58" fmla="*/ 238142 w 386556"/>
                <a:gd name="connsiteY58" fmla="*/ 1053743 h 1166864"/>
                <a:gd name="connsiteX59" fmla="*/ 241051 w 386556"/>
                <a:gd name="connsiteY59" fmla="*/ 1031931 h 1166864"/>
                <a:gd name="connsiteX60" fmla="*/ 238655 w 386556"/>
                <a:gd name="connsiteY60" fmla="*/ 992668 h 1166864"/>
                <a:gd name="connsiteX61" fmla="*/ 215902 w 386556"/>
                <a:gd name="connsiteY61" fmla="*/ 927658 h 1166864"/>
                <a:gd name="connsiteX62" fmla="*/ 205209 w 386556"/>
                <a:gd name="connsiteY62" fmla="*/ 889850 h 1166864"/>
                <a:gd name="connsiteX63" fmla="*/ 188273 w 386556"/>
                <a:gd name="connsiteY63" fmla="*/ 841862 h 1166864"/>
                <a:gd name="connsiteX64" fmla="*/ 175185 w 386556"/>
                <a:gd name="connsiteY64" fmla="*/ 813292 h 1166864"/>
                <a:gd name="connsiteX65" fmla="*/ 172790 w 386556"/>
                <a:gd name="connsiteY65" fmla="*/ 805080 h 1166864"/>
                <a:gd name="connsiteX66" fmla="*/ 170395 w 386556"/>
                <a:gd name="connsiteY66" fmla="*/ 822017 h 1166864"/>
                <a:gd name="connsiteX67" fmla="*/ 168000 w 386556"/>
                <a:gd name="connsiteY67" fmla="*/ 858885 h 1166864"/>
                <a:gd name="connsiteX68" fmla="*/ 170908 w 386556"/>
                <a:gd name="connsiteY68" fmla="*/ 912175 h 1166864"/>
                <a:gd name="connsiteX69" fmla="*/ 154912 w 386556"/>
                <a:gd name="connsiteY69" fmla="*/ 999939 h 1166864"/>
                <a:gd name="connsiteX70" fmla="*/ 156879 w 386556"/>
                <a:gd name="connsiteY70" fmla="*/ 1042623 h 1166864"/>
                <a:gd name="connsiteX71" fmla="*/ 171934 w 386556"/>
                <a:gd name="connsiteY71" fmla="*/ 1060586 h 1166864"/>
                <a:gd name="connsiteX72" fmla="*/ 174843 w 386556"/>
                <a:gd name="connsiteY72" fmla="*/ 1090183 h 1166864"/>
                <a:gd name="connsiteX73" fmla="*/ 162696 w 386556"/>
                <a:gd name="connsiteY73" fmla="*/ 1141593 h 1166864"/>
                <a:gd name="connsiteX74" fmla="*/ 161756 w 386556"/>
                <a:gd name="connsiteY74" fmla="*/ 1160497 h 1166864"/>
                <a:gd name="connsiteX75" fmla="*/ 155938 w 386556"/>
                <a:gd name="connsiteY75" fmla="*/ 1161010 h 1166864"/>
                <a:gd name="connsiteX76" fmla="*/ 152602 w 386556"/>
                <a:gd name="connsiteY76" fmla="*/ 1133808 h 1166864"/>
                <a:gd name="connsiteX77" fmla="*/ 149694 w 386556"/>
                <a:gd name="connsiteY77" fmla="*/ 1144501 h 1166864"/>
                <a:gd name="connsiteX78" fmla="*/ 146786 w 386556"/>
                <a:gd name="connsiteY78" fmla="*/ 1163405 h 1166864"/>
                <a:gd name="connsiteX79" fmla="*/ 93922 w 386556"/>
                <a:gd name="connsiteY79" fmla="*/ 1163405 h 1166864"/>
                <a:gd name="connsiteX80" fmla="*/ 91528 w 386556"/>
                <a:gd name="connsiteY80" fmla="*/ 1147922 h 1166864"/>
                <a:gd name="connsiteX81" fmla="*/ 97858 w 386556"/>
                <a:gd name="connsiteY81" fmla="*/ 1134321 h 1166864"/>
                <a:gd name="connsiteX82" fmla="*/ 114794 w 386556"/>
                <a:gd name="connsiteY82" fmla="*/ 1120721 h 1166864"/>
                <a:gd name="connsiteX83" fmla="*/ 117190 w 386556"/>
                <a:gd name="connsiteY83" fmla="*/ 1072220 h 1166864"/>
                <a:gd name="connsiteX84" fmla="*/ 114281 w 386556"/>
                <a:gd name="connsiteY84" fmla="*/ 1034411 h 1166864"/>
                <a:gd name="connsiteX85" fmla="*/ 95805 w 386556"/>
                <a:gd name="connsiteY85" fmla="*/ 908754 h 1166864"/>
                <a:gd name="connsiteX86" fmla="*/ 99226 w 386556"/>
                <a:gd name="connsiteY86" fmla="*/ 825781 h 1166864"/>
                <a:gd name="connsiteX87" fmla="*/ 76986 w 386556"/>
                <a:gd name="connsiteY87" fmla="*/ 693708 h 1166864"/>
                <a:gd name="connsiteX88" fmla="*/ 63299 w 386556"/>
                <a:gd name="connsiteY88" fmla="*/ 693451 h 1166864"/>
                <a:gd name="connsiteX89" fmla="*/ 61845 w 386556"/>
                <a:gd name="connsiteY89" fmla="*/ 689088 h 1166864"/>
                <a:gd name="connsiteX90" fmla="*/ 55088 w 386556"/>
                <a:gd name="connsiteY90" fmla="*/ 586783 h 1166864"/>
                <a:gd name="connsiteX91" fmla="*/ 53719 w 386556"/>
                <a:gd name="connsiteY91" fmla="*/ 573867 h 1166864"/>
                <a:gd name="connsiteX92" fmla="*/ 50981 w 386556"/>
                <a:gd name="connsiteY92" fmla="*/ 594995 h 1166864"/>
                <a:gd name="connsiteX93" fmla="*/ 57482 w 386556"/>
                <a:gd name="connsiteY93" fmla="*/ 620229 h 1166864"/>
                <a:gd name="connsiteX94" fmla="*/ 52864 w 386556"/>
                <a:gd name="connsiteY94" fmla="*/ 651708 h 1166864"/>
                <a:gd name="connsiteX95" fmla="*/ 40289 w 386556"/>
                <a:gd name="connsiteY95" fmla="*/ 668473 h 1166864"/>
                <a:gd name="connsiteX96" fmla="*/ 17450 w 386556"/>
                <a:gd name="connsiteY96" fmla="*/ 673862 h 1166864"/>
                <a:gd name="connsiteX97" fmla="*/ 0 w 386556"/>
                <a:gd name="connsiteY97" fmla="*/ 663512 h 1166864"/>
                <a:gd name="connsiteX98" fmla="*/ 4534 w 386556"/>
                <a:gd name="connsiteY98" fmla="*/ 631862 h 1166864"/>
                <a:gd name="connsiteX99" fmla="*/ 16851 w 386556"/>
                <a:gd name="connsiteY99" fmla="*/ 610563 h 1166864"/>
                <a:gd name="connsiteX100" fmla="*/ 27886 w 386556"/>
                <a:gd name="connsiteY100" fmla="*/ 572413 h 1166864"/>
                <a:gd name="connsiteX101" fmla="*/ 34387 w 386556"/>
                <a:gd name="connsiteY101" fmla="*/ 514245 h 1166864"/>
                <a:gd name="connsiteX102" fmla="*/ 47304 w 386556"/>
                <a:gd name="connsiteY102" fmla="*/ 429562 h 1166864"/>
                <a:gd name="connsiteX103" fmla="*/ 53120 w 386556"/>
                <a:gd name="connsiteY103" fmla="*/ 397826 h 1166864"/>
                <a:gd name="connsiteX104" fmla="*/ 56370 w 386556"/>
                <a:gd name="connsiteY104" fmla="*/ 307924 h 1166864"/>
                <a:gd name="connsiteX105" fmla="*/ 62187 w 386556"/>
                <a:gd name="connsiteY105" fmla="*/ 243256 h 1166864"/>
                <a:gd name="connsiteX106" fmla="*/ 88533 w 386556"/>
                <a:gd name="connsiteY106" fmla="*/ 221615 h 1166864"/>
                <a:gd name="connsiteX107" fmla="*/ 129593 w 386556"/>
                <a:gd name="connsiteY107" fmla="*/ 203309 h 1166864"/>
                <a:gd name="connsiteX108" fmla="*/ 135238 w 386556"/>
                <a:gd name="connsiteY108" fmla="*/ 172087 h 1166864"/>
                <a:gd name="connsiteX109" fmla="*/ 92554 w 386556"/>
                <a:gd name="connsiteY109" fmla="*/ 145570 h 1166864"/>
                <a:gd name="connsiteX110" fmla="*/ 81605 w 386556"/>
                <a:gd name="connsiteY110" fmla="*/ 50536 h 1166864"/>
                <a:gd name="connsiteX111" fmla="*/ 123605 w 386556"/>
                <a:gd name="connsiteY111" fmla="*/ 4601 h 1166864"/>
                <a:gd name="connsiteX112" fmla="*/ 187589 w 386556"/>
                <a:gd name="connsiteY112" fmla="*/ 23335 h 1166864"/>
                <a:gd name="connsiteX113" fmla="*/ 212822 w 386556"/>
                <a:gd name="connsiteY113" fmla="*/ 100918 h 1166864"/>
                <a:gd name="connsiteX114" fmla="*/ 200505 w 386556"/>
                <a:gd name="connsiteY114" fmla="*/ 133937 h 1166864"/>
                <a:gd name="connsiteX115" fmla="*/ 196655 w 386556"/>
                <a:gd name="connsiteY115" fmla="*/ 151387 h 1166864"/>
                <a:gd name="connsiteX116" fmla="*/ 221205 w 386556"/>
                <a:gd name="connsiteY116" fmla="*/ 176621 h 1166864"/>
                <a:gd name="connsiteX117" fmla="*/ 247722 w 386556"/>
                <a:gd name="connsiteY117" fmla="*/ 175680 h 1166864"/>
                <a:gd name="connsiteX118" fmla="*/ 247381 w 386556"/>
                <a:gd name="connsiteY118" fmla="*/ 175851 h 1166864"/>
                <a:gd name="connsiteX119" fmla="*/ 276891 w 386556"/>
                <a:gd name="connsiteY119" fmla="*/ 176022 h 1166864"/>
                <a:gd name="connsiteX120" fmla="*/ 276891 w 386556"/>
                <a:gd name="connsiteY120" fmla="*/ 176022 h 1166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386556" h="1166864">
                  <a:moveTo>
                    <a:pt x="39862" y="632119"/>
                  </a:moveTo>
                  <a:cubicBezTo>
                    <a:pt x="37723" y="630921"/>
                    <a:pt x="29768" y="628954"/>
                    <a:pt x="29426" y="631178"/>
                  </a:cubicBezTo>
                  <a:cubicBezTo>
                    <a:pt x="28912" y="634600"/>
                    <a:pt x="22839" y="638962"/>
                    <a:pt x="23096" y="641871"/>
                  </a:cubicBezTo>
                  <a:cubicBezTo>
                    <a:pt x="23352" y="644779"/>
                    <a:pt x="19503" y="649398"/>
                    <a:pt x="19503" y="650595"/>
                  </a:cubicBezTo>
                  <a:cubicBezTo>
                    <a:pt x="19503" y="651793"/>
                    <a:pt x="21642" y="656156"/>
                    <a:pt x="23352" y="655728"/>
                  </a:cubicBezTo>
                  <a:cubicBezTo>
                    <a:pt x="25064" y="655215"/>
                    <a:pt x="27972" y="652306"/>
                    <a:pt x="30110" y="652306"/>
                  </a:cubicBezTo>
                  <a:cubicBezTo>
                    <a:pt x="32249" y="652306"/>
                    <a:pt x="36868" y="654958"/>
                    <a:pt x="37894" y="654958"/>
                  </a:cubicBezTo>
                  <a:lnTo>
                    <a:pt x="39348" y="649398"/>
                  </a:lnTo>
                  <a:lnTo>
                    <a:pt x="42513" y="647260"/>
                  </a:lnTo>
                  <a:cubicBezTo>
                    <a:pt x="42513" y="647260"/>
                    <a:pt x="43027" y="639989"/>
                    <a:pt x="43284" y="638535"/>
                  </a:cubicBezTo>
                  <a:cubicBezTo>
                    <a:pt x="43539" y="637081"/>
                    <a:pt x="42086" y="633488"/>
                    <a:pt x="39862" y="632205"/>
                  </a:cubicBezTo>
                  <a:lnTo>
                    <a:pt x="39862" y="632205"/>
                  </a:lnTo>
                  <a:close/>
                  <a:moveTo>
                    <a:pt x="273898" y="423574"/>
                  </a:moveTo>
                  <a:cubicBezTo>
                    <a:pt x="275181" y="433240"/>
                    <a:pt x="277491" y="450091"/>
                    <a:pt x="279372" y="457875"/>
                  </a:cubicBezTo>
                  <a:cubicBezTo>
                    <a:pt x="280228" y="461382"/>
                    <a:pt x="281596" y="464975"/>
                    <a:pt x="282965" y="468653"/>
                  </a:cubicBezTo>
                  <a:lnTo>
                    <a:pt x="284248" y="466600"/>
                  </a:lnTo>
                  <a:cubicBezTo>
                    <a:pt x="288782" y="458816"/>
                    <a:pt x="292032" y="447867"/>
                    <a:pt x="297164" y="439484"/>
                  </a:cubicBezTo>
                  <a:cubicBezTo>
                    <a:pt x="302296" y="431101"/>
                    <a:pt x="309482" y="410999"/>
                    <a:pt x="318463" y="378666"/>
                  </a:cubicBezTo>
                  <a:cubicBezTo>
                    <a:pt x="327531" y="346331"/>
                    <a:pt x="325564" y="335981"/>
                    <a:pt x="325564" y="335981"/>
                  </a:cubicBezTo>
                  <a:cubicBezTo>
                    <a:pt x="317010" y="325631"/>
                    <a:pt x="301527" y="304759"/>
                    <a:pt x="292887" y="293040"/>
                  </a:cubicBezTo>
                  <a:lnTo>
                    <a:pt x="291263" y="295264"/>
                  </a:lnTo>
                  <a:cubicBezTo>
                    <a:pt x="290749" y="295606"/>
                    <a:pt x="290236" y="297146"/>
                    <a:pt x="289722" y="299028"/>
                  </a:cubicBezTo>
                  <a:lnTo>
                    <a:pt x="291263" y="295264"/>
                  </a:lnTo>
                  <a:cubicBezTo>
                    <a:pt x="291091" y="296548"/>
                    <a:pt x="290492" y="297831"/>
                    <a:pt x="289722" y="299028"/>
                  </a:cubicBezTo>
                  <a:cubicBezTo>
                    <a:pt x="289210" y="300739"/>
                    <a:pt x="288696" y="302621"/>
                    <a:pt x="288098" y="303990"/>
                  </a:cubicBezTo>
                  <a:cubicBezTo>
                    <a:pt x="286814" y="306898"/>
                    <a:pt x="284505" y="317933"/>
                    <a:pt x="282280" y="322723"/>
                  </a:cubicBezTo>
                  <a:cubicBezTo>
                    <a:pt x="280056" y="327598"/>
                    <a:pt x="277747" y="343081"/>
                    <a:pt x="276122" y="355997"/>
                  </a:cubicBezTo>
                  <a:cubicBezTo>
                    <a:pt x="274496" y="368914"/>
                    <a:pt x="272529" y="413822"/>
                    <a:pt x="273898" y="423574"/>
                  </a:cubicBezTo>
                  <a:lnTo>
                    <a:pt x="273898" y="423574"/>
                  </a:lnTo>
                  <a:close/>
                  <a:moveTo>
                    <a:pt x="276550" y="176194"/>
                  </a:moveTo>
                  <a:cubicBezTo>
                    <a:pt x="286900" y="178161"/>
                    <a:pt x="298533" y="202026"/>
                    <a:pt x="325050" y="240861"/>
                  </a:cubicBezTo>
                  <a:cubicBezTo>
                    <a:pt x="351567" y="279611"/>
                    <a:pt x="372866" y="324262"/>
                    <a:pt x="379368" y="332046"/>
                  </a:cubicBezTo>
                  <a:cubicBezTo>
                    <a:pt x="385869" y="339831"/>
                    <a:pt x="385185" y="339831"/>
                    <a:pt x="386468" y="344963"/>
                  </a:cubicBezTo>
                  <a:cubicBezTo>
                    <a:pt x="387751" y="350181"/>
                    <a:pt x="374578" y="371224"/>
                    <a:pt x="374578" y="371224"/>
                  </a:cubicBezTo>
                  <a:cubicBezTo>
                    <a:pt x="363543" y="395773"/>
                    <a:pt x="343784" y="430930"/>
                    <a:pt x="324366" y="455480"/>
                  </a:cubicBezTo>
                  <a:cubicBezTo>
                    <a:pt x="304949" y="480030"/>
                    <a:pt x="292032" y="509113"/>
                    <a:pt x="288782" y="513048"/>
                  </a:cubicBezTo>
                  <a:lnTo>
                    <a:pt x="288439" y="513390"/>
                  </a:lnTo>
                  <a:lnTo>
                    <a:pt x="288439" y="513989"/>
                  </a:lnTo>
                  <a:cubicBezTo>
                    <a:pt x="289124" y="526307"/>
                    <a:pt x="287157" y="538197"/>
                    <a:pt x="286557" y="541447"/>
                  </a:cubicBezTo>
                  <a:cubicBezTo>
                    <a:pt x="286557" y="541447"/>
                    <a:pt x="286557" y="540592"/>
                    <a:pt x="285617" y="539308"/>
                  </a:cubicBezTo>
                  <a:cubicBezTo>
                    <a:pt x="293230" y="558213"/>
                    <a:pt x="284248" y="599101"/>
                    <a:pt x="284248" y="612530"/>
                  </a:cubicBezTo>
                  <a:cubicBezTo>
                    <a:pt x="284248" y="625960"/>
                    <a:pt x="279372" y="678995"/>
                    <a:pt x="272614" y="684298"/>
                  </a:cubicBezTo>
                  <a:cubicBezTo>
                    <a:pt x="270990" y="685581"/>
                    <a:pt x="267568" y="686779"/>
                    <a:pt x="262607" y="687891"/>
                  </a:cubicBezTo>
                  <a:cubicBezTo>
                    <a:pt x="260468" y="701834"/>
                    <a:pt x="256106" y="728265"/>
                    <a:pt x="252256" y="739044"/>
                  </a:cubicBezTo>
                  <a:cubicBezTo>
                    <a:pt x="246953" y="754099"/>
                    <a:pt x="244045" y="770522"/>
                    <a:pt x="246440" y="783182"/>
                  </a:cubicBezTo>
                  <a:cubicBezTo>
                    <a:pt x="248834" y="795842"/>
                    <a:pt x="259527" y="825866"/>
                    <a:pt x="266798" y="841862"/>
                  </a:cubicBezTo>
                  <a:cubicBezTo>
                    <a:pt x="274069" y="857858"/>
                    <a:pt x="279458" y="904905"/>
                    <a:pt x="280827" y="934501"/>
                  </a:cubicBezTo>
                  <a:cubicBezTo>
                    <a:pt x="282280" y="964098"/>
                    <a:pt x="278859" y="1009691"/>
                    <a:pt x="279372" y="1023719"/>
                  </a:cubicBezTo>
                  <a:cubicBezTo>
                    <a:pt x="279885" y="1037747"/>
                    <a:pt x="278859" y="1039715"/>
                    <a:pt x="282794" y="1045532"/>
                  </a:cubicBezTo>
                  <a:cubicBezTo>
                    <a:pt x="286643" y="1051348"/>
                    <a:pt x="302639" y="1068285"/>
                    <a:pt x="298276" y="1084367"/>
                  </a:cubicBezTo>
                  <a:cubicBezTo>
                    <a:pt x="293914" y="1100362"/>
                    <a:pt x="286643" y="1106692"/>
                    <a:pt x="286130" y="1123629"/>
                  </a:cubicBezTo>
                  <a:cubicBezTo>
                    <a:pt x="285617" y="1140566"/>
                    <a:pt x="283221" y="1149805"/>
                    <a:pt x="282280" y="1156648"/>
                  </a:cubicBezTo>
                  <a:cubicBezTo>
                    <a:pt x="281340" y="1163405"/>
                    <a:pt x="280313" y="1166827"/>
                    <a:pt x="274069" y="1166827"/>
                  </a:cubicBezTo>
                  <a:cubicBezTo>
                    <a:pt x="267825" y="1166827"/>
                    <a:pt x="216842" y="1164859"/>
                    <a:pt x="216842" y="1164859"/>
                  </a:cubicBezTo>
                  <a:cubicBezTo>
                    <a:pt x="216842" y="1164859"/>
                    <a:pt x="212480" y="1153739"/>
                    <a:pt x="211539" y="1146468"/>
                  </a:cubicBezTo>
                  <a:cubicBezTo>
                    <a:pt x="210513" y="1139197"/>
                    <a:pt x="213934" y="1134321"/>
                    <a:pt x="219323" y="1133808"/>
                  </a:cubicBezTo>
                  <a:cubicBezTo>
                    <a:pt x="224712" y="1133295"/>
                    <a:pt x="234379" y="1134321"/>
                    <a:pt x="233352" y="1127051"/>
                  </a:cubicBezTo>
                  <a:cubicBezTo>
                    <a:pt x="232411" y="1119780"/>
                    <a:pt x="230444" y="1095487"/>
                    <a:pt x="232838" y="1086761"/>
                  </a:cubicBezTo>
                  <a:cubicBezTo>
                    <a:pt x="235234" y="1078037"/>
                    <a:pt x="239168" y="1063495"/>
                    <a:pt x="238142" y="1053743"/>
                  </a:cubicBezTo>
                  <a:cubicBezTo>
                    <a:pt x="237201" y="1044077"/>
                    <a:pt x="241564" y="1037747"/>
                    <a:pt x="241051" y="1031931"/>
                  </a:cubicBezTo>
                  <a:cubicBezTo>
                    <a:pt x="240537" y="1026114"/>
                    <a:pt x="243018" y="1004302"/>
                    <a:pt x="238655" y="992668"/>
                  </a:cubicBezTo>
                  <a:cubicBezTo>
                    <a:pt x="234293" y="981035"/>
                    <a:pt x="219238" y="935442"/>
                    <a:pt x="215902" y="927658"/>
                  </a:cubicBezTo>
                  <a:cubicBezTo>
                    <a:pt x="212480" y="919874"/>
                    <a:pt x="208631" y="900029"/>
                    <a:pt x="205209" y="889850"/>
                  </a:cubicBezTo>
                  <a:cubicBezTo>
                    <a:pt x="201787" y="879671"/>
                    <a:pt x="193576" y="850587"/>
                    <a:pt x="188273" y="841862"/>
                  </a:cubicBezTo>
                  <a:cubicBezTo>
                    <a:pt x="182969" y="833137"/>
                    <a:pt x="177580" y="818595"/>
                    <a:pt x="175185" y="813292"/>
                  </a:cubicBezTo>
                  <a:cubicBezTo>
                    <a:pt x="172790" y="807988"/>
                    <a:pt x="172790" y="805080"/>
                    <a:pt x="172790" y="805080"/>
                  </a:cubicBezTo>
                  <a:cubicBezTo>
                    <a:pt x="172790" y="805080"/>
                    <a:pt x="172277" y="816714"/>
                    <a:pt x="170395" y="822017"/>
                  </a:cubicBezTo>
                  <a:cubicBezTo>
                    <a:pt x="168428" y="827320"/>
                    <a:pt x="165519" y="848192"/>
                    <a:pt x="168000" y="858885"/>
                  </a:cubicBezTo>
                  <a:cubicBezTo>
                    <a:pt x="170395" y="869577"/>
                    <a:pt x="173303" y="902509"/>
                    <a:pt x="170908" y="912175"/>
                  </a:cubicBezTo>
                  <a:cubicBezTo>
                    <a:pt x="168513" y="921841"/>
                    <a:pt x="155426" y="977613"/>
                    <a:pt x="154912" y="999939"/>
                  </a:cubicBezTo>
                  <a:cubicBezTo>
                    <a:pt x="154399" y="1022265"/>
                    <a:pt x="153971" y="1040656"/>
                    <a:pt x="156879" y="1042623"/>
                  </a:cubicBezTo>
                  <a:cubicBezTo>
                    <a:pt x="159788" y="1044590"/>
                    <a:pt x="169026" y="1050835"/>
                    <a:pt x="171934" y="1060586"/>
                  </a:cubicBezTo>
                  <a:cubicBezTo>
                    <a:pt x="174843" y="1070338"/>
                    <a:pt x="181173" y="1078037"/>
                    <a:pt x="174843" y="1090183"/>
                  </a:cubicBezTo>
                  <a:cubicBezTo>
                    <a:pt x="168513" y="1102330"/>
                    <a:pt x="162268" y="1131927"/>
                    <a:pt x="162696" y="1141593"/>
                  </a:cubicBezTo>
                  <a:cubicBezTo>
                    <a:pt x="163210" y="1151259"/>
                    <a:pt x="161756" y="1160497"/>
                    <a:pt x="161756" y="1160497"/>
                  </a:cubicBezTo>
                  <a:lnTo>
                    <a:pt x="155938" y="1161010"/>
                  </a:lnTo>
                  <a:cubicBezTo>
                    <a:pt x="155938" y="1161010"/>
                    <a:pt x="155938" y="1134321"/>
                    <a:pt x="152602" y="1133808"/>
                  </a:cubicBezTo>
                  <a:cubicBezTo>
                    <a:pt x="149181" y="1133295"/>
                    <a:pt x="148668" y="1139625"/>
                    <a:pt x="149694" y="1144501"/>
                  </a:cubicBezTo>
                  <a:cubicBezTo>
                    <a:pt x="150635" y="1149376"/>
                    <a:pt x="146786" y="1163405"/>
                    <a:pt x="146786" y="1163405"/>
                  </a:cubicBezTo>
                  <a:cubicBezTo>
                    <a:pt x="146786" y="1163405"/>
                    <a:pt x="110945" y="1171189"/>
                    <a:pt x="93922" y="1163405"/>
                  </a:cubicBezTo>
                  <a:lnTo>
                    <a:pt x="91528" y="1147922"/>
                  </a:lnTo>
                  <a:cubicBezTo>
                    <a:pt x="91528" y="1147922"/>
                    <a:pt x="90586" y="1137743"/>
                    <a:pt x="97858" y="1134321"/>
                  </a:cubicBezTo>
                  <a:cubicBezTo>
                    <a:pt x="105128" y="1130900"/>
                    <a:pt x="115821" y="1134835"/>
                    <a:pt x="114794" y="1120721"/>
                  </a:cubicBezTo>
                  <a:cubicBezTo>
                    <a:pt x="113854" y="1106692"/>
                    <a:pt x="115307" y="1079491"/>
                    <a:pt x="117190" y="1072220"/>
                  </a:cubicBezTo>
                  <a:cubicBezTo>
                    <a:pt x="117190" y="1072220"/>
                    <a:pt x="118131" y="1058192"/>
                    <a:pt x="114281" y="1034411"/>
                  </a:cubicBezTo>
                  <a:cubicBezTo>
                    <a:pt x="110432" y="1010632"/>
                    <a:pt x="98713" y="943226"/>
                    <a:pt x="95805" y="908754"/>
                  </a:cubicBezTo>
                  <a:cubicBezTo>
                    <a:pt x="92896" y="874282"/>
                    <a:pt x="103076" y="849560"/>
                    <a:pt x="99226" y="825781"/>
                  </a:cubicBezTo>
                  <a:cubicBezTo>
                    <a:pt x="95634" y="803797"/>
                    <a:pt x="80407" y="711329"/>
                    <a:pt x="76986" y="693708"/>
                  </a:cubicBezTo>
                  <a:cubicBezTo>
                    <a:pt x="68432" y="693536"/>
                    <a:pt x="63299" y="693451"/>
                    <a:pt x="63299" y="693451"/>
                  </a:cubicBezTo>
                  <a:lnTo>
                    <a:pt x="61845" y="689088"/>
                  </a:lnTo>
                  <a:cubicBezTo>
                    <a:pt x="63812" y="660946"/>
                    <a:pt x="59451" y="617834"/>
                    <a:pt x="55088" y="586783"/>
                  </a:cubicBezTo>
                  <a:cubicBezTo>
                    <a:pt x="54489" y="582421"/>
                    <a:pt x="54062" y="578058"/>
                    <a:pt x="53719" y="573867"/>
                  </a:cubicBezTo>
                  <a:cubicBezTo>
                    <a:pt x="52009" y="583105"/>
                    <a:pt x="50640" y="593370"/>
                    <a:pt x="50981" y="594995"/>
                  </a:cubicBezTo>
                  <a:cubicBezTo>
                    <a:pt x="51666" y="597561"/>
                    <a:pt x="55515" y="615696"/>
                    <a:pt x="57482" y="620229"/>
                  </a:cubicBezTo>
                  <a:cubicBezTo>
                    <a:pt x="59451" y="624763"/>
                    <a:pt x="54147" y="648457"/>
                    <a:pt x="52864" y="651708"/>
                  </a:cubicBezTo>
                  <a:cubicBezTo>
                    <a:pt x="51067" y="656327"/>
                    <a:pt x="42941" y="660176"/>
                    <a:pt x="40289" y="668473"/>
                  </a:cubicBezTo>
                  <a:cubicBezTo>
                    <a:pt x="38921" y="672836"/>
                    <a:pt x="17450" y="673862"/>
                    <a:pt x="17450" y="673862"/>
                  </a:cubicBezTo>
                  <a:lnTo>
                    <a:pt x="0" y="663512"/>
                  </a:lnTo>
                  <a:cubicBezTo>
                    <a:pt x="0" y="663512"/>
                    <a:pt x="3251" y="636311"/>
                    <a:pt x="4534" y="631862"/>
                  </a:cubicBezTo>
                  <a:cubicBezTo>
                    <a:pt x="5817" y="627329"/>
                    <a:pt x="7784" y="626046"/>
                    <a:pt x="16851" y="610563"/>
                  </a:cubicBezTo>
                  <a:cubicBezTo>
                    <a:pt x="25919" y="594995"/>
                    <a:pt x="27886" y="572413"/>
                    <a:pt x="27886" y="572413"/>
                  </a:cubicBezTo>
                  <a:cubicBezTo>
                    <a:pt x="29853" y="566596"/>
                    <a:pt x="33018" y="543329"/>
                    <a:pt x="34387" y="514245"/>
                  </a:cubicBezTo>
                  <a:cubicBezTo>
                    <a:pt x="35670" y="485162"/>
                    <a:pt x="42770" y="437944"/>
                    <a:pt x="47304" y="429562"/>
                  </a:cubicBezTo>
                  <a:cubicBezTo>
                    <a:pt x="51837" y="421178"/>
                    <a:pt x="49870" y="414678"/>
                    <a:pt x="53120" y="397826"/>
                  </a:cubicBezTo>
                  <a:cubicBezTo>
                    <a:pt x="56370" y="381060"/>
                    <a:pt x="56370" y="335126"/>
                    <a:pt x="56370" y="307924"/>
                  </a:cubicBezTo>
                  <a:cubicBezTo>
                    <a:pt x="56370" y="280723"/>
                    <a:pt x="58937" y="250356"/>
                    <a:pt x="62187" y="243256"/>
                  </a:cubicBezTo>
                  <a:cubicBezTo>
                    <a:pt x="64924" y="237268"/>
                    <a:pt x="81177" y="222812"/>
                    <a:pt x="88533" y="221615"/>
                  </a:cubicBezTo>
                  <a:cubicBezTo>
                    <a:pt x="95548" y="218022"/>
                    <a:pt x="118472" y="207672"/>
                    <a:pt x="129593" y="203309"/>
                  </a:cubicBezTo>
                  <a:cubicBezTo>
                    <a:pt x="134212" y="198177"/>
                    <a:pt x="140456" y="187827"/>
                    <a:pt x="135238" y="172087"/>
                  </a:cubicBezTo>
                  <a:cubicBezTo>
                    <a:pt x="135238" y="172087"/>
                    <a:pt x="113254" y="166870"/>
                    <a:pt x="92554" y="145570"/>
                  </a:cubicBezTo>
                  <a:cubicBezTo>
                    <a:pt x="71853" y="124185"/>
                    <a:pt x="71169" y="91253"/>
                    <a:pt x="81605" y="50536"/>
                  </a:cubicBezTo>
                  <a:cubicBezTo>
                    <a:pt x="91955" y="9819"/>
                    <a:pt x="105555" y="13669"/>
                    <a:pt x="123605" y="4601"/>
                  </a:cubicBezTo>
                  <a:cubicBezTo>
                    <a:pt x="143364" y="-5322"/>
                    <a:pt x="166289" y="752"/>
                    <a:pt x="187589" y="23335"/>
                  </a:cubicBezTo>
                  <a:cubicBezTo>
                    <a:pt x="208888" y="45917"/>
                    <a:pt x="213422" y="80902"/>
                    <a:pt x="212822" y="100918"/>
                  </a:cubicBezTo>
                  <a:cubicBezTo>
                    <a:pt x="212224" y="120935"/>
                    <a:pt x="205723" y="117085"/>
                    <a:pt x="200505" y="133937"/>
                  </a:cubicBezTo>
                  <a:cubicBezTo>
                    <a:pt x="200505" y="133937"/>
                    <a:pt x="195971" y="148136"/>
                    <a:pt x="196655" y="151387"/>
                  </a:cubicBezTo>
                  <a:cubicBezTo>
                    <a:pt x="196655" y="151387"/>
                    <a:pt x="202472" y="169436"/>
                    <a:pt x="221205" y="176621"/>
                  </a:cubicBezTo>
                  <a:cubicBezTo>
                    <a:pt x="232838" y="174311"/>
                    <a:pt x="240623" y="173713"/>
                    <a:pt x="247722" y="175680"/>
                  </a:cubicBezTo>
                  <a:lnTo>
                    <a:pt x="247381" y="175851"/>
                  </a:lnTo>
                  <a:cubicBezTo>
                    <a:pt x="255079" y="174140"/>
                    <a:pt x="268337" y="174397"/>
                    <a:pt x="276891" y="176022"/>
                  </a:cubicBezTo>
                  <a:lnTo>
                    <a:pt x="276891" y="176022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26740A8-2E8C-433A-3636-445026030484}"/>
                </a:ext>
              </a:extLst>
            </p:cNvPr>
            <p:cNvSpPr/>
            <p:nvPr/>
          </p:nvSpPr>
          <p:spPr>
            <a:xfrm>
              <a:off x="5605033" y="5605165"/>
              <a:ext cx="292130" cy="1208001"/>
            </a:xfrm>
            <a:custGeom>
              <a:avLst/>
              <a:gdLst>
                <a:gd name="connsiteX0" fmla="*/ 73636 w 292130"/>
                <a:gd name="connsiteY0" fmla="*/ 154326 h 1208001"/>
                <a:gd name="connsiteX1" fmla="*/ 73977 w 292130"/>
                <a:gd name="connsiteY1" fmla="*/ 154326 h 1208001"/>
                <a:gd name="connsiteX2" fmla="*/ 73636 w 292130"/>
                <a:gd name="connsiteY2" fmla="*/ 154326 h 1208001"/>
                <a:gd name="connsiteX3" fmla="*/ 73636 w 292130"/>
                <a:gd name="connsiteY3" fmla="*/ 154326 h 1208001"/>
                <a:gd name="connsiteX4" fmla="*/ 191424 w 292130"/>
                <a:gd name="connsiteY4" fmla="*/ 253295 h 1208001"/>
                <a:gd name="connsiteX5" fmla="*/ 205110 w 292130"/>
                <a:gd name="connsiteY5" fmla="*/ 267324 h 1208001"/>
                <a:gd name="connsiteX6" fmla="*/ 209644 w 292130"/>
                <a:gd name="connsiteY6" fmla="*/ 278101 h 1208001"/>
                <a:gd name="connsiteX7" fmla="*/ 213236 w 292130"/>
                <a:gd name="connsiteY7" fmla="*/ 284945 h 1208001"/>
                <a:gd name="connsiteX8" fmla="*/ 220422 w 292130"/>
                <a:gd name="connsiteY8" fmla="*/ 289136 h 1208001"/>
                <a:gd name="connsiteX9" fmla="*/ 224014 w 292130"/>
                <a:gd name="connsiteY9" fmla="*/ 301197 h 1208001"/>
                <a:gd name="connsiteX10" fmla="*/ 234108 w 292130"/>
                <a:gd name="connsiteY10" fmla="*/ 303763 h 1208001"/>
                <a:gd name="connsiteX11" fmla="*/ 243517 w 292130"/>
                <a:gd name="connsiteY11" fmla="*/ 321042 h 1208001"/>
                <a:gd name="connsiteX12" fmla="*/ 248051 w 292130"/>
                <a:gd name="connsiteY12" fmla="*/ 332419 h 1208001"/>
                <a:gd name="connsiteX13" fmla="*/ 258486 w 292130"/>
                <a:gd name="connsiteY13" fmla="*/ 341229 h 1208001"/>
                <a:gd name="connsiteX14" fmla="*/ 262079 w 292130"/>
                <a:gd name="connsiteY14" fmla="*/ 350296 h 1208001"/>
                <a:gd name="connsiteX15" fmla="*/ 271489 w 292130"/>
                <a:gd name="connsiteY15" fmla="*/ 358765 h 1208001"/>
                <a:gd name="connsiteX16" fmla="*/ 279614 w 292130"/>
                <a:gd name="connsiteY16" fmla="*/ 366549 h 1208001"/>
                <a:gd name="connsiteX17" fmla="*/ 286799 w 292130"/>
                <a:gd name="connsiteY17" fmla="*/ 375017 h 1208001"/>
                <a:gd name="connsiteX18" fmla="*/ 290992 w 292130"/>
                <a:gd name="connsiteY18" fmla="*/ 386052 h 1208001"/>
                <a:gd name="connsiteX19" fmla="*/ 291933 w 292130"/>
                <a:gd name="connsiteY19" fmla="*/ 407180 h 1208001"/>
                <a:gd name="connsiteX20" fmla="*/ 285432 w 292130"/>
                <a:gd name="connsiteY20" fmla="*/ 426427 h 1208001"/>
                <a:gd name="connsiteX21" fmla="*/ 271745 w 292130"/>
                <a:gd name="connsiteY21" fmla="*/ 436520 h 1208001"/>
                <a:gd name="connsiteX22" fmla="*/ 269093 w 292130"/>
                <a:gd name="connsiteY22" fmla="*/ 436692 h 1208001"/>
                <a:gd name="connsiteX23" fmla="*/ 258315 w 292130"/>
                <a:gd name="connsiteY23" fmla="*/ 437119 h 1208001"/>
                <a:gd name="connsiteX24" fmla="*/ 245313 w 292130"/>
                <a:gd name="connsiteY24" fmla="*/ 436264 h 1208001"/>
                <a:gd name="connsiteX25" fmla="*/ 241721 w 292130"/>
                <a:gd name="connsiteY25" fmla="*/ 434981 h 1208001"/>
                <a:gd name="connsiteX26" fmla="*/ 239411 w 292130"/>
                <a:gd name="connsiteY26" fmla="*/ 442423 h 1208001"/>
                <a:gd name="connsiteX27" fmla="*/ 236502 w 292130"/>
                <a:gd name="connsiteY27" fmla="*/ 461926 h 1208001"/>
                <a:gd name="connsiteX28" fmla="*/ 236075 w 292130"/>
                <a:gd name="connsiteY28" fmla="*/ 462524 h 1208001"/>
                <a:gd name="connsiteX29" fmla="*/ 227692 w 292130"/>
                <a:gd name="connsiteY29" fmla="*/ 474329 h 1208001"/>
                <a:gd name="connsiteX30" fmla="*/ 235220 w 292130"/>
                <a:gd name="connsiteY30" fmla="*/ 508203 h 1208001"/>
                <a:gd name="connsiteX31" fmla="*/ 243346 w 292130"/>
                <a:gd name="connsiteY31" fmla="*/ 543017 h 1208001"/>
                <a:gd name="connsiteX32" fmla="*/ 247623 w 292130"/>
                <a:gd name="connsiteY32" fmla="*/ 560895 h 1208001"/>
                <a:gd name="connsiteX33" fmla="*/ 247366 w 292130"/>
                <a:gd name="connsiteY33" fmla="*/ 562948 h 1208001"/>
                <a:gd name="connsiteX34" fmla="*/ 249590 w 292130"/>
                <a:gd name="connsiteY34" fmla="*/ 577489 h 1208001"/>
                <a:gd name="connsiteX35" fmla="*/ 248649 w 292130"/>
                <a:gd name="connsiteY35" fmla="*/ 631208 h 1208001"/>
                <a:gd name="connsiteX36" fmla="*/ 238385 w 292130"/>
                <a:gd name="connsiteY36" fmla="*/ 685098 h 1208001"/>
                <a:gd name="connsiteX37" fmla="*/ 242319 w 292130"/>
                <a:gd name="connsiteY37" fmla="*/ 738817 h 1208001"/>
                <a:gd name="connsiteX38" fmla="*/ 230600 w 292130"/>
                <a:gd name="connsiteY38" fmla="*/ 746259 h 1208001"/>
                <a:gd name="connsiteX39" fmla="*/ 222816 w 292130"/>
                <a:gd name="connsiteY39" fmla="*/ 748398 h 1208001"/>
                <a:gd name="connsiteX40" fmla="*/ 196641 w 292130"/>
                <a:gd name="connsiteY40" fmla="*/ 825896 h 1208001"/>
                <a:gd name="connsiteX41" fmla="*/ 182356 w 292130"/>
                <a:gd name="connsiteY41" fmla="*/ 857803 h 1208001"/>
                <a:gd name="connsiteX42" fmla="*/ 178422 w 292130"/>
                <a:gd name="connsiteY42" fmla="*/ 879273 h 1208001"/>
                <a:gd name="connsiteX43" fmla="*/ 171237 w 292130"/>
                <a:gd name="connsiteY43" fmla="*/ 934617 h 1208001"/>
                <a:gd name="connsiteX44" fmla="*/ 168670 w 292130"/>
                <a:gd name="connsiteY44" fmla="*/ 960621 h 1208001"/>
                <a:gd name="connsiteX45" fmla="*/ 160202 w 292130"/>
                <a:gd name="connsiteY45" fmla="*/ 1038719 h 1208001"/>
                <a:gd name="connsiteX46" fmla="*/ 158918 w 292130"/>
                <a:gd name="connsiteY46" fmla="*/ 1096714 h 1208001"/>
                <a:gd name="connsiteX47" fmla="*/ 163452 w 292130"/>
                <a:gd name="connsiteY47" fmla="*/ 1110401 h 1208001"/>
                <a:gd name="connsiteX48" fmla="*/ 163452 w 292130"/>
                <a:gd name="connsiteY48" fmla="*/ 1133839 h 1208001"/>
                <a:gd name="connsiteX49" fmla="*/ 166703 w 292130"/>
                <a:gd name="connsiteY49" fmla="*/ 1148808 h 1208001"/>
                <a:gd name="connsiteX50" fmla="*/ 166018 w 292130"/>
                <a:gd name="connsiteY50" fmla="*/ 1168311 h 1208001"/>
                <a:gd name="connsiteX51" fmla="*/ 181672 w 292130"/>
                <a:gd name="connsiteY51" fmla="*/ 1183280 h 1208001"/>
                <a:gd name="connsiteX52" fmla="*/ 208360 w 292130"/>
                <a:gd name="connsiteY52" fmla="*/ 1187814 h 1208001"/>
                <a:gd name="connsiteX53" fmla="*/ 223330 w 292130"/>
                <a:gd name="connsiteY53" fmla="*/ 1194315 h 1208001"/>
                <a:gd name="connsiteX54" fmla="*/ 224014 w 292130"/>
                <a:gd name="connsiteY54" fmla="*/ 1200218 h 1208001"/>
                <a:gd name="connsiteX55" fmla="*/ 194075 w 292130"/>
                <a:gd name="connsiteY55" fmla="*/ 1207403 h 1208001"/>
                <a:gd name="connsiteX56" fmla="*/ 160886 w 292130"/>
                <a:gd name="connsiteY56" fmla="*/ 1207403 h 1208001"/>
                <a:gd name="connsiteX57" fmla="*/ 111359 w 292130"/>
                <a:gd name="connsiteY57" fmla="*/ 1206718 h 1208001"/>
                <a:gd name="connsiteX58" fmla="*/ 108792 w 292130"/>
                <a:gd name="connsiteY58" fmla="*/ 1189781 h 1208001"/>
                <a:gd name="connsiteX59" fmla="*/ 82104 w 292130"/>
                <a:gd name="connsiteY59" fmla="*/ 1179346 h 1208001"/>
                <a:gd name="connsiteX60" fmla="*/ 79537 w 292130"/>
                <a:gd name="connsiteY60" fmla="*/ 1206718 h 1208001"/>
                <a:gd name="connsiteX61" fmla="*/ 58752 w 292130"/>
                <a:gd name="connsiteY61" fmla="*/ 1208001 h 1208001"/>
                <a:gd name="connsiteX62" fmla="*/ 58752 w 292130"/>
                <a:gd name="connsiteY62" fmla="*/ 1166943 h 1208001"/>
                <a:gd name="connsiteX63" fmla="*/ 74405 w 292130"/>
                <a:gd name="connsiteY63" fmla="*/ 1123317 h 1208001"/>
                <a:gd name="connsiteX64" fmla="*/ 84157 w 292130"/>
                <a:gd name="connsiteY64" fmla="*/ 985941 h 1208001"/>
                <a:gd name="connsiteX65" fmla="*/ 90658 w 292130"/>
                <a:gd name="connsiteY65" fmla="*/ 837530 h 1208001"/>
                <a:gd name="connsiteX66" fmla="*/ 58409 w 292130"/>
                <a:gd name="connsiteY66" fmla="*/ 729493 h 1208001"/>
                <a:gd name="connsiteX67" fmla="*/ 14956 w 292130"/>
                <a:gd name="connsiteY67" fmla="*/ 598618 h 1208001"/>
                <a:gd name="connsiteX68" fmla="*/ 17607 w 292130"/>
                <a:gd name="connsiteY68" fmla="*/ 555249 h 1208001"/>
                <a:gd name="connsiteX69" fmla="*/ 21969 w 292130"/>
                <a:gd name="connsiteY69" fmla="*/ 497681 h 1208001"/>
                <a:gd name="connsiteX70" fmla="*/ 24536 w 292130"/>
                <a:gd name="connsiteY70" fmla="*/ 471335 h 1208001"/>
                <a:gd name="connsiteX71" fmla="*/ 36596 w 292130"/>
                <a:gd name="connsiteY71" fmla="*/ 457991 h 1208001"/>
                <a:gd name="connsiteX72" fmla="*/ 39249 w 292130"/>
                <a:gd name="connsiteY72" fmla="*/ 448582 h 1208001"/>
                <a:gd name="connsiteX73" fmla="*/ 35998 w 292130"/>
                <a:gd name="connsiteY73" fmla="*/ 437461 h 1208001"/>
                <a:gd name="connsiteX74" fmla="*/ 36341 w 292130"/>
                <a:gd name="connsiteY74" fmla="*/ 417274 h 1208001"/>
                <a:gd name="connsiteX75" fmla="*/ 35656 w 292130"/>
                <a:gd name="connsiteY75" fmla="*/ 405213 h 1208001"/>
                <a:gd name="connsiteX76" fmla="*/ 31379 w 292130"/>
                <a:gd name="connsiteY76" fmla="*/ 390244 h 1208001"/>
                <a:gd name="connsiteX77" fmla="*/ 27444 w 292130"/>
                <a:gd name="connsiteY77" fmla="*/ 374932 h 1208001"/>
                <a:gd name="connsiteX78" fmla="*/ 20943 w 292130"/>
                <a:gd name="connsiteY78" fmla="*/ 360305 h 1208001"/>
                <a:gd name="connsiteX79" fmla="*/ 15383 w 292130"/>
                <a:gd name="connsiteY79" fmla="*/ 346618 h 1208001"/>
                <a:gd name="connsiteX80" fmla="*/ 11791 w 292130"/>
                <a:gd name="connsiteY80" fmla="*/ 330965 h 1208001"/>
                <a:gd name="connsiteX81" fmla="*/ 6573 w 292130"/>
                <a:gd name="connsiteY81" fmla="*/ 318562 h 1208001"/>
                <a:gd name="connsiteX82" fmla="*/ 1697 w 292130"/>
                <a:gd name="connsiteY82" fmla="*/ 287938 h 1208001"/>
                <a:gd name="connsiteX83" fmla="*/ 413 w 292130"/>
                <a:gd name="connsiteY83" fmla="*/ 267067 h 1208001"/>
                <a:gd name="connsiteX84" fmla="*/ 5290 w 292130"/>
                <a:gd name="connsiteY84" fmla="*/ 237128 h 1208001"/>
                <a:gd name="connsiteX85" fmla="*/ 21542 w 292130"/>
                <a:gd name="connsiteY85" fmla="*/ 205564 h 1208001"/>
                <a:gd name="connsiteX86" fmla="*/ 41387 w 292130"/>
                <a:gd name="connsiteY86" fmla="*/ 194187 h 1208001"/>
                <a:gd name="connsiteX87" fmla="*/ 53790 w 292130"/>
                <a:gd name="connsiteY87" fmla="*/ 184778 h 1208001"/>
                <a:gd name="connsiteX88" fmla="*/ 44381 w 292130"/>
                <a:gd name="connsiteY88" fmla="*/ 172118 h 1208001"/>
                <a:gd name="connsiteX89" fmla="*/ 34972 w 292130"/>
                <a:gd name="connsiteY89" fmla="*/ 171177 h 1208001"/>
                <a:gd name="connsiteX90" fmla="*/ 34629 w 292130"/>
                <a:gd name="connsiteY90" fmla="*/ 158517 h 1208001"/>
                <a:gd name="connsiteX91" fmla="*/ 60377 w 292130"/>
                <a:gd name="connsiteY91" fmla="*/ 152786 h 1208001"/>
                <a:gd name="connsiteX92" fmla="*/ 60377 w 292130"/>
                <a:gd name="connsiteY92" fmla="*/ 146456 h 1208001"/>
                <a:gd name="connsiteX93" fmla="*/ 57469 w 292130"/>
                <a:gd name="connsiteY93" fmla="*/ 138672 h 1208001"/>
                <a:gd name="connsiteX94" fmla="*/ 63285 w 292130"/>
                <a:gd name="connsiteY94" fmla="*/ 135250 h 1208001"/>
                <a:gd name="connsiteX95" fmla="*/ 63285 w 292130"/>
                <a:gd name="connsiteY95" fmla="*/ 126012 h 1208001"/>
                <a:gd name="connsiteX96" fmla="*/ 60377 w 292130"/>
                <a:gd name="connsiteY96" fmla="*/ 114293 h 1208001"/>
                <a:gd name="connsiteX97" fmla="*/ 54988 w 292130"/>
                <a:gd name="connsiteY97" fmla="*/ 91796 h 1208001"/>
                <a:gd name="connsiteX98" fmla="*/ 55501 w 292130"/>
                <a:gd name="connsiteY98" fmla="*/ 64937 h 1208001"/>
                <a:gd name="connsiteX99" fmla="*/ 54047 w 292130"/>
                <a:gd name="connsiteY99" fmla="*/ 43979 h 1208001"/>
                <a:gd name="connsiteX100" fmla="*/ 60890 w 292130"/>
                <a:gd name="connsiteY100" fmla="*/ 30293 h 1208001"/>
                <a:gd name="connsiteX101" fmla="*/ 68674 w 292130"/>
                <a:gd name="connsiteY101" fmla="*/ 17634 h 1208001"/>
                <a:gd name="connsiteX102" fmla="*/ 89203 w 292130"/>
                <a:gd name="connsiteY102" fmla="*/ 3434 h 1208001"/>
                <a:gd name="connsiteX103" fmla="*/ 107766 w 292130"/>
                <a:gd name="connsiteY103" fmla="*/ 526 h 1208001"/>
                <a:gd name="connsiteX104" fmla="*/ 160971 w 292130"/>
                <a:gd name="connsiteY104" fmla="*/ 38163 h 1208001"/>
                <a:gd name="connsiteX105" fmla="*/ 165847 w 292130"/>
                <a:gd name="connsiteY105" fmla="*/ 72379 h 1208001"/>
                <a:gd name="connsiteX106" fmla="*/ 167301 w 292130"/>
                <a:gd name="connsiteY106" fmla="*/ 100692 h 1208001"/>
                <a:gd name="connsiteX107" fmla="*/ 157037 w 292130"/>
                <a:gd name="connsiteY107" fmla="*/ 121222 h 1208001"/>
                <a:gd name="connsiteX108" fmla="*/ 160458 w 292130"/>
                <a:gd name="connsiteY108" fmla="*/ 125157 h 1208001"/>
                <a:gd name="connsiteX109" fmla="*/ 169268 w 292130"/>
                <a:gd name="connsiteY109" fmla="*/ 138330 h 1208001"/>
                <a:gd name="connsiteX110" fmla="*/ 174145 w 292130"/>
                <a:gd name="connsiteY110" fmla="*/ 155865 h 1208001"/>
                <a:gd name="connsiteX111" fmla="*/ 174145 w 292130"/>
                <a:gd name="connsiteY111" fmla="*/ 167584 h 1208001"/>
                <a:gd name="connsiteX112" fmla="*/ 177053 w 292130"/>
                <a:gd name="connsiteY112" fmla="*/ 186146 h 1208001"/>
                <a:gd name="connsiteX113" fmla="*/ 170209 w 292130"/>
                <a:gd name="connsiteY113" fmla="*/ 194444 h 1208001"/>
                <a:gd name="connsiteX114" fmla="*/ 169183 w 292130"/>
                <a:gd name="connsiteY114" fmla="*/ 203682 h 1208001"/>
                <a:gd name="connsiteX115" fmla="*/ 166446 w 292130"/>
                <a:gd name="connsiteY115" fmla="*/ 219079 h 1208001"/>
                <a:gd name="connsiteX116" fmla="*/ 166446 w 292130"/>
                <a:gd name="connsiteY116" fmla="*/ 220191 h 1208001"/>
                <a:gd name="connsiteX117" fmla="*/ 168071 w 292130"/>
                <a:gd name="connsiteY117" fmla="*/ 237727 h 1208001"/>
                <a:gd name="connsiteX118" fmla="*/ 177224 w 292130"/>
                <a:gd name="connsiteY118" fmla="*/ 239694 h 1208001"/>
                <a:gd name="connsiteX119" fmla="*/ 189541 w 292130"/>
                <a:gd name="connsiteY119" fmla="*/ 247478 h 1208001"/>
                <a:gd name="connsiteX120" fmla="*/ 191509 w 292130"/>
                <a:gd name="connsiteY120" fmla="*/ 253381 h 1208001"/>
                <a:gd name="connsiteX121" fmla="*/ 191509 w 292130"/>
                <a:gd name="connsiteY121" fmla="*/ 253381 h 120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292130" h="1208001">
                  <a:moveTo>
                    <a:pt x="73636" y="154326"/>
                  </a:moveTo>
                  <a:lnTo>
                    <a:pt x="73977" y="154326"/>
                  </a:lnTo>
                  <a:cubicBezTo>
                    <a:pt x="73977" y="154326"/>
                    <a:pt x="73636" y="154326"/>
                    <a:pt x="73636" y="154326"/>
                  </a:cubicBezTo>
                  <a:lnTo>
                    <a:pt x="73636" y="154326"/>
                  </a:lnTo>
                  <a:close/>
                  <a:moveTo>
                    <a:pt x="191424" y="253295"/>
                  </a:moveTo>
                  <a:cubicBezTo>
                    <a:pt x="195701" y="256203"/>
                    <a:pt x="203484" y="259796"/>
                    <a:pt x="205110" y="267324"/>
                  </a:cubicBezTo>
                  <a:cubicBezTo>
                    <a:pt x="206735" y="274851"/>
                    <a:pt x="207675" y="275449"/>
                    <a:pt x="209644" y="278101"/>
                  </a:cubicBezTo>
                  <a:cubicBezTo>
                    <a:pt x="211611" y="280668"/>
                    <a:pt x="210584" y="282635"/>
                    <a:pt x="213236" y="284945"/>
                  </a:cubicBezTo>
                  <a:cubicBezTo>
                    <a:pt x="215802" y="287254"/>
                    <a:pt x="216829" y="281010"/>
                    <a:pt x="220422" y="289136"/>
                  </a:cubicBezTo>
                  <a:cubicBezTo>
                    <a:pt x="224014" y="297262"/>
                    <a:pt x="222730" y="300256"/>
                    <a:pt x="224014" y="301197"/>
                  </a:cubicBezTo>
                  <a:cubicBezTo>
                    <a:pt x="225297" y="302138"/>
                    <a:pt x="232825" y="301796"/>
                    <a:pt x="234108" y="303763"/>
                  </a:cubicBezTo>
                  <a:cubicBezTo>
                    <a:pt x="235391" y="305731"/>
                    <a:pt x="241635" y="316765"/>
                    <a:pt x="243517" y="321042"/>
                  </a:cubicBezTo>
                  <a:cubicBezTo>
                    <a:pt x="245484" y="325233"/>
                    <a:pt x="245827" y="329510"/>
                    <a:pt x="248051" y="332419"/>
                  </a:cubicBezTo>
                  <a:cubicBezTo>
                    <a:pt x="250361" y="335327"/>
                    <a:pt x="254893" y="336353"/>
                    <a:pt x="258486" y="341229"/>
                  </a:cubicBezTo>
                  <a:cubicBezTo>
                    <a:pt x="262079" y="346105"/>
                    <a:pt x="259427" y="347730"/>
                    <a:pt x="262079" y="350296"/>
                  </a:cubicBezTo>
                  <a:cubicBezTo>
                    <a:pt x="264645" y="352863"/>
                    <a:pt x="267639" y="355515"/>
                    <a:pt x="271489" y="358765"/>
                  </a:cubicBezTo>
                  <a:cubicBezTo>
                    <a:pt x="275423" y="362015"/>
                    <a:pt x="276706" y="365266"/>
                    <a:pt x="279614" y="366549"/>
                  </a:cubicBezTo>
                  <a:cubicBezTo>
                    <a:pt x="282522" y="367832"/>
                    <a:pt x="285175" y="371083"/>
                    <a:pt x="286799" y="375017"/>
                  </a:cubicBezTo>
                  <a:cubicBezTo>
                    <a:pt x="288425" y="378952"/>
                    <a:pt x="290735" y="380834"/>
                    <a:pt x="290992" y="386052"/>
                  </a:cubicBezTo>
                  <a:cubicBezTo>
                    <a:pt x="291333" y="391270"/>
                    <a:pt x="292617" y="402305"/>
                    <a:pt x="291933" y="407180"/>
                  </a:cubicBezTo>
                  <a:cubicBezTo>
                    <a:pt x="291248" y="412056"/>
                    <a:pt x="288682" y="422150"/>
                    <a:pt x="285432" y="426427"/>
                  </a:cubicBezTo>
                  <a:cubicBezTo>
                    <a:pt x="282181" y="430704"/>
                    <a:pt x="281496" y="435836"/>
                    <a:pt x="271745" y="436520"/>
                  </a:cubicBezTo>
                  <a:lnTo>
                    <a:pt x="269093" y="436692"/>
                  </a:lnTo>
                  <a:cubicBezTo>
                    <a:pt x="265843" y="437461"/>
                    <a:pt x="262079" y="437804"/>
                    <a:pt x="258315" y="437119"/>
                  </a:cubicBezTo>
                  <a:cubicBezTo>
                    <a:pt x="252499" y="437119"/>
                    <a:pt x="247366" y="436948"/>
                    <a:pt x="245313" y="436264"/>
                  </a:cubicBezTo>
                  <a:lnTo>
                    <a:pt x="241721" y="434981"/>
                  </a:lnTo>
                  <a:cubicBezTo>
                    <a:pt x="241721" y="434981"/>
                    <a:pt x="240095" y="440199"/>
                    <a:pt x="239411" y="442423"/>
                  </a:cubicBezTo>
                  <a:cubicBezTo>
                    <a:pt x="238812" y="444732"/>
                    <a:pt x="239069" y="458333"/>
                    <a:pt x="236502" y="461926"/>
                  </a:cubicBezTo>
                  <a:lnTo>
                    <a:pt x="236075" y="462524"/>
                  </a:lnTo>
                  <a:cubicBezTo>
                    <a:pt x="233851" y="467571"/>
                    <a:pt x="227692" y="474329"/>
                    <a:pt x="227692" y="474329"/>
                  </a:cubicBezTo>
                  <a:cubicBezTo>
                    <a:pt x="225383" y="478606"/>
                    <a:pt x="232225" y="493233"/>
                    <a:pt x="235220" y="508203"/>
                  </a:cubicBezTo>
                  <a:cubicBezTo>
                    <a:pt x="238128" y="523172"/>
                    <a:pt x="243003" y="537799"/>
                    <a:pt x="243346" y="543017"/>
                  </a:cubicBezTo>
                  <a:cubicBezTo>
                    <a:pt x="243688" y="548235"/>
                    <a:pt x="247880" y="558671"/>
                    <a:pt x="247623" y="560895"/>
                  </a:cubicBezTo>
                  <a:cubicBezTo>
                    <a:pt x="247366" y="562948"/>
                    <a:pt x="247623" y="562349"/>
                    <a:pt x="247366" y="562948"/>
                  </a:cubicBezTo>
                  <a:cubicBezTo>
                    <a:pt x="248051" y="566626"/>
                    <a:pt x="248820" y="571502"/>
                    <a:pt x="249590" y="577489"/>
                  </a:cubicBezTo>
                  <a:cubicBezTo>
                    <a:pt x="251557" y="592630"/>
                    <a:pt x="253525" y="616068"/>
                    <a:pt x="248649" y="631208"/>
                  </a:cubicBezTo>
                  <a:cubicBezTo>
                    <a:pt x="243774" y="646349"/>
                    <a:pt x="238385" y="665082"/>
                    <a:pt x="238385" y="685098"/>
                  </a:cubicBezTo>
                  <a:cubicBezTo>
                    <a:pt x="238385" y="705115"/>
                    <a:pt x="242747" y="737363"/>
                    <a:pt x="242319" y="738817"/>
                  </a:cubicBezTo>
                  <a:cubicBezTo>
                    <a:pt x="242062" y="739501"/>
                    <a:pt x="240865" y="743180"/>
                    <a:pt x="230600" y="746259"/>
                  </a:cubicBezTo>
                  <a:cubicBezTo>
                    <a:pt x="228291" y="747114"/>
                    <a:pt x="225640" y="747799"/>
                    <a:pt x="222816" y="748398"/>
                  </a:cubicBezTo>
                  <a:cubicBezTo>
                    <a:pt x="216486" y="770895"/>
                    <a:pt x="203741" y="814520"/>
                    <a:pt x="196641" y="825896"/>
                  </a:cubicBezTo>
                  <a:cubicBezTo>
                    <a:pt x="186890" y="841550"/>
                    <a:pt x="181672" y="845399"/>
                    <a:pt x="182356" y="857803"/>
                  </a:cubicBezTo>
                  <a:cubicBezTo>
                    <a:pt x="183040" y="870206"/>
                    <a:pt x="181073" y="868239"/>
                    <a:pt x="178422" y="879273"/>
                  </a:cubicBezTo>
                  <a:cubicBezTo>
                    <a:pt x="175855" y="890307"/>
                    <a:pt x="173888" y="921615"/>
                    <a:pt x="171237" y="934617"/>
                  </a:cubicBezTo>
                  <a:cubicBezTo>
                    <a:pt x="168670" y="947619"/>
                    <a:pt x="169268" y="958739"/>
                    <a:pt x="168670" y="960621"/>
                  </a:cubicBezTo>
                  <a:cubicBezTo>
                    <a:pt x="167986" y="962588"/>
                    <a:pt x="161485" y="1002963"/>
                    <a:pt x="160202" y="1038719"/>
                  </a:cubicBezTo>
                  <a:cubicBezTo>
                    <a:pt x="158918" y="1074560"/>
                    <a:pt x="158234" y="1091497"/>
                    <a:pt x="158918" y="1096714"/>
                  </a:cubicBezTo>
                  <a:cubicBezTo>
                    <a:pt x="159602" y="1101932"/>
                    <a:pt x="164821" y="1102617"/>
                    <a:pt x="163452" y="1110401"/>
                  </a:cubicBezTo>
                  <a:cubicBezTo>
                    <a:pt x="162169" y="1118185"/>
                    <a:pt x="160886" y="1126054"/>
                    <a:pt x="163452" y="1133839"/>
                  </a:cubicBezTo>
                  <a:cubicBezTo>
                    <a:pt x="166018" y="1141623"/>
                    <a:pt x="166703" y="1142307"/>
                    <a:pt x="166703" y="1148808"/>
                  </a:cubicBezTo>
                  <a:cubicBezTo>
                    <a:pt x="166703" y="1155309"/>
                    <a:pt x="165419" y="1165060"/>
                    <a:pt x="166018" y="1168311"/>
                  </a:cubicBezTo>
                  <a:cubicBezTo>
                    <a:pt x="166703" y="1171561"/>
                    <a:pt x="169953" y="1178063"/>
                    <a:pt x="181672" y="1183280"/>
                  </a:cubicBezTo>
                  <a:cubicBezTo>
                    <a:pt x="193391" y="1188499"/>
                    <a:pt x="201175" y="1186531"/>
                    <a:pt x="208360" y="1187814"/>
                  </a:cubicBezTo>
                  <a:cubicBezTo>
                    <a:pt x="215545" y="1189097"/>
                    <a:pt x="223330" y="1194315"/>
                    <a:pt x="223330" y="1194315"/>
                  </a:cubicBezTo>
                  <a:lnTo>
                    <a:pt x="224014" y="1200218"/>
                  </a:lnTo>
                  <a:cubicBezTo>
                    <a:pt x="224014" y="1200218"/>
                    <a:pt x="206479" y="1206718"/>
                    <a:pt x="194075" y="1207403"/>
                  </a:cubicBezTo>
                  <a:cubicBezTo>
                    <a:pt x="181758" y="1208001"/>
                    <a:pt x="162853" y="1207403"/>
                    <a:pt x="160886" y="1207403"/>
                  </a:cubicBezTo>
                  <a:cubicBezTo>
                    <a:pt x="158918" y="1207403"/>
                    <a:pt x="111359" y="1206718"/>
                    <a:pt x="111359" y="1206718"/>
                  </a:cubicBezTo>
                  <a:cubicBezTo>
                    <a:pt x="111359" y="1206718"/>
                    <a:pt x="108792" y="1194999"/>
                    <a:pt x="108792" y="1189781"/>
                  </a:cubicBezTo>
                  <a:cubicBezTo>
                    <a:pt x="108792" y="1184564"/>
                    <a:pt x="87322" y="1176779"/>
                    <a:pt x="82104" y="1179346"/>
                  </a:cubicBezTo>
                  <a:cubicBezTo>
                    <a:pt x="76886" y="1181912"/>
                    <a:pt x="79537" y="1206718"/>
                    <a:pt x="79537" y="1206718"/>
                  </a:cubicBezTo>
                  <a:lnTo>
                    <a:pt x="58752" y="1208001"/>
                  </a:lnTo>
                  <a:cubicBezTo>
                    <a:pt x="58752" y="1208001"/>
                    <a:pt x="66535" y="1178661"/>
                    <a:pt x="58752" y="1166943"/>
                  </a:cubicBezTo>
                  <a:cubicBezTo>
                    <a:pt x="58752" y="1166943"/>
                    <a:pt x="56785" y="1155908"/>
                    <a:pt x="74405" y="1123317"/>
                  </a:cubicBezTo>
                  <a:cubicBezTo>
                    <a:pt x="91941" y="1090727"/>
                    <a:pt x="86124" y="1026316"/>
                    <a:pt x="84157" y="985941"/>
                  </a:cubicBezTo>
                  <a:cubicBezTo>
                    <a:pt x="82190" y="945566"/>
                    <a:pt x="85440" y="869436"/>
                    <a:pt x="90658" y="837530"/>
                  </a:cubicBezTo>
                  <a:cubicBezTo>
                    <a:pt x="95876" y="805624"/>
                    <a:pt x="56442" y="729921"/>
                    <a:pt x="58409" y="729493"/>
                  </a:cubicBezTo>
                  <a:cubicBezTo>
                    <a:pt x="58409" y="729493"/>
                    <a:pt x="19318" y="630353"/>
                    <a:pt x="14956" y="598618"/>
                  </a:cubicBezTo>
                  <a:cubicBezTo>
                    <a:pt x="12903" y="583734"/>
                    <a:pt x="14956" y="567909"/>
                    <a:pt x="17607" y="555249"/>
                  </a:cubicBezTo>
                  <a:cubicBezTo>
                    <a:pt x="19660" y="539852"/>
                    <a:pt x="23338" y="508801"/>
                    <a:pt x="21969" y="497681"/>
                  </a:cubicBezTo>
                  <a:cubicBezTo>
                    <a:pt x="20002" y="482712"/>
                    <a:pt x="23253" y="476211"/>
                    <a:pt x="24536" y="471335"/>
                  </a:cubicBezTo>
                  <a:cubicBezTo>
                    <a:pt x="25819" y="466459"/>
                    <a:pt x="36939" y="461583"/>
                    <a:pt x="36596" y="457991"/>
                  </a:cubicBezTo>
                  <a:cubicBezTo>
                    <a:pt x="36255" y="454398"/>
                    <a:pt x="39505" y="449523"/>
                    <a:pt x="39249" y="448582"/>
                  </a:cubicBezTo>
                  <a:cubicBezTo>
                    <a:pt x="38906" y="447640"/>
                    <a:pt x="37281" y="444305"/>
                    <a:pt x="35998" y="437461"/>
                  </a:cubicBezTo>
                  <a:cubicBezTo>
                    <a:pt x="34715" y="430618"/>
                    <a:pt x="36682" y="422834"/>
                    <a:pt x="36341" y="417274"/>
                  </a:cubicBezTo>
                  <a:cubicBezTo>
                    <a:pt x="35998" y="411714"/>
                    <a:pt x="37281" y="409490"/>
                    <a:pt x="35656" y="405213"/>
                  </a:cubicBezTo>
                  <a:cubicBezTo>
                    <a:pt x="34031" y="400936"/>
                    <a:pt x="33004" y="394093"/>
                    <a:pt x="31379" y="390244"/>
                  </a:cubicBezTo>
                  <a:cubicBezTo>
                    <a:pt x="29754" y="386309"/>
                    <a:pt x="30096" y="380492"/>
                    <a:pt x="27444" y="374932"/>
                  </a:cubicBezTo>
                  <a:cubicBezTo>
                    <a:pt x="24877" y="369372"/>
                    <a:pt x="25477" y="366464"/>
                    <a:pt x="20943" y="360305"/>
                  </a:cubicBezTo>
                  <a:cubicBezTo>
                    <a:pt x="16409" y="354146"/>
                    <a:pt x="17008" y="353119"/>
                    <a:pt x="15383" y="346618"/>
                  </a:cubicBezTo>
                  <a:cubicBezTo>
                    <a:pt x="13758" y="340117"/>
                    <a:pt x="14442" y="334557"/>
                    <a:pt x="11791" y="330965"/>
                  </a:cubicBezTo>
                  <a:cubicBezTo>
                    <a:pt x="9224" y="327372"/>
                    <a:pt x="9224" y="325747"/>
                    <a:pt x="6573" y="318562"/>
                  </a:cubicBezTo>
                  <a:cubicBezTo>
                    <a:pt x="3921" y="311376"/>
                    <a:pt x="3664" y="293841"/>
                    <a:pt x="1697" y="287938"/>
                  </a:cubicBezTo>
                  <a:cubicBezTo>
                    <a:pt x="-271" y="282122"/>
                    <a:pt x="-271" y="271344"/>
                    <a:pt x="413" y="267067"/>
                  </a:cubicBezTo>
                  <a:cubicBezTo>
                    <a:pt x="1013" y="262875"/>
                    <a:pt x="4006" y="245254"/>
                    <a:pt x="5290" y="237128"/>
                  </a:cubicBezTo>
                  <a:cubicBezTo>
                    <a:pt x="6573" y="229001"/>
                    <a:pt x="13073" y="210440"/>
                    <a:pt x="21542" y="205564"/>
                  </a:cubicBezTo>
                  <a:cubicBezTo>
                    <a:pt x="30011" y="200688"/>
                    <a:pt x="34543" y="193503"/>
                    <a:pt x="41387" y="194187"/>
                  </a:cubicBezTo>
                  <a:cubicBezTo>
                    <a:pt x="48231" y="194871"/>
                    <a:pt x="55673" y="190252"/>
                    <a:pt x="53790" y="184778"/>
                  </a:cubicBezTo>
                  <a:cubicBezTo>
                    <a:pt x="51823" y="179217"/>
                    <a:pt x="48572" y="172717"/>
                    <a:pt x="44381" y="172118"/>
                  </a:cubicBezTo>
                  <a:cubicBezTo>
                    <a:pt x="40189" y="171434"/>
                    <a:pt x="36255" y="171434"/>
                    <a:pt x="34972" y="171177"/>
                  </a:cubicBezTo>
                  <a:cubicBezTo>
                    <a:pt x="33688" y="170835"/>
                    <a:pt x="34629" y="158517"/>
                    <a:pt x="34629" y="158517"/>
                  </a:cubicBezTo>
                  <a:cubicBezTo>
                    <a:pt x="34629" y="158517"/>
                    <a:pt x="53020" y="154154"/>
                    <a:pt x="60377" y="152786"/>
                  </a:cubicBezTo>
                  <a:cubicBezTo>
                    <a:pt x="59778" y="151674"/>
                    <a:pt x="60805" y="149792"/>
                    <a:pt x="60377" y="146456"/>
                  </a:cubicBezTo>
                  <a:cubicBezTo>
                    <a:pt x="59864" y="142607"/>
                    <a:pt x="59864" y="141067"/>
                    <a:pt x="57469" y="138672"/>
                  </a:cubicBezTo>
                  <a:cubicBezTo>
                    <a:pt x="57469" y="138672"/>
                    <a:pt x="63798" y="140126"/>
                    <a:pt x="63285" y="135250"/>
                  </a:cubicBezTo>
                  <a:cubicBezTo>
                    <a:pt x="62772" y="130375"/>
                    <a:pt x="63285" y="126012"/>
                    <a:pt x="63285" y="126012"/>
                  </a:cubicBezTo>
                  <a:cubicBezTo>
                    <a:pt x="63285" y="126012"/>
                    <a:pt x="62344" y="115747"/>
                    <a:pt x="60377" y="114293"/>
                  </a:cubicBezTo>
                  <a:cubicBezTo>
                    <a:pt x="58409" y="112839"/>
                    <a:pt x="54475" y="99666"/>
                    <a:pt x="54988" y="91796"/>
                  </a:cubicBezTo>
                  <a:cubicBezTo>
                    <a:pt x="55501" y="84012"/>
                    <a:pt x="54988" y="71780"/>
                    <a:pt x="55501" y="64937"/>
                  </a:cubicBezTo>
                  <a:cubicBezTo>
                    <a:pt x="56014" y="58094"/>
                    <a:pt x="52592" y="49796"/>
                    <a:pt x="54047" y="43979"/>
                  </a:cubicBezTo>
                  <a:cubicBezTo>
                    <a:pt x="55501" y="38163"/>
                    <a:pt x="60890" y="31747"/>
                    <a:pt x="60890" y="30293"/>
                  </a:cubicBezTo>
                  <a:cubicBezTo>
                    <a:pt x="60890" y="28839"/>
                    <a:pt x="63285" y="22937"/>
                    <a:pt x="68674" y="17634"/>
                  </a:cubicBezTo>
                  <a:cubicBezTo>
                    <a:pt x="74063" y="12245"/>
                    <a:pt x="85782" y="4888"/>
                    <a:pt x="89203" y="3434"/>
                  </a:cubicBezTo>
                  <a:cubicBezTo>
                    <a:pt x="92625" y="1980"/>
                    <a:pt x="100410" y="2493"/>
                    <a:pt x="107766" y="526"/>
                  </a:cubicBezTo>
                  <a:cubicBezTo>
                    <a:pt x="119570" y="-2639"/>
                    <a:pt x="150707" y="8310"/>
                    <a:pt x="160971" y="38163"/>
                  </a:cubicBezTo>
                  <a:cubicBezTo>
                    <a:pt x="171237" y="67931"/>
                    <a:pt x="165334" y="66990"/>
                    <a:pt x="165847" y="72379"/>
                  </a:cubicBezTo>
                  <a:cubicBezTo>
                    <a:pt x="166360" y="77768"/>
                    <a:pt x="172177" y="91882"/>
                    <a:pt x="167301" y="100692"/>
                  </a:cubicBezTo>
                  <a:cubicBezTo>
                    <a:pt x="162426" y="109503"/>
                    <a:pt x="160971" y="118228"/>
                    <a:pt x="157037" y="121222"/>
                  </a:cubicBezTo>
                  <a:cubicBezTo>
                    <a:pt x="157037" y="121222"/>
                    <a:pt x="159004" y="123702"/>
                    <a:pt x="160458" y="125157"/>
                  </a:cubicBezTo>
                  <a:cubicBezTo>
                    <a:pt x="161912" y="126611"/>
                    <a:pt x="169696" y="132941"/>
                    <a:pt x="169268" y="138330"/>
                  </a:cubicBezTo>
                  <a:cubicBezTo>
                    <a:pt x="168756" y="143719"/>
                    <a:pt x="174145" y="147568"/>
                    <a:pt x="174145" y="155865"/>
                  </a:cubicBezTo>
                  <a:cubicBezTo>
                    <a:pt x="174145" y="164163"/>
                    <a:pt x="171749" y="162195"/>
                    <a:pt x="174145" y="167584"/>
                  </a:cubicBezTo>
                  <a:cubicBezTo>
                    <a:pt x="176540" y="172973"/>
                    <a:pt x="179961" y="180244"/>
                    <a:pt x="177053" y="186146"/>
                  </a:cubicBezTo>
                  <a:cubicBezTo>
                    <a:pt x="174145" y="191963"/>
                    <a:pt x="171664" y="188541"/>
                    <a:pt x="170209" y="194444"/>
                  </a:cubicBezTo>
                  <a:cubicBezTo>
                    <a:pt x="168756" y="200346"/>
                    <a:pt x="170723" y="198379"/>
                    <a:pt x="169183" y="203682"/>
                  </a:cubicBezTo>
                  <a:cubicBezTo>
                    <a:pt x="167986" y="207959"/>
                    <a:pt x="166874" y="215914"/>
                    <a:pt x="166446" y="219079"/>
                  </a:cubicBezTo>
                  <a:lnTo>
                    <a:pt x="166446" y="220191"/>
                  </a:lnTo>
                  <a:cubicBezTo>
                    <a:pt x="166446" y="220191"/>
                    <a:pt x="168071" y="237727"/>
                    <a:pt x="168071" y="237727"/>
                  </a:cubicBezTo>
                  <a:cubicBezTo>
                    <a:pt x="167729" y="238753"/>
                    <a:pt x="172348" y="236786"/>
                    <a:pt x="177224" y="239694"/>
                  </a:cubicBezTo>
                  <a:cubicBezTo>
                    <a:pt x="182099" y="242602"/>
                    <a:pt x="188600" y="243629"/>
                    <a:pt x="189541" y="247478"/>
                  </a:cubicBezTo>
                  <a:cubicBezTo>
                    <a:pt x="190567" y="251413"/>
                    <a:pt x="187232" y="250386"/>
                    <a:pt x="191509" y="253381"/>
                  </a:cubicBezTo>
                  <a:lnTo>
                    <a:pt x="191509" y="253381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0842812B-7FC1-9194-8D60-A13ABF5965F4}"/>
                </a:ext>
              </a:extLst>
            </p:cNvPr>
            <p:cNvSpPr/>
            <p:nvPr/>
          </p:nvSpPr>
          <p:spPr>
            <a:xfrm>
              <a:off x="5112628" y="5560032"/>
              <a:ext cx="346121" cy="1256043"/>
            </a:xfrm>
            <a:custGeom>
              <a:avLst/>
              <a:gdLst>
                <a:gd name="connsiteX0" fmla="*/ 191035 w 346121"/>
                <a:gd name="connsiteY0" fmla="*/ 228286 h 1256043"/>
                <a:gd name="connsiteX1" fmla="*/ 205491 w 346121"/>
                <a:gd name="connsiteY1" fmla="*/ 240860 h 1256043"/>
                <a:gd name="connsiteX2" fmla="*/ 224909 w 346121"/>
                <a:gd name="connsiteY2" fmla="*/ 245222 h 1256043"/>
                <a:gd name="connsiteX3" fmla="*/ 241247 w 346121"/>
                <a:gd name="connsiteY3" fmla="*/ 254033 h 1256043"/>
                <a:gd name="connsiteX4" fmla="*/ 250057 w 346121"/>
                <a:gd name="connsiteY4" fmla="*/ 257797 h 1256043"/>
                <a:gd name="connsiteX5" fmla="*/ 257584 w 346121"/>
                <a:gd name="connsiteY5" fmla="*/ 272253 h 1256043"/>
                <a:gd name="connsiteX6" fmla="*/ 283931 w 346121"/>
                <a:gd name="connsiteY6" fmla="*/ 309292 h 1256043"/>
                <a:gd name="connsiteX7" fmla="*/ 303433 w 346121"/>
                <a:gd name="connsiteY7" fmla="*/ 321866 h 1256043"/>
                <a:gd name="connsiteX8" fmla="*/ 310363 w 346121"/>
                <a:gd name="connsiteY8" fmla="*/ 338204 h 1256043"/>
                <a:gd name="connsiteX9" fmla="*/ 334827 w 346121"/>
                <a:gd name="connsiteY9" fmla="*/ 351377 h 1256043"/>
                <a:gd name="connsiteX10" fmla="*/ 342953 w 346121"/>
                <a:gd name="connsiteY10" fmla="*/ 361471 h 1256043"/>
                <a:gd name="connsiteX11" fmla="*/ 344835 w 346121"/>
                <a:gd name="connsiteY11" fmla="*/ 402273 h 1256043"/>
                <a:gd name="connsiteX12" fmla="*/ 341071 w 346121"/>
                <a:gd name="connsiteY12" fmla="*/ 435548 h 1256043"/>
                <a:gd name="connsiteX13" fmla="*/ 312159 w 346121"/>
                <a:gd name="connsiteY13" fmla="*/ 444957 h 1256043"/>
                <a:gd name="connsiteX14" fmla="*/ 290859 w 346121"/>
                <a:gd name="connsiteY14" fmla="*/ 448122 h 1256043"/>
                <a:gd name="connsiteX15" fmla="*/ 268876 w 346121"/>
                <a:gd name="connsiteY15" fmla="*/ 424855 h 1256043"/>
                <a:gd name="connsiteX16" fmla="*/ 260749 w 346121"/>
                <a:gd name="connsiteY16" fmla="*/ 434949 h 1256043"/>
                <a:gd name="connsiteX17" fmla="*/ 265197 w 346121"/>
                <a:gd name="connsiteY17" fmla="*/ 455051 h 1256043"/>
                <a:gd name="connsiteX18" fmla="*/ 269560 w 346121"/>
                <a:gd name="connsiteY18" fmla="*/ 485161 h 1256043"/>
                <a:gd name="connsiteX19" fmla="*/ 263316 w 346121"/>
                <a:gd name="connsiteY19" fmla="*/ 497051 h 1256043"/>
                <a:gd name="connsiteX20" fmla="*/ 260664 w 346121"/>
                <a:gd name="connsiteY20" fmla="*/ 496367 h 1256043"/>
                <a:gd name="connsiteX21" fmla="*/ 262118 w 346121"/>
                <a:gd name="connsiteY21" fmla="*/ 515869 h 1256043"/>
                <a:gd name="connsiteX22" fmla="*/ 269047 w 346121"/>
                <a:gd name="connsiteY22" fmla="*/ 551026 h 1256043"/>
                <a:gd name="connsiteX23" fmla="*/ 270929 w 346121"/>
                <a:gd name="connsiteY23" fmla="*/ 665307 h 1256043"/>
                <a:gd name="connsiteX24" fmla="*/ 255190 w 346121"/>
                <a:gd name="connsiteY24" fmla="*/ 852981 h 1256043"/>
                <a:gd name="connsiteX25" fmla="*/ 217552 w 346121"/>
                <a:gd name="connsiteY25" fmla="*/ 1105408 h 1256043"/>
                <a:gd name="connsiteX26" fmla="*/ 210623 w 346121"/>
                <a:gd name="connsiteY26" fmla="*/ 1140565 h 1256043"/>
                <a:gd name="connsiteX27" fmla="*/ 222513 w 346121"/>
                <a:gd name="connsiteY27" fmla="*/ 1176320 h 1256043"/>
                <a:gd name="connsiteX28" fmla="*/ 224395 w 346121"/>
                <a:gd name="connsiteY28" fmla="*/ 1190178 h 1256043"/>
                <a:gd name="connsiteX29" fmla="*/ 246977 w 346121"/>
                <a:gd name="connsiteY29" fmla="*/ 1212760 h 1256043"/>
                <a:gd name="connsiteX30" fmla="*/ 300953 w 346121"/>
                <a:gd name="connsiteY30" fmla="*/ 1222768 h 1256043"/>
                <a:gd name="connsiteX31" fmla="*/ 313527 w 346121"/>
                <a:gd name="connsiteY31" fmla="*/ 1236540 h 1256043"/>
                <a:gd name="connsiteX32" fmla="*/ 314126 w 346121"/>
                <a:gd name="connsiteY32" fmla="*/ 1242784 h 1256043"/>
                <a:gd name="connsiteX33" fmla="*/ 265112 w 346121"/>
                <a:gd name="connsiteY33" fmla="*/ 1251595 h 1256043"/>
                <a:gd name="connsiteX34" fmla="*/ 204807 w 346121"/>
                <a:gd name="connsiteY34" fmla="*/ 1244067 h 1256043"/>
                <a:gd name="connsiteX35" fmla="*/ 176579 w 346121"/>
                <a:gd name="connsiteY35" fmla="*/ 1239705 h 1256043"/>
                <a:gd name="connsiteX36" fmla="*/ 174697 w 346121"/>
                <a:gd name="connsiteY36" fmla="*/ 1247232 h 1256043"/>
                <a:gd name="connsiteX37" fmla="*/ 133211 w 346121"/>
                <a:gd name="connsiteY37" fmla="*/ 1256043 h 1256043"/>
                <a:gd name="connsiteX38" fmla="*/ 72306 w 346121"/>
                <a:gd name="connsiteY38" fmla="*/ 1252279 h 1256043"/>
                <a:gd name="connsiteX39" fmla="*/ 61015 w 346121"/>
                <a:gd name="connsiteY39" fmla="*/ 1248516 h 1256043"/>
                <a:gd name="connsiteX40" fmla="*/ 54086 w 346121"/>
                <a:gd name="connsiteY40" fmla="*/ 1251681 h 1256043"/>
                <a:gd name="connsiteX41" fmla="*/ 45276 w 346121"/>
                <a:gd name="connsiteY41" fmla="*/ 1248516 h 1256043"/>
                <a:gd name="connsiteX42" fmla="*/ 46559 w 346121"/>
                <a:gd name="connsiteY42" fmla="*/ 1232177 h 1256043"/>
                <a:gd name="connsiteX43" fmla="*/ 45276 w 346121"/>
                <a:gd name="connsiteY43" fmla="*/ 1213359 h 1256043"/>
                <a:gd name="connsiteX44" fmla="*/ 54086 w 346121"/>
                <a:gd name="connsiteY44" fmla="*/ 1174438 h 1256043"/>
                <a:gd name="connsiteX45" fmla="*/ 40913 w 346121"/>
                <a:gd name="connsiteY45" fmla="*/ 1097795 h 1256043"/>
                <a:gd name="connsiteX46" fmla="*/ 54086 w 346121"/>
                <a:gd name="connsiteY46" fmla="*/ 1066402 h 1256043"/>
                <a:gd name="connsiteX47" fmla="*/ 53487 w 346121"/>
                <a:gd name="connsiteY47" fmla="*/ 950239 h 1256043"/>
                <a:gd name="connsiteX48" fmla="*/ 72306 w 346121"/>
                <a:gd name="connsiteY48" fmla="*/ 841604 h 1256043"/>
                <a:gd name="connsiteX49" fmla="*/ 62896 w 346121"/>
                <a:gd name="connsiteY49" fmla="*/ 813376 h 1256043"/>
                <a:gd name="connsiteX50" fmla="*/ 74872 w 346121"/>
                <a:gd name="connsiteY50" fmla="*/ 741181 h 1256043"/>
                <a:gd name="connsiteX51" fmla="*/ 62896 w 346121"/>
                <a:gd name="connsiteY51" fmla="*/ 717315 h 1256043"/>
                <a:gd name="connsiteX52" fmla="*/ 58534 w 346121"/>
                <a:gd name="connsiteY52" fmla="*/ 684639 h 1256043"/>
                <a:gd name="connsiteX53" fmla="*/ 51605 w 346121"/>
                <a:gd name="connsiteY53" fmla="*/ 676513 h 1256043"/>
                <a:gd name="connsiteX54" fmla="*/ 47841 w 346121"/>
                <a:gd name="connsiteY54" fmla="*/ 542815 h 1256043"/>
                <a:gd name="connsiteX55" fmla="*/ 52718 w 346121"/>
                <a:gd name="connsiteY55" fmla="*/ 504921 h 1256043"/>
                <a:gd name="connsiteX56" fmla="*/ 51520 w 346121"/>
                <a:gd name="connsiteY56" fmla="*/ 500986 h 1256043"/>
                <a:gd name="connsiteX57" fmla="*/ 35353 w 346121"/>
                <a:gd name="connsiteY57" fmla="*/ 492603 h 1256043"/>
                <a:gd name="connsiteX58" fmla="*/ 32188 w 346121"/>
                <a:gd name="connsiteY58" fmla="*/ 474982 h 1256043"/>
                <a:gd name="connsiteX59" fmla="*/ 30905 w 346121"/>
                <a:gd name="connsiteY59" fmla="*/ 439226 h 1256043"/>
                <a:gd name="connsiteX60" fmla="*/ 19014 w 346121"/>
                <a:gd name="connsiteY60" fmla="*/ 413479 h 1256043"/>
                <a:gd name="connsiteX61" fmla="*/ 10205 w 346121"/>
                <a:gd name="connsiteY61" fmla="*/ 342566 h 1256043"/>
                <a:gd name="connsiteX62" fmla="*/ 794 w 346121"/>
                <a:gd name="connsiteY62" fmla="*/ 287907 h 1256043"/>
                <a:gd name="connsiteX63" fmla="*/ 21495 w 346121"/>
                <a:gd name="connsiteY63" fmla="*/ 203736 h 1256043"/>
                <a:gd name="connsiteX64" fmla="*/ 36550 w 346121"/>
                <a:gd name="connsiteY64" fmla="*/ 189878 h 1256043"/>
                <a:gd name="connsiteX65" fmla="*/ 67944 w 346121"/>
                <a:gd name="connsiteY65" fmla="*/ 183634 h 1256043"/>
                <a:gd name="connsiteX66" fmla="*/ 86164 w 346121"/>
                <a:gd name="connsiteY66" fmla="*/ 176107 h 1256043"/>
                <a:gd name="connsiteX67" fmla="*/ 96257 w 346121"/>
                <a:gd name="connsiteY67" fmla="*/ 162334 h 1256043"/>
                <a:gd name="connsiteX68" fmla="*/ 101903 w 346121"/>
                <a:gd name="connsiteY68" fmla="*/ 152925 h 1256043"/>
                <a:gd name="connsiteX69" fmla="*/ 105068 w 346121"/>
                <a:gd name="connsiteY69" fmla="*/ 150359 h 1256043"/>
                <a:gd name="connsiteX70" fmla="*/ 104384 w 346121"/>
                <a:gd name="connsiteY70" fmla="*/ 149846 h 1256043"/>
                <a:gd name="connsiteX71" fmla="*/ 105580 w 346121"/>
                <a:gd name="connsiteY71" fmla="*/ 142319 h 1256043"/>
                <a:gd name="connsiteX72" fmla="*/ 100619 w 346121"/>
                <a:gd name="connsiteY72" fmla="*/ 137271 h 1256043"/>
                <a:gd name="connsiteX73" fmla="*/ 98738 w 346121"/>
                <a:gd name="connsiteY73" fmla="*/ 125980 h 1256043"/>
                <a:gd name="connsiteX74" fmla="*/ 94974 w 346121"/>
                <a:gd name="connsiteY74" fmla="*/ 104595 h 1256043"/>
                <a:gd name="connsiteX75" fmla="*/ 93092 w 346121"/>
                <a:gd name="connsiteY75" fmla="*/ 70038 h 1256043"/>
                <a:gd name="connsiteX76" fmla="*/ 99336 w 346121"/>
                <a:gd name="connsiteY76" fmla="*/ 34282 h 1256043"/>
                <a:gd name="connsiteX77" fmla="*/ 126965 w 346121"/>
                <a:gd name="connsiteY77" fmla="*/ 7251 h 1256043"/>
                <a:gd name="connsiteX78" fmla="*/ 172130 w 346121"/>
                <a:gd name="connsiteY78" fmla="*/ 2205 h 1256043"/>
                <a:gd name="connsiteX79" fmla="*/ 201043 w 346121"/>
                <a:gd name="connsiteY79" fmla="*/ 16062 h 1256043"/>
                <a:gd name="connsiteX80" fmla="*/ 216098 w 346121"/>
                <a:gd name="connsiteY80" fmla="*/ 38046 h 1256043"/>
                <a:gd name="connsiteX81" fmla="*/ 212933 w 346121"/>
                <a:gd name="connsiteY81" fmla="*/ 28636 h 1256043"/>
                <a:gd name="connsiteX82" fmla="*/ 209170 w 346121"/>
                <a:gd name="connsiteY82" fmla="*/ 40612 h 1256043"/>
                <a:gd name="connsiteX83" fmla="*/ 214815 w 346121"/>
                <a:gd name="connsiteY83" fmla="*/ 64477 h 1256043"/>
                <a:gd name="connsiteX84" fmla="*/ 213531 w 346121"/>
                <a:gd name="connsiteY84" fmla="*/ 82697 h 1256043"/>
                <a:gd name="connsiteX85" fmla="*/ 216697 w 346121"/>
                <a:gd name="connsiteY85" fmla="*/ 83981 h 1256043"/>
                <a:gd name="connsiteX86" fmla="*/ 217979 w 346121"/>
                <a:gd name="connsiteY86" fmla="*/ 100318 h 1256043"/>
                <a:gd name="connsiteX87" fmla="*/ 210452 w 346121"/>
                <a:gd name="connsiteY87" fmla="*/ 106563 h 1256043"/>
                <a:gd name="connsiteX88" fmla="*/ 211735 w 346121"/>
                <a:gd name="connsiteY88" fmla="*/ 114091 h 1256043"/>
                <a:gd name="connsiteX89" fmla="*/ 203609 w 346121"/>
                <a:gd name="connsiteY89" fmla="*/ 141121 h 1256043"/>
                <a:gd name="connsiteX90" fmla="*/ 190436 w 346121"/>
                <a:gd name="connsiteY90" fmla="*/ 162506 h 1256043"/>
                <a:gd name="connsiteX91" fmla="*/ 177263 w 346121"/>
                <a:gd name="connsiteY91" fmla="*/ 166868 h 1256043"/>
                <a:gd name="connsiteX92" fmla="*/ 171618 w 346121"/>
                <a:gd name="connsiteY92" fmla="*/ 177561 h 1256043"/>
                <a:gd name="connsiteX93" fmla="*/ 172900 w 346121"/>
                <a:gd name="connsiteY93" fmla="*/ 184917 h 1256043"/>
                <a:gd name="connsiteX94" fmla="*/ 173499 w 346121"/>
                <a:gd name="connsiteY94" fmla="*/ 185088 h 1256043"/>
                <a:gd name="connsiteX95" fmla="*/ 178546 w 346121"/>
                <a:gd name="connsiteY95" fmla="*/ 195182 h 1256043"/>
                <a:gd name="connsiteX96" fmla="*/ 181027 w 346121"/>
                <a:gd name="connsiteY96" fmla="*/ 210836 h 1256043"/>
                <a:gd name="connsiteX97" fmla="*/ 182310 w 346121"/>
                <a:gd name="connsiteY97" fmla="*/ 224608 h 1256043"/>
                <a:gd name="connsiteX98" fmla="*/ 191120 w 346121"/>
                <a:gd name="connsiteY98" fmla="*/ 228371 h 1256043"/>
                <a:gd name="connsiteX99" fmla="*/ 191120 w 346121"/>
                <a:gd name="connsiteY99" fmla="*/ 228371 h 1256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346121" h="1256043">
                  <a:moveTo>
                    <a:pt x="191035" y="228286"/>
                  </a:moveTo>
                  <a:cubicBezTo>
                    <a:pt x="198562" y="229569"/>
                    <a:pt x="200444" y="238294"/>
                    <a:pt x="205491" y="240860"/>
                  </a:cubicBezTo>
                  <a:cubicBezTo>
                    <a:pt x="210538" y="243341"/>
                    <a:pt x="213019" y="240860"/>
                    <a:pt x="224909" y="245222"/>
                  </a:cubicBezTo>
                  <a:cubicBezTo>
                    <a:pt x="236884" y="249585"/>
                    <a:pt x="238766" y="249585"/>
                    <a:pt x="241247" y="254033"/>
                  </a:cubicBezTo>
                  <a:cubicBezTo>
                    <a:pt x="243727" y="258396"/>
                    <a:pt x="246892" y="251553"/>
                    <a:pt x="250057" y="257797"/>
                  </a:cubicBezTo>
                  <a:cubicBezTo>
                    <a:pt x="253222" y="264041"/>
                    <a:pt x="254419" y="264726"/>
                    <a:pt x="257584" y="272253"/>
                  </a:cubicBezTo>
                  <a:cubicBezTo>
                    <a:pt x="260749" y="279781"/>
                    <a:pt x="279569" y="303646"/>
                    <a:pt x="283931" y="309292"/>
                  </a:cubicBezTo>
                  <a:cubicBezTo>
                    <a:pt x="288294" y="314937"/>
                    <a:pt x="297104" y="314338"/>
                    <a:pt x="303433" y="321866"/>
                  </a:cubicBezTo>
                  <a:cubicBezTo>
                    <a:pt x="309679" y="329393"/>
                    <a:pt x="310363" y="338204"/>
                    <a:pt x="310363" y="338204"/>
                  </a:cubicBezTo>
                  <a:cubicBezTo>
                    <a:pt x="310363" y="338204"/>
                    <a:pt x="326701" y="341369"/>
                    <a:pt x="334827" y="351377"/>
                  </a:cubicBezTo>
                  <a:lnTo>
                    <a:pt x="342953" y="361471"/>
                  </a:lnTo>
                  <a:cubicBezTo>
                    <a:pt x="342953" y="361471"/>
                    <a:pt x="342953" y="389100"/>
                    <a:pt x="344835" y="402273"/>
                  </a:cubicBezTo>
                  <a:cubicBezTo>
                    <a:pt x="346717" y="415446"/>
                    <a:pt x="347315" y="430501"/>
                    <a:pt x="341071" y="435548"/>
                  </a:cubicBezTo>
                  <a:cubicBezTo>
                    <a:pt x="334827" y="440595"/>
                    <a:pt x="319088" y="443674"/>
                    <a:pt x="312159" y="444957"/>
                  </a:cubicBezTo>
                  <a:cubicBezTo>
                    <a:pt x="305230" y="446240"/>
                    <a:pt x="297703" y="451886"/>
                    <a:pt x="290859" y="448122"/>
                  </a:cubicBezTo>
                  <a:cubicBezTo>
                    <a:pt x="283931" y="444359"/>
                    <a:pt x="277002" y="428020"/>
                    <a:pt x="268876" y="424855"/>
                  </a:cubicBezTo>
                  <a:cubicBezTo>
                    <a:pt x="268876" y="424855"/>
                    <a:pt x="265112" y="428619"/>
                    <a:pt x="260749" y="434949"/>
                  </a:cubicBezTo>
                  <a:cubicBezTo>
                    <a:pt x="256387" y="441194"/>
                    <a:pt x="263914" y="441878"/>
                    <a:pt x="265197" y="455051"/>
                  </a:cubicBezTo>
                  <a:cubicBezTo>
                    <a:pt x="266481" y="468224"/>
                    <a:pt x="272127" y="479515"/>
                    <a:pt x="269560" y="485161"/>
                  </a:cubicBezTo>
                  <a:cubicBezTo>
                    <a:pt x="267079" y="490806"/>
                    <a:pt x="266395" y="498334"/>
                    <a:pt x="263316" y="497051"/>
                  </a:cubicBezTo>
                  <a:cubicBezTo>
                    <a:pt x="263059" y="496965"/>
                    <a:pt x="262118" y="496709"/>
                    <a:pt x="260664" y="496367"/>
                  </a:cubicBezTo>
                  <a:cubicBezTo>
                    <a:pt x="261349" y="501242"/>
                    <a:pt x="262546" y="510908"/>
                    <a:pt x="262118" y="515869"/>
                  </a:cubicBezTo>
                  <a:cubicBezTo>
                    <a:pt x="261520" y="522798"/>
                    <a:pt x="267764" y="541617"/>
                    <a:pt x="269047" y="551026"/>
                  </a:cubicBezTo>
                  <a:cubicBezTo>
                    <a:pt x="270330" y="560436"/>
                    <a:pt x="274094" y="619458"/>
                    <a:pt x="270929" y="665307"/>
                  </a:cubicBezTo>
                  <a:cubicBezTo>
                    <a:pt x="267764" y="711156"/>
                    <a:pt x="260835" y="817910"/>
                    <a:pt x="255190" y="852981"/>
                  </a:cubicBezTo>
                  <a:cubicBezTo>
                    <a:pt x="249544" y="888138"/>
                    <a:pt x="223797" y="1085306"/>
                    <a:pt x="217552" y="1105408"/>
                  </a:cubicBezTo>
                  <a:cubicBezTo>
                    <a:pt x="211308" y="1125510"/>
                    <a:pt x="210623" y="1136202"/>
                    <a:pt x="210623" y="1140565"/>
                  </a:cubicBezTo>
                  <a:cubicBezTo>
                    <a:pt x="210623" y="1144927"/>
                    <a:pt x="220632" y="1162549"/>
                    <a:pt x="222513" y="1176320"/>
                  </a:cubicBezTo>
                  <a:lnTo>
                    <a:pt x="224395" y="1190178"/>
                  </a:lnTo>
                  <a:cubicBezTo>
                    <a:pt x="224395" y="1190178"/>
                    <a:pt x="243214" y="1210279"/>
                    <a:pt x="246977" y="1212760"/>
                  </a:cubicBezTo>
                  <a:cubicBezTo>
                    <a:pt x="250742" y="1215241"/>
                    <a:pt x="289662" y="1222169"/>
                    <a:pt x="300953" y="1222768"/>
                  </a:cubicBezTo>
                  <a:cubicBezTo>
                    <a:pt x="312244" y="1223367"/>
                    <a:pt x="316692" y="1232776"/>
                    <a:pt x="313527" y="1236540"/>
                  </a:cubicBezTo>
                  <a:cubicBezTo>
                    <a:pt x="313527" y="1236540"/>
                    <a:pt x="317291" y="1240988"/>
                    <a:pt x="314126" y="1242784"/>
                  </a:cubicBezTo>
                  <a:cubicBezTo>
                    <a:pt x="310961" y="1244666"/>
                    <a:pt x="284615" y="1251595"/>
                    <a:pt x="265112" y="1251595"/>
                  </a:cubicBezTo>
                  <a:cubicBezTo>
                    <a:pt x="245609" y="1251595"/>
                    <a:pt x="218664" y="1247831"/>
                    <a:pt x="204807" y="1244067"/>
                  </a:cubicBezTo>
                  <a:cubicBezTo>
                    <a:pt x="190950" y="1240304"/>
                    <a:pt x="179658" y="1239705"/>
                    <a:pt x="176579" y="1239705"/>
                  </a:cubicBezTo>
                  <a:lnTo>
                    <a:pt x="174697" y="1247232"/>
                  </a:lnTo>
                  <a:cubicBezTo>
                    <a:pt x="174697" y="1247232"/>
                    <a:pt x="161524" y="1256043"/>
                    <a:pt x="133211" y="1256043"/>
                  </a:cubicBezTo>
                  <a:cubicBezTo>
                    <a:pt x="104896" y="1256043"/>
                    <a:pt x="76754" y="1254161"/>
                    <a:pt x="72306" y="1252279"/>
                  </a:cubicBezTo>
                  <a:cubicBezTo>
                    <a:pt x="67944" y="1250397"/>
                    <a:pt x="61015" y="1248516"/>
                    <a:pt x="61015" y="1248516"/>
                  </a:cubicBezTo>
                  <a:lnTo>
                    <a:pt x="54086" y="1251681"/>
                  </a:lnTo>
                  <a:lnTo>
                    <a:pt x="45276" y="1248516"/>
                  </a:lnTo>
                  <a:cubicBezTo>
                    <a:pt x="45276" y="1248516"/>
                    <a:pt x="47757" y="1234060"/>
                    <a:pt x="46559" y="1232177"/>
                  </a:cubicBezTo>
                  <a:cubicBezTo>
                    <a:pt x="45276" y="1230296"/>
                    <a:pt x="44676" y="1222084"/>
                    <a:pt x="45276" y="1213359"/>
                  </a:cubicBezTo>
                  <a:cubicBezTo>
                    <a:pt x="45874" y="1204548"/>
                    <a:pt x="54086" y="1179485"/>
                    <a:pt x="54086" y="1174438"/>
                  </a:cubicBezTo>
                  <a:cubicBezTo>
                    <a:pt x="54086" y="1169392"/>
                    <a:pt x="39630" y="1111054"/>
                    <a:pt x="40913" y="1097795"/>
                  </a:cubicBezTo>
                  <a:cubicBezTo>
                    <a:pt x="42196" y="1084622"/>
                    <a:pt x="54770" y="1080259"/>
                    <a:pt x="54086" y="1066402"/>
                  </a:cubicBezTo>
                  <a:cubicBezTo>
                    <a:pt x="53487" y="1052544"/>
                    <a:pt x="44676" y="1002333"/>
                    <a:pt x="53487" y="950239"/>
                  </a:cubicBezTo>
                  <a:cubicBezTo>
                    <a:pt x="62298" y="898146"/>
                    <a:pt x="72990" y="848533"/>
                    <a:pt x="72306" y="841604"/>
                  </a:cubicBezTo>
                  <a:cubicBezTo>
                    <a:pt x="71707" y="834675"/>
                    <a:pt x="62896" y="828431"/>
                    <a:pt x="62896" y="813376"/>
                  </a:cubicBezTo>
                  <a:cubicBezTo>
                    <a:pt x="62896" y="798321"/>
                    <a:pt x="76070" y="751873"/>
                    <a:pt x="74872" y="741181"/>
                  </a:cubicBezTo>
                  <a:cubicBezTo>
                    <a:pt x="73589" y="730488"/>
                    <a:pt x="65463" y="724244"/>
                    <a:pt x="62896" y="717315"/>
                  </a:cubicBezTo>
                  <a:cubicBezTo>
                    <a:pt x="60416" y="710386"/>
                    <a:pt x="61699" y="687804"/>
                    <a:pt x="58534" y="684639"/>
                  </a:cubicBezTo>
                  <a:cubicBezTo>
                    <a:pt x="55369" y="681474"/>
                    <a:pt x="51605" y="679592"/>
                    <a:pt x="51605" y="676513"/>
                  </a:cubicBezTo>
                  <a:cubicBezTo>
                    <a:pt x="51605" y="673433"/>
                    <a:pt x="39715" y="581735"/>
                    <a:pt x="47841" y="542815"/>
                  </a:cubicBezTo>
                  <a:cubicBezTo>
                    <a:pt x="51691" y="524338"/>
                    <a:pt x="52803" y="512448"/>
                    <a:pt x="52718" y="504921"/>
                  </a:cubicBezTo>
                  <a:cubicBezTo>
                    <a:pt x="52375" y="503894"/>
                    <a:pt x="51862" y="502525"/>
                    <a:pt x="51520" y="500986"/>
                  </a:cubicBezTo>
                  <a:cubicBezTo>
                    <a:pt x="42282" y="501756"/>
                    <a:pt x="42111" y="502782"/>
                    <a:pt x="35353" y="492603"/>
                  </a:cubicBezTo>
                  <a:cubicBezTo>
                    <a:pt x="27825" y="481312"/>
                    <a:pt x="32188" y="479430"/>
                    <a:pt x="32188" y="474982"/>
                  </a:cubicBezTo>
                  <a:cubicBezTo>
                    <a:pt x="32188" y="470534"/>
                    <a:pt x="37234" y="446155"/>
                    <a:pt x="30905" y="439226"/>
                  </a:cubicBezTo>
                  <a:cubicBezTo>
                    <a:pt x="24660" y="432297"/>
                    <a:pt x="22095" y="429817"/>
                    <a:pt x="19014" y="413479"/>
                  </a:cubicBezTo>
                  <a:cubicBezTo>
                    <a:pt x="15850" y="397141"/>
                    <a:pt x="12770" y="348212"/>
                    <a:pt x="10205" y="342566"/>
                  </a:cubicBezTo>
                  <a:cubicBezTo>
                    <a:pt x="7724" y="336921"/>
                    <a:pt x="-2969" y="308009"/>
                    <a:pt x="794" y="287907"/>
                  </a:cubicBezTo>
                  <a:cubicBezTo>
                    <a:pt x="4559" y="267805"/>
                    <a:pt x="19614" y="211263"/>
                    <a:pt x="21495" y="203736"/>
                  </a:cubicBezTo>
                  <a:cubicBezTo>
                    <a:pt x="23377" y="196208"/>
                    <a:pt x="29621" y="196208"/>
                    <a:pt x="36550" y="189878"/>
                  </a:cubicBezTo>
                  <a:cubicBezTo>
                    <a:pt x="43480" y="183634"/>
                    <a:pt x="57251" y="187996"/>
                    <a:pt x="67944" y="183634"/>
                  </a:cubicBezTo>
                  <a:cubicBezTo>
                    <a:pt x="78636" y="179272"/>
                    <a:pt x="83683" y="176706"/>
                    <a:pt x="86164" y="176107"/>
                  </a:cubicBezTo>
                  <a:cubicBezTo>
                    <a:pt x="88644" y="175508"/>
                    <a:pt x="93092" y="166098"/>
                    <a:pt x="96257" y="162334"/>
                  </a:cubicBezTo>
                  <a:cubicBezTo>
                    <a:pt x="99422" y="158571"/>
                    <a:pt x="99422" y="156090"/>
                    <a:pt x="101903" y="152925"/>
                  </a:cubicBezTo>
                  <a:cubicBezTo>
                    <a:pt x="103015" y="151557"/>
                    <a:pt x="104213" y="150787"/>
                    <a:pt x="105068" y="150359"/>
                  </a:cubicBezTo>
                  <a:lnTo>
                    <a:pt x="104384" y="149846"/>
                  </a:lnTo>
                  <a:cubicBezTo>
                    <a:pt x="104384" y="149846"/>
                    <a:pt x="104982" y="144200"/>
                    <a:pt x="105580" y="142319"/>
                  </a:cubicBezTo>
                  <a:cubicBezTo>
                    <a:pt x="106265" y="140436"/>
                    <a:pt x="103100" y="139838"/>
                    <a:pt x="100619" y="137271"/>
                  </a:cubicBezTo>
                  <a:cubicBezTo>
                    <a:pt x="98053" y="134791"/>
                    <a:pt x="98738" y="134192"/>
                    <a:pt x="98738" y="125980"/>
                  </a:cubicBezTo>
                  <a:cubicBezTo>
                    <a:pt x="98738" y="117769"/>
                    <a:pt x="96257" y="111524"/>
                    <a:pt x="94974" y="104595"/>
                  </a:cubicBezTo>
                  <a:cubicBezTo>
                    <a:pt x="93691" y="97667"/>
                    <a:pt x="91210" y="78250"/>
                    <a:pt x="93092" y="70038"/>
                  </a:cubicBezTo>
                  <a:cubicBezTo>
                    <a:pt x="94974" y="61911"/>
                    <a:pt x="93092" y="46771"/>
                    <a:pt x="99336" y="34282"/>
                  </a:cubicBezTo>
                  <a:cubicBezTo>
                    <a:pt x="105580" y="21707"/>
                    <a:pt x="113793" y="17944"/>
                    <a:pt x="126965" y="7251"/>
                  </a:cubicBezTo>
                  <a:cubicBezTo>
                    <a:pt x="140139" y="-3441"/>
                    <a:pt x="145185" y="323"/>
                    <a:pt x="172130" y="2205"/>
                  </a:cubicBezTo>
                  <a:cubicBezTo>
                    <a:pt x="199161" y="4086"/>
                    <a:pt x="201043" y="16062"/>
                    <a:pt x="201043" y="16062"/>
                  </a:cubicBezTo>
                  <a:cubicBezTo>
                    <a:pt x="223027" y="25471"/>
                    <a:pt x="216098" y="38046"/>
                    <a:pt x="216098" y="38046"/>
                  </a:cubicBezTo>
                  <a:cubicBezTo>
                    <a:pt x="217979" y="30518"/>
                    <a:pt x="212933" y="28636"/>
                    <a:pt x="212933" y="28636"/>
                  </a:cubicBezTo>
                  <a:cubicBezTo>
                    <a:pt x="205405" y="29919"/>
                    <a:pt x="209170" y="40612"/>
                    <a:pt x="209170" y="40612"/>
                  </a:cubicBezTo>
                  <a:cubicBezTo>
                    <a:pt x="214815" y="47541"/>
                    <a:pt x="213531" y="57549"/>
                    <a:pt x="214815" y="64477"/>
                  </a:cubicBezTo>
                  <a:cubicBezTo>
                    <a:pt x="216098" y="71406"/>
                    <a:pt x="213531" y="82697"/>
                    <a:pt x="213531" y="82697"/>
                  </a:cubicBezTo>
                  <a:lnTo>
                    <a:pt x="216697" y="83981"/>
                  </a:lnTo>
                  <a:cubicBezTo>
                    <a:pt x="221744" y="85264"/>
                    <a:pt x="218579" y="95956"/>
                    <a:pt x="217979" y="100318"/>
                  </a:cubicBezTo>
                  <a:cubicBezTo>
                    <a:pt x="217381" y="104681"/>
                    <a:pt x="210452" y="104681"/>
                    <a:pt x="210452" y="106563"/>
                  </a:cubicBezTo>
                  <a:cubicBezTo>
                    <a:pt x="210452" y="108445"/>
                    <a:pt x="211051" y="109728"/>
                    <a:pt x="211735" y="114091"/>
                  </a:cubicBezTo>
                  <a:cubicBezTo>
                    <a:pt x="212335" y="118453"/>
                    <a:pt x="207972" y="131712"/>
                    <a:pt x="203609" y="141121"/>
                  </a:cubicBezTo>
                  <a:cubicBezTo>
                    <a:pt x="199247" y="150530"/>
                    <a:pt x="197365" y="156176"/>
                    <a:pt x="190436" y="162506"/>
                  </a:cubicBezTo>
                  <a:cubicBezTo>
                    <a:pt x="183508" y="168750"/>
                    <a:pt x="177263" y="166868"/>
                    <a:pt x="177263" y="166868"/>
                  </a:cubicBezTo>
                  <a:cubicBezTo>
                    <a:pt x="179145" y="171915"/>
                    <a:pt x="172900" y="175080"/>
                    <a:pt x="171618" y="177561"/>
                  </a:cubicBezTo>
                  <a:cubicBezTo>
                    <a:pt x="170847" y="179100"/>
                    <a:pt x="171959" y="182522"/>
                    <a:pt x="172900" y="184917"/>
                  </a:cubicBezTo>
                  <a:lnTo>
                    <a:pt x="173499" y="185088"/>
                  </a:lnTo>
                  <a:cubicBezTo>
                    <a:pt x="173499" y="185088"/>
                    <a:pt x="181027" y="191333"/>
                    <a:pt x="178546" y="195182"/>
                  </a:cubicBezTo>
                  <a:cubicBezTo>
                    <a:pt x="176066" y="198946"/>
                    <a:pt x="181711" y="205190"/>
                    <a:pt x="181027" y="210836"/>
                  </a:cubicBezTo>
                  <a:cubicBezTo>
                    <a:pt x="180427" y="216481"/>
                    <a:pt x="182310" y="220844"/>
                    <a:pt x="182310" y="224608"/>
                  </a:cubicBezTo>
                  <a:cubicBezTo>
                    <a:pt x="182310" y="228371"/>
                    <a:pt x="183592" y="227174"/>
                    <a:pt x="191120" y="228371"/>
                  </a:cubicBezTo>
                  <a:lnTo>
                    <a:pt x="191120" y="228371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98205893-398D-8F75-E182-3B482EB60985}"/>
                </a:ext>
              </a:extLst>
            </p:cNvPr>
            <p:cNvSpPr/>
            <p:nvPr/>
          </p:nvSpPr>
          <p:spPr>
            <a:xfrm>
              <a:off x="4541539" y="5631557"/>
              <a:ext cx="495317" cy="1184754"/>
            </a:xfrm>
            <a:custGeom>
              <a:avLst/>
              <a:gdLst>
                <a:gd name="connsiteX0" fmla="*/ 181140 w 495317"/>
                <a:gd name="connsiteY0" fmla="*/ 326899 h 1184754"/>
                <a:gd name="connsiteX1" fmla="*/ 172500 w 495317"/>
                <a:gd name="connsiteY1" fmla="*/ 308166 h 1184754"/>
                <a:gd name="connsiteX2" fmla="*/ 154280 w 495317"/>
                <a:gd name="connsiteY2" fmla="*/ 288064 h 1184754"/>
                <a:gd name="connsiteX3" fmla="*/ 122117 w 495317"/>
                <a:gd name="connsiteY3" fmla="*/ 300980 h 1184754"/>
                <a:gd name="connsiteX4" fmla="*/ 98166 w 495317"/>
                <a:gd name="connsiteY4" fmla="*/ 318687 h 1184754"/>
                <a:gd name="connsiteX5" fmla="*/ 76611 w 495317"/>
                <a:gd name="connsiteY5" fmla="*/ 342638 h 1184754"/>
                <a:gd name="connsiteX6" fmla="*/ 70365 w 495317"/>
                <a:gd name="connsiteY6" fmla="*/ 348369 h 1184754"/>
                <a:gd name="connsiteX7" fmla="*/ 74728 w 495317"/>
                <a:gd name="connsiteY7" fmla="*/ 358463 h 1184754"/>
                <a:gd name="connsiteX8" fmla="*/ 82427 w 495317"/>
                <a:gd name="connsiteY8" fmla="*/ 378565 h 1184754"/>
                <a:gd name="connsiteX9" fmla="*/ 90126 w 495317"/>
                <a:gd name="connsiteY9" fmla="*/ 396357 h 1184754"/>
                <a:gd name="connsiteX10" fmla="*/ 93034 w 495317"/>
                <a:gd name="connsiteY10" fmla="*/ 404483 h 1184754"/>
                <a:gd name="connsiteX11" fmla="*/ 102101 w 495317"/>
                <a:gd name="connsiteY11" fmla="*/ 407819 h 1184754"/>
                <a:gd name="connsiteX12" fmla="*/ 109286 w 495317"/>
                <a:gd name="connsiteY12" fmla="*/ 422190 h 1184754"/>
                <a:gd name="connsiteX13" fmla="*/ 116985 w 495317"/>
                <a:gd name="connsiteY13" fmla="*/ 439896 h 1184754"/>
                <a:gd name="connsiteX14" fmla="*/ 130414 w 495317"/>
                <a:gd name="connsiteY14" fmla="*/ 456235 h 1184754"/>
                <a:gd name="connsiteX15" fmla="*/ 136488 w 495317"/>
                <a:gd name="connsiteY15" fmla="*/ 464190 h 1184754"/>
                <a:gd name="connsiteX16" fmla="*/ 149832 w 495317"/>
                <a:gd name="connsiteY16" fmla="*/ 462051 h 1184754"/>
                <a:gd name="connsiteX17" fmla="*/ 162065 w 495317"/>
                <a:gd name="connsiteY17" fmla="*/ 450760 h 1184754"/>
                <a:gd name="connsiteX18" fmla="*/ 170447 w 495317"/>
                <a:gd name="connsiteY18" fmla="*/ 443147 h 1184754"/>
                <a:gd name="connsiteX19" fmla="*/ 174211 w 495317"/>
                <a:gd name="connsiteY19" fmla="*/ 440752 h 1184754"/>
                <a:gd name="connsiteX20" fmla="*/ 179942 w 495317"/>
                <a:gd name="connsiteY20" fmla="*/ 434593 h 1184754"/>
                <a:gd name="connsiteX21" fmla="*/ 175408 w 495317"/>
                <a:gd name="connsiteY21" fmla="*/ 428862 h 1184754"/>
                <a:gd name="connsiteX22" fmla="*/ 171559 w 495317"/>
                <a:gd name="connsiteY22" fmla="*/ 411583 h 1184754"/>
                <a:gd name="connsiteX23" fmla="*/ 179685 w 495317"/>
                <a:gd name="connsiteY23" fmla="*/ 392850 h 1184754"/>
                <a:gd name="connsiteX24" fmla="*/ 181140 w 495317"/>
                <a:gd name="connsiteY24" fmla="*/ 377966 h 1184754"/>
                <a:gd name="connsiteX25" fmla="*/ 179685 w 495317"/>
                <a:gd name="connsiteY25" fmla="*/ 359746 h 1184754"/>
                <a:gd name="connsiteX26" fmla="*/ 181140 w 495317"/>
                <a:gd name="connsiteY26" fmla="*/ 326642 h 1184754"/>
                <a:gd name="connsiteX27" fmla="*/ 181140 w 495317"/>
                <a:gd name="connsiteY27" fmla="*/ 326642 h 1184754"/>
                <a:gd name="connsiteX28" fmla="*/ 373004 w 495317"/>
                <a:gd name="connsiteY28" fmla="*/ 410813 h 1184754"/>
                <a:gd name="connsiteX29" fmla="*/ 377281 w 495317"/>
                <a:gd name="connsiteY29" fmla="*/ 425184 h 1184754"/>
                <a:gd name="connsiteX30" fmla="*/ 382585 w 495317"/>
                <a:gd name="connsiteY30" fmla="*/ 441522 h 1184754"/>
                <a:gd name="connsiteX31" fmla="*/ 384039 w 495317"/>
                <a:gd name="connsiteY31" fmla="*/ 448280 h 1184754"/>
                <a:gd name="connsiteX32" fmla="*/ 376426 w 495317"/>
                <a:gd name="connsiteY32" fmla="*/ 457176 h 1184754"/>
                <a:gd name="connsiteX33" fmla="*/ 378393 w 495317"/>
                <a:gd name="connsiteY33" fmla="*/ 467697 h 1184754"/>
                <a:gd name="connsiteX34" fmla="*/ 380105 w 495317"/>
                <a:gd name="connsiteY34" fmla="*/ 470006 h 1184754"/>
                <a:gd name="connsiteX35" fmla="*/ 381730 w 495317"/>
                <a:gd name="connsiteY35" fmla="*/ 477021 h 1184754"/>
                <a:gd name="connsiteX36" fmla="*/ 386178 w 495317"/>
                <a:gd name="connsiteY36" fmla="*/ 482752 h 1184754"/>
                <a:gd name="connsiteX37" fmla="*/ 385579 w 495317"/>
                <a:gd name="connsiteY37" fmla="*/ 494300 h 1184754"/>
                <a:gd name="connsiteX38" fmla="*/ 389343 w 495317"/>
                <a:gd name="connsiteY38" fmla="*/ 499689 h 1184754"/>
                <a:gd name="connsiteX39" fmla="*/ 392765 w 495317"/>
                <a:gd name="connsiteY39" fmla="*/ 497636 h 1184754"/>
                <a:gd name="connsiteX40" fmla="*/ 411925 w 495317"/>
                <a:gd name="connsiteY40" fmla="*/ 462137 h 1184754"/>
                <a:gd name="connsiteX41" fmla="*/ 417657 w 495317"/>
                <a:gd name="connsiteY41" fmla="*/ 447766 h 1184754"/>
                <a:gd name="connsiteX42" fmla="*/ 422960 w 495317"/>
                <a:gd name="connsiteY42" fmla="*/ 444858 h 1184754"/>
                <a:gd name="connsiteX43" fmla="*/ 429631 w 495317"/>
                <a:gd name="connsiteY43" fmla="*/ 420394 h 1184754"/>
                <a:gd name="connsiteX44" fmla="*/ 437330 w 495317"/>
                <a:gd name="connsiteY44" fmla="*/ 402687 h 1184754"/>
                <a:gd name="connsiteX45" fmla="*/ 431600 w 495317"/>
                <a:gd name="connsiteY45" fmla="*/ 386349 h 1184754"/>
                <a:gd name="connsiteX46" fmla="*/ 422446 w 495317"/>
                <a:gd name="connsiteY46" fmla="*/ 370952 h 1184754"/>
                <a:gd name="connsiteX47" fmla="*/ 414321 w 495317"/>
                <a:gd name="connsiteY47" fmla="*/ 355640 h 1184754"/>
                <a:gd name="connsiteX48" fmla="*/ 398496 w 495317"/>
                <a:gd name="connsiteY48" fmla="*/ 327840 h 1184754"/>
                <a:gd name="connsiteX49" fmla="*/ 383184 w 495317"/>
                <a:gd name="connsiteY49" fmla="*/ 305856 h 1184754"/>
                <a:gd name="connsiteX50" fmla="*/ 377966 w 495317"/>
                <a:gd name="connsiteY50" fmla="*/ 307310 h 1184754"/>
                <a:gd name="connsiteX51" fmla="*/ 375228 w 495317"/>
                <a:gd name="connsiteY51" fmla="*/ 316634 h 1184754"/>
                <a:gd name="connsiteX52" fmla="*/ 375485 w 495317"/>
                <a:gd name="connsiteY52" fmla="*/ 320056 h 1184754"/>
                <a:gd name="connsiteX53" fmla="*/ 374031 w 495317"/>
                <a:gd name="connsiteY53" fmla="*/ 326728 h 1184754"/>
                <a:gd name="connsiteX54" fmla="*/ 372149 w 495317"/>
                <a:gd name="connsiteY54" fmla="*/ 333485 h 1184754"/>
                <a:gd name="connsiteX55" fmla="*/ 368813 w 495317"/>
                <a:gd name="connsiteY55" fmla="*/ 352218 h 1184754"/>
                <a:gd name="connsiteX56" fmla="*/ 368300 w 495317"/>
                <a:gd name="connsiteY56" fmla="*/ 378137 h 1184754"/>
                <a:gd name="connsiteX57" fmla="*/ 367787 w 495317"/>
                <a:gd name="connsiteY57" fmla="*/ 389600 h 1184754"/>
                <a:gd name="connsiteX58" fmla="*/ 373090 w 495317"/>
                <a:gd name="connsiteY58" fmla="*/ 410728 h 1184754"/>
                <a:gd name="connsiteX59" fmla="*/ 373090 w 495317"/>
                <a:gd name="connsiteY59" fmla="*/ 410728 h 1184754"/>
                <a:gd name="connsiteX60" fmla="*/ 348028 w 495317"/>
                <a:gd name="connsiteY60" fmla="*/ 187897 h 1184754"/>
                <a:gd name="connsiteX61" fmla="*/ 371978 w 495317"/>
                <a:gd name="connsiteY61" fmla="*/ 209025 h 1184754"/>
                <a:gd name="connsiteX62" fmla="*/ 396870 w 495317"/>
                <a:gd name="connsiteY62" fmla="*/ 214757 h 1184754"/>
                <a:gd name="connsiteX63" fmla="*/ 408418 w 495317"/>
                <a:gd name="connsiteY63" fmla="*/ 226732 h 1184754"/>
                <a:gd name="connsiteX64" fmla="*/ 424756 w 495317"/>
                <a:gd name="connsiteY64" fmla="*/ 255046 h 1184754"/>
                <a:gd name="connsiteX65" fmla="*/ 451102 w 495317"/>
                <a:gd name="connsiteY65" fmla="*/ 297217 h 1184754"/>
                <a:gd name="connsiteX66" fmla="*/ 474113 w 495317"/>
                <a:gd name="connsiteY66" fmla="*/ 340842 h 1184754"/>
                <a:gd name="connsiteX67" fmla="*/ 481298 w 495317"/>
                <a:gd name="connsiteY67" fmla="*/ 353330 h 1184754"/>
                <a:gd name="connsiteX68" fmla="*/ 489937 w 495317"/>
                <a:gd name="connsiteY68" fmla="*/ 374459 h 1184754"/>
                <a:gd name="connsiteX69" fmla="*/ 494214 w 495317"/>
                <a:gd name="connsiteY69" fmla="*/ 391224 h 1184754"/>
                <a:gd name="connsiteX70" fmla="*/ 494214 w 495317"/>
                <a:gd name="connsiteY70" fmla="*/ 411840 h 1184754"/>
                <a:gd name="connsiteX71" fmla="*/ 486515 w 495317"/>
                <a:gd name="connsiteY71" fmla="*/ 423815 h 1184754"/>
                <a:gd name="connsiteX72" fmla="*/ 478390 w 495317"/>
                <a:gd name="connsiteY72" fmla="*/ 449220 h 1184754"/>
                <a:gd name="connsiteX73" fmla="*/ 470691 w 495317"/>
                <a:gd name="connsiteY73" fmla="*/ 464104 h 1184754"/>
                <a:gd name="connsiteX74" fmla="*/ 460598 w 495317"/>
                <a:gd name="connsiteY74" fmla="*/ 478988 h 1184754"/>
                <a:gd name="connsiteX75" fmla="*/ 448622 w 495317"/>
                <a:gd name="connsiteY75" fmla="*/ 501057 h 1184754"/>
                <a:gd name="connsiteX76" fmla="*/ 433310 w 495317"/>
                <a:gd name="connsiteY76" fmla="*/ 521672 h 1184754"/>
                <a:gd name="connsiteX77" fmla="*/ 419881 w 495317"/>
                <a:gd name="connsiteY77" fmla="*/ 538951 h 1184754"/>
                <a:gd name="connsiteX78" fmla="*/ 408846 w 495317"/>
                <a:gd name="connsiteY78" fmla="*/ 534674 h 1184754"/>
                <a:gd name="connsiteX79" fmla="*/ 394305 w 495317"/>
                <a:gd name="connsiteY79" fmla="*/ 545538 h 1184754"/>
                <a:gd name="connsiteX80" fmla="*/ 384639 w 495317"/>
                <a:gd name="connsiteY80" fmla="*/ 543485 h 1184754"/>
                <a:gd name="connsiteX81" fmla="*/ 386777 w 495317"/>
                <a:gd name="connsiteY81" fmla="*/ 619102 h 1184754"/>
                <a:gd name="connsiteX82" fmla="*/ 372920 w 495317"/>
                <a:gd name="connsiteY82" fmla="*/ 675729 h 1184754"/>
                <a:gd name="connsiteX83" fmla="*/ 350423 w 495317"/>
                <a:gd name="connsiteY83" fmla="*/ 784108 h 1184754"/>
                <a:gd name="connsiteX84" fmla="*/ 348968 w 495317"/>
                <a:gd name="connsiteY84" fmla="*/ 802841 h 1184754"/>
                <a:gd name="connsiteX85" fmla="*/ 319372 w 495317"/>
                <a:gd name="connsiteY85" fmla="*/ 811823 h 1184754"/>
                <a:gd name="connsiteX86" fmla="*/ 316036 w 495317"/>
                <a:gd name="connsiteY86" fmla="*/ 820633 h 1184754"/>
                <a:gd name="connsiteX87" fmla="*/ 311588 w 495317"/>
                <a:gd name="connsiteY87" fmla="*/ 843643 h 1184754"/>
                <a:gd name="connsiteX88" fmla="*/ 315779 w 495317"/>
                <a:gd name="connsiteY88" fmla="*/ 868278 h 1184754"/>
                <a:gd name="connsiteX89" fmla="*/ 314838 w 495317"/>
                <a:gd name="connsiteY89" fmla="*/ 902837 h 1184754"/>
                <a:gd name="connsiteX90" fmla="*/ 313212 w 495317"/>
                <a:gd name="connsiteY90" fmla="*/ 934144 h 1184754"/>
                <a:gd name="connsiteX91" fmla="*/ 309363 w 495317"/>
                <a:gd name="connsiteY91" fmla="*/ 971268 h 1184754"/>
                <a:gd name="connsiteX92" fmla="*/ 304573 w 495317"/>
                <a:gd name="connsiteY92" fmla="*/ 1016690 h 1184754"/>
                <a:gd name="connsiteX93" fmla="*/ 300126 w 495317"/>
                <a:gd name="connsiteY93" fmla="*/ 1043207 h 1184754"/>
                <a:gd name="connsiteX94" fmla="*/ 294052 w 495317"/>
                <a:gd name="connsiteY94" fmla="*/ 1056979 h 1184754"/>
                <a:gd name="connsiteX95" fmla="*/ 296276 w 495317"/>
                <a:gd name="connsiteY95" fmla="*/ 1063993 h 1184754"/>
                <a:gd name="connsiteX96" fmla="*/ 298500 w 495317"/>
                <a:gd name="connsiteY96" fmla="*/ 1069468 h 1184754"/>
                <a:gd name="connsiteX97" fmla="*/ 294992 w 495317"/>
                <a:gd name="connsiteY97" fmla="*/ 1082213 h 1184754"/>
                <a:gd name="connsiteX98" fmla="*/ 296276 w 495317"/>
                <a:gd name="connsiteY98" fmla="*/ 1102400 h 1184754"/>
                <a:gd name="connsiteX99" fmla="*/ 299184 w 495317"/>
                <a:gd name="connsiteY99" fmla="*/ 1121903 h 1184754"/>
                <a:gd name="connsiteX100" fmla="*/ 306882 w 495317"/>
                <a:gd name="connsiteY100" fmla="*/ 1149361 h 1184754"/>
                <a:gd name="connsiteX101" fmla="*/ 313298 w 495317"/>
                <a:gd name="connsiteY101" fmla="*/ 1161508 h 1184754"/>
                <a:gd name="connsiteX102" fmla="*/ 318773 w 495317"/>
                <a:gd name="connsiteY102" fmla="*/ 1169206 h 1184754"/>
                <a:gd name="connsiteX103" fmla="*/ 312700 w 495317"/>
                <a:gd name="connsiteY103" fmla="*/ 1175622 h 1184754"/>
                <a:gd name="connsiteX104" fmla="*/ 309192 w 495317"/>
                <a:gd name="connsiteY104" fmla="*/ 1184261 h 1184754"/>
                <a:gd name="connsiteX105" fmla="*/ 273095 w 495317"/>
                <a:gd name="connsiteY105" fmla="*/ 1183919 h 1184754"/>
                <a:gd name="connsiteX106" fmla="*/ 206288 w 495317"/>
                <a:gd name="connsiteY106" fmla="*/ 1183919 h 1184754"/>
                <a:gd name="connsiteX107" fmla="*/ 205946 w 495317"/>
                <a:gd name="connsiteY107" fmla="*/ 1174681 h 1184754"/>
                <a:gd name="connsiteX108" fmla="*/ 198248 w 495317"/>
                <a:gd name="connsiteY108" fmla="*/ 1164160 h 1184754"/>
                <a:gd name="connsiteX109" fmla="*/ 200129 w 495317"/>
                <a:gd name="connsiteY109" fmla="*/ 1147822 h 1184754"/>
                <a:gd name="connsiteX110" fmla="*/ 201755 w 495317"/>
                <a:gd name="connsiteY110" fmla="*/ 1118738 h 1184754"/>
                <a:gd name="connsiteX111" fmla="*/ 204920 w 495317"/>
                <a:gd name="connsiteY111" fmla="*/ 1103683 h 1184754"/>
                <a:gd name="connsiteX112" fmla="*/ 205261 w 495317"/>
                <a:gd name="connsiteY112" fmla="*/ 1081614 h 1184754"/>
                <a:gd name="connsiteX113" fmla="*/ 206545 w 495317"/>
                <a:gd name="connsiteY113" fmla="*/ 1055696 h 1184754"/>
                <a:gd name="connsiteX114" fmla="*/ 203380 w 495317"/>
                <a:gd name="connsiteY114" fmla="*/ 1025928 h 1184754"/>
                <a:gd name="connsiteX115" fmla="*/ 186101 w 495317"/>
                <a:gd name="connsiteY115" fmla="*/ 923024 h 1184754"/>
                <a:gd name="connsiteX116" fmla="*/ 185417 w 495317"/>
                <a:gd name="connsiteY116" fmla="*/ 834490 h 1184754"/>
                <a:gd name="connsiteX117" fmla="*/ 185417 w 495317"/>
                <a:gd name="connsiteY117" fmla="*/ 794372 h 1184754"/>
                <a:gd name="connsiteX118" fmla="*/ 163091 w 495317"/>
                <a:gd name="connsiteY118" fmla="*/ 780429 h 1184754"/>
                <a:gd name="connsiteX119" fmla="*/ 161209 w 495317"/>
                <a:gd name="connsiteY119" fmla="*/ 770849 h 1184754"/>
                <a:gd name="connsiteX120" fmla="*/ 152570 w 495317"/>
                <a:gd name="connsiteY120" fmla="*/ 672051 h 1184754"/>
                <a:gd name="connsiteX121" fmla="*/ 140080 w 495317"/>
                <a:gd name="connsiteY121" fmla="*/ 602079 h 1184754"/>
                <a:gd name="connsiteX122" fmla="*/ 140594 w 495317"/>
                <a:gd name="connsiteY122" fmla="*/ 561277 h 1184754"/>
                <a:gd name="connsiteX123" fmla="*/ 147779 w 495317"/>
                <a:gd name="connsiteY123" fmla="*/ 509526 h 1184754"/>
                <a:gd name="connsiteX124" fmla="*/ 148720 w 495317"/>
                <a:gd name="connsiteY124" fmla="*/ 504051 h 1184754"/>
                <a:gd name="connsiteX125" fmla="*/ 146496 w 495317"/>
                <a:gd name="connsiteY125" fmla="*/ 504650 h 1184754"/>
                <a:gd name="connsiteX126" fmla="*/ 131441 w 495317"/>
                <a:gd name="connsiteY126" fmla="*/ 503367 h 1184754"/>
                <a:gd name="connsiteX127" fmla="*/ 104581 w 495317"/>
                <a:gd name="connsiteY127" fmla="*/ 485917 h 1184754"/>
                <a:gd name="connsiteX128" fmla="*/ 100304 w 495317"/>
                <a:gd name="connsiteY128" fmla="*/ 487542 h 1184754"/>
                <a:gd name="connsiteX129" fmla="*/ 89783 w 495317"/>
                <a:gd name="connsiteY129" fmla="*/ 480357 h 1184754"/>
                <a:gd name="connsiteX130" fmla="*/ 71563 w 495317"/>
                <a:gd name="connsiteY130" fmla="*/ 448194 h 1184754"/>
                <a:gd name="connsiteX131" fmla="*/ 68655 w 495317"/>
                <a:gd name="connsiteY131" fmla="*/ 446055 h 1184754"/>
                <a:gd name="connsiteX132" fmla="*/ 68484 w 495317"/>
                <a:gd name="connsiteY132" fmla="*/ 446055 h 1184754"/>
                <a:gd name="connsiteX133" fmla="*/ 68569 w 495317"/>
                <a:gd name="connsiteY133" fmla="*/ 446055 h 1184754"/>
                <a:gd name="connsiteX134" fmla="*/ 42224 w 495317"/>
                <a:gd name="connsiteY134" fmla="*/ 416630 h 1184754"/>
                <a:gd name="connsiteX135" fmla="*/ 24431 w 495317"/>
                <a:gd name="connsiteY135" fmla="*/ 400292 h 1184754"/>
                <a:gd name="connsiteX136" fmla="*/ 11002 w 495317"/>
                <a:gd name="connsiteY136" fmla="*/ 370096 h 1184754"/>
                <a:gd name="connsiteX137" fmla="*/ 1421 w 495317"/>
                <a:gd name="connsiteY137" fmla="*/ 343750 h 1184754"/>
                <a:gd name="connsiteX138" fmla="*/ 3303 w 495317"/>
                <a:gd name="connsiteY138" fmla="*/ 327412 h 1184754"/>
                <a:gd name="connsiteX139" fmla="*/ 11942 w 495317"/>
                <a:gd name="connsiteY139" fmla="*/ 310646 h 1184754"/>
                <a:gd name="connsiteX140" fmla="*/ 34525 w 495317"/>
                <a:gd name="connsiteY140" fmla="*/ 283359 h 1184754"/>
                <a:gd name="connsiteX141" fmla="*/ 54199 w 495317"/>
                <a:gd name="connsiteY141" fmla="*/ 266594 h 1184754"/>
                <a:gd name="connsiteX142" fmla="*/ 77209 w 495317"/>
                <a:gd name="connsiteY142" fmla="*/ 246492 h 1184754"/>
                <a:gd name="connsiteX143" fmla="*/ 116044 w 495317"/>
                <a:gd name="connsiteY143" fmla="*/ 214329 h 1184754"/>
                <a:gd name="connsiteX144" fmla="*/ 136659 w 495317"/>
                <a:gd name="connsiteY144" fmla="*/ 197991 h 1184754"/>
                <a:gd name="connsiteX145" fmla="*/ 144357 w 495317"/>
                <a:gd name="connsiteY145" fmla="*/ 188924 h 1184754"/>
                <a:gd name="connsiteX146" fmla="*/ 161637 w 495317"/>
                <a:gd name="connsiteY146" fmla="*/ 182166 h 1184754"/>
                <a:gd name="connsiteX147" fmla="*/ 178916 w 495317"/>
                <a:gd name="connsiteY147" fmla="*/ 179771 h 1184754"/>
                <a:gd name="connsiteX148" fmla="*/ 194740 w 495317"/>
                <a:gd name="connsiteY148" fmla="*/ 176862 h 1184754"/>
                <a:gd name="connsiteX149" fmla="*/ 208683 w 495317"/>
                <a:gd name="connsiteY149" fmla="*/ 177804 h 1184754"/>
                <a:gd name="connsiteX150" fmla="*/ 212362 w 495317"/>
                <a:gd name="connsiteY150" fmla="*/ 170019 h 1184754"/>
                <a:gd name="connsiteX151" fmla="*/ 211763 w 495317"/>
                <a:gd name="connsiteY151" fmla="*/ 161979 h 1184754"/>
                <a:gd name="connsiteX152" fmla="*/ 218178 w 495317"/>
                <a:gd name="connsiteY152" fmla="*/ 145983 h 1184754"/>
                <a:gd name="connsiteX153" fmla="*/ 225534 w 495317"/>
                <a:gd name="connsiteY153" fmla="*/ 139910 h 1184754"/>
                <a:gd name="connsiteX154" fmla="*/ 220745 w 495317"/>
                <a:gd name="connsiteY154" fmla="*/ 139567 h 1184754"/>
                <a:gd name="connsiteX155" fmla="*/ 216468 w 495317"/>
                <a:gd name="connsiteY155" fmla="*/ 131698 h 1184754"/>
                <a:gd name="connsiteX156" fmla="*/ 209795 w 495317"/>
                <a:gd name="connsiteY156" fmla="*/ 122545 h 1184754"/>
                <a:gd name="connsiteX157" fmla="*/ 202952 w 495317"/>
                <a:gd name="connsiteY157" fmla="*/ 112024 h 1184754"/>
                <a:gd name="connsiteX158" fmla="*/ 211934 w 495317"/>
                <a:gd name="connsiteY158" fmla="*/ 98594 h 1184754"/>
                <a:gd name="connsiteX159" fmla="*/ 219633 w 495317"/>
                <a:gd name="connsiteY159" fmla="*/ 85164 h 1184754"/>
                <a:gd name="connsiteX160" fmla="*/ 219033 w 495317"/>
                <a:gd name="connsiteY160" fmla="*/ 65319 h 1184754"/>
                <a:gd name="connsiteX161" fmla="*/ 228614 w 495317"/>
                <a:gd name="connsiteY161" fmla="*/ 45474 h 1184754"/>
                <a:gd name="connsiteX162" fmla="*/ 252908 w 495317"/>
                <a:gd name="connsiteY162" fmla="*/ 20582 h 1184754"/>
                <a:gd name="connsiteX163" fmla="*/ 272752 w 495317"/>
                <a:gd name="connsiteY163" fmla="*/ 4586 h 1184754"/>
                <a:gd name="connsiteX164" fmla="*/ 295763 w 495317"/>
                <a:gd name="connsiteY164" fmla="*/ 737 h 1184754"/>
                <a:gd name="connsiteX165" fmla="*/ 320056 w 495317"/>
                <a:gd name="connsiteY165" fmla="*/ 8435 h 1184754"/>
                <a:gd name="connsiteX166" fmla="*/ 350080 w 495317"/>
                <a:gd name="connsiteY166" fmla="*/ 30162 h 1184754"/>
                <a:gd name="connsiteX167" fmla="*/ 364793 w 495317"/>
                <a:gd name="connsiteY167" fmla="*/ 79433 h 1184754"/>
                <a:gd name="connsiteX168" fmla="*/ 357779 w 495317"/>
                <a:gd name="connsiteY168" fmla="*/ 92179 h 1184754"/>
                <a:gd name="connsiteX169" fmla="*/ 357779 w 495317"/>
                <a:gd name="connsiteY169" fmla="*/ 110056 h 1184754"/>
                <a:gd name="connsiteX170" fmla="*/ 353331 w 495317"/>
                <a:gd name="connsiteY170" fmla="*/ 134349 h 1184754"/>
                <a:gd name="connsiteX171" fmla="*/ 346316 w 495317"/>
                <a:gd name="connsiteY171" fmla="*/ 144614 h 1184754"/>
                <a:gd name="connsiteX172" fmla="*/ 343237 w 495317"/>
                <a:gd name="connsiteY172" fmla="*/ 157103 h 1184754"/>
                <a:gd name="connsiteX173" fmla="*/ 331604 w 495317"/>
                <a:gd name="connsiteY173" fmla="*/ 157445 h 1184754"/>
                <a:gd name="connsiteX174" fmla="*/ 327755 w 495317"/>
                <a:gd name="connsiteY174" fmla="*/ 163176 h 1184754"/>
                <a:gd name="connsiteX175" fmla="*/ 325359 w 495317"/>
                <a:gd name="connsiteY175" fmla="*/ 166427 h 1184754"/>
                <a:gd name="connsiteX176" fmla="*/ 325958 w 495317"/>
                <a:gd name="connsiteY176" fmla="*/ 166683 h 1184754"/>
                <a:gd name="connsiteX177" fmla="*/ 348540 w 495317"/>
                <a:gd name="connsiteY177" fmla="*/ 188239 h 1184754"/>
                <a:gd name="connsiteX178" fmla="*/ 348540 w 495317"/>
                <a:gd name="connsiteY178" fmla="*/ 188239 h 118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</a:cxnLst>
              <a:rect l="l" t="t" r="r" b="b"/>
              <a:pathLst>
                <a:path w="495317" h="1184754">
                  <a:moveTo>
                    <a:pt x="181140" y="326899"/>
                  </a:moveTo>
                  <a:cubicBezTo>
                    <a:pt x="177804" y="317746"/>
                    <a:pt x="176863" y="313469"/>
                    <a:pt x="172500" y="308166"/>
                  </a:cubicBezTo>
                  <a:cubicBezTo>
                    <a:pt x="168138" y="302862"/>
                    <a:pt x="162920" y="292341"/>
                    <a:pt x="154280" y="288064"/>
                  </a:cubicBezTo>
                  <a:cubicBezTo>
                    <a:pt x="145641" y="283787"/>
                    <a:pt x="129816" y="297645"/>
                    <a:pt x="122117" y="300980"/>
                  </a:cubicBezTo>
                  <a:cubicBezTo>
                    <a:pt x="114419" y="304316"/>
                    <a:pt x="105779" y="311074"/>
                    <a:pt x="98166" y="318687"/>
                  </a:cubicBezTo>
                  <a:cubicBezTo>
                    <a:pt x="90468" y="326386"/>
                    <a:pt x="81829" y="339816"/>
                    <a:pt x="76611" y="342638"/>
                  </a:cubicBezTo>
                  <a:cubicBezTo>
                    <a:pt x="71307" y="345547"/>
                    <a:pt x="69938" y="345547"/>
                    <a:pt x="70365" y="348369"/>
                  </a:cubicBezTo>
                  <a:cubicBezTo>
                    <a:pt x="70879" y="351278"/>
                    <a:pt x="74215" y="355041"/>
                    <a:pt x="74728" y="358463"/>
                  </a:cubicBezTo>
                  <a:cubicBezTo>
                    <a:pt x="75242" y="361799"/>
                    <a:pt x="80460" y="367103"/>
                    <a:pt x="82427" y="378565"/>
                  </a:cubicBezTo>
                  <a:cubicBezTo>
                    <a:pt x="84308" y="390113"/>
                    <a:pt x="90126" y="392508"/>
                    <a:pt x="90126" y="396357"/>
                  </a:cubicBezTo>
                  <a:cubicBezTo>
                    <a:pt x="90126" y="400206"/>
                    <a:pt x="90639" y="401575"/>
                    <a:pt x="93034" y="404483"/>
                  </a:cubicBezTo>
                  <a:cubicBezTo>
                    <a:pt x="95429" y="407391"/>
                    <a:pt x="100220" y="403542"/>
                    <a:pt x="102101" y="407819"/>
                  </a:cubicBezTo>
                  <a:cubicBezTo>
                    <a:pt x="103983" y="412096"/>
                    <a:pt x="107832" y="417913"/>
                    <a:pt x="109286" y="422190"/>
                  </a:cubicBezTo>
                  <a:cubicBezTo>
                    <a:pt x="110741" y="426467"/>
                    <a:pt x="112623" y="434679"/>
                    <a:pt x="116985" y="439896"/>
                  </a:cubicBezTo>
                  <a:cubicBezTo>
                    <a:pt x="121348" y="445200"/>
                    <a:pt x="127078" y="451445"/>
                    <a:pt x="130414" y="456235"/>
                  </a:cubicBezTo>
                  <a:cubicBezTo>
                    <a:pt x="133324" y="460426"/>
                    <a:pt x="135889" y="463505"/>
                    <a:pt x="136488" y="464190"/>
                  </a:cubicBezTo>
                  <a:cubicBezTo>
                    <a:pt x="138028" y="464190"/>
                    <a:pt x="147694" y="463505"/>
                    <a:pt x="149832" y="462051"/>
                  </a:cubicBezTo>
                  <a:cubicBezTo>
                    <a:pt x="152056" y="460597"/>
                    <a:pt x="159669" y="452557"/>
                    <a:pt x="162065" y="450760"/>
                  </a:cubicBezTo>
                  <a:cubicBezTo>
                    <a:pt x="163861" y="449306"/>
                    <a:pt x="168993" y="444772"/>
                    <a:pt x="170447" y="443147"/>
                  </a:cubicBezTo>
                  <a:cubicBezTo>
                    <a:pt x="171217" y="442377"/>
                    <a:pt x="172757" y="441437"/>
                    <a:pt x="174211" y="440752"/>
                  </a:cubicBezTo>
                  <a:cubicBezTo>
                    <a:pt x="176948" y="438271"/>
                    <a:pt x="179087" y="436133"/>
                    <a:pt x="179942" y="434593"/>
                  </a:cubicBezTo>
                  <a:cubicBezTo>
                    <a:pt x="176948" y="434593"/>
                    <a:pt x="176179" y="431257"/>
                    <a:pt x="175408" y="428862"/>
                  </a:cubicBezTo>
                  <a:cubicBezTo>
                    <a:pt x="174467" y="425954"/>
                    <a:pt x="169164" y="416886"/>
                    <a:pt x="171559" y="411583"/>
                  </a:cubicBezTo>
                  <a:cubicBezTo>
                    <a:pt x="173955" y="406279"/>
                    <a:pt x="177804" y="398154"/>
                    <a:pt x="179685" y="392850"/>
                  </a:cubicBezTo>
                  <a:cubicBezTo>
                    <a:pt x="181567" y="387546"/>
                    <a:pt x="183021" y="381302"/>
                    <a:pt x="181140" y="377966"/>
                  </a:cubicBezTo>
                  <a:cubicBezTo>
                    <a:pt x="179258" y="374630"/>
                    <a:pt x="179258" y="369839"/>
                    <a:pt x="179685" y="359746"/>
                  </a:cubicBezTo>
                  <a:cubicBezTo>
                    <a:pt x="180199" y="349652"/>
                    <a:pt x="184476" y="335795"/>
                    <a:pt x="181140" y="326642"/>
                  </a:cubicBezTo>
                  <a:lnTo>
                    <a:pt x="181140" y="326642"/>
                  </a:lnTo>
                  <a:close/>
                  <a:moveTo>
                    <a:pt x="373004" y="410813"/>
                  </a:moveTo>
                  <a:cubicBezTo>
                    <a:pt x="375400" y="417998"/>
                    <a:pt x="376341" y="420394"/>
                    <a:pt x="377281" y="425184"/>
                  </a:cubicBezTo>
                  <a:cubicBezTo>
                    <a:pt x="378223" y="429974"/>
                    <a:pt x="380618" y="437673"/>
                    <a:pt x="382585" y="441522"/>
                  </a:cubicBezTo>
                  <a:cubicBezTo>
                    <a:pt x="384467" y="445371"/>
                    <a:pt x="388830" y="444858"/>
                    <a:pt x="384039" y="448280"/>
                  </a:cubicBezTo>
                  <a:cubicBezTo>
                    <a:pt x="379848" y="451273"/>
                    <a:pt x="377795" y="456063"/>
                    <a:pt x="376426" y="457176"/>
                  </a:cubicBezTo>
                  <a:cubicBezTo>
                    <a:pt x="377111" y="460170"/>
                    <a:pt x="377795" y="463762"/>
                    <a:pt x="378393" y="467697"/>
                  </a:cubicBezTo>
                  <a:lnTo>
                    <a:pt x="380105" y="470006"/>
                  </a:lnTo>
                  <a:cubicBezTo>
                    <a:pt x="383954" y="474797"/>
                    <a:pt x="379505" y="475737"/>
                    <a:pt x="381730" y="477021"/>
                  </a:cubicBezTo>
                  <a:cubicBezTo>
                    <a:pt x="383954" y="478304"/>
                    <a:pt x="384296" y="479245"/>
                    <a:pt x="386178" y="482752"/>
                  </a:cubicBezTo>
                  <a:cubicBezTo>
                    <a:pt x="388059" y="486259"/>
                    <a:pt x="384296" y="492332"/>
                    <a:pt x="385579" y="494300"/>
                  </a:cubicBezTo>
                  <a:cubicBezTo>
                    <a:pt x="386862" y="496182"/>
                    <a:pt x="387804" y="497465"/>
                    <a:pt x="389343" y="499689"/>
                  </a:cubicBezTo>
                  <a:cubicBezTo>
                    <a:pt x="391139" y="498491"/>
                    <a:pt x="392765" y="497636"/>
                    <a:pt x="392765" y="497636"/>
                  </a:cubicBezTo>
                  <a:cubicBezTo>
                    <a:pt x="392765" y="497636"/>
                    <a:pt x="411497" y="466927"/>
                    <a:pt x="411925" y="462137"/>
                  </a:cubicBezTo>
                  <a:cubicBezTo>
                    <a:pt x="412439" y="457347"/>
                    <a:pt x="415774" y="449648"/>
                    <a:pt x="417657" y="447766"/>
                  </a:cubicBezTo>
                  <a:cubicBezTo>
                    <a:pt x="419538" y="445884"/>
                    <a:pt x="422960" y="444858"/>
                    <a:pt x="422960" y="444858"/>
                  </a:cubicBezTo>
                  <a:cubicBezTo>
                    <a:pt x="422960" y="444858"/>
                    <a:pt x="427237" y="424243"/>
                    <a:pt x="429631" y="420394"/>
                  </a:cubicBezTo>
                  <a:cubicBezTo>
                    <a:pt x="432027" y="416544"/>
                    <a:pt x="437758" y="406451"/>
                    <a:pt x="437330" y="402687"/>
                  </a:cubicBezTo>
                  <a:cubicBezTo>
                    <a:pt x="436818" y="398837"/>
                    <a:pt x="435449" y="390711"/>
                    <a:pt x="431600" y="386349"/>
                  </a:cubicBezTo>
                  <a:cubicBezTo>
                    <a:pt x="427750" y="381986"/>
                    <a:pt x="424414" y="376255"/>
                    <a:pt x="422446" y="370952"/>
                  </a:cubicBezTo>
                  <a:cubicBezTo>
                    <a:pt x="420565" y="365648"/>
                    <a:pt x="418169" y="362312"/>
                    <a:pt x="414321" y="355640"/>
                  </a:cubicBezTo>
                  <a:cubicBezTo>
                    <a:pt x="410471" y="348968"/>
                    <a:pt x="402773" y="332117"/>
                    <a:pt x="398496" y="327840"/>
                  </a:cubicBezTo>
                  <a:cubicBezTo>
                    <a:pt x="394732" y="324076"/>
                    <a:pt x="387804" y="309962"/>
                    <a:pt x="383184" y="305856"/>
                  </a:cubicBezTo>
                  <a:cubicBezTo>
                    <a:pt x="381986" y="306027"/>
                    <a:pt x="380703" y="305685"/>
                    <a:pt x="377966" y="307310"/>
                  </a:cubicBezTo>
                  <a:cubicBezTo>
                    <a:pt x="376769" y="309962"/>
                    <a:pt x="376341" y="314068"/>
                    <a:pt x="375228" y="316634"/>
                  </a:cubicBezTo>
                  <a:cubicBezTo>
                    <a:pt x="375400" y="317661"/>
                    <a:pt x="375485" y="318773"/>
                    <a:pt x="375485" y="320056"/>
                  </a:cubicBezTo>
                  <a:cubicBezTo>
                    <a:pt x="375485" y="322536"/>
                    <a:pt x="374973" y="324760"/>
                    <a:pt x="374031" y="326728"/>
                  </a:cubicBezTo>
                  <a:cubicBezTo>
                    <a:pt x="373861" y="328952"/>
                    <a:pt x="373432" y="331176"/>
                    <a:pt x="372149" y="333485"/>
                  </a:cubicBezTo>
                  <a:cubicBezTo>
                    <a:pt x="368813" y="339730"/>
                    <a:pt x="368300" y="344007"/>
                    <a:pt x="368813" y="352218"/>
                  </a:cubicBezTo>
                  <a:cubicBezTo>
                    <a:pt x="369327" y="360345"/>
                    <a:pt x="368813" y="371380"/>
                    <a:pt x="368300" y="378137"/>
                  </a:cubicBezTo>
                  <a:cubicBezTo>
                    <a:pt x="367787" y="384809"/>
                    <a:pt x="367787" y="381046"/>
                    <a:pt x="367787" y="389600"/>
                  </a:cubicBezTo>
                  <a:cubicBezTo>
                    <a:pt x="367787" y="398154"/>
                    <a:pt x="370696" y="403542"/>
                    <a:pt x="373090" y="410728"/>
                  </a:cubicBezTo>
                  <a:lnTo>
                    <a:pt x="373090" y="410728"/>
                  </a:lnTo>
                  <a:close/>
                  <a:moveTo>
                    <a:pt x="348028" y="187897"/>
                  </a:moveTo>
                  <a:cubicBezTo>
                    <a:pt x="356667" y="196537"/>
                    <a:pt x="363852" y="205604"/>
                    <a:pt x="371978" y="209025"/>
                  </a:cubicBezTo>
                  <a:cubicBezTo>
                    <a:pt x="380105" y="212361"/>
                    <a:pt x="390198" y="209025"/>
                    <a:pt x="396870" y="214757"/>
                  </a:cubicBezTo>
                  <a:cubicBezTo>
                    <a:pt x="403628" y="220488"/>
                    <a:pt x="406451" y="218606"/>
                    <a:pt x="408418" y="226732"/>
                  </a:cubicBezTo>
                  <a:cubicBezTo>
                    <a:pt x="410301" y="234858"/>
                    <a:pt x="415176" y="242044"/>
                    <a:pt x="424756" y="255046"/>
                  </a:cubicBezTo>
                  <a:cubicBezTo>
                    <a:pt x="434337" y="267962"/>
                    <a:pt x="445884" y="287636"/>
                    <a:pt x="451102" y="297217"/>
                  </a:cubicBezTo>
                  <a:cubicBezTo>
                    <a:pt x="456405" y="306797"/>
                    <a:pt x="472658" y="334170"/>
                    <a:pt x="474113" y="340842"/>
                  </a:cubicBezTo>
                  <a:cubicBezTo>
                    <a:pt x="475567" y="347599"/>
                    <a:pt x="479416" y="348540"/>
                    <a:pt x="481298" y="353330"/>
                  </a:cubicBezTo>
                  <a:cubicBezTo>
                    <a:pt x="483179" y="358121"/>
                    <a:pt x="486088" y="365306"/>
                    <a:pt x="489937" y="374459"/>
                  </a:cubicBezTo>
                  <a:cubicBezTo>
                    <a:pt x="493786" y="383612"/>
                    <a:pt x="497122" y="384553"/>
                    <a:pt x="494214" y="391224"/>
                  </a:cubicBezTo>
                  <a:cubicBezTo>
                    <a:pt x="491306" y="397897"/>
                    <a:pt x="496096" y="406109"/>
                    <a:pt x="494214" y="411840"/>
                  </a:cubicBezTo>
                  <a:cubicBezTo>
                    <a:pt x="492333" y="417571"/>
                    <a:pt x="489425" y="414748"/>
                    <a:pt x="486515" y="423815"/>
                  </a:cubicBezTo>
                  <a:cubicBezTo>
                    <a:pt x="483607" y="432968"/>
                    <a:pt x="481726" y="442976"/>
                    <a:pt x="478390" y="449220"/>
                  </a:cubicBezTo>
                  <a:cubicBezTo>
                    <a:pt x="475053" y="455465"/>
                    <a:pt x="474113" y="459742"/>
                    <a:pt x="470691" y="464104"/>
                  </a:cubicBezTo>
                  <a:cubicBezTo>
                    <a:pt x="467355" y="468467"/>
                    <a:pt x="464959" y="473171"/>
                    <a:pt x="460598" y="478988"/>
                  </a:cubicBezTo>
                  <a:cubicBezTo>
                    <a:pt x="456235" y="484720"/>
                    <a:pt x="452899" y="494300"/>
                    <a:pt x="448622" y="501057"/>
                  </a:cubicBezTo>
                  <a:cubicBezTo>
                    <a:pt x="444345" y="507815"/>
                    <a:pt x="437587" y="513974"/>
                    <a:pt x="433310" y="521672"/>
                  </a:cubicBezTo>
                  <a:cubicBezTo>
                    <a:pt x="429033" y="529371"/>
                    <a:pt x="422275" y="536043"/>
                    <a:pt x="419881" y="538951"/>
                  </a:cubicBezTo>
                  <a:cubicBezTo>
                    <a:pt x="417486" y="541860"/>
                    <a:pt x="413209" y="537070"/>
                    <a:pt x="408846" y="534674"/>
                  </a:cubicBezTo>
                  <a:cubicBezTo>
                    <a:pt x="406793" y="536300"/>
                    <a:pt x="397470" y="543913"/>
                    <a:pt x="394305" y="545538"/>
                  </a:cubicBezTo>
                  <a:cubicBezTo>
                    <a:pt x="392251" y="546564"/>
                    <a:pt x="387889" y="545196"/>
                    <a:pt x="384639" y="543485"/>
                  </a:cubicBezTo>
                  <a:cubicBezTo>
                    <a:pt x="386263" y="564956"/>
                    <a:pt x="388316" y="598487"/>
                    <a:pt x="386777" y="619102"/>
                  </a:cubicBezTo>
                  <a:cubicBezTo>
                    <a:pt x="384894" y="645448"/>
                    <a:pt x="375742" y="666063"/>
                    <a:pt x="372920" y="675729"/>
                  </a:cubicBezTo>
                  <a:cubicBezTo>
                    <a:pt x="370011" y="685309"/>
                    <a:pt x="350850" y="773073"/>
                    <a:pt x="350423" y="784108"/>
                  </a:cubicBezTo>
                  <a:cubicBezTo>
                    <a:pt x="349909" y="795142"/>
                    <a:pt x="350423" y="796083"/>
                    <a:pt x="348968" y="802841"/>
                  </a:cubicBezTo>
                  <a:cubicBezTo>
                    <a:pt x="347685" y="809000"/>
                    <a:pt x="346316" y="811138"/>
                    <a:pt x="319372" y="811823"/>
                  </a:cubicBezTo>
                  <a:cubicBezTo>
                    <a:pt x="318430" y="815415"/>
                    <a:pt x="317148" y="819179"/>
                    <a:pt x="316036" y="820633"/>
                  </a:cubicBezTo>
                  <a:cubicBezTo>
                    <a:pt x="313469" y="823798"/>
                    <a:pt x="310647" y="834405"/>
                    <a:pt x="311588" y="843643"/>
                  </a:cubicBezTo>
                  <a:cubicBezTo>
                    <a:pt x="312528" y="852881"/>
                    <a:pt x="316036" y="860922"/>
                    <a:pt x="315779" y="868278"/>
                  </a:cubicBezTo>
                  <a:cubicBezTo>
                    <a:pt x="315436" y="875635"/>
                    <a:pt x="314496" y="896763"/>
                    <a:pt x="314838" y="902837"/>
                  </a:cubicBezTo>
                  <a:cubicBezTo>
                    <a:pt x="315181" y="908910"/>
                    <a:pt x="314153" y="928413"/>
                    <a:pt x="313212" y="934144"/>
                  </a:cubicBezTo>
                  <a:cubicBezTo>
                    <a:pt x="312272" y="939875"/>
                    <a:pt x="310304" y="962286"/>
                    <a:pt x="309363" y="971268"/>
                  </a:cubicBezTo>
                  <a:cubicBezTo>
                    <a:pt x="308423" y="980250"/>
                    <a:pt x="306113" y="1008307"/>
                    <a:pt x="304573" y="1016690"/>
                  </a:cubicBezTo>
                  <a:cubicBezTo>
                    <a:pt x="302948" y="1024987"/>
                    <a:pt x="302948" y="1034567"/>
                    <a:pt x="300126" y="1043207"/>
                  </a:cubicBezTo>
                  <a:cubicBezTo>
                    <a:pt x="297216" y="1051846"/>
                    <a:pt x="293710" y="1052445"/>
                    <a:pt x="294052" y="1056979"/>
                  </a:cubicBezTo>
                  <a:cubicBezTo>
                    <a:pt x="294394" y="1061427"/>
                    <a:pt x="294052" y="1061427"/>
                    <a:pt x="296276" y="1063993"/>
                  </a:cubicBezTo>
                  <a:cubicBezTo>
                    <a:pt x="298500" y="1066559"/>
                    <a:pt x="299184" y="1067500"/>
                    <a:pt x="298500" y="1069468"/>
                  </a:cubicBezTo>
                  <a:cubicBezTo>
                    <a:pt x="297901" y="1071435"/>
                    <a:pt x="295592" y="1077765"/>
                    <a:pt x="294992" y="1082213"/>
                  </a:cubicBezTo>
                  <a:cubicBezTo>
                    <a:pt x="294308" y="1086661"/>
                    <a:pt x="296875" y="1094359"/>
                    <a:pt x="296276" y="1102400"/>
                  </a:cubicBezTo>
                  <a:cubicBezTo>
                    <a:pt x="295677" y="1110355"/>
                    <a:pt x="297901" y="1115145"/>
                    <a:pt x="299184" y="1121903"/>
                  </a:cubicBezTo>
                  <a:cubicBezTo>
                    <a:pt x="300467" y="1128575"/>
                    <a:pt x="304658" y="1143031"/>
                    <a:pt x="306882" y="1149361"/>
                  </a:cubicBezTo>
                  <a:cubicBezTo>
                    <a:pt x="309107" y="1155777"/>
                    <a:pt x="311074" y="1158001"/>
                    <a:pt x="313298" y="1161508"/>
                  </a:cubicBezTo>
                  <a:cubicBezTo>
                    <a:pt x="315522" y="1165015"/>
                    <a:pt x="319713" y="1166640"/>
                    <a:pt x="318773" y="1169206"/>
                  </a:cubicBezTo>
                  <a:cubicBezTo>
                    <a:pt x="317832" y="1171773"/>
                    <a:pt x="316207" y="1172371"/>
                    <a:pt x="312700" y="1175622"/>
                  </a:cubicBezTo>
                  <a:cubicBezTo>
                    <a:pt x="309192" y="1178787"/>
                    <a:pt x="310476" y="1182979"/>
                    <a:pt x="309192" y="1184261"/>
                  </a:cubicBezTo>
                  <a:cubicBezTo>
                    <a:pt x="307909" y="1185545"/>
                    <a:pt x="273095" y="1183919"/>
                    <a:pt x="273095" y="1183919"/>
                  </a:cubicBezTo>
                  <a:lnTo>
                    <a:pt x="206288" y="1183919"/>
                  </a:lnTo>
                  <a:cubicBezTo>
                    <a:pt x="206288" y="1183919"/>
                    <a:pt x="207229" y="1175280"/>
                    <a:pt x="205946" y="1174681"/>
                  </a:cubicBezTo>
                  <a:cubicBezTo>
                    <a:pt x="204663" y="1174082"/>
                    <a:pt x="198248" y="1168608"/>
                    <a:pt x="198248" y="1164160"/>
                  </a:cubicBezTo>
                  <a:cubicBezTo>
                    <a:pt x="198248" y="1159712"/>
                    <a:pt x="199872" y="1150730"/>
                    <a:pt x="200129" y="1147822"/>
                  </a:cubicBezTo>
                  <a:cubicBezTo>
                    <a:pt x="200472" y="1144913"/>
                    <a:pt x="200813" y="1123871"/>
                    <a:pt x="201755" y="1118738"/>
                  </a:cubicBezTo>
                  <a:cubicBezTo>
                    <a:pt x="202696" y="1113606"/>
                    <a:pt x="206202" y="1109414"/>
                    <a:pt x="204920" y="1103683"/>
                  </a:cubicBezTo>
                  <a:cubicBezTo>
                    <a:pt x="203637" y="1097952"/>
                    <a:pt x="205518" y="1087089"/>
                    <a:pt x="205261" y="1081614"/>
                  </a:cubicBezTo>
                  <a:cubicBezTo>
                    <a:pt x="204920" y="1076139"/>
                    <a:pt x="207229" y="1063394"/>
                    <a:pt x="206545" y="1055696"/>
                  </a:cubicBezTo>
                  <a:cubicBezTo>
                    <a:pt x="205861" y="1047997"/>
                    <a:pt x="204663" y="1032001"/>
                    <a:pt x="203380" y="1025928"/>
                  </a:cubicBezTo>
                  <a:cubicBezTo>
                    <a:pt x="202097" y="1019855"/>
                    <a:pt x="187384" y="944409"/>
                    <a:pt x="186101" y="923024"/>
                  </a:cubicBezTo>
                  <a:cubicBezTo>
                    <a:pt x="184817" y="901639"/>
                    <a:pt x="184817" y="845012"/>
                    <a:pt x="185417" y="834490"/>
                  </a:cubicBezTo>
                  <a:cubicBezTo>
                    <a:pt x="185929" y="825936"/>
                    <a:pt x="186272" y="806262"/>
                    <a:pt x="185417" y="794372"/>
                  </a:cubicBezTo>
                  <a:cubicBezTo>
                    <a:pt x="178916" y="791806"/>
                    <a:pt x="164887" y="784022"/>
                    <a:pt x="163091" y="780429"/>
                  </a:cubicBezTo>
                  <a:cubicBezTo>
                    <a:pt x="161209" y="776580"/>
                    <a:pt x="161209" y="770849"/>
                    <a:pt x="161209" y="770849"/>
                  </a:cubicBezTo>
                  <a:cubicBezTo>
                    <a:pt x="163604" y="745957"/>
                    <a:pt x="153083" y="688902"/>
                    <a:pt x="152570" y="672051"/>
                  </a:cubicBezTo>
                  <a:cubicBezTo>
                    <a:pt x="152056" y="655285"/>
                    <a:pt x="140594" y="609265"/>
                    <a:pt x="140080" y="602079"/>
                  </a:cubicBezTo>
                  <a:cubicBezTo>
                    <a:pt x="139568" y="594894"/>
                    <a:pt x="139140" y="576675"/>
                    <a:pt x="140594" y="561277"/>
                  </a:cubicBezTo>
                  <a:cubicBezTo>
                    <a:pt x="142048" y="545966"/>
                    <a:pt x="144871" y="522955"/>
                    <a:pt x="147779" y="509526"/>
                  </a:cubicBezTo>
                  <a:cubicBezTo>
                    <a:pt x="148122" y="507815"/>
                    <a:pt x="148463" y="505933"/>
                    <a:pt x="148720" y="504051"/>
                  </a:cubicBezTo>
                  <a:lnTo>
                    <a:pt x="146496" y="504650"/>
                  </a:lnTo>
                  <a:cubicBezTo>
                    <a:pt x="139825" y="505933"/>
                    <a:pt x="136232" y="505249"/>
                    <a:pt x="131441" y="503367"/>
                  </a:cubicBezTo>
                  <a:cubicBezTo>
                    <a:pt x="126994" y="501571"/>
                    <a:pt x="108346" y="488740"/>
                    <a:pt x="104581" y="485917"/>
                  </a:cubicBezTo>
                  <a:cubicBezTo>
                    <a:pt x="102614" y="486943"/>
                    <a:pt x="101075" y="487542"/>
                    <a:pt x="100304" y="487542"/>
                  </a:cubicBezTo>
                  <a:cubicBezTo>
                    <a:pt x="100304" y="487542"/>
                    <a:pt x="93119" y="484634"/>
                    <a:pt x="89783" y="480357"/>
                  </a:cubicBezTo>
                  <a:cubicBezTo>
                    <a:pt x="86447" y="476080"/>
                    <a:pt x="78749" y="452043"/>
                    <a:pt x="71563" y="448194"/>
                  </a:cubicBezTo>
                  <a:lnTo>
                    <a:pt x="68655" y="446055"/>
                  </a:lnTo>
                  <a:lnTo>
                    <a:pt x="68484" y="446055"/>
                  </a:lnTo>
                  <a:cubicBezTo>
                    <a:pt x="68484" y="446055"/>
                    <a:pt x="68569" y="446055"/>
                    <a:pt x="68569" y="446055"/>
                  </a:cubicBezTo>
                  <a:cubicBezTo>
                    <a:pt x="60444" y="438870"/>
                    <a:pt x="46928" y="419538"/>
                    <a:pt x="42224" y="416630"/>
                  </a:cubicBezTo>
                  <a:cubicBezTo>
                    <a:pt x="36920" y="413294"/>
                    <a:pt x="30248" y="407049"/>
                    <a:pt x="24431" y="400292"/>
                  </a:cubicBezTo>
                  <a:cubicBezTo>
                    <a:pt x="18700" y="393534"/>
                    <a:pt x="14850" y="376341"/>
                    <a:pt x="11002" y="370096"/>
                  </a:cubicBezTo>
                  <a:cubicBezTo>
                    <a:pt x="7153" y="363852"/>
                    <a:pt x="4757" y="352817"/>
                    <a:pt x="1421" y="343750"/>
                  </a:cubicBezTo>
                  <a:cubicBezTo>
                    <a:pt x="-1915" y="334683"/>
                    <a:pt x="1421" y="331262"/>
                    <a:pt x="3303" y="327412"/>
                  </a:cubicBezTo>
                  <a:cubicBezTo>
                    <a:pt x="5184" y="323563"/>
                    <a:pt x="8094" y="312528"/>
                    <a:pt x="11942" y="310646"/>
                  </a:cubicBezTo>
                  <a:cubicBezTo>
                    <a:pt x="15792" y="308765"/>
                    <a:pt x="29734" y="289091"/>
                    <a:pt x="34525" y="283359"/>
                  </a:cubicBezTo>
                  <a:cubicBezTo>
                    <a:pt x="39316" y="277628"/>
                    <a:pt x="47441" y="270871"/>
                    <a:pt x="54199" y="266594"/>
                  </a:cubicBezTo>
                  <a:cubicBezTo>
                    <a:pt x="60871" y="262317"/>
                    <a:pt x="74301" y="247861"/>
                    <a:pt x="77209" y="246492"/>
                  </a:cubicBezTo>
                  <a:cubicBezTo>
                    <a:pt x="80117" y="245038"/>
                    <a:pt x="106891" y="220145"/>
                    <a:pt x="116044" y="214329"/>
                  </a:cubicBezTo>
                  <a:cubicBezTo>
                    <a:pt x="125197" y="208598"/>
                    <a:pt x="130928" y="205176"/>
                    <a:pt x="136659" y="197991"/>
                  </a:cubicBezTo>
                  <a:cubicBezTo>
                    <a:pt x="142390" y="190805"/>
                    <a:pt x="139995" y="191747"/>
                    <a:pt x="144357" y="188924"/>
                  </a:cubicBezTo>
                  <a:cubicBezTo>
                    <a:pt x="148634" y="186015"/>
                    <a:pt x="157788" y="183193"/>
                    <a:pt x="161637" y="182166"/>
                  </a:cubicBezTo>
                  <a:cubicBezTo>
                    <a:pt x="165486" y="181225"/>
                    <a:pt x="173184" y="181653"/>
                    <a:pt x="178916" y="179771"/>
                  </a:cubicBezTo>
                  <a:cubicBezTo>
                    <a:pt x="184647" y="177889"/>
                    <a:pt x="187042" y="174467"/>
                    <a:pt x="194740" y="176862"/>
                  </a:cubicBezTo>
                  <a:cubicBezTo>
                    <a:pt x="202439" y="179258"/>
                    <a:pt x="204321" y="182166"/>
                    <a:pt x="208683" y="177804"/>
                  </a:cubicBezTo>
                  <a:cubicBezTo>
                    <a:pt x="211336" y="175152"/>
                    <a:pt x="211763" y="172329"/>
                    <a:pt x="212362" y="170019"/>
                  </a:cubicBezTo>
                  <a:cubicBezTo>
                    <a:pt x="210138" y="170532"/>
                    <a:pt x="208171" y="170362"/>
                    <a:pt x="211763" y="161979"/>
                  </a:cubicBezTo>
                  <a:cubicBezTo>
                    <a:pt x="216895" y="149832"/>
                    <a:pt x="213046" y="149062"/>
                    <a:pt x="218178" y="145983"/>
                  </a:cubicBezTo>
                  <a:cubicBezTo>
                    <a:pt x="224422" y="142219"/>
                    <a:pt x="227417" y="143075"/>
                    <a:pt x="225534" y="139910"/>
                  </a:cubicBezTo>
                  <a:cubicBezTo>
                    <a:pt x="223653" y="136744"/>
                    <a:pt x="226475" y="138968"/>
                    <a:pt x="220745" y="139567"/>
                  </a:cubicBezTo>
                  <a:cubicBezTo>
                    <a:pt x="215013" y="140166"/>
                    <a:pt x="220916" y="136231"/>
                    <a:pt x="216468" y="131698"/>
                  </a:cubicBezTo>
                  <a:cubicBezTo>
                    <a:pt x="212019" y="127250"/>
                    <a:pt x="214244" y="125111"/>
                    <a:pt x="209795" y="122545"/>
                  </a:cubicBezTo>
                  <a:cubicBezTo>
                    <a:pt x="205347" y="119979"/>
                    <a:pt x="201670" y="117070"/>
                    <a:pt x="202952" y="112024"/>
                  </a:cubicBezTo>
                  <a:cubicBezTo>
                    <a:pt x="204235" y="106891"/>
                    <a:pt x="203637" y="103726"/>
                    <a:pt x="211934" y="98594"/>
                  </a:cubicBezTo>
                  <a:cubicBezTo>
                    <a:pt x="220231" y="93461"/>
                    <a:pt x="222198" y="91580"/>
                    <a:pt x="219633" y="85164"/>
                  </a:cubicBezTo>
                  <a:cubicBezTo>
                    <a:pt x="217066" y="78749"/>
                    <a:pt x="218349" y="71734"/>
                    <a:pt x="219033" y="65319"/>
                  </a:cubicBezTo>
                  <a:cubicBezTo>
                    <a:pt x="219633" y="58904"/>
                    <a:pt x="220916" y="53771"/>
                    <a:pt x="228614" y="45474"/>
                  </a:cubicBezTo>
                  <a:cubicBezTo>
                    <a:pt x="236312" y="37177"/>
                    <a:pt x="248459" y="26313"/>
                    <a:pt x="252908" y="20582"/>
                  </a:cubicBezTo>
                  <a:cubicBezTo>
                    <a:pt x="257356" y="14850"/>
                    <a:pt x="265054" y="8435"/>
                    <a:pt x="272752" y="4586"/>
                  </a:cubicBezTo>
                  <a:cubicBezTo>
                    <a:pt x="280365" y="737"/>
                    <a:pt x="287465" y="-1145"/>
                    <a:pt x="295763" y="737"/>
                  </a:cubicBezTo>
                  <a:cubicBezTo>
                    <a:pt x="304060" y="2618"/>
                    <a:pt x="312357" y="9034"/>
                    <a:pt x="320056" y="8435"/>
                  </a:cubicBezTo>
                  <a:cubicBezTo>
                    <a:pt x="329038" y="7665"/>
                    <a:pt x="342467" y="17417"/>
                    <a:pt x="350080" y="30162"/>
                  </a:cubicBezTo>
                  <a:cubicBezTo>
                    <a:pt x="357779" y="42908"/>
                    <a:pt x="364109" y="71136"/>
                    <a:pt x="364793" y="79433"/>
                  </a:cubicBezTo>
                  <a:cubicBezTo>
                    <a:pt x="365392" y="87730"/>
                    <a:pt x="359061" y="87730"/>
                    <a:pt x="357779" y="92179"/>
                  </a:cubicBezTo>
                  <a:cubicBezTo>
                    <a:pt x="356496" y="96627"/>
                    <a:pt x="357779" y="99877"/>
                    <a:pt x="357779" y="110056"/>
                  </a:cubicBezTo>
                  <a:cubicBezTo>
                    <a:pt x="357779" y="120235"/>
                    <a:pt x="356496" y="130500"/>
                    <a:pt x="353331" y="134349"/>
                  </a:cubicBezTo>
                  <a:cubicBezTo>
                    <a:pt x="350166" y="138199"/>
                    <a:pt x="346316" y="140080"/>
                    <a:pt x="346316" y="144614"/>
                  </a:cubicBezTo>
                  <a:cubicBezTo>
                    <a:pt x="346316" y="149148"/>
                    <a:pt x="345803" y="155135"/>
                    <a:pt x="343237" y="157103"/>
                  </a:cubicBezTo>
                  <a:cubicBezTo>
                    <a:pt x="340671" y="158985"/>
                    <a:pt x="329636" y="152313"/>
                    <a:pt x="331604" y="157445"/>
                  </a:cubicBezTo>
                  <a:cubicBezTo>
                    <a:pt x="331604" y="157445"/>
                    <a:pt x="331604" y="159412"/>
                    <a:pt x="327755" y="163176"/>
                  </a:cubicBezTo>
                  <a:cubicBezTo>
                    <a:pt x="325616" y="165315"/>
                    <a:pt x="325274" y="165486"/>
                    <a:pt x="325359" y="166427"/>
                  </a:cubicBezTo>
                  <a:lnTo>
                    <a:pt x="325958" y="166683"/>
                  </a:lnTo>
                  <a:cubicBezTo>
                    <a:pt x="330150" y="168480"/>
                    <a:pt x="339901" y="179600"/>
                    <a:pt x="348540" y="188239"/>
                  </a:cubicBezTo>
                  <a:lnTo>
                    <a:pt x="348540" y="188239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F0EF31E-9CE1-AB53-E189-DA771E3E26E8}"/>
                </a:ext>
              </a:extLst>
            </p:cNvPr>
            <p:cNvSpPr/>
            <p:nvPr/>
          </p:nvSpPr>
          <p:spPr>
            <a:xfrm>
              <a:off x="4030578" y="5566840"/>
              <a:ext cx="510036" cy="1249087"/>
            </a:xfrm>
            <a:custGeom>
              <a:avLst/>
              <a:gdLst>
                <a:gd name="connsiteX0" fmla="*/ 455926 w 510036"/>
                <a:gd name="connsiteY0" fmla="*/ 1201333 h 1249087"/>
                <a:gd name="connsiteX1" fmla="*/ 463197 w 510036"/>
                <a:gd name="connsiteY1" fmla="*/ 1209203 h 1249087"/>
                <a:gd name="connsiteX2" fmla="*/ 468500 w 510036"/>
                <a:gd name="connsiteY2" fmla="*/ 1217158 h 1249087"/>
                <a:gd name="connsiteX3" fmla="*/ 485694 w 510036"/>
                <a:gd name="connsiteY3" fmla="*/ 1217158 h 1249087"/>
                <a:gd name="connsiteX4" fmla="*/ 500834 w 510036"/>
                <a:gd name="connsiteY4" fmla="*/ 1222462 h 1249087"/>
                <a:gd name="connsiteX5" fmla="*/ 506138 w 510036"/>
                <a:gd name="connsiteY5" fmla="*/ 1232298 h 1249087"/>
                <a:gd name="connsiteX6" fmla="*/ 507421 w 510036"/>
                <a:gd name="connsiteY6" fmla="*/ 1239570 h 1249087"/>
                <a:gd name="connsiteX7" fmla="*/ 479706 w 510036"/>
                <a:gd name="connsiteY7" fmla="*/ 1246156 h 1249087"/>
                <a:gd name="connsiteX8" fmla="*/ 406570 w 510036"/>
                <a:gd name="connsiteY8" fmla="*/ 1245472 h 1249087"/>
                <a:gd name="connsiteX9" fmla="*/ 369702 w 510036"/>
                <a:gd name="connsiteY9" fmla="*/ 1241537 h 1249087"/>
                <a:gd name="connsiteX10" fmla="*/ 363800 w 510036"/>
                <a:gd name="connsiteY10" fmla="*/ 1240254 h 1249087"/>
                <a:gd name="connsiteX11" fmla="*/ 362517 w 510036"/>
                <a:gd name="connsiteY11" fmla="*/ 1217842 h 1249087"/>
                <a:gd name="connsiteX12" fmla="*/ 356615 w 510036"/>
                <a:gd name="connsiteY12" fmla="*/ 1192779 h 1249087"/>
                <a:gd name="connsiteX13" fmla="*/ 344040 w 510036"/>
                <a:gd name="connsiteY13" fmla="*/ 1170368 h 1249087"/>
                <a:gd name="connsiteX14" fmla="*/ 335486 w 510036"/>
                <a:gd name="connsiteY14" fmla="*/ 1138034 h 1249087"/>
                <a:gd name="connsiteX15" fmla="*/ 311107 w 510036"/>
                <a:gd name="connsiteY15" fmla="*/ 1056942 h 1249087"/>
                <a:gd name="connsiteX16" fmla="*/ 315727 w 510036"/>
                <a:gd name="connsiteY16" fmla="*/ 932996 h 1249087"/>
                <a:gd name="connsiteX17" fmla="*/ 303837 w 510036"/>
                <a:gd name="connsiteY17" fmla="*/ 846002 h 1249087"/>
                <a:gd name="connsiteX18" fmla="*/ 284761 w 510036"/>
                <a:gd name="connsiteY18" fmla="*/ 795961 h 1249087"/>
                <a:gd name="connsiteX19" fmla="*/ 274839 w 510036"/>
                <a:gd name="connsiteY19" fmla="*/ 753790 h 1249087"/>
                <a:gd name="connsiteX20" fmla="*/ 276550 w 510036"/>
                <a:gd name="connsiteY20" fmla="*/ 742071 h 1249087"/>
                <a:gd name="connsiteX21" fmla="*/ 274839 w 510036"/>
                <a:gd name="connsiteY21" fmla="*/ 720858 h 1249087"/>
                <a:gd name="connsiteX22" fmla="*/ 268337 w 510036"/>
                <a:gd name="connsiteY22" fmla="*/ 716666 h 1249087"/>
                <a:gd name="connsiteX23" fmla="*/ 267568 w 510036"/>
                <a:gd name="connsiteY23" fmla="*/ 716495 h 1249087"/>
                <a:gd name="connsiteX24" fmla="*/ 264317 w 510036"/>
                <a:gd name="connsiteY24" fmla="*/ 718891 h 1249087"/>
                <a:gd name="connsiteX25" fmla="*/ 255763 w 510036"/>
                <a:gd name="connsiteY25" fmla="*/ 749856 h 1249087"/>
                <a:gd name="connsiteX26" fmla="*/ 251572 w 510036"/>
                <a:gd name="connsiteY26" fmla="*/ 766450 h 1249087"/>
                <a:gd name="connsiteX27" fmla="*/ 247124 w 510036"/>
                <a:gd name="connsiteY27" fmla="*/ 776886 h 1249087"/>
                <a:gd name="connsiteX28" fmla="*/ 243445 w 510036"/>
                <a:gd name="connsiteY28" fmla="*/ 784157 h 1249087"/>
                <a:gd name="connsiteX29" fmla="*/ 238998 w 510036"/>
                <a:gd name="connsiteY29" fmla="*/ 794507 h 1249087"/>
                <a:gd name="connsiteX30" fmla="*/ 231299 w 510036"/>
                <a:gd name="connsiteY30" fmla="*/ 814524 h 1249087"/>
                <a:gd name="connsiteX31" fmla="*/ 225396 w 510036"/>
                <a:gd name="connsiteY31" fmla="*/ 848825 h 1249087"/>
                <a:gd name="connsiteX32" fmla="*/ 208289 w 510036"/>
                <a:gd name="connsiteY32" fmla="*/ 916743 h 1249087"/>
                <a:gd name="connsiteX33" fmla="*/ 194431 w 510036"/>
                <a:gd name="connsiteY33" fmla="*/ 961566 h 1249087"/>
                <a:gd name="connsiteX34" fmla="*/ 191181 w 510036"/>
                <a:gd name="connsiteY34" fmla="*/ 988596 h 1249087"/>
                <a:gd name="connsiteX35" fmla="*/ 186562 w 510036"/>
                <a:gd name="connsiteY35" fmla="*/ 1030168 h 1249087"/>
                <a:gd name="connsiteX36" fmla="*/ 178008 w 510036"/>
                <a:gd name="connsiteY36" fmla="*/ 1090132 h 1249087"/>
                <a:gd name="connsiteX37" fmla="*/ 169454 w 510036"/>
                <a:gd name="connsiteY37" fmla="*/ 1134954 h 1249087"/>
                <a:gd name="connsiteX38" fmla="*/ 166802 w 510036"/>
                <a:gd name="connsiteY38" fmla="*/ 1181060 h 1249087"/>
                <a:gd name="connsiteX39" fmla="*/ 152945 w 510036"/>
                <a:gd name="connsiteY39" fmla="*/ 1212710 h 1249087"/>
                <a:gd name="connsiteX40" fmla="*/ 150294 w 510036"/>
                <a:gd name="connsiteY40" fmla="*/ 1231871 h 1249087"/>
                <a:gd name="connsiteX41" fmla="*/ 147641 w 510036"/>
                <a:gd name="connsiteY41" fmla="*/ 1241708 h 1249087"/>
                <a:gd name="connsiteX42" fmla="*/ 97515 w 510036"/>
                <a:gd name="connsiteY42" fmla="*/ 1246327 h 1249087"/>
                <a:gd name="connsiteX43" fmla="*/ 65866 w 510036"/>
                <a:gd name="connsiteY43" fmla="*/ 1248979 h 1249087"/>
                <a:gd name="connsiteX44" fmla="*/ 25662 w 510036"/>
                <a:gd name="connsiteY44" fmla="*/ 1243675 h 1249087"/>
                <a:gd name="connsiteX45" fmla="*/ 0 w 510036"/>
                <a:gd name="connsiteY45" fmla="*/ 1236405 h 1249087"/>
                <a:gd name="connsiteX46" fmla="*/ 11890 w 510036"/>
                <a:gd name="connsiteY46" fmla="*/ 1222547 h 1249087"/>
                <a:gd name="connsiteX47" fmla="*/ 33617 w 510036"/>
                <a:gd name="connsiteY47" fmla="*/ 1217243 h 1249087"/>
                <a:gd name="connsiteX48" fmla="*/ 48758 w 510036"/>
                <a:gd name="connsiteY48" fmla="*/ 1211342 h 1249087"/>
                <a:gd name="connsiteX49" fmla="*/ 61931 w 510036"/>
                <a:gd name="connsiteY49" fmla="*/ 1200820 h 1249087"/>
                <a:gd name="connsiteX50" fmla="*/ 70484 w 510036"/>
                <a:gd name="connsiteY50" fmla="*/ 1184311 h 1249087"/>
                <a:gd name="connsiteX51" fmla="*/ 72452 w 510036"/>
                <a:gd name="connsiteY51" fmla="*/ 1150009 h 1249087"/>
                <a:gd name="connsiteX52" fmla="*/ 88961 w 510036"/>
                <a:gd name="connsiteY52" fmla="*/ 1137521 h 1249087"/>
                <a:gd name="connsiteX53" fmla="*/ 92896 w 510036"/>
                <a:gd name="connsiteY53" fmla="*/ 1107154 h 1249087"/>
                <a:gd name="connsiteX54" fmla="*/ 100166 w 510036"/>
                <a:gd name="connsiteY54" fmla="*/ 979273 h 1249087"/>
                <a:gd name="connsiteX55" fmla="*/ 117360 w 510036"/>
                <a:gd name="connsiteY55" fmla="*/ 872519 h 1249087"/>
                <a:gd name="connsiteX56" fmla="*/ 123947 w 510036"/>
                <a:gd name="connsiteY56" fmla="*/ 845489 h 1249087"/>
                <a:gd name="connsiteX57" fmla="*/ 122579 w 510036"/>
                <a:gd name="connsiteY57" fmla="*/ 821110 h 1249087"/>
                <a:gd name="connsiteX58" fmla="*/ 124546 w 510036"/>
                <a:gd name="connsiteY58" fmla="*/ 780222 h 1249087"/>
                <a:gd name="connsiteX59" fmla="*/ 119243 w 510036"/>
                <a:gd name="connsiteY59" fmla="*/ 683306 h 1249087"/>
                <a:gd name="connsiteX60" fmla="*/ 120525 w 510036"/>
                <a:gd name="connsiteY60" fmla="*/ 651656 h 1249087"/>
                <a:gd name="connsiteX61" fmla="*/ 135666 w 510036"/>
                <a:gd name="connsiteY61" fmla="*/ 593661 h 1249087"/>
                <a:gd name="connsiteX62" fmla="*/ 141568 w 510036"/>
                <a:gd name="connsiteY62" fmla="*/ 570565 h 1249087"/>
                <a:gd name="connsiteX63" fmla="*/ 137463 w 510036"/>
                <a:gd name="connsiteY63" fmla="*/ 556109 h 1249087"/>
                <a:gd name="connsiteX64" fmla="*/ 133698 w 510036"/>
                <a:gd name="connsiteY64" fmla="*/ 554740 h 1249087"/>
                <a:gd name="connsiteX65" fmla="*/ 133441 w 510036"/>
                <a:gd name="connsiteY65" fmla="*/ 550463 h 1249087"/>
                <a:gd name="connsiteX66" fmla="*/ 132415 w 510036"/>
                <a:gd name="connsiteY66" fmla="*/ 544218 h 1249087"/>
                <a:gd name="connsiteX67" fmla="*/ 133698 w 510036"/>
                <a:gd name="connsiteY67" fmla="*/ 493494 h 1249087"/>
                <a:gd name="connsiteX68" fmla="*/ 136351 w 510036"/>
                <a:gd name="connsiteY68" fmla="*/ 473734 h 1249087"/>
                <a:gd name="connsiteX69" fmla="*/ 139687 w 510036"/>
                <a:gd name="connsiteY69" fmla="*/ 455258 h 1249087"/>
                <a:gd name="connsiteX70" fmla="*/ 140969 w 510036"/>
                <a:gd name="connsiteY70" fmla="*/ 439433 h 1249087"/>
                <a:gd name="connsiteX71" fmla="*/ 138318 w 510036"/>
                <a:gd name="connsiteY71" fmla="*/ 420272 h 1249087"/>
                <a:gd name="connsiteX72" fmla="*/ 137633 w 510036"/>
                <a:gd name="connsiteY72" fmla="*/ 414370 h 1249087"/>
                <a:gd name="connsiteX73" fmla="*/ 137975 w 510036"/>
                <a:gd name="connsiteY73" fmla="*/ 414541 h 1249087"/>
                <a:gd name="connsiteX74" fmla="*/ 133698 w 510036"/>
                <a:gd name="connsiteY74" fmla="*/ 411718 h 1249087"/>
                <a:gd name="connsiteX75" fmla="*/ 115650 w 510036"/>
                <a:gd name="connsiteY75" fmla="*/ 392728 h 1249087"/>
                <a:gd name="connsiteX76" fmla="*/ 111287 w 510036"/>
                <a:gd name="connsiteY76" fmla="*/ 391531 h 1249087"/>
                <a:gd name="connsiteX77" fmla="*/ 108293 w 510036"/>
                <a:gd name="connsiteY77" fmla="*/ 384944 h 1249087"/>
                <a:gd name="connsiteX78" fmla="*/ 105043 w 510036"/>
                <a:gd name="connsiteY78" fmla="*/ 379042 h 1249087"/>
                <a:gd name="connsiteX79" fmla="*/ 103417 w 510036"/>
                <a:gd name="connsiteY79" fmla="*/ 371087 h 1249087"/>
                <a:gd name="connsiteX80" fmla="*/ 100766 w 510036"/>
                <a:gd name="connsiteY80" fmla="*/ 364500 h 1249087"/>
                <a:gd name="connsiteX81" fmla="*/ 100082 w 510036"/>
                <a:gd name="connsiteY81" fmla="*/ 358256 h 1249087"/>
                <a:gd name="connsiteX82" fmla="*/ 100766 w 510036"/>
                <a:gd name="connsiteY82" fmla="*/ 350386 h 1249087"/>
                <a:gd name="connsiteX83" fmla="*/ 101792 w 510036"/>
                <a:gd name="connsiteY83" fmla="*/ 343799 h 1249087"/>
                <a:gd name="connsiteX84" fmla="*/ 104102 w 510036"/>
                <a:gd name="connsiteY84" fmla="*/ 338924 h 1249087"/>
                <a:gd name="connsiteX85" fmla="*/ 108036 w 510036"/>
                <a:gd name="connsiteY85" fmla="*/ 311551 h 1249087"/>
                <a:gd name="connsiteX86" fmla="*/ 106753 w 510036"/>
                <a:gd name="connsiteY86" fmla="*/ 285205 h 1249087"/>
                <a:gd name="connsiteX87" fmla="*/ 106753 w 510036"/>
                <a:gd name="connsiteY87" fmla="*/ 261510 h 1249087"/>
                <a:gd name="connsiteX88" fmla="*/ 119243 w 510036"/>
                <a:gd name="connsiteY88" fmla="*/ 229861 h 1249087"/>
                <a:gd name="connsiteX89" fmla="*/ 133784 w 510036"/>
                <a:gd name="connsiteY89" fmla="*/ 219938 h 1249087"/>
                <a:gd name="connsiteX90" fmla="*/ 135324 w 510036"/>
                <a:gd name="connsiteY90" fmla="*/ 219254 h 1249087"/>
                <a:gd name="connsiteX91" fmla="*/ 135324 w 510036"/>
                <a:gd name="connsiteY91" fmla="*/ 219254 h 1249087"/>
                <a:gd name="connsiteX92" fmla="*/ 170309 w 510036"/>
                <a:gd name="connsiteY92" fmla="*/ 204456 h 1249087"/>
                <a:gd name="connsiteX93" fmla="*/ 196484 w 510036"/>
                <a:gd name="connsiteY93" fmla="*/ 194875 h 1249087"/>
                <a:gd name="connsiteX94" fmla="*/ 213592 w 510036"/>
                <a:gd name="connsiteY94" fmla="*/ 179735 h 1249087"/>
                <a:gd name="connsiteX95" fmla="*/ 219495 w 510036"/>
                <a:gd name="connsiteY95" fmla="*/ 165278 h 1249087"/>
                <a:gd name="connsiteX96" fmla="*/ 220692 w 510036"/>
                <a:gd name="connsiteY96" fmla="*/ 165022 h 1249087"/>
                <a:gd name="connsiteX97" fmla="*/ 221804 w 510036"/>
                <a:gd name="connsiteY97" fmla="*/ 148513 h 1249087"/>
                <a:gd name="connsiteX98" fmla="*/ 217869 w 510036"/>
                <a:gd name="connsiteY98" fmla="*/ 129780 h 1249087"/>
                <a:gd name="connsiteX99" fmla="*/ 213422 w 510036"/>
                <a:gd name="connsiteY99" fmla="*/ 119429 h 1249087"/>
                <a:gd name="connsiteX100" fmla="*/ 205980 w 510036"/>
                <a:gd name="connsiteY100" fmla="*/ 119429 h 1249087"/>
                <a:gd name="connsiteX101" fmla="*/ 194090 w 510036"/>
                <a:gd name="connsiteY101" fmla="*/ 104118 h 1249087"/>
                <a:gd name="connsiteX102" fmla="*/ 194090 w 510036"/>
                <a:gd name="connsiteY102" fmla="*/ 91800 h 1249087"/>
                <a:gd name="connsiteX103" fmla="*/ 198024 w 510036"/>
                <a:gd name="connsiteY103" fmla="*/ 86326 h 1249087"/>
                <a:gd name="connsiteX104" fmla="*/ 198537 w 510036"/>
                <a:gd name="connsiteY104" fmla="*/ 56643 h 1249087"/>
                <a:gd name="connsiteX105" fmla="*/ 200505 w 510036"/>
                <a:gd name="connsiteY105" fmla="*/ 40819 h 1249087"/>
                <a:gd name="connsiteX106" fmla="*/ 207433 w 510036"/>
                <a:gd name="connsiteY106" fmla="*/ 34403 h 1249087"/>
                <a:gd name="connsiteX107" fmla="*/ 211368 w 510036"/>
                <a:gd name="connsiteY107" fmla="*/ 22000 h 1249087"/>
                <a:gd name="connsiteX108" fmla="*/ 217783 w 510036"/>
                <a:gd name="connsiteY108" fmla="*/ 14558 h 1249087"/>
                <a:gd name="connsiteX109" fmla="*/ 228134 w 510036"/>
                <a:gd name="connsiteY109" fmla="*/ 9596 h 1249087"/>
                <a:gd name="connsiteX110" fmla="*/ 239511 w 510036"/>
                <a:gd name="connsiteY110" fmla="*/ 3181 h 1249087"/>
                <a:gd name="connsiteX111" fmla="*/ 250888 w 510036"/>
                <a:gd name="connsiteY111" fmla="*/ 1214 h 1249087"/>
                <a:gd name="connsiteX112" fmla="*/ 261324 w 510036"/>
                <a:gd name="connsiteY112" fmla="*/ 1214 h 1249087"/>
                <a:gd name="connsiteX113" fmla="*/ 284590 w 510036"/>
                <a:gd name="connsiteY113" fmla="*/ 6688 h 1249087"/>
                <a:gd name="connsiteX114" fmla="*/ 296907 w 510036"/>
                <a:gd name="connsiteY114" fmla="*/ 17038 h 1249087"/>
                <a:gd name="connsiteX115" fmla="*/ 313674 w 510036"/>
                <a:gd name="connsiteY115" fmla="*/ 36285 h 1249087"/>
                <a:gd name="connsiteX116" fmla="*/ 319576 w 510036"/>
                <a:gd name="connsiteY116" fmla="*/ 59979 h 1249087"/>
                <a:gd name="connsiteX117" fmla="*/ 321543 w 510036"/>
                <a:gd name="connsiteY117" fmla="*/ 80252 h 1249087"/>
                <a:gd name="connsiteX118" fmla="*/ 322057 w 510036"/>
                <a:gd name="connsiteY118" fmla="*/ 91629 h 1249087"/>
                <a:gd name="connsiteX119" fmla="*/ 324024 w 510036"/>
                <a:gd name="connsiteY119" fmla="*/ 98045 h 1249087"/>
                <a:gd name="connsiteX120" fmla="*/ 321030 w 510036"/>
                <a:gd name="connsiteY120" fmla="*/ 115837 h 1249087"/>
                <a:gd name="connsiteX121" fmla="*/ 317096 w 510036"/>
                <a:gd name="connsiteY121" fmla="*/ 120285 h 1249087"/>
                <a:gd name="connsiteX122" fmla="*/ 311107 w 510036"/>
                <a:gd name="connsiteY122" fmla="*/ 118317 h 1249087"/>
                <a:gd name="connsiteX123" fmla="*/ 307173 w 510036"/>
                <a:gd name="connsiteY123" fmla="*/ 128240 h 1249087"/>
                <a:gd name="connsiteX124" fmla="*/ 304692 w 510036"/>
                <a:gd name="connsiteY124" fmla="*/ 143552 h 1249087"/>
                <a:gd name="connsiteX125" fmla="*/ 301698 w 510036"/>
                <a:gd name="connsiteY125" fmla="*/ 160317 h 1249087"/>
                <a:gd name="connsiteX126" fmla="*/ 300244 w 510036"/>
                <a:gd name="connsiteY126" fmla="*/ 172207 h 1249087"/>
                <a:gd name="connsiteX127" fmla="*/ 305034 w 510036"/>
                <a:gd name="connsiteY127" fmla="*/ 191026 h 1249087"/>
                <a:gd name="connsiteX128" fmla="*/ 308969 w 510036"/>
                <a:gd name="connsiteY128" fmla="*/ 201547 h 1249087"/>
                <a:gd name="connsiteX129" fmla="*/ 347205 w 510036"/>
                <a:gd name="connsiteY129" fmla="*/ 218655 h 1249087"/>
                <a:gd name="connsiteX130" fmla="*/ 358411 w 510036"/>
                <a:gd name="connsiteY130" fmla="*/ 225242 h 1249087"/>
                <a:gd name="connsiteX131" fmla="*/ 372525 w 510036"/>
                <a:gd name="connsiteY131" fmla="*/ 232085 h 1249087"/>
                <a:gd name="connsiteX132" fmla="*/ 377486 w 510036"/>
                <a:gd name="connsiteY132" fmla="*/ 234480 h 1249087"/>
                <a:gd name="connsiteX133" fmla="*/ 392627 w 510036"/>
                <a:gd name="connsiteY133" fmla="*/ 248338 h 1249087"/>
                <a:gd name="connsiteX134" fmla="*/ 401865 w 510036"/>
                <a:gd name="connsiteY134" fmla="*/ 271433 h 1249087"/>
                <a:gd name="connsiteX135" fmla="*/ 406484 w 510036"/>
                <a:gd name="connsiteY135" fmla="*/ 297779 h 1249087"/>
                <a:gd name="connsiteX136" fmla="*/ 411787 w 510036"/>
                <a:gd name="connsiteY136" fmla="*/ 335331 h 1249087"/>
                <a:gd name="connsiteX137" fmla="*/ 409820 w 510036"/>
                <a:gd name="connsiteY137" fmla="*/ 363046 h 1249087"/>
                <a:gd name="connsiteX138" fmla="*/ 394679 w 510036"/>
                <a:gd name="connsiteY138" fmla="*/ 390761 h 1249087"/>
                <a:gd name="connsiteX139" fmla="*/ 372268 w 510036"/>
                <a:gd name="connsiteY139" fmla="*/ 404618 h 1249087"/>
                <a:gd name="connsiteX140" fmla="*/ 370643 w 510036"/>
                <a:gd name="connsiteY140" fmla="*/ 409922 h 1249087"/>
                <a:gd name="connsiteX141" fmla="*/ 369873 w 510036"/>
                <a:gd name="connsiteY141" fmla="*/ 420015 h 1249087"/>
                <a:gd name="connsiteX142" fmla="*/ 370215 w 510036"/>
                <a:gd name="connsiteY142" fmla="*/ 421811 h 1249087"/>
                <a:gd name="connsiteX143" fmla="*/ 364912 w 510036"/>
                <a:gd name="connsiteY143" fmla="*/ 442854 h 1249087"/>
                <a:gd name="connsiteX144" fmla="*/ 370814 w 510036"/>
                <a:gd name="connsiteY144" fmla="*/ 460048 h 1249087"/>
                <a:gd name="connsiteX145" fmla="*/ 376117 w 510036"/>
                <a:gd name="connsiteY145" fmla="*/ 486394 h 1249087"/>
                <a:gd name="connsiteX146" fmla="*/ 379453 w 510036"/>
                <a:gd name="connsiteY146" fmla="*/ 509489 h 1249087"/>
                <a:gd name="connsiteX147" fmla="*/ 383389 w 510036"/>
                <a:gd name="connsiteY147" fmla="*/ 523347 h 1249087"/>
                <a:gd name="connsiteX148" fmla="*/ 384073 w 510036"/>
                <a:gd name="connsiteY148" fmla="*/ 549693 h 1249087"/>
                <a:gd name="connsiteX149" fmla="*/ 377486 w 510036"/>
                <a:gd name="connsiteY149" fmla="*/ 562182 h 1249087"/>
                <a:gd name="connsiteX150" fmla="*/ 380737 w 510036"/>
                <a:gd name="connsiteY150" fmla="*/ 572703 h 1249087"/>
                <a:gd name="connsiteX151" fmla="*/ 400497 w 510036"/>
                <a:gd name="connsiteY151" fmla="*/ 610940 h 1249087"/>
                <a:gd name="connsiteX152" fmla="*/ 401181 w 510036"/>
                <a:gd name="connsiteY152" fmla="*/ 633351 h 1249087"/>
                <a:gd name="connsiteX153" fmla="*/ 401865 w 510036"/>
                <a:gd name="connsiteY153" fmla="*/ 669620 h 1249087"/>
                <a:gd name="connsiteX154" fmla="*/ 403148 w 510036"/>
                <a:gd name="connsiteY154" fmla="*/ 708540 h 1249087"/>
                <a:gd name="connsiteX155" fmla="*/ 405800 w 510036"/>
                <a:gd name="connsiteY155" fmla="*/ 724365 h 1249087"/>
                <a:gd name="connsiteX156" fmla="*/ 405800 w 510036"/>
                <a:gd name="connsiteY156" fmla="*/ 744124 h 1249087"/>
                <a:gd name="connsiteX157" fmla="*/ 399897 w 510036"/>
                <a:gd name="connsiteY157" fmla="*/ 800153 h 1249087"/>
                <a:gd name="connsiteX158" fmla="*/ 399213 w 510036"/>
                <a:gd name="connsiteY158" fmla="*/ 820597 h 1249087"/>
                <a:gd name="connsiteX159" fmla="*/ 401865 w 510036"/>
                <a:gd name="connsiteY159" fmla="*/ 849595 h 1249087"/>
                <a:gd name="connsiteX160" fmla="*/ 405115 w 510036"/>
                <a:gd name="connsiteY160" fmla="*/ 880560 h 1249087"/>
                <a:gd name="connsiteX161" fmla="*/ 402464 w 510036"/>
                <a:gd name="connsiteY161" fmla="*/ 912210 h 1249087"/>
                <a:gd name="connsiteX162" fmla="*/ 409051 w 510036"/>
                <a:gd name="connsiteY162" fmla="*/ 929318 h 1249087"/>
                <a:gd name="connsiteX163" fmla="*/ 412985 w 510036"/>
                <a:gd name="connsiteY163" fmla="*/ 963619 h 1249087"/>
                <a:gd name="connsiteX164" fmla="*/ 421539 w 510036"/>
                <a:gd name="connsiteY164" fmla="*/ 1004507 h 1249087"/>
                <a:gd name="connsiteX165" fmla="*/ 423506 w 510036"/>
                <a:gd name="connsiteY165" fmla="*/ 1032820 h 1249087"/>
                <a:gd name="connsiteX166" fmla="*/ 430777 w 510036"/>
                <a:gd name="connsiteY166" fmla="*/ 1082947 h 1249087"/>
                <a:gd name="connsiteX167" fmla="*/ 428126 w 510036"/>
                <a:gd name="connsiteY167" fmla="*/ 1098087 h 1249087"/>
                <a:gd name="connsiteX168" fmla="*/ 420855 w 510036"/>
                <a:gd name="connsiteY168" fmla="*/ 1111260 h 1249087"/>
                <a:gd name="connsiteX169" fmla="*/ 428810 w 510036"/>
                <a:gd name="connsiteY169" fmla="*/ 1128368 h 1249087"/>
                <a:gd name="connsiteX170" fmla="*/ 437364 w 510036"/>
                <a:gd name="connsiteY170" fmla="*/ 1143508 h 1249087"/>
                <a:gd name="connsiteX171" fmla="*/ 440700 w 510036"/>
                <a:gd name="connsiteY171" fmla="*/ 1172506 h 1249087"/>
                <a:gd name="connsiteX172" fmla="*/ 446602 w 510036"/>
                <a:gd name="connsiteY172" fmla="*/ 1187048 h 1249087"/>
                <a:gd name="connsiteX173" fmla="*/ 449254 w 510036"/>
                <a:gd name="connsiteY173" fmla="*/ 1195602 h 1249087"/>
                <a:gd name="connsiteX174" fmla="*/ 455840 w 510036"/>
                <a:gd name="connsiteY174" fmla="*/ 1201590 h 1249087"/>
                <a:gd name="connsiteX175" fmla="*/ 455840 w 510036"/>
                <a:gd name="connsiteY175" fmla="*/ 1201590 h 1249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</a:cxnLst>
              <a:rect l="l" t="t" r="r" b="b"/>
              <a:pathLst>
                <a:path w="510036" h="1249087">
                  <a:moveTo>
                    <a:pt x="455926" y="1201333"/>
                  </a:moveTo>
                  <a:cubicBezTo>
                    <a:pt x="457893" y="1203301"/>
                    <a:pt x="461828" y="1207235"/>
                    <a:pt x="463197" y="1209203"/>
                  </a:cubicBezTo>
                  <a:cubicBezTo>
                    <a:pt x="464480" y="1211170"/>
                    <a:pt x="466533" y="1216474"/>
                    <a:pt x="468500" y="1217158"/>
                  </a:cubicBezTo>
                  <a:cubicBezTo>
                    <a:pt x="470467" y="1217842"/>
                    <a:pt x="480390" y="1218441"/>
                    <a:pt x="485694" y="1217158"/>
                  </a:cubicBezTo>
                  <a:cubicBezTo>
                    <a:pt x="490997" y="1215875"/>
                    <a:pt x="496899" y="1217158"/>
                    <a:pt x="500834" y="1222462"/>
                  </a:cubicBezTo>
                  <a:cubicBezTo>
                    <a:pt x="504769" y="1227765"/>
                    <a:pt x="504769" y="1229732"/>
                    <a:pt x="506138" y="1232298"/>
                  </a:cubicBezTo>
                  <a:cubicBezTo>
                    <a:pt x="507421" y="1234950"/>
                    <a:pt x="513408" y="1236918"/>
                    <a:pt x="507421" y="1239570"/>
                  </a:cubicBezTo>
                  <a:cubicBezTo>
                    <a:pt x="501518" y="1242221"/>
                    <a:pt x="487661" y="1245472"/>
                    <a:pt x="479706" y="1246156"/>
                  </a:cubicBezTo>
                  <a:cubicBezTo>
                    <a:pt x="471751" y="1246840"/>
                    <a:pt x="416407" y="1246840"/>
                    <a:pt x="406570" y="1245472"/>
                  </a:cubicBezTo>
                  <a:cubicBezTo>
                    <a:pt x="396647" y="1244189"/>
                    <a:pt x="375604" y="1242820"/>
                    <a:pt x="369702" y="1241537"/>
                  </a:cubicBezTo>
                  <a:lnTo>
                    <a:pt x="363800" y="1240254"/>
                  </a:lnTo>
                  <a:cubicBezTo>
                    <a:pt x="363800" y="1240254"/>
                    <a:pt x="362517" y="1226396"/>
                    <a:pt x="362517" y="1217842"/>
                  </a:cubicBezTo>
                  <a:cubicBezTo>
                    <a:pt x="362517" y="1209288"/>
                    <a:pt x="361833" y="1198083"/>
                    <a:pt x="356615" y="1192779"/>
                  </a:cubicBezTo>
                  <a:cubicBezTo>
                    <a:pt x="351311" y="1187476"/>
                    <a:pt x="349343" y="1178922"/>
                    <a:pt x="344040" y="1170368"/>
                  </a:cubicBezTo>
                  <a:cubicBezTo>
                    <a:pt x="338822" y="1161814"/>
                    <a:pt x="340105" y="1144620"/>
                    <a:pt x="335486" y="1138034"/>
                  </a:cubicBezTo>
                  <a:cubicBezTo>
                    <a:pt x="330867" y="1131448"/>
                    <a:pt x="312391" y="1066865"/>
                    <a:pt x="311107" y="1056942"/>
                  </a:cubicBezTo>
                  <a:cubicBezTo>
                    <a:pt x="309824" y="1047020"/>
                    <a:pt x="316411" y="947538"/>
                    <a:pt x="315727" y="932996"/>
                  </a:cubicBezTo>
                  <a:cubicBezTo>
                    <a:pt x="315043" y="918454"/>
                    <a:pt x="307857" y="860458"/>
                    <a:pt x="303837" y="846002"/>
                  </a:cubicBezTo>
                  <a:cubicBezTo>
                    <a:pt x="299902" y="831460"/>
                    <a:pt x="286729" y="805798"/>
                    <a:pt x="284761" y="795961"/>
                  </a:cubicBezTo>
                  <a:cubicBezTo>
                    <a:pt x="282794" y="786039"/>
                    <a:pt x="272871" y="768246"/>
                    <a:pt x="274839" y="753790"/>
                  </a:cubicBezTo>
                  <a:cubicBezTo>
                    <a:pt x="275438" y="749770"/>
                    <a:pt x="276036" y="745835"/>
                    <a:pt x="276550" y="742071"/>
                  </a:cubicBezTo>
                  <a:cubicBezTo>
                    <a:pt x="276122" y="732662"/>
                    <a:pt x="275522" y="722739"/>
                    <a:pt x="274839" y="720858"/>
                  </a:cubicBezTo>
                  <a:cubicBezTo>
                    <a:pt x="272187" y="718891"/>
                    <a:pt x="270049" y="717265"/>
                    <a:pt x="268337" y="716666"/>
                  </a:cubicBezTo>
                  <a:lnTo>
                    <a:pt x="267568" y="716495"/>
                  </a:lnTo>
                  <a:cubicBezTo>
                    <a:pt x="266199" y="716324"/>
                    <a:pt x="265173" y="716923"/>
                    <a:pt x="264317" y="718891"/>
                  </a:cubicBezTo>
                  <a:cubicBezTo>
                    <a:pt x="262350" y="723509"/>
                    <a:pt x="259698" y="739334"/>
                    <a:pt x="255763" y="749856"/>
                  </a:cubicBezTo>
                  <a:cubicBezTo>
                    <a:pt x="253197" y="756699"/>
                    <a:pt x="253111" y="761061"/>
                    <a:pt x="251572" y="766450"/>
                  </a:cubicBezTo>
                  <a:cubicBezTo>
                    <a:pt x="251058" y="769957"/>
                    <a:pt x="250117" y="773550"/>
                    <a:pt x="247124" y="776886"/>
                  </a:cubicBezTo>
                  <a:cubicBezTo>
                    <a:pt x="245841" y="779196"/>
                    <a:pt x="244643" y="781676"/>
                    <a:pt x="243445" y="784157"/>
                  </a:cubicBezTo>
                  <a:cubicBezTo>
                    <a:pt x="242334" y="787750"/>
                    <a:pt x="241564" y="791428"/>
                    <a:pt x="238998" y="794507"/>
                  </a:cubicBezTo>
                  <a:cubicBezTo>
                    <a:pt x="236260" y="801350"/>
                    <a:pt x="233780" y="808194"/>
                    <a:pt x="231299" y="814524"/>
                  </a:cubicBezTo>
                  <a:cubicBezTo>
                    <a:pt x="226680" y="826414"/>
                    <a:pt x="229332" y="833000"/>
                    <a:pt x="225396" y="848825"/>
                  </a:cubicBezTo>
                  <a:cubicBezTo>
                    <a:pt x="221462" y="864650"/>
                    <a:pt x="215475" y="895615"/>
                    <a:pt x="208289" y="916743"/>
                  </a:cubicBezTo>
                  <a:cubicBezTo>
                    <a:pt x="201018" y="937872"/>
                    <a:pt x="196398" y="951044"/>
                    <a:pt x="194431" y="961566"/>
                  </a:cubicBezTo>
                  <a:cubicBezTo>
                    <a:pt x="192464" y="972087"/>
                    <a:pt x="193833" y="980641"/>
                    <a:pt x="191181" y="988596"/>
                  </a:cubicBezTo>
                  <a:cubicBezTo>
                    <a:pt x="188529" y="996466"/>
                    <a:pt x="188529" y="1015627"/>
                    <a:pt x="186562" y="1030168"/>
                  </a:cubicBezTo>
                  <a:cubicBezTo>
                    <a:pt x="184595" y="1044625"/>
                    <a:pt x="181259" y="1076959"/>
                    <a:pt x="178008" y="1090132"/>
                  </a:cubicBezTo>
                  <a:cubicBezTo>
                    <a:pt x="174672" y="1103305"/>
                    <a:pt x="169454" y="1124433"/>
                    <a:pt x="169454" y="1134954"/>
                  </a:cubicBezTo>
                  <a:cubicBezTo>
                    <a:pt x="169454" y="1145476"/>
                    <a:pt x="170737" y="1175843"/>
                    <a:pt x="166802" y="1181060"/>
                  </a:cubicBezTo>
                  <a:cubicBezTo>
                    <a:pt x="162868" y="1186364"/>
                    <a:pt x="155597" y="1202788"/>
                    <a:pt x="152945" y="1212710"/>
                  </a:cubicBezTo>
                  <a:cubicBezTo>
                    <a:pt x="150294" y="1222632"/>
                    <a:pt x="150294" y="1225883"/>
                    <a:pt x="150294" y="1231871"/>
                  </a:cubicBezTo>
                  <a:cubicBezTo>
                    <a:pt x="150294" y="1237859"/>
                    <a:pt x="150977" y="1240425"/>
                    <a:pt x="147641" y="1241708"/>
                  </a:cubicBezTo>
                  <a:cubicBezTo>
                    <a:pt x="144305" y="1242991"/>
                    <a:pt x="106753" y="1246327"/>
                    <a:pt x="97515" y="1246327"/>
                  </a:cubicBezTo>
                  <a:cubicBezTo>
                    <a:pt x="88277" y="1246327"/>
                    <a:pt x="72452" y="1248294"/>
                    <a:pt x="65866" y="1248979"/>
                  </a:cubicBezTo>
                  <a:cubicBezTo>
                    <a:pt x="59279" y="1249663"/>
                    <a:pt x="43455" y="1247011"/>
                    <a:pt x="25662" y="1243675"/>
                  </a:cubicBezTo>
                  <a:cubicBezTo>
                    <a:pt x="7870" y="1240425"/>
                    <a:pt x="0" y="1240425"/>
                    <a:pt x="0" y="1236405"/>
                  </a:cubicBezTo>
                  <a:cubicBezTo>
                    <a:pt x="0" y="1232384"/>
                    <a:pt x="6587" y="1225883"/>
                    <a:pt x="11890" y="1222547"/>
                  </a:cubicBezTo>
                  <a:cubicBezTo>
                    <a:pt x="17194" y="1219211"/>
                    <a:pt x="23096" y="1215961"/>
                    <a:pt x="33617" y="1217243"/>
                  </a:cubicBezTo>
                  <a:cubicBezTo>
                    <a:pt x="44139" y="1218527"/>
                    <a:pt x="44823" y="1214592"/>
                    <a:pt x="48758" y="1211342"/>
                  </a:cubicBezTo>
                  <a:cubicBezTo>
                    <a:pt x="52693" y="1208091"/>
                    <a:pt x="57996" y="1206722"/>
                    <a:pt x="61931" y="1200820"/>
                  </a:cubicBezTo>
                  <a:cubicBezTo>
                    <a:pt x="65866" y="1194918"/>
                    <a:pt x="70484" y="1190299"/>
                    <a:pt x="70484" y="1184311"/>
                  </a:cubicBezTo>
                  <a:cubicBezTo>
                    <a:pt x="70484" y="1178323"/>
                    <a:pt x="69201" y="1156596"/>
                    <a:pt x="72452" y="1150009"/>
                  </a:cubicBezTo>
                  <a:cubicBezTo>
                    <a:pt x="75788" y="1143423"/>
                    <a:pt x="82974" y="1141455"/>
                    <a:pt x="88961" y="1137521"/>
                  </a:cubicBezTo>
                  <a:cubicBezTo>
                    <a:pt x="94863" y="1133586"/>
                    <a:pt x="94265" y="1117077"/>
                    <a:pt x="92896" y="1107154"/>
                  </a:cubicBezTo>
                  <a:cubicBezTo>
                    <a:pt x="91612" y="1097232"/>
                    <a:pt x="93581" y="1013574"/>
                    <a:pt x="100166" y="979273"/>
                  </a:cubicBezTo>
                  <a:cubicBezTo>
                    <a:pt x="106753" y="944971"/>
                    <a:pt x="112656" y="886975"/>
                    <a:pt x="117360" y="872519"/>
                  </a:cubicBezTo>
                  <a:cubicBezTo>
                    <a:pt x="121979" y="857977"/>
                    <a:pt x="125230" y="858662"/>
                    <a:pt x="123947" y="845489"/>
                  </a:cubicBezTo>
                  <a:cubicBezTo>
                    <a:pt x="122579" y="832316"/>
                    <a:pt x="121979" y="833599"/>
                    <a:pt x="122579" y="821110"/>
                  </a:cubicBezTo>
                  <a:cubicBezTo>
                    <a:pt x="123263" y="808621"/>
                    <a:pt x="125230" y="791428"/>
                    <a:pt x="124546" y="780222"/>
                  </a:cubicBezTo>
                  <a:cubicBezTo>
                    <a:pt x="123947" y="769017"/>
                    <a:pt x="119243" y="693229"/>
                    <a:pt x="119243" y="683306"/>
                  </a:cubicBezTo>
                  <a:cubicBezTo>
                    <a:pt x="119243" y="673383"/>
                    <a:pt x="113340" y="666797"/>
                    <a:pt x="120525" y="651656"/>
                  </a:cubicBezTo>
                  <a:cubicBezTo>
                    <a:pt x="127797" y="636516"/>
                    <a:pt x="132415" y="604866"/>
                    <a:pt x="135666" y="593661"/>
                  </a:cubicBezTo>
                  <a:cubicBezTo>
                    <a:pt x="138916" y="582455"/>
                    <a:pt x="141568" y="581172"/>
                    <a:pt x="141568" y="570565"/>
                  </a:cubicBezTo>
                  <a:cubicBezTo>
                    <a:pt x="141568" y="560728"/>
                    <a:pt x="139857" y="559445"/>
                    <a:pt x="137463" y="556109"/>
                  </a:cubicBezTo>
                  <a:cubicBezTo>
                    <a:pt x="133955" y="556793"/>
                    <a:pt x="134126" y="557819"/>
                    <a:pt x="133698" y="554740"/>
                  </a:cubicBezTo>
                  <a:cubicBezTo>
                    <a:pt x="133613" y="553970"/>
                    <a:pt x="133527" y="552516"/>
                    <a:pt x="133441" y="550463"/>
                  </a:cubicBezTo>
                  <a:cubicBezTo>
                    <a:pt x="132929" y="549180"/>
                    <a:pt x="132586" y="547383"/>
                    <a:pt x="132415" y="544218"/>
                  </a:cubicBezTo>
                  <a:cubicBezTo>
                    <a:pt x="131731" y="535665"/>
                    <a:pt x="133698" y="500080"/>
                    <a:pt x="133698" y="493494"/>
                  </a:cubicBezTo>
                  <a:cubicBezTo>
                    <a:pt x="133698" y="486907"/>
                    <a:pt x="135666" y="476985"/>
                    <a:pt x="136351" y="473734"/>
                  </a:cubicBezTo>
                  <a:cubicBezTo>
                    <a:pt x="137034" y="470483"/>
                    <a:pt x="139687" y="459877"/>
                    <a:pt x="139687" y="455258"/>
                  </a:cubicBezTo>
                  <a:cubicBezTo>
                    <a:pt x="139687" y="450638"/>
                    <a:pt x="141654" y="446704"/>
                    <a:pt x="140969" y="439433"/>
                  </a:cubicBezTo>
                  <a:cubicBezTo>
                    <a:pt x="140285" y="432162"/>
                    <a:pt x="139002" y="426260"/>
                    <a:pt x="138318" y="420272"/>
                  </a:cubicBezTo>
                  <a:lnTo>
                    <a:pt x="137633" y="414370"/>
                  </a:lnTo>
                  <a:lnTo>
                    <a:pt x="137975" y="414541"/>
                  </a:lnTo>
                  <a:cubicBezTo>
                    <a:pt x="137463" y="413001"/>
                    <a:pt x="136436" y="412231"/>
                    <a:pt x="133698" y="411718"/>
                  </a:cubicBezTo>
                  <a:cubicBezTo>
                    <a:pt x="127197" y="410520"/>
                    <a:pt x="120782" y="399400"/>
                    <a:pt x="115650" y="392728"/>
                  </a:cubicBezTo>
                  <a:cubicBezTo>
                    <a:pt x="113768" y="392557"/>
                    <a:pt x="112228" y="392215"/>
                    <a:pt x="111287" y="391531"/>
                  </a:cubicBezTo>
                  <a:cubicBezTo>
                    <a:pt x="108293" y="389563"/>
                    <a:pt x="108977" y="388280"/>
                    <a:pt x="108293" y="384944"/>
                  </a:cubicBezTo>
                  <a:cubicBezTo>
                    <a:pt x="107609" y="381608"/>
                    <a:pt x="106326" y="381950"/>
                    <a:pt x="105043" y="379042"/>
                  </a:cubicBezTo>
                  <a:cubicBezTo>
                    <a:pt x="103674" y="376048"/>
                    <a:pt x="103674" y="374765"/>
                    <a:pt x="103417" y="371087"/>
                  </a:cubicBezTo>
                  <a:cubicBezTo>
                    <a:pt x="103076" y="367494"/>
                    <a:pt x="102391" y="367152"/>
                    <a:pt x="100766" y="364500"/>
                  </a:cubicBezTo>
                  <a:cubicBezTo>
                    <a:pt x="99140" y="361848"/>
                    <a:pt x="99483" y="362191"/>
                    <a:pt x="100082" y="358256"/>
                  </a:cubicBezTo>
                  <a:cubicBezTo>
                    <a:pt x="100766" y="354321"/>
                    <a:pt x="102391" y="354663"/>
                    <a:pt x="100766" y="350386"/>
                  </a:cubicBezTo>
                  <a:cubicBezTo>
                    <a:pt x="99140" y="346109"/>
                    <a:pt x="100082" y="346794"/>
                    <a:pt x="101792" y="343799"/>
                  </a:cubicBezTo>
                  <a:cubicBezTo>
                    <a:pt x="102647" y="342260"/>
                    <a:pt x="103332" y="340378"/>
                    <a:pt x="104102" y="338924"/>
                  </a:cubicBezTo>
                  <a:cubicBezTo>
                    <a:pt x="104786" y="329771"/>
                    <a:pt x="108636" y="319335"/>
                    <a:pt x="108036" y="311551"/>
                  </a:cubicBezTo>
                  <a:cubicBezTo>
                    <a:pt x="107353" y="303681"/>
                    <a:pt x="109320" y="295726"/>
                    <a:pt x="106753" y="285205"/>
                  </a:cubicBezTo>
                  <a:cubicBezTo>
                    <a:pt x="104102" y="274684"/>
                    <a:pt x="106753" y="266044"/>
                    <a:pt x="106753" y="261510"/>
                  </a:cubicBezTo>
                  <a:cubicBezTo>
                    <a:pt x="106753" y="256977"/>
                    <a:pt x="113340" y="233796"/>
                    <a:pt x="119243" y="229861"/>
                  </a:cubicBezTo>
                  <a:cubicBezTo>
                    <a:pt x="125144" y="225926"/>
                    <a:pt x="126513" y="223275"/>
                    <a:pt x="133784" y="219938"/>
                  </a:cubicBezTo>
                  <a:lnTo>
                    <a:pt x="135324" y="219254"/>
                  </a:lnTo>
                  <a:lnTo>
                    <a:pt x="135324" y="219254"/>
                  </a:lnTo>
                  <a:cubicBezTo>
                    <a:pt x="134725" y="218227"/>
                    <a:pt x="153544" y="210786"/>
                    <a:pt x="170309" y="204456"/>
                  </a:cubicBezTo>
                  <a:cubicBezTo>
                    <a:pt x="181344" y="199922"/>
                    <a:pt x="191780" y="195987"/>
                    <a:pt x="196484" y="194875"/>
                  </a:cubicBezTo>
                  <a:cubicBezTo>
                    <a:pt x="207690" y="192224"/>
                    <a:pt x="210941" y="187006"/>
                    <a:pt x="213592" y="179735"/>
                  </a:cubicBezTo>
                  <a:cubicBezTo>
                    <a:pt x="216244" y="172464"/>
                    <a:pt x="214875" y="167246"/>
                    <a:pt x="219495" y="165278"/>
                  </a:cubicBezTo>
                  <a:lnTo>
                    <a:pt x="220692" y="165022"/>
                  </a:lnTo>
                  <a:cubicBezTo>
                    <a:pt x="221633" y="159376"/>
                    <a:pt x="222831" y="150480"/>
                    <a:pt x="221804" y="148513"/>
                  </a:cubicBezTo>
                  <a:cubicBezTo>
                    <a:pt x="220350" y="145519"/>
                    <a:pt x="218383" y="133201"/>
                    <a:pt x="217869" y="129780"/>
                  </a:cubicBezTo>
                  <a:cubicBezTo>
                    <a:pt x="217356" y="126272"/>
                    <a:pt x="216415" y="120370"/>
                    <a:pt x="213422" y="119429"/>
                  </a:cubicBezTo>
                  <a:cubicBezTo>
                    <a:pt x="210427" y="118403"/>
                    <a:pt x="208460" y="118403"/>
                    <a:pt x="205980" y="119429"/>
                  </a:cubicBezTo>
                  <a:cubicBezTo>
                    <a:pt x="203499" y="120456"/>
                    <a:pt x="196570" y="108566"/>
                    <a:pt x="194090" y="104118"/>
                  </a:cubicBezTo>
                  <a:cubicBezTo>
                    <a:pt x="191609" y="99670"/>
                    <a:pt x="194090" y="95222"/>
                    <a:pt x="194090" y="91800"/>
                  </a:cubicBezTo>
                  <a:cubicBezTo>
                    <a:pt x="194090" y="88379"/>
                    <a:pt x="199051" y="88379"/>
                    <a:pt x="198024" y="86326"/>
                  </a:cubicBezTo>
                  <a:cubicBezTo>
                    <a:pt x="196998" y="84358"/>
                    <a:pt x="199051" y="62545"/>
                    <a:pt x="198537" y="56643"/>
                  </a:cubicBezTo>
                  <a:cubicBezTo>
                    <a:pt x="198024" y="50741"/>
                    <a:pt x="197510" y="43812"/>
                    <a:pt x="200505" y="40819"/>
                  </a:cubicBezTo>
                  <a:cubicBezTo>
                    <a:pt x="203499" y="37825"/>
                    <a:pt x="205980" y="34403"/>
                    <a:pt x="207433" y="34403"/>
                  </a:cubicBezTo>
                  <a:cubicBezTo>
                    <a:pt x="208888" y="34403"/>
                    <a:pt x="210855" y="26020"/>
                    <a:pt x="211368" y="22000"/>
                  </a:cubicBezTo>
                  <a:cubicBezTo>
                    <a:pt x="211882" y="18065"/>
                    <a:pt x="213849" y="15584"/>
                    <a:pt x="217783" y="14558"/>
                  </a:cubicBezTo>
                  <a:cubicBezTo>
                    <a:pt x="221719" y="13617"/>
                    <a:pt x="225739" y="10623"/>
                    <a:pt x="228134" y="9596"/>
                  </a:cubicBezTo>
                  <a:cubicBezTo>
                    <a:pt x="230614" y="8570"/>
                    <a:pt x="234550" y="4207"/>
                    <a:pt x="239511" y="3181"/>
                  </a:cubicBezTo>
                  <a:cubicBezTo>
                    <a:pt x="244473" y="2155"/>
                    <a:pt x="246440" y="-1780"/>
                    <a:pt x="250888" y="1214"/>
                  </a:cubicBezTo>
                  <a:cubicBezTo>
                    <a:pt x="255335" y="4207"/>
                    <a:pt x="261324" y="1214"/>
                    <a:pt x="261324" y="1214"/>
                  </a:cubicBezTo>
                  <a:cubicBezTo>
                    <a:pt x="270219" y="-2208"/>
                    <a:pt x="282537" y="2240"/>
                    <a:pt x="284590" y="6688"/>
                  </a:cubicBezTo>
                  <a:cubicBezTo>
                    <a:pt x="286557" y="11136"/>
                    <a:pt x="289551" y="9169"/>
                    <a:pt x="296907" y="17038"/>
                  </a:cubicBezTo>
                  <a:cubicBezTo>
                    <a:pt x="304350" y="24994"/>
                    <a:pt x="313246" y="24994"/>
                    <a:pt x="313674" y="36285"/>
                  </a:cubicBezTo>
                  <a:cubicBezTo>
                    <a:pt x="314187" y="47662"/>
                    <a:pt x="317608" y="47662"/>
                    <a:pt x="319576" y="59979"/>
                  </a:cubicBezTo>
                  <a:cubicBezTo>
                    <a:pt x="321543" y="72297"/>
                    <a:pt x="323511" y="75804"/>
                    <a:pt x="321543" y="80252"/>
                  </a:cubicBezTo>
                  <a:cubicBezTo>
                    <a:pt x="319576" y="84700"/>
                    <a:pt x="322057" y="91629"/>
                    <a:pt x="322057" y="91629"/>
                  </a:cubicBezTo>
                  <a:cubicBezTo>
                    <a:pt x="322057" y="91629"/>
                    <a:pt x="325050" y="93596"/>
                    <a:pt x="324024" y="98045"/>
                  </a:cubicBezTo>
                  <a:cubicBezTo>
                    <a:pt x="322997" y="102493"/>
                    <a:pt x="322997" y="112843"/>
                    <a:pt x="321030" y="115837"/>
                  </a:cubicBezTo>
                  <a:cubicBezTo>
                    <a:pt x="319063" y="118831"/>
                    <a:pt x="319576" y="120798"/>
                    <a:pt x="317096" y="120285"/>
                  </a:cubicBezTo>
                  <a:cubicBezTo>
                    <a:pt x="314615" y="119771"/>
                    <a:pt x="312647" y="117804"/>
                    <a:pt x="311107" y="118317"/>
                  </a:cubicBezTo>
                  <a:cubicBezTo>
                    <a:pt x="309654" y="118831"/>
                    <a:pt x="308114" y="124733"/>
                    <a:pt x="307173" y="128240"/>
                  </a:cubicBezTo>
                  <a:cubicBezTo>
                    <a:pt x="306146" y="131662"/>
                    <a:pt x="306146" y="140130"/>
                    <a:pt x="304692" y="143552"/>
                  </a:cubicBezTo>
                  <a:cubicBezTo>
                    <a:pt x="303238" y="146973"/>
                    <a:pt x="303665" y="156383"/>
                    <a:pt x="301698" y="160317"/>
                  </a:cubicBezTo>
                  <a:cubicBezTo>
                    <a:pt x="299731" y="164252"/>
                    <a:pt x="300244" y="169213"/>
                    <a:pt x="300244" y="172207"/>
                  </a:cubicBezTo>
                  <a:cubicBezTo>
                    <a:pt x="300244" y="172207"/>
                    <a:pt x="303665" y="183755"/>
                    <a:pt x="305034" y="191026"/>
                  </a:cubicBezTo>
                  <a:cubicBezTo>
                    <a:pt x="306318" y="198297"/>
                    <a:pt x="308969" y="201547"/>
                    <a:pt x="308969" y="201547"/>
                  </a:cubicBezTo>
                  <a:cubicBezTo>
                    <a:pt x="308969" y="201547"/>
                    <a:pt x="344725" y="218142"/>
                    <a:pt x="347205" y="218655"/>
                  </a:cubicBezTo>
                  <a:cubicBezTo>
                    <a:pt x="348488" y="218912"/>
                    <a:pt x="353364" y="222077"/>
                    <a:pt x="358411" y="225242"/>
                  </a:cubicBezTo>
                  <a:cubicBezTo>
                    <a:pt x="363971" y="227893"/>
                    <a:pt x="368932" y="230289"/>
                    <a:pt x="372525" y="232085"/>
                  </a:cubicBezTo>
                  <a:cubicBezTo>
                    <a:pt x="375947" y="233111"/>
                    <a:pt x="377486" y="234480"/>
                    <a:pt x="377486" y="234480"/>
                  </a:cubicBezTo>
                  <a:cubicBezTo>
                    <a:pt x="385356" y="238415"/>
                    <a:pt x="387409" y="240468"/>
                    <a:pt x="392627" y="248338"/>
                  </a:cubicBezTo>
                  <a:cubicBezTo>
                    <a:pt x="397930" y="256293"/>
                    <a:pt x="401865" y="263478"/>
                    <a:pt x="401865" y="271433"/>
                  </a:cubicBezTo>
                  <a:cubicBezTo>
                    <a:pt x="401865" y="279388"/>
                    <a:pt x="406484" y="287258"/>
                    <a:pt x="406484" y="297779"/>
                  </a:cubicBezTo>
                  <a:cubicBezTo>
                    <a:pt x="406484" y="308301"/>
                    <a:pt x="411787" y="325409"/>
                    <a:pt x="411787" y="335331"/>
                  </a:cubicBezTo>
                  <a:cubicBezTo>
                    <a:pt x="411787" y="345254"/>
                    <a:pt x="412471" y="355091"/>
                    <a:pt x="409820" y="363046"/>
                  </a:cubicBezTo>
                  <a:cubicBezTo>
                    <a:pt x="407168" y="371001"/>
                    <a:pt x="401950" y="384174"/>
                    <a:pt x="394679" y="390761"/>
                  </a:cubicBezTo>
                  <a:cubicBezTo>
                    <a:pt x="387409" y="397347"/>
                    <a:pt x="375604" y="399999"/>
                    <a:pt x="372268" y="404618"/>
                  </a:cubicBezTo>
                  <a:cubicBezTo>
                    <a:pt x="372268" y="404618"/>
                    <a:pt x="371413" y="406842"/>
                    <a:pt x="370643" y="409922"/>
                  </a:cubicBezTo>
                  <a:cubicBezTo>
                    <a:pt x="370387" y="412744"/>
                    <a:pt x="370472" y="416080"/>
                    <a:pt x="369873" y="420015"/>
                  </a:cubicBezTo>
                  <a:lnTo>
                    <a:pt x="370215" y="421811"/>
                  </a:lnTo>
                  <a:cubicBezTo>
                    <a:pt x="372183" y="429083"/>
                    <a:pt x="366879" y="436952"/>
                    <a:pt x="364912" y="442854"/>
                  </a:cubicBezTo>
                  <a:cubicBezTo>
                    <a:pt x="362945" y="448757"/>
                    <a:pt x="368846" y="454060"/>
                    <a:pt x="370814" y="460048"/>
                  </a:cubicBezTo>
                  <a:cubicBezTo>
                    <a:pt x="372782" y="465950"/>
                    <a:pt x="376802" y="479807"/>
                    <a:pt x="376117" y="486394"/>
                  </a:cubicBezTo>
                  <a:cubicBezTo>
                    <a:pt x="375433" y="492980"/>
                    <a:pt x="379453" y="505469"/>
                    <a:pt x="379453" y="509489"/>
                  </a:cubicBezTo>
                  <a:cubicBezTo>
                    <a:pt x="379453" y="513510"/>
                    <a:pt x="384757" y="516761"/>
                    <a:pt x="383389" y="523347"/>
                  </a:cubicBezTo>
                  <a:cubicBezTo>
                    <a:pt x="382105" y="529934"/>
                    <a:pt x="384073" y="543106"/>
                    <a:pt x="384073" y="549693"/>
                  </a:cubicBezTo>
                  <a:cubicBezTo>
                    <a:pt x="384073" y="556280"/>
                    <a:pt x="378769" y="558247"/>
                    <a:pt x="377486" y="562182"/>
                  </a:cubicBezTo>
                  <a:cubicBezTo>
                    <a:pt x="376203" y="566117"/>
                    <a:pt x="377486" y="569453"/>
                    <a:pt x="380737" y="572703"/>
                  </a:cubicBezTo>
                  <a:cubicBezTo>
                    <a:pt x="384073" y="575954"/>
                    <a:pt x="400497" y="605636"/>
                    <a:pt x="400497" y="610940"/>
                  </a:cubicBezTo>
                  <a:cubicBezTo>
                    <a:pt x="400497" y="616243"/>
                    <a:pt x="401779" y="626764"/>
                    <a:pt x="401181" y="633351"/>
                  </a:cubicBezTo>
                  <a:cubicBezTo>
                    <a:pt x="400497" y="639937"/>
                    <a:pt x="401865" y="661665"/>
                    <a:pt x="401865" y="669620"/>
                  </a:cubicBezTo>
                  <a:cubicBezTo>
                    <a:pt x="401865" y="677575"/>
                    <a:pt x="403148" y="701868"/>
                    <a:pt x="403148" y="708540"/>
                  </a:cubicBezTo>
                  <a:cubicBezTo>
                    <a:pt x="403148" y="715212"/>
                    <a:pt x="405115" y="713843"/>
                    <a:pt x="405800" y="724365"/>
                  </a:cubicBezTo>
                  <a:cubicBezTo>
                    <a:pt x="406484" y="734886"/>
                    <a:pt x="408451" y="739505"/>
                    <a:pt x="405800" y="744124"/>
                  </a:cubicBezTo>
                  <a:cubicBezTo>
                    <a:pt x="403148" y="748744"/>
                    <a:pt x="399897" y="790915"/>
                    <a:pt x="399897" y="800153"/>
                  </a:cubicBezTo>
                  <a:cubicBezTo>
                    <a:pt x="399897" y="809391"/>
                    <a:pt x="398614" y="815293"/>
                    <a:pt x="399213" y="820597"/>
                  </a:cubicBezTo>
                  <a:cubicBezTo>
                    <a:pt x="399897" y="825900"/>
                    <a:pt x="401865" y="842324"/>
                    <a:pt x="401865" y="849595"/>
                  </a:cubicBezTo>
                  <a:cubicBezTo>
                    <a:pt x="401865" y="856866"/>
                    <a:pt x="404517" y="874658"/>
                    <a:pt x="405115" y="880560"/>
                  </a:cubicBezTo>
                  <a:cubicBezTo>
                    <a:pt x="405800" y="886462"/>
                    <a:pt x="403148" y="906906"/>
                    <a:pt x="402464" y="912210"/>
                  </a:cubicBezTo>
                  <a:cubicBezTo>
                    <a:pt x="401779" y="917513"/>
                    <a:pt x="406398" y="922047"/>
                    <a:pt x="409051" y="929318"/>
                  </a:cubicBezTo>
                  <a:cubicBezTo>
                    <a:pt x="411702" y="936588"/>
                    <a:pt x="409051" y="951044"/>
                    <a:pt x="412985" y="963619"/>
                  </a:cubicBezTo>
                  <a:cubicBezTo>
                    <a:pt x="416920" y="976108"/>
                    <a:pt x="422223" y="995269"/>
                    <a:pt x="421539" y="1004507"/>
                  </a:cubicBezTo>
                  <a:cubicBezTo>
                    <a:pt x="420855" y="1013745"/>
                    <a:pt x="423506" y="1024266"/>
                    <a:pt x="423506" y="1032820"/>
                  </a:cubicBezTo>
                  <a:cubicBezTo>
                    <a:pt x="423506" y="1041374"/>
                    <a:pt x="431462" y="1076360"/>
                    <a:pt x="430777" y="1082947"/>
                  </a:cubicBezTo>
                  <a:cubicBezTo>
                    <a:pt x="430093" y="1089533"/>
                    <a:pt x="430777" y="1094152"/>
                    <a:pt x="428126" y="1098087"/>
                  </a:cubicBezTo>
                  <a:cubicBezTo>
                    <a:pt x="425474" y="1102022"/>
                    <a:pt x="420855" y="1103989"/>
                    <a:pt x="420855" y="1111260"/>
                  </a:cubicBezTo>
                  <a:cubicBezTo>
                    <a:pt x="420855" y="1118531"/>
                    <a:pt x="424790" y="1119814"/>
                    <a:pt x="428810" y="1128368"/>
                  </a:cubicBezTo>
                  <a:cubicBezTo>
                    <a:pt x="432744" y="1136922"/>
                    <a:pt x="436080" y="1131704"/>
                    <a:pt x="437364" y="1143508"/>
                  </a:cubicBezTo>
                  <a:cubicBezTo>
                    <a:pt x="438647" y="1155398"/>
                    <a:pt x="440700" y="1167887"/>
                    <a:pt x="440700" y="1172506"/>
                  </a:cubicBezTo>
                  <a:cubicBezTo>
                    <a:pt x="440700" y="1177126"/>
                    <a:pt x="447287" y="1181060"/>
                    <a:pt x="446602" y="1187048"/>
                  </a:cubicBezTo>
                  <a:cubicBezTo>
                    <a:pt x="445918" y="1192950"/>
                    <a:pt x="448570" y="1193635"/>
                    <a:pt x="449254" y="1195602"/>
                  </a:cubicBezTo>
                  <a:cubicBezTo>
                    <a:pt x="449938" y="1197569"/>
                    <a:pt x="453873" y="1199537"/>
                    <a:pt x="455840" y="1201590"/>
                  </a:cubicBezTo>
                  <a:lnTo>
                    <a:pt x="455840" y="1201590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E6A63363-A061-E0D5-CD22-4276B2F989AE}"/>
                </a:ext>
              </a:extLst>
            </p:cNvPr>
            <p:cNvSpPr/>
            <p:nvPr/>
          </p:nvSpPr>
          <p:spPr>
            <a:xfrm>
              <a:off x="-6903885" y="5671700"/>
              <a:ext cx="435481" cy="1218835"/>
            </a:xfrm>
            <a:custGeom>
              <a:avLst/>
              <a:gdLst>
                <a:gd name="connsiteX0" fmla="*/ 158510 w 435481"/>
                <a:gd name="connsiteY0" fmla="*/ 180601 h 1218835"/>
                <a:gd name="connsiteX1" fmla="*/ 157997 w 435481"/>
                <a:gd name="connsiteY1" fmla="*/ 184279 h 1218835"/>
                <a:gd name="connsiteX2" fmla="*/ 153720 w 435481"/>
                <a:gd name="connsiteY2" fmla="*/ 186161 h 1218835"/>
                <a:gd name="connsiteX3" fmla="*/ 146706 w 435481"/>
                <a:gd name="connsiteY3" fmla="*/ 197624 h 1218835"/>
                <a:gd name="connsiteX4" fmla="*/ 136526 w 435481"/>
                <a:gd name="connsiteY4" fmla="*/ 204039 h 1218835"/>
                <a:gd name="connsiteX5" fmla="*/ 125064 w 435481"/>
                <a:gd name="connsiteY5" fmla="*/ 207888 h 1218835"/>
                <a:gd name="connsiteX6" fmla="*/ 103423 w 435481"/>
                <a:gd name="connsiteY6" fmla="*/ 214218 h 1218835"/>
                <a:gd name="connsiteX7" fmla="*/ 82380 w 435481"/>
                <a:gd name="connsiteY7" fmla="*/ 217383 h 1218835"/>
                <a:gd name="connsiteX8" fmla="*/ 51757 w 435481"/>
                <a:gd name="connsiteY8" fmla="*/ 227563 h 1218835"/>
                <a:gd name="connsiteX9" fmla="*/ 33879 w 435481"/>
                <a:gd name="connsiteY9" fmla="*/ 235175 h 1218835"/>
                <a:gd name="connsiteX10" fmla="*/ 24983 w 435481"/>
                <a:gd name="connsiteY10" fmla="*/ 254935 h 1218835"/>
                <a:gd name="connsiteX11" fmla="*/ 10270 w 435481"/>
                <a:gd name="connsiteY11" fmla="*/ 363998 h 1218835"/>
                <a:gd name="connsiteX12" fmla="*/ 91 w 435481"/>
                <a:gd name="connsiteY12" fmla="*/ 523444 h 1218835"/>
                <a:gd name="connsiteX13" fmla="*/ 3940 w 435481"/>
                <a:gd name="connsiteY13" fmla="*/ 580841 h 1218835"/>
                <a:gd name="connsiteX14" fmla="*/ 5223 w 435481"/>
                <a:gd name="connsiteY14" fmla="*/ 631223 h 1218835"/>
                <a:gd name="connsiteX15" fmla="*/ 7191 w 435481"/>
                <a:gd name="connsiteY15" fmla="*/ 632506 h 1218835"/>
                <a:gd name="connsiteX16" fmla="*/ 9842 w 435481"/>
                <a:gd name="connsiteY16" fmla="*/ 641488 h 1218835"/>
                <a:gd name="connsiteX17" fmla="*/ 16001 w 435481"/>
                <a:gd name="connsiteY17" fmla="*/ 641745 h 1218835"/>
                <a:gd name="connsiteX18" fmla="*/ 18054 w 435481"/>
                <a:gd name="connsiteY18" fmla="*/ 650213 h 1218835"/>
                <a:gd name="connsiteX19" fmla="*/ 27121 w 435481"/>
                <a:gd name="connsiteY19" fmla="*/ 671256 h 1218835"/>
                <a:gd name="connsiteX20" fmla="*/ 37643 w 435481"/>
                <a:gd name="connsiteY20" fmla="*/ 682718 h 1218835"/>
                <a:gd name="connsiteX21" fmla="*/ 47651 w 435481"/>
                <a:gd name="connsiteY21" fmla="*/ 688021 h 1218835"/>
                <a:gd name="connsiteX22" fmla="*/ 57745 w 435481"/>
                <a:gd name="connsiteY22" fmla="*/ 685370 h 1218835"/>
                <a:gd name="connsiteX23" fmla="*/ 55007 w 435481"/>
                <a:gd name="connsiteY23" fmla="*/ 712914 h 1218835"/>
                <a:gd name="connsiteX24" fmla="*/ 55007 w 435481"/>
                <a:gd name="connsiteY24" fmla="*/ 746701 h 1218835"/>
                <a:gd name="connsiteX25" fmla="*/ 53125 w 435481"/>
                <a:gd name="connsiteY25" fmla="*/ 806665 h 1218835"/>
                <a:gd name="connsiteX26" fmla="*/ 53724 w 435481"/>
                <a:gd name="connsiteY26" fmla="*/ 843618 h 1218835"/>
                <a:gd name="connsiteX27" fmla="*/ 54323 w 435481"/>
                <a:gd name="connsiteY27" fmla="*/ 866542 h 1218835"/>
                <a:gd name="connsiteX28" fmla="*/ 48592 w 435481"/>
                <a:gd name="connsiteY28" fmla="*/ 906062 h 1218835"/>
                <a:gd name="connsiteX29" fmla="*/ 40893 w 435481"/>
                <a:gd name="connsiteY29" fmla="*/ 939251 h 1218835"/>
                <a:gd name="connsiteX30" fmla="*/ 40295 w 435481"/>
                <a:gd name="connsiteY30" fmla="*/ 971756 h 1218835"/>
                <a:gd name="connsiteX31" fmla="*/ 30714 w 435481"/>
                <a:gd name="connsiteY31" fmla="*/ 994766 h 1218835"/>
                <a:gd name="connsiteX32" fmla="*/ 33879 w 435481"/>
                <a:gd name="connsiteY32" fmla="*/ 1057894 h 1218835"/>
                <a:gd name="connsiteX33" fmla="*/ 39011 w 435481"/>
                <a:gd name="connsiteY33" fmla="*/ 1096131 h 1218835"/>
                <a:gd name="connsiteX34" fmla="*/ 36445 w 435481"/>
                <a:gd name="connsiteY34" fmla="*/ 1118456 h 1218835"/>
                <a:gd name="connsiteX35" fmla="*/ 30030 w 435481"/>
                <a:gd name="connsiteY35" fmla="*/ 1136334 h 1218835"/>
                <a:gd name="connsiteX36" fmla="*/ 38926 w 435481"/>
                <a:gd name="connsiteY36" fmla="*/ 1167556 h 1218835"/>
                <a:gd name="connsiteX37" fmla="*/ 35077 w 435481"/>
                <a:gd name="connsiteY37" fmla="*/ 1196212 h 1218835"/>
                <a:gd name="connsiteX38" fmla="*/ 34478 w 435481"/>
                <a:gd name="connsiteY38" fmla="*/ 1217254 h 1218835"/>
                <a:gd name="connsiteX39" fmla="*/ 114201 w 435481"/>
                <a:gd name="connsiteY39" fmla="*/ 1217853 h 1218835"/>
                <a:gd name="connsiteX40" fmla="*/ 116083 w 435481"/>
                <a:gd name="connsiteY40" fmla="*/ 1192363 h 1218835"/>
                <a:gd name="connsiteX41" fmla="*/ 135243 w 435481"/>
                <a:gd name="connsiteY41" fmla="*/ 1146428 h 1218835"/>
                <a:gd name="connsiteX42" fmla="*/ 140975 w 435481"/>
                <a:gd name="connsiteY42" fmla="*/ 1089031 h 1218835"/>
                <a:gd name="connsiteX43" fmla="*/ 149871 w 435481"/>
                <a:gd name="connsiteY43" fmla="*/ 1032232 h 1218835"/>
                <a:gd name="connsiteX44" fmla="*/ 154319 w 435481"/>
                <a:gd name="connsiteY44" fmla="*/ 995280 h 1218835"/>
                <a:gd name="connsiteX45" fmla="*/ 159366 w 435481"/>
                <a:gd name="connsiteY45" fmla="*/ 912306 h 1218835"/>
                <a:gd name="connsiteX46" fmla="*/ 196319 w 435481"/>
                <a:gd name="connsiteY46" fmla="*/ 740800 h 1218835"/>
                <a:gd name="connsiteX47" fmla="*/ 204017 w 435481"/>
                <a:gd name="connsiteY47" fmla="*/ 721040 h 1218835"/>
                <a:gd name="connsiteX48" fmla="*/ 207866 w 435481"/>
                <a:gd name="connsiteY48" fmla="*/ 752946 h 1218835"/>
                <a:gd name="connsiteX49" fmla="*/ 212315 w 435481"/>
                <a:gd name="connsiteY49" fmla="*/ 794433 h 1218835"/>
                <a:gd name="connsiteX50" fmla="*/ 223178 w 435481"/>
                <a:gd name="connsiteY50" fmla="*/ 832070 h 1218835"/>
                <a:gd name="connsiteX51" fmla="*/ 228909 w 435481"/>
                <a:gd name="connsiteY51" fmla="*/ 849948 h 1218835"/>
                <a:gd name="connsiteX52" fmla="*/ 234640 w 435481"/>
                <a:gd name="connsiteY52" fmla="*/ 905378 h 1218835"/>
                <a:gd name="connsiteX53" fmla="*/ 236864 w 435481"/>
                <a:gd name="connsiteY53" fmla="*/ 917182 h 1218835"/>
                <a:gd name="connsiteX54" fmla="*/ 239687 w 435481"/>
                <a:gd name="connsiteY54" fmla="*/ 930269 h 1218835"/>
                <a:gd name="connsiteX55" fmla="*/ 240970 w 435481"/>
                <a:gd name="connsiteY55" fmla="*/ 1016322 h 1218835"/>
                <a:gd name="connsiteX56" fmla="*/ 263895 w 435481"/>
                <a:gd name="connsiteY56" fmla="*/ 1110758 h 1218835"/>
                <a:gd name="connsiteX57" fmla="*/ 255597 w 435481"/>
                <a:gd name="connsiteY57" fmla="*/ 1127352 h 1218835"/>
                <a:gd name="connsiteX58" fmla="*/ 258762 w 435481"/>
                <a:gd name="connsiteY58" fmla="*/ 1152245 h 1218835"/>
                <a:gd name="connsiteX59" fmla="*/ 260644 w 435481"/>
                <a:gd name="connsiteY59" fmla="*/ 1175169 h 1218835"/>
                <a:gd name="connsiteX60" fmla="*/ 256196 w 435481"/>
                <a:gd name="connsiteY60" fmla="*/ 1201344 h 1218835"/>
                <a:gd name="connsiteX61" fmla="*/ 256196 w 435481"/>
                <a:gd name="connsiteY61" fmla="*/ 1214090 h 1218835"/>
                <a:gd name="connsiteX62" fmla="*/ 434118 w 435481"/>
                <a:gd name="connsiteY62" fmla="*/ 1210925 h 1218835"/>
                <a:gd name="connsiteX63" fmla="*/ 432835 w 435481"/>
                <a:gd name="connsiteY63" fmla="*/ 1201344 h 1218835"/>
                <a:gd name="connsiteX64" fmla="*/ 428387 w 435481"/>
                <a:gd name="connsiteY64" fmla="*/ 1190481 h 1218835"/>
                <a:gd name="connsiteX65" fmla="*/ 396481 w 435481"/>
                <a:gd name="connsiteY65" fmla="*/ 1189198 h 1218835"/>
                <a:gd name="connsiteX66" fmla="*/ 377320 w 435481"/>
                <a:gd name="connsiteY66" fmla="*/ 1179617 h 1218835"/>
                <a:gd name="connsiteX67" fmla="*/ 365858 w 435481"/>
                <a:gd name="connsiteY67" fmla="*/ 1168754 h 1218835"/>
                <a:gd name="connsiteX68" fmla="*/ 351829 w 435481"/>
                <a:gd name="connsiteY68" fmla="*/ 1127267 h 1218835"/>
                <a:gd name="connsiteX69" fmla="*/ 344815 w 435481"/>
                <a:gd name="connsiteY69" fmla="*/ 1054559 h 1218835"/>
                <a:gd name="connsiteX70" fmla="*/ 342249 w 435481"/>
                <a:gd name="connsiteY70" fmla="*/ 1020770 h 1218835"/>
                <a:gd name="connsiteX71" fmla="*/ 339084 w 435481"/>
                <a:gd name="connsiteY71" fmla="*/ 946180 h 1218835"/>
                <a:gd name="connsiteX72" fmla="*/ 336518 w 435481"/>
                <a:gd name="connsiteY72" fmla="*/ 881170 h 1218835"/>
                <a:gd name="connsiteX73" fmla="*/ 340966 w 435481"/>
                <a:gd name="connsiteY73" fmla="*/ 779806 h 1218835"/>
                <a:gd name="connsiteX74" fmla="*/ 342249 w 435481"/>
                <a:gd name="connsiteY74" fmla="*/ 717276 h 1218835"/>
                <a:gd name="connsiteX75" fmla="*/ 346098 w 435481"/>
                <a:gd name="connsiteY75" fmla="*/ 703932 h 1218835"/>
                <a:gd name="connsiteX76" fmla="*/ 346098 w 435481"/>
                <a:gd name="connsiteY76" fmla="*/ 703077 h 1218835"/>
                <a:gd name="connsiteX77" fmla="*/ 350546 w 435481"/>
                <a:gd name="connsiteY77" fmla="*/ 701366 h 1218835"/>
                <a:gd name="connsiteX78" fmla="*/ 364917 w 435481"/>
                <a:gd name="connsiteY78" fmla="*/ 698030 h 1218835"/>
                <a:gd name="connsiteX79" fmla="*/ 374497 w 435481"/>
                <a:gd name="connsiteY79" fmla="*/ 693239 h 1218835"/>
                <a:gd name="connsiteX80" fmla="*/ 383565 w 435481"/>
                <a:gd name="connsiteY80" fmla="*/ 691358 h 1218835"/>
                <a:gd name="connsiteX81" fmla="*/ 389809 w 435481"/>
                <a:gd name="connsiteY81" fmla="*/ 686567 h 1218835"/>
                <a:gd name="connsiteX82" fmla="*/ 398876 w 435481"/>
                <a:gd name="connsiteY82" fmla="*/ 661676 h 1218835"/>
                <a:gd name="connsiteX83" fmla="*/ 404607 w 435481"/>
                <a:gd name="connsiteY83" fmla="*/ 640120 h 1218835"/>
                <a:gd name="connsiteX84" fmla="*/ 403153 w 435481"/>
                <a:gd name="connsiteY84" fmla="*/ 632506 h 1218835"/>
                <a:gd name="connsiteX85" fmla="*/ 403153 w 435481"/>
                <a:gd name="connsiteY85" fmla="*/ 632506 h 1218835"/>
                <a:gd name="connsiteX86" fmla="*/ 404607 w 435481"/>
                <a:gd name="connsiteY86" fmla="*/ 623354 h 1218835"/>
                <a:gd name="connsiteX87" fmla="*/ 403838 w 435481"/>
                <a:gd name="connsiteY87" fmla="*/ 622413 h 1218835"/>
                <a:gd name="connsiteX88" fmla="*/ 411793 w 435481"/>
                <a:gd name="connsiteY88" fmla="*/ 594185 h 1218835"/>
                <a:gd name="connsiteX89" fmla="*/ 411194 w 435481"/>
                <a:gd name="connsiteY89" fmla="*/ 492136 h 1218835"/>
                <a:gd name="connsiteX90" fmla="*/ 404778 w 435481"/>
                <a:gd name="connsiteY90" fmla="*/ 379310 h 1218835"/>
                <a:gd name="connsiteX91" fmla="*/ 397764 w 435481"/>
                <a:gd name="connsiteY91" fmla="*/ 282393 h 1218835"/>
                <a:gd name="connsiteX92" fmla="*/ 390066 w 435481"/>
                <a:gd name="connsiteY92" fmla="*/ 240308 h 1218835"/>
                <a:gd name="connsiteX93" fmla="*/ 379202 w 435481"/>
                <a:gd name="connsiteY93" fmla="*/ 219864 h 1218835"/>
                <a:gd name="connsiteX94" fmla="*/ 279720 w 435481"/>
                <a:gd name="connsiteY94" fmla="*/ 201387 h 1218835"/>
                <a:gd name="connsiteX95" fmla="*/ 257394 w 435481"/>
                <a:gd name="connsiteY95" fmla="*/ 191807 h 1218835"/>
                <a:gd name="connsiteX96" fmla="*/ 250465 w 435481"/>
                <a:gd name="connsiteY96" fmla="*/ 185391 h 1218835"/>
                <a:gd name="connsiteX97" fmla="*/ 250465 w 435481"/>
                <a:gd name="connsiteY97" fmla="*/ 183852 h 1218835"/>
                <a:gd name="connsiteX98" fmla="*/ 244734 w 435481"/>
                <a:gd name="connsiteY98" fmla="*/ 175725 h 1218835"/>
                <a:gd name="connsiteX99" fmla="*/ 243280 w 435481"/>
                <a:gd name="connsiteY99" fmla="*/ 161868 h 1218835"/>
                <a:gd name="connsiteX100" fmla="*/ 241141 w 435481"/>
                <a:gd name="connsiteY100" fmla="*/ 160756 h 1218835"/>
                <a:gd name="connsiteX101" fmla="*/ 247642 w 435481"/>
                <a:gd name="connsiteY101" fmla="*/ 160414 h 1218835"/>
                <a:gd name="connsiteX102" fmla="*/ 257650 w 435481"/>
                <a:gd name="connsiteY102" fmla="*/ 154170 h 1218835"/>
                <a:gd name="connsiteX103" fmla="*/ 262441 w 435481"/>
                <a:gd name="connsiteY103" fmla="*/ 144589 h 1218835"/>
                <a:gd name="connsiteX104" fmla="*/ 264836 w 435481"/>
                <a:gd name="connsiteY104" fmla="*/ 133127 h 1218835"/>
                <a:gd name="connsiteX105" fmla="*/ 270139 w 435481"/>
                <a:gd name="connsiteY105" fmla="*/ 125428 h 1218835"/>
                <a:gd name="connsiteX106" fmla="*/ 272021 w 435481"/>
                <a:gd name="connsiteY106" fmla="*/ 115420 h 1218835"/>
                <a:gd name="connsiteX107" fmla="*/ 279634 w 435481"/>
                <a:gd name="connsiteY107" fmla="*/ 100622 h 1218835"/>
                <a:gd name="connsiteX108" fmla="*/ 287760 w 435481"/>
                <a:gd name="connsiteY108" fmla="*/ 77697 h 1218835"/>
                <a:gd name="connsiteX109" fmla="*/ 288274 w 435481"/>
                <a:gd name="connsiteY109" fmla="*/ 61444 h 1218835"/>
                <a:gd name="connsiteX110" fmla="*/ 283483 w 435481"/>
                <a:gd name="connsiteY110" fmla="*/ 47074 h 1218835"/>
                <a:gd name="connsiteX111" fmla="*/ 266290 w 435481"/>
                <a:gd name="connsiteY111" fmla="*/ 25090 h 1218835"/>
                <a:gd name="connsiteX112" fmla="*/ 255769 w 435481"/>
                <a:gd name="connsiteY112" fmla="*/ 19787 h 1218835"/>
                <a:gd name="connsiteX113" fmla="*/ 243793 w 435481"/>
                <a:gd name="connsiteY113" fmla="*/ 11147 h 1218835"/>
                <a:gd name="connsiteX114" fmla="*/ 228995 w 435481"/>
                <a:gd name="connsiteY114" fmla="*/ 626 h 1218835"/>
                <a:gd name="connsiteX115" fmla="*/ 211288 w 435481"/>
                <a:gd name="connsiteY115" fmla="*/ 3021 h 1218835"/>
                <a:gd name="connsiteX116" fmla="*/ 184514 w 435481"/>
                <a:gd name="connsiteY116" fmla="*/ 3535 h 1218835"/>
                <a:gd name="connsiteX117" fmla="*/ 172111 w 435481"/>
                <a:gd name="connsiteY117" fmla="*/ 11233 h 1218835"/>
                <a:gd name="connsiteX118" fmla="*/ 160135 w 435481"/>
                <a:gd name="connsiteY118" fmla="*/ 20813 h 1218835"/>
                <a:gd name="connsiteX119" fmla="*/ 148160 w 435481"/>
                <a:gd name="connsiteY119" fmla="*/ 30822 h 1218835"/>
                <a:gd name="connsiteX120" fmla="*/ 142856 w 435481"/>
                <a:gd name="connsiteY120" fmla="*/ 41856 h 1218835"/>
                <a:gd name="connsiteX121" fmla="*/ 135243 w 435481"/>
                <a:gd name="connsiteY121" fmla="*/ 54773 h 1218835"/>
                <a:gd name="connsiteX122" fmla="*/ 130966 w 435481"/>
                <a:gd name="connsiteY122" fmla="*/ 66235 h 1218835"/>
                <a:gd name="connsiteX123" fmla="*/ 131907 w 435481"/>
                <a:gd name="connsiteY123" fmla="*/ 82487 h 1218835"/>
                <a:gd name="connsiteX124" fmla="*/ 131907 w 435481"/>
                <a:gd name="connsiteY124" fmla="*/ 98740 h 1218835"/>
                <a:gd name="connsiteX125" fmla="*/ 135243 w 435481"/>
                <a:gd name="connsiteY125" fmla="*/ 107379 h 1218835"/>
                <a:gd name="connsiteX126" fmla="*/ 136184 w 435481"/>
                <a:gd name="connsiteY126" fmla="*/ 126027 h 1218835"/>
                <a:gd name="connsiteX127" fmla="*/ 143370 w 435481"/>
                <a:gd name="connsiteY127" fmla="*/ 137062 h 1218835"/>
                <a:gd name="connsiteX128" fmla="*/ 152437 w 435481"/>
                <a:gd name="connsiteY128" fmla="*/ 148524 h 1218835"/>
                <a:gd name="connsiteX129" fmla="*/ 157227 w 435481"/>
                <a:gd name="connsiteY129" fmla="*/ 153314 h 1218835"/>
                <a:gd name="connsiteX130" fmla="*/ 163471 w 435481"/>
                <a:gd name="connsiteY130" fmla="*/ 158104 h 1218835"/>
                <a:gd name="connsiteX131" fmla="*/ 163471 w 435481"/>
                <a:gd name="connsiteY131" fmla="*/ 171534 h 1218835"/>
                <a:gd name="connsiteX132" fmla="*/ 158254 w 435481"/>
                <a:gd name="connsiteY132" fmla="*/ 180601 h 1218835"/>
                <a:gd name="connsiteX133" fmla="*/ 158254 w 435481"/>
                <a:gd name="connsiteY133" fmla="*/ 180601 h 1218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</a:cxnLst>
              <a:rect l="l" t="t" r="r" b="b"/>
              <a:pathLst>
                <a:path w="435481" h="1218835">
                  <a:moveTo>
                    <a:pt x="158510" y="180601"/>
                  </a:moveTo>
                  <a:cubicBezTo>
                    <a:pt x="158339" y="181970"/>
                    <a:pt x="158168" y="183168"/>
                    <a:pt x="157997" y="184279"/>
                  </a:cubicBezTo>
                  <a:cubicBezTo>
                    <a:pt x="156543" y="184365"/>
                    <a:pt x="153720" y="184707"/>
                    <a:pt x="153720" y="186161"/>
                  </a:cubicBezTo>
                  <a:cubicBezTo>
                    <a:pt x="153720" y="188043"/>
                    <a:pt x="149871" y="194458"/>
                    <a:pt x="146706" y="197624"/>
                  </a:cubicBezTo>
                  <a:cubicBezTo>
                    <a:pt x="143541" y="200789"/>
                    <a:pt x="139093" y="201473"/>
                    <a:pt x="136526" y="204039"/>
                  </a:cubicBezTo>
                  <a:cubicBezTo>
                    <a:pt x="133960" y="206605"/>
                    <a:pt x="130111" y="207204"/>
                    <a:pt x="125064" y="207888"/>
                  </a:cubicBezTo>
                  <a:cubicBezTo>
                    <a:pt x="119932" y="208487"/>
                    <a:pt x="105903" y="213620"/>
                    <a:pt x="103423" y="214218"/>
                  </a:cubicBezTo>
                  <a:cubicBezTo>
                    <a:pt x="100857" y="214817"/>
                    <a:pt x="82380" y="217383"/>
                    <a:pt x="82380" y="217383"/>
                  </a:cubicBezTo>
                  <a:cubicBezTo>
                    <a:pt x="82380" y="217383"/>
                    <a:pt x="60054" y="223713"/>
                    <a:pt x="51757" y="227563"/>
                  </a:cubicBezTo>
                  <a:cubicBezTo>
                    <a:pt x="43459" y="231411"/>
                    <a:pt x="37728" y="228161"/>
                    <a:pt x="33879" y="235175"/>
                  </a:cubicBezTo>
                  <a:cubicBezTo>
                    <a:pt x="30030" y="242190"/>
                    <a:pt x="25582" y="247322"/>
                    <a:pt x="24983" y="254935"/>
                  </a:cubicBezTo>
                  <a:cubicBezTo>
                    <a:pt x="24299" y="262634"/>
                    <a:pt x="14119" y="337224"/>
                    <a:pt x="10270" y="363998"/>
                  </a:cubicBezTo>
                  <a:cubicBezTo>
                    <a:pt x="6421" y="390772"/>
                    <a:pt x="690" y="495985"/>
                    <a:pt x="91" y="523444"/>
                  </a:cubicBezTo>
                  <a:cubicBezTo>
                    <a:pt x="-508" y="550902"/>
                    <a:pt x="1973" y="569378"/>
                    <a:pt x="3940" y="580841"/>
                  </a:cubicBezTo>
                  <a:cubicBezTo>
                    <a:pt x="5822" y="592303"/>
                    <a:pt x="3341" y="629940"/>
                    <a:pt x="5223" y="631223"/>
                  </a:cubicBezTo>
                  <a:lnTo>
                    <a:pt x="7191" y="632506"/>
                  </a:lnTo>
                  <a:cubicBezTo>
                    <a:pt x="7704" y="636955"/>
                    <a:pt x="7875" y="637468"/>
                    <a:pt x="9842" y="641488"/>
                  </a:cubicBezTo>
                  <a:cubicBezTo>
                    <a:pt x="10185" y="642258"/>
                    <a:pt x="12494" y="642258"/>
                    <a:pt x="16001" y="641745"/>
                  </a:cubicBezTo>
                  <a:cubicBezTo>
                    <a:pt x="16258" y="644824"/>
                    <a:pt x="16857" y="647903"/>
                    <a:pt x="18054" y="650213"/>
                  </a:cubicBezTo>
                  <a:cubicBezTo>
                    <a:pt x="21390" y="656885"/>
                    <a:pt x="20963" y="664071"/>
                    <a:pt x="27121" y="671256"/>
                  </a:cubicBezTo>
                  <a:cubicBezTo>
                    <a:pt x="33366" y="678441"/>
                    <a:pt x="32853" y="681777"/>
                    <a:pt x="37643" y="682718"/>
                  </a:cubicBezTo>
                  <a:cubicBezTo>
                    <a:pt x="42433" y="683659"/>
                    <a:pt x="41920" y="688449"/>
                    <a:pt x="47651" y="688021"/>
                  </a:cubicBezTo>
                  <a:cubicBezTo>
                    <a:pt x="51415" y="687680"/>
                    <a:pt x="55093" y="685969"/>
                    <a:pt x="57745" y="685370"/>
                  </a:cubicBezTo>
                  <a:cubicBezTo>
                    <a:pt x="56461" y="694095"/>
                    <a:pt x="55007" y="703761"/>
                    <a:pt x="55007" y="712914"/>
                  </a:cubicBezTo>
                  <a:cubicBezTo>
                    <a:pt x="55007" y="723178"/>
                    <a:pt x="54409" y="737121"/>
                    <a:pt x="55007" y="746701"/>
                  </a:cubicBezTo>
                  <a:cubicBezTo>
                    <a:pt x="55692" y="756282"/>
                    <a:pt x="51842" y="793235"/>
                    <a:pt x="53125" y="806665"/>
                  </a:cubicBezTo>
                  <a:cubicBezTo>
                    <a:pt x="54409" y="820095"/>
                    <a:pt x="52527" y="828991"/>
                    <a:pt x="53724" y="843618"/>
                  </a:cubicBezTo>
                  <a:cubicBezTo>
                    <a:pt x="55007" y="858331"/>
                    <a:pt x="56290" y="857646"/>
                    <a:pt x="54323" y="866542"/>
                  </a:cubicBezTo>
                  <a:cubicBezTo>
                    <a:pt x="52441" y="875439"/>
                    <a:pt x="49875" y="892034"/>
                    <a:pt x="48592" y="906062"/>
                  </a:cubicBezTo>
                  <a:cubicBezTo>
                    <a:pt x="47309" y="920090"/>
                    <a:pt x="42861" y="926506"/>
                    <a:pt x="40893" y="939251"/>
                  </a:cubicBezTo>
                  <a:cubicBezTo>
                    <a:pt x="39011" y="951996"/>
                    <a:pt x="44058" y="962860"/>
                    <a:pt x="40295" y="971756"/>
                  </a:cubicBezTo>
                  <a:cubicBezTo>
                    <a:pt x="36445" y="980738"/>
                    <a:pt x="31398" y="978770"/>
                    <a:pt x="30714" y="994766"/>
                  </a:cubicBezTo>
                  <a:cubicBezTo>
                    <a:pt x="30115" y="1010677"/>
                    <a:pt x="33879" y="1050881"/>
                    <a:pt x="33879" y="1057894"/>
                  </a:cubicBezTo>
                  <a:cubicBezTo>
                    <a:pt x="33879" y="1064909"/>
                    <a:pt x="38327" y="1082787"/>
                    <a:pt x="39011" y="1096131"/>
                  </a:cubicBezTo>
                  <a:cubicBezTo>
                    <a:pt x="39610" y="1109475"/>
                    <a:pt x="39610" y="1112725"/>
                    <a:pt x="36445" y="1118456"/>
                  </a:cubicBezTo>
                  <a:cubicBezTo>
                    <a:pt x="33280" y="1124187"/>
                    <a:pt x="26266" y="1128037"/>
                    <a:pt x="30030" y="1136334"/>
                  </a:cubicBezTo>
                  <a:cubicBezTo>
                    <a:pt x="33879" y="1144632"/>
                    <a:pt x="38926" y="1157377"/>
                    <a:pt x="38926" y="1167556"/>
                  </a:cubicBezTo>
                  <a:cubicBezTo>
                    <a:pt x="38926" y="1177735"/>
                    <a:pt x="35761" y="1185434"/>
                    <a:pt x="35077" y="1196212"/>
                  </a:cubicBezTo>
                  <a:cubicBezTo>
                    <a:pt x="34478" y="1207075"/>
                    <a:pt x="30629" y="1214090"/>
                    <a:pt x="34478" y="1217254"/>
                  </a:cubicBezTo>
                  <a:cubicBezTo>
                    <a:pt x="38327" y="1220419"/>
                    <a:pt x="114201" y="1217853"/>
                    <a:pt x="114201" y="1217853"/>
                  </a:cubicBezTo>
                  <a:cubicBezTo>
                    <a:pt x="114201" y="1217853"/>
                    <a:pt x="113602" y="1194244"/>
                    <a:pt x="116083" y="1192363"/>
                  </a:cubicBezTo>
                  <a:cubicBezTo>
                    <a:pt x="118649" y="1190395"/>
                    <a:pt x="133276" y="1156693"/>
                    <a:pt x="135243" y="1146428"/>
                  </a:cubicBezTo>
                  <a:cubicBezTo>
                    <a:pt x="137125" y="1136249"/>
                    <a:pt x="137810" y="1110758"/>
                    <a:pt x="140975" y="1089031"/>
                  </a:cubicBezTo>
                  <a:cubicBezTo>
                    <a:pt x="144140" y="1067304"/>
                    <a:pt x="146107" y="1043781"/>
                    <a:pt x="149871" y="1032232"/>
                  </a:cubicBezTo>
                  <a:cubicBezTo>
                    <a:pt x="153720" y="1020770"/>
                    <a:pt x="152437" y="1020770"/>
                    <a:pt x="154319" y="995280"/>
                  </a:cubicBezTo>
                  <a:cubicBezTo>
                    <a:pt x="156201" y="969789"/>
                    <a:pt x="153634" y="937883"/>
                    <a:pt x="159366" y="912306"/>
                  </a:cubicBezTo>
                  <a:cubicBezTo>
                    <a:pt x="165097" y="886815"/>
                    <a:pt x="191871" y="753545"/>
                    <a:pt x="196319" y="740800"/>
                  </a:cubicBezTo>
                  <a:cubicBezTo>
                    <a:pt x="200767" y="728054"/>
                    <a:pt x="200767" y="721040"/>
                    <a:pt x="204017" y="721040"/>
                  </a:cubicBezTo>
                  <a:cubicBezTo>
                    <a:pt x="207268" y="721040"/>
                    <a:pt x="206583" y="743965"/>
                    <a:pt x="207866" y="752946"/>
                  </a:cubicBezTo>
                  <a:cubicBezTo>
                    <a:pt x="209150" y="761842"/>
                    <a:pt x="209150" y="775272"/>
                    <a:pt x="212315" y="794433"/>
                  </a:cubicBezTo>
                  <a:cubicBezTo>
                    <a:pt x="215479" y="813593"/>
                    <a:pt x="218730" y="819924"/>
                    <a:pt x="223178" y="832070"/>
                  </a:cubicBezTo>
                  <a:cubicBezTo>
                    <a:pt x="227626" y="844217"/>
                    <a:pt x="228310" y="840367"/>
                    <a:pt x="228909" y="849948"/>
                  </a:cubicBezTo>
                  <a:cubicBezTo>
                    <a:pt x="229508" y="859528"/>
                    <a:pt x="232758" y="892034"/>
                    <a:pt x="234640" y="905378"/>
                  </a:cubicBezTo>
                  <a:cubicBezTo>
                    <a:pt x="235410" y="910767"/>
                    <a:pt x="236180" y="914274"/>
                    <a:pt x="236864" y="917182"/>
                  </a:cubicBezTo>
                  <a:cubicBezTo>
                    <a:pt x="237720" y="924538"/>
                    <a:pt x="238575" y="930013"/>
                    <a:pt x="239687" y="930269"/>
                  </a:cubicBezTo>
                  <a:cubicBezTo>
                    <a:pt x="240970" y="939850"/>
                    <a:pt x="237121" y="986383"/>
                    <a:pt x="240970" y="1016322"/>
                  </a:cubicBezTo>
                  <a:cubicBezTo>
                    <a:pt x="244820" y="1046261"/>
                    <a:pt x="262697" y="1105626"/>
                    <a:pt x="263895" y="1110758"/>
                  </a:cubicBezTo>
                  <a:cubicBezTo>
                    <a:pt x="265178" y="1115805"/>
                    <a:pt x="255597" y="1115206"/>
                    <a:pt x="255597" y="1127352"/>
                  </a:cubicBezTo>
                  <a:cubicBezTo>
                    <a:pt x="255597" y="1139499"/>
                    <a:pt x="258762" y="1140782"/>
                    <a:pt x="258762" y="1152245"/>
                  </a:cubicBezTo>
                  <a:cubicBezTo>
                    <a:pt x="258762" y="1163707"/>
                    <a:pt x="260644" y="1166957"/>
                    <a:pt x="260644" y="1175169"/>
                  </a:cubicBezTo>
                  <a:cubicBezTo>
                    <a:pt x="260644" y="1183381"/>
                    <a:pt x="256196" y="1193645"/>
                    <a:pt x="256196" y="1201344"/>
                  </a:cubicBezTo>
                  <a:lnTo>
                    <a:pt x="256196" y="1214090"/>
                  </a:lnTo>
                  <a:cubicBezTo>
                    <a:pt x="256196" y="1214090"/>
                    <a:pt x="430954" y="1212807"/>
                    <a:pt x="434118" y="1210925"/>
                  </a:cubicBezTo>
                  <a:cubicBezTo>
                    <a:pt x="437283" y="1209043"/>
                    <a:pt x="434118" y="1203910"/>
                    <a:pt x="432835" y="1201344"/>
                  </a:cubicBezTo>
                  <a:cubicBezTo>
                    <a:pt x="431552" y="1198778"/>
                    <a:pt x="431552" y="1193047"/>
                    <a:pt x="428387" y="1190481"/>
                  </a:cubicBezTo>
                  <a:cubicBezTo>
                    <a:pt x="425222" y="1187914"/>
                    <a:pt x="402212" y="1192363"/>
                    <a:pt x="396481" y="1189198"/>
                  </a:cubicBezTo>
                  <a:cubicBezTo>
                    <a:pt x="390750" y="1185947"/>
                    <a:pt x="383051" y="1184750"/>
                    <a:pt x="377320" y="1179617"/>
                  </a:cubicBezTo>
                  <a:cubicBezTo>
                    <a:pt x="371589" y="1174485"/>
                    <a:pt x="367740" y="1173202"/>
                    <a:pt x="365858" y="1168754"/>
                  </a:cubicBezTo>
                  <a:cubicBezTo>
                    <a:pt x="363976" y="1164305"/>
                    <a:pt x="353711" y="1136249"/>
                    <a:pt x="351829" y="1127267"/>
                  </a:cubicBezTo>
                  <a:cubicBezTo>
                    <a:pt x="349862" y="1118371"/>
                    <a:pt x="345414" y="1069870"/>
                    <a:pt x="344815" y="1054559"/>
                  </a:cubicBezTo>
                  <a:cubicBezTo>
                    <a:pt x="344216" y="1039247"/>
                    <a:pt x="342249" y="1029068"/>
                    <a:pt x="342249" y="1020770"/>
                  </a:cubicBezTo>
                  <a:cubicBezTo>
                    <a:pt x="342249" y="1012473"/>
                    <a:pt x="340966" y="966538"/>
                    <a:pt x="339084" y="946180"/>
                  </a:cubicBezTo>
                  <a:cubicBezTo>
                    <a:pt x="337202" y="925736"/>
                    <a:pt x="333952" y="897080"/>
                    <a:pt x="336518" y="881170"/>
                  </a:cubicBezTo>
                  <a:cubicBezTo>
                    <a:pt x="339084" y="865260"/>
                    <a:pt x="339084" y="809745"/>
                    <a:pt x="340966" y="779806"/>
                  </a:cubicBezTo>
                  <a:cubicBezTo>
                    <a:pt x="342848" y="749781"/>
                    <a:pt x="340966" y="728140"/>
                    <a:pt x="342249" y="717276"/>
                  </a:cubicBezTo>
                  <a:cubicBezTo>
                    <a:pt x="343532" y="706413"/>
                    <a:pt x="346098" y="703932"/>
                    <a:pt x="346098" y="703932"/>
                  </a:cubicBezTo>
                  <a:lnTo>
                    <a:pt x="346098" y="703077"/>
                  </a:lnTo>
                  <a:cubicBezTo>
                    <a:pt x="346697" y="702905"/>
                    <a:pt x="347809" y="702307"/>
                    <a:pt x="350546" y="701366"/>
                  </a:cubicBezTo>
                  <a:cubicBezTo>
                    <a:pt x="356278" y="699484"/>
                    <a:pt x="359614" y="699912"/>
                    <a:pt x="364917" y="698030"/>
                  </a:cubicBezTo>
                  <a:cubicBezTo>
                    <a:pt x="370220" y="696148"/>
                    <a:pt x="370220" y="693753"/>
                    <a:pt x="374497" y="693239"/>
                  </a:cubicBezTo>
                  <a:cubicBezTo>
                    <a:pt x="378774" y="692726"/>
                    <a:pt x="379715" y="693239"/>
                    <a:pt x="383565" y="691358"/>
                  </a:cubicBezTo>
                  <a:cubicBezTo>
                    <a:pt x="387414" y="689476"/>
                    <a:pt x="385960" y="688962"/>
                    <a:pt x="389809" y="686567"/>
                  </a:cubicBezTo>
                  <a:cubicBezTo>
                    <a:pt x="393658" y="684172"/>
                    <a:pt x="395112" y="669374"/>
                    <a:pt x="398876" y="661676"/>
                  </a:cubicBezTo>
                  <a:cubicBezTo>
                    <a:pt x="402725" y="654063"/>
                    <a:pt x="405121" y="645423"/>
                    <a:pt x="404607" y="640120"/>
                  </a:cubicBezTo>
                  <a:cubicBezTo>
                    <a:pt x="404351" y="637724"/>
                    <a:pt x="403752" y="634902"/>
                    <a:pt x="403153" y="632506"/>
                  </a:cubicBezTo>
                  <a:lnTo>
                    <a:pt x="403153" y="632506"/>
                  </a:lnTo>
                  <a:cubicBezTo>
                    <a:pt x="403153" y="629085"/>
                    <a:pt x="404607" y="623354"/>
                    <a:pt x="404607" y="623354"/>
                  </a:cubicBezTo>
                  <a:lnTo>
                    <a:pt x="403838" y="622413"/>
                  </a:lnTo>
                  <a:cubicBezTo>
                    <a:pt x="406147" y="615826"/>
                    <a:pt x="409398" y="604963"/>
                    <a:pt x="411793" y="594185"/>
                  </a:cubicBezTo>
                  <a:cubicBezTo>
                    <a:pt x="414958" y="579557"/>
                    <a:pt x="410510" y="514462"/>
                    <a:pt x="411194" y="492136"/>
                  </a:cubicBezTo>
                  <a:cubicBezTo>
                    <a:pt x="411793" y="469810"/>
                    <a:pt x="409226" y="398385"/>
                    <a:pt x="404778" y="379310"/>
                  </a:cubicBezTo>
                  <a:cubicBezTo>
                    <a:pt x="400330" y="360149"/>
                    <a:pt x="397764" y="298988"/>
                    <a:pt x="397764" y="282393"/>
                  </a:cubicBezTo>
                  <a:cubicBezTo>
                    <a:pt x="397764" y="265799"/>
                    <a:pt x="394599" y="250487"/>
                    <a:pt x="390066" y="240308"/>
                  </a:cubicBezTo>
                  <a:cubicBezTo>
                    <a:pt x="385618" y="230129"/>
                    <a:pt x="381768" y="220548"/>
                    <a:pt x="379202" y="219864"/>
                  </a:cubicBezTo>
                  <a:cubicBezTo>
                    <a:pt x="376636" y="219265"/>
                    <a:pt x="298881" y="205835"/>
                    <a:pt x="279720" y="201387"/>
                  </a:cubicBezTo>
                  <a:cubicBezTo>
                    <a:pt x="260559" y="196939"/>
                    <a:pt x="261243" y="194373"/>
                    <a:pt x="257394" y="191807"/>
                  </a:cubicBezTo>
                  <a:lnTo>
                    <a:pt x="250465" y="185391"/>
                  </a:lnTo>
                  <a:lnTo>
                    <a:pt x="250465" y="183852"/>
                  </a:lnTo>
                  <a:cubicBezTo>
                    <a:pt x="250465" y="183852"/>
                    <a:pt x="244734" y="177180"/>
                    <a:pt x="244734" y="175725"/>
                  </a:cubicBezTo>
                  <a:cubicBezTo>
                    <a:pt x="244734" y="174271"/>
                    <a:pt x="246616" y="165204"/>
                    <a:pt x="243280" y="161868"/>
                  </a:cubicBezTo>
                  <a:lnTo>
                    <a:pt x="241141" y="160756"/>
                  </a:lnTo>
                  <a:cubicBezTo>
                    <a:pt x="242082" y="158361"/>
                    <a:pt x="243622" y="160841"/>
                    <a:pt x="247642" y="160414"/>
                  </a:cubicBezTo>
                  <a:cubicBezTo>
                    <a:pt x="251919" y="159901"/>
                    <a:pt x="250465" y="161868"/>
                    <a:pt x="257650" y="154170"/>
                  </a:cubicBezTo>
                  <a:cubicBezTo>
                    <a:pt x="264836" y="146556"/>
                    <a:pt x="260559" y="150833"/>
                    <a:pt x="262441" y="144589"/>
                  </a:cubicBezTo>
                  <a:cubicBezTo>
                    <a:pt x="264323" y="138344"/>
                    <a:pt x="265263" y="138344"/>
                    <a:pt x="264836" y="133127"/>
                  </a:cubicBezTo>
                  <a:cubicBezTo>
                    <a:pt x="264323" y="127823"/>
                    <a:pt x="268172" y="129790"/>
                    <a:pt x="270139" y="125428"/>
                  </a:cubicBezTo>
                  <a:cubicBezTo>
                    <a:pt x="272021" y="121151"/>
                    <a:pt x="272534" y="123974"/>
                    <a:pt x="272021" y="115420"/>
                  </a:cubicBezTo>
                  <a:cubicBezTo>
                    <a:pt x="271508" y="106780"/>
                    <a:pt x="275870" y="105840"/>
                    <a:pt x="279634" y="100622"/>
                  </a:cubicBezTo>
                  <a:cubicBezTo>
                    <a:pt x="283483" y="95404"/>
                    <a:pt x="285365" y="85824"/>
                    <a:pt x="287760" y="77697"/>
                  </a:cubicBezTo>
                  <a:cubicBezTo>
                    <a:pt x="290155" y="69571"/>
                    <a:pt x="288701" y="67176"/>
                    <a:pt x="288274" y="61444"/>
                  </a:cubicBezTo>
                  <a:cubicBezTo>
                    <a:pt x="287760" y="55713"/>
                    <a:pt x="284938" y="53318"/>
                    <a:pt x="283483" y="47074"/>
                  </a:cubicBezTo>
                  <a:cubicBezTo>
                    <a:pt x="282029" y="40830"/>
                    <a:pt x="272962" y="31763"/>
                    <a:pt x="266290" y="25090"/>
                  </a:cubicBezTo>
                  <a:cubicBezTo>
                    <a:pt x="259618" y="18418"/>
                    <a:pt x="259105" y="19787"/>
                    <a:pt x="255769" y="19787"/>
                  </a:cubicBezTo>
                  <a:cubicBezTo>
                    <a:pt x="252433" y="19787"/>
                    <a:pt x="248070" y="14997"/>
                    <a:pt x="243793" y="11147"/>
                  </a:cubicBezTo>
                  <a:cubicBezTo>
                    <a:pt x="239516" y="7298"/>
                    <a:pt x="233785" y="2508"/>
                    <a:pt x="228995" y="626"/>
                  </a:cubicBezTo>
                  <a:cubicBezTo>
                    <a:pt x="224204" y="-1256"/>
                    <a:pt x="216078" y="1567"/>
                    <a:pt x="211288" y="3021"/>
                  </a:cubicBezTo>
                  <a:cubicBezTo>
                    <a:pt x="206498" y="4475"/>
                    <a:pt x="190245" y="4475"/>
                    <a:pt x="184514" y="3535"/>
                  </a:cubicBezTo>
                  <a:cubicBezTo>
                    <a:pt x="178783" y="2593"/>
                    <a:pt x="174934" y="9266"/>
                    <a:pt x="172111" y="11233"/>
                  </a:cubicBezTo>
                  <a:cubicBezTo>
                    <a:pt x="169203" y="13115"/>
                    <a:pt x="166380" y="16964"/>
                    <a:pt x="160135" y="20813"/>
                  </a:cubicBezTo>
                  <a:cubicBezTo>
                    <a:pt x="153891" y="24663"/>
                    <a:pt x="152009" y="27486"/>
                    <a:pt x="148160" y="30822"/>
                  </a:cubicBezTo>
                  <a:cubicBezTo>
                    <a:pt x="144311" y="34157"/>
                    <a:pt x="145765" y="39376"/>
                    <a:pt x="142856" y="41856"/>
                  </a:cubicBezTo>
                  <a:cubicBezTo>
                    <a:pt x="139948" y="44251"/>
                    <a:pt x="139007" y="49469"/>
                    <a:pt x="135243" y="54773"/>
                  </a:cubicBezTo>
                  <a:cubicBezTo>
                    <a:pt x="131394" y="60076"/>
                    <a:pt x="131394" y="62899"/>
                    <a:pt x="130966" y="66235"/>
                  </a:cubicBezTo>
                  <a:cubicBezTo>
                    <a:pt x="130453" y="69571"/>
                    <a:pt x="131907" y="76243"/>
                    <a:pt x="131907" y="82487"/>
                  </a:cubicBezTo>
                  <a:lnTo>
                    <a:pt x="131907" y="98740"/>
                  </a:lnTo>
                  <a:cubicBezTo>
                    <a:pt x="131907" y="108320"/>
                    <a:pt x="134302" y="102589"/>
                    <a:pt x="135243" y="107379"/>
                  </a:cubicBezTo>
                  <a:cubicBezTo>
                    <a:pt x="136184" y="112169"/>
                    <a:pt x="135757" y="116960"/>
                    <a:pt x="136184" y="126027"/>
                  </a:cubicBezTo>
                  <a:cubicBezTo>
                    <a:pt x="136698" y="135094"/>
                    <a:pt x="140975" y="133725"/>
                    <a:pt x="143370" y="137062"/>
                  </a:cubicBezTo>
                  <a:cubicBezTo>
                    <a:pt x="145765" y="140398"/>
                    <a:pt x="149101" y="144247"/>
                    <a:pt x="152437" y="148524"/>
                  </a:cubicBezTo>
                  <a:cubicBezTo>
                    <a:pt x="155773" y="152801"/>
                    <a:pt x="153891" y="152373"/>
                    <a:pt x="157227" y="153314"/>
                  </a:cubicBezTo>
                  <a:cubicBezTo>
                    <a:pt x="160563" y="154255"/>
                    <a:pt x="162017" y="154768"/>
                    <a:pt x="163471" y="158104"/>
                  </a:cubicBezTo>
                  <a:cubicBezTo>
                    <a:pt x="164926" y="161440"/>
                    <a:pt x="163471" y="171534"/>
                    <a:pt x="163471" y="171534"/>
                  </a:cubicBezTo>
                  <a:cubicBezTo>
                    <a:pt x="163471" y="171534"/>
                    <a:pt x="158681" y="175811"/>
                    <a:pt x="158254" y="180601"/>
                  </a:cubicBezTo>
                  <a:lnTo>
                    <a:pt x="158254" y="180601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E40E1EC7-E0B9-5F86-6ADC-C0ACA7BDEFF7}"/>
                </a:ext>
              </a:extLst>
            </p:cNvPr>
            <p:cNvSpPr/>
            <p:nvPr/>
          </p:nvSpPr>
          <p:spPr>
            <a:xfrm>
              <a:off x="-6320423" y="5637506"/>
              <a:ext cx="385997" cy="1253075"/>
            </a:xfrm>
            <a:custGeom>
              <a:avLst/>
              <a:gdLst>
                <a:gd name="connsiteX0" fmla="*/ 46114 w 385997"/>
                <a:gd name="connsiteY0" fmla="*/ 583128 h 1253075"/>
                <a:gd name="connsiteX1" fmla="*/ 46114 w 385997"/>
                <a:gd name="connsiteY1" fmla="*/ 583128 h 1253075"/>
                <a:gd name="connsiteX2" fmla="*/ 44061 w 385997"/>
                <a:gd name="connsiteY2" fmla="*/ 588860 h 1253075"/>
                <a:gd name="connsiteX3" fmla="*/ 46114 w 385997"/>
                <a:gd name="connsiteY3" fmla="*/ 583128 h 1253075"/>
                <a:gd name="connsiteX4" fmla="*/ 46114 w 385997"/>
                <a:gd name="connsiteY4" fmla="*/ 583128 h 1253075"/>
                <a:gd name="connsiteX5" fmla="*/ 168777 w 385997"/>
                <a:gd name="connsiteY5" fmla="*/ 1078659 h 1253075"/>
                <a:gd name="connsiteX6" fmla="*/ 176219 w 385997"/>
                <a:gd name="connsiteY6" fmla="*/ 1031441 h 1253075"/>
                <a:gd name="connsiteX7" fmla="*/ 176219 w 385997"/>
                <a:gd name="connsiteY7" fmla="*/ 1029987 h 1253075"/>
                <a:gd name="connsiteX8" fmla="*/ 176904 w 385997"/>
                <a:gd name="connsiteY8" fmla="*/ 1026736 h 1253075"/>
                <a:gd name="connsiteX9" fmla="*/ 176732 w 385997"/>
                <a:gd name="connsiteY9" fmla="*/ 1011767 h 1253075"/>
                <a:gd name="connsiteX10" fmla="*/ 175535 w 385997"/>
                <a:gd name="connsiteY10" fmla="*/ 910146 h 1253075"/>
                <a:gd name="connsiteX11" fmla="*/ 173482 w 385997"/>
                <a:gd name="connsiteY11" fmla="*/ 858908 h 1253075"/>
                <a:gd name="connsiteX12" fmla="*/ 174081 w 385997"/>
                <a:gd name="connsiteY12" fmla="*/ 848985 h 1253075"/>
                <a:gd name="connsiteX13" fmla="*/ 182891 w 385997"/>
                <a:gd name="connsiteY13" fmla="*/ 873792 h 1253075"/>
                <a:gd name="connsiteX14" fmla="*/ 188965 w 385997"/>
                <a:gd name="connsiteY14" fmla="*/ 895347 h 1253075"/>
                <a:gd name="connsiteX15" fmla="*/ 191702 w 385997"/>
                <a:gd name="connsiteY15" fmla="*/ 918272 h 1253075"/>
                <a:gd name="connsiteX16" fmla="*/ 194439 w 385997"/>
                <a:gd name="connsiteY16" fmla="*/ 941197 h 1253075"/>
                <a:gd name="connsiteX17" fmla="*/ 198460 w 385997"/>
                <a:gd name="connsiteY17" fmla="*/ 968142 h 1253075"/>
                <a:gd name="connsiteX18" fmla="*/ 207869 w 385997"/>
                <a:gd name="connsiteY18" fmla="*/ 1011938 h 1253075"/>
                <a:gd name="connsiteX19" fmla="*/ 209238 w 385997"/>
                <a:gd name="connsiteY19" fmla="*/ 1078659 h 1253075"/>
                <a:gd name="connsiteX20" fmla="*/ 196407 w 385997"/>
                <a:gd name="connsiteY20" fmla="*/ 1131266 h 1253075"/>
                <a:gd name="connsiteX21" fmla="*/ 196407 w 385997"/>
                <a:gd name="connsiteY21" fmla="*/ 1164284 h 1253075"/>
                <a:gd name="connsiteX22" fmla="*/ 189649 w 385997"/>
                <a:gd name="connsiteY22" fmla="*/ 1186524 h 1253075"/>
                <a:gd name="connsiteX23" fmla="*/ 192386 w 385997"/>
                <a:gd name="connsiteY23" fmla="*/ 1209449 h 1253075"/>
                <a:gd name="connsiteX24" fmla="*/ 186997 w 385997"/>
                <a:gd name="connsiteY24" fmla="*/ 1220227 h 1253075"/>
                <a:gd name="connsiteX25" fmla="*/ 177588 w 385997"/>
                <a:gd name="connsiteY25" fmla="*/ 1221510 h 1253075"/>
                <a:gd name="connsiteX26" fmla="*/ 177588 w 385997"/>
                <a:gd name="connsiteY26" fmla="*/ 1218944 h 1253075"/>
                <a:gd name="connsiteX27" fmla="*/ 174851 w 385997"/>
                <a:gd name="connsiteY27" fmla="*/ 1189946 h 1253075"/>
                <a:gd name="connsiteX28" fmla="*/ 169462 w 385997"/>
                <a:gd name="connsiteY28" fmla="*/ 1169074 h 1253075"/>
                <a:gd name="connsiteX29" fmla="*/ 174166 w 385997"/>
                <a:gd name="connsiteY29" fmla="*/ 1149486 h 1253075"/>
                <a:gd name="connsiteX30" fmla="*/ 172113 w 385997"/>
                <a:gd name="connsiteY30" fmla="*/ 1111078 h 1253075"/>
                <a:gd name="connsiteX31" fmla="*/ 168777 w 385997"/>
                <a:gd name="connsiteY31" fmla="*/ 1078744 h 1253075"/>
                <a:gd name="connsiteX32" fmla="*/ 168777 w 385997"/>
                <a:gd name="connsiteY32" fmla="*/ 1078744 h 1253075"/>
                <a:gd name="connsiteX33" fmla="*/ 271596 w 385997"/>
                <a:gd name="connsiteY33" fmla="*/ 483389 h 1253075"/>
                <a:gd name="connsiteX34" fmla="*/ 274333 w 385997"/>
                <a:gd name="connsiteY34" fmla="*/ 463202 h 1253075"/>
                <a:gd name="connsiteX35" fmla="*/ 272023 w 385997"/>
                <a:gd name="connsiteY35" fmla="*/ 451825 h 1253075"/>
                <a:gd name="connsiteX36" fmla="*/ 272023 w 385997"/>
                <a:gd name="connsiteY36" fmla="*/ 450371 h 1253075"/>
                <a:gd name="connsiteX37" fmla="*/ 272451 w 385997"/>
                <a:gd name="connsiteY37" fmla="*/ 439679 h 1253075"/>
                <a:gd name="connsiteX38" fmla="*/ 276814 w 385997"/>
                <a:gd name="connsiteY38" fmla="*/ 426249 h 1253075"/>
                <a:gd name="connsiteX39" fmla="*/ 281091 w 385997"/>
                <a:gd name="connsiteY39" fmla="*/ 420689 h 1253075"/>
                <a:gd name="connsiteX40" fmla="*/ 289217 w 385997"/>
                <a:gd name="connsiteY40" fmla="*/ 433862 h 1253075"/>
                <a:gd name="connsiteX41" fmla="*/ 289816 w 385997"/>
                <a:gd name="connsiteY41" fmla="*/ 434803 h 1253075"/>
                <a:gd name="connsiteX42" fmla="*/ 291869 w 385997"/>
                <a:gd name="connsiteY42" fmla="*/ 448318 h 1253075"/>
                <a:gd name="connsiteX43" fmla="*/ 291099 w 385997"/>
                <a:gd name="connsiteY43" fmla="*/ 453365 h 1253075"/>
                <a:gd name="connsiteX44" fmla="*/ 289131 w 385997"/>
                <a:gd name="connsiteY44" fmla="*/ 463116 h 1253075"/>
                <a:gd name="connsiteX45" fmla="*/ 284427 w 385997"/>
                <a:gd name="connsiteY45" fmla="*/ 483988 h 1253075"/>
                <a:gd name="connsiteX46" fmla="*/ 281091 w 385997"/>
                <a:gd name="connsiteY46" fmla="*/ 492029 h 1253075"/>
                <a:gd name="connsiteX47" fmla="*/ 274590 w 385997"/>
                <a:gd name="connsiteY47" fmla="*/ 502892 h 1253075"/>
                <a:gd name="connsiteX48" fmla="*/ 271681 w 385997"/>
                <a:gd name="connsiteY48" fmla="*/ 483304 h 1253075"/>
                <a:gd name="connsiteX49" fmla="*/ 271681 w 385997"/>
                <a:gd name="connsiteY49" fmla="*/ 483304 h 1253075"/>
                <a:gd name="connsiteX50" fmla="*/ 5311 w 385997"/>
                <a:gd name="connsiteY50" fmla="*/ 637788 h 1253075"/>
                <a:gd name="connsiteX51" fmla="*/ 14036 w 385997"/>
                <a:gd name="connsiteY51" fmla="*/ 654640 h 1253075"/>
                <a:gd name="connsiteX52" fmla="*/ 15234 w 385997"/>
                <a:gd name="connsiteY52" fmla="*/ 653100 h 1253075"/>
                <a:gd name="connsiteX53" fmla="*/ 19083 w 385997"/>
                <a:gd name="connsiteY53" fmla="*/ 665417 h 1253075"/>
                <a:gd name="connsiteX54" fmla="*/ 24472 w 385997"/>
                <a:gd name="connsiteY54" fmla="*/ 680216 h 1253075"/>
                <a:gd name="connsiteX55" fmla="*/ 27894 w 385997"/>
                <a:gd name="connsiteY55" fmla="*/ 704509 h 1253075"/>
                <a:gd name="connsiteX56" fmla="*/ 37987 w 385997"/>
                <a:gd name="connsiteY56" fmla="*/ 734191 h 1253075"/>
                <a:gd name="connsiteX57" fmla="*/ 44745 w 385997"/>
                <a:gd name="connsiteY57" fmla="*/ 769947 h 1253075"/>
                <a:gd name="connsiteX58" fmla="*/ 54154 w 385997"/>
                <a:gd name="connsiteY58" fmla="*/ 814427 h 1253075"/>
                <a:gd name="connsiteX59" fmla="*/ 60228 w 385997"/>
                <a:gd name="connsiteY59" fmla="*/ 834615 h 1253075"/>
                <a:gd name="connsiteX60" fmla="*/ 66301 w 385997"/>
                <a:gd name="connsiteY60" fmla="*/ 893979 h 1253075"/>
                <a:gd name="connsiteX61" fmla="*/ 80415 w 385997"/>
                <a:gd name="connsiteY61" fmla="*/ 981657 h 1253075"/>
                <a:gd name="connsiteX62" fmla="*/ 89824 w 385997"/>
                <a:gd name="connsiteY62" fmla="*/ 1016044 h 1253075"/>
                <a:gd name="connsiteX63" fmla="*/ 89824 w 385997"/>
                <a:gd name="connsiteY63" fmla="*/ 1053767 h 1253075"/>
                <a:gd name="connsiteX64" fmla="*/ 91193 w 385997"/>
                <a:gd name="connsiteY64" fmla="*/ 1070618 h 1253075"/>
                <a:gd name="connsiteX65" fmla="*/ 85804 w 385997"/>
                <a:gd name="connsiteY65" fmla="*/ 1106374 h 1253075"/>
                <a:gd name="connsiteX66" fmla="*/ 83152 w 385997"/>
                <a:gd name="connsiteY66" fmla="*/ 1154875 h 1253075"/>
                <a:gd name="connsiteX67" fmla="*/ 78448 w 385997"/>
                <a:gd name="connsiteY67" fmla="*/ 1171042 h 1253075"/>
                <a:gd name="connsiteX68" fmla="*/ 73743 w 385997"/>
                <a:gd name="connsiteY68" fmla="*/ 1188577 h 1253075"/>
                <a:gd name="connsiteX69" fmla="*/ 59543 w 385997"/>
                <a:gd name="connsiteY69" fmla="*/ 1204060 h 1253075"/>
                <a:gd name="connsiteX70" fmla="*/ 31230 w 385997"/>
                <a:gd name="connsiteY70" fmla="*/ 1219542 h 1253075"/>
                <a:gd name="connsiteX71" fmla="*/ 13010 w 385997"/>
                <a:gd name="connsiteY71" fmla="*/ 1224931 h 1253075"/>
                <a:gd name="connsiteX72" fmla="*/ 9588 w 385997"/>
                <a:gd name="connsiteY72" fmla="*/ 1241782 h 1253075"/>
                <a:gd name="connsiteX73" fmla="*/ 27808 w 385997"/>
                <a:gd name="connsiteY73" fmla="*/ 1251192 h 1253075"/>
                <a:gd name="connsiteX74" fmla="*/ 95898 w 385997"/>
                <a:gd name="connsiteY74" fmla="*/ 1243750 h 1253075"/>
                <a:gd name="connsiteX75" fmla="*/ 113433 w 385997"/>
                <a:gd name="connsiteY75" fmla="*/ 1244434 h 1253075"/>
                <a:gd name="connsiteX76" fmla="*/ 121474 w 385997"/>
                <a:gd name="connsiteY76" fmla="*/ 1249823 h 1253075"/>
                <a:gd name="connsiteX77" fmla="*/ 170659 w 385997"/>
                <a:gd name="connsiteY77" fmla="*/ 1247086 h 1253075"/>
                <a:gd name="connsiteX78" fmla="*/ 170745 w 385997"/>
                <a:gd name="connsiteY78" fmla="*/ 1247086 h 1253075"/>
                <a:gd name="connsiteX79" fmla="*/ 178700 w 385997"/>
                <a:gd name="connsiteY79" fmla="*/ 1249139 h 1253075"/>
                <a:gd name="connsiteX80" fmla="*/ 271767 w 385997"/>
                <a:gd name="connsiteY80" fmla="*/ 1252561 h 1253075"/>
                <a:gd name="connsiteX81" fmla="*/ 285881 w 385997"/>
                <a:gd name="connsiteY81" fmla="*/ 1250508 h 1253075"/>
                <a:gd name="connsiteX82" fmla="*/ 287250 w 385997"/>
                <a:gd name="connsiteY82" fmla="*/ 1220141 h 1253075"/>
                <a:gd name="connsiteX83" fmla="*/ 300765 w 385997"/>
                <a:gd name="connsiteY83" fmla="*/ 1188492 h 1253075"/>
                <a:gd name="connsiteX84" fmla="*/ 301449 w 385997"/>
                <a:gd name="connsiteY84" fmla="*/ 1156842 h 1253075"/>
                <a:gd name="connsiteX85" fmla="*/ 306154 w 385997"/>
                <a:gd name="connsiteY85" fmla="*/ 1108341 h 1253075"/>
                <a:gd name="connsiteX86" fmla="*/ 305469 w 385997"/>
                <a:gd name="connsiteY86" fmla="*/ 1051714 h 1253075"/>
                <a:gd name="connsiteX87" fmla="*/ 296317 w 385997"/>
                <a:gd name="connsiteY87" fmla="*/ 958818 h 1253075"/>
                <a:gd name="connsiteX88" fmla="*/ 294178 w 385997"/>
                <a:gd name="connsiteY88" fmla="*/ 938887 h 1253075"/>
                <a:gd name="connsiteX89" fmla="*/ 287934 w 385997"/>
                <a:gd name="connsiteY89" fmla="*/ 829311 h 1253075"/>
                <a:gd name="connsiteX90" fmla="*/ 289303 w 385997"/>
                <a:gd name="connsiteY90" fmla="*/ 678334 h 1253075"/>
                <a:gd name="connsiteX91" fmla="*/ 285282 w 385997"/>
                <a:gd name="connsiteY91" fmla="*/ 617686 h 1253075"/>
                <a:gd name="connsiteX92" fmla="*/ 300423 w 385997"/>
                <a:gd name="connsiteY92" fmla="*/ 586037 h 1253075"/>
                <a:gd name="connsiteX93" fmla="*/ 316590 w 385997"/>
                <a:gd name="connsiteY93" fmla="*/ 574574 h 1253075"/>
                <a:gd name="connsiteX94" fmla="*/ 334125 w 385997"/>
                <a:gd name="connsiteY94" fmla="*/ 565850 h 1253075"/>
                <a:gd name="connsiteX95" fmla="*/ 355681 w 385997"/>
                <a:gd name="connsiteY95" fmla="*/ 517947 h 1253075"/>
                <a:gd name="connsiteX96" fmla="*/ 375869 w 385997"/>
                <a:gd name="connsiteY96" fmla="*/ 487581 h 1253075"/>
                <a:gd name="connsiteX97" fmla="*/ 383310 w 385997"/>
                <a:gd name="connsiteY97" fmla="*/ 445752 h 1253075"/>
                <a:gd name="connsiteX98" fmla="*/ 385962 w 385997"/>
                <a:gd name="connsiteY98" fmla="*/ 413332 h 1253075"/>
                <a:gd name="connsiteX99" fmla="*/ 372532 w 385997"/>
                <a:gd name="connsiteY99" fmla="*/ 357390 h 1253075"/>
                <a:gd name="connsiteX100" fmla="*/ 338146 w 385997"/>
                <a:gd name="connsiteY100" fmla="*/ 234041 h 1253075"/>
                <a:gd name="connsiteX101" fmla="*/ 304443 w 385997"/>
                <a:gd name="connsiteY101" fmla="*/ 205044 h 1253075"/>
                <a:gd name="connsiteX102" fmla="*/ 270056 w 385997"/>
                <a:gd name="connsiteY102" fmla="*/ 198286 h 1253075"/>
                <a:gd name="connsiteX103" fmla="*/ 238321 w 385997"/>
                <a:gd name="connsiteY103" fmla="*/ 189561 h 1253075"/>
                <a:gd name="connsiteX104" fmla="*/ 215396 w 385997"/>
                <a:gd name="connsiteY104" fmla="*/ 180152 h 1253075"/>
                <a:gd name="connsiteX105" fmla="*/ 202908 w 385997"/>
                <a:gd name="connsiteY105" fmla="*/ 168347 h 1253075"/>
                <a:gd name="connsiteX106" fmla="*/ 189050 w 385997"/>
                <a:gd name="connsiteY106" fmla="*/ 157227 h 1253075"/>
                <a:gd name="connsiteX107" fmla="*/ 185201 w 385997"/>
                <a:gd name="connsiteY107" fmla="*/ 157911 h 1253075"/>
                <a:gd name="connsiteX108" fmla="*/ 185372 w 385997"/>
                <a:gd name="connsiteY108" fmla="*/ 155859 h 1253075"/>
                <a:gd name="connsiteX109" fmla="*/ 183576 w 385997"/>
                <a:gd name="connsiteY109" fmla="*/ 140718 h 1253075"/>
                <a:gd name="connsiteX110" fmla="*/ 184773 w 385997"/>
                <a:gd name="connsiteY110" fmla="*/ 126176 h 1253075"/>
                <a:gd name="connsiteX111" fmla="*/ 187510 w 385997"/>
                <a:gd name="connsiteY111" fmla="*/ 115398 h 1253075"/>
                <a:gd name="connsiteX112" fmla="*/ 199657 w 385997"/>
                <a:gd name="connsiteY112" fmla="*/ 109325 h 1253075"/>
                <a:gd name="connsiteX113" fmla="*/ 207099 w 385997"/>
                <a:gd name="connsiteY113" fmla="*/ 91789 h 1253075"/>
                <a:gd name="connsiteX114" fmla="*/ 206415 w 385997"/>
                <a:gd name="connsiteY114" fmla="*/ 76306 h 1253075"/>
                <a:gd name="connsiteX115" fmla="*/ 200341 w 385997"/>
                <a:gd name="connsiteY115" fmla="*/ 62792 h 1253075"/>
                <a:gd name="connsiteX116" fmla="*/ 198973 w 385997"/>
                <a:gd name="connsiteY116" fmla="*/ 44572 h 1253075"/>
                <a:gd name="connsiteX117" fmla="*/ 191531 w 385997"/>
                <a:gd name="connsiteY117" fmla="*/ 27720 h 1253075"/>
                <a:gd name="connsiteX118" fmla="*/ 180753 w 385997"/>
                <a:gd name="connsiteY118" fmla="*/ 15574 h 1253075"/>
                <a:gd name="connsiteX119" fmla="*/ 160566 w 385997"/>
                <a:gd name="connsiteY119" fmla="*/ 2743 h 1253075"/>
                <a:gd name="connsiteX120" fmla="*/ 148419 w 385997"/>
                <a:gd name="connsiteY120" fmla="*/ 4796 h 1253075"/>
                <a:gd name="connsiteX121" fmla="*/ 130199 w 385997"/>
                <a:gd name="connsiteY121" fmla="*/ 91 h 1253075"/>
                <a:gd name="connsiteX122" fmla="*/ 120790 w 385997"/>
                <a:gd name="connsiteY122" fmla="*/ 10185 h 1253075"/>
                <a:gd name="connsiteX123" fmla="*/ 103254 w 385997"/>
                <a:gd name="connsiteY123" fmla="*/ 16942 h 1253075"/>
                <a:gd name="connsiteX124" fmla="*/ 94529 w 385997"/>
                <a:gd name="connsiteY124" fmla="*/ 29773 h 1253075"/>
                <a:gd name="connsiteX125" fmla="*/ 83067 w 385997"/>
                <a:gd name="connsiteY125" fmla="*/ 76306 h 1253075"/>
                <a:gd name="connsiteX126" fmla="*/ 84435 w 385997"/>
                <a:gd name="connsiteY126" fmla="*/ 92474 h 1253075"/>
                <a:gd name="connsiteX127" fmla="*/ 79731 w 385997"/>
                <a:gd name="connsiteY127" fmla="*/ 91789 h 1253075"/>
                <a:gd name="connsiteX128" fmla="*/ 79046 w 385997"/>
                <a:gd name="connsiteY128" fmla="*/ 111977 h 1253075"/>
                <a:gd name="connsiteX129" fmla="*/ 91193 w 385997"/>
                <a:gd name="connsiteY129" fmla="*/ 124808 h 1253075"/>
                <a:gd name="connsiteX130" fmla="*/ 93246 w 385997"/>
                <a:gd name="connsiteY130" fmla="*/ 143028 h 1253075"/>
                <a:gd name="connsiteX131" fmla="*/ 108729 w 385997"/>
                <a:gd name="connsiteY131" fmla="*/ 164583 h 1253075"/>
                <a:gd name="connsiteX132" fmla="*/ 113262 w 385997"/>
                <a:gd name="connsiteY132" fmla="*/ 191186 h 1253075"/>
                <a:gd name="connsiteX133" fmla="*/ 109670 w 385997"/>
                <a:gd name="connsiteY133" fmla="*/ 201622 h 1253075"/>
                <a:gd name="connsiteX134" fmla="*/ 109670 w 385997"/>
                <a:gd name="connsiteY134" fmla="*/ 221210 h 1253075"/>
                <a:gd name="connsiteX135" fmla="*/ 88798 w 385997"/>
                <a:gd name="connsiteY135" fmla="*/ 240115 h 1253075"/>
                <a:gd name="connsiteX136" fmla="*/ 42264 w 385997"/>
                <a:gd name="connsiteY136" fmla="*/ 275186 h 1253075"/>
                <a:gd name="connsiteX137" fmla="*/ 30118 w 385997"/>
                <a:gd name="connsiteY137" fmla="*/ 318298 h 1253075"/>
                <a:gd name="connsiteX138" fmla="*/ 27466 w 385997"/>
                <a:gd name="connsiteY138" fmla="*/ 341223 h 1253075"/>
                <a:gd name="connsiteX139" fmla="*/ 28835 w 385997"/>
                <a:gd name="connsiteY139" fmla="*/ 360127 h 1253075"/>
                <a:gd name="connsiteX140" fmla="*/ 20024 w 385997"/>
                <a:gd name="connsiteY140" fmla="*/ 421459 h 1253075"/>
                <a:gd name="connsiteX141" fmla="*/ 12582 w 385997"/>
                <a:gd name="connsiteY141" fmla="*/ 455845 h 1253075"/>
                <a:gd name="connsiteX142" fmla="*/ 12582 w 385997"/>
                <a:gd name="connsiteY142" fmla="*/ 482790 h 1253075"/>
                <a:gd name="connsiteX143" fmla="*/ 9930 w 385997"/>
                <a:gd name="connsiteY143" fmla="*/ 506399 h 1253075"/>
                <a:gd name="connsiteX144" fmla="*/ 8562 w 385997"/>
                <a:gd name="connsiteY144" fmla="*/ 531377 h 1253075"/>
                <a:gd name="connsiteX145" fmla="*/ 7193 w 385997"/>
                <a:gd name="connsiteY145" fmla="*/ 550281 h 1253075"/>
                <a:gd name="connsiteX146" fmla="*/ 436 w 385997"/>
                <a:gd name="connsiteY146" fmla="*/ 568501 h 1253075"/>
                <a:gd name="connsiteX147" fmla="*/ 5140 w 385997"/>
                <a:gd name="connsiteY147" fmla="*/ 637959 h 1253075"/>
                <a:gd name="connsiteX148" fmla="*/ 5140 w 385997"/>
                <a:gd name="connsiteY148" fmla="*/ 637959 h 125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</a:cxnLst>
              <a:rect l="l" t="t" r="r" b="b"/>
              <a:pathLst>
                <a:path w="385997" h="1253075">
                  <a:moveTo>
                    <a:pt x="46114" y="583128"/>
                  </a:moveTo>
                  <a:lnTo>
                    <a:pt x="46114" y="583128"/>
                  </a:lnTo>
                  <a:cubicBezTo>
                    <a:pt x="46028" y="584497"/>
                    <a:pt x="45258" y="586464"/>
                    <a:pt x="44061" y="588860"/>
                  </a:cubicBezTo>
                  <a:cubicBezTo>
                    <a:pt x="44831" y="586807"/>
                    <a:pt x="45515" y="584925"/>
                    <a:pt x="46114" y="583128"/>
                  </a:cubicBezTo>
                  <a:lnTo>
                    <a:pt x="46114" y="583128"/>
                  </a:lnTo>
                  <a:close/>
                  <a:moveTo>
                    <a:pt x="168777" y="1078659"/>
                  </a:moveTo>
                  <a:cubicBezTo>
                    <a:pt x="170830" y="1067881"/>
                    <a:pt x="175535" y="1050345"/>
                    <a:pt x="176219" y="1031441"/>
                  </a:cubicBezTo>
                  <a:lnTo>
                    <a:pt x="176219" y="1029987"/>
                  </a:lnTo>
                  <a:cubicBezTo>
                    <a:pt x="176219" y="1029987"/>
                    <a:pt x="176904" y="1026736"/>
                    <a:pt x="176904" y="1026736"/>
                  </a:cubicBezTo>
                  <a:cubicBezTo>
                    <a:pt x="176904" y="1024427"/>
                    <a:pt x="176904" y="1018952"/>
                    <a:pt x="176732" y="1011767"/>
                  </a:cubicBezTo>
                  <a:cubicBezTo>
                    <a:pt x="177331" y="983368"/>
                    <a:pt x="177588" y="937091"/>
                    <a:pt x="175535" y="910146"/>
                  </a:cubicBezTo>
                  <a:cubicBezTo>
                    <a:pt x="172798" y="875075"/>
                    <a:pt x="172199" y="873107"/>
                    <a:pt x="173482" y="858908"/>
                  </a:cubicBezTo>
                  <a:cubicBezTo>
                    <a:pt x="173995" y="853433"/>
                    <a:pt x="174081" y="850525"/>
                    <a:pt x="174081" y="848985"/>
                  </a:cubicBezTo>
                  <a:cubicBezTo>
                    <a:pt x="175706" y="853176"/>
                    <a:pt x="180240" y="864981"/>
                    <a:pt x="182891" y="873792"/>
                  </a:cubicBezTo>
                  <a:cubicBezTo>
                    <a:pt x="186227" y="884570"/>
                    <a:pt x="188280" y="883885"/>
                    <a:pt x="188965" y="895347"/>
                  </a:cubicBezTo>
                  <a:cubicBezTo>
                    <a:pt x="189649" y="906810"/>
                    <a:pt x="188965" y="908863"/>
                    <a:pt x="191702" y="918272"/>
                  </a:cubicBezTo>
                  <a:cubicBezTo>
                    <a:pt x="194439" y="927682"/>
                    <a:pt x="191702" y="928366"/>
                    <a:pt x="194439" y="941197"/>
                  </a:cubicBezTo>
                  <a:cubicBezTo>
                    <a:pt x="197091" y="954028"/>
                    <a:pt x="194439" y="955995"/>
                    <a:pt x="198460" y="968142"/>
                  </a:cubicBezTo>
                  <a:cubicBezTo>
                    <a:pt x="202480" y="980289"/>
                    <a:pt x="205217" y="991066"/>
                    <a:pt x="207869" y="1011938"/>
                  </a:cubicBezTo>
                  <a:cubicBezTo>
                    <a:pt x="210606" y="1032809"/>
                    <a:pt x="213258" y="1055050"/>
                    <a:pt x="209238" y="1078659"/>
                  </a:cubicBezTo>
                  <a:cubicBezTo>
                    <a:pt x="205217" y="1102268"/>
                    <a:pt x="197091" y="1113046"/>
                    <a:pt x="196407" y="1131266"/>
                  </a:cubicBezTo>
                  <a:cubicBezTo>
                    <a:pt x="195722" y="1149486"/>
                    <a:pt x="195038" y="1151453"/>
                    <a:pt x="196407" y="1164284"/>
                  </a:cubicBezTo>
                  <a:cubicBezTo>
                    <a:pt x="197775" y="1177115"/>
                    <a:pt x="191702" y="1174377"/>
                    <a:pt x="189649" y="1186524"/>
                  </a:cubicBezTo>
                  <a:cubicBezTo>
                    <a:pt x="187596" y="1198671"/>
                    <a:pt x="188280" y="1204744"/>
                    <a:pt x="192386" y="1209449"/>
                  </a:cubicBezTo>
                  <a:cubicBezTo>
                    <a:pt x="196407" y="1214153"/>
                    <a:pt x="194439" y="1218174"/>
                    <a:pt x="186997" y="1220227"/>
                  </a:cubicBezTo>
                  <a:cubicBezTo>
                    <a:pt x="183918" y="1221082"/>
                    <a:pt x="180496" y="1221253"/>
                    <a:pt x="177588" y="1221510"/>
                  </a:cubicBezTo>
                  <a:lnTo>
                    <a:pt x="177588" y="1218944"/>
                  </a:lnTo>
                  <a:cubicBezTo>
                    <a:pt x="176904" y="1209534"/>
                    <a:pt x="177588" y="1199355"/>
                    <a:pt x="174851" y="1189946"/>
                  </a:cubicBezTo>
                  <a:cubicBezTo>
                    <a:pt x="172199" y="1180536"/>
                    <a:pt x="167409" y="1175147"/>
                    <a:pt x="169462" y="1169074"/>
                  </a:cubicBezTo>
                  <a:cubicBezTo>
                    <a:pt x="171515" y="1163001"/>
                    <a:pt x="175535" y="1161632"/>
                    <a:pt x="174166" y="1149486"/>
                  </a:cubicBezTo>
                  <a:cubicBezTo>
                    <a:pt x="172798" y="1137339"/>
                    <a:pt x="172798" y="1127929"/>
                    <a:pt x="172113" y="1111078"/>
                  </a:cubicBezTo>
                  <a:cubicBezTo>
                    <a:pt x="172113" y="1111078"/>
                    <a:pt x="166724" y="1089522"/>
                    <a:pt x="168777" y="1078744"/>
                  </a:cubicBezTo>
                  <a:lnTo>
                    <a:pt x="168777" y="1078744"/>
                  </a:lnTo>
                  <a:close/>
                  <a:moveTo>
                    <a:pt x="271596" y="483389"/>
                  </a:moveTo>
                  <a:cubicBezTo>
                    <a:pt x="272280" y="480053"/>
                    <a:pt x="275616" y="475263"/>
                    <a:pt x="274333" y="463202"/>
                  </a:cubicBezTo>
                  <a:cubicBezTo>
                    <a:pt x="273734" y="457813"/>
                    <a:pt x="272708" y="454562"/>
                    <a:pt x="272023" y="451825"/>
                  </a:cubicBezTo>
                  <a:lnTo>
                    <a:pt x="272023" y="450371"/>
                  </a:lnTo>
                  <a:cubicBezTo>
                    <a:pt x="271425" y="443100"/>
                    <a:pt x="272023" y="443014"/>
                    <a:pt x="272451" y="439679"/>
                  </a:cubicBezTo>
                  <a:cubicBezTo>
                    <a:pt x="273905" y="434460"/>
                    <a:pt x="275274" y="429756"/>
                    <a:pt x="276814" y="426249"/>
                  </a:cubicBezTo>
                  <a:cubicBezTo>
                    <a:pt x="278439" y="424624"/>
                    <a:pt x="280064" y="422998"/>
                    <a:pt x="281091" y="420689"/>
                  </a:cubicBezTo>
                  <a:cubicBezTo>
                    <a:pt x="284940" y="418807"/>
                    <a:pt x="285710" y="428302"/>
                    <a:pt x="289217" y="433862"/>
                  </a:cubicBezTo>
                  <a:lnTo>
                    <a:pt x="289816" y="434803"/>
                  </a:lnTo>
                  <a:cubicBezTo>
                    <a:pt x="293836" y="440192"/>
                    <a:pt x="291869" y="440876"/>
                    <a:pt x="291869" y="448318"/>
                  </a:cubicBezTo>
                  <a:cubicBezTo>
                    <a:pt x="291270" y="451312"/>
                    <a:pt x="291184" y="452680"/>
                    <a:pt x="291099" y="453365"/>
                  </a:cubicBezTo>
                  <a:cubicBezTo>
                    <a:pt x="290500" y="454904"/>
                    <a:pt x="289559" y="456188"/>
                    <a:pt x="289131" y="463116"/>
                  </a:cubicBezTo>
                  <a:cubicBezTo>
                    <a:pt x="288447" y="474578"/>
                    <a:pt x="287763" y="475947"/>
                    <a:pt x="284427" y="483988"/>
                  </a:cubicBezTo>
                  <a:cubicBezTo>
                    <a:pt x="281091" y="492029"/>
                    <a:pt x="286480" y="482619"/>
                    <a:pt x="281091" y="492029"/>
                  </a:cubicBezTo>
                  <a:cubicBezTo>
                    <a:pt x="278525" y="496477"/>
                    <a:pt x="276300" y="499898"/>
                    <a:pt x="274590" y="502892"/>
                  </a:cubicBezTo>
                  <a:cubicBezTo>
                    <a:pt x="272451" y="494937"/>
                    <a:pt x="271083" y="486212"/>
                    <a:pt x="271681" y="483304"/>
                  </a:cubicBezTo>
                  <a:lnTo>
                    <a:pt x="271681" y="483304"/>
                  </a:lnTo>
                  <a:close/>
                  <a:moveTo>
                    <a:pt x="5311" y="637788"/>
                  </a:moveTo>
                  <a:cubicBezTo>
                    <a:pt x="5311" y="637788"/>
                    <a:pt x="11042" y="654640"/>
                    <a:pt x="14036" y="654640"/>
                  </a:cubicBezTo>
                  <a:lnTo>
                    <a:pt x="15234" y="653100"/>
                  </a:lnTo>
                  <a:cubicBezTo>
                    <a:pt x="16089" y="656179"/>
                    <a:pt x="17458" y="660884"/>
                    <a:pt x="19083" y="665417"/>
                  </a:cubicBezTo>
                  <a:cubicBezTo>
                    <a:pt x="21735" y="672860"/>
                    <a:pt x="20452" y="670806"/>
                    <a:pt x="24472" y="680216"/>
                  </a:cubicBezTo>
                  <a:cubicBezTo>
                    <a:pt x="28493" y="689625"/>
                    <a:pt x="26525" y="695698"/>
                    <a:pt x="27894" y="704509"/>
                  </a:cubicBezTo>
                  <a:cubicBezTo>
                    <a:pt x="29262" y="713234"/>
                    <a:pt x="35934" y="721360"/>
                    <a:pt x="37987" y="734191"/>
                  </a:cubicBezTo>
                  <a:cubicBezTo>
                    <a:pt x="40040" y="747022"/>
                    <a:pt x="41323" y="754378"/>
                    <a:pt x="44745" y="769947"/>
                  </a:cubicBezTo>
                  <a:cubicBezTo>
                    <a:pt x="48081" y="785429"/>
                    <a:pt x="50818" y="805702"/>
                    <a:pt x="54154" y="814427"/>
                  </a:cubicBezTo>
                  <a:cubicBezTo>
                    <a:pt x="57490" y="823152"/>
                    <a:pt x="58175" y="826574"/>
                    <a:pt x="60228" y="834615"/>
                  </a:cubicBezTo>
                  <a:cubicBezTo>
                    <a:pt x="62281" y="842741"/>
                    <a:pt x="62965" y="870370"/>
                    <a:pt x="66301" y="893979"/>
                  </a:cubicBezTo>
                  <a:cubicBezTo>
                    <a:pt x="69637" y="917588"/>
                    <a:pt x="77079" y="964121"/>
                    <a:pt x="80415" y="981657"/>
                  </a:cubicBezTo>
                  <a:cubicBezTo>
                    <a:pt x="83751" y="999192"/>
                    <a:pt x="86488" y="1009286"/>
                    <a:pt x="89824" y="1016044"/>
                  </a:cubicBezTo>
                  <a:cubicBezTo>
                    <a:pt x="93160" y="1022801"/>
                    <a:pt x="88456" y="1043673"/>
                    <a:pt x="89824" y="1053767"/>
                  </a:cubicBezTo>
                  <a:cubicBezTo>
                    <a:pt x="91193" y="1063860"/>
                    <a:pt x="89824" y="1061808"/>
                    <a:pt x="91193" y="1070618"/>
                  </a:cubicBezTo>
                  <a:cubicBezTo>
                    <a:pt x="92562" y="1079343"/>
                    <a:pt x="85804" y="1094227"/>
                    <a:pt x="85804" y="1106374"/>
                  </a:cubicBezTo>
                  <a:cubicBezTo>
                    <a:pt x="85804" y="1118520"/>
                    <a:pt x="84435" y="1143412"/>
                    <a:pt x="83152" y="1154875"/>
                  </a:cubicBezTo>
                  <a:cubicBezTo>
                    <a:pt x="81784" y="1166337"/>
                    <a:pt x="77763" y="1160264"/>
                    <a:pt x="78448" y="1171042"/>
                  </a:cubicBezTo>
                  <a:cubicBezTo>
                    <a:pt x="79132" y="1181820"/>
                    <a:pt x="77763" y="1181820"/>
                    <a:pt x="73743" y="1188577"/>
                  </a:cubicBezTo>
                  <a:cubicBezTo>
                    <a:pt x="69723" y="1195335"/>
                    <a:pt x="65018" y="1200039"/>
                    <a:pt x="59543" y="1204060"/>
                  </a:cubicBezTo>
                  <a:cubicBezTo>
                    <a:pt x="54154" y="1208080"/>
                    <a:pt x="38672" y="1219542"/>
                    <a:pt x="31230" y="1219542"/>
                  </a:cubicBezTo>
                  <a:cubicBezTo>
                    <a:pt x="23788" y="1219542"/>
                    <a:pt x="17116" y="1219542"/>
                    <a:pt x="13010" y="1224931"/>
                  </a:cubicBezTo>
                  <a:cubicBezTo>
                    <a:pt x="8989" y="1230320"/>
                    <a:pt x="3600" y="1233657"/>
                    <a:pt x="9588" y="1241782"/>
                  </a:cubicBezTo>
                  <a:cubicBezTo>
                    <a:pt x="15662" y="1249909"/>
                    <a:pt x="20366" y="1251192"/>
                    <a:pt x="27808" y="1251192"/>
                  </a:cubicBezTo>
                  <a:cubicBezTo>
                    <a:pt x="35250" y="1251192"/>
                    <a:pt x="81099" y="1245803"/>
                    <a:pt x="95898" y="1243750"/>
                  </a:cubicBezTo>
                  <a:cubicBezTo>
                    <a:pt x="110696" y="1241697"/>
                    <a:pt x="111380" y="1241099"/>
                    <a:pt x="113433" y="1244434"/>
                  </a:cubicBezTo>
                  <a:cubicBezTo>
                    <a:pt x="115486" y="1247856"/>
                    <a:pt x="118822" y="1249139"/>
                    <a:pt x="121474" y="1249823"/>
                  </a:cubicBezTo>
                  <a:cubicBezTo>
                    <a:pt x="124126" y="1250508"/>
                    <a:pt x="168692" y="1247086"/>
                    <a:pt x="170659" y="1247086"/>
                  </a:cubicBezTo>
                  <a:lnTo>
                    <a:pt x="170745" y="1247086"/>
                  </a:lnTo>
                  <a:cubicBezTo>
                    <a:pt x="172627" y="1248027"/>
                    <a:pt x="175193" y="1248797"/>
                    <a:pt x="178700" y="1249139"/>
                  </a:cubicBezTo>
                  <a:cubicBezTo>
                    <a:pt x="199572" y="1251192"/>
                    <a:pt x="266378" y="1253159"/>
                    <a:pt x="271767" y="1252561"/>
                  </a:cubicBezTo>
                  <a:cubicBezTo>
                    <a:pt x="277156" y="1251877"/>
                    <a:pt x="281861" y="1255212"/>
                    <a:pt x="285881" y="1250508"/>
                  </a:cubicBezTo>
                  <a:cubicBezTo>
                    <a:pt x="289901" y="1245803"/>
                    <a:pt x="284512" y="1228952"/>
                    <a:pt x="287250" y="1220141"/>
                  </a:cubicBezTo>
                  <a:cubicBezTo>
                    <a:pt x="289901" y="1211416"/>
                    <a:pt x="299396" y="1198585"/>
                    <a:pt x="300765" y="1188492"/>
                  </a:cubicBezTo>
                  <a:cubicBezTo>
                    <a:pt x="302133" y="1178398"/>
                    <a:pt x="304101" y="1169587"/>
                    <a:pt x="301449" y="1156842"/>
                  </a:cubicBezTo>
                  <a:cubicBezTo>
                    <a:pt x="298712" y="1144011"/>
                    <a:pt x="305469" y="1120487"/>
                    <a:pt x="306154" y="1108341"/>
                  </a:cubicBezTo>
                  <a:cubicBezTo>
                    <a:pt x="306838" y="1096195"/>
                    <a:pt x="308207" y="1067881"/>
                    <a:pt x="305469" y="1051714"/>
                  </a:cubicBezTo>
                  <a:cubicBezTo>
                    <a:pt x="302903" y="1036146"/>
                    <a:pt x="299054" y="978150"/>
                    <a:pt x="296317" y="958818"/>
                  </a:cubicBezTo>
                  <a:cubicBezTo>
                    <a:pt x="295632" y="951034"/>
                    <a:pt x="294863" y="944191"/>
                    <a:pt x="294178" y="938887"/>
                  </a:cubicBezTo>
                  <a:cubicBezTo>
                    <a:pt x="291783" y="909205"/>
                    <a:pt x="289046" y="855828"/>
                    <a:pt x="287934" y="829311"/>
                  </a:cubicBezTo>
                  <a:cubicBezTo>
                    <a:pt x="286565" y="795609"/>
                    <a:pt x="290671" y="705963"/>
                    <a:pt x="289303" y="678334"/>
                  </a:cubicBezTo>
                  <a:cubicBezTo>
                    <a:pt x="288105" y="653185"/>
                    <a:pt x="285710" y="626326"/>
                    <a:pt x="285282" y="617686"/>
                  </a:cubicBezTo>
                  <a:cubicBezTo>
                    <a:pt x="291355" y="606224"/>
                    <a:pt x="298113" y="588688"/>
                    <a:pt x="300423" y="586037"/>
                  </a:cubicBezTo>
                  <a:cubicBezTo>
                    <a:pt x="303759" y="582016"/>
                    <a:pt x="310516" y="575943"/>
                    <a:pt x="316590" y="574574"/>
                  </a:cubicBezTo>
                  <a:cubicBezTo>
                    <a:pt x="322663" y="573206"/>
                    <a:pt x="326683" y="574574"/>
                    <a:pt x="334125" y="565850"/>
                  </a:cubicBezTo>
                  <a:cubicBezTo>
                    <a:pt x="341567" y="557124"/>
                    <a:pt x="345588" y="530094"/>
                    <a:pt x="355681" y="517947"/>
                  </a:cubicBezTo>
                  <a:cubicBezTo>
                    <a:pt x="365775" y="505801"/>
                    <a:pt x="367828" y="507169"/>
                    <a:pt x="375869" y="487581"/>
                  </a:cubicBezTo>
                  <a:cubicBezTo>
                    <a:pt x="383909" y="467992"/>
                    <a:pt x="379889" y="461919"/>
                    <a:pt x="383310" y="445752"/>
                  </a:cubicBezTo>
                  <a:cubicBezTo>
                    <a:pt x="386646" y="429585"/>
                    <a:pt x="385363" y="417438"/>
                    <a:pt x="385962" y="413332"/>
                  </a:cubicBezTo>
                  <a:cubicBezTo>
                    <a:pt x="386646" y="409312"/>
                    <a:pt x="377237" y="376892"/>
                    <a:pt x="372532" y="357390"/>
                  </a:cubicBezTo>
                  <a:cubicBezTo>
                    <a:pt x="367828" y="337801"/>
                    <a:pt x="347555" y="249524"/>
                    <a:pt x="338146" y="234041"/>
                  </a:cubicBezTo>
                  <a:cubicBezTo>
                    <a:pt x="328736" y="218559"/>
                    <a:pt x="322663" y="213170"/>
                    <a:pt x="304443" y="205044"/>
                  </a:cubicBezTo>
                  <a:cubicBezTo>
                    <a:pt x="286223" y="196917"/>
                    <a:pt x="275445" y="199655"/>
                    <a:pt x="270056" y="198286"/>
                  </a:cubicBezTo>
                  <a:cubicBezTo>
                    <a:pt x="264667" y="196917"/>
                    <a:pt x="249184" y="194266"/>
                    <a:pt x="238321" y="189561"/>
                  </a:cubicBezTo>
                  <a:cubicBezTo>
                    <a:pt x="227543" y="184856"/>
                    <a:pt x="222838" y="184172"/>
                    <a:pt x="215396" y="180152"/>
                  </a:cubicBezTo>
                  <a:cubicBezTo>
                    <a:pt x="207954" y="176131"/>
                    <a:pt x="207954" y="175105"/>
                    <a:pt x="202908" y="168347"/>
                  </a:cubicBezTo>
                  <a:cubicBezTo>
                    <a:pt x="197946" y="161761"/>
                    <a:pt x="197861" y="156543"/>
                    <a:pt x="189050" y="157227"/>
                  </a:cubicBezTo>
                  <a:cubicBezTo>
                    <a:pt x="188109" y="157313"/>
                    <a:pt x="186826" y="157569"/>
                    <a:pt x="185201" y="157911"/>
                  </a:cubicBezTo>
                  <a:lnTo>
                    <a:pt x="185372" y="155859"/>
                  </a:lnTo>
                  <a:cubicBezTo>
                    <a:pt x="185372" y="155859"/>
                    <a:pt x="182891" y="150127"/>
                    <a:pt x="183576" y="140718"/>
                  </a:cubicBezTo>
                  <a:cubicBezTo>
                    <a:pt x="184260" y="131309"/>
                    <a:pt x="184431" y="132934"/>
                    <a:pt x="184773" y="126176"/>
                  </a:cubicBezTo>
                  <a:cubicBezTo>
                    <a:pt x="185115" y="118478"/>
                    <a:pt x="186142" y="118050"/>
                    <a:pt x="187510" y="115398"/>
                  </a:cubicBezTo>
                  <a:cubicBezTo>
                    <a:pt x="188879" y="112661"/>
                    <a:pt x="194952" y="112062"/>
                    <a:pt x="199657" y="109325"/>
                  </a:cubicBezTo>
                  <a:cubicBezTo>
                    <a:pt x="204362" y="106588"/>
                    <a:pt x="205046" y="99232"/>
                    <a:pt x="207099" y="91789"/>
                  </a:cubicBezTo>
                  <a:cubicBezTo>
                    <a:pt x="209152" y="84347"/>
                    <a:pt x="210606" y="77419"/>
                    <a:pt x="206415" y="76306"/>
                  </a:cubicBezTo>
                  <a:cubicBezTo>
                    <a:pt x="198973" y="74254"/>
                    <a:pt x="201026" y="73570"/>
                    <a:pt x="200341" y="62792"/>
                  </a:cubicBezTo>
                  <a:cubicBezTo>
                    <a:pt x="199657" y="52014"/>
                    <a:pt x="201026" y="52698"/>
                    <a:pt x="198973" y="44572"/>
                  </a:cubicBezTo>
                  <a:cubicBezTo>
                    <a:pt x="196920" y="36445"/>
                    <a:pt x="201026" y="35162"/>
                    <a:pt x="191531" y="27720"/>
                  </a:cubicBezTo>
                  <a:cubicBezTo>
                    <a:pt x="182121" y="20278"/>
                    <a:pt x="184773" y="21647"/>
                    <a:pt x="180753" y="15574"/>
                  </a:cubicBezTo>
                  <a:cubicBezTo>
                    <a:pt x="176732" y="9500"/>
                    <a:pt x="167238" y="6164"/>
                    <a:pt x="160566" y="2743"/>
                  </a:cubicBezTo>
                  <a:cubicBezTo>
                    <a:pt x="153808" y="-679"/>
                    <a:pt x="155177" y="6763"/>
                    <a:pt x="148419" y="4796"/>
                  </a:cubicBezTo>
                  <a:cubicBezTo>
                    <a:pt x="141661" y="2743"/>
                    <a:pt x="138325" y="-593"/>
                    <a:pt x="130199" y="91"/>
                  </a:cubicBezTo>
                  <a:cubicBezTo>
                    <a:pt x="122073" y="775"/>
                    <a:pt x="125494" y="4796"/>
                    <a:pt x="120790" y="10185"/>
                  </a:cubicBezTo>
                  <a:cubicBezTo>
                    <a:pt x="116085" y="15574"/>
                    <a:pt x="108643" y="12836"/>
                    <a:pt x="103254" y="16942"/>
                  </a:cubicBezTo>
                  <a:cubicBezTo>
                    <a:pt x="97865" y="20963"/>
                    <a:pt x="94529" y="29773"/>
                    <a:pt x="94529" y="29773"/>
                  </a:cubicBezTo>
                  <a:cubicBezTo>
                    <a:pt x="76993" y="50645"/>
                    <a:pt x="83751" y="66812"/>
                    <a:pt x="83067" y="76306"/>
                  </a:cubicBezTo>
                  <a:cubicBezTo>
                    <a:pt x="82382" y="85716"/>
                    <a:pt x="87087" y="89137"/>
                    <a:pt x="84435" y="92474"/>
                  </a:cubicBezTo>
                  <a:cubicBezTo>
                    <a:pt x="81784" y="95810"/>
                    <a:pt x="84435" y="92474"/>
                    <a:pt x="79731" y="91789"/>
                  </a:cubicBezTo>
                  <a:cubicBezTo>
                    <a:pt x="75026" y="91105"/>
                    <a:pt x="77678" y="99915"/>
                    <a:pt x="79046" y="111977"/>
                  </a:cubicBezTo>
                  <a:cubicBezTo>
                    <a:pt x="80415" y="124123"/>
                    <a:pt x="91193" y="124808"/>
                    <a:pt x="91193" y="124808"/>
                  </a:cubicBezTo>
                  <a:cubicBezTo>
                    <a:pt x="91193" y="124808"/>
                    <a:pt x="92562" y="138323"/>
                    <a:pt x="93246" y="143028"/>
                  </a:cubicBezTo>
                  <a:cubicBezTo>
                    <a:pt x="93930" y="147732"/>
                    <a:pt x="106077" y="156543"/>
                    <a:pt x="108729" y="164583"/>
                  </a:cubicBezTo>
                  <a:cubicBezTo>
                    <a:pt x="110525" y="169972"/>
                    <a:pt x="112321" y="183060"/>
                    <a:pt x="113262" y="191186"/>
                  </a:cubicBezTo>
                  <a:cubicBezTo>
                    <a:pt x="111551" y="192811"/>
                    <a:pt x="109670" y="195977"/>
                    <a:pt x="109670" y="201622"/>
                  </a:cubicBezTo>
                  <a:cubicBezTo>
                    <a:pt x="109670" y="211716"/>
                    <a:pt x="111038" y="219158"/>
                    <a:pt x="109670" y="221210"/>
                  </a:cubicBezTo>
                  <a:cubicBezTo>
                    <a:pt x="108301" y="223264"/>
                    <a:pt x="100944" y="229251"/>
                    <a:pt x="88798" y="240115"/>
                  </a:cubicBezTo>
                  <a:cubicBezTo>
                    <a:pt x="76651" y="250893"/>
                    <a:pt x="49022" y="267060"/>
                    <a:pt x="42264" y="275186"/>
                  </a:cubicBezTo>
                  <a:cubicBezTo>
                    <a:pt x="35507" y="283312"/>
                    <a:pt x="29433" y="307520"/>
                    <a:pt x="30118" y="318298"/>
                  </a:cubicBezTo>
                  <a:cubicBezTo>
                    <a:pt x="30802" y="329076"/>
                    <a:pt x="27466" y="330445"/>
                    <a:pt x="27466" y="341223"/>
                  </a:cubicBezTo>
                  <a:cubicBezTo>
                    <a:pt x="27466" y="352001"/>
                    <a:pt x="26782" y="352001"/>
                    <a:pt x="28835" y="360127"/>
                  </a:cubicBezTo>
                  <a:cubicBezTo>
                    <a:pt x="30888" y="368253"/>
                    <a:pt x="24814" y="401955"/>
                    <a:pt x="20024" y="421459"/>
                  </a:cubicBezTo>
                  <a:cubicBezTo>
                    <a:pt x="15319" y="441047"/>
                    <a:pt x="11983" y="443014"/>
                    <a:pt x="12582" y="455845"/>
                  </a:cubicBezTo>
                  <a:cubicBezTo>
                    <a:pt x="13266" y="468676"/>
                    <a:pt x="13266" y="470644"/>
                    <a:pt x="12582" y="482790"/>
                  </a:cubicBezTo>
                  <a:cubicBezTo>
                    <a:pt x="11898" y="494937"/>
                    <a:pt x="9246" y="492884"/>
                    <a:pt x="9930" y="506399"/>
                  </a:cubicBezTo>
                  <a:cubicBezTo>
                    <a:pt x="10615" y="519915"/>
                    <a:pt x="10615" y="520514"/>
                    <a:pt x="8562" y="531377"/>
                  </a:cubicBezTo>
                  <a:cubicBezTo>
                    <a:pt x="6509" y="542155"/>
                    <a:pt x="5825" y="540786"/>
                    <a:pt x="7193" y="550281"/>
                  </a:cubicBezTo>
                  <a:cubicBezTo>
                    <a:pt x="8562" y="559690"/>
                    <a:pt x="1120" y="559006"/>
                    <a:pt x="436" y="568501"/>
                  </a:cubicBezTo>
                  <a:cubicBezTo>
                    <a:pt x="-249" y="577910"/>
                    <a:pt x="-933" y="623075"/>
                    <a:pt x="5140" y="637959"/>
                  </a:cubicBezTo>
                  <a:lnTo>
                    <a:pt x="5140" y="637959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9D20B518-CA0C-30D7-722E-2AD778EC22A4}"/>
                </a:ext>
              </a:extLst>
            </p:cNvPr>
            <p:cNvSpPr/>
            <p:nvPr/>
          </p:nvSpPr>
          <p:spPr>
            <a:xfrm>
              <a:off x="-5831675" y="5710954"/>
              <a:ext cx="338787" cy="1169336"/>
            </a:xfrm>
            <a:custGeom>
              <a:avLst/>
              <a:gdLst>
                <a:gd name="connsiteX0" fmla="*/ 62134 w 338787"/>
                <a:gd name="connsiteY0" fmla="*/ 352544 h 1169336"/>
                <a:gd name="connsiteX1" fmla="*/ 69149 w 338787"/>
                <a:gd name="connsiteY1" fmla="*/ 361355 h 1169336"/>
                <a:gd name="connsiteX2" fmla="*/ 69149 w 338787"/>
                <a:gd name="connsiteY2" fmla="*/ 361954 h 1169336"/>
                <a:gd name="connsiteX3" fmla="*/ 67267 w 338787"/>
                <a:gd name="connsiteY3" fmla="*/ 364862 h 1169336"/>
                <a:gd name="connsiteX4" fmla="*/ 66240 w 338787"/>
                <a:gd name="connsiteY4" fmla="*/ 366658 h 1169336"/>
                <a:gd name="connsiteX5" fmla="*/ 64358 w 338787"/>
                <a:gd name="connsiteY5" fmla="*/ 369310 h 1169336"/>
                <a:gd name="connsiteX6" fmla="*/ 64016 w 338787"/>
                <a:gd name="connsiteY6" fmla="*/ 372304 h 1169336"/>
                <a:gd name="connsiteX7" fmla="*/ 65385 w 338787"/>
                <a:gd name="connsiteY7" fmla="*/ 383167 h 1169336"/>
                <a:gd name="connsiteX8" fmla="*/ 65984 w 338787"/>
                <a:gd name="connsiteY8" fmla="*/ 390267 h 1169336"/>
                <a:gd name="connsiteX9" fmla="*/ 65984 w 338787"/>
                <a:gd name="connsiteY9" fmla="*/ 390096 h 1169336"/>
                <a:gd name="connsiteX10" fmla="*/ 61707 w 338787"/>
                <a:gd name="connsiteY10" fmla="*/ 377265 h 1169336"/>
                <a:gd name="connsiteX11" fmla="*/ 60766 w 338787"/>
                <a:gd name="connsiteY11" fmla="*/ 371021 h 1169336"/>
                <a:gd name="connsiteX12" fmla="*/ 60252 w 338787"/>
                <a:gd name="connsiteY12" fmla="*/ 366059 h 1169336"/>
                <a:gd name="connsiteX13" fmla="*/ 62134 w 338787"/>
                <a:gd name="connsiteY13" fmla="*/ 352373 h 1169336"/>
                <a:gd name="connsiteX14" fmla="*/ 62134 w 338787"/>
                <a:gd name="connsiteY14" fmla="*/ 352373 h 1169336"/>
                <a:gd name="connsiteX15" fmla="*/ 255967 w 338787"/>
                <a:gd name="connsiteY15" fmla="*/ 426621 h 1169336"/>
                <a:gd name="connsiteX16" fmla="*/ 266403 w 338787"/>
                <a:gd name="connsiteY16" fmla="*/ 425766 h 1169336"/>
                <a:gd name="connsiteX17" fmla="*/ 268541 w 338787"/>
                <a:gd name="connsiteY17" fmla="*/ 426621 h 1169336"/>
                <a:gd name="connsiteX18" fmla="*/ 269140 w 338787"/>
                <a:gd name="connsiteY18" fmla="*/ 427049 h 1169336"/>
                <a:gd name="connsiteX19" fmla="*/ 252460 w 338787"/>
                <a:gd name="connsiteY19" fmla="*/ 426878 h 1169336"/>
                <a:gd name="connsiteX20" fmla="*/ 255967 w 338787"/>
                <a:gd name="connsiteY20" fmla="*/ 426707 h 1169336"/>
                <a:gd name="connsiteX21" fmla="*/ 255967 w 338787"/>
                <a:gd name="connsiteY21" fmla="*/ 426707 h 1169336"/>
                <a:gd name="connsiteX22" fmla="*/ 255026 w 338787"/>
                <a:gd name="connsiteY22" fmla="*/ 341338 h 1169336"/>
                <a:gd name="connsiteX23" fmla="*/ 258790 w 338787"/>
                <a:gd name="connsiteY23" fmla="*/ 326882 h 1169336"/>
                <a:gd name="connsiteX24" fmla="*/ 264863 w 338787"/>
                <a:gd name="connsiteY24" fmla="*/ 319440 h 1169336"/>
                <a:gd name="connsiteX25" fmla="*/ 272305 w 338787"/>
                <a:gd name="connsiteY25" fmla="*/ 335265 h 1169336"/>
                <a:gd name="connsiteX26" fmla="*/ 272818 w 338787"/>
                <a:gd name="connsiteY26" fmla="*/ 341852 h 1169336"/>
                <a:gd name="connsiteX27" fmla="*/ 270509 w 338787"/>
                <a:gd name="connsiteY27" fmla="*/ 352116 h 1169336"/>
                <a:gd name="connsiteX28" fmla="*/ 275128 w 338787"/>
                <a:gd name="connsiteY28" fmla="*/ 364263 h 1169336"/>
                <a:gd name="connsiteX29" fmla="*/ 276496 w 338787"/>
                <a:gd name="connsiteY29" fmla="*/ 380088 h 1169336"/>
                <a:gd name="connsiteX30" fmla="*/ 274187 w 338787"/>
                <a:gd name="connsiteY30" fmla="*/ 391721 h 1169336"/>
                <a:gd name="connsiteX31" fmla="*/ 274444 w 338787"/>
                <a:gd name="connsiteY31" fmla="*/ 392063 h 1169336"/>
                <a:gd name="connsiteX32" fmla="*/ 268627 w 338787"/>
                <a:gd name="connsiteY32" fmla="*/ 387530 h 1169336"/>
                <a:gd name="connsiteX33" fmla="*/ 266317 w 338787"/>
                <a:gd name="connsiteY33" fmla="*/ 376837 h 1169336"/>
                <a:gd name="connsiteX34" fmla="*/ 262040 w 338787"/>
                <a:gd name="connsiteY34" fmla="*/ 374186 h 1169336"/>
                <a:gd name="connsiteX35" fmla="*/ 261185 w 338787"/>
                <a:gd name="connsiteY35" fmla="*/ 370336 h 1169336"/>
                <a:gd name="connsiteX36" fmla="*/ 259816 w 338787"/>
                <a:gd name="connsiteY36" fmla="*/ 355453 h 1169336"/>
                <a:gd name="connsiteX37" fmla="*/ 255112 w 338787"/>
                <a:gd name="connsiteY37" fmla="*/ 341510 h 1169336"/>
                <a:gd name="connsiteX38" fmla="*/ 255112 w 338787"/>
                <a:gd name="connsiteY38" fmla="*/ 341510 h 1169336"/>
                <a:gd name="connsiteX39" fmla="*/ 3882 w 338787"/>
                <a:gd name="connsiteY39" fmla="*/ 350149 h 1169336"/>
                <a:gd name="connsiteX40" fmla="*/ 1059 w 338787"/>
                <a:gd name="connsiteY40" fmla="*/ 374870 h 1169336"/>
                <a:gd name="connsiteX41" fmla="*/ 631 w 338787"/>
                <a:gd name="connsiteY41" fmla="*/ 400019 h 1169336"/>
                <a:gd name="connsiteX42" fmla="*/ 5336 w 338787"/>
                <a:gd name="connsiteY42" fmla="*/ 416357 h 1169336"/>
                <a:gd name="connsiteX43" fmla="*/ 15088 w 338787"/>
                <a:gd name="connsiteY43" fmla="*/ 424739 h 1169336"/>
                <a:gd name="connsiteX44" fmla="*/ 15259 w 338787"/>
                <a:gd name="connsiteY44" fmla="*/ 424739 h 1169336"/>
                <a:gd name="connsiteX45" fmla="*/ 28090 w 338787"/>
                <a:gd name="connsiteY45" fmla="*/ 435004 h 1169336"/>
                <a:gd name="connsiteX46" fmla="*/ 69149 w 338787"/>
                <a:gd name="connsiteY46" fmla="*/ 434662 h 1169336"/>
                <a:gd name="connsiteX47" fmla="*/ 69149 w 338787"/>
                <a:gd name="connsiteY47" fmla="*/ 435517 h 1169336"/>
                <a:gd name="connsiteX48" fmla="*/ 68635 w 338787"/>
                <a:gd name="connsiteY48" fmla="*/ 435517 h 1169336"/>
                <a:gd name="connsiteX49" fmla="*/ 68635 w 338787"/>
                <a:gd name="connsiteY49" fmla="*/ 440136 h 1169336"/>
                <a:gd name="connsiteX50" fmla="*/ 66497 w 338787"/>
                <a:gd name="connsiteY50" fmla="*/ 448092 h 1169336"/>
                <a:gd name="connsiteX51" fmla="*/ 57430 w 338787"/>
                <a:gd name="connsiteY51" fmla="*/ 462291 h 1169336"/>
                <a:gd name="connsiteX52" fmla="*/ 53495 w 338787"/>
                <a:gd name="connsiteY52" fmla="*/ 479912 h 1169336"/>
                <a:gd name="connsiteX53" fmla="*/ 36473 w 338787"/>
                <a:gd name="connsiteY53" fmla="*/ 569729 h 1169336"/>
                <a:gd name="connsiteX54" fmla="*/ 38697 w 338787"/>
                <a:gd name="connsiteY54" fmla="*/ 668014 h 1169336"/>
                <a:gd name="connsiteX55" fmla="*/ 39295 w 338787"/>
                <a:gd name="connsiteY55" fmla="*/ 712922 h 1169336"/>
                <a:gd name="connsiteX56" fmla="*/ 41776 w 338787"/>
                <a:gd name="connsiteY56" fmla="*/ 713863 h 1169336"/>
                <a:gd name="connsiteX57" fmla="*/ 41263 w 338787"/>
                <a:gd name="connsiteY57" fmla="*/ 714034 h 1169336"/>
                <a:gd name="connsiteX58" fmla="*/ 60252 w 338787"/>
                <a:gd name="connsiteY58" fmla="*/ 716173 h 1169336"/>
                <a:gd name="connsiteX59" fmla="*/ 67780 w 338787"/>
                <a:gd name="connsiteY59" fmla="*/ 744829 h 1169336"/>
                <a:gd name="connsiteX60" fmla="*/ 70603 w 338787"/>
                <a:gd name="connsiteY60" fmla="*/ 820787 h 1169336"/>
                <a:gd name="connsiteX61" fmla="*/ 60338 w 338787"/>
                <a:gd name="connsiteY61" fmla="*/ 862702 h 1169336"/>
                <a:gd name="connsiteX62" fmla="*/ 54778 w 338787"/>
                <a:gd name="connsiteY62" fmla="*/ 946103 h 1169336"/>
                <a:gd name="connsiteX63" fmla="*/ 66411 w 338787"/>
                <a:gd name="connsiteY63" fmla="*/ 1045842 h 1169336"/>
                <a:gd name="connsiteX64" fmla="*/ 65470 w 338787"/>
                <a:gd name="connsiteY64" fmla="*/ 1072873 h 1169336"/>
                <a:gd name="connsiteX65" fmla="*/ 61707 w 338787"/>
                <a:gd name="connsiteY65" fmla="*/ 1092889 h 1169336"/>
                <a:gd name="connsiteX66" fmla="*/ 61707 w 338787"/>
                <a:gd name="connsiteY66" fmla="*/ 1103581 h 1169336"/>
                <a:gd name="connsiteX67" fmla="*/ 49132 w 338787"/>
                <a:gd name="connsiteY67" fmla="*/ 1121288 h 1169336"/>
                <a:gd name="connsiteX68" fmla="*/ 46823 w 338787"/>
                <a:gd name="connsiteY68" fmla="*/ 1148318 h 1169336"/>
                <a:gd name="connsiteX69" fmla="*/ 50587 w 338787"/>
                <a:gd name="connsiteY69" fmla="*/ 1165512 h 1169336"/>
                <a:gd name="connsiteX70" fmla="*/ 85059 w 338787"/>
                <a:gd name="connsiteY70" fmla="*/ 1169276 h 1169336"/>
                <a:gd name="connsiteX71" fmla="*/ 113971 w 338787"/>
                <a:gd name="connsiteY71" fmla="*/ 1163202 h 1169336"/>
                <a:gd name="connsiteX72" fmla="*/ 106016 w 338787"/>
                <a:gd name="connsiteY72" fmla="*/ 1133349 h 1169336"/>
                <a:gd name="connsiteX73" fmla="*/ 107898 w 338787"/>
                <a:gd name="connsiteY73" fmla="*/ 1108628 h 1169336"/>
                <a:gd name="connsiteX74" fmla="*/ 107898 w 338787"/>
                <a:gd name="connsiteY74" fmla="*/ 1084420 h 1169336"/>
                <a:gd name="connsiteX75" fmla="*/ 102766 w 338787"/>
                <a:gd name="connsiteY75" fmla="*/ 1054139 h 1169336"/>
                <a:gd name="connsiteX76" fmla="*/ 114912 w 338787"/>
                <a:gd name="connsiteY76" fmla="*/ 986135 h 1169336"/>
                <a:gd name="connsiteX77" fmla="*/ 127059 w 338787"/>
                <a:gd name="connsiteY77" fmla="*/ 866380 h 1169336"/>
                <a:gd name="connsiteX78" fmla="*/ 141943 w 338787"/>
                <a:gd name="connsiteY78" fmla="*/ 823097 h 1169336"/>
                <a:gd name="connsiteX79" fmla="*/ 142969 w 338787"/>
                <a:gd name="connsiteY79" fmla="*/ 719509 h 1169336"/>
                <a:gd name="connsiteX80" fmla="*/ 166664 w 338787"/>
                <a:gd name="connsiteY80" fmla="*/ 720108 h 1169336"/>
                <a:gd name="connsiteX81" fmla="*/ 179922 w 338787"/>
                <a:gd name="connsiteY81" fmla="*/ 720706 h 1169336"/>
                <a:gd name="connsiteX82" fmla="*/ 178810 w 338787"/>
                <a:gd name="connsiteY82" fmla="*/ 773313 h 1169336"/>
                <a:gd name="connsiteX83" fmla="*/ 183943 w 338787"/>
                <a:gd name="connsiteY83" fmla="*/ 845081 h 1169336"/>
                <a:gd name="connsiteX84" fmla="*/ 185311 w 338787"/>
                <a:gd name="connsiteY84" fmla="*/ 907524 h 1169336"/>
                <a:gd name="connsiteX85" fmla="*/ 182061 w 338787"/>
                <a:gd name="connsiteY85" fmla="*/ 1001190 h 1169336"/>
                <a:gd name="connsiteX86" fmla="*/ 185825 w 338787"/>
                <a:gd name="connsiteY86" fmla="*/ 1052428 h 1169336"/>
                <a:gd name="connsiteX87" fmla="*/ 178810 w 338787"/>
                <a:gd name="connsiteY87" fmla="*/ 1073386 h 1169336"/>
                <a:gd name="connsiteX88" fmla="*/ 173250 w 338787"/>
                <a:gd name="connsiteY88" fmla="*/ 1098534 h 1169336"/>
                <a:gd name="connsiteX89" fmla="*/ 167690 w 338787"/>
                <a:gd name="connsiteY89" fmla="*/ 1105035 h 1169336"/>
                <a:gd name="connsiteX90" fmla="*/ 163071 w 338787"/>
                <a:gd name="connsiteY90" fmla="*/ 1120432 h 1169336"/>
                <a:gd name="connsiteX91" fmla="*/ 160248 w 338787"/>
                <a:gd name="connsiteY91" fmla="*/ 1140449 h 1169336"/>
                <a:gd name="connsiteX92" fmla="*/ 156998 w 338787"/>
                <a:gd name="connsiteY92" fmla="*/ 1153451 h 1169336"/>
                <a:gd name="connsiteX93" fmla="*/ 162130 w 338787"/>
                <a:gd name="connsiteY93" fmla="*/ 1167907 h 1169336"/>
                <a:gd name="connsiteX94" fmla="*/ 219869 w 338787"/>
                <a:gd name="connsiteY94" fmla="*/ 1167907 h 1169336"/>
                <a:gd name="connsiteX95" fmla="*/ 224574 w 338787"/>
                <a:gd name="connsiteY95" fmla="*/ 1159524 h 1169336"/>
                <a:gd name="connsiteX96" fmla="*/ 223120 w 338787"/>
                <a:gd name="connsiteY96" fmla="*/ 1137198 h 1169336"/>
                <a:gd name="connsiteX97" fmla="*/ 215678 w 338787"/>
                <a:gd name="connsiteY97" fmla="*/ 1105976 h 1169336"/>
                <a:gd name="connsiteX98" fmla="*/ 219356 w 338787"/>
                <a:gd name="connsiteY98" fmla="*/ 1084078 h 1169336"/>
                <a:gd name="connsiteX99" fmla="*/ 219356 w 338787"/>
                <a:gd name="connsiteY99" fmla="*/ 1051488 h 1169336"/>
                <a:gd name="connsiteX100" fmla="*/ 243136 w 338787"/>
                <a:gd name="connsiteY100" fmla="*/ 966204 h 1169336"/>
                <a:gd name="connsiteX101" fmla="*/ 254342 w 338787"/>
                <a:gd name="connsiteY101" fmla="*/ 867920 h 1169336"/>
                <a:gd name="connsiteX102" fmla="*/ 254769 w 338787"/>
                <a:gd name="connsiteY102" fmla="*/ 779386 h 1169336"/>
                <a:gd name="connsiteX103" fmla="*/ 267429 w 338787"/>
                <a:gd name="connsiteY103" fmla="*/ 719337 h 1169336"/>
                <a:gd name="connsiteX104" fmla="*/ 299164 w 338787"/>
                <a:gd name="connsiteY104" fmla="*/ 714120 h 1169336"/>
                <a:gd name="connsiteX105" fmla="*/ 279234 w 338787"/>
                <a:gd name="connsiteY105" fmla="*/ 475464 h 1169336"/>
                <a:gd name="connsiteX106" fmla="*/ 274358 w 338787"/>
                <a:gd name="connsiteY106" fmla="*/ 442275 h 1169336"/>
                <a:gd name="connsiteX107" fmla="*/ 274529 w 338787"/>
                <a:gd name="connsiteY107" fmla="*/ 442275 h 1169336"/>
                <a:gd name="connsiteX108" fmla="*/ 274016 w 338787"/>
                <a:gd name="connsiteY108" fmla="*/ 439966 h 1169336"/>
                <a:gd name="connsiteX109" fmla="*/ 272391 w 338787"/>
                <a:gd name="connsiteY109" fmla="*/ 429786 h 1169336"/>
                <a:gd name="connsiteX110" fmla="*/ 286932 w 338787"/>
                <a:gd name="connsiteY110" fmla="*/ 437057 h 1169336"/>
                <a:gd name="connsiteX111" fmla="*/ 316272 w 338787"/>
                <a:gd name="connsiteY111" fmla="*/ 434748 h 1169336"/>
                <a:gd name="connsiteX112" fmla="*/ 332097 w 338787"/>
                <a:gd name="connsiteY112" fmla="*/ 417982 h 1169336"/>
                <a:gd name="connsiteX113" fmla="*/ 331498 w 338787"/>
                <a:gd name="connsiteY113" fmla="*/ 409684 h 1169336"/>
                <a:gd name="connsiteX114" fmla="*/ 332953 w 338787"/>
                <a:gd name="connsiteY114" fmla="*/ 406349 h 1169336"/>
                <a:gd name="connsiteX115" fmla="*/ 338085 w 338787"/>
                <a:gd name="connsiteY115" fmla="*/ 385819 h 1169336"/>
                <a:gd name="connsiteX116" fmla="*/ 337572 w 338787"/>
                <a:gd name="connsiteY116" fmla="*/ 374613 h 1169336"/>
                <a:gd name="connsiteX117" fmla="*/ 328761 w 338787"/>
                <a:gd name="connsiteY117" fmla="*/ 357847 h 1169336"/>
                <a:gd name="connsiteX118" fmla="*/ 330130 w 338787"/>
                <a:gd name="connsiteY118" fmla="*/ 346642 h 1169336"/>
                <a:gd name="connsiteX119" fmla="*/ 323116 w 338787"/>
                <a:gd name="connsiteY119" fmla="*/ 295831 h 1169336"/>
                <a:gd name="connsiteX120" fmla="*/ 323116 w 338787"/>
                <a:gd name="connsiteY120" fmla="*/ 273506 h 1169336"/>
                <a:gd name="connsiteX121" fmla="*/ 318411 w 338787"/>
                <a:gd name="connsiteY121" fmla="*/ 257168 h 1169336"/>
                <a:gd name="connsiteX122" fmla="*/ 322175 w 338787"/>
                <a:gd name="connsiteY122" fmla="*/ 245534 h 1169336"/>
                <a:gd name="connsiteX123" fmla="*/ 304981 w 338787"/>
                <a:gd name="connsiteY123" fmla="*/ 215253 h 1169336"/>
                <a:gd name="connsiteX124" fmla="*/ 270509 w 338787"/>
                <a:gd name="connsiteY124" fmla="*/ 197974 h 1169336"/>
                <a:gd name="connsiteX125" fmla="*/ 249552 w 338787"/>
                <a:gd name="connsiteY125" fmla="*/ 185828 h 1169336"/>
                <a:gd name="connsiteX126" fmla="*/ 241083 w 338787"/>
                <a:gd name="connsiteY126" fmla="*/ 182663 h 1169336"/>
                <a:gd name="connsiteX127" fmla="*/ 232957 w 338787"/>
                <a:gd name="connsiteY127" fmla="*/ 161620 h 1169336"/>
                <a:gd name="connsiteX128" fmla="*/ 240399 w 338787"/>
                <a:gd name="connsiteY128" fmla="*/ 105763 h 1169336"/>
                <a:gd name="connsiteX129" fmla="*/ 218672 w 338787"/>
                <a:gd name="connsiteY129" fmla="*/ 22533 h 1169336"/>
                <a:gd name="connsiteX130" fmla="*/ 187621 w 338787"/>
                <a:gd name="connsiteY130" fmla="*/ 207 h 1169336"/>
                <a:gd name="connsiteX131" fmla="*/ 179580 w 338787"/>
                <a:gd name="connsiteY131" fmla="*/ 3970 h 1169336"/>
                <a:gd name="connsiteX132" fmla="*/ 124920 w 338787"/>
                <a:gd name="connsiteY132" fmla="*/ 17058 h 1169336"/>
                <a:gd name="connsiteX133" fmla="*/ 95751 w 338787"/>
                <a:gd name="connsiteY133" fmla="*/ 76679 h 1169336"/>
                <a:gd name="connsiteX134" fmla="*/ 91389 w 338787"/>
                <a:gd name="connsiteY134" fmla="*/ 145025 h 1169336"/>
                <a:gd name="connsiteX135" fmla="*/ 89507 w 338787"/>
                <a:gd name="connsiteY135" fmla="*/ 177359 h 1169336"/>
                <a:gd name="connsiteX136" fmla="*/ 78986 w 338787"/>
                <a:gd name="connsiteY136" fmla="*/ 189164 h 1169336"/>
                <a:gd name="connsiteX137" fmla="*/ 61878 w 338787"/>
                <a:gd name="connsiteY137" fmla="*/ 200284 h 1169336"/>
                <a:gd name="connsiteX138" fmla="*/ 59654 w 338787"/>
                <a:gd name="connsiteY138" fmla="*/ 201481 h 1169336"/>
                <a:gd name="connsiteX139" fmla="*/ 60338 w 338787"/>
                <a:gd name="connsiteY139" fmla="*/ 201225 h 1169336"/>
                <a:gd name="connsiteX140" fmla="*/ 49731 w 338787"/>
                <a:gd name="connsiteY140" fmla="*/ 206956 h 1169336"/>
                <a:gd name="connsiteX141" fmla="*/ 12008 w 338787"/>
                <a:gd name="connsiteY141" fmla="*/ 257253 h 1169336"/>
                <a:gd name="connsiteX142" fmla="*/ 11067 w 338787"/>
                <a:gd name="connsiteY142" fmla="*/ 315933 h 1169336"/>
                <a:gd name="connsiteX143" fmla="*/ 4053 w 338787"/>
                <a:gd name="connsiteY143" fmla="*/ 350405 h 1169336"/>
                <a:gd name="connsiteX144" fmla="*/ 4053 w 338787"/>
                <a:gd name="connsiteY144" fmla="*/ 350405 h 1169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</a:cxnLst>
              <a:rect l="l" t="t" r="r" b="b"/>
              <a:pathLst>
                <a:path w="338787" h="1169336">
                  <a:moveTo>
                    <a:pt x="62134" y="352544"/>
                  </a:moveTo>
                  <a:cubicBezTo>
                    <a:pt x="67267" y="345530"/>
                    <a:pt x="70090" y="354854"/>
                    <a:pt x="69149" y="361355"/>
                  </a:cubicBezTo>
                  <a:lnTo>
                    <a:pt x="69149" y="361954"/>
                  </a:lnTo>
                  <a:cubicBezTo>
                    <a:pt x="68550" y="362638"/>
                    <a:pt x="67951" y="363579"/>
                    <a:pt x="67267" y="364862"/>
                  </a:cubicBezTo>
                  <a:lnTo>
                    <a:pt x="66240" y="366658"/>
                  </a:lnTo>
                  <a:cubicBezTo>
                    <a:pt x="65470" y="367343"/>
                    <a:pt x="64786" y="368027"/>
                    <a:pt x="64358" y="369310"/>
                  </a:cubicBezTo>
                  <a:lnTo>
                    <a:pt x="64016" y="372304"/>
                  </a:lnTo>
                  <a:cubicBezTo>
                    <a:pt x="64016" y="378463"/>
                    <a:pt x="63589" y="376752"/>
                    <a:pt x="65385" y="383167"/>
                  </a:cubicBezTo>
                  <a:cubicBezTo>
                    <a:pt x="65898" y="384964"/>
                    <a:pt x="65984" y="387530"/>
                    <a:pt x="65984" y="390267"/>
                  </a:cubicBezTo>
                  <a:lnTo>
                    <a:pt x="65984" y="390096"/>
                  </a:lnTo>
                  <a:cubicBezTo>
                    <a:pt x="66240" y="387872"/>
                    <a:pt x="62477" y="379575"/>
                    <a:pt x="61707" y="377265"/>
                  </a:cubicBezTo>
                  <a:cubicBezTo>
                    <a:pt x="60766" y="374442"/>
                    <a:pt x="59568" y="375383"/>
                    <a:pt x="60766" y="371021"/>
                  </a:cubicBezTo>
                  <a:cubicBezTo>
                    <a:pt x="61365" y="368882"/>
                    <a:pt x="60851" y="367428"/>
                    <a:pt x="60252" y="366059"/>
                  </a:cubicBezTo>
                  <a:cubicBezTo>
                    <a:pt x="59996" y="362124"/>
                    <a:pt x="58285" y="357677"/>
                    <a:pt x="62134" y="352373"/>
                  </a:cubicBezTo>
                  <a:lnTo>
                    <a:pt x="62134" y="352373"/>
                  </a:lnTo>
                  <a:close/>
                  <a:moveTo>
                    <a:pt x="255967" y="426621"/>
                  </a:moveTo>
                  <a:cubicBezTo>
                    <a:pt x="260672" y="426194"/>
                    <a:pt x="264093" y="425937"/>
                    <a:pt x="266403" y="425766"/>
                  </a:cubicBezTo>
                  <a:lnTo>
                    <a:pt x="268541" y="426621"/>
                  </a:lnTo>
                  <a:lnTo>
                    <a:pt x="269140" y="427049"/>
                  </a:lnTo>
                  <a:cubicBezTo>
                    <a:pt x="265890" y="427049"/>
                    <a:pt x="259816" y="426963"/>
                    <a:pt x="252460" y="426878"/>
                  </a:cubicBezTo>
                  <a:cubicBezTo>
                    <a:pt x="254000" y="426878"/>
                    <a:pt x="255197" y="426707"/>
                    <a:pt x="255967" y="426707"/>
                  </a:cubicBezTo>
                  <a:lnTo>
                    <a:pt x="255967" y="426707"/>
                  </a:lnTo>
                  <a:close/>
                  <a:moveTo>
                    <a:pt x="255026" y="341338"/>
                  </a:moveTo>
                  <a:cubicBezTo>
                    <a:pt x="256480" y="337147"/>
                    <a:pt x="255539" y="333383"/>
                    <a:pt x="258790" y="326882"/>
                  </a:cubicBezTo>
                  <a:cubicBezTo>
                    <a:pt x="262040" y="320381"/>
                    <a:pt x="259218" y="315676"/>
                    <a:pt x="264863" y="319440"/>
                  </a:cubicBezTo>
                  <a:cubicBezTo>
                    <a:pt x="268712" y="322006"/>
                    <a:pt x="271279" y="329277"/>
                    <a:pt x="272305" y="335265"/>
                  </a:cubicBezTo>
                  <a:cubicBezTo>
                    <a:pt x="272391" y="337489"/>
                    <a:pt x="272476" y="339799"/>
                    <a:pt x="272818" y="341852"/>
                  </a:cubicBezTo>
                  <a:cubicBezTo>
                    <a:pt x="272391" y="346984"/>
                    <a:pt x="268199" y="344674"/>
                    <a:pt x="270509" y="352116"/>
                  </a:cubicBezTo>
                  <a:cubicBezTo>
                    <a:pt x="272818" y="359558"/>
                    <a:pt x="273759" y="357249"/>
                    <a:pt x="275128" y="364263"/>
                  </a:cubicBezTo>
                  <a:cubicBezTo>
                    <a:pt x="276496" y="371277"/>
                    <a:pt x="277951" y="373159"/>
                    <a:pt x="276496" y="380088"/>
                  </a:cubicBezTo>
                  <a:cubicBezTo>
                    <a:pt x="275128" y="387102"/>
                    <a:pt x="272305" y="388471"/>
                    <a:pt x="274187" y="391721"/>
                  </a:cubicBezTo>
                  <a:lnTo>
                    <a:pt x="274444" y="392063"/>
                  </a:lnTo>
                  <a:cubicBezTo>
                    <a:pt x="271450" y="391037"/>
                    <a:pt x="268627" y="389925"/>
                    <a:pt x="268627" y="387530"/>
                  </a:cubicBezTo>
                  <a:cubicBezTo>
                    <a:pt x="268627" y="383339"/>
                    <a:pt x="269568" y="379147"/>
                    <a:pt x="266317" y="376837"/>
                  </a:cubicBezTo>
                  <a:cubicBezTo>
                    <a:pt x="265291" y="376067"/>
                    <a:pt x="263751" y="375127"/>
                    <a:pt x="262040" y="374186"/>
                  </a:cubicBezTo>
                  <a:cubicBezTo>
                    <a:pt x="261613" y="373330"/>
                    <a:pt x="261356" y="372133"/>
                    <a:pt x="261185" y="370336"/>
                  </a:cubicBezTo>
                  <a:cubicBezTo>
                    <a:pt x="260672" y="362381"/>
                    <a:pt x="261185" y="361012"/>
                    <a:pt x="259816" y="355453"/>
                  </a:cubicBezTo>
                  <a:cubicBezTo>
                    <a:pt x="258448" y="349892"/>
                    <a:pt x="253743" y="345615"/>
                    <a:pt x="255112" y="341510"/>
                  </a:cubicBezTo>
                  <a:lnTo>
                    <a:pt x="255112" y="341510"/>
                  </a:lnTo>
                  <a:close/>
                  <a:moveTo>
                    <a:pt x="3882" y="350149"/>
                  </a:moveTo>
                  <a:cubicBezTo>
                    <a:pt x="2941" y="358959"/>
                    <a:pt x="1572" y="367428"/>
                    <a:pt x="1059" y="374870"/>
                  </a:cubicBezTo>
                  <a:cubicBezTo>
                    <a:pt x="631" y="382312"/>
                    <a:pt x="-823" y="396255"/>
                    <a:pt x="631" y="400019"/>
                  </a:cubicBezTo>
                  <a:cubicBezTo>
                    <a:pt x="2000" y="403782"/>
                    <a:pt x="2513" y="411224"/>
                    <a:pt x="5336" y="416357"/>
                  </a:cubicBezTo>
                  <a:cubicBezTo>
                    <a:pt x="8159" y="421489"/>
                    <a:pt x="11837" y="423371"/>
                    <a:pt x="15088" y="424739"/>
                  </a:cubicBezTo>
                  <a:lnTo>
                    <a:pt x="15259" y="424739"/>
                  </a:lnTo>
                  <a:cubicBezTo>
                    <a:pt x="17568" y="429188"/>
                    <a:pt x="21760" y="434063"/>
                    <a:pt x="28090" y="435004"/>
                  </a:cubicBezTo>
                  <a:cubicBezTo>
                    <a:pt x="35703" y="436116"/>
                    <a:pt x="55035" y="435774"/>
                    <a:pt x="69149" y="434662"/>
                  </a:cubicBezTo>
                  <a:lnTo>
                    <a:pt x="69149" y="435517"/>
                  </a:lnTo>
                  <a:cubicBezTo>
                    <a:pt x="69149" y="435517"/>
                    <a:pt x="68635" y="435517"/>
                    <a:pt x="68635" y="435517"/>
                  </a:cubicBezTo>
                  <a:lnTo>
                    <a:pt x="68635" y="440136"/>
                  </a:lnTo>
                  <a:cubicBezTo>
                    <a:pt x="68208" y="443131"/>
                    <a:pt x="67523" y="446124"/>
                    <a:pt x="66497" y="448092"/>
                  </a:cubicBezTo>
                  <a:cubicBezTo>
                    <a:pt x="63674" y="453224"/>
                    <a:pt x="56831" y="457159"/>
                    <a:pt x="57430" y="462291"/>
                  </a:cubicBezTo>
                  <a:cubicBezTo>
                    <a:pt x="58029" y="467423"/>
                    <a:pt x="55206" y="473668"/>
                    <a:pt x="53495" y="479912"/>
                  </a:cubicBezTo>
                  <a:cubicBezTo>
                    <a:pt x="51784" y="486157"/>
                    <a:pt x="38183" y="550996"/>
                    <a:pt x="36473" y="569729"/>
                  </a:cubicBezTo>
                  <a:cubicBezTo>
                    <a:pt x="34762" y="588462"/>
                    <a:pt x="39295" y="646458"/>
                    <a:pt x="38697" y="668014"/>
                  </a:cubicBezTo>
                  <a:cubicBezTo>
                    <a:pt x="38098" y="689570"/>
                    <a:pt x="39295" y="709501"/>
                    <a:pt x="39295" y="712922"/>
                  </a:cubicBezTo>
                  <a:cubicBezTo>
                    <a:pt x="39295" y="713265"/>
                    <a:pt x="40151" y="713606"/>
                    <a:pt x="41776" y="713863"/>
                  </a:cubicBezTo>
                  <a:lnTo>
                    <a:pt x="41263" y="714034"/>
                  </a:lnTo>
                  <a:cubicBezTo>
                    <a:pt x="44000" y="714804"/>
                    <a:pt x="50929" y="715488"/>
                    <a:pt x="60252" y="716173"/>
                  </a:cubicBezTo>
                  <a:cubicBezTo>
                    <a:pt x="62904" y="724128"/>
                    <a:pt x="67181" y="737557"/>
                    <a:pt x="67780" y="744829"/>
                  </a:cubicBezTo>
                  <a:cubicBezTo>
                    <a:pt x="68721" y="755521"/>
                    <a:pt x="71971" y="810951"/>
                    <a:pt x="70603" y="820787"/>
                  </a:cubicBezTo>
                  <a:cubicBezTo>
                    <a:pt x="69234" y="830539"/>
                    <a:pt x="66411" y="844567"/>
                    <a:pt x="60338" y="862702"/>
                  </a:cubicBezTo>
                  <a:cubicBezTo>
                    <a:pt x="54265" y="880836"/>
                    <a:pt x="52896" y="923264"/>
                    <a:pt x="54778" y="946103"/>
                  </a:cubicBezTo>
                  <a:cubicBezTo>
                    <a:pt x="56660" y="968942"/>
                    <a:pt x="64102" y="1029504"/>
                    <a:pt x="66411" y="1045842"/>
                  </a:cubicBezTo>
                  <a:cubicBezTo>
                    <a:pt x="68721" y="1062180"/>
                    <a:pt x="67352" y="1064917"/>
                    <a:pt x="65470" y="1072873"/>
                  </a:cubicBezTo>
                  <a:cubicBezTo>
                    <a:pt x="63589" y="1080742"/>
                    <a:pt x="61707" y="1085019"/>
                    <a:pt x="61707" y="1092889"/>
                  </a:cubicBezTo>
                  <a:cubicBezTo>
                    <a:pt x="61707" y="1100758"/>
                    <a:pt x="66411" y="1098021"/>
                    <a:pt x="61707" y="1103581"/>
                  </a:cubicBezTo>
                  <a:cubicBezTo>
                    <a:pt x="57088" y="1109141"/>
                    <a:pt x="49560" y="1115215"/>
                    <a:pt x="49132" y="1121288"/>
                  </a:cubicBezTo>
                  <a:cubicBezTo>
                    <a:pt x="48619" y="1127361"/>
                    <a:pt x="48619" y="1141817"/>
                    <a:pt x="46823" y="1148318"/>
                  </a:cubicBezTo>
                  <a:cubicBezTo>
                    <a:pt x="44941" y="1154820"/>
                    <a:pt x="42631" y="1163202"/>
                    <a:pt x="50587" y="1165512"/>
                  </a:cubicBezTo>
                  <a:cubicBezTo>
                    <a:pt x="58542" y="1167821"/>
                    <a:pt x="69234" y="1169703"/>
                    <a:pt x="85059" y="1169276"/>
                  </a:cubicBezTo>
                  <a:cubicBezTo>
                    <a:pt x="100884" y="1168762"/>
                    <a:pt x="112090" y="1169703"/>
                    <a:pt x="113971" y="1163202"/>
                  </a:cubicBezTo>
                  <a:cubicBezTo>
                    <a:pt x="115853" y="1156701"/>
                    <a:pt x="106016" y="1145495"/>
                    <a:pt x="106016" y="1133349"/>
                  </a:cubicBezTo>
                  <a:cubicBezTo>
                    <a:pt x="106016" y="1121203"/>
                    <a:pt x="108326" y="1119406"/>
                    <a:pt x="107898" y="1108628"/>
                  </a:cubicBezTo>
                  <a:cubicBezTo>
                    <a:pt x="107470" y="1097936"/>
                    <a:pt x="107470" y="1094172"/>
                    <a:pt x="107898" y="1084420"/>
                  </a:cubicBezTo>
                  <a:cubicBezTo>
                    <a:pt x="108326" y="1074669"/>
                    <a:pt x="104134" y="1066200"/>
                    <a:pt x="102766" y="1054139"/>
                  </a:cubicBezTo>
                  <a:cubicBezTo>
                    <a:pt x="101397" y="1041993"/>
                    <a:pt x="110208" y="1013594"/>
                    <a:pt x="114912" y="986135"/>
                  </a:cubicBezTo>
                  <a:cubicBezTo>
                    <a:pt x="119617" y="958677"/>
                    <a:pt x="121927" y="887337"/>
                    <a:pt x="127059" y="866380"/>
                  </a:cubicBezTo>
                  <a:cubicBezTo>
                    <a:pt x="132191" y="845423"/>
                    <a:pt x="141002" y="833276"/>
                    <a:pt x="141943" y="823097"/>
                  </a:cubicBezTo>
                  <a:cubicBezTo>
                    <a:pt x="142713" y="814457"/>
                    <a:pt x="144167" y="749790"/>
                    <a:pt x="142969" y="719509"/>
                  </a:cubicBezTo>
                  <a:cubicBezTo>
                    <a:pt x="156998" y="719851"/>
                    <a:pt x="166664" y="720108"/>
                    <a:pt x="166664" y="720108"/>
                  </a:cubicBezTo>
                  <a:cubicBezTo>
                    <a:pt x="171197" y="720364"/>
                    <a:pt x="175560" y="720535"/>
                    <a:pt x="179922" y="720706"/>
                  </a:cubicBezTo>
                  <a:cubicBezTo>
                    <a:pt x="180008" y="735333"/>
                    <a:pt x="180008" y="758686"/>
                    <a:pt x="178810" y="773313"/>
                  </a:cubicBezTo>
                  <a:cubicBezTo>
                    <a:pt x="176928" y="795639"/>
                    <a:pt x="178810" y="822242"/>
                    <a:pt x="183943" y="845081"/>
                  </a:cubicBezTo>
                  <a:cubicBezTo>
                    <a:pt x="189075" y="867920"/>
                    <a:pt x="187193" y="887508"/>
                    <a:pt x="185311" y="907524"/>
                  </a:cubicBezTo>
                  <a:cubicBezTo>
                    <a:pt x="183429" y="927541"/>
                    <a:pt x="180607" y="978351"/>
                    <a:pt x="182061" y="1001190"/>
                  </a:cubicBezTo>
                  <a:cubicBezTo>
                    <a:pt x="183515" y="1024029"/>
                    <a:pt x="185825" y="1045414"/>
                    <a:pt x="185825" y="1052428"/>
                  </a:cubicBezTo>
                  <a:cubicBezTo>
                    <a:pt x="185825" y="1059443"/>
                    <a:pt x="182574" y="1064575"/>
                    <a:pt x="178810" y="1073386"/>
                  </a:cubicBezTo>
                  <a:cubicBezTo>
                    <a:pt x="175047" y="1082197"/>
                    <a:pt x="173250" y="1095711"/>
                    <a:pt x="173250" y="1098534"/>
                  </a:cubicBezTo>
                  <a:cubicBezTo>
                    <a:pt x="173250" y="1101357"/>
                    <a:pt x="170941" y="1098962"/>
                    <a:pt x="167690" y="1105035"/>
                  </a:cubicBezTo>
                  <a:cubicBezTo>
                    <a:pt x="164440" y="1111108"/>
                    <a:pt x="164012" y="1112477"/>
                    <a:pt x="163071" y="1120432"/>
                  </a:cubicBezTo>
                  <a:cubicBezTo>
                    <a:pt x="162130" y="1128388"/>
                    <a:pt x="162130" y="1135744"/>
                    <a:pt x="160248" y="1140449"/>
                  </a:cubicBezTo>
                  <a:cubicBezTo>
                    <a:pt x="158366" y="1145068"/>
                    <a:pt x="156998" y="1144213"/>
                    <a:pt x="156998" y="1153451"/>
                  </a:cubicBezTo>
                  <a:cubicBezTo>
                    <a:pt x="156998" y="1162689"/>
                    <a:pt x="158880" y="1166966"/>
                    <a:pt x="162130" y="1167907"/>
                  </a:cubicBezTo>
                  <a:cubicBezTo>
                    <a:pt x="165381" y="1168848"/>
                    <a:pt x="219869" y="1167907"/>
                    <a:pt x="219869" y="1167907"/>
                  </a:cubicBezTo>
                  <a:cubicBezTo>
                    <a:pt x="219869" y="1167907"/>
                    <a:pt x="224061" y="1163715"/>
                    <a:pt x="224574" y="1159524"/>
                  </a:cubicBezTo>
                  <a:cubicBezTo>
                    <a:pt x="225002" y="1155333"/>
                    <a:pt x="223633" y="1142758"/>
                    <a:pt x="223120" y="1137198"/>
                  </a:cubicBezTo>
                  <a:cubicBezTo>
                    <a:pt x="222692" y="1131638"/>
                    <a:pt x="217560" y="1116669"/>
                    <a:pt x="215678" y="1105976"/>
                  </a:cubicBezTo>
                  <a:cubicBezTo>
                    <a:pt x="213796" y="1095284"/>
                    <a:pt x="218928" y="1092889"/>
                    <a:pt x="219356" y="1084078"/>
                  </a:cubicBezTo>
                  <a:cubicBezTo>
                    <a:pt x="219784" y="1075267"/>
                    <a:pt x="213796" y="1061752"/>
                    <a:pt x="219356" y="1051488"/>
                  </a:cubicBezTo>
                  <a:cubicBezTo>
                    <a:pt x="224916" y="1041223"/>
                    <a:pt x="237063" y="998367"/>
                    <a:pt x="243136" y="966204"/>
                  </a:cubicBezTo>
                  <a:cubicBezTo>
                    <a:pt x="249209" y="934042"/>
                    <a:pt x="254769" y="907011"/>
                    <a:pt x="254342" y="867920"/>
                  </a:cubicBezTo>
                  <a:cubicBezTo>
                    <a:pt x="253828" y="828743"/>
                    <a:pt x="250150" y="804107"/>
                    <a:pt x="254769" y="779386"/>
                  </a:cubicBezTo>
                  <a:cubicBezTo>
                    <a:pt x="258362" y="760482"/>
                    <a:pt x="264606" y="731741"/>
                    <a:pt x="267429" y="719337"/>
                  </a:cubicBezTo>
                  <a:cubicBezTo>
                    <a:pt x="283938" y="718397"/>
                    <a:pt x="296342" y="716771"/>
                    <a:pt x="299164" y="714120"/>
                  </a:cubicBezTo>
                  <a:cubicBezTo>
                    <a:pt x="299164" y="714120"/>
                    <a:pt x="307718" y="578283"/>
                    <a:pt x="279234" y="475464"/>
                  </a:cubicBezTo>
                  <a:cubicBezTo>
                    <a:pt x="279234" y="475464"/>
                    <a:pt x="276496" y="456475"/>
                    <a:pt x="274358" y="442275"/>
                  </a:cubicBezTo>
                  <a:lnTo>
                    <a:pt x="274529" y="442275"/>
                  </a:lnTo>
                  <a:lnTo>
                    <a:pt x="274016" y="439966"/>
                  </a:lnTo>
                  <a:cubicBezTo>
                    <a:pt x="273331" y="435689"/>
                    <a:pt x="272818" y="432096"/>
                    <a:pt x="272391" y="429786"/>
                  </a:cubicBezTo>
                  <a:cubicBezTo>
                    <a:pt x="275556" y="432609"/>
                    <a:pt x="279747" y="436116"/>
                    <a:pt x="286932" y="437057"/>
                  </a:cubicBezTo>
                  <a:cubicBezTo>
                    <a:pt x="297197" y="438426"/>
                    <a:pt x="307890" y="440308"/>
                    <a:pt x="316272" y="434748"/>
                  </a:cubicBezTo>
                  <a:cubicBezTo>
                    <a:pt x="324655" y="429188"/>
                    <a:pt x="330301" y="424911"/>
                    <a:pt x="332097" y="417982"/>
                  </a:cubicBezTo>
                  <a:cubicBezTo>
                    <a:pt x="332610" y="416015"/>
                    <a:pt x="332439" y="412935"/>
                    <a:pt x="331498" y="409684"/>
                  </a:cubicBezTo>
                  <a:lnTo>
                    <a:pt x="332953" y="406349"/>
                  </a:lnTo>
                  <a:cubicBezTo>
                    <a:pt x="337144" y="396597"/>
                    <a:pt x="338085" y="392320"/>
                    <a:pt x="338085" y="385819"/>
                  </a:cubicBezTo>
                  <a:cubicBezTo>
                    <a:pt x="338085" y="379318"/>
                    <a:pt x="339967" y="381628"/>
                    <a:pt x="337572" y="374613"/>
                  </a:cubicBezTo>
                  <a:cubicBezTo>
                    <a:pt x="335262" y="367599"/>
                    <a:pt x="326366" y="364348"/>
                    <a:pt x="328761" y="357847"/>
                  </a:cubicBezTo>
                  <a:cubicBezTo>
                    <a:pt x="331071" y="351347"/>
                    <a:pt x="331071" y="357334"/>
                    <a:pt x="330130" y="346642"/>
                  </a:cubicBezTo>
                  <a:cubicBezTo>
                    <a:pt x="329189" y="335949"/>
                    <a:pt x="322688" y="306609"/>
                    <a:pt x="323116" y="295831"/>
                  </a:cubicBezTo>
                  <a:cubicBezTo>
                    <a:pt x="323543" y="285139"/>
                    <a:pt x="324997" y="281375"/>
                    <a:pt x="323116" y="273506"/>
                  </a:cubicBezTo>
                  <a:cubicBezTo>
                    <a:pt x="321234" y="265550"/>
                    <a:pt x="316101" y="263241"/>
                    <a:pt x="318411" y="257168"/>
                  </a:cubicBezTo>
                  <a:cubicBezTo>
                    <a:pt x="320720" y="251094"/>
                    <a:pt x="323543" y="252035"/>
                    <a:pt x="322175" y="245534"/>
                  </a:cubicBezTo>
                  <a:cubicBezTo>
                    <a:pt x="320806" y="239033"/>
                    <a:pt x="312851" y="219017"/>
                    <a:pt x="304981" y="215253"/>
                  </a:cubicBezTo>
                  <a:cubicBezTo>
                    <a:pt x="297026" y="211489"/>
                    <a:pt x="277010" y="201310"/>
                    <a:pt x="270509" y="197974"/>
                  </a:cubicBezTo>
                  <a:cubicBezTo>
                    <a:pt x="264008" y="194724"/>
                    <a:pt x="255112" y="188223"/>
                    <a:pt x="249552" y="185828"/>
                  </a:cubicBezTo>
                  <a:cubicBezTo>
                    <a:pt x="245617" y="184202"/>
                    <a:pt x="243735" y="184117"/>
                    <a:pt x="241083" y="182663"/>
                  </a:cubicBezTo>
                  <a:cubicBezTo>
                    <a:pt x="232871" y="168976"/>
                    <a:pt x="230562" y="167266"/>
                    <a:pt x="232957" y="161620"/>
                  </a:cubicBezTo>
                  <a:cubicBezTo>
                    <a:pt x="236721" y="152895"/>
                    <a:pt x="245360" y="132451"/>
                    <a:pt x="240399" y="105763"/>
                  </a:cubicBezTo>
                  <a:cubicBezTo>
                    <a:pt x="235438" y="79074"/>
                    <a:pt x="237319" y="41779"/>
                    <a:pt x="218672" y="22533"/>
                  </a:cubicBezTo>
                  <a:cubicBezTo>
                    <a:pt x="200024" y="3286"/>
                    <a:pt x="196945" y="-1076"/>
                    <a:pt x="187621" y="207"/>
                  </a:cubicBezTo>
                  <a:cubicBezTo>
                    <a:pt x="178554" y="1404"/>
                    <a:pt x="179580" y="3970"/>
                    <a:pt x="179580" y="3970"/>
                  </a:cubicBezTo>
                  <a:cubicBezTo>
                    <a:pt x="169658" y="2688"/>
                    <a:pt x="150411" y="-990"/>
                    <a:pt x="124920" y="17058"/>
                  </a:cubicBezTo>
                  <a:cubicBezTo>
                    <a:pt x="99430" y="35107"/>
                    <a:pt x="100713" y="56150"/>
                    <a:pt x="95751" y="76679"/>
                  </a:cubicBezTo>
                  <a:cubicBezTo>
                    <a:pt x="90790" y="97209"/>
                    <a:pt x="90790" y="121417"/>
                    <a:pt x="91389" y="145025"/>
                  </a:cubicBezTo>
                  <a:cubicBezTo>
                    <a:pt x="91988" y="168634"/>
                    <a:pt x="95751" y="169917"/>
                    <a:pt x="89507" y="177359"/>
                  </a:cubicBezTo>
                  <a:cubicBezTo>
                    <a:pt x="85316" y="182321"/>
                    <a:pt x="82835" y="185656"/>
                    <a:pt x="78986" y="189164"/>
                  </a:cubicBezTo>
                  <a:cubicBezTo>
                    <a:pt x="73597" y="192927"/>
                    <a:pt x="67438" y="196948"/>
                    <a:pt x="61878" y="200284"/>
                  </a:cubicBezTo>
                  <a:lnTo>
                    <a:pt x="59654" y="201481"/>
                  </a:lnTo>
                  <a:lnTo>
                    <a:pt x="60338" y="201225"/>
                  </a:lnTo>
                  <a:cubicBezTo>
                    <a:pt x="56061" y="203791"/>
                    <a:pt x="52297" y="205844"/>
                    <a:pt x="49731" y="206956"/>
                  </a:cubicBezTo>
                  <a:cubicBezTo>
                    <a:pt x="40921" y="210720"/>
                    <a:pt x="16627" y="219530"/>
                    <a:pt x="12008" y="257253"/>
                  </a:cubicBezTo>
                  <a:cubicBezTo>
                    <a:pt x="7389" y="294976"/>
                    <a:pt x="12949" y="306609"/>
                    <a:pt x="11067" y="315933"/>
                  </a:cubicBezTo>
                  <a:cubicBezTo>
                    <a:pt x="9185" y="325257"/>
                    <a:pt x="4994" y="341595"/>
                    <a:pt x="4053" y="350405"/>
                  </a:cubicBezTo>
                  <a:lnTo>
                    <a:pt x="4053" y="350405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E84E782-69EA-10B4-D7C6-F2DF003F199F}"/>
                </a:ext>
              </a:extLst>
            </p:cNvPr>
            <p:cNvSpPr/>
            <p:nvPr/>
          </p:nvSpPr>
          <p:spPr>
            <a:xfrm>
              <a:off x="-5425459" y="5675909"/>
              <a:ext cx="443731" cy="1213558"/>
            </a:xfrm>
            <a:custGeom>
              <a:avLst/>
              <a:gdLst>
                <a:gd name="connsiteX0" fmla="*/ 368891 w 443731"/>
                <a:gd name="connsiteY0" fmla="*/ 438313 h 1213558"/>
                <a:gd name="connsiteX1" fmla="*/ 375307 w 443731"/>
                <a:gd name="connsiteY1" fmla="*/ 441479 h 1213558"/>
                <a:gd name="connsiteX2" fmla="*/ 376076 w 443731"/>
                <a:gd name="connsiteY2" fmla="*/ 454908 h 1213558"/>
                <a:gd name="connsiteX3" fmla="*/ 370858 w 443731"/>
                <a:gd name="connsiteY3" fmla="*/ 470562 h 1213558"/>
                <a:gd name="connsiteX4" fmla="*/ 372826 w 443731"/>
                <a:gd name="connsiteY4" fmla="*/ 479800 h 1213558"/>
                <a:gd name="connsiteX5" fmla="*/ 364956 w 443731"/>
                <a:gd name="connsiteY5" fmla="*/ 479373 h 1213558"/>
                <a:gd name="connsiteX6" fmla="*/ 362989 w 443731"/>
                <a:gd name="connsiteY6" fmla="*/ 455935 h 1213558"/>
                <a:gd name="connsiteX7" fmla="*/ 368806 w 443731"/>
                <a:gd name="connsiteY7" fmla="*/ 438313 h 1213558"/>
                <a:gd name="connsiteX8" fmla="*/ 368806 w 443731"/>
                <a:gd name="connsiteY8" fmla="*/ 438313 h 1213558"/>
                <a:gd name="connsiteX9" fmla="*/ 558 w 443731"/>
                <a:gd name="connsiteY9" fmla="*/ 760284 h 1213558"/>
                <a:gd name="connsiteX10" fmla="*/ 82676 w 443731"/>
                <a:gd name="connsiteY10" fmla="*/ 783209 h 1213558"/>
                <a:gd name="connsiteX11" fmla="*/ 83959 w 443731"/>
                <a:gd name="connsiteY11" fmla="*/ 782097 h 1213558"/>
                <a:gd name="connsiteX12" fmla="*/ 87552 w 443731"/>
                <a:gd name="connsiteY12" fmla="*/ 780728 h 1213558"/>
                <a:gd name="connsiteX13" fmla="*/ 102949 w 443731"/>
                <a:gd name="connsiteY13" fmla="*/ 765673 h 1213558"/>
                <a:gd name="connsiteX14" fmla="*/ 115780 w 443731"/>
                <a:gd name="connsiteY14" fmla="*/ 755152 h 1213558"/>
                <a:gd name="connsiteX15" fmla="*/ 117319 w 443731"/>
                <a:gd name="connsiteY15" fmla="*/ 754810 h 1213558"/>
                <a:gd name="connsiteX16" fmla="*/ 122708 w 443731"/>
                <a:gd name="connsiteY16" fmla="*/ 790480 h 1213558"/>
                <a:gd name="connsiteX17" fmla="*/ 124676 w 443731"/>
                <a:gd name="connsiteY17" fmla="*/ 902365 h 1213558"/>
                <a:gd name="connsiteX18" fmla="*/ 114411 w 443731"/>
                <a:gd name="connsiteY18" fmla="*/ 1000565 h 1213558"/>
                <a:gd name="connsiteX19" fmla="*/ 102692 w 443731"/>
                <a:gd name="connsiteY19" fmla="*/ 1114418 h 1213558"/>
                <a:gd name="connsiteX20" fmla="*/ 107055 w 443731"/>
                <a:gd name="connsiteY20" fmla="*/ 1137343 h 1213558"/>
                <a:gd name="connsiteX21" fmla="*/ 105087 w 443731"/>
                <a:gd name="connsiteY21" fmla="*/ 1151029 h 1213558"/>
                <a:gd name="connsiteX22" fmla="*/ 102179 w 443731"/>
                <a:gd name="connsiteY22" fmla="*/ 1166169 h 1213558"/>
                <a:gd name="connsiteX23" fmla="*/ 90973 w 443731"/>
                <a:gd name="connsiteY23" fmla="*/ 1180797 h 1213558"/>
                <a:gd name="connsiteX24" fmla="*/ 68989 w 443731"/>
                <a:gd name="connsiteY24" fmla="*/ 1192088 h 1213558"/>
                <a:gd name="connsiteX25" fmla="*/ 62660 w 443731"/>
                <a:gd name="connsiteY25" fmla="*/ 1205261 h 1213558"/>
                <a:gd name="connsiteX26" fmla="*/ 119287 w 443731"/>
                <a:gd name="connsiteY26" fmla="*/ 1213558 h 1213558"/>
                <a:gd name="connsiteX27" fmla="*/ 186692 w 443731"/>
                <a:gd name="connsiteY27" fmla="*/ 1210137 h 1213558"/>
                <a:gd name="connsiteX28" fmla="*/ 188146 w 443731"/>
                <a:gd name="connsiteY28" fmla="*/ 1199359 h 1213558"/>
                <a:gd name="connsiteX29" fmla="*/ 197897 w 443731"/>
                <a:gd name="connsiteY29" fmla="*/ 1169506 h 1213558"/>
                <a:gd name="connsiteX30" fmla="*/ 194989 w 443731"/>
                <a:gd name="connsiteY30" fmla="*/ 1151457 h 1213558"/>
                <a:gd name="connsiteX31" fmla="*/ 203800 w 443731"/>
                <a:gd name="connsiteY31" fmla="*/ 1132381 h 1213558"/>
                <a:gd name="connsiteX32" fmla="*/ 214578 w 443731"/>
                <a:gd name="connsiteY32" fmla="*/ 1036149 h 1213558"/>
                <a:gd name="connsiteX33" fmla="*/ 220908 w 443731"/>
                <a:gd name="connsiteY33" fmla="*/ 992182 h 1213558"/>
                <a:gd name="connsiteX34" fmla="*/ 218940 w 443731"/>
                <a:gd name="connsiteY34" fmla="*/ 955058 h 1213558"/>
                <a:gd name="connsiteX35" fmla="*/ 233140 w 443731"/>
                <a:gd name="connsiteY35" fmla="*/ 853950 h 1213558"/>
                <a:gd name="connsiteX36" fmla="*/ 236561 w 443731"/>
                <a:gd name="connsiteY36" fmla="*/ 799205 h 1213558"/>
                <a:gd name="connsiteX37" fmla="*/ 240496 w 443731"/>
                <a:gd name="connsiteY37" fmla="*/ 767897 h 1213558"/>
                <a:gd name="connsiteX38" fmla="*/ 241950 w 443731"/>
                <a:gd name="connsiteY38" fmla="*/ 751816 h 1213558"/>
                <a:gd name="connsiteX39" fmla="*/ 257604 w 443731"/>
                <a:gd name="connsiteY39" fmla="*/ 777222 h 1213558"/>
                <a:gd name="connsiteX40" fmla="*/ 264447 w 443731"/>
                <a:gd name="connsiteY40" fmla="*/ 820675 h 1213558"/>
                <a:gd name="connsiteX41" fmla="*/ 268810 w 443731"/>
                <a:gd name="connsiteY41" fmla="*/ 847022 h 1213558"/>
                <a:gd name="connsiteX42" fmla="*/ 273686 w 443731"/>
                <a:gd name="connsiteY42" fmla="*/ 881751 h 1213558"/>
                <a:gd name="connsiteX43" fmla="*/ 281470 w 443731"/>
                <a:gd name="connsiteY43" fmla="*/ 932561 h 1213558"/>
                <a:gd name="connsiteX44" fmla="*/ 286859 w 443731"/>
                <a:gd name="connsiteY44" fmla="*/ 969685 h 1213558"/>
                <a:gd name="connsiteX45" fmla="*/ 294643 w 443731"/>
                <a:gd name="connsiteY45" fmla="*/ 1016133 h 1213558"/>
                <a:gd name="connsiteX46" fmla="*/ 291734 w 443731"/>
                <a:gd name="connsiteY46" fmla="*/ 1044447 h 1213558"/>
                <a:gd name="connsiteX47" fmla="*/ 299518 w 443731"/>
                <a:gd name="connsiteY47" fmla="*/ 1091322 h 1213558"/>
                <a:gd name="connsiteX48" fmla="*/ 300032 w 443731"/>
                <a:gd name="connsiteY48" fmla="*/ 1129388 h 1213558"/>
                <a:gd name="connsiteX49" fmla="*/ 303453 w 443731"/>
                <a:gd name="connsiteY49" fmla="*/ 1152825 h 1213558"/>
                <a:gd name="connsiteX50" fmla="*/ 306875 w 443731"/>
                <a:gd name="connsiteY50" fmla="*/ 1168479 h 1213558"/>
                <a:gd name="connsiteX51" fmla="*/ 313205 w 443731"/>
                <a:gd name="connsiteY51" fmla="*/ 1181139 h 1213558"/>
                <a:gd name="connsiteX52" fmla="*/ 314146 w 443731"/>
                <a:gd name="connsiteY52" fmla="*/ 1204577 h 1213558"/>
                <a:gd name="connsiteX53" fmla="*/ 354178 w 443731"/>
                <a:gd name="connsiteY53" fmla="*/ 1210906 h 1213558"/>
                <a:gd name="connsiteX54" fmla="*/ 432361 w 443731"/>
                <a:gd name="connsiteY54" fmla="*/ 1204577 h 1213558"/>
                <a:gd name="connsiteX55" fmla="*/ 421583 w 443731"/>
                <a:gd name="connsiteY55" fmla="*/ 1176263 h 1213558"/>
                <a:gd name="connsiteX56" fmla="*/ 411319 w 443731"/>
                <a:gd name="connsiteY56" fmla="*/ 1160182 h 1213558"/>
                <a:gd name="connsiteX57" fmla="*/ 393270 w 443731"/>
                <a:gd name="connsiteY57" fmla="*/ 1139652 h 1213558"/>
                <a:gd name="connsiteX58" fmla="*/ 388394 w 443731"/>
                <a:gd name="connsiteY58" fmla="*/ 1118610 h 1213558"/>
                <a:gd name="connsiteX59" fmla="*/ 386427 w 443731"/>
                <a:gd name="connsiteY59" fmla="*/ 1019469 h 1213558"/>
                <a:gd name="connsiteX60" fmla="*/ 377188 w 443731"/>
                <a:gd name="connsiteY60" fmla="*/ 950097 h 1213558"/>
                <a:gd name="connsiteX61" fmla="*/ 379583 w 443731"/>
                <a:gd name="connsiteY61" fmla="*/ 880724 h 1213558"/>
                <a:gd name="connsiteX62" fmla="*/ 385400 w 443731"/>
                <a:gd name="connsiteY62" fmla="*/ 766871 h 1213558"/>
                <a:gd name="connsiteX63" fmla="*/ 389763 w 443731"/>
                <a:gd name="connsiteY63" fmla="*/ 701433 h 1213558"/>
                <a:gd name="connsiteX64" fmla="*/ 387795 w 443731"/>
                <a:gd name="connsiteY64" fmla="*/ 668244 h 1213558"/>
                <a:gd name="connsiteX65" fmla="*/ 388736 w 443731"/>
                <a:gd name="connsiteY65" fmla="*/ 649425 h 1213558"/>
                <a:gd name="connsiteX66" fmla="*/ 402166 w 443731"/>
                <a:gd name="connsiteY66" fmla="*/ 631889 h 1213558"/>
                <a:gd name="connsiteX67" fmla="*/ 406357 w 443731"/>
                <a:gd name="connsiteY67" fmla="*/ 631804 h 1213558"/>
                <a:gd name="connsiteX68" fmla="*/ 406357 w 443731"/>
                <a:gd name="connsiteY68" fmla="*/ 631804 h 1213558"/>
                <a:gd name="connsiteX69" fmla="*/ 406357 w 443731"/>
                <a:gd name="connsiteY69" fmla="*/ 631804 h 1213558"/>
                <a:gd name="connsiteX70" fmla="*/ 408239 w 443731"/>
                <a:gd name="connsiteY70" fmla="*/ 631633 h 1213558"/>
                <a:gd name="connsiteX71" fmla="*/ 415596 w 443731"/>
                <a:gd name="connsiteY71" fmla="*/ 608709 h 1213558"/>
                <a:gd name="connsiteX72" fmla="*/ 426801 w 443731"/>
                <a:gd name="connsiteY72" fmla="*/ 572097 h 1213558"/>
                <a:gd name="connsiteX73" fmla="*/ 436553 w 443731"/>
                <a:gd name="connsiteY73" fmla="*/ 527189 h 1213558"/>
                <a:gd name="connsiteX74" fmla="*/ 442455 w 443731"/>
                <a:gd name="connsiteY74" fmla="*/ 490065 h 1213558"/>
                <a:gd name="connsiteX75" fmla="*/ 441514 w 443731"/>
                <a:gd name="connsiteY75" fmla="*/ 453454 h 1213558"/>
                <a:gd name="connsiteX76" fmla="*/ 438092 w 443731"/>
                <a:gd name="connsiteY76" fmla="*/ 388530 h 1213558"/>
                <a:gd name="connsiteX77" fmla="*/ 430736 w 443731"/>
                <a:gd name="connsiteY77" fmla="*/ 326941 h 1213558"/>
                <a:gd name="connsiteX78" fmla="*/ 421412 w 443731"/>
                <a:gd name="connsiteY78" fmla="*/ 257569 h 1213558"/>
                <a:gd name="connsiteX79" fmla="*/ 411148 w 443731"/>
                <a:gd name="connsiteY79" fmla="*/ 222412 h 1213558"/>
                <a:gd name="connsiteX80" fmla="*/ 398488 w 443731"/>
                <a:gd name="connsiteY80" fmla="*/ 217536 h 1213558"/>
                <a:gd name="connsiteX81" fmla="*/ 318850 w 443731"/>
                <a:gd name="connsiteY81" fmla="*/ 195039 h 1213558"/>
                <a:gd name="connsiteX82" fmla="*/ 302769 w 443731"/>
                <a:gd name="connsiteY82" fmla="*/ 180840 h 1213558"/>
                <a:gd name="connsiteX83" fmla="*/ 301999 w 443731"/>
                <a:gd name="connsiteY83" fmla="*/ 181267 h 1213558"/>
                <a:gd name="connsiteX84" fmla="*/ 299091 w 443731"/>
                <a:gd name="connsiteY84" fmla="*/ 171516 h 1213558"/>
                <a:gd name="connsiteX85" fmla="*/ 305763 w 443731"/>
                <a:gd name="connsiteY85" fmla="*/ 165614 h 1213558"/>
                <a:gd name="connsiteX86" fmla="*/ 312606 w 443731"/>
                <a:gd name="connsiteY86" fmla="*/ 147565 h 1213558"/>
                <a:gd name="connsiteX87" fmla="*/ 324325 w 443731"/>
                <a:gd name="connsiteY87" fmla="*/ 132425 h 1213558"/>
                <a:gd name="connsiteX88" fmla="*/ 339979 w 443731"/>
                <a:gd name="connsiteY88" fmla="*/ 84522 h 1213558"/>
                <a:gd name="connsiteX89" fmla="*/ 303368 w 443731"/>
                <a:gd name="connsiteY89" fmla="*/ 9247 h 1213558"/>
                <a:gd name="connsiteX90" fmla="*/ 237417 w 443731"/>
                <a:gd name="connsiteY90" fmla="*/ 8734 h 1213558"/>
                <a:gd name="connsiteX91" fmla="*/ 232541 w 443731"/>
                <a:gd name="connsiteY91" fmla="*/ 13097 h 1213558"/>
                <a:gd name="connsiteX92" fmla="*/ 212953 w 443731"/>
                <a:gd name="connsiteY92" fmla="*/ 22848 h 1213558"/>
                <a:gd name="connsiteX93" fmla="*/ 193877 w 443731"/>
                <a:gd name="connsiteY93" fmla="*/ 49707 h 1213558"/>
                <a:gd name="connsiteX94" fmla="*/ 183099 w 443731"/>
                <a:gd name="connsiteY94" fmla="*/ 99064 h 1213558"/>
                <a:gd name="connsiteX95" fmla="*/ 197727 w 443731"/>
                <a:gd name="connsiteY95" fmla="*/ 135247 h 1213558"/>
                <a:gd name="connsiteX96" fmla="*/ 206965 w 443731"/>
                <a:gd name="connsiteY96" fmla="*/ 161166 h 1213558"/>
                <a:gd name="connsiteX97" fmla="*/ 211327 w 443731"/>
                <a:gd name="connsiteY97" fmla="*/ 171944 h 1213558"/>
                <a:gd name="connsiteX98" fmla="*/ 210386 w 443731"/>
                <a:gd name="connsiteY98" fmla="*/ 177076 h 1213558"/>
                <a:gd name="connsiteX99" fmla="*/ 204399 w 443731"/>
                <a:gd name="connsiteY99" fmla="*/ 181781 h 1213558"/>
                <a:gd name="connsiteX100" fmla="*/ 195588 w 443731"/>
                <a:gd name="connsiteY100" fmla="*/ 192986 h 1213558"/>
                <a:gd name="connsiteX101" fmla="*/ 195417 w 443731"/>
                <a:gd name="connsiteY101" fmla="*/ 193585 h 1213558"/>
                <a:gd name="connsiteX102" fmla="*/ 181388 w 443731"/>
                <a:gd name="connsiteY102" fmla="*/ 207186 h 1213558"/>
                <a:gd name="connsiteX103" fmla="*/ 164794 w 443731"/>
                <a:gd name="connsiteY103" fmla="*/ 216938 h 1213558"/>
                <a:gd name="connsiteX104" fmla="*/ 164281 w 443731"/>
                <a:gd name="connsiteY104" fmla="*/ 217536 h 1213558"/>
                <a:gd name="connsiteX105" fmla="*/ 163853 w 443731"/>
                <a:gd name="connsiteY105" fmla="*/ 216938 h 1213558"/>
                <a:gd name="connsiteX106" fmla="*/ 164195 w 443731"/>
                <a:gd name="connsiteY106" fmla="*/ 217622 h 1213558"/>
                <a:gd name="connsiteX107" fmla="*/ 150680 w 443731"/>
                <a:gd name="connsiteY107" fmla="*/ 224807 h 1213558"/>
                <a:gd name="connsiteX108" fmla="*/ 138704 w 443731"/>
                <a:gd name="connsiteY108" fmla="*/ 230709 h 1213558"/>
                <a:gd name="connsiteX109" fmla="*/ 138448 w 443731"/>
                <a:gd name="connsiteY109" fmla="*/ 227202 h 1213558"/>
                <a:gd name="connsiteX110" fmla="*/ 133059 w 443731"/>
                <a:gd name="connsiteY110" fmla="*/ 222326 h 1213558"/>
                <a:gd name="connsiteX111" fmla="*/ 102264 w 443731"/>
                <a:gd name="connsiteY111" fmla="*/ 234046 h 1213558"/>
                <a:gd name="connsiteX112" fmla="*/ 96106 w 443731"/>
                <a:gd name="connsiteY112" fmla="*/ 247903 h 1213558"/>
                <a:gd name="connsiteX113" fmla="*/ 81735 w 443731"/>
                <a:gd name="connsiteY113" fmla="*/ 260391 h 1213558"/>
                <a:gd name="connsiteX114" fmla="*/ 64627 w 443731"/>
                <a:gd name="connsiteY114" fmla="*/ 355683 h 1213558"/>
                <a:gd name="connsiteX115" fmla="*/ 56843 w 443731"/>
                <a:gd name="connsiteY115" fmla="*/ 405467 h 1213558"/>
                <a:gd name="connsiteX116" fmla="*/ 49486 w 443731"/>
                <a:gd name="connsiteY116" fmla="*/ 449947 h 1213558"/>
                <a:gd name="connsiteX117" fmla="*/ 35287 w 443731"/>
                <a:gd name="connsiteY117" fmla="*/ 476806 h 1213558"/>
                <a:gd name="connsiteX118" fmla="*/ 37254 w 443731"/>
                <a:gd name="connsiteY118" fmla="*/ 505634 h 1213558"/>
                <a:gd name="connsiteX119" fmla="*/ 21601 w 443731"/>
                <a:gd name="connsiteY119" fmla="*/ 552509 h 1213558"/>
                <a:gd name="connsiteX120" fmla="*/ 18179 w 443731"/>
                <a:gd name="connsiteY120" fmla="*/ 608709 h 1213558"/>
                <a:gd name="connsiteX121" fmla="*/ 18179 w 443731"/>
                <a:gd name="connsiteY121" fmla="*/ 611446 h 1213558"/>
                <a:gd name="connsiteX122" fmla="*/ 16896 w 443731"/>
                <a:gd name="connsiteY122" fmla="*/ 618717 h 1213558"/>
                <a:gd name="connsiteX123" fmla="*/ 15698 w 443731"/>
                <a:gd name="connsiteY123" fmla="*/ 622395 h 1213558"/>
                <a:gd name="connsiteX124" fmla="*/ 15527 w 443731"/>
                <a:gd name="connsiteY124" fmla="*/ 623507 h 1213558"/>
                <a:gd name="connsiteX125" fmla="*/ 14415 w 443731"/>
                <a:gd name="connsiteY125" fmla="*/ 627784 h 1213558"/>
                <a:gd name="connsiteX126" fmla="*/ 10823 w 443731"/>
                <a:gd name="connsiteY126" fmla="*/ 651735 h 1213558"/>
                <a:gd name="connsiteX127" fmla="*/ 21601 w 443731"/>
                <a:gd name="connsiteY127" fmla="*/ 682957 h 1213558"/>
                <a:gd name="connsiteX128" fmla="*/ 22969 w 443731"/>
                <a:gd name="connsiteY128" fmla="*/ 685523 h 1213558"/>
                <a:gd name="connsiteX129" fmla="*/ 27246 w 443731"/>
                <a:gd name="connsiteY129" fmla="*/ 691340 h 1213558"/>
                <a:gd name="connsiteX130" fmla="*/ 130 w 443731"/>
                <a:gd name="connsiteY130" fmla="*/ 760114 h 1213558"/>
                <a:gd name="connsiteX131" fmla="*/ 130 w 443731"/>
                <a:gd name="connsiteY131" fmla="*/ 760114 h 1213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</a:cxnLst>
              <a:rect l="l" t="t" r="r" b="b"/>
              <a:pathLst>
                <a:path w="443731" h="1213558">
                  <a:moveTo>
                    <a:pt x="368891" y="438313"/>
                  </a:moveTo>
                  <a:cubicBezTo>
                    <a:pt x="371799" y="438656"/>
                    <a:pt x="373852" y="439939"/>
                    <a:pt x="375307" y="441479"/>
                  </a:cubicBezTo>
                  <a:cubicBezTo>
                    <a:pt x="377616" y="446440"/>
                    <a:pt x="376076" y="449177"/>
                    <a:pt x="376076" y="454908"/>
                  </a:cubicBezTo>
                  <a:cubicBezTo>
                    <a:pt x="376076" y="461409"/>
                    <a:pt x="366924" y="460810"/>
                    <a:pt x="370858" y="470562"/>
                  </a:cubicBezTo>
                  <a:cubicBezTo>
                    <a:pt x="372569" y="474925"/>
                    <a:pt x="373083" y="477748"/>
                    <a:pt x="372826" y="479800"/>
                  </a:cubicBezTo>
                  <a:cubicBezTo>
                    <a:pt x="370858" y="481511"/>
                    <a:pt x="367694" y="480228"/>
                    <a:pt x="364956" y="479373"/>
                  </a:cubicBezTo>
                  <a:cubicBezTo>
                    <a:pt x="362048" y="478432"/>
                    <a:pt x="364443" y="462778"/>
                    <a:pt x="362989" y="455935"/>
                  </a:cubicBezTo>
                  <a:cubicBezTo>
                    <a:pt x="361535" y="449092"/>
                    <a:pt x="364956" y="437886"/>
                    <a:pt x="368806" y="438313"/>
                  </a:cubicBezTo>
                  <a:lnTo>
                    <a:pt x="368806" y="438313"/>
                  </a:lnTo>
                  <a:close/>
                  <a:moveTo>
                    <a:pt x="558" y="760284"/>
                  </a:moveTo>
                  <a:cubicBezTo>
                    <a:pt x="3466" y="763706"/>
                    <a:pt x="59152" y="787657"/>
                    <a:pt x="82676" y="783209"/>
                  </a:cubicBezTo>
                  <a:lnTo>
                    <a:pt x="83959" y="782097"/>
                  </a:lnTo>
                  <a:cubicBezTo>
                    <a:pt x="85499" y="781840"/>
                    <a:pt x="86696" y="781413"/>
                    <a:pt x="87552" y="780728"/>
                  </a:cubicBezTo>
                  <a:cubicBezTo>
                    <a:pt x="92513" y="776965"/>
                    <a:pt x="97902" y="770891"/>
                    <a:pt x="102949" y="765673"/>
                  </a:cubicBezTo>
                  <a:cubicBezTo>
                    <a:pt x="108765" y="760798"/>
                    <a:pt x="113983" y="756435"/>
                    <a:pt x="115780" y="755152"/>
                  </a:cubicBezTo>
                  <a:lnTo>
                    <a:pt x="117319" y="754810"/>
                  </a:lnTo>
                  <a:cubicBezTo>
                    <a:pt x="124676" y="754296"/>
                    <a:pt x="122708" y="774826"/>
                    <a:pt x="122708" y="790480"/>
                  </a:cubicBezTo>
                  <a:cubicBezTo>
                    <a:pt x="122708" y="806133"/>
                    <a:pt x="125617" y="888679"/>
                    <a:pt x="124676" y="902365"/>
                  </a:cubicBezTo>
                  <a:cubicBezTo>
                    <a:pt x="123649" y="916052"/>
                    <a:pt x="116378" y="980549"/>
                    <a:pt x="114411" y="1000565"/>
                  </a:cubicBezTo>
                  <a:cubicBezTo>
                    <a:pt x="112444" y="1020581"/>
                    <a:pt x="102179" y="1102699"/>
                    <a:pt x="102692" y="1114418"/>
                  </a:cubicBezTo>
                  <a:cubicBezTo>
                    <a:pt x="103205" y="1126137"/>
                    <a:pt x="105600" y="1128618"/>
                    <a:pt x="107055" y="1137343"/>
                  </a:cubicBezTo>
                  <a:cubicBezTo>
                    <a:pt x="108509" y="1146153"/>
                    <a:pt x="106541" y="1141278"/>
                    <a:pt x="105087" y="1151029"/>
                  </a:cubicBezTo>
                  <a:cubicBezTo>
                    <a:pt x="103633" y="1160780"/>
                    <a:pt x="102692" y="1158386"/>
                    <a:pt x="102179" y="1166169"/>
                  </a:cubicBezTo>
                  <a:cubicBezTo>
                    <a:pt x="101666" y="1174039"/>
                    <a:pt x="96277" y="1180369"/>
                    <a:pt x="90973" y="1180797"/>
                  </a:cubicBezTo>
                  <a:cubicBezTo>
                    <a:pt x="85584" y="1181310"/>
                    <a:pt x="72924" y="1180797"/>
                    <a:pt x="68989" y="1192088"/>
                  </a:cubicBezTo>
                  <a:cubicBezTo>
                    <a:pt x="68989" y="1192088"/>
                    <a:pt x="59666" y="1202353"/>
                    <a:pt x="62660" y="1205261"/>
                  </a:cubicBezTo>
                  <a:cubicBezTo>
                    <a:pt x="65568" y="1208169"/>
                    <a:pt x="59751" y="1213558"/>
                    <a:pt x="119287" y="1213558"/>
                  </a:cubicBezTo>
                  <a:cubicBezTo>
                    <a:pt x="178822" y="1213558"/>
                    <a:pt x="186692" y="1210137"/>
                    <a:pt x="186692" y="1210137"/>
                  </a:cubicBezTo>
                  <a:cubicBezTo>
                    <a:pt x="186692" y="1210137"/>
                    <a:pt x="187633" y="1204320"/>
                    <a:pt x="188146" y="1199359"/>
                  </a:cubicBezTo>
                  <a:cubicBezTo>
                    <a:pt x="188574" y="1194911"/>
                    <a:pt x="196443" y="1175408"/>
                    <a:pt x="197897" y="1169506"/>
                  </a:cubicBezTo>
                  <a:cubicBezTo>
                    <a:pt x="199352" y="1163689"/>
                    <a:pt x="193022" y="1157787"/>
                    <a:pt x="194989" y="1151457"/>
                  </a:cubicBezTo>
                  <a:cubicBezTo>
                    <a:pt x="196957" y="1145127"/>
                    <a:pt x="200378" y="1140765"/>
                    <a:pt x="203800" y="1132381"/>
                  </a:cubicBezTo>
                  <a:cubicBezTo>
                    <a:pt x="207221" y="1124084"/>
                    <a:pt x="212610" y="1051803"/>
                    <a:pt x="214578" y="1036149"/>
                  </a:cubicBezTo>
                  <a:cubicBezTo>
                    <a:pt x="216545" y="1020495"/>
                    <a:pt x="222875" y="1010744"/>
                    <a:pt x="220908" y="992182"/>
                  </a:cubicBezTo>
                  <a:cubicBezTo>
                    <a:pt x="218940" y="973620"/>
                    <a:pt x="214064" y="972166"/>
                    <a:pt x="218940" y="955058"/>
                  </a:cubicBezTo>
                  <a:cubicBezTo>
                    <a:pt x="223816" y="937950"/>
                    <a:pt x="232113" y="881323"/>
                    <a:pt x="233140" y="853950"/>
                  </a:cubicBezTo>
                  <a:cubicBezTo>
                    <a:pt x="234081" y="826577"/>
                    <a:pt x="233140" y="812378"/>
                    <a:pt x="236561" y="799205"/>
                  </a:cubicBezTo>
                  <a:cubicBezTo>
                    <a:pt x="239983" y="786032"/>
                    <a:pt x="240496" y="780130"/>
                    <a:pt x="240496" y="767897"/>
                  </a:cubicBezTo>
                  <a:cubicBezTo>
                    <a:pt x="240496" y="755665"/>
                    <a:pt x="239555" y="751816"/>
                    <a:pt x="241950" y="751816"/>
                  </a:cubicBezTo>
                  <a:cubicBezTo>
                    <a:pt x="244346" y="751816"/>
                    <a:pt x="255123" y="767470"/>
                    <a:pt x="257604" y="777222"/>
                  </a:cubicBezTo>
                  <a:cubicBezTo>
                    <a:pt x="259999" y="786973"/>
                    <a:pt x="264447" y="804081"/>
                    <a:pt x="264447" y="820675"/>
                  </a:cubicBezTo>
                  <a:cubicBezTo>
                    <a:pt x="264447" y="837270"/>
                    <a:pt x="264447" y="832394"/>
                    <a:pt x="268810" y="847022"/>
                  </a:cubicBezTo>
                  <a:cubicBezTo>
                    <a:pt x="273172" y="861649"/>
                    <a:pt x="272745" y="867979"/>
                    <a:pt x="273686" y="881751"/>
                  </a:cubicBezTo>
                  <a:cubicBezTo>
                    <a:pt x="274626" y="895437"/>
                    <a:pt x="277107" y="915966"/>
                    <a:pt x="281470" y="932561"/>
                  </a:cubicBezTo>
                  <a:cubicBezTo>
                    <a:pt x="285832" y="949156"/>
                    <a:pt x="278989" y="943767"/>
                    <a:pt x="286859" y="969685"/>
                  </a:cubicBezTo>
                  <a:cubicBezTo>
                    <a:pt x="294643" y="995604"/>
                    <a:pt x="294215" y="1001420"/>
                    <a:pt x="294643" y="1016133"/>
                  </a:cubicBezTo>
                  <a:cubicBezTo>
                    <a:pt x="295156" y="1030760"/>
                    <a:pt x="289254" y="1030247"/>
                    <a:pt x="291734" y="1044447"/>
                  </a:cubicBezTo>
                  <a:cubicBezTo>
                    <a:pt x="294215" y="1058646"/>
                    <a:pt x="298064" y="1074215"/>
                    <a:pt x="299518" y="1091322"/>
                  </a:cubicBezTo>
                  <a:cubicBezTo>
                    <a:pt x="300973" y="1108430"/>
                    <a:pt x="296610" y="1112793"/>
                    <a:pt x="300032" y="1129388"/>
                  </a:cubicBezTo>
                  <a:cubicBezTo>
                    <a:pt x="303453" y="1145982"/>
                    <a:pt x="301999" y="1145041"/>
                    <a:pt x="303453" y="1152825"/>
                  </a:cubicBezTo>
                  <a:cubicBezTo>
                    <a:pt x="304908" y="1160609"/>
                    <a:pt x="301999" y="1165057"/>
                    <a:pt x="306875" y="1168479"/>
                  </a:cubicBezTo>
                  <a:cubicBezTo>
                    <a:pt x="311751" y="1171900"/>
                    <a:pt x="311751" y="1175322"/>
                    <a:pt x="313205" y="1181139"/>
                  </a:cubicBezTo>
                  <a:cubicBezTo>
                    <a:pt x="314659" y="1187041"/>
                    <a:pt x="314146" y="1204577"/>
                    <a:pt x="314146" y="1204577"/>
                  </a:cubicBezTo>
                  <a:cubicBezTo>
                    <a:pt x="314146" y="1204577"/>
                    <a:pt x="315087" y="1210906"/>
                    <a:pt x="354178" y="1210906"/>
                  </a:cubicBezTo>
                  <a:cubicBezTo>
                    <a:pt x="393270" y="1210906"/>
                    <a:pt x="428426" y="1206544"/>
                    <a:pt x="432361" y="1204577"/>
                  </a:cubicBezTo>
                  <a:cubicBezTo>
                    <a:pt x="436296" y="1202609"/>
                    <a:pt x="447502" y="1192345"/>
                    <a:pt x="421583" y="1176263"/>
                  </a:cubicBezTo>
                  <a:cubicBezTo>
                    <a:pt x="421583" y="1176263"/>
                    <a:pt x="414740" y="1167025"/>
                    <a:pt x="411319" y="1160182"/>
                  </a:cubicBezTo>
                  <a:cubicBezTo>
                    <a:pt x="407897" y="1153339"/>
                    <a:pt x="399086" y="1148463"/>
                    <a:pt x="393270" y="1139652"/>
                  </a:cubicBezTo>
                  <a:cubicBezTo>
                    <a:pt x="387368" y="1130842"/>
                    <a:pt x="386427" y="1126907"/>
                    <a:pt x="388394" y="1118610"/>
                  </a:cubicBezTo>
                  <a:cubicBezTo>
                    <a:pt x="390361" y="1110312"/>
                    <a:pt x="387881" y="1043335"/>
                    <a:pt x="386427" y="1019469"/>
                  </a:cubicBezTo>
                  <a:cubicBezTo>
                    <a:pt x="384973" y="995518"/>
                    <a:pt x="377616" y="966178"/>
                    <a:pt x="377188" y="950097"/>
                  </a:cubicBezTo>
                  <a:cubicBezTo>
                    <a:pt x="376675" y="934015"/>
                    <a:pt x="381123" y="903649"/>
                    <a:pt x="379583" y="880724"/>
                  </a:cubicBezTo>
                  <a:cubicBezTo>
                    <a:pt x="378129" y="857800"/>
                    <a:pt x="380524" y="788855"/>
                    <a:pt x="385400" y="766871"/>
                  </a:cubicBezTo>
                  <a:cubicBezTo>
                    <a:pt x="390276" y="744887"/>
                    <a:pt x="390276" y="715120"/>
                    <a:pt x="389763" y="701433"/>
                  </a:cubicBezTo>
                  <a:cubicBezTo>
                    <a:pt x="389250" y="687747"/>
                    <a:pt x="389250" y="681930"/>
                    <a:pt x="387795" y="668244"/>
                  </a:cubicBezTo>
                  <a:cubicBezTo>
                    <a:pt x="387197" y="663026"/>
                    <a:pt x="387795" y="656012"/>
                    <a:pt x="388736" y="649425"/>
                  </a:cubicBezTo>
                  <a:cubicBezTo>
                    <a:pt x="392414" y="644378"/>
                    <a:pt x="399086" y="635482"/>
                    <a:pt x="402166" y="631889"/>
                  </a:cubicBezTo>
                  <a:cubicBezTo>
                    <a:pt x="403363" y="631889"/>
                    <a:pt x="404732" y="631889"/>
                    <a:pt x="406357" y="631804"/>
                  </a:cubicBezTo>
                  <a:lnTo>
                    <a:pt x="406357" y="631804"/>
                  </a:lnTo>
                  <a:cubicBezTo>
                    <a:pt x="406357" y="631804"/>
                    <a:pt x="406357" y="631804"/>
                    <a:pt x="406357" y="631804"/>
                  </a:cubicBezTo>
                  <a:lnTo>
                    <a:pt x="408239" y="631633"/>
                  </a:lnTo>
                  <a:cubicBezTo>
                    <a:pt x="408239" y="631633"/>
                    <a:pt x="411148" y="618460"/>
                    <a:pt x="415596" y="608709"/>
                  </a:cubicBezTo>
                  <a:cubicBezTo>
                    <a:pt x="419958" y="598957"/>
                    <a:pt x="425860" y="584244"/>
                    <a:pt x="426801" y="572097"/>
                  </a:cubicBezTo>
                  <a:cubicBezTo>
                    <a:pt x="427828" y="559865"/>
                    <a:pt x="433644" y="538908"/>
                    <a:pt x="436553" y="527189"/>
                  </a:cubicBezTo>
                  <a:cubicBezTo>
                    <a:pt x="439461" y="515470"/>
                    <a:pt x="442455" y="504692"/>
                    <a:pt x="442455" y="490065"/>
                  </a:cubicBezTo>
                  <a:cubicBezTo>
                    <a:pt x="442455" y="475438"/>
                    <a:pt x="445877" y="465173"/>
                    <a:pt x="441514" y="453454"/>
                  </a:cubicBezTo>
                  <a:cubicBezTo>
                    <a:pt x="437152" y="441735"/>
                    <a:pt x="440060" y="410513"/>
                    <a:pt x="438092" y="388530"/>
                  </a:cubicBezTo>
                  <a:cubicBezTo>
                    <a:pt x="436125" y="366546"/>
                    <a:pt x="434158" y="346530"/>
                    <a:pt x="430736" y="326941"/>
                  </a:cubicBezTo>
                  <a:cubicBezTo>
                    <a:pt x="427315" y="307352"/>
                    <a:pt x="427828" y="271683"/>
                    <a:pt x="421412" y="257569"/>
                  </a:cubicBezTo>
                  <a:cubicBezTo>
                    <a:pt x="415082" y="243455"/>
                    <a:pt x="411661" y="226774"/>
                    <a:pt x="411148" y="222412"/>
                  </a:cubicBezTo>
                  <a:cubicBezTo>
                    <a:pt x="410634" y="218049"/>
                    <a:pt x="398488" y="217536"/>
                    <a:pt x="398488" y="217536"/>
                  </a:cubicBezTo>
                  <a:cubicBezTo>
                    <a:pt x="398488" y="217536"/>
                    <a:pt x="326635" y="202396"/>
                    <a:pt x="318850" y="195039"/>
                  </a:cubicBezTo>
                  <a:cubicBezTo>
                    <a:pt x="311066" y="187683"/>
                    <a:pt x="304736" y="183320"/>
                    <a:pt x="302769" y="180840"/>
                  </a:cubicBezTo>
                  <a:lnTo>
                    <a:pt x="301999" y="181267"/>
                  </a:lnTo>
                  <a:cubicBezTo>
                    <a:pt x="301058" y="178530"/>
                    <a:pt x="299775" y="174253"/>
                    <a:pt x="299091" y="171516"/>
                  </a:cubicBezTo>
                  <a:cubicBezTo>
                    <a:pt x="301486" y="169805"/>
                    <a:pt x="304480" y="168950"/>
                    <a:pt x="305763" y="165614"/>
                  </a:cubicBezTo>
                  <a:cubicBezTo>
                    <a:pt x="307217" y="161679"/>
                    <a:pt x="309185" y="151414"/>
                    <a:pt x="312606" y="147565"/>
                  </a:cubicBezTo>
                  <a:cubicBezTo>
                    <a:pt x="316028" y="143630"/>
                    <a:pt x="318936" y="139781"/>
                    <a:pt x="324325" y="132425"/>
                  </a:cubicBezTo>
                  <a:cubicBezTo>
                    <a:pt x="329714" y="125068"/>
                    <a:pt x="343828" y="102656"/>
                    <a:pt x="339979" y="84522"/>
                  </a:cubicBezTo>
                  <a:cubicBezTo>
                    <a:pt x="336044" y="66473"/>
                    <a:pt x="343400" y="27382"/>
                    <a:pt x="303368" y="9247"/>
                  </a:cubicBezTo>
                  <a:cubicBezTo>
                    <a:pt x="263335" y="-8801"/>
                    <a:pt x="242293" y="4372"/>
                    <a:pt x="237417" y="8734"/>
                  </a:cubicBezTo>
                  <a:cubicBezTo>
                    <a:pt x="234166" y="11728"/>
                    <a:pt x="234936" y="10701"/>
                    <a:pt x="232541" y="13097"/>
                  </a:cubicBezTo>
                  <a:cubicBezTo>
                    <a:pt x="230060" y="15577"/>
                    <a:pt x="219796" y="17545"/>
                    <a:pt x="212953" y="22848"/>
                  </a:cubicBezTo>
                  <a:cubicBezTo>
                    <a:pt x="206109" y="28237"/>
                    <a:pt x="200293" y="40470"/>
                    <a:pt x="193877" y="49707"/>
                  </a:cubicBezTo>
                  <a:cubicBezTo>
                    <a:pt x="187547" y="58946"/>
                    <a:pt x="179678" y="85378"/>
                    <a:pt x="183099" y="99064"/>
                  </a:cubicBezTo>
                  <a:cubicBezTo>
                    <a:pt x="186521" y="112750"/>
                    <a:pt x="194818" y="126864"/>
                    <a:pt x="197727" y="135247"/>
                  </a:cubicBezTo>
                  <a:cubicBezTo>
                    <a:pt x="200635" y="143545"/>
                    <a:pt x="204056" y="153809"/>
                    <a:pt x="206965" y="161166"/>
                  </a:cubicBezTo>
                  <a:cubicBezTo>
                    <a:pt x="209873" y="168522"/>
                    <a:pt x="210900" y="168009"/>
                    <a:pt x="211327" y="171944"/>
                  </a:cubicBezTo>
                  <a:cubicBezTo>
                    <a:pt x="211669" y="174424"/>
                    <a:pt x="210985" y="175365"/>
                    <a:pt x="210386" y="177076"/>
                  </a:cubicBezTo>
                  <a:cubicBezTo>
                    <a:pt x="206794" y="179043"/>
                    <a:pt x="206366" y="177504"/>
                    <a:pt x="204399" y="181781"/>
                  </a:cubicBezTo>
                  <a:cubicBezTo>
                    <a:pt x="202431" y="186143"/>
                    <a:pt x="196614" y="189565"/>
                    <a:pt x="195588" y="192986"/>
                  </a:cubicBezTo>
                  <a:lnTo>
                    <a:pt x="195417" y="193585"/>
                  </a:lnTo>
                  <a:cubicBezTo>
                    <a:pt x="191910" y="197862"/>
                    <a:pt x="186264" y="204107"/>
                    <a:pt x="181388" y="207186"/>
                  </a:cubicBezTo>
                  <a:cubicBezTo>
                    <a:pt x="173604" y="212062"/>
                    <a:pt x="167189" y="214029"/>
                    <a:pt x="164794" y="216938"/>
                  </a:cubicBezTo>
                  <a:lnTo>
                    <a:pt x="164281" y="217536"/>
                  </a:lnTo>
                  <a:lnTo>
                    <a:pt x="163853" y="216938"/>
                  </a:lnTo>
                  <a:lnTo>
                    <a:pt x="164195" y="217622"/>
                  </a:lnTo>
                  <a:cubicBezTo>
                    <a:pt x="161115" y="220359"/>
                    <a:pt x="153417" y="223438"/>
                    <a:pt x="150680" y="224807"/>
                  </a:cubicBezTo>
                  <a:cubicBezTo>
                    <a:pt x="147857" y="226176"/>
                    <a:pt x="146403" y="228058"/>
                    <a:pt x="138704" y="230709"/>
                  </a:cubicBezTo>
                  <a:cubicBezTo>
                    <a:pt x="138704" y="228913"/>
                    <a:pt x="138704" y="227715"/>
                    <a:pt x="138448" y="227202"/>
                  </a:cubicBezTo>
                  <a:cubicBezTo>
                    <a:pt x="138448" y="227202"/>
                    <a:pt x="139474" y="224807"/>
                    <a:pt x="133059" y="222326"/>
                  </a:cubicBezTo>
                  <a:cubicBezTo>
                    <a:pt x="125275" y="219332"/>
                    <a:pt x="108167" y="229170"/>
                    <a:pt x="102264" y="234046"/>
                  </a:cubicBezTo>
                  <a:cubicBezTo>
                    <a:pt x="99698" y="236098"/>
                    <a:pt x="97560" y="241744"/>
                    <a:pt x="96106" y="247903"/>
                  </a:cubicBezTo>
                  <a:cubicBezTo>
                    <a:pt x="87552" y="252607"/>
                    <a:pt x="85156" y="252693"/>
                    <a:pt x="81735" y="260391"/>
                  </a:cubicBezTo>
                  <a:cubicBezTo>
                    <a:pt x="78313" y="268176"/>
                    <a:pt x="65140" y="343450"/>
                    <a:pt x="64627" y="355683"/>
                  </a:cubicBezTo>
                  <a:cubicBezTo>
                    <a:pt x="64114" y="367915"/>
                    <a:pt x="60692" y="397682"/>
                    <a:pt x="56843" y="405467"/>
                  </a:cubicBezTo>
                  <a:cubicBezTo>
                    <a:pt x="52908" y="413336"/>
                    <a:pt x="50513" y="443617"/>
                    <a:pt x="49486" y="449947"/>
                  </a:cubicBezTo>
                  <a:cubicBezTo>
                    <a:pt x="48546" y="456277"/>
                    <a:pt x="36827" y="468509"/>
                    <a:pt x="35287" y="476806"/>
                  </a:cubicBezTo>
                  <a:cubicBezTo>
                    <a:pt x="33833" y="485104"/>
                    <a:pt x="39649" y="497336"/>
                    <a:pt x="37254" y="505634"/>
                  </a:cubicBezTo>
                  <a:cubicBezTo>
                    <a:pt x="34859" y="513931"/>
                    <a:pt x="23568" y="541817"/>
                    <a:pt x="21601" y="552509"/>
                  </a:cubicBezTo>
                  <a:cubicBezTo>
                    <a:pt x="19633" y="563287"/>
                    <a:pt x="18179" y="592114"/>
                    <a:pt x="18179" y="608709"/>
                  </a:cubicBezTo>
                  <a:lnTo>
                    <a:pt x="18179" y="611446"/>
                  </a:lnTo>
                  <a:cubicBezTo>
                    <a:pt x="18179" y="611446"/>
                    <a:pt x="16896" y="618717"/>
                    <a:pt x="16896" y="618717"/>
                  </a:cubicBezTo>
                  <a:cubicBezTo>
                    <a:pt x="16297" y="619914"/>
                    <a:pt x="15869" y="621112"/>
                    <a:pt x="15698" y="622395"/>
                  </a:cubicBezTo>
                  <a:lnTo>
                    <a:pt x="15527" y="623507"/>
                  </a:lnTo>
                  <a:cubicBezTo>
                    <a:pt x="15014" y="624704"/>
                    <a:pt x="14586" y="625902"/>
                    <a:pt x="14415" y="627784"/>
                  </a:cubicBezTo>
                  <a:cubicBezTo>
                    <a:pt x="12277" y="635140"/>
                    <a:pt x="8684" y="646944"/>
                    <a:pt x="10823" y="651735"/>
                  </a:cubicBezTo>
                  <a:cubicBezTo>
                    <a:pt x="13731" y="658065"/>
                    <a:pt x="19120" y="676199"/>
                    <a:pt x="21601" y="682957"/>
                  </a:cubicBezTo>
                  <a:lnTo>
                    <a:pt x="22969" y="685523"/>
                  </a:lnTo>
                  <a:cubicBezTo>
                    <a:pt x="23910" y="688003"/>
                    <a:pt x="25707" y="689800"/>
                    <a:pt x="27246" y="691340"/>
                  </a:cubicBezTo>
                  <a:cubicBezTo>
                    <a:pt x="13902" y="722134"/>
                    <a:pt x="-1581" y="758146"/>
                    <a:pt x="130" y="760114"/>
                  </a:cubicBezTo>
                  <a:lnTo>
                    <a:pt x="130" y="760114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7F946DD-6BA0-94CD-A287-EA1282053358}"/>
                </a:ext>
              </a:extLst>
            </p:cNvPr>
            <p:cNvSpPr/>
            <p:nvPr/>
          </p:nvSpPr>
          <p:spPr>
            <a:xfrm>
              <a:off x="-4866885" y="5667489"/>
              <a:ext cx="384315" cy="1227142"/>
            </a:xfrm>
            <a:custGeom>
              <a:avLst/>
              <a:gdLst>
                <a:gd name="connsiteX0" fmla="*/ 225269 w 384315"/>
                <a:gd name="connsiteY0" fmla="*/ 239216 h 1227142"/>
                <a:gd name="connsiteX1" fmla="*/ 224242 w 384315"/>
                <a:gd name="connsiteY1" fmla="*/ 237334 h 1227142"/>
                <a:gd name="connsiteX2" fmla="*/ 223644 w 384315"/>
                <a:gd name="connsiteY2" fmla="*/ 233997 h 1227142"/>
                <a:gd name="connsiteX3" fmla="*/ 225183 w 384315"/>
                <a:gd name="connsiteY3" fmla="*/ 239216 h 1227142"/>
                <a:gd name="connsiteX4" fmla="*/ 225183 w 384315"/>
                <a:gd name="connsiteY4" fmla="*/ 239216 h 1227142"/>
                <a:gd name="connsiteX5" fmla="*/ 92169 w 384315"/>
                <a:gd name="connsiteY5" fmla="*/ 185754 h 1227142"/>
                <a:gd name="connsiteX6" fmla="*/ 74890 w 384315"/>
                <a:gd name="connsiteY6" fmla="*/ 185754 h 1227142"/>
                <a:gd name="connsiteX7" fmla="*/ 29897 w 384315"/>
                <a:gd name="connsiteY7" fmla="*/ 187036 h 1227142"/>
                <a:gd name="connsiteX8" fmla="*/ 5775 w 384315"/>
                <a:gd name="connsiteY8" fmla="*/ 198755 h 1227142"/>
                <a:gd name="connsiteX9" fmla="*/ 2182 w 384315"/>
                <a:gd name="connsiteY9" fmla="*/ 276682 h 1227142"/>
                <a:gd name="connsiteX10" fmla="*/ 15868 w 384315"/>
                <a:gd name="connsiteY10" fmla="*/ 307305 h 1227142"/>
                <a:gd name="connsiteX11" fmla="*/ 25278 w 384315"/>
                <a:gd name="connsiteY11" fmla="*/ 334678 h 1227142"/>
                <a:gd name="connsiteX12" fmla="*/ 33404 w 384315"/>
                <a:gd name="connsiteY12" fmla="*/ 362392 h 1227142"/>
                <a:gd name="connsiteX13" fmla="*/ 46748 w 384315"/>
                <a:gd name="connsiteY13" fmla="*/ 390791 h 1227142"/>
                <a:gd name="connsiteX14" fmla="*/ 46748 w 384315"/>
                <a:gd name="connsiteY14" fmla="*/ 414572 h 1227142"/>
                <a:gd name="connsiteX15" fmla="*/ 37937 w 384315"/>
                <a:gd name="connsiteY15" fmla="*/ 449471 h 1227142"/>
                <a:gd name="connsiteX16" fmla="*/ 31778 w 384315"/>
                <a:gd name="connsiteY16" fmla="*/ 462816 h 1227142"/>
                <a:gd name="connsiteX17" fmla="*/ 35029 w 384315"/>
                <a:gd name="connsiteY17" fmla="*/ 482062 h 1227142"/>
                <a:gd name="connsiteX18" fmla="*/ 9624 w 384315"/>
                <a:gd name="connsiteY18" fmla="*/ 580518 h 1227142"/>
                <a:gd name="connsiteX19" fmla="*/ 26389 w 384315"/>
                <a:gd name="connsiteY19" fmla="*/ 594803 h 1227142"/>
                <a:gd name="connsiteX20" fmla="*/ 31607 w 384315"/>
                <a:gd name="connsiteY20" fmla="*/ 599764 h 1227142"/>
                <a:gd name="connsiteX21" fmla="*/ 34088 w 384315"/>
                <a:gd name="connsiteY21" fmla="*/ 604298 h 1227142"/>
                <a:gd name="connsiteX22" fmla="*/ 36483 w 384315"/>
                <a:gd name="connsiteY22" fmla="*/ 612253 h 1227142"/>
                <a:gd name="connsiteX23" fmla="*/ 40931 w 384315"/>
                <a:gd name="connsiteY23" fmla="*/ 626453 h 1227142"/>
                <a:gd name="connsiteX24" fmla="*/ 44866 w 384315"/>
                <a:gd name="connsiteY24" fmla="*/ 699846 h 1227142"/>
                <a:gd name="connsiteX25" fmla="*/ 52992 w 384315"/>
                <a:gd name="connsiteY25" fmla="*/ 788208 h 1227142"/>
                <a:gd name="connsiteX26" fmla="*/ 57269 w 384315"/>
                <a:gd name="connsiteY26" fmla="*/ 816949 h 1227142"/>
                <a:gd name="connsiteX27" fmla="*/ 58895 w 384315"/>
                <a:gd name="connsiteY27" fmla="*/ 870754 h 1227142"/>
                <a:gd name="connsiteX28" fmla="*/ 51025 w 384315"/>
                <a:gd name="connsiteY28" fmla="*/ 894534 h 1227142"/>
                <a:gd name="connsiteX29" fmla="*/ 47774 w 384315"/>
                <a:gd name="connsiteY29" fmla="*/ 921907 h 1227142"/>
                <a:gd name="connsiteX30" fmla="*/ 48715 w 384315"/>
                <a:gd name="connsiteY30" fmla="*/ 1016855 h 1227142"/>
                <a:gd name="connsiteX31" fmla="*/ 57526 w 384315"/>
                <a:gd name="connsiteY31" fmla="*/ 1072969 h 1227142"/>
                <a:gd name="connsiteX32" fmla="*/ 55558 w 384315"/>
                <a:gd name="connsiteY32" fmla="*/ 1098375 h 1227142"/>
                <a:gd name="connsiteX33" fmla="*/ 58210 w 384315"/>
                <a:gd name="connsiteY33" fmla="*/ 1140118 h 1227142"/>
                <a:gd name="connsiteX34" fmla="*/ 52650 w 384315"/>
                <a:gd name="connsiteY34" fmla="*/ 1174676 h 1227142"/>
                <a:gd name="connsiteX35" fmla="*/ 61461 w 384315"/>
                <a:gd name="connsiteY35" fmla="*/ 1198798 h 1227142"/>
                <a:gd name="connsiteX36" fmla="*/ 58895 w 384315"/>
                <a:gd name="connsiteY36" fmla="*/ 1205641 h 1227142"/>
                <a:gd name="connsiteX37" fmla="*/ 62145 w 384315"/>
                <a:gd name="connsiteY37" fmla="*/ 1214451 h 1227142"/>
                <a:gd name="connsiteX38" fmla="*/ 62145 w 384315"/>
                <a:gd name="connsiteY38" fmla="*/ 1225572 h 1227142"/>
                <a:gd name="connsiteX39" fmla="*/ 186776 w 384315"/>
                <a:gd name="connsiteY39" fmla="*/ 1225572 h 1227142"/>
                <a:gd name="connsiteX40" fmla="*/ 190026 w 384315"/>
                <a:gd name="connsiteY40" fmla="*/ 1221637 h 1227142"/>
                <a:gd name="connsiteX41" fmla="*/ 199864 w 384315"/>
                <a:gd name="connsiteY41" fmla="*/ 1225572 h 1227142"/>
                <a:gd name="connsiteX42" fmla="*/ 265729 w 384315"/>
                <a:gd name="connsiteY42" fmla="*/ 1225229 h 1227142"/>
                <a:gd name="connsiteX43" fmla="*/ 299346 w 384315"/>
                <a:gd name="connsiteY43" fmla="*/ 1215478 h 1227142"/>
                <a:gd name="connsiteX44" fmla="*/ 297037 w 384315"/>
                <a:gd name="connsiteY44" fmla="*/ 1209918 h 1227142"/>
                <a:gd name="connsiteX45" fmla="*/ 292760 w 384315"/>
                <a:gd name="connsiteY45" fmla="*/ 1205641 h 1227142"/>
                <a:gd name="connsiteX46" fmla="*/ 251615 w 384315"/>
                <a:gd name="connsiteY46" fmla="*/ 1199739 h 1227142"/>
                <a:gd name="connsiteX47" fmla="*/ 232711 w 384315"/>
                <a:gd name="connsiteY47" fmla="*/ 1194521 h 1227142"/>
                <a:gd name="connsiteX48" fmla="*/ 216116 w 384315"/>
                <a:gd name="connsiteY48" fmla="*/ 1165181 h 1227142"/>
                <a:gd name="connsiteX49" fmla="*/ 234080 w 384315"/>
                <a:gd name="connsiteY49" fmla="*/ 1137466 h 1227142"/>
                <a:gd name="connsiteX50" fmla="*/ 229803 w 384315"/>
                <a:gd name="connsiteY50" fmla="*/ 1084945 h 1227142"/>
                <a:gd name="connsiteX51" fmla="*/ 253925 w 384315"/>
                <a:gd name="connsiteY51" fmla="*/ 1012835 h 1227142"/>
                <a:gd name="connsiteX52" fmla="*/ 272829 w 384315"/>
                <a:gd name="connsiteY52" fmla="*/ 931915 h 1227142"/>
                <a:gd name="connsiteX53" fmla="*/ 273513 w 384315"/>
                <a:gd name="connsiteY53" fmla="*/ 909760 h 1227142"/>
                <a:gd name="connsiteX54" fmla="*/ 272829 w 384315"/>
                <a:gd name="connsiteY54" fmla="*/ 881703 h 1227142"/>
                <a:gd name="connsiteX55" fmla="*/ 276421 w 384315"/>
                <a:gd name="connsiteY55" fmla="*/ 850053 h 1227142"/>
                <a:gd name="connsiteX56" fmla="*/ 282580 w 384315"/>
                <a:gd name="connsiteY56" fmla="*/ 810876 h 1227142"/>
                <a:gd name="connsiteX57" fmla="*/ 287798 w 384315"/>
                <a:gd name="connsiteY57" fmla="*/ 758355 h 1227142"/>
                <a:gd name="connsiteX58" fmla="*/ 286173 w 384315"/>
                <a:gd name="connsiteY58" fmla="*/ 705491 h 1227142"/>
                <a:gd name="connsiteX59" fmla="*/ 288739 w 384315"/>
                <a:gd name="connsiteY59" fmla="*/ 674526 h 1227142"/>
                <a:gd name="connsiteX60" fmla="*/ 288055 w 384315"/>
                <a:gd name="connsiteY60" fmla="*/ 644160 h 1227142"/>
                <a:gd name="connsiteX61" fmla="*/ 294214 w 384315"/>
                <a:gd name="connsiteY61" fmla="*/ 639284 h 1227142"/>
                <a:gd name="connsiteX62" fmla="*/ 318336 w 384315"/>
                <a:gd name="connsiteY62" fmla="*/ 638942 h 1227142"/>
                <a:gd name="connsiteX63" fmla="*/ 322271 w 384315"/>
                <a:gd name="connsiteY63" fmla="*/ 627137 h 1227142"/>
                <a:gd name="connsiteX64" fmla="*/ 317395 w 384315"/>
                <a:gd name="connsiteY64" fmla="*/ 582143 h 1227142"/>
                <a:gd name="connsiteX65" fmla="*/ 309867 w 384315"/>
                <a:gd name="connsiteY65" fmla="*/ 537492 h 1227142"/>
                <a:gd name="connsiteX66" fmla="*/ 308584 w 384315"/>
                <a:gd name="connsiteY66" fmla="*/ 524404 h 1227142"/>
                <a:gd name="connsiteX67" fmla="*/ 311150 w 384315"/>
                <a:gd name="connsiteY67" fmla="*/ 523121 h 1227142"/>
                <a:gd name="connsiteX68" fmla="*/ 312092 w 384315"/>
                <a:gd name="connsiteY68" fmla="*/ 519528 h 1227142"/>
                <a:gd name="connsiteX69" fmla="*/ 303965 w 384315"/>
                <a:gd name="connsiteY69" fmla="*/ 491814 h 1227142"/>
                <a:gd name="connsiteX70" fmla="*/ 299089 w 384315"/>
                <a:gd name="connsiteY70" fmla="*/ 441260 h 1227142"/>
                <a:gd name="connsiteX71" fmla="*/ 298918 w 384315"/>
                <a:gd name="connsiteY71" fmla="*/ 438950 h 1227142"/>
                <a:gd name="connsiteX72" fmla="*/ 303538 w 384315"/>
                <a:gd name="connsiteY72" fmla="*/ 435785 h 1227142"/>
                <a:gd name="connsiteX73" fmla="*/ 319533 w 384315"/>
                <a:gd name="connsiteY73" fmla="*/ 428515 h 1227142"/>
                <a:gd name="connsiteX74" fmla="*/ 337326 w 384315"/>
                <a:gd name="connsiteY74" fmla="*/ 433134 h 1227142"/>
                <a:gd name="connsiteX75" fmla="*/ 358882 w 384315"/>
                <a:gd name="connsiteY75" fmla="*/ 433134 h 1227142"/>
                <a:gd name="connsiteX76" fmla="*/ 380780 w 384315"/>
                <a:gd name="connsiteY76" fmla="*/ 418421 h 1227142"/>
                <a:gd name="connsiteX77" fmla="*/ 380438 w 384315"/>
                <a:gd name="connsiteY77" fmla="*/ 379244 h 1227142"/>
                <a:gd name="connsiteX78" fmla="*/ 369403 w 384315"/>
                <a:gd name="connsiteY78" fmla="*/ 359313 h 1227142"/>
                <a:gd name="connsiteX79" fmla="*/ 337069 w 384315"/>
                <a:gd name="connsiteY79" fmla="*/ 317912 h 1227142"/>
                <a:gd name="connsiteX80" fmla="*/ 333134 w 384315"/>
                <a:gd name="connsiteY80" fmla="*/ 307134 h 1227142"/>
                <a:gd name="connsiteX81" fmla="*/ 317138 w 384315"/>
                <a:gd name="connsiteY81" fmla="*/ 274544 h 1227142"/>
                <a:gd name="connsiteX82" fmla="*/ 308328 w 384315"/>
                <a:gd name="connsiteY82" fmla="*/ 255639 h 1227142"/>
                <a:gd name="connsiteX83" fmla="*/ 220393 w 384315"/>
                <a:gd name="connsiteY83" fmla="*/ 218515 h 1227142"/>
                <a:gd name="connsiteX84" fmla="*/ 206707 w 384315"/>
                <a:gd name="connsiteY84" fmla="*/ 189602 h 1227142"/>
                <a:gd name="connsiteX85" fmla="*/ 207220 w 384315"/>
                <a:gd name="connsiteY85" fmla="*/ 186694 h 1227142"/>
                <a:gd name="connsiteX86" fmla="*/ 215090 w 384315"/>
                <a:gd name="connsiteY86" fmla="*/ 177883 h 1227142"/>
                <a:gd name="connsiteX87" fmla="*/ 230743 w 384315"/>
                <a:gd name="connsiteY87" fmla="*/ 132376 h 1227142"/>
                <a:gd name="connsiteX88" fmla="*/ 230230 w 384315"/>
                <a:gd name="connsiteY88" fmla="*/ 115269 h 1227142"/>
                <a:gd name="connsiteX89" fmla="*/ 235619 w 384315"/>
                <a:gd name="connsiteY89" fmla="*/ 84902 h 1227142"/>
                <a:gd name="connsiteX90" fmla="*/ 237587 w 384315"/>
                <a:gd name="connsiteY90" fmla="*/ 70703 h 1227142"/>
                <a:gd name="connsiteX91" fmla="*/ 240067 w 384315"/>
                <a:gd name="connsiteY91" fmla="*/ 61379 h 1227142"/>
                <a:gd name="connsiteX92" fmla="*/ 237587 w 384315"/>
                <a:gd name="connsiteY92" fmla="*/ 49660 h 1227142"/>
                <a:gd name="connsiteX93" fmla="*/ 232711 w 384315"/>
                <a:gd name="connsiteY93" fmla="*/ 41363 h 1227142"/>
                <a:gd name="connsiteX94" fmla="*/ 226809 w 384315"/>
                <a:gd name="connsiteY94" fmla="*/ 32039 h 1227142"/>
                <a:gd name="connsiteX95" fmla="*/ 222446 w 384315"/>
                <a:gd name="connsiteY95" fmla="*/ 29644 h 1227142"/>
                <a:gd name="connsiteX96" fmla="*/ 215603 w 384315"/>
                <a:gd name="connsiteY96" fmla="*/ 22800 h 1227142"/>
                <a:gd name="connsiteX97" fmla="*/ 207306 w 384315"/>
                <a:gd name="connsiteY97" fmla="*/ 18438 h 1227142"/>
                <a:gd name="connsiteX98" fmla="*/ 200462 w 384315"/>
                <a:gd name="connsiteY98" fmla="*/ 12108 h 1227142"/>
                <a:gd name="connsiteX99" fmla="*/ 190711 w 384315"/>
                <a:gd name="connsiteY99" fmla="*/ 9200 h 1227142"/>
                <a:gd name="connsiteX100" fmla="*/ 178479 w 384315"/>
                <a:gd name="connsiteY100" fmla="*/ 2870 h 1227142"/>
                <a:gd name="connsiteX101" fmla="*/ 162825 w 384315"/>
                <a:gd name="connsiteY101" fmla="*/ 2357 h 1227142"/>
                <a:gd name="connsiteX102" fmla="*/ 153501 w 384315"/>
                <a:gd name="connsiteY102" fmla="*/ 4837 h 1227142"/>
                <a:gd name="connsiteX103" fmla="*/ 139302 w 384315"/>
                <a:gd name="connsiteY103" fmla="*/ 9713 h 1227142"/>
                <a:gd name="connsiteX104" fmla="*/ 121680 w 384315"/>
                <a:gd name="connsiteY104" fmla="*/ 17583 h 1227142"/>
                <a:gd name="connsiteX105" fmla="*/ 105086 w 384315"/>
                <a:gd name="connsiteY105" fmla="*/ 29815 h 1227142"/>
                <a:gd name="connsiteX106" fmla="*/ 103632 w 384315"/>
                <a:gd name="connsiteY106" fmla="*/ 45982 h 1227142"/>
                <a:gd name="connsiteX107" fmla="*/ 98756 w 384315"/>
                <a:gd name="connsiteY107" fmla="*/ 61122 h 1227142"/>
                <a:gd name="connsiteX108" fmla="*/ 100723 w 384315"/>
                <a:gd name="connsiteY108" fmla="*/ 75835 h 1227142"/>
                <a:gd name="connsiteX109" fmla="*/ 98756 w 384315"/>
                <a:gd name="connsiteY109" fmla="*/ 87126 h 1227142"/>
                <a:gd name="connsiteX110" fmla="*/ 99269 w 384315"/>
                <a:gd name="connsiteY110" fmla="*/ 106201 h 1227142"/>
                <a:gd name="connsiteX111" fmla="*/ 106626 w 384315"/>
                <a:gd name="connsiteY111" fmla="*/ 119888 h 1227142"/>
                <a:gd name="connsiteX112" fmla="*/ 111501 w 384315"/>
                <a:gd name="connsiteY112" fmla="*/ 136055 h 1227142"/>
                <a:gd name="connsiteX113" fmla="*/ 118858 w 384315"/>
                <a:gd name="connsiteY113" fmla="*/ 146319 h 1227142"/>
                <a:gd name="connsiteX114" fmla="*/ 119371 w 384315"/>
                <a:gd name="connsiteY114" fmla="*/ 166849 h 1227142"/>
                <a:gd name="connsiteX115" fmla="*/ 112528 w 384315"/>
                <a:gd name="connsiteY115" fmla="*/ 167876 h 1227142"/>
                <a:gd name="connsiteX116" fmla="*/ 92255 w 384315"/>
                <a:gd name="connsiteY116" fmla="*/ 185497 h 1227142"/>
                <a:gd name="connsiteX117" fmla="*/ 92255 w 384315"/>
                <a:gd name="connsiteY117" fmla="*/ 185497 h 1227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384315" h="1227142">
                  <a:moveTo>
                    <a:pt x="225269" y="239216"/>
                  </a:moveTo>
                  <a:lnTo>
                    <a:pt x="224242" y="237334"/>
                  </a:lnTo>
                  <a:lnTo>
                    <a:pt x="223644" y="233997"/>
                  </a:lnTo>
                  <a:cubicBezTo>
                    <a:pt x="224585" y="237077"/>
                    <a:pt x="225183" y="239216"/>
                    <a:pt x="225183" y="239216"/>
                  </a:cubicBezTo>
                  <a:lnTo>
                    <a:pt x="225183" y="239216"/>
                  </a:lnTo>
                  <a:close/>
                  <a:moveTo>
                    <a:pt x="92169" y="185754"/>
                  </a:moveTo>
                  <a:cubicBezTo>
                    <a:pt x="89603" y="188662"/>
                    <a:pt x="80451" y="186694"/>
                    <a:pt x="74890" y="185754"/>
                  </a:cubicBezTo>
                  <a:cubicBezTo>
                    <a:pt x="69330" y="184727"/>
                    <a:pt x="45892" y="185411"/>
                    <a:pt x="29897" y="187036"/>
                  </a:cubicBezTo>
                  <a:cubicBezTo>
                    <a:pt x="13901" y="188662"/>
                    <a:pt x="15526" y="188320"/>
                    <a:pt x="5775" y="198755"/>
                  </a:cubicBezTo>
                  <a:cubicBezTo>
                    <a:pt x="-4063" y="209191"/>
                    <a:pt x="1498" y="257778"/>
                    <a:pt x="2182" y="276682"/>
                  </a:cubicBezTo>
                  <a:cubicBezTo>
                    <a:pt x="2781" y="295586"/>
                    <a:pt x="10308" y="289085"/>
                    <a:pt x="15868" y="307305"/>
                  </a:cubicBezTo>
                  <a:cubicBezTo>
                    <a:pt x="21428" y="325610"/>
                    <a:pt x="22112" y="318682"/>
                    <a:pt x="25278" y="334678"/>
                  </a:cubicBezTo>
                  <a:cubicBezTo>
                    <a:pt x="28528" y="350673"/>
                    <a:pt x="29811" y="351272"/>
                    <a:pt x="33404" y="362392"/>
                  </a:cubicBezTo>
                  <a:cubicBezTo>
                    <a:pt x="36996" y="373512"/>
                    <a:pt x="42214" y="381639"/>
                    <a:pt x="46748" y="390791"/>
                  </a:cubicBezTo>
                  <a:cubicBezTo>
                    <a:pt x="51281" y="399944"/>
                    <a:pt x="47090" y="406787"/>
                    <a:pt x="46748" y="414572"/>
                  </a:cubicBezTo>
                  <a:cubicBezTo>
                    <a:pt x="46406" y="422441"/>
                    <a:pt x="39563" y="444596"/>
                    <a:pt x="37937" y="449471"/>
                  </a:cubicBezTo>
                  <a:cubicBezTo>
                    <a:pt x="36312" y="454347"/>
                    <a:pt x="32719" y="460592"/>
                    <a:pt x="31778" y="462816"/>
                  </a:cubicBezTo>
                  <a:cubicBezTo>
                    <a:pt x="30752" y="465125"/>
                    <a:pt x="35371" y="477186"/>
                    <a:pt x="35029" y="482062"/>
                  </a:cubicBezTo>
                  <a:cubicBezTo>
                    <a:pt x="34687" y="486938"/>
                    <a:pt x="7314" y="574360"/>
                    <a:pt x="9624" y="580518"/>
                  </a:cubicBezTo>
                  <a:cubicBezTo>
                    <a:pt x="11078" y="584453"/>
                    <a:pt x="19717" y="589415"/>
                    <a:pt x="26389" y="594803"/>
                  </a:cubicBezTo>
                  <a:cubicBezTo>
                    <a:pt x="28442" y="596600"/>
                    <a:pt x="30239" y="598225"/>
                    <a:pt x="31607" y="599764"/>
                  </a:cubicBezTo>
                  <a:cubicBezTo>
                    <a:pt x="32891" y="601304"/>
                    <a:pt x="33746" y="602844"/>
                    <a:pt x="34088" y="604298"/>
                  </a:cubicBezTo>
                  <a:cubicBezTo>
                    <a:pt x="33746" y="605495"/>
                    <a:pt x="34772" y="608490"/>
                    <a:pt x="36483" y="612253"/>
                  </a:cubicBezTo>
                  <a:cubicBezTo>
                    <a:pt x="37852" y="615846"/>
                    <a:pt x="39306" y="619268"/>
                    <a:pt x="40931" y="626453"/>
                  </a:cubicBezTo>
                  <a:cubicBezTo>
                    <a:pt x="43497" y="638172"/>
                    <a:pt x="43840" y="685133"/>
                    <a:pt x="44866" y="699846"/>
                  </a:cubicBezTo>
                  <a:cubicBezTo>
                    <a:pt x="45892" y="714558"/>
                    <a:pt x="48459" y="764086"/>
                    <a:pt x="52992" y="788208"/>
                  </a:cubicBezTo>
                  <a:cubicBezTo>
                    <a:pt x="57526" y="812331"/>
                    <a:pt x="55558" y="802921"/>
                    <a:pt x="57269" y="816949"/>
                  </a:cubicBezTo>
                  <a:cubicBezTo>
                    <a:pt x="58895" y="830978"/>
                    <a:pt x="57269" y="855442"/>
                    <a:pt x="58895" y="870754"/>
                  </a:cubicBezTo>
                  <a:cubicBezTo>
                    <a:pt x="60520" y="886066"/>
                    <a:pt x="52992" y="886407"/>
                    <a:pt x="51025" y="894534"/>
                  </a:cubicBezTo>
                  <a:cubicBezTo>
                    <a:pt x="49058" y="902660"/>
                    <a:pt x="49058" y="908904"/>
                    <a:pt x="47774" y="921907"/>
                  </a:cubicBezTo>
                  <a:cubicBezTo>
                    <a:pt x="46491" y="934908"/>
                    <a:pt x="46491" y="987173"/>
                    <a:pt x="48715" y="1016855"/>
                  </a:cubicBezTo>
                  <a:cubicBezTo>
                    <a:pt x="50939" y="1046538"/>
                    <a:pt x="57184" y="1066126"/>
                    <a:pt x="57526" y="1072969"/>
                  </a:cubicBezTo>
                  <a:cubicBezTo>
                    <a:pt x="57868" y="1079812"/>
                    <a:pt x="56585" y="1088623"/>
                    <a:pt x="55558" y="1098375"/>
                  </a:cubicBezTo>
                  <a:cubicBezTo>
                    <a:pt x="54618" y="1108126"/>
                    <a:pt x="64711" y="1133617"/>
                    <a:pt x="58210" y="1140118"/>
                  </a:cubicBezTo>
                  <a:cubicBezTo>
                    <a:pt x="51709" y="1146619"/>
                    <a:pt x="45807" y="1164582"/>
                    <a:pt x="52650" y="1174676"/>
                  </a:cubicBezTo>
                  <a:cubicBezTo>
                    <a:pt x="59493" y="1184769"/>
                    <a:pt x="61803" y="1197173"/>
                    <a:pt x="61461" y="1198798"/>
                  </a:cubicBezTo>
                  <a:cubicBezTo>
                    <a:pt x="61118" y="1200423"/>
                    <a:pt x="59493" y="1202733"/>
                    <a:pt x="58895" y="1205641"/>
                  </a:cubicBezTo>
                  <a:cubicBezTo>
                    <a:pt x="58210" y="1208549"/>
                    <a:pt x="61803" y="1212826"/>
                    <a:pt x="62145" y="1214451"/>
                  </a:cubicBezTo>
                  <a:cubicBezTo>
                    <a:pt x="62487" y="1216077"/>
                    <a:pt x="62145" y="1225572"/>
                    <a:pt x="62145" y="1225572"/>
                  </a:cubicBezTo>
                  <a:lnTo>
                    <a:pt x="186776" y="1225572"/>
                  </a:lnTo>
                  <a:lnTo>
                    <a:pt x="190026" y="1221637"/>
                  </a:lnTo>
                  <a:cubicBezTo>
                    <a:pt x="190026" y="1221637"/>
                    <a:pt x="194560" y="1223262"/>
                    <a:pt x="199864" y="1225572"/>
                  </a:cubicBezTo>
                  <a:cubicBezTo>
                    <a:pt x="205082" y="1227881"/>
                    <a:pt x="248450" y="1227539"/>
                    <a:pt x="265729" y="1225229"/>
                  </a:cubicBezTo>
                  <a:cubicBezTo>
                    <a:pt x="283008" y="1222920"/>
                    <a:pt x="297379" y="1218728"/>
                    <a:pt x="299346" y="1215478"/>
                  </a:cubicBezTo>
                  <a:cubicBezTo>
                    <a:pt x="301313" y="1212228"/>
                    <a:pt x="298405" y="1209576"/>
                    <a:pt x="297037" y="1209918"/>
                  </a:cubicBezTo>
                  <a:cubicBezTo>
                    <a:pt x="295753" y="1210260"/>
                    <a:pt x="292760" y="1205641"/>
                    <a:pt x="292760" y="1205641"/>
                  </a:cubicBezTo>
                  <a:cubicBezTo>
                    <a:pt x="290450" y="1193922"/>
                    <a:pt x="265387" y="1199482"/>
                    <a:pt x="251615" y="1199739"/>
                  </a:cubicBezTo>
                  <a:cubicBezTo>
                    <a:pt x="237929" y="1200081"/>
                    <a:pt x="233994" y="1196146"/>
                    <a:pt x="232711" y="1194521"/>
                  </a:cubicBezTo>
                  <a:cubicBezTo>
                    <a:pt x="231428" y="1192896"/>
                    <a:pt x="218682" y="1171083"/>
                    <a:pt x="216116" y="1165181"/>
                  </a:cubicBezTo>
                  <a:cubicBezTo>
                    <a:pt x="213550" y="1159279"/>
                    <a:pt x="230487" y="1147560"/>
                    <a:pt x="234080" y="1137466"/>
                  </a:cubicBezTo>
                  <a:cubicBezTo>
                    <a:pt x="237672" y="1127372"/>
                    <a:pt x="230145" y="1105474"/>
                    <a:pt x="229803" y="1084945"/>
                  </a:cubicBezTo>
                  <a:cubicBezTo>
                    <a:pt x="229460" y="1064415"/>
                    <a:pt x="251358" y="1022672"/>
                    <a:pt x="253925" y="1012835"/>
                  </a:cubicBezTo>
                  <a:cubicBezTo>
                    <a:pt x="256491" y="1003084"/>
                    <a:pt x="271204" y="938159"/>
                    <a:pt x="272829" y="931915"/>
                  </a:cubicBezTo>
                  <a:cubicBezTo>
                    <a:pt x="274454" y="925755"/>
                    <a:pt x="273171" y="918827"/>
                    <a:pt x="273513" y="909760"/>
                  </a:cubicBezTo>
                  <a:cubicBezTo>
                    <a:pt x="273855" y="900607"/>
                    <a:pt x="274198" y="896672"/>
                    <a:pt x="272829" y="881703"/>
                  </a:cubicBezTo>
                  <a:cubicBezTo>
                    <a:pt x="271546" y="866734"/>
                    <a:pt x="275138" y="857239"/>
                    <a:pt x="276421" y="850053"/>
                  </a:cubicBezTo>
                  <a:cubicBezTo>
                    <a:pt x="277705" y="842868"/>
                    <a:pt x="280955" y="824905"/>
                    <a:pt x="282580" y="810876"/>
                  </a:cubicBezTo>
                  <a:cubicBezTo>
                    <a:pt x="284206" y="796848"/>
                    <a:pt x="285831" y="777601"/>
                    <a:pt x="287798" y="758355"/>
                  </a:cubicBezTo>
                  <a:cubicBezTo>
                    <a:pt x="289766" y="739109"/>
                    <a:pt x="287114" y="718237"/>
                    <a:pt x="286173" y="705491"/>
                  </a:cubicBezTo>
                  <a:cubicBezTo>
                    <a:pt x="285232" y="692746"/>
                    <a:pt x="286173" y="684021"/>
                    <a:pt x="288739" y="674526"/>
                  </a:cubicBezTo>
                  <a:cubicBezTo>
                    <a:pt x="291306" y="665031"/>
                    <a:pt x="288055" y="646811"/>
                    <a:pt x="288055" y="644160"/>
                  </a:cubicBezTo>
                  <a:cubicBezTo>
                    <a:pt x="288055" y="641508"/>
                    <a:pt x="290022" y="638257"/>
                    <a:pt x="294214" y="639284"/>
                  </a:cubicBezTo>
                  <a:cubicBezTo>
                    <a:pt x="298491" y="640310"/>
                    <a:pt x="310552" y="640310"/>
                    <a:pt x="318336" y="638942"/>
                  </a:cubicBezTo>
                  <a:cubicBezTo>
                    <a:pt x="326206" y="637658"/>
                    <a:pt x="322271" y="627137"/>
                    <a:pt x="322271" y="627137"/>
                  </a:cubicBezTo>
                  <a:cubicBezTo>
                    <a:pt x="322271" y="602673"/>
                    <a:pt x="318678" y="590954"/>
                    <a:pt x="317395" y="582143"/>
                  </a:cubicBezTo>
                  <a:cubicBezTo>
                    <a:pt x="316112" y="573333"/>
                    <a:pt x="310210" y="541341"/>
                    <a:pt x="309867" y="537492"/>
                  </a:cubicBezTo>
                  <a:cubicBezTo>
                    <a:pt x="309525" y="533557"/>
                    <a:pt x="308584" y="524404"/>
                    <a:pt x="308584" y="524404"/>
                  </a:cubicBezTo>
                  <a:cubicBezTo>
                    <a:pt x="308584" y="524404"/>
                    <a:pt x="308927" y="523121"/>
                    <a:pt x="311150" y="523121"/>
                  </a:cubicBezTo>
                  <a:cubicBezTo>
                    <a:pt x="313375" y="523121"/>
                    <a:pt x="312776" y="521838"/>
                    <a:pt x="312092" y="519528"/>
                  </a:cubicBezTo>
                  <a:cubicBezTo>
                    <a:pt x="311493" y="517219"/>
                    <a:pt x="306532" y="499341"/>
                    <a:pt x="303965" y="491814"/>
                  </a:cubicBezTo>
                  <a:cubicBezTo>
                    <a:pt x="301399" y="484286"/>
                    <a:pt x="299688" y="447162"/>
                    <a:pt x="299089" y="441260"/>
                  </a:cubicBezTo>
                  <a:lnTo>
                    <a:pt x="298918" y="438950"/>
                  </a:lnTo>
                  <a:cubicBezTo>
                    <a:pt x="300800" y="437496"/>
                    <a:pt x="302426" y="436299"/>
                    <a:pt x="303538" y="435785"/>
                  </a:cubicBezTo>
                  <a:cubicBezTo>
                    <a:pt x="307216" y="433989"/>
                    <a:pt x="318079" y="429199"/>
                    <a:pt x="319533" y="428515"/>
                  </a:cubicBezTo>
                  <a:cubicBezTo>
                    <a:pt x="322955" y="429284"/>
                    <a:pt x="326120" y="431081"/>
                    <a:pt x="337326" y="433134"/>
                  </a:cubicBezTo>
                  <a:cubicBezTo>
                    <a:pt x="349729" y="435443"/>
                    <a:pt x="350071" y="436042"/>
                    <a:pt x="358882" y="433134"/>
                  </a:cubicBezTo>
                  <a:cubicBezTo>
                    <a:pt x="367692" y="430225"/>
                    <a:pt x="372226" y="430225"/>
                    <a:pt x="380780" y="418421"/>
                  </a:cubicBezTo>
                  <a:cubicBezTo>
                    <a:pt x="389248" y="406702"/>
                    <a:pt x="379753" y="384205"/>
                    <a:pt x="380438" y="379244"/>
                  </a:cubicBezTo>
                  <a:cubicBezTo>
                    <a:pt x="381122" y="374368"/>
                    <a:pt x="380095" y="367867"/>
                    <a:pt x="369403" y="359313"/>
                  </a:cubicBezTo>
                  <a:cubicBezTo>
                    <a:pt x="361106" y="352213"/>
                    <a:pt x="339721" y="321505"/>
                    <a:pt x="337069" y="317912"/>
                  </a:cubicBezTo>
                  <a:cubicBezTo>
                    <a:pt x="334417" y="314319"/>
                    <a:pt x="334759" y="312009"/>
                    <a:pt x="333134" y="307134"/>
                  </a:cubicBezTo>
                  <a:cubicBezTo>
                    <a:pt x="331509" y="302258"/>
                    <a:pt x="318764" y="284295"/>
                    <a:pt x="317138" y="274544"/>
                  </a:cubicBezTo>
                  <a:cubicBezTo>
                    <a:pt x="315513" y="264706"/>
                    <a:pt x="308328" y="255639"/>
                    <a:pt x="308328" y="255639"/>
                  </a:cubicBezTo>
                  <a:cubicBezTo>
                    <a:pt x="296780" y="247598"/>
                    <a:pt x="231941" y="222877"/>
                    <a:pt x="220393" y="218515"/>
                  </a:cubicBezTo>
                  <a:cubicBezTo>
                    <a:pt x="216886" y="209106"/>
                    <a:pt x="208760" y="191998"/>
                    <a:pt x="206707" y="189602"/>
                  </a:cubicBezTo>
                  <a:lnTo>
                    <a:pt x="207220" y="186694"/>
                  </a:lnTo>
                  <a:cubicBezTo>
                    <a:pt x="207733" y="183786"/>
                    <a:pt x="215090" y="177883"/>
                    <a:pt x="215090" y="177883"/>
                  </a:cubicBezTo>
                  <a:cubicBezTo>
                    <a:pt x="226295" y="160262"/>
                    <a:pt x="230230" y="137765"/>
                    <a:pt x="230743" y="132376"/>
                  </a:cubicBezTo>
                  <a:cubicBezTo>
                    <a:pt x="231257" y="126988"/>
                    <a:pt x="229803" y="117664"/>
                    <a:pt x="230230" y="115269"/>
                  </a:cubicBezTo>
                  <a:cubicBezTo>
                    <a:pt x="230743" y="112788"/>
                    <a:pt x="234678" y="90804"/>
                    <a:pt x="235619" y="84902"/>
                  </a:cubicBezTo>
                  <a:cubicBezTo>
                    <a:pt x="236560" y="79000"/>
                    <a:pt x="235619" y="72157"/>
                    <a:pt x="237587" y="70703"/>
                  </a:cubicBezTo>
                  <a:cubicBezTo>
                    <a:pt x="239554" y="69249"/>
                    <a:pt x="239041" y="65314"/>
                    <a:pt x="240067" y="61379"/>
                  </a:cubicBezTo>
                  <a:cubicBezTo>
                    <a:pt x="241008" y="57444"/>
                    <a:pt x="237587" y="49660"/>
                    <a:pt x="237587" y="49660"/>
                  </a:cubicBezTo>
                  <a:cubicBezTo>
                    <a:pt x="237587" y="49660"/>
                    <a:pt x="236132" y="45297"/>
                    <a:pt x="232711" y="41363"/>
                  </a:cubicBezTo>
                  <a:cubicBezTo>
                    <a:pt x="229289" y="37428"/>
                    <a:pt x="231770" y="38882"/>
                    <a:pt x="226809" y="32039"/>
                  </a:cubicBezTo>
                  <a:cubicBezTo>
                    <a:pt x="221933" y="25196"/>
                    <a:pt x="226809" y="32039"/>
                    <a:pt x="222446" y="29644"/>
                  </a:cubicBezTo>
                  <a:cubicBezTo>
                    <a:pt x="218084" y="27163"/>
                    <a:pt x="219025" y="27676"/>
                    <a:pt x="215603" y="22800"/>
                  </a:cubicBezTo>
                  <a:cubicBezTo>
                    <a:pt x="212181" y="17925"/>
                    <a:pt x="212181" y="20405"/>
                    <a:pt x="207306" y="18438"/>
                  </a:cubicBezTo>
                  <a:cubicBezTo>
                    <a:pt x="202430" y="16470"/>
                    <a:pt x="204397" y="17497"/>
                    <a:pt x="200462" y="12108"/>
                  </a:cubicBezTo>
                  <a:cubicBezTo>
                    <a:pt x="196528" y="6719"/>
                    <a:pt x="197554" y="10654"/>
                    <a:pt x="190711" y="9200"/>
                  </a:cubicBezTo>
                  <a:cubicBezTo>
                    <a:pt x="183868" y="7746"/>
                    <a:pt x="182841" y="8687"/>
                    <a:pt x="178479" y="2870"/>
                  </a:cubicBezTo>
                  <a:cubicBezTo>
                    <a:pt x="174116" y="-3032"/>
                    <a:pt x="169155" y="1929"/>
                    <a:pt x="162825" y="2357"/>
                  </a:cubicBezTo>
                  <a:cubicBezTo>
                    <a:pt x="156495" y="2870"/>
                    <a:pt x="158377" y="5265"/>
                    <a:pt x="153501" y="4837"/>
                  </a:cubicBezTo>
                  <a:cubicBezTo>
                    <a:pt x="148626" y="4324"/>
                    <a:pt x="143664" y="7233"/>
                    <a:pt x="139302" y="9713"/>
                  </a:cubicBezTo>
                  <a:cubicBezTo>
                    <a:pt x="134939" y="12193"/>
                    <a:pt x="128096" y="17069"/>
                    <a:pt x="121680" y="17583"/>
                  </a:cubicBezTo>
                  <a:cubicBezTo>
                    <a:pt x="115351" y="18096"/>
                    <a:pt x="108935" y="25880"/>
                    <a:pt x="105086" y="29815"/>
                  </a:cubicBezTo>
                  <a:cubicBezTo>
                    <a:pt x="101151" y="33750"/>
                    <a:pt x="104145" y="40593"/>
                    <a:pt x="103632" y="45982"/>
                  </a:cubicBezTo>
                  <a:cubicBezTo>
                    <a:pt x="103118" y="51371"/>
                    <a:pt x="100723" y="56760"/>
                    <a:pt x="98756" y="61122"/>
                  </a:cubicBezTo>
                  <a:cubicBezTo>
                    <a:pt x="96789" y="65485"/>
                    <a:pt x="100210" y="71387"/>
                    <a:pt x="100723" y="75835"/>
                  </a:cubicBezTo>
                  <a:cubicBezTo>
                    <a:pt x="101237" y="80198"/>
                    <a:pt x="100210" y="81737"/>
                    <a:pt x="98756" y="87126"/>
                  </a:cubicBezTo>
                  <a:cubicBezTo>
                    <a:pt x="97302" y="92515"/>
                    <a:pt x="97302" y="97391"/>
                    <a:pt x="99269" y="106201"/>
                  </a:cubicBezTo>
                  <a:cubicBezTo>
                    <a:pt x="101237" y="115012"/>
                    <a:pt x="102177" y="112532"/>
                    <a:pt x="106626" y="119888"/>
                  </a:cubicBezTo>
                  <a:cubicBezTo>
                    <a:pt x="111074" y="127244"/>
                    <a:pt x="111074" y="130153"/>
                    <a:pt x="111501" y="136055"/>
                  </a:cubicBezTo>
                  <a:cubicBezTo>
                    <a:pt x="112015" y="141957"/>
                    <a:pt x="114410" y="140930"/>
                    <a:pt x="118858" y="146319"/>
                  </a:cubicBezTo>
                  <a:cubicBezTo>
                    <a:pt x="123220" y="151708"/>
                    <a:pt x="117404" y="165823"/>
                    <a:pt x="119371" y="166849"/>
                  </a:cubicBezTo>
                  <a:cubicBezTo>
                    <a:pt x="119371" y="166849"/>
                    <a:pt x="114666" y="166849"/>
                    <a:pt x="112528" y="167876"/>
                  </a:cubicBezTo>
                  <a:cubicBezTo>
                    <a:pt x="107139" y="168047"/>
                    <a:pt x="94821" y="182589"/>
                    <a:pt x="92255" y="185497"/>
                  </a:cubicBezTo>
                  <a:lnTo>
                    <a:pt x="92255" y="185497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1F66CDE4-C5C5-2C9E-EE81-F82948A53389}"/>
                </a:ext>
              </a:extLst>
            </p:cNvPr>
            <p:cNvSpPr/>
            <p:nvPr/>
          </p:nvSpPr>
          <p:spPr>
            <a:xfrm>
              <a:off x="-4406606" y="5677020"/>
              <a:ext cx="475994" cy="1211848"/>
            </a:xfrm>
            <a:custGeom>
              <a:avLst/>
              <a:gdLst>
                <a:gd name="connsiteX0" fmla="*/ 406793 w 475994"/>
                <a:gd name="connsiteY0" fmla="*/ 546437 h 1211848"/>
                <a:gd name="connsiteX1" fmla="*/ 410728 w 475994"/>
                <a:gd name="connsiteY1" fmla="*/ 559610 h 1211848"/>
                <a:gd name="connsiteX2" fmla="*/ 411156 w 475994"/>
                <a:gd name="connsiteY2" fmla="*/ 561749 h 1211848"/>
                <a:gd name="connsiteX3" fmla="*/ 408076 w 475994"/>
                <a:gd name="connsiteY3" fmla="*/ 555590 h 1211848"/>
                <a:gd name="connsiteX4" fmla="*/ 405253 w 475994"/>
                <a:gd name="connsiteY4" fmla="*/ 544983 h 1211848"/>
                <a:gd name="connsiteX5" fmla="*/ 406793 w 475994"/>
                <a:gd name="connsiteY5" fmla="*/ 546352 h 1211848"/>
                <a:gd name="connsiteX6" fmla="*/ 406793 w 475994"/>
                <a:gd name="connsiteY6" fmla="*/ 546352 h 1211848"/>
                <a:gd name="connsiteX7" fmla="*/ 145983 w 475994"/>
                <a:gd name="connsiteY7" fmla="*/ 548404 h 1211848"/>
                <a:gd name="connsiteX8" fmla="*/ 146668 w 475994"/>
                <a:gd name="connsiteY8" fmla="*/ 550372 h 1211848"/>
                <a:gd name="connsiteX9" fmla="*/ 136061 w 475994"/>
                <a:gd name="connsiteY9" fmla="*/ 548404 h 1211848"/>
                <a:gd name="connsiteX10" fmla="*/ 135291 w 475994"/>
                <a:gd name="connsiteY10" fmla="*/ 548404 h 1211848"/>
                <a:gd name="connsiteX11" fmla="*/ 113564 w 475994"/>
                <a:gd name="connsiteY11" fmla="*/ 519321 h 1211848"/>
                <a:gd name="connsiteX12" fmla="*/ 112281 w 475994"/>
                <a:gd name="connsiteY12" fmla="*/ 499562 h 1211848"/>
                <a:gd name="connsiteX13" fmla="*/ 103042 w 475994"/>
                <a:gd name="connsiteY13" fmla="*/ 485020 h 1211848"/>
                <a:gd name="connsiteX14" fmla="*/ 99108 w 475994"/>
                <a:gd name="connsiteY14" fmla="*/ 463207 h 1211848"/>
                <a:gd name="connsiteX15" fmla="*/ 93120 w 475994"/>
                <a:gd name="connsiteY15" fmla="*/ 444047 h 1211848"/>
                <a:gd name="connsiteX16" fmla="*/ 93804 w 475994"/>
                <a:gd name="connsiteY16" fmla="*/ 429505 h 1211848"/>
                <a:gd name="connsiteX17" fmla="*/ 111596 w 475994"/>
                <a:gd name="connsiteY17" fmla="*/ 399138 h 1211848"/>
                <a:gd name="connsiteX18" fmla="*/ 122118 w 475994"/>
                <a:gd name="connsiteY18" fmla="*/ 387933 h 1211848"/>
                <a:gd name="connsiteX19" fmla="*/ 132810 w 475994"/>
                <a:gd name="connsiteY19" fmla="*/ 380576 h 1211848"/>
                <a:gd name="connsiteX20" fmla="*/ 134008 w 475994"/>
                <a:gd name="connsiteY20" fmla="*/ 384597 h 1211848"/>
                <a:gd name="connsiteX21" fmla="*/ 134607 w 475994"/>
                <a:gd name="connsiteY21" fmla="*/ 386735 h 1211848"/>
                <a:gd name="connsiteX22" fmla="*/ 134607 w 475994"/>
                <a:gd name="connsiteY22" fmla="*/ 434124 h 1211848"/>
                <a:gd name="connsiteX23" fmla="*/ 144529 w 475994"/>
                <a:gd name="connsiteY23" fmla="*/ 507431 h 1211848"/>
                <a:gd name="connsiteX24" fmla="*/ 145213 w 475994"/>
                <a:gd name="connsiteY24" fmla="*/ 516670 h 1211848"/>
                <a:gd name="connsiteX25" fmla="*/ 153767 w 475994"/>
                <a:gd name="connsiteY25" fmla="*/ 521289 h 1211848"/>
                <a:gd name="connsiteX26" fmla="*/ 155050 w 475994"/>
                <a:gd name="connsiteY26" fmla="*/ 521887 h 1211848"/>
                <a:gd name="connsiteX27" fmla="*/ 145898 w 475994"/>
                <a:gd name="connsiteY27" fmla="*/ 548319 h 1211848"/>
                <a:gd name="connsiteX28" fmla="*/ 145898 w 475994"/>
                <a:gd name="connsiteY28" fmla="*/ 548319 h 1211848"/>
                <a:gd name="connsiteX29" fmla="*/ 146582 w 475994"/>
                <a:gd name="connsiteY29" fmla="*/ 205648 h 1211848"/>
                <a:gd name="connsiteX30" fmla="*/ 94403 w 475994"/>
                <a:gd name="connsiteY30" fmla="*/ 241318 h 1211848"/>
                <a:gd name="connsiteX31" fmla="*/ 57450 w 475994"/>
                <a:gd name="connsiteY31" fmla="*/ 315908 h 1211848"/>
                <a:gd name="connsiteX32" fmla="*/ 7923 w 475994"/>
                <a:gd name="connsiteY32" fmla="*/ 411028 h 1211848"/>
                <a:gd name="connsiteX33" fmla="*/ 1935 w 475994"/>
                <a:gd name="connsiteY33" fmla="*/ 449949 h 1211848"/>
                <a:gd name="connsiteX34" fmla="*/ 20411 w 475994"/>
                <a:gd name="connsiteY34" fmla="*/ 482967 h 1211848"/>
                <a:gd name="connsiteX35" fmla="*/ 32301 w 475994"/>
                <a:gd name="connsiteY35" fmla="*/ 500759 h 1211848"/>
                <a:gd name="connsiteX36" fmla="*/ 38888 w 475994"/>
                <a:gd name="connsiteY36" fmla="*/ 512649 h 1211848"/>
                <a:gd name="connsiteX37" fmla="*/ 44191 w 475994"/>
                <a:gd name="connsiteY37" fmla="*/ 525822 h 1211848"/>
                <a:gd name="connsiteX38" fmla="*/ 96969 w 475994"/>
                <a:gd name="connsiteY38" fmla="*/ 576034 h 1211848"/>
                <a:gd name="connsiteX39" fmla="*/ 103556 w 475994"/>
                <a:gd name="connsiteY39" fmla="*/ 581936 h 1211848"/>
                <a:gd name="connsiteX40" fmla="*/ 104069 w 475994"/>
                <a:gd name="connsiteY40" fmla="*/ 581594 h 1211848"/>
                <a:gd name="connsiteX41" fmla="*/ 112110 w 475994"/>
                <a:gd name="connsiteY41" fmla="*/ 597761 h 1211848"/>
                <a:gd name="connsiteX42" fmla="*/ 143588 w 475994"/>
                <a:gd name="connsiteY42" fmla="*/ 641044 h 1211848"/>
                <a:gd name="connsiteX43" fmla="*/ 143417 w 475994"/>
                <a:gd name="connsiteY43" fmla="*/ 640873 h 1211848"/>
                <a:gd name="connsiteX44" fmla="*/ 143759 w 475994"/>
                <a:gd name="connsiteY44" fmla="*/ 641301 h 1211848"/>
                <a:gd name="connsiteX45" fmla="*/ 143503 w 475994"/>
                <a:gd name="connsiteY45" fmla="*/ 641044 h 1211848"/>
                <a:gd name="connsiteX46" fmla="*/ 143759 w 475994"/>
                <a:gd name="connsiteY46" fmla="*/ 641386 h 1211848"/>
                <a:gd name="connsiteX47" fmla="*/ 147694 w 475994"/>
                <a:gd name="connsiteY47" fmla="*/ 673720 h 1211848"/>
                <a:gd name="connsiteX48" fmla="*/ 151030 w 475994"/>
                <a:gd name="connsiteY48" fmla="*/ 748995 h 1211848"/>
                <a:gd name="connsiteX49" fmla="*/ 154965 w 475994"/>
                <a:gd name="connsiteY49" fmla="*/ 825553 h 1211848"/>
                <a:gd name="connsiteX50" fmla="*/ 158301 w 475994"/>
                <a:gd name="connsiteY50" fmla="*/ 896208 h 1211848"/>
                <a:gd name="connsiteX51" fmla="*/ 152997 w 475994"/>
                <a:gd name="connsiteY51" fmla="*/ 946420 h 1211848"/>
                <a:gd name="connsiteX52" fmla="*/ 162236 w 475994"/>
                <a:gd name="connsiteY52" fmla="*/ 1013141 h 1211848"/>
                <a:gd name="connsiteX53" fmla="*/ 161551 w 475994"/>
                <a:gd name="connsiteY53" fmla="*/ 1072591 h 1211848"/>
                <a:gd name="connsiteX54" fmla="*/ 166171 w 475994"/>
                <a:gd name="connsiteY54" fmla="*/ 1107577 h 1211848"/>
                <a:gd name="connsiteX55" fmla="*/ 172073 w 475994"/>
                <a:gd name="connsiteY55" fmla="*/ 1136660 h 1211848"/>
                <a:gd name="connsiteX56" fmla="*/ 170105 w 475994"/>
                <a:gd name="connsiteY56" fmla="*/ 1167026 h 1211848"/>
                <a:gd name="connsiteX57" fmla="*/ 180712 w 475994"/>
                <a:gd name="connsiteY57" fmla="*/ 1183535 h 1211848"/>
                <a:gd name="connsiteX58" fmla="*/ 170105 w 475994"/>
                <a:gd name="connsiteY58" fmla="*/ 1194741 h 1211848"/>
                <a:gd name="connsiteX59" fmla="*/ 168822 w 475994"/>
                <a:gd name="connsiteY59" fmla="*/ 1205263 h 1211848"/>
                <a:gd name="connsiteX60" fmla="*/ 174725 w 475994"/>
                <a:gd name="connsiteY60" fmla="*/ 1211165 h 1211848"/>
                <a:gd name="connsiteX61" fmla="*/ 245380 w 475994"/>
                <a:gd name="connsiteY61" fmla="*/ 1211849 h 1211848"/>
                <a:gd name="connsiteX62" fmla="*/ 259238 w 475994"/>
                <a:gd name="connsiteY62" fmla="*/ 1208513 h 1211848"/>
                <a:gd name="connsiteX63" fmla="*/ 271128 w 475994"/>
                <a:gd name="connsiteY63" fmla="*/ 1194656 h 1211848"/>
                <a:gd name="connsiteX64" fmla="*/ 277030 w 475994"/>
                <a:gd name="connsiteY64" fmla="*/ 1181483 h 1211848"/>
                <a:gd name="connsiteX65" fmla="*/ 275747 w 475994"/>
                <a:gd name="connsiteY65" fmla="*/ 1161039 h 1211848"/>
                <a:gd name="connsiteX66" fmla="*/ 277030 w 475994"/>
                <a:gd name="connsiteY66" fmla="*/ 1132640 h 1211848"/>
                <a:gd name="connsiteX67" fmla="*/ 275062 w 475994"/>
                <a:gd name="connsiteY67" fmla="*/ 1114847 h 1211848"/>
                <a:gd name="connsiteX68" fmla="*/ 292855 w 475994"/>
                <a:gd name="connsiteY68" fmla="*/ 1044876 h 1211848"/>
                <a:gd name="connsiteX69" fmla="*/ 286268 w 475994"/>
                <a:gd name="connsiteY69" fmla="*/ 943170 h 1211848"/>
                <a:gd name="connsiteX70" fmla="*/ 280965 w 475994"/>
                <a:gd name="connsiteY70" fmla="*/ 845398 h 1211848"/>
                <a:gd name="connsiteX71" fmla="*/ 280280 w 475994"/>
                <a:gd name="connsiteY71" fmla="*/ 810412 h 1211848"/>
                <a:gd name="connsiteX72" fmla="*/ 286867 w 475994"/>
                <a:gd name="connsiteY72" fmla="*/ 777394 h 1211848"/>
                <a:gd name="connsiteX73" fmla="*/ 288150 w 475994"/>
                <a:gd name="connsiteY73" fmla="*/ 779532 h 1211848"/>
                <a:gd name="connsiteX74" fmla="*/ 288150 w 475994"/>
                <a:gd name="connsiteY74" fmla="*/ 786033 h 1211848"/>
                <a:gd name="connsiteX75" fmla="*/ 292940 w 475994"/>
                <a:gd name="connsiteY75" fmla="*/ 847536 h 1211848"/>
                <a:gd name="connsiteX76" fmla="*/ 300040 w 475994"/>
                <a:gd name="connsiteY76" fmla="*/ 920673 h 1211848"/>
                <a:gd name="connsiteX77" fmla="*/ 303975 w 475994"/>
                <a:gd name="connsiteY77" fmla="*/ 977471 h 1211848"/>
                <a:gd name="connsiteX78" fmla="*/ 310561 w 475994"/>
                <a:gd name="connsiteY78" fmla="*/ 1067287 h 1211848"/>
                <a:gd name="connsiteX79" fmla="*/ 307225 w 475994"/>
                <a:gd name="connsiteY79" fmla="*/ 1120750 h 1211848"/>
                <a:gd name="connsiteX80" fmla="*/ 309877 w 475994"/>
                <a:gd name="connsiteY80" fmla="*/ 1155137 h 1211848"/>
                <a:gd name="connsiteX81" fmla="*/ 318431 w 475994"/>
                <a:gd name="connsiteY81" fmla="*/ 1175580 h 1211848"/>
                <a:gd name="connsiteX82" fmla="*/ 323050 w 475994"/>
                <a:gd name="connsiteY82" fmla="*/ 1199361 h 1211848"/>
                <a:gd name="connsiteX83" fmla="*/ 326985 w 475994"/>
                <a:gd name="connsiteY83" fmla="*/ 1210566 h 1211848"/>
                <a:gd name="connsiteX84" fmla="*/ 464361 w 475994"/>
                <a:gd name="connsiteY84" fmla="*/ 1210566 h 1211848"/>
                <a:gd name="connsiteX85" fmla="*/ 465046 w 475994"/>
                <a:gd name="connsiteY85" fmla="*/ 1204664 h 1211848"/>
                <a:gd name="connsiteX86" fmla="*/ 455123 w 475994"/>
                <a:gd name="connsiteY86" fmla="*/ 1190807 h 1211848"/>
                <a:gd name="connsiteX87" fmla="*/ 433995 w 475994"/>
                <a:gd name="connsiteY87" fmla="*/ 1182851 h 1211848"/>
                <a:gd name="connsiteX88" fmla="*/ 422105 w 475994"/>
                <a:gd name="connsiteY88" fmla="*/ 1174298 h 1211848"/>
                <a:gd name="connsiteX89" fmla="*/ 415518 w 475994"/>
                <a:gd name="connsiteY89" fmla="*/ 1159756 h 1211848"/>
                <a:gd name="connsiteX90" fmla="*/ 414834 w 475994"/>
                <a:gd name="connsiteY90" fmla="*/ 1145214 h 1211848"/>
                <a:gd name="connsiteX91" fmla="*/ 429376 w 475994"/>
                <a:gd name="connsiteY91" fmla="*/ 1121434 h 1211848"/>
                <a:gd name="connsiteX92" fmla="*/ 432027 w 475994"/>
                <a:gd name="connsiteY92" fmla="*/ 1032986 h 1211848"/>
                <a:gd name="connsiteX93" fmla="*/ 422789 w 475994"/>
                <a:gd name="connsiteY93" fmla="*/ 943854 h 1211848"/>
                <a:gd name="connsiteX94" fmla="*/ 415518 w 475994"/>
                <a:gd name="connsiteY94" fmla="*/ 913488 h 1211848"/>
                <a:gd name="connsiteX95" fmla="*/ 419453 w 475994"/>
                <a:gd name="connsiteY95" fmla="*/ 786718 h 1211848"/>
                <a:gd name="connsiteX96" fmla="*/ 433995 w 475994"/>
                <a:gd name="connsiteY96" fmla="*/ 681076 h 1211848"/>
                <a:gd name="connsiteX97" fmla="*/ 441266 w 475994"/>
                <a:gd name="connsiteY97" fmla="*/ 641471 h 1211848"/>
                <a:gd name="connsiteX98" fmla="*/ 448537 w 475994"/>
                <a:gd name="connsiteY98" fmla="*/ 615725 h 1211848"/>
                <a:gd name="connsiteX99" fmla="*/ 440753 w 475994"/>
                <a:gd name="connsiteY99" fmla="*/ 598702 h 1211848"/>
                <a:gd name="connsiteX100" fmla="*/ 444602 w 475994"/>
                <a:gd name="connsiteY100" fmla="*/ 604518 h 1211848"/>
                <a:gd name="connsiteX101" fmla="*/ 448708 w 475994"/>
                <a:gd name="connsiteY101" fmla="*/ 614099 h 1211848"/>
                <a:gd name="connsiteX102" fmla="*/ 459229 w 475994"/>
                <a:gd name="connsiteY102" fmla="*/ 604005 h 1211848"/>
                <a:gd name="connsiteX103" fmla="*/ 459400 w 475994"/>
                <a:gd name="connsiteY103" fmla="*/ 601268 h 1211848"/>
                <a:gd name="connsiteX104" fmla="*/ 461111 w 475994"/>
                <a:gd name="connsiteY104" fmla="*/ 602551 h 1211848"/>
                <a:gd name="connsiteX105" fmla="*/ 475653 w 475994"/>
                <a:gd name="connsiteY105" fmla="*/ 595280 h 1211848"/>
                <a:gd name="connsiteX106" fmla="*/ 472317 w 475994"/>
                <a:gd name="connsiteY106" fmla="*/ 535146 h 1211848"/>
                <a:gd name="connsiteX107" fmla="*/ 470349 w 475994"/>
                <a:gd name="connsiteY107" fmla="*/ 498193 h 1211848"/>
                <a:gd name="connsiteX108" fmla="*/ 473001 w 475994"/>
                <a:gd name="connsiteY108" fmla="*/ 488270 h 1211848"/>
                <a:gd name="connsiteX109" fmla="*/ 453840 w 475994"/>
                <a:gd name="connsiteY109" fmla="*/ 399138 h 1211848"/>
                <a:gd name="connsiteX110" fmla="*/ 448537 w 475994"/>
                <a:gd name="connsiteY110" fmla="*/ 322495 h 1211848"/>
                <a:gd name="connsiteX111" fmla="*/ 430060 w 475994"/>
                <a:gd name="connsiteY111" fmla="*/ 279554 h 1211848"/>
                <a:gd name="connsiteX112" fmla="*/ 401661 w 475994"/>
                <a:gd name="connsiteY112" fmla="*/ 245851 h 1211848"/>
                <a:gd name="connsiteX113" fmla="*/ 347514 w 475994"/>
                <a:gd name="connsiteY113" fmla="*/ 222071 h 1211848"/>
                <a:gd name="connsiteX114" fmla="*/ 337421 w 475994"/>
                <a:gd name="connsiteY114" fmla="*/ 200088 h 1211848"/>
                <a:gd name="connsiteX115" fmla="*/ 334085 w 475994"/>
                <a:gd name="connsiteY115" fmla="*/ 197778 h 1211848"/>
                <a:gd name="connsiteX116" fmla="*/ 334769 w 475994"/>
                <a:gd name="connsiteY116" fmla="*/ 196067 h 1211848"/>
                <a:gd name="connsiteX117" fmla="*/ 332288 w 475994"/>
                <a:gd name="connsiteY117" fmla="*/ 181183 h 1211848"/>
                <a:gd name="connsiteX118" fmla="*/ 351107 w 475994"/>
                <a:gd name="connsiteY118" fmla="*/ 154923 h 1211848"/>
                <a:gd name="connsiteX119" fmla="*/ 357009 w 475994"/>
                <a:gd name="connsiteY119" fmla="*/ 151501 h 1211848"/>
                <a:gd name="connsiteX120" fmla="*/ 356496 w 475994"/>
                <a:gd name="connsiteY120" fmla="*/ 138585 h 1211848"/>
                <a:gd name="connsiteX121" fmla="*/ 359490 w 475994"/>
                <a:gd name="connsiteY121" fmla="*/ 126695 h 1211848"/>
                <a:gd name="connsiteX122" fmla="*/ 361970 w 475994"/>
                <a:gd name="connsiteY122" fmla="*/ 114805 h 1211848"/>
                <a:gd name="connsiteX123" fmla="*/ 370439 w 475994"/>
                <a:gd name="connsiteY123" fmla="*/ 85550 h 1211848"/>
                <a:gd name="connsiteX124" fmla="*/ 359062 w 475994"/>
                <a:gd name="connsiteY124" fmla="*/ 34569 h 1211848"/>
                <a:gd name="connsiteX125" fmla="*/ 339217 w 475994"/>
                <a:gd name="connsiteY125" fmla="*/ 12328 h 1211848"/>
                <a:gd name="connsiteX126" fmla="*/ 305515 w 475994"/>
                <a:gd name="connsiteY126" fmla="*/ 951 h 1211848"/>
                <a:gd name="connsiteX127" fmla="*/ 223311 w 475994"/>
                <a:gd name="connsiteY127" fmla="*/ 52960 h 1211848"/>
                <a:gd name="connsiteX128" fmla="*/ 225278 w 475994"/>
                <a:gd name="connsiteY128" fmla="*/ 100520 h 1211848"/>
                <a:gd name="connsiteX129" fmla="*/ 227759 w 475994"/>
                <a:gd name="connsiteY129" fmla="*/ 119338 h 1211848"/>
                <a:gd name="connsiteX130" fmla="*/ 230753 w 475994"/>
                <a:gd name="connsiteY130" fmla="*/ 131229 h 1211848"/>
                <a:gd name="connsiteX131" fmla="*/ 239136 w 475994"/>
                <a:gd name="connsiteY131" fmla="*/ 135163 h 1211848"/>
                <a:gd name="connsiteX132" fmla="*/ 240590 w 475994"/>
                <a:gd name="connsiteY132" fmla="*/ 151501 h 1211848"/>
                <a:gd name="connsiteX133" fmla="*/ 243584 w 475994"/>
                <a:gd name="connsiteY133" fmla="*/ 163905 h 1211848"/>
                <a:gd name="connsiteX134" fmla="*/ 243755 w 475994"/>
                <a:gd name="connsiteY134" fmla="*/ 173571 h 1211848"/>
                <a:gd name="connsiteX135" fmla="*/ 231865 w 475994"/>
                <a:gd name="connsiteY135" fmla="*/ 189652 h 1211848"/>
                <a:gd name="connsiteX136" fmla="*/ 145983 w 475994"/>
                <a:gd name="connsiteY136" fmla="*/ 205477 h 1211848"/>
                <a:gd name="connsiteX137" fmla="*/ 145983 w 475994"/>
                <a:gd name="connsiteY137" fmla="*/ 205477 h 1211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</a:cxnLst>
              <a:rect l="l" t="t" r="r" b="b"/>
              <a:pathLst>
                <a:path w="475994" h="1211848">
                  <a:moveTo>
                    <a:pt x="406793" y="546437"/>
                  </a:moveTo>
                  <a:cubicBezTo>
                    <a:pt x="410129" y="550372"/>
                    <a:pt x="409445" y="555077"/>
                    <a:pt x="410728" y="559610"/>
                  </a:cubicBezTo>
                  <a:lnTo>
                    <a:pt x="411156" y="561749"/>
                  </a:lnTo>
                  <a:cubicBezTo>
                    <a:pt x="409530" y="559354"/>
                    <a:pt x="408419" y="557215"/>
                    <a:pt x="408076" y="555590"/>
                  </a:cubicBezTo>
                  <a:cubicBezTo>
                    <a:pt x="407307" y="551741"/>
                    <a:pt x="406195" y="547977"/>
                    <a:pt x="405253" y="544983"/>
                  </a:cubicBezTo>
                  <a:lnTo>
                    <a:pt x="406793" y="546352"/>
                  </a:lnTo>
                  <a:lnTo>
                    <a:pt x="406793" y="546352"/>
                  </a:lnTo>
                  <a:close/>
                  <a:moveTo>
                    <a:pt x="145983" y="548404"/>
                  </a:moveTo>
                  <a:lnTo>
                    <a:pt x="146668" y="550372"/>
                  </a:lnTo>
                  <a:cubicBezTo>
                    <a:pt x="142818" y="549516"/>
                    <a:pt x="138798" y="548661"/>
                    <a:pt x="136061" y="548404"/>
                  </a:cubicBezTo>
                  <a:lnTo>
                    <a:pt x="135291" y="548404"/>
                  </a:lnTo>
                  <a:cubicBezTo>
                    <a:pt x="128875" y="540877"/>
                    <a:pt x="115617" y="524881"/>
                    <a:pt x="113564" y="519321"/>
                  </a:cubicBezTo>
                  <a:cubicBezTo>
                    <a:pt x="110912" y="512050"/>
                    <a:pt x="111596" y="502812"/>
                    <a:pt x="112281" y="499562"/>
                  </a:cubicBezTo>
                  <a:cubicBezTo>
                    <a:pt x="112965" y="496226"/>
                    <a:pt x="105010" y="493574"/>
                    <a:pt x="103042" y="485020"/>
                  </a:cubicBezTo>
                  <a:cubicBezTo>
                    <a:pt x="101075" y="476380"/>
                    <a:pt x="102358" y="469195"/>
                    <a:pt x="99108" y="463207"/>
                  </a:cubicBezTo>
                  <a:cubicBezTo>
                    <a:pt x="95772" y="457220"/>
                    <a:pt x="92521" y="450633"/>
                    <a:pt x="93120" y="444047"/>
                  </a:cubicBezTo>
                  <a:cubicBezTo>
                    <a:pt x="93804" y="437460"/>
                    <a:pt x="90468" y="433439"/>
                    <a:pt x="93804" y="429505"/>
                  </a:cubicBezTo>
                  <a:cubicBezTo>
                    <a:pt x="97140" y="425570"/>
                    <a:pt x="108346" y="404356"/>
                    <a:pt x="111596" y="399138"/>
                  </a:cubicBezTo>
                  <a:cubicBezTo>
                    <a:pt x="114933" y="393835"/>
                    <a:pt x="114933" y="391867"/>
                    <a:pt x="122118" y="387933"/>
                  </a:cubicBezTo>
                  <a:cubicBezTo>
                    <a:pt x="128020" y="384682"/>
                    <a:pt x="130843" y="380662"/>
                    <a:pt x="132810" y="380576"/>
                  </a:cubicBezTo>
                  <a:cubicBezTo>
                    <a:pt x="133152" y="381688"/>
                    <a:pt x="133580" y="382971"/>
                    <a:pt x="134008" y="384597"/>
                  </a:cubicBezTo>
                  <a:lnTo>
                    <a:pt x="134607" y="386735"/>
                  </a:lnTo>
                  <a:cubicBezTo>
                    <a:pt x="134607" y="396914"/>
                    <a:pt x="132639" y="418727"/>
                    <a:pt x="134607" y="434124"/>
                  </a:cubicBezTo>
                  <a:cubicBezTo>
                    <a:pt x="137258" y="453883"/>
                    <a:pt x="140509" y="494173"/>
                    <a:pt x="144529" y="507431"/>
                  </a:cubicBezTo>
                  <a:cubicBezTo>
                    <a:pt x="144529" y="507431"/>
                    <a:pt x="143845" y="513419"/>
                    <a:pt x="145213" y="516670"/>
                  </a:cubicBezTo>
                  <a:cubicBezTo>
                    <a:pt x="146496" y="520006"/>
                    <a:pt x="148550" y="518637"/>
                    <a:pt x="153767" y="521289"/>
                  </a:cubicBezTo>
                  <a:lnTo>
                    <a:pt x="155050" y="521887"/>
                  </a:lnTo>
                  <a:cubicBezTo>
                    <a:pt x="152313" y="525993"/>
                    <a:pt x="146411" y="536172"/>
                    <a:pt x="145898" y="548319"/>
                  </a:cubicBezTo>
                  <a:lnTo>
                    <a:pt x="145898" y="548319"/>
                  </a:lnTo>
                  <a:close/>
                  <a:moveTo>
                    <a:pt x="146582" y="205648"/>
                  </a:moveTo>
                  <a:cubicBezTo>
                    <a:pt x="126737" y="208300"/>
                    <a:pt x="102957" y="229428"/>
                    <a:pt x="94403" y="241318"/>
                  </a:cubicBezTo>
                  <a:cubicBezTo>
                    <a:pt x="85764" y="253208"/>
                    <a:pt x="64721" y="302735"/>
                    <a:pt x="57450" y="315908"/>
                  </a:cubicBezTo>
                  <a:cubicBezTo>
                    <a:pt x="50179" y="329081"/>
                    <a:pt x="10574" y="400421"/>
                    <a:pt x="7923" y="411028"/>
                  </a:cubicBezTo>
                  <a:cubicBezTo>
                    <a:pt x="5271" y="421550"/>
                    <a:pt x="-3968" y="436092"/>
                    <a:pt x="1935" y="449949"/>
                  </a:cubicBezTo>
                  <a:cubicBezTo>
                    <a:pt x="7923" y="463806"/>
                    <a:pt x="10489" y="474413"/>
                    <a:pt x="20411" y="482967"/>
                  </a:cubicBezTo>
                  <a:cubicBezTo>
                    <a:pt x="30334" y="491521"/>
                    <a:pt x="31018" y="494173"/>
                    <a:pt x="32301" y="500759"/>
                  </a:cubicBezTo>
                  <a:cubicBezTo>
                    <a:pt x="33584" y="507346"/>
                    <a:pt x="35637" y="507346"/>
                    <a:pt x="38888" y="512649"/>
                  </a:cubicBezTo>
                  <a:cubicBezTo>
                    <a:pt x="42224" y="517952"/>
                    <a:pt x="40171" y="518637"/>
                    <a:pt x="44191" y="525822"/>
                  </a:cubicBezTo>
                  <a:cubicBezTo>
                    <a:pt x="48126" y="533093"/>
                    <a:pt x="73275" y="564144"/>
                    <a:pt x="96969" y="576034"/>
                  </a:cubicBezTo>
                  <a:cubicBezTo>
                    <a:pt x="96969" y="576034"/>
                    <a:pt x="101588" y="581337"/>
                    <a:pt x="103556" y="581936"/>
                  </a:cubicBezTo>
                  <a:lnTo>
                    <a:pt x="104069" y="581594"/>
                  </a:lnTo>
                  <a:cubicBezTo>
                    <a:pt x="106635" y="585700"/>
                    <a:pt x="109629" y="591345"/>
                    <a:pt x="112110" y="597761"/>
                  </a:cubicBezTo>
                  <a:cubicBezTo>
                    <a:pt x="117242" y="611276"/>
                    <a:pt x="140423" y="637109"/>
                    <a:pt x="143588" y="641044"/>
                  </a:cubicBezTo>
                  <a:lnTo>
                    <a:pt x="143417" y="640873"/>
                  </a:lnTo>
                  <a:lnTo>
                    <a:pt x="143759" y="641301"/>
                  </a:lnTo>
                  <a:lnTo>
                    <a:pt x="143503" y="641044"/>
                  </a:lnTo>
                  <a:lnTo>
                    <a:pt x="143759" y="641386"/>
                  </a:lnTo>
                  <a:cubicBezTo>
                    <a:pt x="143759" y="641386"/>
                    <a:pt x="147095" y="666534"/>
                    <a:pt x="147694" y="673720"/>
                  </a:cubicBezTo>
                  <a:cubicBezTo>
                    <a:pt x="148378" y="680991"/>
                    <a:pt x="151629" y="729235"/>
                    <a:pt x="151030" y="748995"/>
                  </a:cubicBezTo>
                  <a:cubicBezTo>
                    <a:pt x="150346" y="768840"/>
                    <a:pt x="152997" y="811096"/>
                    <a:pt x="154965" y="825553"/>
                  </a:cubicBezTo>
                  <a:cubicBezTo>
                    <a:pt x="156932" y="840095"/>
                    <a:pt x="157617" y="883634"/>
                    <a:pt x="158301" y="896208"/>
                  </a:cubicBezTo>
                  <a:cubicBezTo>
                    <a:pt x="158985" y="908782"/>
                    <a:pt x="151030" y="933162"/>
                    <a:pt x="152997" y="946420"/>
                  </a:cubicBezTo>
                  <a:cubicBezTo>
                    <a:pt x="154965" y="959593"/>
                    <a:pt x="159584" y="993296"/>
                    <a:pt x="162236" y="1013141"/>
                  </a:cubicBezTo>
                  <a:cubicBezTo>
                    <a:pt x="164888" y="1032900"/>
                    <a:pt x="160268" y="1058049"/>
                    <a:pt x="161551" y="1072591"/>
                  </a:cubicBezTo>
                  <a:cubicBezTo>
                    <a:pt x="162834" y="1087133"/>
                    <a:pt x="163519" y="1097055"/>
                    <a:pt x="166171" y="1107577"/>
                  </a:cubicBezTo>
                  <a:cubicBezTo>
                    <a:pt x="168822" y="1118184"/>
                    <a:pt x="172757" y="1131356"/>
                    <a:pt x="172073" y="1136660"/>
                  </a:cubicBezTo>
                  <a:cubicBezTo>
                    <a:pt x="171388" y="1141963"/>
                    <a:pt x="164203" y="1159756"/>
                    <a:pt x="170105" y="1167026"/>
                  </a:cubicBezTo>
                  <a:cubicBezTo>
                    <a:pt x="176093" y="1174298"/>
                    <a:pt x="184647" y="1178916"/>
                    <a:pt x="180712" y="1183535"/>
                  </a:cubicBezTo>
                  <a:cubicBezTo>
                    <a:pt x="176777" y="1188155"/>
                    <a:pt x="170105" y="1189523"/>
                    <a:pt x="170105" y="1194741"/>
                  </a:cubicBezTo>
                  <a:cubicBezTo>
                    <a:pt x="170105" y="1199959"/>
                    <a:pt x="168822" y="1202697"/>
                    <a:pt x="168822" y="1205263"/>
                  </a:cubicBezTo>
                  <a:cubicBezTo>
                    <a:pt x="168822" y="1207829"/>
                    <a:pt x="166171" y="1211165"/>
                    <a:pt x="174725" y="1211165"/>
                  </a:cubicBezTo>
                  <a:cubicBezTo>
                    <a:pt x="183279" y="1211165"/>
                    <a:pt x="245380" y="1211849"/>
                    <a:pt x="245380" y="1211849"/>
                  </a:cubicBezTo>
                  <a:lnTo>
                    <a:pt x="259238" y="1208513"/>
                  </a:lnTo>
                  <a:cubicBezTo>
                    <a:pt x="259238" y="1208513"/>
                    <a:pt x="268476" y="1196623"/>
                    <a:pt x="271128" y="1194656"/>
                  </a:cubicBezTo>
                  <a:cubicBezTo>
                    <a:pt x="273779" y="1192688"/>
                    <a:pt x="277714" y="1188069"/>
                    <a:pt x="277030" y="1181483"/>
                  </a:cubicBezTo>
                  <a:cubicBezTo>
                    <a:pt x="276346" y="1174896"/>
                    <a:pt x="275062" y="1169593"/>
                    <a:pt x="275747" y="1161039"/>
                  </a:cubicBezTo>
                  <a:cubicBezTo>
                    <a:pt x="276431" y="1152485"/>
                    <a:pt x="276431" y="1139910"/>
                    <a:pt x="277030" y="1132640"/>
                  </a:cubicBezTo>
                  <a:cubicBezTo>
                    <a:pt x="277714" y="1125369"/>
                    <a:pt x="269075" y="1122118"/>
                    <a:pt x="275062" y="1114847"/>
                  </a:cubicBezTo>
                  <a:cubicBezTo>
                    <a:pt x="280965" y="1107577"/>
                    <a:pt x="290887" y="1063352"/>
                    <a:pt x="292855" y="1044876"/>
                  </a:cubicBezTo>
                  <a:cubicBezTo>
                    <a:pt x="294822" y="1026399"/>
                    <a:pt x="286268" y="964298"/>
                    <a:pt x="286268" y="943170"/>
                  </a:cubicBezTo>
                  <a:cubicBezTo>
                    <a:pt x="286268" y="922042"/>
                    <a:pt x="280965" y="852669"/>
                    <a:pt x="280965" y="845398"/>
                  </a:cubicBezTo>
                  <a:cubicBezTo>
                    <a:pt x="280965" y="838127"/>
                    <a:pt x="279681" y="819650"/>
                    <a:pt x="280280" y="810412"/>
                  </a:cubicBezTo>
                  <a:cubicBezTo>
                    <a:pt x="280965" y="801174"/>
                    <a:pt x="284215" y="777394"/>
                    <a:pt x="286867" y="777394"/>
                  </a:cubicBezTo>
                  <a:cubicBezTo>
                    <a:pt x="287466" y="777394"/>
                    <a:pt x="287893" y="778250"/>
                    <a:pt x="288150" y="779532"/>
                  </a:cubicBezTo>
                  <a:lnTo>
                    <a:pt x="288150" y="786033"/>
                  </a:lnTo>
                  <a:cubicBezTo>
                    <a:pt x="288150" y="786033"/>
                    <a:pt x="290545" y="830685"/>
                    <a:pt x="292940" y="847536"/>
                  </a:cubicBezTo>
                  <a:cubicBezTo>
                    <a:pt x="295677" y="879357"/>
                    <a:pt x="298928" y="915284"/>
                    <a:pt x="300040" y="920673"/>
                  </a:cubicBezTo>
                  <a:cubicBezTo>
                    <a:pt x="302007" y="930595"/>
                    <a:pt x="300040" y="960277"/>
                    <a:pt x="303975" y="977471"/>
                  </a:cubicBezTo>
                  <a:cubicBezTo>
                    <a:pt x="307910" y="994664"/>
                    <a:pt x="309877" y="1047442"/>
                    <a:pt x="310561" y="1067287"/>
                  </a:cubicBezTo>
                  <a:cubicBezTo>
                    <a:pt x="311246" y="1087133"/>
                    <a:pt x="305942" y="1100306"/>
                    <a:pt x="307225" y="1120750"/>
                  </a:cubicBezTo>
                  <a:cubicBezTo>
                    <a:pt x="308508" y="1141194"/>
                    <a:pt x="304574" y="1143247"/>
                    <a:pt x="309877" y="1155137"/>
                  </a:cubicBezTo>
                  <a:cubicBezTo>
                    <a:pt x="315180" y="1167026"/>
                    <a:pt x="315180" y="1167711"/>
                    <a:pt x="318431" y="1175580"/>
                  </a:cubicBezTo>
                  <a:cubicBezTo>
                    <a:pt x="321681" y="1183535"/>
                    <a:pt x="322366" y="1193458"/>
                    <a:pt x="323050" y="1199361"/>
                  </a:cubicBezTo>
                  <a:cubicBezTo>
                    <a:pt x="323734" y="1205263"/>
                    <a:pt x="323734" y="1209882"/>
                    <a:pt x="326985" y="1210566"/>
                  </a:cubicBezTo>
                  <a:cubicBezTo>
                    <a:pt x="330321" y="1211251"/>
                    <a:pt x="464361" y="1210566"/>
                    <a:pt x="464361" y="1210566"/>
                  </a:cubicBezTo>
                  <a:lnTo>
                    <a:pt x="465046" y="1204664"/>
                  </a:lnTo>
                  <a:cubicBezTo>
                    <a:pt x="465046" y="1204664"/>
                    <a:pt x="463763" y="1196110"/>
                    <a:pt x="455123" y="1190807"/>
                  </a:cubicBezTo>
                  <a:cubicBezTo>
                    <a:pt x="446569" y="1185503"/>
                    <a:pt x="441266" y="1187470"/>
                    <a:pt x="433995" y="1182851"/>
                  </a:cubicBezTo>
                  <a:cubicBezTo>
                    <a:pt x="426724" y="1178232"/>
                    <a:pt x="421421" y="1178916"/>
                    <a:pt x="422105" y="1174298"/>
                  </a:cubicBezTo>
                  <a:cubicBezTo>
                    <a:pt x="422789" y="1169678"/>
                    <a:pt x="415518" y="1163776"/>
                    <a:pt x="415518" y="1159756"/>
                  </a:cubicBezTo>
                  <a:cubicBezTo>
                    <a:pt x="415518" y="1155735"/>
                    <a:pt x="412182" y="1148550"/>
                    <a:pt x="414834" y="1145214"/>
                  </a:cubicBezTo>
                  <a:cubicBezTo>
                    <a:pt x="417486" y="1141878"/>
                    <a:pt x="428691" y="1126053"/>
                    <a:pt x="429376" y="1121434"/>
                  </a:cubicBezTo>
                  <a:cubicBezTo>
                    <a:pt x="430060" y="1116815"/>
                    <a:pt x="432712" y="1040856"/>
                    <a:pt x="432027" y="1032986"/>
                  </a:cubicBezTo>
                  <a:cubicBezTo>
                    <a:pt x="431343" y="1025031"/>
                    <a:pt x="427408" y="964298"/>
                    <a:pt x="422789" y="943854"/>
                  </a:cubicBezTo>
                  <a:cubicBezTo>
                    <a:pt x="418170" y="923410"/>
                    <a:pt x="414834" y="918107"/>
                    <a:pt x="415518" y="913488"/>
                  </a:cubicBezTo>
                  <a:cubicBezTo>
                    <a:pt x="416203" y="908868"/>
                    <a:pt x="417486" y="797239"/>
                    <a:pt x="419453" y="786718"/>
                  </a:cubicBezTo>
                  <a:cubicBezTo>
                    <a:pt x="421421" y="776111"/>
                    <a:pt x="430060" y="699553"/>
                    <a:pt x="433995" y="681076"/>
                  </a:cubicBezTo>
                  <a:cubicBezTo>
                    <a:pt x="437930" y="662600"/>
                    <a:pt x="437930" y="651993"/>
                    <a:pt x="441266" y="641471"/>
                  </a:cubicBezTo>
                  <a:cubicBezTo>
                    <a:pt x="444602" y="630865"/>
                    <a:pt x="448537" y="620343"/>
                    <a:pt x="448537" y="615725"/>
                  </a:cubicBezTo>
                  <a:cubicBezTo>
                    <a:pt x="448537" y="611790"/>
                    <a:pt x="443832" y="604091"/>
                    <a:pt x="440753" y="598702"/>
                  </a:cubicBezTo>
                  <a:cubicBezTo>
                    <a:pt x="442292" y="600755"/>
                    <a:pt x="443661" y="602722"/>
                    <a:pt x="444602" y="604518"/>
                  </a:cubicBezTo>
                  <a:cubicBezTo>
                    <a:pt x="448451" y="612217"/>
                    <a:pt x="448793" y="613842"/>
                    <a:pt x="448708" y="614099"/>
                  </a:cubicBezTo>
                  <a:cubicBezTo>
                    <a:pt x="449905" y="613671"/>
                    <a:pt x="458630" y="610164"/>
                    <a:pt x="459229" y="604005"/>
                  </a:cubicBezTo>
                  <a:cubicBezTo>
                    <a:pt x="459400" y="602465"/>
                    <a:pt x="459400" y="601696"/>
                    <a:pt x="459400" y="601268"/>
                  </a:cubicBezTo>
                  <a:cubicBezTo>
                    <a:pt x="459400" y="601952"/>
                    <a:pt x="459742" y="603150"/>
                    <a:pt x="461111" y="602551"/>
                  </a:cubicBezTo>
                  <a:cubicBezTo>
                    <a:pt x="463763" y="601183"/>
                    <a:pt x="474968" y="603236"/>
                    <a:pt x="475653" y="595280"/>
                  </a:cubicBezTo>
                  <a:cubicBezTo>
                    <a:pt x="476337" y="587325"/>
                    <a:pt x="476337" y="552339"/>
                    <a:pt x="472317" y="535146"/>
                  </a:cubicBezTo>
                  <a:cubicBezTo>
                    <a:pt x="468382" y="517952"/>
                    <a:pt x="469665" y="506063"/>
                    <a:pt x="470349" y="498193"/>
                  </a:cubicBezTo>
                  <a:cubicBezTo>
                    <a:pt x="471033" y="490238"/>
                    <a:pt x="473001" y="488270"/>
                    <a:pt x="473001" y="488270"/>
                  </a:cubicBezTo>
                  <a:cubicBezTo>
                    <a:pt x="473001" y="488270"/>
                    <a:pt x="455209" y="414963"/>
                    <a:pt x="453840" y="399138"/>
                  </a:cubicBezTo>
                  <a:cubicBezTo>
                    <a:pt x="452557" y="383313"/>
                    <a:pt x="452557" y="341656"/>
                    <a:pt x="448537" y="322495"/>
                  </a:cubicBezTo>
                  <a:cubicBezTo>
                    <a:pt x="444602" y="303334"/>
                    <a:pt x="442634" y="300682"/>
                    <a:pt x="430060" y="279554"/>
                  </a:cubicBezTo>
                  <a:cubicBezTo>
                    <a:pt x="417486" y="258426"/>
                    <a:pt x="413551" y="251155"/>
                    <a:pt x="401661" y="245851"/>
                  </a:cubicBezTo>
                  <a:cubicBezTo>
                    <a:pt x="389771" y="240548"/>
                    <a:pt x="354101" y="227375"/>
                    <a:pt x="347514" y="222071"/>
                  </a:cubicBezTo>
                  <a:cubicBezTo>
                    <a:pt x="340928" y="216768"/>
                    <a:pt x="338618" y="201969"/>
                    <a:pt x="337421" y="200088"/>
                  </a:cubicBezTo>
                  <a:cubicBezTo>
                    <a:pt x="336993" y="199403"/>
                    <a:pt x="335624" y="198548"/>
                    <a:pt x="334085" y="197778"/>
                  </a:cubicBezTo>
                  <a:lnTo>
                    <a:pt x="334769" y="196067"/>
                  </a:lnTo>
                  <a:cubicBezTo>
                    <a:pt x="334769" y="194613"/>
                    <a:pt x="329808" y="184691"/>
                    <a:pt x="332288" y="181183"/>
                  </a:cubicBezTo>
                  <a:cubicBezTo>
                    <a:pt x="334769" y="177676"/>
                    <a:pt x="348113" y="163819"/>
                    <a:pt x="351107" y="154923"/>
                  </a:cubicBezTo>
                  <a:cubicBezTo>
                    <a:pt x="351107" y="154923"/>
                    <a:pt x="357009" y="153982"/>
                    <a:pt x="357009" y="151501"/>
                  </a:cubicBezTo>
                  <a:cubicBezTo>
                    <a:pt x="357009" y="149020"/>
                    <a:pt x="354529" y="142605"/>
                    <a:pt x="356496" y="138585"/>
                  </a:cubicBezTo>
                  <a:cubicBezTo>
                    <a:pt x="358463" y="134650"/>
                    <a:pt x="358977" y="132169"/>
                    <a:pt x="359490" y="126695"/>
                  </a:cubicBezTo>
                  <a:cubicBezTo>
                    <a:pt x="360003" y="121220"/>
                    <a:pt x="358977" y="117286"/>
                    <a:pt x="361970" y="114805"/>
                  </a:cubicBezTo>
                  <a:cubicBezTo>
                    <a:pt x="364964" y="112324"/>
                    <a:pt x="369926" y="93505"/>
                    <a:pt x="370439" y="85550"/>
                  </a:cubicBezTo>
                  <a:cubicBezTo>
                    <a:pt x="370952" y="77595"/>
                    <a:pt x="368472" y="50394"/>
                    <a:pt x="359062" y="34569"/>
                  </a:cubicBezTo>
                  <a:cubicBezTo>
                    <a:pt x="349653" y="18744"/>
                    <a:pt x="348199" y="17717"/>
                    <a:pt x="339217" y="12328"/>
                  </a:cubicBezTo>
                  <a:cubicBezTo>
                    <a:pt x="330321" y="6854"/>
                    <a:pt x="322879" y="4886"/>
                    <a:pt x="305515" y="951"/>
                  </a:cubicBezTo>
                  <a:cubicBezTo>
                    <a:pt x="284044" y="-3924"/>
                    <a:pt x="231694" y="9420"/>
                    <a:pt x="223311" y="52960"/>
                  </a:cubicBezTo>
                  <a:cubicBezTo>
                    <a:pt x="218863" y="82642"/>
                    <a:pt x="225278" y="100520"/>
                    <a:pt x="225278" y="100520"/>
                  </a:cubicBezTo>
                  <a:cubicBezTo>
                    <a:pt x="225278" y="100520"/>
                    <a:pt x="226305" y="114890"/>
                    <a:pt x="227759" y="119338"/>
                  </a:cubicBezTo>
                  <a:cubicBezTo>
                    <a:pt x="229213" y="123787"/>
                    <a:pt x="227759" y="128234"/>
                    <a:pt x="230753" y="131229"/>
                  </a:cubicBezTo>
                  <a:cubicBezTo>
                    <a:pt x="233747" y="134222"/>
                    <a:pt x="239136" y="135163"/>
                    <a:pt x="239136" y="135163"/>
                  </a:cubicBezTo>
                  <a:cubicBezTo>
                    <a:pt x="239136" y="135163"/>
                    <a:pt x="238109" y="147053"/>
                    <a:pt x="240590" y="151501"/>
                  </a:cubicBezTo>
                  <a:cubicBezTo>
                    <a:pt x="243071" y="155950"/>
                    <a:pt x="242557" y="160910"/>
                    <a:pt x="243584" y="163905"/>
                  </a:cubicBezTo>
                  <a:cubicBezTo>
                    <a:pt x="244354" y="166128"/>
                    <a:pt x="243071" y="170662"/>
                    <a:pt x="243755" y="173571"/>
                  </a:cubicBezTo>
                  <a:cubicBezTo>
                    <a:pt x="240333" y="177591"/>
                    <a:pt x="234602" y="184691"/>
                    <a:pt x="231865" y="189652"/>
                  </a:cubicBezTo>
                  <a:cubicBezTo>
                    <a:pt x="231865" y="189652"/>
                    <a:pt x="165828" y="202825"/>
                    <a:pt x="145983" y="205477"/>
                  </a:cubicBezTo>
                  <a:lnTo>
                    <a:pt x="145983" y="205477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9D57FF5-63B6-BD58-5298-F5F9BD8987E2}"/>
                </a:ext>
              </a:extLst>
            </p:cNvPr>
            <p:cNvSpPr/>
            <p:nvPr/>
          </p:nvSpPr>
          <p:spPr>
            <a:xfrm>
              <a:off x="-3795137" y="5685486"/>
              <a:ext cx="293769" cy="1205606"/>
            </a:xfrm>
            <a:custGeom>
              <a:avLst/>
              <a:gdLst>
                <a:gd name="connsiteX0" fmla="*/ 214981 w 293769"/>
                <a:gd name="connsiteY0" fmla="*/ 460985 h 1205606"/>
                <a:gd name="connsiteX1" fmla="*/ 231404 w 293769"/>
                <a:gd name="connsiteY1" fmla="*/ 444476 h 1205606"/>
                <a:gd name="connsiteX2" fmla="*/ 220883 w 293769"/>
                <a:gd name="connsiteY2" fmla="*/ 412313 h 1205606"/>
                <a:gd name="connsiteX3" fmla="*/ 221482 w 293769"/>
                <a:gd name="connsiteY3" fmla="*/ 409063 h 1205606"/>
                <a:gd name="connsiteX4" fmla="*/ 223021 w 293769"/>
                <a:gd name="connsiteY4" fmla="*/ 399055 h 1205606"/>
                <a:gd name="connsiteX5" fmla="*/ 225844 w 293769"/>
                <a:gd name="connsiteY5" fmla="*/ 391185 h 1205606"/>
                <a:gd name="connsiteX6" fmla="*/ 237392 w 293769"/>
                <a:gd name="connsiteY6" fmla="*/ 375104 h 1205606"/>
                <a:gd name="connsiteX7" fmla="*/ 237905 w 293769"/>
                <a:gd name="connsiteY7" fmla="*/ 365095 h 1205606"/>
                <a:gd name="connsiteX8" fmla="*/ 248427 w 293769"/>
                <a:gd name="connsiteY8" fmla="*/ 404187 h 1205606"/>
                <a:gd name="connsiteX9" fmla="*/ 251934 w 293769"/>
                <a:gd name="connsiteY9" fmla="*/ 433271 h 1205606"/>
                <a:gd name="connsiteX10" fmla="*/ 248427 w 293769"/>
                <a:gd name="connsiteY10" fmla="*/ 445332 h 1205606"/>
                <a:gd name="connsiteX11" fmla="*/ 218317 w 293769"/>
                <a:gd name="connsiteY11" fmla="*/ 488871 h 1205606"/>
                <a:gd name="connsiteX12" fmla="*/ 214296 w 293769"/>
                <a:gd name="connsiteY12" fmla="*/ 474928 h 1205606"/>
                <a:gd name="connsiteX13" fmla="*/ 214981 w 293769"/>
                <a:gd name="connsiteY13" fmla="*/ 460814 h 1205606"/>
                <a:gd name="connsiteX14" fmla="*/ 214981 w 293769"/>
                <a:gd name="connsiteY14" fmla="*/ 460814 h 1205606"/>
                <a:gd name="connsiteX15" fmla="*/ 21576 w 293769"/>
                <a:gd name="connsiteY15" fmla="*/ 463552 h 1205606"/>
                <a:gd name="connsiteX16" fmla="*/ 19095 w 293769"/>
                <a:gd name="connsiteY16" fmla="*/ 487674 h 1205606"/>
                <a:gd name="connsiteX17" fmla="*/ 17128 w 293769"/>
                <a:gd name="connsiteY17" fmla="*/ 515303 h 1205606"/>
                <a:gd name="connsiteX18" fmla="*/ 19865 w 293769"/>
                <a:gd name="connsiteY18" fmla="*/ 513336 h 1205606"/>
                <a:gd name="connsiteX19" fmla="*/ 17128 w 293769"/>
                <a:gd name="connsiteY19" fmla="*/ 515303 h 1205606"/>
                <a:gd name="connsiteX20" fmla="*/ 9087 w 293769"/>
                <a:gd name="connsiteY20" fmla="*/ 543959 h 1205606"/>
                <a:gd name="connsiteX21" fmla="*/ 20 w 293769"/>
                <a:gd name="connsiteY21" fmla="*/ 581596 h 1205606"/>
                <a:gd name="connsiteX22" fmla="*/ 14048 w 293769"/>
                <a:gd name="connsiteY22" fmla="*/ 657384 h 1205606"/>
                <a:gd name="connsiteX23" fmla="*/ 52199 w 293769"/>
                <a:gd name="connsiteY23" fmla="*/ 823502 h 1205606"/>
                <a:gd name="connsiteX24" fmla="*/ 82822 w 293769"/>
                <a:gd name="connsiteY24" fmla="*/ 931453 h 1205606"/>
                <a:gd name="connsiteX25" fmla="*/ 89836 w 293769"/>
                <a:gd name="connsiteY25" fmla="*/ 957542 h 1205606"/>
                <a:gd name="connsiteX26" fmla="*/ 100871 w 293769"/>
                <a:gd name="connsiteY26" fmla="*/ 998174 h 1205606"/>
                <a:gd name="connsiteX27" fmla="*/ 101897 w 293769"/>
                <a:gd name="connsiteY27" fmla="*/ 1135208 h 1205606"/>
                <a:gd name="connsiteX28" fmla="*/ 104891 w 293769"/>
                <a:gd name="connsiteY28" fmla="*/ 1137688 h 1205606"/>
                <a:gd name="connsiteX29" fmla="*/ 106431 w 293769"/>
                <a:gd name="connsiteY29" fmla="*/ 1166345 h 1205606"/>
                <a:gd name="connsiteX30" fmla="*/ 97877 w 293769"/>
                <a:gd name="connsiteY30" fmla="*/ 1182426 h 1205606"/>
                <a:gd name="connsiteX31" fmla="*/ 63747 w 293769"/>
                <a:gd name="connsiteY31" fmla="*/ 1190467 h 1205606"/>
                <a:gd name="connsiteX32" fmla="*/ 63233 w 293769"/>
                <a:gd name="connsiteY32" fmla="*/ 1202528 h 1205606"/>
                <a:gd name="connsiteX33" fmla="*/ 96851 w 293769"/>
                <a:gd name="connsiteY33" fmla="*/ 1204580 h 1205606"/>
                <a:gd name="connsiteX34" fmla="*/ 150569 w 293769"/>
                <a:gd name="connsiteY34" fmla="*/ 1205607 h 1205606"/>
                <a:gd name="connsiteX35" fmla="*/ 158610 w 293769"/>
                <a:gd name="connsiteY35" fmla="*/ 1201587 h 1205606"/>
                <a:gd name="connsiteX36" fmla="*/ 158610 w 293769"/>
                <a:gd name="connsiteY36" fmla="*/ 1187558 h 1205606"/>
                <a:gd name="connsiteX37" fmla="*/ 180166 w 293769"/>
                <a:gd name="connsiteY37" fmla="*/ 1177550 h 1205606"/>
                <a:gd name="connsiteX38" fmla="*/ 177172 w 293769"/>
                <a:gd name="connsiteY38" fmla="*/ 1205179 h 1205606"/>
                <a:gd name="connsiteX39" fmla="*/ 204801 w 293769"/>
                <a:gd name="connsiteY39" fmla="*/ 1203126 h 1205606"/>
                <a:gd name="connsiteX40" fmla="*/ 203775 w 293769"/>
                <a:gd name="connsiteY40" fmla="*/ 1191066 h 1205606"/>
                <a:gd name="connsiteX41" fmla="*/ 207282 w 293769"/>
                <a:gd name="connsiteY41" fmla="*/ 1156422 h 1205606"/>
                <a:gd name="connsiteX42" fmla="*/ 200781 w 293769"/>
                <a:gd name="connsiteY42" fmla="*/ 1134353 h 1205606"/>
                <a:gd name="connsiteX43" fmla="*/ 185213 w 293769"/>
                <a:gd name="connsiteY43" fmla="*/ 1078153 h 1205606"/>
                <a:gd name="connsiteX44" fmla="*/ 182732 w 293769"/>
                <a:gd name="connsiteY44" fmla="*/ 870806 h 1205606"/>
                <a:gd name="connsiteX45" fmla="*/ 184700 w 293769"/>
                <a:gd name="connsiteY45" fmla="*/ 784496 h 1205606"/>
                <a:gd name="connsiteX46" fmla="*/ 213783 w 293769"/>
                <a:gd name="connsiteY46" fmla="*/ 674578 h 1205606"/>
                <a:gd name="connsiteX47" fmla="*/ 231319 w 293769"/>
                <a:gd name="connsiteY47" fmla="*/ 582708 h 1205606"/>
                <a:gd name="connsiteX48" fmla="*/ 231832 w 293769"/>
                <a:gd name="connsiteY48" fmla="*/ 544558 h 1205606"/>
                <a:gd name="connsiteX49" fmla="*/ 227812 w 293769"/>
                <a:gd name="connsiteY49" fmla="*/ 523173 h 1205606"/>
                <a:gd name="connsiteX50" fmla="*/ 232345 w 293769"/>
                <a:gd name="connsiteY50" fmla="*/ 518468 h 1205606"/>
                <a:gd name="connsiteX51" fmla="*/ 261942 w 293769"/>
                <a:gd name="connsiteY51" fmla="*/ 488358 h 1205606"/>
                <a:gd name="connsiteX52" fmla="*/ 287518 w 293769"/>
                <a:gd name="connsiteY52" fmla="*/ 454741 h 1205606"/>
                <a:gd name="connsiteX53" fmla="*/ 293506 w 293769"/>
                <a:gd name="connsiteY53" fmla="*/ 433698 h 1205606"/>
                <a:gd name="connsiteX54" fmla="*/ 283498 w 293769"/>
                <a:gd name="connsiteY54" fmla="*/ 382460 h 1205606"/>
                <a:gd name="connsiteX55" fmla="*/ 280504 w 293769"/>
                <a:gd name="connsiteY55" fmla="*/ 345336 h 1205606"/>
                <a:gd name="connsiteX56" fmla="*/ 282471 w 293769"/>
                <a:gd name="connsiteY56" fmla="*/ 344309 h 1205606"/>
                <a:gd name="connsiteX57" fmla="*/ 279477 w 293769"/>
                <a:gd name="connsiteY57" fmla="*/ 325747 h 1205606"/>
                <a:gd name="connsiteX58" fmla="*/ 275970 w 293769"/>
                <a:gd name="connsiteY58" fmla="*/ 269035 h 1205606"/>
                <a:gd name="connsiteX59" fmla="*/ 256895 w 293769"/>
                <a:gd name="connsiteY59" fmla="*/ 220363 h 1205606"/>
                <a:gd name="connsiteX60" fmla="*/ 205229 w 293769"/>
                <a:gd name="connsiteY60" fmla="*/ 199748 h 1205606"/>
                <a:gd name="connsiteX61" fmla="*/ 200695 w 293769"/>
                <a:gd name="connsiteY61" fmla="*/ 190168 h 1205606"/>
                <a:gd name="connsiteX62" fmla="*/ 192142 w 293769"/>
                <a:gd name="connsiteY62" fmla="*/ 177165 h 1205606"/>
                <a:gd name="connsiteX63" fmla="*/ 175034 w 293769"/>
                <a:gd name="connsiteY63" fmla="*/ 178192 h 1205606"/>
                <a:gd name="connsiteX64" fmla="*/ 174948 w 293769"/>
                <a:gd name="connsiteY64" fmla="*/ 178192 h 1205606"/>
                <a:gd name="connsiteX65" fmla="*/ 184785 w 293769"/>
                <a:gd name="connsiteY65" fmla="*/ 126954 h 1205606"/>
                <a:gd name="connsiteX66" fmla="*/ 191457 w 293769"/>
                <a:gd name="connsiteY66" fmla="*/ 125585 h 1205606"/>
                <a:gd name="connsiteX67" fmla="*/ 205486 w 293769"/>
                <a:gd name="connsiteY67" fmla="*/ 97442 h 1205606"/>
                <a:gd name="connsiteX68" fmla="*/ 201465 w 293769"/>
                <a:gd name="connsiteY68" fmla="*/ 86066 h 1205606"/>
                <a:gd name="connsiteX69" fmla="*/ 203433 w 293769"/>
                <a:gd name="connsiteY69" fmla="*/ 35854 h 1205606"/>
                <a:gd name="connsiteX70" fmla="*/ 169303 w 293769"/>
                <a:gd name="connsiteY70" fmla="*/ 3691 h 1205606"/>
                <a:gd name="connsiteX71" fmla="*/ 109767 w 293769"/>
                <a:gd name="connsiteY71" fmla="*/ 14383 h 1205606"/>
                <a:gd name="connsiteX72" fmla="*/ 93686 w 293769"/>
                <a:gd name="connsiteY72" fmla="*/ 69300 h 1205606"/>
                <a:gd name="connsiteX73" fmla="*/ 90350 w 293769"/>
                <a:gd name="connsiteY73" fmla="*/ 71952 h 1205606"/>
                <a:gd name="connsiteX74" fmla="*/ 88382 w 293769"/>
                <a:gd name="connsiteY74" fmla="*/ 85382 h 1205606"/>
                <a:gd name="connsiteX75" fmla="*/ 91718 w 293769"/>
                <a:gd name="connsiteY75" fmla="*/ 106168 h 1205606"/>
                <a:gd name="connsiteX76" fmla="*/ 94370 w 293769"/>
                <a:gd name="connsiteY76" fmla="*/ 113524 h 1205606"/>
                <a:gd name="connsiteX77" fmla="*/ 97022 w 293769"/>
                <a:gd name="connsiteY77" fmla="*/ 128237 h 1205606"/>
                <a:gd name="connsiteX78" fmla="*/ 107714 w 293769"/>
                <a:gd name="connsiteY78" fmla="*/ 151675 h 1205606"/>
                <a:gd name="connsiteX79" fmla="*/ 110366 w 293769"/>
                <a:gd name="connsiteY79" fmla="*/ 169723 h 1205606"/>
                <a:gd name="connsiteX80" fmla="*/ 109596 w 293769"/>
                <a:gd name="connsiteY80" fmla="*/ 186318 h 1205606"/>
                <a:gd name="connsiteX81" fmla="*/ 98134 w 293769"/>
                <a:gd name="connsiteY81" fmla="*/ 198208 h 1205606"/>
                <a:gd name="connsiteX82" fmla="*/ 84618 w 293769"/>
                <a:gd name="connsiteY82" fmla="*/ 211723 h 1205606"/>
                <a:gd name="connsiteX83" fmla="*/ 62036 w 293769"/>
                <a:gd name="connsiteY83" fmla="*/ 221732 h 1205606"/>
                <a:gd name="connsiteX84" fmla="*/ 34920 w 293769"/>
                <a:gd name="connsiteY84" fmla="*/ 240807 h 1205606"/>
                <a:gd name="connsiteX85" fmla="*/ 12851 w 293769"/>
                <a:gd name="connsiteY85" fmla="*/ 303079 h 1205606"/>
                <a:gd name="connsiteX86" fmla="*/ 4297 w 293769"/>
                <a:gd name="connsiteY86" fmla="*/ 351751 h 1205606"/>
                <a:gd name="connsiteX87" fmla="*/ 26366 w 293769"/>
                <a:gd name="connsiteY87" fmla="*/ 359279 h 1205606"/>
                <a:gd name="connsiteX88" fmla="*/ 32439 w 293769"/>
                <a:gd name="connsiteY88" fmla="*/ 382375 h 1205606"/>
                <a:gd name="connsiteX89" fmla="*/ 34407 w 293769"/>
                <a:gd name="connsiteY89" fmla="*/ 418044 h 1205606"/>
                <a:gd name="connsiteX90" fmla="*/ 34407 w 293769"/>
                <a:gd name="connsiteY90" fmla="*/ 418387 h 1205606"/>
                <a:gd name="connsiteX91" fmla="*/ 32439 w 293769"/>
                <a:gd name="connsiteY91" fmla="*/ 436607 h 1205606"/>
                <a:gd name="connsiteX92" fmla="*/ 21405 w 293769"/>
                <a:gd name="connsiteY92" fmla="*/ 463723 h 1205606"/>
                <a:gd name="connsiteX93" fmla="*/ 21405 w 293769"/>
                <a:gd name="connsiteY93" fmla="*/ 463723 h 1205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293769" h="1205606">
                  <a:moveTo>
                    <a:pt x="214981" y="460985"/>
                  </a:moveTo>
                  <a:cubicBezTo>
                    <a:pt x="226443" y="458933"/>
                    <a:pt x="231404" y="449951"/>
                    <a:pt x="231404" y="444476"/>
                  </a:cubicBezTo>
                  <a:cubicBezTo>
                    <a:pt x="231404" y="439002"/>
                    <a:pt x="219343" y="419328"/>
                    <a:pt x="220883" y="412313"/>
                  </a:cubicBezTo>
                  <a:lnTo>
                    <a:pt x="221482" y="409063"/>
                  </a:lnTo>
                  <a:cubicBezTo>
                    <a:pt x="222252" y="405642"/>
                    <a:pt x="222936" y="401963"/>
                    <a:pt x="223021" y="399055"/>
                  </a:cubicBezTo>
                  <a:cubicBezTo>
                    <a:pt x="223620" y="395548"/>
                    <a:pt x="224561" y="392554"/>
                    <a:pt x="225844" y="391185"/>
                  </a:cubicBezTo>
                  <a:cubicBezTo>
                    <a:pt x="228838" y="388191"/>
                    <a:pt x="233885" y="379124"/>
                    <a:pt x="237392" y="375104"/>
                  </a:cubicBezTo>
                  <a:cubicBezTo>
                    <a:pt x="238846" y="373479"/>
                    <a:pt x="238675" y="369372"/>
                    <a:pt x="237905" y="365095"/>
                  </a:cubicBezTo>
                  <a:cubicBezTo>
                    <a:pt x="241241" y="378269"/>
                    <a:pt x="246459" y="398285"/>
                    <a:pt x="248427" y="404187"/>
                  </a:cubicBezTo>
                  <a:cubicBezTo>
                    <a:pt x="251420" y="413254"/>
                    <a:pt x="250907" y="426770"/>
                    <a:pt x="251934" y="433271"/>
                  </a:cubicBezTo>
                  <a:cubicBezTo>
                    <a:pt x="252960" y="439772"/>
                    <a:pt x="248427" y="443792"/>
                    <a:pt x="248427" y="445332"/>
                  </a:cubicBezTo>
                  <a:cubicBezTo>
                    <a:pt x="248427" y="446872"/>
                    <a:pt x="228325" y="479633"/>
                    <a:pt x="218317" y="488871"/>
                  </a:cubicBezTo>
                  <a:cubicBezTo>
                    <a:pt x="216349" y="482285"/>
                    <a:pt x="214724" y="476896"/>
                    <a:pt x="214296" y="474928"/>
                  </a:cubicBezTo>
                  <a:cubicBezTo>
                    <a:pt x="213698" y="472020"/>
                    <a:pt x="214467" y="465947"/>
                    <a:pt x="214981" y="460814"/>
                  </a:cubicBezTo>
                  <a:lnTo>
                    <a:pt x="214981" y="460814"/>
                  </a:lnTo>
                  <a:close/>
                  <a:moveTo>
                    <a:pt x="21576" y="463552"/>
                  </a:moveTo>
                  <a:cubicBezTo>
                    <a:pt x="20549" y="472105"/>
                    <a:pt x="19095" y="480659"/>
                    <a:pt x="19095" y="487674"/>
                  </a:cubicBezTo>
                  <a:cubicBezTo>
                    <a:pt x="19095" y="494688"/>
                    <a:pt x="17128" y="515303"/>
                    <a:pt x="17128" y="515303"/>
                  </a:cubicBezTo>
                  <a:cubicBezTo>
                    <a:pt x="17128" y="515303"/>
                    <a:pt x="18154" y="514533"/>
                    <a:pt x="19865" y="513336"/>
                  </a:cubicBezTo>
                  <a:lnTo>
                    <a:pt x="17128" y="515303"/>
                  </a:lnTo>
                  <a:cubicBezTo>
                    <a:pt x="13107" y="517271"/>
                    <a:pt x="9087" y="539340"/>
                    <a:pt x="9087" y="543959"/>
                  </a:cubicBezTo>
                  <a:cubicBezTo>
                    <a:pt x="9087" y="548578"/>
                    <a:pt x="533" y="568509"/>
                    <a:pt x="20" y="581596"/>
                  </a:cubicBezTo>
                  <a:cubicBezTo>
                    <a:pt x="-493" y="594598"/>
                    <a:pt x="9087" y="634289"/>
                    <a:pt x="14048" y="657384"/>
                  </a:cubicBezTo>
                  <a:cubicBezTo>
                    <a:pt x="19095" y="680480"/>
                    <a:pt x="44671" y="795445"/>
                    <a:pt x="52199" y="823502"/>
                  </a:cubicBezTo>
                  <a:cubicBezTo>
                    <a:pt x="59727" y="851644"/>
                    <a:pt x="78288" y="927433"/>
                    <a:pt x="82822" y="931453"/>
                  </a:cubicBezTo>
                  <a:cubicBezTo>
                    <a:pt x="87356" y="935473"/>
                    <a:pt x="87356" y="942487"/>
                    <a:pt x="89836" y="957542"/>
                  </a:cubicBezTo>
                  <a:cubicBezTo>
                    <a:pt x="92317" y="972597"/>
                    <a:pt x="98903" y="980638"/>
                    <a:pt x="100871" y="998174"/>
                  </a:cubicBezTo>
                  <a:cubicBezTo>
                    <a:pt x="102838" y="1015795"/>
                    <a:pt x="101897" y="1135208"/>
                    <a:pt x="101897" y="1135208"/>
                  </a:cubicBezTo>
                  <a:lnTo>
                    <a:pt x="104891" y="1137688"/>
                  </a:lnTo>
                  <a:cubicBezTo>
                    <a:pt x="104891" y="1140683"/>
                    <a:pt x="106859" y="1162837"/>
                    <a:pt x="106431" y="1166345"/>
                  </a:cubicBezTo>
                  <a:cubicBezTo>
                    <a:pt x="105918" y="1169851"/>
                    <a:pt x="101384" y="1178405"/>
                    <a:pt x="97877" y="1182426"/>
                  </a:cubicBezTo>
                  <a:cubicBezTo>
                    <a:pt x="94370" y="1186446"/>
                    <a:pt x="68280" y="1187473"/>
                    <a:pt x="63747" y="1190467"/>
                  </a:cubicBezTo>
                  <a:cubicBezTo>
                    <a:pt x="59213" y="1193460"/>
                    <a:pt x="58700" y="1198507"/>
                    <a:pt x="63233" y="1202528"/>
                  </a:cubicBezTo>
                  <a:cubicBezTo>
                    <a:pt x="67767" y="1206548"/>
                    <a:pt x="96851" y="1204580"/>
                    <a:pt x="96851" y="1204580"/>
                  </a:cubicBezTo>
                  <a:cubicBezTo>
                    <a:pt x="96851" y="1204580"/>
                    <a:pt x="149030" y="1205607"/>
                    <a:pt x="150569" y="1205607"/>
                  </a:cubicBezTo>
                  <a:cubicBezTo>
                    <a:pt x="152109" y="1205607"/>
                    <a:pt x="157070" y="1202613"/>
                    <a:pt x="158610" y="1201587"/>
                  </a:cubicBezTo>
                  <a:cubicBezTo>
                    <a:pt x="160150" y="1200560"/>
                    <a:pt x="158610" y="1187558"/>
                    <a:pt x="158610" y="1187558"/>
                  </a:cubicBezTo>
                  <a:cubicBezTo>
                    <a:pt x="165111" y="1181485"/>
                    <a:pt x="177172" y="1176011"/>
                    <a:pt x="180166" y="1177550"/>
                  </a:cubicBezTo>
                  <a:cubicBezTo>
                    <a:pt x="183160" y="1179090"/>
                    <a:pt x="177172" y="1205179"/>
                    <a:pt x="177172" y="1205179"/>
                  </a:cubicBezTo>
                  <a:lnTo>
                    <a:pt x="204801" y="1203126"/>
                  </a:lnTo>
                  <a:cubicBezTo>
                    <a:pt x="204801" y="1203126"/>
                    <a:pt x="204801" y="1198593"/>
                    <a:pt x="203775" y="1191066"/>
                  </a:cubicBezTo>
                  <a:cubicBezTo>
                    <a:pt x="202749" y="1183538"/>
                    <a:pt x="205315" y="1166943"/>
                    <a:pt x="207282" y="1156422"/>
                  </a:cubicBezTo>
                  <a:cubicBezTo>
                    <a:pt x="209249" y="1145900"/>
                    <a:pt x="203262" y="1139827"/>
                    <a:pt x="200781" y="1134353"/>
                  </a:cubicBezTo>
                  <a:cubicBezTo>
                    <a:pt x="198300" y="1128793"/>
                    <a:pt x="190260" y="1102703"/>
                    <a:pt x="185213" y="1078153"/>
                  </a:cubicBezTo>
                  <a:cubicBezTo>
                    <a:pt x="180166" y="1053604"/>
                    <a:pt x="181706" y="883893"/>
                    <a:pt x="182732" y="870806"/>
                  </a:cubicBezTo>
                  <a:cubicBezTo>
                    <a:pt x="183759" y="857718"/>
                    <a:pt x="179738" y="803058"/>
                    <a:pt x="184700" y="784496"/>
                  </a:cubicBezTo>
                  <a:cubicBezTo>
                    <a:pt x="189746" y="765934"/>
                    <a:pt x="207795" y="711189"/>
                    <a:pt x="213783" y="674578"/>
                  </a:cubicBezTo>
                  <a:cubicBezTo>
                    <a:pt x="219771" y="637967"/>
                    <a:pt x="228325" y="592802"/>
                    <a:pt x="231319" y="582708"/>
                  </a:cubicBezTo>
                  <a:cubicBezTo>
                    <a:pt x="234312" y="572700"/>
                    <a:pt x="232858" y="552085"/>
                    <a:pt x="231832" y="544558"/>
                  </a:cubicBezTo>
                  <a:cubicBezTo>
                    <a:pt x="230977" y="537885"/>
                    <a:pt x="230035" y="532839"/>
                    <a:pt x="227812" y="523173"/>
                  </a:cubicBezTo>
                  <a:cubicBezTo>
                    <a:pt x="229437" y="521205"/>
                    <a:pt x="230977" y="519495"/>
                    <a:pt x="232345" y="518468"/>
                  </a:cubicBezTo>
                  <a:cubicBezTo>
                    <a:pt x="238418" y="513934"/>
                    <a:pt x="253901" y="494346"/>
                    <a:pt x="261942" y="488358"/>
                  </a:cubicBezTo>
                  <a:cubicBezTo>
                    <a:pt x="269983" y="482285"/>
                    <a:pt x="282557" y="463723"/>
                    <a:pt x="287518" y="454741"/>
                  </a:cubicBezTo>
                  <a:cubicBezTo>
                    <a:pt x="292565" y="445674"/>
                    <a:pt x="294532" y="439173"/>
                    <a:pt x="293506" y="433698"/>
                  </a:cubicBezTo>
                  <a:cubicBezTo>
                    <a:pt x="292479" y="428139"/>
                    <a:pt x="284952" y="392554"/>
                    <a:pt x="283498" y="382460"/>
                  </a:cubicBezTo>
                  <a:cubicBezTo>
                    <a:pt x="282300" y="374419"/>
                    <a:pt x="281701" y="354147"/>
                    <a:pt x="280504" y="345336"/>
                  </a:cubicBezTo>
                  <a:lnTo>
                    <a:pt x="282471" y="344309"/>
                  </a:lnTo>
                  <a:cubicBezTo>
                    <a:pt x="282471" y="344309"/>
                    <a:pt x="282471" y="333275"/>
                    <a:pt x="279477" y="325747"/>
                  </a:cubicBezTo>
                  <a:cubicBezTo>
                    <a:pt x="276484" y="318220"/>
                    <a:pt x="277424" y="280583"/>
                    <a:pt x="275970" y="269035"/>
                  </a:cubicBezTo>
                  <a:cubicBezTo>
                    <a:pt x="274431" y="257487"/>
                    <a:pt x="266903" y="227890"/>
                    <a:pt x="256895" y="220363"/>
                  </a:cubicBezTo>
                  <a:cubicBezTo>
                    <a:pt x="246887" y="212835"/>
                    <a:pt x="209164" y="204281"/>
                    <a:pt x="205229" y="199748"/>
                  </a:cubicBezTo>
                  <a:cubicBezTo>
                    <a:pt x="201209" y="195214"/>
                    <a:pt x="200695" y="193674"/>
                    <a:pt x="200695" y="190168"/>
                  </a:cubicBezTo>
                  <a:cubicBezTo>
                    <a:pt x="200695" y="186660"/>
                    <a:pt x="194708" y="178106"/>
                    <a:pt x="192142" y="177165"/>
                  </a:cubicBezTo>
                  <a:cubicBezTo>
                    <a:pt x="189661" y="176139"/>
                    <a:pt x="177600" y="177679"/>
                    <a:pt x="175034" y="178192"/>
                  </a:cubicBezTo>
                  <a:lnTo>
                    <a:pt x="174948" y="178192"/>
                  </a:lnTo>
                  <a:cubicBezTo>
                    <a:pt x="174264" y="168526"/>
                    <a:pt x="173836" y="144746"/>
                    <a:pt x="184785" y="126954"/>
                  </a:cubicBezTo>
                  <a:cubicBezTo>
                    <a:pt x="184785" y="126954"/>
                    <a:pt x="187437" y="128921"/>
                    <a:pt x="191457" y="125585"/>
                  </a:cubicBezTo>
                  <a:cubicBezTo>
                    <a:pt x="195478" y="122249"/>
                    <a:pt x="196162" y="103516"/>
                    <a:pt x="205486" y="97442"/>
                  </a:cubicBezTo>
                  <a:cubicBezTo>
                    <a:pt x="205486" y="97442"/>
                    <a:pt x="206170" y="88119"/>
                    <a:pt x="201465" y="86066"/>
                  </a:cubicBezTo>
                  <a:cubicBezTo>
                    <a:pt x="201465" y="86066"/>
                    <a:pt x="210190" y="49883"/>
                    <a:pt x="203433" y="35854"/>
                  </a:cubicBezTo>
                  <a:cubicBezTo>
                    <a:pt x="196761" y="21826"/>
                    <a:pt x="194708" y="13785"/>
                    <a:pt x="169303" y="3691"/>
                  </a:cubicBezTo>
                  <a:cubicBezTo>
                    <a:pt x="150227" y="-3836"/>
                    <a:pt x="121743" y="355"/>
                    <a:pt x="109767" y="14383"/>
                  </a:cubicBezTo>
                  <a:cubicBezTo>
                    <a:pt x="97706" y="28412"/>
                    <a:pt x="93686" y="57239"/>
                    <a:pt x="93686" y="69300"/>
                  </a:cubicBezTo>
                  <a:cubicBezTo>
                    <a:pt x="93686" y="69300"/>
                    <a:pt x="93001" y="70669"/>
                    <a:pt x="90350" y="71952"/>
                  </a:cubicBezTo>
                  <a:cubicBezTo>
                    <a:pt x="87698" y="73235"/>
                    <a:pt x="84961" y="78624"/>
                    <a:pt x="88382" y="85382"/>
                  </a:cubicBezTo>
                  <a:cubicBezTo>
                    <a:pt x="91718" y="92053"/>
                    <a:pt x="91718" y="100094"/>
                    <a:pt x="91718" y="106168"/>
                  </a:cubicBezTo>
                  <a:cubicBezTo>
                    <a:pt x="91718" y="112241"/>
                    <a:pt x="92402" y="112156"/>
                    <a:pt x="94370" y="113524"/>
                  </a:cubicBezTo>
                  <a:cubicBezTo>
                    <a:pt x="96423" y="114892"/>
                    <a:pt x="94370" y="119597"/>
                    <a:pt x="97022" y="128237"/>
                  </a:cubicBezTo>
                  <a:cubicBezTo>
                    <a:pt x="99673" y="136962"/>
                    <a:pt x="105747" y="144318"/>
                    <a:pt x="107714" y="151675"/>
                  </a:cubicBezTo>
                  <a:cubicBezTo>
                    <a:pt x="109682" y="159031"/>
                    <a:pt x="109682" y="163736"/>
                    <a:pt x="110366" y="169723"/>
                  </a:cubicBezTo>
                  <a:cubicBezTo>
                    <a:pt x="110965" y="174856"/>
                    <a:pt x="110537" y="181784"/>
                    <a:pt x="109596" y="186318"/>
                  </a:cubicBezTo>
                  <a:cubicBezTo>
                    <a:pt x="108912" y="187345"/>
                    <a:pt x="104121" y="194102"/>
                    <a:pt x="98134" y="198208"/>
                  </a:cubicBezTo>
                  <a:cubicBezTo>
                    <a:pt x="91633" y="202742"/>
                    <a:pt x="90093" y="208216"/>
                    <a:pt x="84618" y="211723"/>
                  </a:cubicBezTo>
                  <a:cubicBezTo>
                    <a:pt x="79144" y="215231"/>
                    <a:pt x="70077" y="220790"/>
                    <a:pt x="62036" y="221732"/>
                  </a:cubicBezTo>
                  <a:cubicBezTo>
                    <a:pt x="53995" y="222758"/>
                    <a:pt x="41934" y="232253"/>
                    <a:pt x="34920" y="240807"/>
                  </a:cubicBezTo>
                  <a:cubicBezTo>
                    <a:pt x="27906" y="249361"/>
                    <a:pt x="16358" y="281010"/>
                    <a:pt x="12851" y="303079"/>
                  </a:cubicBezTo>
                  <a:cubicBezTo>
                    <a:pt x="9344" y="325149"/>
                    <a:pt x="4297" y="351751"/>
                    <a:pt x="4297" y="351751"/>
                  </a:cubicBezTo>
                  <a:cubicBezTo>
                    <a:pt x="4297" y="351751"/>
                    <a:pt x="16871" y="358766"/>
                    <a:pt x="26366" y="359279"/>
                  </a:cubicBezTo>
                  <a:cubicBezTo>
                    <a:pt x="26366" y="359279"/>
                    <a:pt x="28333" y="371340"/>
                    <a:pt x="32439" y="382375"/>
                  </a:cubicBezTo>
                  <a:cubicBezTo>
                    <a:pt x="36460" y="393410"/>
                    <a:pt x="32953" y="407951"/>
                    <a:pt x="34407" y="418044"/>
                  </a:cubicBezTo>
                  <a:lnTo>
                    <a:pt x="34407" y="418387"/>
                  </a:lnTo>
                  <a:cubicBezTo>
                    <a:pt x="34065" y="425487"/>
                    <a:pt x="33466" y="433698"/>
                    <a:pt x="32439" y="436607"/>
                  </a:cubicBezTo>
                  <a:cubicBezTo>
                    <a:pt x="30472" y="442167"/>
                    <a:pt x="22431" y="455169"/>
                    <a:pt x="21405" y="463723"/>
                  </a:cubicBezTo>
                  <a:lnTo>
                    <a:pt x="21405" y="463723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D0AE23EA-AF08-A7EE-3680-DA7F3995F657}"/>
                </a:ext>
              </a:extLst>
            </p:cNvPr>
            <p:cNvSpPr/>
            <p:nvPr/>
          </p:nvSpPr>
          <p:spPr>
            <a:xfrm>
              <a:off x="16109081" y="1611508"/>
              <a:ext cx="432180" cy="1166351"/>
            </a:xfrm>
            <a:custGeom>
              <a:avLst/>
              <a:gdLst>
                <a:gd name="connsiteX0" fmla="*/ 47133 w 432180"/>
                <a:gd name="connsiteY0" fmla="*/ 495637 h 1166351"/>
                <a:gd name="connsiteX1" fmla="*/ 52265 w 432180"/>
                <a:gd name="connsiteY1" fmla="*/ 490505 h 1166351"/>
                <a:gd name="connsiteX2" fmla="*/ 49699 w 432180"/>
                <a:gd name="connsiteY2" fmla="*/ 473140 h 1166351"/>
                <a:gd name="connsiteX3" fmla="*/ 56114 w 432180"/>
                <a:gd name="connsiteY3" fmla="*/ 446708 h 1166351"/>
                <a:gd name="connsiteX4" fmla="*/ 60648 w 432180"/>
                <a:gd name="connsiteY4" fmla="*/ 442175 h 1166351"/>
                <a:gd name="connsiteX5" fmla="*/ 61075 w 432180"/>
                <a:gd name="connsiteY5" fmla="*/ 440635 h 1166351"/>
                <a:gd name="connsiteX6" fmla="*/ 63898 w 432180"/>
                <a:gd name="connsiteY6" fmla="*/ 451242 h 1166351"/>
                <a:gd name="connsiteX7" fmla="*/ 61332 w 432180"/>
                <a:gd name="connsiteY7" fmla="*/ 482806 h 1166351"/>
                <a:gd name="connsiteX8" fmla="*/ 57483 w 432180"/>
                <a:gd name="connsiteY8" fmla="*/ 498289 h 1166351"/>
                <a:gd name="connsiteX9" fmla="*/ 55515 w 432180"/>
                <a:gd name="connsiteY9" fmla="*/ 515054 h 1166351"/>
                <a:gd name="connsiteX10" fmla="*/ 49442 w 432180"/>
                <a:gd name="connsiteY10" fmla="*/ 525918 h 1166351"/>
                <a:gd name="connsiteX11" fmla="*/ 48416 w 432180"/>
                <a:gd name="connsiteY11" fmla="*/ 518305 h 1166351"/>
                <a:gd name="connsiteX12" fmla="*/ 47133 w 432180"/>
                <a:gd name="connsiteY12" fmla="*/ 495722 h 1166351"/>
                <a:gd name="connsiteX13" fmla="*/ 47133 w 432180"/>
                <a:gd name="connsiteY13" fmla="*/ 495722 h 1166351"/>
                <a:gd name="connsiteX14" fmla="*/ 135409 w 432180"/>
                <a:gd name="connsiteY14" fmla="*/ 999550 h 1166351"/>
                <a:gd name="connsiteX15" fmla="*/ 141226 w 432180"/>
                <a:gd name="connsiteY15" fmla="*/ 928039 h 1166351"/>
                <a:gd name="connsiteX16" fmla="*/ 144476 w 432180"/>
                <a:gd name="connsiteY16" fmla="*/ 862944 h 1166351"/>
                <a:gd name="connsiteX17" fmla="*/ 139344 w 432180"/>
                <a:gd name="connsiteY17" fmla="*/ 830096 h 1166351"/>
                <a:gd name="connsiteX18" fmla="*/ 150978 w 432180"/>
                <a:gd name="connsiteY18" fmla="*/ 793314 h 1166351"/>
                <a:gd name="connsiteX19" fmla="*/ 160045 w 432180"/>
                <a:gd name="connsiteY19" fmla="*/ 822312 h 1166351"/>
                <a:gd name="connsiteX20" fmla="*/ 160045 w 432180"/>
                <a:gd name="connsiteY20" fmla="*/ 876459 h 1166351"/>
                <a:gd name="connsiteX21" fmla="*/ 161927 w 432180"/>
                <a:gd name="connsiteY21" fmla="*/ 1006051 h 1166351"/>
                <a:gd name="connsiteX22" fmla="*/ 163210 w 432180"/>
                <a:gd name="connsiteY22" fmla="*/ 1030516 h 1166351"/>
                <a:gd name="connsiteX23" fmla="*/ 158077 w 432180"/>
                <a:gd name="connsiteY23" fmla="*/ 1036332 h 1166351"/>
                <a:gd name="connsiteX24" fmla="*/ 158077 w 432180"/>
                <a:gd name="connsiteY24" fmla="*/ 1046597 h 1166351"/>
                <a:gd name="connsiteX25" fmla="*/ 150379 w 432180"/>
                <a:gd name="connsiteY25" fmla="*/ 1059513 h 1166351"/>
                <a:gd name="connsiteX26" fmla="*/ 143963 w 432180"/>
                <a:gd name="connsiteY26" fmla="*/ 1048564 h 1166351"/>
                <a:gd name="connsiteX27" fmla="*/ 134982 w 432180"/>
                <a:gd name="connsiteY27" fmla="*/ 1024100 h 1166351"/>
                <a:gd name="connsiteX28" fmla="*/ 135666 w 432180"/>
                <a:gd name="connsiteY28" fmla="*/ 999636 h 1166351"/>
                <a:gd name="connsiteX29" fmla="*/ 135666 w 432180"/>
                <a:gd name="connsiteY29" fmla="*/ 999636 h 1166351"/>
                <a:gd name="connsiteX30" fmla="*/ 251401 w 432180"/>
                <a:gd name="connsiteY30" fmla="*/ 320281 h 1166351"/>
                <a:gd name="connsiteX31" fmla="*/ 269450 w 432180"/>
                <a:gd name="connsiteY31" fmla="*/ 291283 h 1166351"/>
                <a:gd name="connsiteX32" fmla="*/ 274839 w 432180"/>
                <a:gd name="connsiteY32" fmla="*/ 282558 h 1166351"/>
                <a:gd name="connsiteX33" fmla="*/ 278517 w 432180"/>
                <a:gd name="connsiteY33" fmla="*/ 279735 h 1166351"/>
                <a:gd name="connsiteX34" fmla="*/ 281169 w 432180"/>
                <a:gd name="connsiteY34" fmla="*/ 277853 h 1166351"/>
                <a:gd name="connsiteX35" fmla="*/ 282537 w 432180"/>
                <a:gd name="connsiteY35" fmla="*/ 277255 h 1166351"/>
                <a:gd name="connsiteX36" fmla="*/ 330012 w 432180"/>
                <a:gd name="connsiteY36" fmla="*/ 313181 h 1166351"/>
                <a:gd name="connsiteX37" fmla="*/ 355160 w 432180"/>
                <a:gd name="connsiteY37" fmla="*/ 337047 h 1166351"/>
                <a:gd name="connsiteX38" fmla="*/ 357470 w 432180"/>
                <a:gd name="connsiteY38" fmla="*/ 340896 h 1166351"/>
                <a:gd name="connsiteX39" fmla="*/ 357898 w 432180"/>
                <a:gd name="connsiteY39" fmla="*/ 345515 h 1166351"/>
                <a:gd name="connsiteX40" fmla="*/ 357042 w 432180"/>
                <a:gd name="connsiteY40" fmla="*/ 347311 h 1166351"/>
                <a:gd name="connsiteX41" fmla="*/ 356443 w 432180"/>
                <a:gd name="connsiteY41" fmla="*/ 348423 h 1166351"/>
                <a:gd name="connsiteX42" fmla="*/ 349943 w 432180"/>
                <a:gd name="connsiteY42" fmla="*/ 365360 h 1166351"/>
                <a:gd name="connsiteX43" fmla="*/ 345409 w 432180"/>
                <a:gd name="connsiteY43" fmla="*/ 373059 h 1166351"/>
                <a:gd name="connsiteX44" fmla="*/ 337710 w 432180"/>
                <a:gd name="connsiteY44" fmla="*/ 381442 h 1166351"/>
                <a:gd name="connsiteX45" fmla="*/ 334460 w 432180"/>
                <a:gd name="connsiteY45" fmla="*/ 392391 h 1166351"/>
                <a:gd name="connsiteX46" fmla="*/ 322228 w 432180"/>
                <a:gd name="connsiteY46" fmla="*/ 400773 h 1166351"/>
                <a:gd name="connsiteX47" fmla="*/ 296480 w 432180"/>
                <a:gd name="connsiteY47" fmla="*/ 444570 h 1166351"/>
                <a:gd name="connsiteX48" fmla="*/ 293230 w 432180"/>
                <a:gd name="connsiteY48" fmla="*/ 449103 h 1166351"/>
                <a:gd name="connsiteX49" fmla="*/ 294427 w 432180"/>
                <a:gd name="connsiteY49" fmla="*/ 449873 h 1166351"/>
                <a:gd name="connsiteX50" fmla="*/ 285103 w 432180"/>
                <a:gd name="connsiteY50" fmla="*/ 450387 h 1166351"/>
                <a:gd name="connsiteX51" fmla="*/ 262521 w 432180"/>
                <a:gd name="connsiteY51" fmla="*/ 434561 h 1166351"/>
                <a:gd name="connsiteX52" fmla="*/ 259955 w 432180"/>
                <a:gd name="connsiteY52" fmla="*/ 432337 h 1166351"/>
                <a:gd name="connsiteX53" fmla="*/ 253882 w 432180"/>
                <a:gd name="connsiteY53" fmla="*/ 414460 h 1166351"/>
                <a:gd name="connsiteX54" fmla="*/ 257645 w 432180"/>
                <a:gd name="connsiteY54" fmla="*/ 412407 h 1166351"/>
                <a:gd name="connsiteX55" fmla="*/ 262179 w 432180"/>
                <a:gd name="connsiteY55" fmla="*/ 393759 h 1166351"/>
                <a:gd name="connsiteX56" fmla="*/ 257645 w 432180"/>
                <a:gd name="connsiteY56" fmla="*/ 367328 h 1166351"/>
                <a:gd name="connsiteX57" fmla="*/ 248664 w 432180"/>
                <a:gd name="connsiteY57" fmla="*/ 335763 h 1166351"/>
                <a:gd name="connsiteX58" fmla="*/ 251230 w 432180"/>
                <a:gd name="connsiteY58" fmla="*/ 320281 h 1166351"/>
                <a:gd name="connsiteX59" fmla="*/ 251230 w 432180"/>
                <a:gd name="connsiteY59" fmla="*/ 320281 h 1166351"/>
                <a:gd name="connsiteX60" fmla="*/ 1968 w 432180"/>
                <a:gd name="connsiteY60" fmla="*/ 518818 h 1166351"/>
                <a:gd name="connsiteX61" fmla="*/ 10949 w 432180"/>
                <a:gd name="connsiteY61" fmla="*/ 563298 h 1166351"/>
                <a:gd name="connsiteX62" fmla="*/ 19332 w 432180"/>
                <a:gd name="connsiteY62" fmla="*/ 566207 h 1166351"/>
                <a:gd name="connsiteX63" fmla="*/ 22754 w 432180"/>
                <a:gd name="connsiteY63" fmla="*/ 572708 h 1166351"/>
                <a:gd name="connsiteX64" fmla="*/ 29511 w 432180"/>
                <a:gd name="connsiteY64" fmla="*/ 590586 h 1166351"/>
                <a:gd name="connsiteX65" fmla="*/ 35927 w 432180"/>
                <a:gd name="connsiteY65" fmla="*/ 604785 h 1166351"/>
                <a:gd name="connsiteX66" fmla="*/ 34815 w 432180"/>
                <a:gd name="connsiteY66" fmla="*/ 645844 h 1166351"/>
                <a:gd name="connsiteX67" fmla="*/ 31564 w 432180"/>
                <a:gd name="connsiteY67" fmla="*/ 764402 h 1166351"/>
                <a:gd name="connsiteX68" fmla="*/ 30880 w 432180"/>
                <a:gd name="connsiteY68" fmla="*/ 777917 h 1166351"/>
                <a:gd name="connsiteX69" fmla="*/ 56627 w 432180"/>
                <a:gd name="connsiteY69" fmla="*/ 778345 h 1166351"/>
                <a:gd name="connsiteX70" fmla="*/ 56029 w 432180"/>
                <a:gd name="connsiteY70" fmla="*/ 778516 h 1166351"/>
                <a:gd name="connsiteX71" fmla="*/ 60562 w 432180"/>
                <a:gd name="connsiteY71" fmla="*/ 800414 h 1166351"/>
                <a:gd name="connsiteX72" fmla="*/ 66379 w 432180"/>
                <a:gd name="connsiteY72" fmla="*/ 862259 h 1166351"/>
                <a:gd name="connsiteX73" fmla="*/ 88961 w 432180"/>
                <a:gd name="connsiteY73" fmla="*/ 1011098 h 1166351"/>
                <a:gd name="connsiteX74" fmla="*/ 96061 w 432180"/>
                <a:gd name="connsiteY74" fmla="*/ 1037529 h 1166351"/>
                <a:gd name="connsiteX75" fmla="*/ 93495 w 432180"/>
                <a:gd name="connsiteY75" fmla="*/ 1041379 h 1166351"/>
                <a:gd name="connsiteX76" fmla="*/ 96746 w 432180"/>
                <a:gd name="connsiteY76" fmla="*/ 1052328 h 1166351"/>
                <a:gd name="connsiteX77" fmla="*/ 98713 w 432180"/>
                <a:gd name="connsiteY77" fmla="*/ 1078076 h 1166351"/>
                <a:gd name="connsiteX78" fmla="*/ 93581 w 432180"/>
                <a:gd name="connsiteY78" fmla="*/ 1136756 h 1166351"/>
                <a:gd name="connsiteX79" fmla="*/ 97430 w 432180"/>
                <a:gd name="connsiteY79" fmla="*/ 1147106 h 1166351"/>
                <a:gd name="connsiteX80" fmla="*/ 105214 w 432180"/>
                <a:gd name="connsiteY80" fmla="*/ 1165754 h 1166351"/>
                <a:gd name="connsiteX81" fmla="*/ 127112 w 432180"/>
                <a:gd name="connsiteY81" fmla="*/ 1166352 h 1166351"/>
                <a:gd name="connsiteX82" fmla="*/ 184424 w 432180"/>
                <a:gd name="connsiteY82" fmla="*/ 1165069 h 1166351"/>
                <a:gd name="connsiteX83" fmla="*/ 192208 w 432180"/>
                <a:gd name="connsiteY83" fmla="*/ 1145053 h 1166351"/>
                <a:gd name="connsiteX84" fmla="*/ 199307 w 432180"/>
                <a:gd name="connsiteY84" fmla="*/ 1134703 h 1166351"/>
                <a:gd name="connsiteX85" fmla="*/ 200590 w 432180"/>
                <a:gd name="connsiteY85" fmla="*/ 1118621 h 1166351"/>
                <a:gd name="connsiteX86" fmla="*/ 203157 w 432180"/>
                <a:gd name="connsiteY86" fmla="*/ 1049677 h 1166351"/>
                <a:gd name="connsiteX87" fmla="*/ 205723 w 432180"/>
                <a:gd name="connsiteY87" fmla="*/ 1045143 h 1166351"/>
                <a:gd name="connsiteX88" fmla="*/ 203157 w 432180"/>
                <a:gd name="connsiteY88" fmla="*/ 1032226 h 1166351"/>
                <a:gd name="connsiteX89" fmla="*/ 234721 w 432180"/>
                <a:gd name="connsiteY89" fmla="*/ 905885 h 1166351"/>
                <a:gd name="connsiteX90" fmla="*/ 239853 w 432180"/>
                <a:gd name="connsiteY90" fmla="*/ 807257 h 1166351"/>
                <a:gd name="connsiteX91" fmla="*/ 245584 w 432180"/>
                <a:gd name="connsiteY91" fmla="*/ 769363 h 1166351"/>
                <a:gd name="connsiteX92" fmla="*/ 281768 w 432180"/>
                <a:gd name="connsiteY92" fmla="*/ 764060 h 1166351"/>
                <a:gd name="connsiteX93" fmla="*/ 280912 w 432180"/>
                <a:gd name="connsiteY93" fmla="*/ 614708 h 1166351"/>
                <a:gd name="connsiteX94" fmla="*/ 281768 w 432180"/>
                <a:gd name="connsiteY94" fmla="*/ 611970 h 1166351"/>
                <a:gd name="connsiteX95" fmla="*/ 281939 w 432180"/>
                <a:gd name="connsiteY95" fmla="*/ 601620 h 1166351"/>
                <a:gd name="connsiteX96" fmla="*/ 289552 w 432180"/>
                <a:gd name="connsiteY96" fmla="*/ 578439 h 1166351"/>
                <a:gd name="connsiteX97" fmla="*/ 277319 w 432180"/>
                <a:gd name="connsiteY97" fmla="*/ 483661 h 1166351"/>
                <a:gd name="connsiteX98" fmla="*/ 277148 w 432180"/>
                <a:gd name="connsiteY98" fmla="*/ 483148 h 1166351"/>
                <a:gd name="connsiteX99" fmla="*/ 292545 w 432180"/>
                <a:gd name="connsiteY99" fmla="*/ 483661 h 1166351"/>
                <a:gd name="connsiteX100" fmla="*/ 322142 w 432180"/>
                <a:gd name="connsiteY100" fmla="*/ 465099 h 1166351"/>
                <a:gd name="connsiteX101" fmla="*/ 332749 w 432180"/>
                <a:gd name="connsiteY101" fmla="*/ 467580 h 1166351"/>
                <a:gd name="connsiteX102" fmla="*/ 355332 w 432180"/>
                <a:gd name="connsiteY102" fmla="*/ 439181 h 1166351"/>
                <a:gd name="connsiteX103" fmla="*/ 402378 w 432180"/>
                <a:gd name="connsiteY103" fmla="*/ 390851 h 1166351"/>
                <a:gd name="connsiteX104" fmla="*/ 412643 w 432180"/>
                <a:gd name="connsiteY104" fmla="*/ 368953 h 1166351"/>
                <a:gd name="connsiteX105" fmla="*/ 429409 w 432180"/>
                <a:gd name="connsiteY105" fmla="*/ 345087 h 1166351"/>
                <a:gd name="connsiteX106" fmla="*/ 431975 w 432180"/>
                <a:gd name="connsiteY106" fmla="*/ 325071 h 1166351"/>
                <a:gd name="connsiteX107" fmla="*/ 404944 w 432180"/>
                <a:gd name="connsiteY107" fmla="*/ 289572 h 1166351"/>
                <a:gd name="connsiteX108" fmla="*/ 357898 w 432180"/>
                <a:gd name="connsiteY108" fmla="*/ 247059 h 1166351"/>
                <a:gd name="connsiteX109" fmla="*/ 294769 w 432180"/>
                <a:gd name="connsiteY109" fmla="*/ 197446 h 1166351"/>
                <a:gd name="connsiteX110" fmla="*/ 285103 w 432180"/>
                <a:gd name="connsiteY110" fmla="*/ 189063 h 1166351"/>
                <a:gd name="connsiteX111" fmla="*/ 261922 w 432180"/>
                <a:gd name="connsiteY111" fmla="*/ 181964 h 1166351"/>
                <a:gd name="connsiteX112" fmla="*/ 247124 w 432180"/>
                <a:gd name="connsiteY112" fmla="*/ 177430 h 1166351"/>
                <a:gd name="connsiteX113" fmla="*/ 220692 w 432180"/>
                <a:gd name="connsiteY113" fmla="*/ 169731 h 1166351"/>
                <a:gd name="connsiteX114" fmla="*/ 212908 w 432180"/>
                <a:gd name="connsiteY114" fmla="*/ 155532 h 1166351"/>
                <a:gd name="connsiteX115" fmla="*/ 205808 w 432180"/>
                <a:gd name="connsiteY115" fmla="*/ 151682 h 1166351"/>
                <a:gd name="connsiteX116" fmla="*/ 217442 w 432180"/>
                <a:gd name="connsiteY116" fmla="*/ 148432 h 1166351"/>
                <a:gd name="connsiteX117" fmla="*/ 225825 w 432180"/>
                <a:gd name="connsiteY117" fmla="*/ 133634 h 1166351"/>
                <a:gd name="connsiteX118" fmla="*/ 226509 w 432180"/>
                <a:gd name="connsiteY118" fmla="*/ 118835 h 1166351"/>
                <a:gd name="connsiteX119" fmla="*/ 229759 w 432180"/>
                <a:gd name="connsiteY119" fmla="*/ 98220 h 1166351"/>
                <a:gd name="connsiteX120" fmla="*/ 236859 w 432180"/>
                <a:gd name="connsiteY120" fmla="*/ 73756 h 1166351"/>
                <a:gd name="connsiteX121" fmla="*/ 231727 w 432180"/>
                <a:gd name="connsiteY121" fmla="*/ 23459 h 1166351"/>
                <a:gd name="connsiteX122" fmla="*/ 208546 w 432180"/>
                <a:gd name="connsiteY122" fmla="*/ 4811 h 1166351"/>
                <a:gd name="connsiteX123" fmla="*/ 189898 w 432180"/>
                <a:gd name="connsiteY123" fmla="*/ 3528 h 1166351"/>
                <a:gd name="connsiteX124" fmla="*/ 168000 w 432180"/>
                <a:gd name="connsiteY124" fmla="*/ 962 h 1166351"/>
                <a:gd name="connsiteX125" fmla="*/ 131902 w 432180"/>
                <a:gd name="connsiteY125" fmla="*/ 25426 h 1166351"/>
                <a:gd name="connsiteX126" fmla="*/ 107438 w 432180"/>
                <a:gd name="connsiteY126" fmla="*/ 40225 h 1166351"/>
                <a:gd name="connsiteX127" fmla="*/ 95206 w 432180"/>
                <a:gd name="connsiteY127" fmla="*/ 65373 h 1166351"/>
                <a:gd name="connsiteX128" fmla="*/ 91356 w 432180"/>
                <a:gd name="connsiteY128" fmla="*/ 90522 h 1166351"/>
                <a:gd name="connsiteX129" fmla="*/ 95206 w 432180"/>
                <a:gd name="connsiteY129" fmla="*/ 104721 h 1166351"/>
                <a:gd name="connsiteX130" fmla="*/ 94607 w 432180"/>
                <a:gd name="connsiteY130" fmla="*/ 115072 h 1166351"/>
                <a:gd name="connsiteX131" fmla="*/ 97173 w 432180"/>
                <a:gd name="connsiteY131" fmla="*/ 124053 h 1166351"/>
                <a:gd name="connsiteX132" fmla="*/ 99739 w 432180"/>
                <a:gd name="connsiteY132" fmla="*/ 135002 h 1166351"/>
                <a:gd name="connsiteX133" fmla="*/ 96575 w 432180"/>
                <a:gd name="connsiteY133" fmla="*/ 142102 h 1166351"/>
                <a:gd name="connsiteX134" fmla="*/ 95890 w 432180"/>
                <a:gd name="connsiteY134" fmla="*/ 153736 h 1166351"/>
                <a:gd name="connsiteX135" fmla="*/ 88790 w 432180"/>
                <a:gd name="connsiteY135" fmla="*/ 162717 h 1166351"/>
                <a:gd name="connsiteX136" fmla="*/ 90758 w 432180"/>
                <a:gd name="connsiteY136" fmla="*/ 169133 h 1166351"/>
                <a:gd name="connsiteX137" fmla="*/ 98456 w 432180"/>
                <a:gd name="connsiteY137" fmla="*/ 173666 h 1166351"/>
                <a:gd name="connsiteX138" fmla="*/ 114538 w 432180"/>
                <a:gd name="connsiteY138" fmla="*/ 164000 h 1166351"/>
                <a:gd name="connsiteX139" fmla="*/ 122835 w 432180"/>
                <a:gd name="connsiteY139" fmla="*/ 165198 h 1166351"/>
                <a:gd name="connsiteX140" fmla="*/ 80407 w 432180"/>
                <a:gd name="connsiteY140" fmla="*/ 193682 h 1166351"/>
                <a:gd name="connsiteX141" fmla="*/ 62359 w 432180"/>
                <a:gd name="connsiteY141" fmla="*/ 206599 h 1166351"/>
                <a:gd name="connsiteX142" fmla="*/ 84257 w 432180"/>
                <a:gd name="connsiteY142" fmla="*/ 200184 h 1166351"/>
                <a:gd name="connsiteX143" fmla="*/ 44310 w 432180"/>
                <a:gd name="connsiteY143" fmla="*/ 220114 h 1166351"/>
                <a:gd name="connsiteX144" fmla="*/ 31393 w 432180"/>
                <a:gd name="connsiteY144" fmla="*/ 234314 h 1166351"/>
                <a:gd name="connsiteX145" fmla="*/ 26860 w 432180"/>
                <a:gd name="connsiteY145" fmla="*/ 256896 h 1166351"/>
                <a:gd name="connsiteX146" fmla="*/ 14628 w 432180"/>
                <a:gd name="connsiteY146" fmla="*/ 317458 h 1166351"/>
                <a:gd name="connsiteX147" fmla="*/ 12061 w 432180"/>
                <a:gd name="connsiteY147" fmla="*/ 365189 h 1166351"/>
                <a:gd name="connsiteX148" fmla="*/ 4962 w 432180"/>
                <a:gd name="connsiteY148" fmla="*/ 395470 h 1166351"/>
                <a:gd name="connsiteX149" fmla="*/ 2994 w 432180"/>
                <a:gd name="connsiteY149" fmla="*/ 420619 h 1166351"/>
                <a:gd name="connsiteX150" fmla="*/ 428 w 432180"/>
                <a:gd name="connsiteY150" fmla="*/ 463132 h 1166351"/>
                <a:gd name="connsiteX151" fmla="*/ 2395 w 432180"/>
                <a:gd name="connsiteY151" fmla="*/ 518561 h 1166351"/>
                <a:gd name="connsiteX152" fmla="*/ 2395 w 432180"/>
                <a:gd name="connsiteY152" fmla="*/ 518561 h 1166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</a:cxnLst>
              <a:rect l="l" t="t" r="r" b="b"/>
              <a:pathLst>
                <a:path w="432180" h="1166351">
                  <a:moveTo>
                    <a:pt x="47133" y="495637"/>
                  </a:moveTo>
                  <a:cubicBezTo>
                    <a:pt x="48416" y="493071"/>
                    <a:pt x="51666" y="494354"/>
                    <a:pt x="52265" y="490505"/>
                  </a:cubicBezTo>
                  <a:cubicBezTo>
                    <a:pt x="52949" y="486655"/>
                    <a:pt x="49014" y="475706"/>
                    <a:pt x="49699" y="473140"/>
                  </a:cubicBezTo>
                  <a:cubicBezTo>
                    <a:pt x="50298" y="470574"/>
                    <a:pt x="54831" y="451841"/>
                    <a:pt x="56114" y="446708"/>
                  </a:cubicBezTo>
                  <a:cubicBezTo>
                    <a:pt x="57397" y="441576"/>
                    <a:pt x="58082" y="443458"/>
                    <a:pt x="60648" y="442175"/>
                  </a:cubicBezTo>
                  <a:lnTo>
                    <a:pt x="61075" y="440635"/>
                  </a:lnTo>
                  <a:cubicBezTo>
                    <a:pt x="62273" y="444313"/>
                    <a:pt x="63556" y="448590"/>
                    <a:pt x="63898" y="451242"/>
                  </a:cubicBezTo>
                  <a:cubicBezTo>
                    <a:pt x="64497" y="456374"/>
                    <a:pt x="58082" y="477674"/>
                    <a:pt x="61332" y="482806"/>
                  </a:cubicBezTo>
                  <a:cubicBezTo>
                    <a:pt x="64583" y="487938"/>
                    <a:pt x="56798" y="489221"/>
                    <a:pt x="57483" y="498289"/>
                  </a:cubicBezTo>
                  <a:cubicBezTo>
                    <a:pt x="58082" y="507356"/>
                    <a:pt x="53634" y="509922"/>
                    <a:pt x="55515" y="515054"/>
                  </a:cubicBezTo>
                  <a:cubicBezTo>
                    <a:pt x="56970" y="518904"/>
                    <a:pt x="52179" y="522069"/>
                    <a:pt x="49442" y="525918"/>
                  </a:cubicBezTo>
                  <a:cubicBezTo>
                    <a:pt x="49014" y="523694"/>
                    <a:pt x="48587" y="521042"/>
                    <a:pt x="48416" y="518305"/>
                  </a:cubicBezTo>
                  <a:cubicBezTo>
                    <a:pt x="47731" y="510606"/>
                    <a:pt x="45849" y="498289"/>
                    <a:pt x="47133" y="495722"/>
                  </a:cubicBezTo>
                  <a:lnTo>
                    <a:pt x="47133" y="495722"/>
                  </a:lnTo>
                  <a:close/>
                  <a:moveTo>
                    <a:pt x="135409" y="999550"/>
                  </a:moveTo>
                  <a:cubicBezTo>
                    <a:pt x="136008" y="979620"/>
                    <a:pt x="138660" y="942153"/>
                    <a:pt x="141226" y="928039"/>
                  </a:cubicBezTo>
                  <a:cubicBezTo>
                    <a:pt x="143792" y="913840"/>
                    <a:pt x="144476" y="872011"/>
                    <a:pt x="144476" y="862944"/>
                  </a:cubicBezTo>
                  <a:cubicBezTo>
                    <a:pt x="144476" y="853876"/>
                    <a:pt x="143193" y="842329"/>
                    <a:pt x="139344" y="830096"/>
                  </a:cubicBezTo>
                  <a:cubicBezTo>
                    <a:pt x="135495" y="817864"/>
                    <a:pt x="147642" y="792972"/>
                    <a:pt x="150978" y="793314"/>
                  </a:cubicBezTo>
                  <a:cubicBezTo>
                    <a:pt x="156794" y="793913"/>
                    <a:pt x="159361" y="814614"/>
                    <a:pt x="160045" y="822312"/>
                  </a:cubicBezTo>
                  <a:cubicBezTo>
                    <a:pt x="160729" y="830011"/>
                    <a:pt x="160729" y="861660"/>
                    <a:pt x="160045" y="876459"/>
                  </a:cubicBezTo>
                  <a:cubicBezTo>
                    <a:pt x="159361" y="891343"/>
                    <a:pt x="160729" y="995701"/>
                    <a:pt x="161927" y="1006051"/>
                  </a:cubicBezTo>
                  <a:cubicBezTo>
                    <a:pt x="163210" y="1016401"/>
                    <a:pt x="165177" y="1025383"/>
                    <a:pt x="163210" y="1030516"/>
                  </a:cubicBezTo>
                  <a:cubicBezTo>
                    <a:pt x="161242" y="1035648"/>
                    <a:pt x="161242" y="1033082"/>
                    <a:pt x="158077" y="1036332"/>
                  </a:cubicBezTo>
                  <a:cubicBezTo>
                    <a:pt x="154827" y="1039583"/>
                    <a:pt x="160045" y="1041464"/>
                    <a:pt x="158077" y="1046597"/>
                  </a:cubicBezTo>
                  <a:cubicBezTo>
                    <a:pt x="156110" y="1051729"/>
                    <a:pt x="154827" y="1057546"/>
                    <a:pt x="150379" y="1059513"/>
                  </a:cubicBezTo>
                  <a:cubicBezTo>
                    <a:pt x="145845" y="1061481"/>
                    <a:pt x="145246" y="1054980"/>
                    <a:pt x="143963" y="1048564"/>
                  </a:cubicBezTo>
                  <a:cubicBezTo>
                    <a:pt x="142680" y="1042149"/>
                    <a:pt x="139430" y="1029917"/>
                    <a:pt x="134982" y="1024100"/>
                  </a:cubicBezTo>
                  <a:cubicBezTo>
                    <a:pt x="130448" y="1018283"/>
                    <a:pt x="134982" y="1019566"/>
                    <a:pt x="135666" y="999636"/>
                  </a:cubicBezTo>
                  <a:lnTo>
                    <a:pt x="135666" y="999636"/>
                  </a:lnTo>
                  <a:close/>
                  <a:moveTo>
                    <a:pt x="251401" y="320281"/>
                  </a:moveTo>
                  <a:cubicBezTo>
                    <a:pt x="253967" y="318314"/>
                    <a:pt x="266884" y="295132"/>
                    <a:pt x="269450" y="291283"/>
                  </a:cubicBezTo>
                  <a:cubicBezTo>
                    <a:pt x="271674" y="287947"/>
                    <a:pt x="272957" y="284697"/>
                    <a:pt x="274839" y="282558"/>
                  </a:cubicBezTo>
                  <a:cubicBezTo>
                    <a:pt x="276464" y="281360"/>
                    <a:pt x="277576" y="280505"/>
                    <a:pt x="278517" y="279735"/>
                  </a:cubicBezTo>
                  <a:lnTo>
                    <a:pt x="281169" y="277853"/>
                  </a:lnTo>
                  <a:lnTo>
                    <a:pt x="282537" y="277255"/>
                  </a:lnTo>
                  <a:cubicBezTo>
                    <a:pt x="285275" y="279308"/>
                    <a:pt x="317095" y="302745"/>
                    <a:pt x="330012" y="313181"/>
                  </a:cubicBezTo>
                  <a:cubicBezTo>
                    <a:pt x="343527" y="324130"/>
                    <a:pt x="351910" y="331230"/>
                    <a:pt x="355160" y="337047"/>
                  </a:cubicBezTo>
                  <a:cubicBezTo>
                    <a:pt x="356101" y="338843"/>
                    <a:pt x="356957" y="339955"/>
                    <a:pt x="357470" y="340896"/>
                  </a:cubicBezTo>
                  <a:cubicBezTo>
                    <a:pt x="357470" y="342436"/>
                    <a:pt x="358069" y="344146"/>
                    <a:pt x="357898" y="345515"/>
                  </a:cubicBezTo>
                  <a:lnTo>
                    <a:pt x="357042" y="347311"/>
                  </a:lnTo>
                  <a:lnTo>
                    <a:pt x="356443" y="348423"/>
                  </a:lnTo>
                  <a:cubicBezTo>
                    <a:pt x="353792" y="353128"/>
                    <a:pt x="349943" y="357576"/>
                    <a:pt x="349943" y="365360"/>
                  </a:cubicBezTo>
                  <a:cubicBezTo>
                    <a:pt x="349943" y="373743"/>
                    <a:pt x="347376" y="370492"/>
                    <a:pt x="345409" y="373059"/>
                  </a:cubicBezTo>
                  <a:cubicBezTo>
                    <a:pt x="343441" y="375625"/>
                    <a:pt x="337026" y="376309"/>
                    <a:pt x="337710" y="381442"/>
                  </a:cubicBezTo>
                  <a:cubicBezTo>
                    <a:pt x="338395" y="386574"/>
                    <a:pt x="337026" y="391108"/>
                    <a:pt x="334460" y="392391"/>
                  </a:cubicBezTo>
                  <a:cubicBezTo>
                    <a:pt x="331894" y="393674"/>
                    <a:pt x="322228" y="398806"/>
                    <a:pt x="322228" y="400773"/>
                  </a:cubicBezTo>
                  <a:cubicBezTo>
                    <a:pt x="322228" y="402741"/>
                    <a:pt x="299645" y="440122"/>
                    <a:pt x="296480" y="444570"/>
                  </a:cubicBezTo>
                  <a:lnTo>
                    <a:pt x="293230" y="449103"/>
                  </a:lnTo>
                  <a:lnTo>
                    <a:pt x="294427" y="449873"/>
                  </a:lnTo>
                  <a:cubicBezTo>
                    <a:pt x="292545" y="450215"/>
                    <a:pt x="287499" y="451156"/>
                    <a:pt x="285103" y="450387"/>
                  </a:cubicBezTo>
                  <a:cubicBezTo>
                    <a:pt x="282195" y="449445"/>
                    <a:pt x="265429" y="437470"/>
                    <a:pt x="262521" y="434561"/>
                  </a:cubicBezTo>
                  <a:lnTo>
                    <a:pt x="259955" y="432337"/>
                  </a:lnTo>
                  <a:cubicBezTo>
                    <a:pt x="256961" y="423185"/>
                    <a:pt x="254651" y="416085"/>
                    <a:pt x="253882" y="414460"/>
                  </a:cubicBezTo>
                  <a:cubicBezTo>
                    <a:pt x="255421" y="414118"/>
                    <a:pt x="256705" y="413348"/>
                    <a:pt x="257645" y="412407"/>
                  </a:cubicBezTo>
                  <a:cubicBezTo>
                    <a:pt x="260211" y="409841"/>
                    <a:pt x="259613" y="398892"/>
                    <a:pt x="262179" y="393759"/>
                  </a:cubicBezTo>
                  <a:cubicBezTo>
                    <a:pt x="264745" y="388627"/>
                    <a:pt x="259613" y="375710"/>
                    <a:pt x="257645" y="367328"/>
                  </a:cubicBezTo>
                  <a:cubicBezTo>
                    <a:pt x="255763" y="358945"/>
                    <a:pt x="247979" y="342179"/>
                    <a:pt x="248664" y="335763"/>
                  </a:cubicBezTo>
                  <a:cubicBezTo>
                    <a:pt x="249348" y="329348"/>
                    <a:pt x="248664" y="322248"/>
                    <a:pt x="251230" y="320281"/>
                  </a:cubicBezTo>
                  <a:lnTo>
                    <a:pt x="251230" y="320281"/>
                  </a:lnTo>
                  <a:close/>
                  <a:moveTo>
                    <a:pt x="1968" y="518818"/>
                  </a:moveTo>
                  <a:cubicBezTo>
                    <a:pt x="3251" y="532333"/>
                    <a:pt x="9068" y="560048"/>
                    <a:pt x="10949" y="563298"/>
                  </a:cubicBezTo>
                  <a:cubicBezTo>
                    <a:pt x="12489" y="565865"/>
                    <a:pt x="15996" y="566378"/>
                    <a:pt x="19332" y="566207"/>
                  </a:cubicBezTo>
                  <a:cubicBezTo>
                    <a:pt x="20615" y="568602"/>
                    <a:pt x="21727" y="570826"/>
                    <a:pt x="22754" y="572708"/>
                  </a:cubicBezTo>
                  <a:cubicBezTo>
                    <a:pt x="26603" y="579979"/>
                    <a:pt x="26603" y="586223"/>
                    <a:pt x="29511" y="590586"/>
                  </a:cubicBezTo>
                  <a:cubicBezTo>
                    <a:pt x="30538" y="592126"/>
                    <a:pt x="32847" y="597857"/>
                    <a:pt x="35927" y="604785"/>
                  </a:cubicBezTo>
                  <a:cubicBezTo>
                    <a:pt x="35243" y="616675"/>
                    <a:pt x="34815" y="630276"/>
                    <a:pt x="34815" y="645844"/>
                  </a:cubicBezTo>
                  <a:cubicBezTo>
                    <a:pt x="34815" y="728989"/>
                    <a:pt x="35414" y="756704"/>
                    <a:pt x="31564" y="764402"/>
                  </a:cubicBezTo>
                  <a:cubicBezTo>
                    <a:pt x="27715" y="772186"/>
                    <a:pt x="21300" y="775351"/>
                    <a:pt x="30880" y="777917"/>
                  </a:cubicBezTo>
                  <a:cubicBezTo>
                    <a:pt x="32762" y="778430"/>
                    <a:pt x="42257" y="778516"/>
                    <a:pt x="56627" y="778345"/>
                  </a:cubicBezTo>
                  <a:lnTo>
                    <a:pt x="56029" y="778516"/>
                  </a:lnTo>
                  <a:cubicBezTo>
                    <a:pt x="56029" y="778516"/>
                    <a:pt x="55344" y="793314"/>
                    <a:pt x="60562" y="800414"/>
                  </a:cubicBezTo>
                  <a:cubicBezTo>
                    <a:pt x="65695" y="807514"/>
                    <a:pt x="67662" y="839078"/>
                    <a:pt x="66379" y="862259"/>
                  </a:cubicBezTo>
                  <a:cubicBezTo>
                    <a:pt x="65096" y="885440"/>
                    <a:pt x="76729" y="977567"/>
                    <a:pt x="88961" y="1011098"/>
                  </a:cubicBezTo>
                  <a:lnTo>
                    <a:pt x="96061" y="1037529"/>
                  </a:lnTo>
                  <a:cubicBezTo>
                    <a:pt x="96061" y="1037529"/>
                    <a:pt x="94094" y="1039497"/>
                    <a:pt x="93495" y="1041379"/>
                  </a:cubicBezTo>
                  <a:cubicBezTo>
                    <a:pt x="92811" y="1043347"/>
                    <a:pt x="96061" y="1049078"/>
                    <a:pt x="96746" y="1052328"/>
                  </a:cubicBezTo>
                  <a:cubicBezTo>
                    <a:pt x="97344" y="1055579"/>
                    <a:pt x="98029" y="1073627"/>
                    <a:pt x="98713" y="1078076"/>
                  </a:cubicBezTo>
                  <a:cubicBezTo>
                    <a:pt x="99312" y="1082609"/>
                    <a:pt x="93581" y="1119477"/>
                    <a:pt x="93581" y="1136756"/>
                  </a:cubicBezTo>
                  <a:cubicBezTo>
                    <a:pt x="93581" y="1138637"/>
                    <a:pt x="88448" y="1142572"/>
                    <a:pt x="97430" y="1147106"/>
                  </a:cubicBezTo>
                  <a:cubicBezTo>
                    <a:pt x="97430" y="1147106"/>
                    <a:pt x="103845" y="1162589"/>
                    <a:pt x="105214" y="1165754"/>
                  </a:cubicBezTo>
                  <a:lnTo>
                    <a:pt x="127112" y="1166352"/>
                  </a:lnTo>
                  <a:cubicBezTo>
                    <a:pt x="127112" y="1166352"/>
                    <a:pt x="181857" y="1166352"/>
                    <a:pt x="184424" y="1165069"/>
                  </a:cubicBezTo>
                  <a:cubicBezTo>
                    <a:pt x="186990" y="1163786"/>
                    <a:pt x="189556" y="1150271"/>
                    <a:pt x="192208" y="1145053"/>
                  </a:cubicBezTo>
                  <a:cubicBezTo>
                    <a:pt x="194774" y="1139921"/>
                    <a:pt x="198623" y="1137355"/>
                    <a:pt x="199307" y="1134703"/>
                  </a:cubicBezTo>
                  <a:cubicBezTo>
                    <a:pt x="199992" y="1132136"/>
                    <a:pt x="199992" y="1121187"/>
                    <a:pt x="200590" y="1118621"/>
                  </a:cubicBezTo>
                  <a:cubicBezTo>
                    <a:pt x="201275" y="1116055"/>
                    <a:pt x="210256" y="1090308"/>
                    <a:pt x="203157" y="1049677"/>
                  </a:cubicBezTo>
                  <a:lnTo>
                    <a:pt x="205723" y="1045143"/>
                  </a:lnTo>
                  <a:cubicBezTo>
                    <a:pt x="205723" y="1045143"/>
                    <a:pt x="201189" y="1038043"/>
                    <a:pt x="203157" y="1032226"/>
                  </a:cubicBezTo>
                  <a:cubicBezTo>
                    <a:pt x="205039" y="1026409"/>
                    <a:pt x="220521" y="954300"/>
                    <a:pt x="234721" y="905885"/>
                  </a:cubicBezTo>
                  <a:cubicBezTo>
                    <a:pt x="248920" y="857555"/>
                    <a:pt x="241820" y="835656"/>
                    <a:pt x="239853" y="807257"/>
                  </a:cubicBezTo>
                  <a:cubicBezTo>
                    <a:pt x="239853" y="807257"/>
                    <a:pt x="237287" y="778516"/>
                    <a:pt x="245584" y="769363"/>
                  </a:cubicBezTo>
                  <a:cubicBezTo>
                    <a:pt x="263462" y="767738"/>
                    <a:pt x="276721" y="765942"/>
                    <a:pt x="281768" y="764060"/>
                  </a:cubicBezTo>
                  <a:cubicBezTo>
                    <a:pt x="281768" y="764060"/>
                    <a:pt x="284163" y="688956"/>
                    <a:pt x="280912" y="614708"/>
                  </a:cubicBezTo>
                  <a:cubicBezTo>
                    <a:pt x="281425" y="613254"/>
                    <a:pt x="281768" y="612227"/>
                    <a:pt x="281768" y="611970"/>
                  </a:cubicBezTo>
                  <a:cubicBezTo>
                    <a:pt x="281768" y="611115"/>
                    <a:pt x="281682" y="606667"/>
                    <a:pt x="281939" y="601620"/>
                  </a:cubicBezTo>
                  <a:cubicBezTo>
                    <a:pt x="283735" y="597258"/>
                    <a:pt x="286900" y="588875"/>
                    <a:pt x="289552" y="578439"/>
                  </a:cubicBezTo>
                  <a:cubicBezTo>
                    <a:pt x="293401" y="562956"/>
                    <a:pt x="283136" y="498545"/>
                    <a:pt x="277319" y="483661"/>
                  </a:cubicBezTo>
                  <a:lnTo>
                    <a:pt x="277148" y="483148"/>
                  </a:lnTo>
                  <a:cubicBezTo>
                    <a:pt x="282623" y="484174"/>
                    <a:pt x="288696" y="485201"/>
                    <a:pt x="292545" y="483661"/>
                  </a:cubicBezTo>
                  <a:cubicBezTo>
                    <a:pt x="297421" y="481694"/>
                    <a:pt x="316839" y="468435"/>
                    <a:pt x="322142" y="465099"/>
                  </a:cubicBezTo>
                  <a:cubicBezTo>
                    <a:pt x="326847" y="467152"/>
                    <a:pt x="330782" y="468350"/>
                    <a:pt x="332749" y="467580"/>
                  </a:cubicBezTo>
                  <a:cubicBezTo>
                    <a:pt x="332749" y="467580"/>
                    <a:pt x="348232" y="446280"/>
                    <a:pt x="355332" y="439181"/>
                  </a:cubicBezTo>
                  <a:cubicBezTo>
                    <a:pt x="362431" y="432081"/>
                    <a:pt x="396561" y="395983"/>
                    <a:pt x="402378" y="390851"/>
                  </a:cubicBezTo>
                  <a:cubicBezTo>
                    <a:pt x="408195" y="385719"/>
                    <a:pt x="407510" y="375368"/>
                    <a:pt x="412643" y="368953"/>
                  </a:cubicBezTo>
                  <a:cubicBezTo>
                    <a:pt x="417775" y="362537"/>
                    <a:pt x="425559" y="351588"/>
                    <a:pt x="429409" y="345087"/>
                  </a:cubicBezTo>
                  <a:cubicBezTo>
                    <a:pt x="433258" y="338672"/>
                    <a:pt x="431975" y="333539"/>
                    <a:pt x="431975" y="325071"/>
                  </a:cubicBezTo>
                  <a:cubicBezTo>
                    <a:pt x="431975" y="316603"/>
                    <a:pt x="410077" y="298640"/>
                    <a:pt x="404944" y="289572"/>
                  </a:cubicBezTo>
                  <a:cubicBezTo>
                    <a:pt x="399812" y="280590"/>
                    <a:pt x="379796" y="265707"/>
                    <a:pt x="357898" y="247059"/>
                  </a:cubicBezTo>
                  <a:cubicBezTo>
                    <a:pt x="336000" y="228326"/>
                    <a:pt x="301185" y="201296"/>
                    <a:pt x="294769" y="197446"/>
                  </a:cubicBezTo>
                  <a:cubicBezTo>
                    <a:pt x="288354" y="193597"/>
                    <a:pt x="287071" y="191031"/>
                    <a:pt x="285103" y="189063"/>
                  </a:cubicBezTo>
                  <a:cubicBezTo>
                    <a:pt x="283222" y="187096"/>
                    <a:pt x="267055" y="183931"/>
                    <a:pt x="261922" y="181964"/>
                  </a:cubicBezTo>
                  <a:cubicBezTo>
                    <a:pt x="256790" y="179996"/>
                    <a:pt x="253539" y="178114"/>
                    <a:pt x="247124" y="177430"/>
                  </a:cubicBezTo>
                  <a:cubicBezTo>
                    <a:pt x="240708" y="176746"/>
                    <a:pt x="223943" y="175462"/>
                    <a:pt x="220692" y="169731"/>
                  </a:cubicBezTo>
                  <a:cubicBezTo>
                    <a:pt x="217442" y="163915"/>
                    <a:pt x="213593" y="160664"/>
                    <a:pt x="212908" y="155532"/>
                  </a:cubicBezTo>
                  <a:cubicBezTo>
                    <a:pt x="212310" y="150399"/>
                    <a:pt x="205808" y="151682"/>
                    <a:pt x="205808" y="151682"/>
                  </a:cubicBezTo>
                  <a:cubicBezTo>
                    <a:pt x="209059" y="149715"/>
                    <a:pt x="214191" y="151682"/>
                    <a:pt x="217442" y="148432"/>
                  </a:cubicBezTo>
                  <a:cubicBezTo>
                    <a:pt x="220692" y="145182"/>
                    <a:pt x="223857" y="136884"/>
                    <a:pt x="225825" y="133634"/>
                  </a:cubicBezTo>
                  <a:cubicBezTo>
                    <a:pt x="227792" y="130383"/>
                    <a:pt x="224542" y="123284"/>
                    <a:pt x="226509" y="118835"/>
                  </a:cubicBezTo>
                  <a:cubicBezTo>
                    <a:pt x="228391" y="114301"/>
                    <a:pt x="227108" y="107886"/>
                    <a:pt x="229759" y="98220"/>
                  </a:cubicBezTo>
                  <a:cubicBezTo>
                    <a:pt x="232326" y="88554"/>
                    <a:pt x="233609" y="89238"/>
                    <a:pt x="236859" y="73756"/>
                  </a:cubicBezTo>
                  <a:cubicBezTo>
                    <a:pt x="240110" y="58273"/>
                    <a:pt x="242676" y="37658"/>
                    <a:pt x="231727" y="23459"/>
                  </a:cubicBezTo>
                  <a:cubicBezTo>
                    <a:pt x="220778" y="9259"/>
                    <a:pt x="208546" y="4811"/>
                    <a:pt x="208546" y="4811"/>
                  </a:cubicBezTo>
                  <a:cubicBezTo>
                    <a:pt x="195629" y="1560"/>
                    <a:pt x="191780" y="5495"/>
                    <a:pt x="189898" y="3528"/>
                  </a:cubicBezTo>
                  <a:cubicBezTo>
                    <a:pt x="187931" y="1560"/>
                    <a:pt x="178949" y="-1604"/>
                    <a:pt x="168000" y="962"/>
                  </a:cubicBezTo>
                  <a:cubicBezTo>
                    <a:pt x="157051" y="3528"/>
                    <a:pt x="137719" y="14477"/>
                    <a:pt x="131902" y="25426"/>
                  </a:cubicBezTo>
                  <a:cubicBezTo>
                    <a:pt x="131902" y="25426"/>
                    <a:pt x="122835" y="20294"/>
                    <a:pt x="107438" y="40225"/>
                  </a:cubicBezTo>
                  <a:cubicBezTo>
                    <a:pt x="91955" y="60240"/>
                    <a:pt x="94521" y="60839"/>
                    <a:pt x="95206" y="65373"/>
                  </a:cubicBezTo>
                  <a:cubicBezTo>
                    <a:pt x="95890" y="69906"/>
                    <a:pt x="90073" y="82139"/>
                    <a:pt x="91356" y="90522"/>
                  </a:cubicBezTo>
                  <a:cubicBezTo>
                    <a:pt x="92640" y="98904"/>
                    <a:pt x="93923" y="98904"/>
                    <a:pt x="95206" y="104721"/>
                  </a:cubicBezTo>
                  <a:cubicBezTo>
                    <a:pt x="96489" y="110538"/>
                    <a:pt x="93923" y="110538"/>
                    <a:pt x="94607" y="115072"/>
                  </a:cubicBezTo>
                  <a:cubicBezTo>
                    <a:pt x="95206" y="119605"/>
                    <a:pt x="92640" y="117039"/>
                    <a:pt x="97173" y="124053"/>
                  </a:cubicBezTo>
                  <a:cubicBezTo>
                    <a:pt x="101707" y="131153"/>
                    <a:pt x="102990" y="127903"/>
                    <a:pt x="99739" y="135002"/>
                  </a:cubicBezTo>
                  <a:cubicBezTo>
                    <a:pt x="96575" y="142102"/>
                    <a:pt x="95890" y="135686"/>
                    <a:pt x="96575" y="142102"/>
                  </a:cubicBezTo>
                  <a:cubicBezTo>
                    <a:pt x="97173" y="148517"/>
                    <a:pt x="99739" y="148517"/>
                    <a:pt x="95890" y="153736"/>
                  </a:cubicBezTo>
                  <a:cubicBezTo>
                    <a:pt x="92041" y="158868"/>
                    <a:pt x="86823" y="156302"/>
                    <a:pt x="88790" y="162717"/>
                  </a:cubicBezTo>
                  <a:cubicBezTo>
                    <a:pt x="90758" y="169133"/>
                    <a:pt x="82974" y="164684"/>
                    <a:pt x="90758" y="169133"/>
                  </a:cubicBezTo>
                  <a:lnTo>
                    <a:pt x="98456" y="173666"/>
                  </a:lnTo>
                  <a:cubicBezTo>
                    <a:pt x="98456" y="173666"/>
                    <a:pt x="107524" y="165968"/>
                    <a:pt x="114538" y="164000"/>
                  </a:cubicBezTo>
                  <a:cubicBezTo>
                    <a:pt x="120868" y="162290"/>
                    <a:pt x="122578" y="164599"/>
                    <a:pt x="122835" y="165198"/>
                  </a:cubicBezTo>
                  <a:cubicBezTo>
                    <a:pt x="115393" y="165198"/>
                    <a:pt x="102990" y="165540"/>
                    <a:pt x="80407" y="193682"/>
                  </a:cubicBezTo>
                  <a:cubicBezTo>
                    <a:pt x="80407" y="193682"/>
                    <a:pt x="69458" y="203348"/>
                    <a:pt x="62359" y="206599"/>
                  </a:cubicBezTo>
                  <a:cubicBezTo>
                    <a:pt x="62359" y="206599"/>
                    <a:pt x="82375" y="198900"/>
                    <a:pt x="84257" y="200184"/>
                  </a:cubicBezTo>
                  <a:cubicBezTo>
                    <a:pt x="86224" y="201466"/>
                    <a:pt x="49442" y="217548"/>
                    <a:pt x="44310" y="220114"/>
                  </a:cubicBezTo>
                  <a:cubicBezTo>
                    <a:pt x="39177" y="222680"/>
                    <a:pt x="34644" y="229181"/>
                    <a:pt x="31393" y="234314"/>
                  </a:cubicBezTo>
                  <a:cubicBezTo>
                    <a:pt x="28228" y="239446"/>
                    <a:pt x="31393" y="249796"/>
                    <a:pt x="26860" y="256896"/>
                  </a:cubicBezTo>
                  <a:cubicBezTo>
                    <a:pt x="22326" y="263996"/>
                    <a:pt x="15312" y="307792"/>
                    <a:pt x="14628" y="317458"/>
                  </a:cubicBezTo>
                  <a:cubicBezTo>
                    <a:pt x="14029" y="327124"/>
                    <a:pt x="14029" y="358688"/>
                    <a:pt x="12061" y="365189"/>
                  </a:cubicBezTo>
                  <a:cubicBezTo>
                    <a:pt x="10094" y="371605"/>
                    <a:pt x="4962" y="389054"/>
                    <a:pt x="4962" y="395470"/>
                  </a:cubicBezTo>
                  <a:cubicBezTo>
                    <a:pt x="4962" y="401885"/>
                    <a:pt x="2395" y="416770"/>
                    <a:pt x="2994" y="420619"/>
                  </a:cubicBezTo>
                  <a:cubicBezTo>
                    <a:pt x="3678" y="424468"/>
                    <a:pt x="1711" y="448334"/>
                    <a:pt x="428" y="463132"/>
                  </a:cubicBezTo>
                  <a:cubicBezTo>
                    <a:pt x="-855" y="477930"/>
                    <a:pt x="1027" y="505046"/>
                    <a:pt x="2395" y="518561"/>
                  </a:cubicBezTo>
                  <a:lnTo>
                    <a:pt x="2395" y="518561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32789FB1-200F-468B-60F0-91F746CDF79B}"/>
                </a:ext>
              </a:extLst>
            </p:cNvPr>
            <p:cNvSpPr/>
            <p:nvPr/>
          </p:nvSpPr>
          <p:spPr>
            <a:xfrm>
              <a:off x="-2908329" y="5654118"/>
              <a:ext cx="402035" cy="1233481"/>
            </a:xfrm>
            <a:custGeom>
              <a:avLst/>
              <a:gdLst>
                <a:gd name="connsiteX0" fmla="*/ 62444 w 402035"/>
                <a:gd name="connsiteY0" fmla="*/ 564634 h 1233481"/>
                <a:gd name="connsiteX1" fmla="*/ 72024 w 402035"/>
                <a:gd name="connsiteY1" fmla="*/ 563608 h 1233481"/>
                <a:gd name="connsiteX2" fmla="*/ 76900 w 402035"/>
                <a:gd name="connsiteY2" fmla="*/ 545901 h 1233481"/>
                <a:gd name="connsiteX3" fmla="*/ 83658 w 402035"/>
                <a:gd name="connsiteY3" fmla="*/ 548895 h 1233481"/>
                <a:gd name="connsiteX4" fmla="*/ 84000 w 402035"/>
                <a:gd name="connsiteY4" fmla="*/ 552231 h 1233481"/>
                <a:gd name="connsiteX5" fmla="*/ 65609 w 402035"/>
                <a:gd name="connsiteY5" fmla="*/ 597567 h 1233481"/>
                <a:gd name="connsiteX6" fmla="*/ 63470 w 402035"/>
                <a:gd name="connsiteY6" fmla="*/ 599363 h 1233481"/>
                <a:gd name="connsiteX7" fmla="*/ 58509 w 402035"/>
                <a:gd name="connsiteY7" fmla="*/ 583453 h 1233481"/>
                <a:gd name="connsiteX8" fmla="*/ 62358 w 402035"/>
                <a:gd name="connsiteY8" fmla="*/ 564634 h 1233481"/>
                <a:gd name="connsiteX9" fmla="*/ 62358 w 402035"/>
                <a:gd name="connsiteY9" fmla="*/ 564634 h 1233481"/>
                <a:gd name="connsiteX10" fmla="*/ 84342 w 402035"/>
                <a:gd name="connsiteY10" fmla="*/ 504243 h 1233481"/>
                <a:gd name="connsiteX11" fmla="*/ 84513 w 402035"/>
                <a:gd name="connsiteY11" fmla="*/ 503901 h 1233481"/>
                <a:gd name="connsiteX12" fmla="*/ 84000 w 402035"/>
                <a:gd name="connsiteY12" fmla="*/ 508263 h 1233481"/>
                <a:gd name="connsiteX13" fmla="*/ 82460 w 402035"/>
                <a:gd name="connsiteY13" fmla="*/ 514166 h 1233481"/>
                <a:gd name="connsiteX14" fmla="*/ 84342 w 402035"/>
                <a:gd name="connsiteY14" fmla="*/ 504243 h 1233481"/>
                <a:gd name="connsiteX15" fmla="*/ 84342 w 402035"/>
                <a:gd name="connsiteY15" fmla="*/ 504243 h 1233481"/>
                <a:gd name="connsiteX16" fmla="*/ 88020 w 402035"/>
                <a:gd name="connsiteY16" fmla="*/ 458223 h 1233481"/>
                <a:gd name="connsiteX17" fmla="*/ 90159 w 402035"/>
                <a:gd name="connsiteY17" fmla="*/ 451979 h 1233481"/>
                <a:gd name="connsiteX18" fmla="*/ 90672 w 402035"/>
                <a:gd name="connsiteY18" fmla="*/ 450268 h 1233481"/>
                <a:gd name="connsiteX19" fmla="*/ 90672 w 402035"/>
                <a:gd name="connsiteY19" fmla="*/ 449840 h 1233481"/>
                <a:gd name="connsiteX20" fmla="*/ 93324 w 402035"/>
                <a:gd name="connsiteY20" fmla="*/ 443938 h 1233481"/>
                <a:gd name="connsiteX21" fmla="*/ 96660 w 402035"/>
                <a:gd name="connsiteY21" fmla="*/ 433246 h 1233481"/>
                <a:gd name="connsiteX22" fmla="*/ 97173 w 402035"/>
                <a:gd name="connsiteY22" fmla="*/ 432817 h 1233481"/>
                <a:gd name="connsiteX23" fmla="*/ 97943 w 402035"/>
                <a:gd name="connsiteY23" fmla="*/ 450268 h 1233481"/>
                <a:gd name="connsiteX24" fmla="*/ 93580 w 402035"/>
                <a:gd name="connsiteY24" fmla="*/ 469257 h 1233481"/>
                <a:gd name="connsiteX25" fmla="*/ 89731 w 402035"/>
                <a:gd name="connsiteY25" fmla="*/ 477212 h 1233481"/>
                <a:gd name="connsiteX26" fmla="*/ 89902 w 402035"/>
                <a:gd name="connsiteY26" fmla="*/ 475331 h 1233481"/>
                <a:gd name="connsiteX27" fmla="*/ 90244 w 402035"/>
                <a:gd name="connsiteY27" fmla="*/ 474219 h 1233481"/>
                <a:gd name="connsiteX28" fmla="*/ 89560 w 402035"/>
                <a:gd name="connsiteY28" fmla="*/ 470113 h 1233481"/>
                <a:gd name="connsiteX29" fmla="*/ 87935 w 402035"/>
                <a:gd name="connsiteY29" fmla="*/ 458137 h 1233481"/>
                <a:gd name="connsiteX30" fmla="*/ 87935 w 402035"/>
                <a:gd name="connsiteY30" fmla="*/ 458137 h 1233481"/>
                <a:gd name="connsiteX31" fmla="*/ 308114 w 402035"/>
                <a:gd name="connsiteY31" fmla="*/ 559930 h 1233481"/>
                <a:gd name="connsiteX32" fmla="*/ 316496 w 402035"/>
                <a:gd name="connsiteY32" fmla="*/ 552915 h 1233481"/>
                <a:gd name="connsiteX33" fmla="*/ 319148 w 402035"/>
                <a:gd name="connsiteY33" fmla="*/ 542907 h 1233481"/>
                <a:gd name="connsiteX34" fmla="*/ 317523 w 402035"/>
                <a:gd name="connsiteY34" fmla="*/ 531188 h 1233481"/>
                <a:gd name="connsiteX35" fmla="*/ 316838 w 402035"/>
                <a:gd name="connsiteY35" fmla="*/ 515535 h 1233481"/>
                <a:gd name="connsiteX36" fmla="*/ 318122 w 402035"/>
                <a:gd name="connsiteY36" fmla="*/ 517245 h 1233481"/>
                <a:gd name="connsiteX37" fmla="*/ 325820 w 402035"/>
                <a:gd name="connsiteY37" fmla="*/ 527595 h 1233481"/>
                <a:gd name="connsiteX38" fmla="*/ 326847 w 402035"/>
                <a:gd name="connsiteY38" fmla="*/ 536235 h 1233481"/>
                <a:gd name="connsiteX39" fmla="*/ 331124 w 402035"/>
                <a:gd name="connsiteY39" fmla="*/ 537433 h 1233481"/>
                <a:gd name="connsiteX40" fmla="*/ 329755 w 402035"/>
                <a:gd name="connsiteY40" fmla="*/ 574899 h 1233481"/>
                <a:gd name="connsiteX41" fmla="*/ 319747 w 402035"/>
                <a:gd name="connsiteY41" fmla="*/ 592434 h 1233481"/>
                <a:gd name="connsiteX42" fmla="*/ 320260 w 402035"/>
                <a:gd name="connsiteY42" fmla="*/ 595086 h 1233481"/>
                <a:gd name="connsiteX43" fmla="*/ 316240 w 402035"/>
                <a:gd name="connsiteY43" fmla="*/ 591921 h 1233481"/>
                <a:gd name="connsiteX44" fmla="*/ 311278 w 402035"/>
                <a:gd name="connsiteY44" fmla="*/ 575583 h 1233481"/>
                <a:gd name="connsiteX45" fmla="*/ 307258 w 402035"/>
                <a:gd name="connsiteY45" fmla="*/ 571563 h 1233481"/>
                <a:gd name="connsiteX46" fmla="*/ 308285 w 402035"/>
                <a:gd name="connsiteY46" fmla="*/ 559930 h 1233481"/>
                <a:gd name="connsiteX47" fmla="*/ 308285 w 402035"/>
                <a:gd name="connsiteY47" fmla="*/ 559930 h 1233481"/>
                <a:gd name="connsiteX48" fmla="*/ 312989 w 402035"/>
                <a:gd name="connsiteY48" fmla="*/ 418618 h 1233481"/>
                <a:gd name="connsiteX49" fmla="*/ 318207 w 402035"/>
                <a:gd name="connsiteY49" fmla="*/ 411861 h 1233481"/>
                <a:gd name="connsiteX50" fmla="*/ 318720 w 402035"/>
                <a:gd name="connsiteY50" fmla="*/ 412203 h 1233481"/>
                <a:gd name="connsiteX51" fmla="*/ 319832 w 402035"/>
                <a:gd name="connsiteY51" fmla="*/ 414940 h 1233481"/>
                <a:gd name="connsiteX52" fmla="*/ 320089 w 402035"/>
                <a:gd name="connsiteY52" fmla="*/ 416394 h 1233481"/>
                <a:gd name="connsiteX53" fmla="*/ 320260 w 402035"/>
                <a:gd name="connsiteY53" fmla="*/ 422467 h 1233481"/>
                <a:gd name="connsiteX54" fmla="*/ 320260 w 402035"/>
                <a:gd name="connsiteY54" fmla="*/ 424520 h 1233481"/>
                <a:gd name="connsiteX55" fmla="*/ 321287 w 402035"/>
                <a:gd name="connsiteY55" fmla="*/ 453433 h 1233481"/>
                <a:gd name="connsiteX56" fmla="*/ 323853 w 402035"/>
                <a:gd name="connsiteY56" fmla="*/ 456256 h 1233481"/>
                <a:gd name="connsiteX57" fmla="*/ 325735 w 402035"/>
                <a:gd name="connsiteY57" fmla="*/ 458137 h 1233481"/>
                <a:gd name="connsiteX58" fmla="*/ 327018 w 402035"/>
                <a:gd name="connsiteY58" fmla="*/ 461473 h 1233481"/>
                <a:gd name="connsiteX59" fmla="*/ 325050 w 402035"/>
                <a:gd name="connsiteY59" fmla="*/ 469172 h 1233481"/>
                <a:gd name="connsiteX60" fmla="*/ 324366 w 402035"/>
                <a:gd name="connsiteY60" fmla="*/ 478838 h 1233481"/>
                <a:gd name="connsiteX61" fmla="*/ 322997 w 402035"/>
                <a:gd name="connsiteY61" fmla="*/ 491155 h 1233481"/>
                <a:gd name="connsiteX62" fmla="*/ 316667 w 402035"/>
                <a:gd name="connsiteY62" fmla="*/ 488162 h 1233481"/>
                <a:gd name="connsiteX63" fmla="*/ 315726 w 402035"/>
                <a:gd name="connsiteY63" fmla="*/ 499282 h 1233481"/>
                <a:gd name="connsiteX64" fmla="*/ 314700 w 402035"/>
                <a:gd name="connsiteY64" fmla="*/ 487734 h 1233481"/>
                <a:gd name="connsiteX65" fmla="*/ 314187 w 402035"/>
                <a:gd name="connsiteY65" fmla="*/ 484569 h 1233481"/>
                <a:gd name="connsiteX66" fmla="*/ 312733 w 402035"/>
                <a:gd name="connsiteY66" fmla="*/ 468060 h 1233481"/>
                <a:gd name="connsiteX67" fmla="*/ 312733 w 402035"/>
                <a:gd name="connsiteY67" fmla="*/ 467889 h 1233481"/>
                <a:gd name="connsiteX68" fmla="*/ 311706 w 402035"/>
                <a:gd name="connsiteY68" fmla="*/ 434101 h 1233481"/>
                <a:gd name="connsiteX69" fmla="*/ 310081 w 402035"/>
                <a:gd name="connsiteY69" fmla="*/ 427086 h 1233481"/>
                <a:gd name="connsiteX70" fmla="*/ 313246 w 402035"/>
                <a:gd name="connsiteY70" fmla="*/ 418532 h 1233481"/>
                <a:gd name="connsiteX71" fmla="*/ 313246 w 402035"/>
                <a:gd name="connsiteY71" fmla="*/ 418532 h 1233481"/>
                <a:gd name="connsiteX72" fmla="*/ 10008 w 402035"/>
                <a:gd name="connsiteY72" fmla="*/ 521607 h 1233481"/>
                <a:gd name="connsiteX73" fmla="*/ 0 w 402035"/>
                <a:gd name="connsiteY73" fmla="*/ 526911 h 1233481"/>
                <a:gd name="connsiteX74" fmla="*/ 6330 w 402035"/>
                <a:gd name="connsiteY74" fmla="*/ 532557 h 1233481"/>
                <a:gd name="connsiteX75" fmla="*/ 14029 w 402035"/>
                <a:gd name="connsiteY75" fmla="*/ 548895 h 1233481"/>
                <a:gd name="connsiteX76" fmla="*/ 21727 w 402035"/>
                <a:gd name="connsiteY76" fmla="*/ 558561 h 1233481"/>
                <a:gd name="connsiteX77" fmla="*/ 25405 w 402035"/>
                <a:gd name="connsiteY77" fmla="*/ 564549 h 1233481"/>
                <a:gd name="connsiteX78" fmla="*/ 30110 w 402035"/>
                <a:gd name="connsiteY78" fmla="*/ 564976 h 1233481"/>
                <a:gd name="connsiteX79" fmla="*/ 39605 w 402035"/>
                <a:gd name="connsiteY79" fmla="*/ 642389 h 1233481"/>
                <a:gd name="connsiteX80" fmla="*/ 40204 w 402035"/>
                <a:gd name="connsiteY80" fmla="*/ 643758 h 1233481"/>
                <a:gd name="connsiteX81" fmla="*/ 40204 w 402035"/>
                <a:gd name="connsiteY81" fmla="*/ 644271 h 1233481"/>
                <a:gd name="connsiteX82" fmla="*/ 52436 w 402035"/>
                <a:gd name="connsiteY82" fmla="*/ 676948 h 1233481"/>
                <a:gd name="connsiteX83" fmla="*/ 54916 w 402035"/>
                <a:gd name="connsiteY83" fmla="*/ 692173 h 1233481"/>
                <a:gd name="connsiteX84" fmla="*/ 60391 w 402035"/>
                <a:gd name="connsiteY84" fmla="*/ 766336 h 1233481"/>
                <a:gd name="connsiteX85" fmla="*/ 62786 w 402035"/>
                <a:gd name="connsiteY85" fmla="*/ 941436 h 1233481"/>
                <a:gd name="connsiteX86" fmla="*/ 63813 w 402035"/>
                <a:gd name="connsiteY86" fmla="*/ 1055802 h 1233481"/>
                <a:gd name="connsiteX87" fmla="*/ 54147 w 402035"/>
                <a:gd name="connsiteY87" fmla="*/ 1140828 h 1233481"/>
                <a:gd name="connsiteX88" fmla="*/ 63470 w 402035"/>
                <a:gd name="connsiteY88" fmla="*/ 1185565 h 1233481"/>
                <a:gd name="connsiteX89" fmla="*/ 56456 w 402035"/>
                <a:gd name="connsiteY89" fmla="*/ 1190270 h 1233481"/>
                <a:gd name="connsiteX90" fmla="*/ 44823 w 402035"/>
                <a:gd name="connsiteY90" fmla="*/ 1200963 h 1233481"/>
                <a:gd name="connsiteX91" fmla="*/ 29169 w 402035"/>
                <a:gd name="connsiteY91" fmla="*/ 1211655 h 1233481"/>
                <a:gd name="connsiteX92" fmla="*/ 25491 w 402035"/>
                <a:gd name="connsiteY92" fmla="*/ 1226282 h 1233481"/>
                <a:gd name="connsiteX93" fmla="*/ 99226 w 402035"/>
                <a:gd name="connsiteY93" fmla="*/ 1231586 h 1233481"/>
                <a:gd name="connsiteX94" fmla="*/ 117874 w 402035"/>
                <a:gd name="connsiteY94" fmla="*/ 1228934 h 1233481"/>
                <a:gd name="connsiteX95" fmla="*/ 131902 w 402035"/>
                <a:gd name="connsiteY95" fmla="*/ 1225940 h 1233481"/>
                <a:gd name="connsiteX96" fmla="*/ 131560 w 402035"/>
                <a:gd name="connsiteY96" fmla="*/ 1215590 h 1233481"/>
                <a:gd name="connsiteX97" fmla="*/ 129250 w 402035"/>
                <a:gd name="connsiteY97" fmla="*/ 1200620 h 1233481"/>
                <a:gd name="connsiteX98" fmla="*/ 131902 w 402035"/>
                <a:gd name="connsiteY98" fmla="*/ 1192922 h 1233481"/>
                <a:gd name="connsiteX99" fmla="*/ 139601 w 402035"/>
                <a:gd name="connsiteY99" fmla="*/ 1177610 h 1233481"/>
                <a:gd name="connsiteX100" fmla="*/ 143963 w 402035"/>
                <a:gd name="connsiteY100" fmla="*/ 1158963 h 1233481"/>
                <a:gd name="connsiteX101" fmla="*/ 138318 w 402035"/>
                <a:gd name="connsiteY101" fmla="*/ 1124576 h 1233481"/>
                <a:gd name="connsiteX102" fmla="*/ 141654 w 402035"/>
                <a:gd name="connsiteY102" fmla="*/ 1019875 h 1233481"/>
                <a:gd name="connsiteX103" fmla="*/ 143621 w 402035"/>
                <a:gd name="connsiteY103" fmla="*/ 976165 h 1233481"/>
                <a:gd name="connsiteX104" fmla="*/ 142765 w 402035"/>
                <a:gd name="connsiteY104" fmla="*/ 956491 h 1233481"/>
                <a:gd name="connsiteX105" fmla="*/ 142937 w 402035"/>
                <a:gd name="connsiteY105" fmla="*/ 948193 h 1233481"/>
                <a:gd name="connsiteX106" fmla="*/ 142937 w 402035"/>
                <a:gd name="connsiteY106" fmla="*/ 948193 h 1233481"/>
                <a:gd name="connsiteX107" fmla="*/ 143279 w 402035"/>
                <a:gd name="connsiteY107" fmla="*/ 946483 h 1233481"/>
                <a:gd name="connsiteX108" fmla="*/ 149609 w 402035"/>
                <a:gd name="connsiteY108" fmla="*/ 914833 h 1233481"/>
                <a:gd name="connsiteX109" fmla="*/ 151576 w 402035"/>
                <a:gd name="connsiteY109" fmla="*/ 885150 h 1233481"/>
                <a:gd name="connsiteX110" fmla="*/ 155254 w 402035"/>
                <a:gd name="connsiteY110" fmla="*/ 859831 h 1233481"/>
                <a:gd name="connsiteX111" fmla="*/ 161242 w 402035"/>
                <a:gd name="connsiteY111" fmla="*/ 828780 h 1233481"/>
                <a:gd name="connsiteX112" fmla="*/ 164920 w 402035"/>
                <a:gd name="connsiteY112" fmla="*/ 815094 h 1233481"/>
                <a:gd name="connsiteX113" fmla="*/ 167914 w 402035"/>
                <a:gd name="connsiteY113" fmla="*/ 789432 h 1233481"/>
                <a:gd name="connsiteX114" fmla="*/ 173218 w 402035"/>
                <a:gd name="connsiteY114" fmla="*/ 774462 h 1233481"/>
                <a:gd name="connsiteX115" fmla="*/ 172961 w 402035"/>
                <a:gd name="connsiteY115" fmla="*/ 769501 h 1233481"/>
                <a:gd name="connsiteX116" fmla="*/ 172876 w 402035"/>
                <a:gd name="connsiteY116" fmla="*/ 754788 h 1233481"/>
                <a:gd name="connsiteX117" fmla="*/ 175527 w 402035"/>
                <a:gd name="connsiteY117" fmla="*/ 740931 h 1233481"/>
                <a:gd name="connsiteX118" fmla="*/ 177837 w 402035"/>
                <a:gd name="connsiteY118" fmla="*/ 728443 h 1233481"/>
                <a:gd name="connsiteX119" fmla="*/ 179548 w 402035"/>
                <a:gd name="connsiteY119" fmla="*/ 712190 h 1233481"/>
                <a:gd name="connsiteX120" fmla="*/ 182370 w 402035"/>
                <a:gd name="connsiteY120" fmla="*/ 703978 h 1233481"/>
                <a:gd name="connsiteX121" fmla="*/ 192464 w 402035"/>
                <a:gd name="connsiteY121" fmla="*/ 703807 h 1233481"/>
                <a:gd name="connsiteX122" fmla="*/ 204440 w 402035"/>
                <a:gd name="connsiteY122" fmla="*/ 800894 h 1233481"/>
                <a:gd name="connsiteX123" fmla="*/ 212138 w 402035"/>
                <a:gd name="connsiteY123" fmla="*/ 888230 h 1233481"/>
                <a:gd name="connsiteX124" fmla="*/ 220179 w 402035"/>
                <a:gd name="connsiteY124" fmla="*/ 930572 h 1233481"/>
                <a:gd name="connsiteX125" fmla="*/ 221205 w 402035"/>
                <a:gd name="connsiteY125" fmla="*/ 1011321 h 1233481"/>
                <a:gd name="connsiteX126" fmla="*/ 217185 w 402035"/>
                <a:gd name="connsiteY126" fmla="*/ 1084714 h 1233481"/>
                <a:gd name="connsiteX127" fmla="*/ 211197 w 402035"/>
                <a:gd name="connsiteY127" fmla="*/ 1151778 h 1233481"/>
                <a:gd name="connsiteX128" fmla="*/ 221205 w 402035"/>
                <a:gd name="connsiteY128" fmla="*/ 1190099 h 1233481"/>
                <a:gd name="connsiteX129" fmla="*/ 219837 w 402035"/>
                <a:gd name="connsiteY129" fmla="*/ 1202075 h 1233481"/>
                <a:gd name="connsiteX130" fmla="*/ 216501 w 402035"/>
                <a:gd name="connsiteY130" fmla="*/ 1225085 h 1233481"/>
                <a:gd name="connsiteX131" fmla="*/ 245156 w 402035"/>
                <a:gd name="connsiteY131" fmla="*/ 1231072 h 1233481"/>
                <a:gd name="connsiteX132" fmla="*/ 278517 w 402035"/>
                <a:gd name="connsiteY132" fmla="*/ 1233382 h 1233481"/>
                <a:gd name="connsiteX133" fmla="*/ 286557 w 402035"/>
                <a:gd name="connsiteY133" fmla="*/ 1230046 h 1233481"/>
                <a:gd name="connsiteX134" fmla="*/ 299560 w 402035"/>
                <a:gd name="connsiteY134" fmla="*/ 1233382 h 1233481"/>
                <a:gd name="connsiteX135" fmla="*/ 365938 w 402035"/>
                <a:gd name="connsiteY135" fmla="*/ 1229019 h 1233481"/>
                <a:gd name="connsiteX136" fmla="*/ 374578 w 402035"/>
                <a:gd name="connsiteY136" fmla="*/ 1222348 h 1233481"/>
                <a:gd name="connsiteX137" fmla="*/ 369873 w 402035"/>
                <a:gd name="connsiteY137" fmla="*/ 1211313 h 1233481"/>
                <a:gd name="connsiteX138" fmla="*/ 359523 w 402035"/>
                <a:gd name="connsiteY138" fmla="*/ 1203358 h 1233481"/>
                <a:gd name="connsiteX139" fmla="*/ 337539 w 402035"/>
                <a:gd name="connsiteY139" fmla="*/ 1201647 h 1233481"/>
                <a:gd name="connsiteX140" fmla="*/ 319234 w 402035"/>
                <a:gd name="connsiteY140" fmla="*/ 1190954 h 1233481"/>
                <a:gd name="connsiteX141" fmla="*/ 304179 w 402035"/>
                <a:gd name="connsiteY141" fmla="*/ 1177610 h 1233481"/>
                <a:gd name="connsiteX142" fmla="*/ 303837 w 402035"/>
                <a:gd name="connsiteY142" fmla="*/ 1169912 h 1233481"/>
                <a:gd name="connsiteX143" fmla="*/ 302126 w 402035"/>
                <a:gd name="connsiteY143" fmla="*/ 1136894 h 1233481"/>
                <a:gd name="connsiteX144" fmla="*/ 295111 w 402035"/>
                <a:gd name="connsiteY144" fmla="*/ 1130563 h 1233481"/>
                <a:gd name="connsiteX145" fmla="*/ 295454 w 402035"/>
                <a:gd name="connsiteY145" fmla="*/ 1114910 h 1233481"/>
                <a:gd name="connsiteX146" fmla="*/ 297079 w 402035"/>
                <a:gd name="connsiteY146" fmla="*/ 1026889 h 1233481"/>
                <a:gd name="connsiteX147" fmla="*/ 297079 w 402035"/>
                <a:gd name="connsiteY147" fmla="*/ 972828 h 1233481"/>
                <a:gd name="connsiteX148" fmla="*/ 293401 w 402035"/>
                <a:gd name="connsiteY148" fmla="*/ 938185 h 1233481"/>
                <a:gd name="connsiteX149" fmla="*/ 296395 w 402035"/>
                <a:gd name="connsiteY149" fmla="*/ 908161 h 1233481"/>
                <a:gd name="connsiteX150" fmla="*/ 308028 w 402035"/>
                <a:gd name="connsiteY150" fmla="*/ 819114 h 1233481"/>
                <a:gd name="connsiteX151" fmla="*/ 319661 w 402035"/>
                <a:gd name="connsiteY151" fmla="*/ 730410 h 1233481"/>
                <a:gd name="connsiteX152" fmla="*/ 329498 w 402035"/>
                <a:gd name="connsiteY152" fmla="*/ 675921 h 1233481"/>
                <a:gd name="connsiteX153" fmla="*/ 333006 w 402035"/>
                <a:gd name="connsiteY153" fmla="*/ 664031 h 1233481"/>
                <a:gd name="connsiteX154" fmla="*/ 342329 w 402035"/>
                <a:gd name="connsiteY154" fmla="*/ 641021 h 1233481"/>
                <a:gd name="connsiteX155" fmla="*/ 357983 w 402035"/>
                <a:gd name="connsiteY155" fmla="*/ 593033 h 1233481"/>
                <a:gd name="connsiteX156" fmla="*/ 368504 w 402035"/>
                <a:gd name="connsiteY156" fmla="*/ 544533 h 1233481"/>
                <a:gd name="connsiteX157" fmla="*/ 369616 w 402035"/>
                <a:gd name="connsiteY157" fmla="*/ 541538 h 1233481"/>
                <a:gd name="connsiteX158" fmla="*/ 370729 w 402035"/>
                <a:gd name="connsiteY158" fmla="*/ 541367 h 1233481"/>
                <a:gd name="connsiteX159" fmla="*/ 380052 w 402035"/>
                <a:gd name="connsiteY159" fmla="*/ 536663 h 1233481"/>
                <a:gd name="connsiteX160" fmla="*/ 395021 w 402035"/>
                <a:gd name="connsiteY160" fmla="*/ 516304 h 1233481"/>
                <a:gd name="connsiteX161" fmla="*/ 398700 w 402035"/>
                <a:gd name="connsiteY161" fmla="*/ 500308 h 1233481"/>
                <a:gd name="connsiteX162" fmla="*/ 402036 w 402035"/>
                <a:gd name="connsiteY162" fmla="*/ 490985 h 1233481"/>
                <a:gd name="connsiteX163" fmla="*/ 394679 w 402035"/>
                <a:gd name="connsiteY163" fmla="*/ 492695 h 1233481"/>
                <a:gd name="connsiteX164" fmla="*/ 386724 w 402035"/>
                <a:gd name="connsiteY164" fmla="*/ 490386 h 1233481"/>
                <a:gd name="connsiteX165" fmla="*/ 389034 w 402035"/>
                <a:gd name="connsiteY165" fmla="*/ 469343 h 1233481"/>
                <a:gd name="connsiteX166" fmla="*/ 389718 w 402035"/>
                <a:gd name="connsiteY166" fmla="*/ 435983 h 1233481"/>
                <a:gd name="connsiteX167" fmla="*/ 386040 w 402035"/>
                <a:gd name="connsiteY167" fmla="*/ 383975 h 1233481"/>
                <a:gd name="connsiteX168" fmla="*/ 369702 w 402035"/>
                <a:gd name="connsiteY168" fmla="*/ 277905 h 1233481"/>
                <a:gd name="connsiteX169" fmla="*/ 354989 w 402035"/>
                <a:gd name="connsiteY169" fmla="*/ 235221 h 1233481"/>
                <a:gd name="connsiteX170" fmla="*/ 329156 w 402035"/>
                <a:gd name="connsiteY170" fmla="*/ 219910 h 1233481"/>
                <a:gd name="connsiteX171" fmla="*/ 329327 w 402035"/>
                <a:gd name="connsiteY171" fmla="*/ 218884 h 1233481"/>
                <a:gd name="connsiteX172" fmla="*/ 301612 w 402035"/>
                <a:gd name="connsiteY172" fmla="*/ 204855 h 1233481"/>
                <a:gd name="connsiteX173" fmla="*/ 272700 w 402035"/>
                <a:gd name="connsiteY173" fmla="*/ 194162 h 1233481"/>
                <a:gd name="connsiteX174" fmla="*/ 263548 w 402035"/>
                <a:gd name="connsiteY174" fmla="*/ 189544 h 1233481"/>
                <a:gd name="connsiteX175" fmla="*/ 256191 w 402035"/>
                <a:gd name="connsiteY175" fmla="*/ 185181 h 1233481"/>
                <a:gd name="connsiteX176" fmla="*/ 252171 w 402035"/>
                <a:gd name="connsiteY176" fmla="*/ 169185 h 1233481"/>
                <a:gd name="connsiteX177" fmla="*/ 248492 w 402035"/>
                <a:gd name="connsiteY177" fmla="*/ 161828 h 1233481"/>
                <a:gd name="connsiteX178" fmla="*/ 242505 w 402035"/>
                <a:gd name="connsiteY178" fmla="*/ 156952 h 1233481"/>
                <a:gd name="connsiteX179" fmla="*/ 245670 w 402035"/>
                <a:gd name="connsiteY179" fmla="*/ 127955 h 1233481"/>
                <a:gd name="connsiteX180" fmla="*/ 254052 w 402035"/>
                <a:gd name="connsiteY180" fmla="*/ 120171 h 1233481"/>
                <a:gd name="connsiteX181" fmla="*/ 265344 w 402035"/>
                <a:gd name="connsiteY181" fmla="*/ 102806 h 1233481"/>
                <a:gd name="connsiteX182" fmla="*/ 261837 w 402035"/>
                <a:gd name="connsiteY182" fmla="*/ 73295 h 1233481"/>
                <a:gd name="connsiteX183" fmla="*/ 254822 w 402035"/>
                <a:gd name="connsiteY183" fmla="*/ 35743 h 1233481"/>
                <a:gd name="connsiteX184" fmla="*/ 243274 w 402035"/>
                <a:gd name="connsiteY184" fmla="*/ 18208 h 1233481"/>
                <a:gd name="connsiteX185" fmla="*/ 231299 w 402035"/>
                <a:gd name="connsiteY185" fmla="*/ 9739 h 1233481"/>
                <a:gd name="connsiteX186" fmla="*/ 213763 w 402035"/>
                <a:gd name="connsiteY186" fmla="*/ 4692 h 1233481"/>
                <a:gd name="connsiteX187" fmla="*/ 200248 w 402035"/>
                <a:gd name="connsiteY187" fmla="*/ 2725 h 1233481"/>
                <a:gd name="connsiteX188" fmla="*/ 187417 w 402035"/>
                <a:gd name="connsiteY188" fmla="*/ 73 h 1233481"/>
                <a:gd name="connsiteX189" fmla="*/ 158077 w 402035"/>
                <a:gd name="connsiteY189" fmla="*/ 22741 h 1233481"/>
                <a:gd name="connsiteX190" fmla="*/ 142081 w 402035"/>
                <a:gd name="connsiteY190" fmla="*/ 46778 h 1233481"/>
                <a:gd name="connsiteX191" fmla="*/ 139430 w 402035"/>
                <a:gd name="connsiteY191" fmla="*/ 90831 h 1233481"/>
                <a:gd name="connsiteX192" fmla="*/ 138745 w 402035"/>
                <a:gd name="connsiteY192" fmla="*/ 98871 h 1233481"/>
                <a:gd name="connsiteX193" fmla="*/ 142765 w 402035"/>
                <a:gd name="connsiteY193" fmla="*/ 122395 h 1233481"/>
                <a:gd name="connsiteX194" fmla="*/ 150721 w 402035"/>
                <a:gd name="connsiteY194" fmla="*/ 122395 h 1233481"/>
                <a:gd name="connsiteX195" fmla="*/ 154741 w 402035"/>
                <a:gd name="connsiteY195" fmla="*/ 133943 h 1233481"/>
                <a:gd name="connsiteX196" fmla="*/ 161242 w 402035"/>
                <a:gd name="connsiteY196" fmla="*/ 146431 h 1233481"/>
                <a:gd name="connsiteX197" fmla="*/ 163210 w 402035"/>
                <a:gd name="connsiteY197" fmla="*/ 162940 h 1233481"/>
                <a:gd name="connsiteX198" fmla="*/ 163637 w 402035"/>
                <a:gd name="connsiteY198" fmla="*/ 163796 h 1233481"/>
                <a:gd name="connsiteX199" fmla="*/ 161328 w 402035"/>
                <a:gd name="connsiteY199" fmla="*/ 167560 h 1233481"/>
                <a:gd name="connsiteX200" fmla="*/ 155340 w 402035"/>
                <a:gd name="connsiteY200" fmla="*/ 195275 h 1233481"/>
                <a:gd name="connsiteX201" fmla="*/ 125144 w 402035"/>
                <a:gd name="connsiteY201" fmla="*/ 211784 h 1233481"/>
                <a:gd name="connsiteX202" fmla="*/ 84599 w 402035"/>
                <a:gd name="connsiteY202" fmla="*/ 233938 h 1233481"/>
                <a:gd name="connsiteX203" fmla="*/ 84599 w 402035"/>
                <a:gd name="connsiteY203" fmla="*/ 234452 h 1233481"/>
                <a:gd name="connsiteX204" fmla="*/ 83230 w 402035"/>
                <a:gd name="connsiteY204" fmla="*/ 235307 h 1233481"/>
                <a:gd name="connsiteX205" fmla="*/ 59878 w 402035"/>
                <a:gd name="connsiteY205" fmla="*/ 256692 h 1233481"/>
                <a:gd name="connsiteX206" fmla="*/ 49185 w 402035"/>
                <a:gd name="connsiteY206" fmla="*/ 293388 h 1233481"/>
                <a:gd name="connsiteX207" fmla="*/ 46876 w 402035"/>
                <a:gd name="connsiteY207" fmla="*/ 338724 h 1233481"/>
                <a:gd name="connsiteX208" fmla="*/ 39861 w 402035"/>
                <a:gd name="connsiteY208" fmla="*/ 382093 h 1233481"/>
                <a:gd name="connsiteX209" fmla="*/ 26175 w 402035"/>
                <a:gd name="connsiteY209" fmla="*/ 449156 h 1233481"/>
                <a:gd name="connsiteX210" fmla="*/ 23523 w 402035"/>
                <a:gd name="connsiteY210" fmla="*/ 486878 h 1233481"/>
                <a:gd name="connsiteX211" fmla="*/ 24208 w 402035"/>
                <a:gd name="connsiteY211" fmla="*/ 517929 h 1233481"/>
                <a:gd name="connsiteX212" fmla="*/ 15825 w 402035"/>
                <a:gd name="connsiteY212" fmla="*/ 523233 h 1233481"/>
                <a:gd name="connsiteX213" fmla="*/ 9495 w 402035"/>
                <a:gd name="connsiteY213" fmla="*/ 521864 h 1233481"/>
                <a:gd name="connsiteX214" fmla="*/ 9495 w 402035"/>
                <a:gd name="connsiteY214" fmla="*/ 521864 h 1233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</a:cxnLst>
              <a:rect l="l" t="t" r="r" b="b"/>
              <a:pathLst>
                <a:path w="402035" h="1233481">
                  <a:moveTo>
                    <a:pt x="62444" y="564634"/>
                  </a:moveTo>
                  <a:cubicBezTo>
                    <a:pt x="67576" y="564634"/>
                    <a:pt x="71511" y="564377"/>
                    <a:pt x="72024" y="563608"/>
                  </a:cubicBezTo>
                  <a:cubicBezTo>
                    <a:pt x="72794" y="562581"/>
                    <a:pt x="75104" y="552488"/>
                    <a:pt x="76900" y="545901"/>
                  </a:cubicBezTo>
                  <a:lnTo>
                    <a:pt x="83658" y="548895"/>
                  </a:lnTo>
                  <a:lnTo>
                    <a:pt x="84000" y="552231"/>
                  </a:lnTo>
                  <a:cubicBezTo>
                    <a:pt x="82631" y="573274"/>
                    <a:pt x="65609" y="597567"/>
                    <a:pt x="65609" y="597567"/>
                  </a:cubicBezTo>
                  <a:lnTo>
                    <a:pt x="63470" y="599363"/>
                  </a:lnTo>
                  <a:cubicBezTo>
                    <a:pt x="62615" y="597396"/>
                    <a:pt x="60648" y="592520"/>
                    <a:pt x="58509" y="583453"/>
                  </a:cubicBezTo>
                  <a:cubicBezTo>
                    <a:pt x="55515" y="571221"/>
                    <a:pt x="60733" y="567628"/>
                    <a:pt x="62358" y="564634"/>
                  </a:cubicBezTo>
                  <a:lnTo>
                    <a:pt x="62358" y="564634"/>
                  </a:lnTo>
                  <a:close/>
                  <a:moveTo>
                    <a:pt x="84342" y="504243"/>
                  </a:moveTo>
                  <a:lnTo>
                    <a:pt x="84513" y="503901"/>
                  </a:lnTo>
                  <a:cubicBezTo>
                    <a:pt x="84513" y="505697"/>
                    <a:pt x="84428" y="507237"/>
                    <a:pt x="84000" y="508263"/>
                  </a:cubicBezTo>
                  <a:cubicBezTo>
                    <a:pt x="83743" y="509033"/>
                    <a:pt x="83144" y="511258"/>
                    <a:pt x="82460" y="514166"/>
                  </a:cubicBezTo>
                  <a:cubicBezTo>
                    <a:pt x="83144" y="509205"/>
                    <a:pt x="83829" y="505270"/>
                    <a:pt x="84342" y="504243"/>
                  </a:cubicBezTo>
                  <a:lnTo>
                    <a:pt x="84342" y="504243"/>
                  </a:lnTo>
                  <a:close/>
                  <a:moveTo>
                    <a:pt x="88020" y="458223"/>
                  </a:moveTo>
                  <a:cubicBezTo>
                    <a:pt x="89132" y="455400"/>
                    <a:pt x="89731" y="453518"/>
                    <a:pt x="90159" y="451979"/>
                  </a:cubicBezTo>
                  <a:lnTo>
                    <a:pt x="90672" y="450268"/>
                  </a:lnTo>
                  <a:lnTo>
                    <a:pt x="90672" y="449840"/>
                  </a:lnTo>
                  <a:cubicBezTo>
                    <a:pt x="91185" y="448215"/>
                    <a:pt x="91870" y="446590"/>
                    <a:pt x="93324" y="443938"/>
                  </a:cubicBezTo>
                  <a:cubicBezTo>
                    <a:pt x="96660" y="437950"/>
                    <a:pt x="94008" y="435983"/>
                    <a:pt x="96660" y="433246"/>
                  </a:cubicBezTo>
                  <a:lnTo>
                    <a:pt x="97173" y="432817"/>
                  </a:lnTo>
                  <a:cubicBezTo>
                    <a:pt x="97857" y="437094"/>
                    <a:pt x="98542" y="445478"/>
                    <a:pt x="97943" y="450268"/>
                  </a:cubicBezTo>
                  <a:cubicBezTo>
                    <a:pt x="97259" y="455571"/>
                    <a:pt x="97259" y="460276"/>
                    <a:pt x="93580" y="469257"/>
                  </a:cubicBezTo>
                  <a:cubicBezTo>
                    <a:pt x="92041" y="472935"/>
                    <a:pt x="90843" y="475245"/>
                    <a:pt x="89731" y="477212"/>
                  </a:cubicBezTo>
                  <a:lnTo>
                    <a:pt x="89902" y="475331"/>
                  </a:lnTo>
                  <a:lnTo>
                    <a:pt x="90244" y="474219"/>
                  </a:lnTo>
                  <a:cubicBezTo>
                    <a:pt x="90501" y="473192"/>
                    <a:pt x="90244" y="471738"/>
                    <a:pt x="89560" y="470113"/>
                  </a:cubicBezTo>
                  <a:cubicBezTo>
                    <a:pt x="88448" y="466948"/>
                    <a:pt x="85369" y="464724"/>
                    <a:pt x="87935" y="458137"/>
                  </a:cubicBezTo>
                  <a:lnTo>
                    <a:pt x="87935" y="458137"/>
                  </a:lnTo>
                  <a:close/>
                  <a:moveTo>
                    <a:pt x="308114" y="559930"/>
                  </a:moveTo>
                  <a:cubicBezTo>
                    <a:pt x="308456" y="556593"/>
                    <a:pt x="314101" y="556935"/>
                    <a:pt x="316496" y="552915"/>
                  </a:cubicBezTo>
                  <a:cubicBezTo>
                    <a:pt x="318806" y="548895"/>
                    <a:pt x="319148" y="542907"/>
                    <a:pt x="319148" y="542907"/>
                  </a:cubicBezTo>
                  <a:cubicBezTo>
                    <a:pt x="319148" y="542907"/>
                    <a:pt x="318207" y="536919"/>
                    <a:pt x="317523" y="531188"/>
                  </a:cubicBezTo>
                  <a:cubicBezTo>
                    <a:pt x="317437" y="526141"/>
                    <a:pt x="317181" y="520410"/>
                    <a:pt x="316838" y="515535"/>
                  </a:cubicBezTo>
                  <a:lnTo>
                    <a:pt x="318122" y="517245"/>
                  </a:lnTo>
                  <a:cubicBezTo>
                    <a:pt x="323083" y="520581"/>
                    <a:pt x="325820" y="521607"/>
                    <a:pt x="325820" y="527595"/>
                  </a:cubicBezTo>
                  <a:cubicBezTo>
                    <a:pt x="325820" y="533583"/>
                    <a:pt x="325478" y="534952"/>
                    <a:pt x="326847" y="536235"/>
                  </a:cubicBezTo>
                  <a:cubicBezTo>
                    <a:pt x="327103" y="536492"/>
                    <a:pt x="328729" y="536919"/>
                    <a:pt x="331124" y="537433"/>
                  </a:cubicBezTo>
                  <a:cubicBezTo>
                    <a:pt x="330867" y="546671"/>
                    <a:pt x="330097" y="571306"/>
                    <a:pt x="329755" y="574899"/>
                  </a:cubicBezTo>
                  <a:cubicBezTo>
                    <a:pt x="329242" y="579347"/>
                    <a:pt x="320773" y="589441"/>
                    <a:pt x="319747" y="592434"/>
                  </a:cubicBezTo>
                  <a:cubicBezTo>
                    <a:pt x="319661" y="592776"/>
                    <a:pt x="319747" y="593718"/>
                    <a:pt x="320260" y="595086"/>
                  </a:cubicBezTo>
                  <a:cubicBezTo>
                    <a:pt x="319063" y="593718"/>
                    <a:pt x="317694" y="592520"/>
                    <a:pt x="316240" y="591921"/>
                  </a:cubicBezTo>
                  <a:cubicBezTo>
                    <a:pt x="312904" y="590552"/>
                    <a:pt x="312219" y="578577"/>
                    <a:pt x="311278" y="575583"/>
                  </a:cubicBezTo>
                  <a:cubicBezTo>
                    <a:pt x="310252" y="572589"/>
                    <a:pt x="308285" y="573274"/>
                    <a:pt x="307258" y="571563"/>
                  </a:cubicBezTo>
                  <a:cubicBezTo>
                    <a:pt x="306232" y="569852"/>
                    <a:pt x="307942" y="563180"/>
                    <a:pt x="308285" y="559930"/>
                  </a:cubicBezTo>
                  <a:lnTo>
                    <a:pt x="308285" y="559930"/>
                  </a:lnTo>
                  <a:close/>
                  <a:moveTo>
                    <a:pt x="312989" y="418618"/>
                  </a:moveTo>
                  <a:cubicBezTo>
                    <a:pt x="315128" y="416651"/>
                    <a:pt x="317266" y="414854"/>
                    <a:pt x="318207" y="411861"/>
                  </a:cubicBezTo>
                  <a:lnTo>
                    <a:pt x="318720" y="412203"/>
                  </a:lnTo>
                  <a:cubicBezTo>
                    <a:pt x="318720" y="412203"/>
                    <a:pt x="319490" y="413400"/>
                    <a:pt x="319832" y="414940"/>
                  </a:cubicBezTo>
                  <a:lnTo>
                    <a:pt x="320089" y="416394"/>
                  </a:lnTo>
                  <a:cubicBezTo>
                    <a:pt x="320260" y="417934"/>
                    <a:pt x="320346" y="419901"/>
                    <a:pt x="320260" y="422467"/>
                  </a:cubicBezTo>
                  <a:lnTo>
                    <a:pt x="320260" y="424520"/>
                  </a:lnTo>
                  <a:cubicBezTo>
                    <a:pt x="319832" y="434528"/>
                    <a:pt x="319148" y="450952"/>
                    <a:pt x="321287" y="453433"/>
                  </a:cubicBezTo>
                  <a:lnTo>
                    <a:pt x="323853" y="456256"/>
                  </a:lnTo>
                  <a:lnTo>
                    <a:pt x="325735" y="458137"/>
                  </a:lnTo>
                  <a:cubicBezTo>
                    <a:pt x="326419" y="459078"/>
                    <a:pt x="327018" y="460105"/>
                    <a:pt x="327018" y="461473"/>
                  </a:cubicBezTo>
                  <a:cubicBezTo>
                    <a:pt x="327018" y="465494"/>
                    <a:pt x="325307" y="463783"/>
                    <a:pt x="325050" y="469172"/>
                  </a:cubicBezTo>
                  <a:cubicBezTo>
                    <a:pt x="324708" y="474476"/>
                    <a:pt x="323682" y="473534"/>
                    <a:pt x="324366" y="478838"/>
                  </a:cubicBezTo>
                  <a:cubicBezTo>
                    <a:pt x="325050" y="484141"/>
                    <a:pt x="326077" y="492524"/>
                    <a:pt x="322997" y="491155"/>
                  </a:cubicBezTo>
                  <a:cubicBezTo>
                    <a:pt x="320003" y="489873"/>
                    <a:pt x="316667" y="488162"/>
                    <a:pt x="316667" y="488162"/>
                  </a:cubicBezTo>
                  <a:cubicBezTo>
                    <a:pt x="316667" y="488162"/>
                    <a:pt x="315983" y="493294"/>
                    <a:pt x="315726" y="499282"/>
                  </a:cubicBezTo>
                  <a:cubicBezTo>
                    <a:pt x="315299" y="493978"/>
                    <a:pt x="314957" y="489445"/>
                    <a:pt x="314700" y="487734"/>
                  </a:cubicBezTo>
                  <a:lnTo>
                    <a:pt x="314187" y="484569"/>
                  </a:lnTo>
                  <a:cubicBezTo>
                    <a:pt x="313588" y="477555"/>
                    <a:pt x="312989" y="471054"/>
                    <a:pt x="312733" y="468060"/>
                  </a:cubicBezTo>
                  <a:lnTo>
                    <a:pt x="312733" y="467889"/>
                  </a:lnTo>
                  <a:cubicBezTo>
                    <a:pt x="312562" y="459421"/>
                    <a:pt x="311706" y="437180"/>
                    <a:pt x="311706" y="434101"/>
                  </a:cubicBezTo>
                  <a:cubicBezTo>
                    <a:pt x="311706" y="430765"/>
                    <a:pt x="310081" y="427086"/>
                    <a:pt x="310081" y="427086"/>
                  </a:cubicBezTo>
                  <a:cubicBezTo>
                    <a:pt x="309910" y="424520"/>
                    <a:pt x="311449" y="421355"/>
                    <a:pt x="313246" y="418532"/>
                  </a:cubicBezTo>
                  <a:lnTo>
                    <a:pt x="313246" y="418532"/>
                  </a:lnTo>
                  <a:close/>
                  <a:moveTo>
                    <a:pt x="10008" y="521607"/>
                  </a:moveTo>
                  <a:lnTo>
                    <a:pt x="0" y="526911"/>
                  </a:lnTo>
                  <a:cubicBezTo>
                    <a:pt x="0" y="526911"/>
                    <a:pt x="5047" y="529563"/>
                    <a:pt x="6330" y="532557"/>
                  </a:cubicBezTo>
                  <a:cubicBezTo>
                    <a:pt x="7699" y="535550"/>
                    <a:pt x="8640" y="543249"/>
                    <a:pt x="14029" y="548895"/>
                  </a:cubicBezTo>
                  <a:cubicBezTo>
                    <a:pt x="19332" y="554541"/>
                    <a:pt x="20016" y="556593"/>
                    <a:pt x="21727" y="558561"/>
                  </a:cubicBezTo>
                  <a:cubicBezTo>
                    <a:pt x="23438" y="560528"/>
                    <a:pt x="22412" y="563608"/>
                    <a:pt x="25405" y="564549"/>
                  </a:cubicBezTo>
                  <a:cubicBezTo>
                    <a:pt x="26432" y="564890"/>
                    <a:pt x="28057" y="564976"/>
                    <a:pt x="30110" y="564976"/>
                  </a:cubicBezTo>
                  <a:cubicBezTo>
                    <a:pt x="30794" y="571819"/>
                    <a:pt x="37210" y="637171"/>
                    <a:pt x="39605" y="642389"/>
                  </a:cubicBezTo>
                  <a:lnTo>
                    <a:pt x="40204" y="643758"/>
                  </a:lnTo>
                  <a:lnTo>
                    <a:pt x="40204" y="644271"/>
                  </a:lnTo>
                  <a:cubicBezTo>
                    <a:pt x="39776" y="645298"/>
                    <a:pt x="48758" y="664630"/>
                    <a:pt x="52436" y="676948"/>
                  </a:cubicBezTo>
                  <a:cubicBezTo>
                    <a:pt x="52436" y="680540"/>
                    <a:pt x="53462" y="686100"/>
                    <a:pt x="54916" y="692173"/>
                  </a:cubicBezTo>
                  <a:cubicBezTo>
                    <a:pt x="57654" y="715269"/>
                    <a:pt x="59878" y="754532"/>
                    <a:pt x="60391" y="766336"/>
                  </a:cubicBezTo>
                  <a:cubicBezTo>
                    <a:pt x="61075" y="781648"/>
                    <a:pt x="62786" y="930401"/>
                    <a:pt x="62786" y="941436"/>
                  </a:cubicBezTo>
                  <a:cubicBezTo>
                    <a:pt x="62786" y="952470"/>
                    <a:pt x="64155" y="1046136"/>
                    <a:pt x="63813" y="1055802"/>
                  </a:cubicBezTo>
                  <a:cubicBezTo>
                    <a:pt x="63470" y="1065468"/>
                    <a:pt x="56114" y="1130820"/>
                    <a:pt x="54147" y="1140828"/>
                  </a:cubicBezTo>
                  <a:cubicBezTo>
                    <a:pt x="52179" y="1150836"/>
                    <a:pt x="64155" y="1184197"/>
                    <a:pt x="63470" y="1185565"/>
                  </a:cubicBezTo>
                  <a:cubicBezTo>
                    <a:pt x="62786" y="1186934"/>
                    <a:pt x="60819" y="1187276"/>
                    <a:pt x="56456" y="1190270"/>
                  </a:cubicBezTo>
                  <a:cubicBezTo>
                    <a:pt x="52094" y="1193264"/>
                    <a:pt x="47132" y="1199594"/>
                    <a:pt x="44823" y="1200963"/>
                  </a:cubicBezTo>
                  <a:cubicBezTo>
                    <a:pt x="42513" y="1202331"/>
                    <a:pt x="38493" y="1202331"/>
                    <a:pt x="29169" y="1211655"/>
                  </a:cubicBezTo>
                  <a:cubicBezTo>
                    <a:pt x="19845" y="1220979"/>
                    <a:pt x="25491" y="1226282"/>
                    <a:pt x="25491" y="1226282"/>
                  </a:cubicBezTo>
                  <a:cubicBezTo>
                    <a:pt x="32847" y="1233639"/>
                    <a:pt x="91527" y="1231586"/>
                    <a:pt x="99226" y="1231586"/>
                  </a:cubicBezTo>
                  <a:cubicBezTo>
                    <a:pt x="106924" y="1231586"/>
                    <a:pt x="116248" y="1229276"/>
                    <a:pt x="117874" y="1228934"/>
                  </a:cubicBezTo>
                  <a:cubicBezTo>
                    <a:pt x="119499" y="1228592"/>
                    <a:pt x="131560" y="1227223"/>
                    <a:pt x="131902" y="1225940"/>
                  </a:cubicBezTo>
                  <a:cubicBezTo>
                    <a:pt x="132244" y="1224572"/>
                    <a:pt x="131902" y="1220295"/>
                    <a:pt x="131560" y="1215590"/>
                  </a:cubicBezTo>
                  <a:cubicBezTo>
                    <a:pt x="131218" y="1210885"/>
                    <a:pt x="129593" y="1203272"/>
                    <a:pt x="129250" y="1200620"/>
                  </a:cubicBezTo>
                  <a:cubicBezTo>
                    <a:pt x="128908" y="1197969"/>
                    <a:pt x="130277" y="1198311"/>
                    <a:pt x="131902" y="1192922"/>
                  </a:cubicBezTo>
                  <a:cubicBezTo>
                    <a:pt x="133613" y="1187619"/>
                    <a:pt x="136265" y="1185223"/>
                    <a:pt x="139601" y="1177610"/>
                  </a:cubicBezTo>
                  <a:cubicBezTo>
                    <a:pt x="142937" y="1169912"/>
                    <a:pt x="144220" y="1164266"/>
                    <a:pt x="143963" y="1158963"/>
                  </a:cubicBezTo>
                  <a:cubicBezTo>
                    <a:pt x="143621" y="1153659"/>
                    <a:pt x="138660" y="1134926"/>
                    <a:pt x="138318" y="1124576"/>
                  </a:cubicBezTo>
                  <a:cubicBezTo>
                    <a:pt x="137975" y="1114226"/>
                    <a:pt x="141654" y="1029199"/>
                    <a:pt x="141654" y="1019875"/>
                  </a:cubicBezTo>
                  <a:cubicBezTo>
                    <a:pt x="141654" y="1010552"/>
                    <a:pt x="143279" y="986857"/>
                    <a:pt x="143621" y="976165"/>
                  </a:cubicBezTo>
                  <a:cubicBezTo>
                    <a:pt x="143792" y="969835"/>
                    <a:pt x="143108" y="962564"/>
                    <a:pt x="142765" y="956491"/>
                  </a:cubicBezTo>
                  <a:cubicBezTo>
                    <a:pt x="142851" y="953668"/>
                    <a:pt x="142937" y="950930"/>
                    <a:pt x="142937" y="948193"/>
                  </a:cubicBezTo>
                  <a:lnTo>
                    <a:pt x="142937" y="948193"/>
                  </a:lnTo>
                  <a:cubicBezTo>
                    <a:pt x="142937" y="948193"/>
                    <a:pt x="143279" y="946483"/>
                    <a:pt x="143279" y="946483"/>
                  </a:cubicBezTo>
                  <a:cubicBezTo>
                    <a:pt x="144904" y="941179"/>
                    <a:pt x="150635" y="921505"/>
                    <a:pt x="149609" y="914833"/>
                  </a:cubicBezTo>
                  <a:cubicBezTo>
                    <a:pt x="148582" y="908161"/>
                    <a:pt x="150293" y="894133"/>
                    <a:pt x="151576" y="885150"/>
                  </a:cubicBezTo>
                  <a:cubicBezTo>
                    <a:pt x="152945" y="876169"/>
                    <a:pt x="155596" y="869839"/>
                    <a:pt x="155254" y="859831"/>
                  </a:cubicBezTo>
                  <a:cubicBezTo>
                    <a:pt x="154912" y="849823"/>
                    <a:pt x="158590" y="836478"/>
                    <a:pt x="161242" y="828780"/>
                  </a:cubicBezTo>
                  <a:cubicBezTo>
                    <a:pt x="163894" y="821081"/>
                    <a:pt x="164920" y="819799"/>
                    <a:pt x="164920" y="815094"/>
                  </a:cubicBezTo>
                  <a:cubicBezTo>
                    <a:pt x="164920" y="810389"/>
                    <a:pt x="166888" y="795762"/>
                    <a:pt x="167914" y="789432"/>
                  </a:cubicBezTo>
                  <a:cubicBezTo>
                    <a:pt x="168941" y="783102"/>
                    <a:pt x="173218" y="777114"/>
                    <a:pt x="173218" y="774462"/>
                  </a:cubicBezTo>
                  <a:cubicBezTo>
                    <a:pt x="173218" y="773521"/>
                    <a:pt x="173218" y="771640"/>
                    <a:pt x="172961" y="769501"/>
                  </a:cubicBezTo>
                  <a:cubicBezTo>
                    <a:pt x="172704" y="763855"/>
                    <a:pt x="172448" y="755473"/>
                    <a:pt x="172876" y="754788"/>
                  </a:cubicBezTo>
                  <a:cubicBezTo>
                    <a:pt x="173218" y="754275"/>
                    <a:pt x="174415" y="748031"/>
                    <a:pt x="175527" y="740931"/>
                  </a:cubicBezTo>
                  <a:cubicBezTo>
                    <a:pt x="176810" y="736312"/>
                    <a:pt x="177837" y="732206"/>
                    <a:pt x="177837" y="728443"/>
                  </a:cubicBezTo>
                  <a:cubicBezTo>
                    <a:pt x="177837" y="724679"/>
                    <a:pt x="178350" y="717921"/>
                    <a:pt x="179548" y="712190"/>
                  </a:cubicBezTo>
                  <a:cubicBezTo>
                    <a:pt x="180317" y="709196"/>
                    <a:pt x="181344" y="706288"/>
                    <a:pt x="182370" y="703978"/>
                  </a:cubicBezTo>
                  <a:cubicBezTo>
                    <a:pt x="184937" y="699444"/>
                    <a:pt x="188273" y="698161"/>
                    <a:pt x="192464" y="703807"/>
                  </a:cubicBezTo>
                  <a:cubicBezTo>
                    <a:pt x="197169" y="710137"/>
                    <a:pt x="204440" y="783529"/>
                    <a:pt x="204440" y="800894"/>
                  </a:cubicBezTo>
                  <a:cubicBezTo>
                    <a:pt x="204440" y="818259"/>
                    <a:pt x="211796" y="865220"/>
                    <a:pt x="212138" y="888230"/>
                  </a:cubicBezTo>
                  <a:cubicBezTo>
                    <a:pt x="212480" y="911240"/>
                    <a:pt x="219152" y="923216"/>
                    <a:pt x="220179" y="930572"/>
                  </a:cubicBezTo>
                  <a:cubicBezTo>
                    <a:pt x="221205" y="937929"/>
                    <a:pt x="222831" y="996267"/>
                    <a:pt x="221205" y="1011321"/>
                  </a:cubicBezTo>
                  <a:cubicBezTo>
                    <a:pt x="219494" y="1026291"/>
                    <a:pt x="219837" y="1075391"/>
                    <a:pt x="217185" y="1084714"/>
                  </a:cubicBezTo>
                  <a:cubicBezTo>
                    <a:pt x="214533" y="1094038"/>
                    <a:pt x="211539" y="1146389"/>
                    <a:pt x="211197" y="1151778"/>
                  </a:cubicBezTo>
                  <a:cubicBezTo>
                    <a:pt x="210855" y="1157081"/>
                    <a:pt x="220521" y="1187447"/>
                    <a:pt x="221205" y="1190099"/>
                  </a:cubicBezTo>
                  <a:cubicBezTo>
                    <a:pt x="221890" y="1192751"/>
                    <a:pt x="221890" y="1199081"/>
                    <a:pt x="219837" y="1202075"/>
                  </a:cubicBezTo>
                  <a:cubicBezTo>
                    <a:pt x="217869" y="1205068"/>
                    <a:pt x="216159" y="1223460"/>
                    <a:pt x="216501" y="1225085"/>
                  </a:cubicBezTo>
                  <a:cubicBezTo>
                    <a:pt x="216843" y="1226795"/>
                    <a:pt x="233865" y="1229447"/>
                    <a:pt x="245156" y="1231072"/>
                  </a:cubicBezTo>
                  <a:cubicBezTo>
                    <a:pt x="256533" y="1232698"/>
                    <a:pt x="278517" y="1233382"/>
                    <a:pt x="278517" y="1233382"/>
                  </a:cubicBezTo>
                  <a:cubicBezTo>
                    <a:pt x="278517" y="1233382"/>
                    <a:pt x="282195" y="1230730"/>
                    <a:pt x="286557" y="1230046"/>
                  </a:cubicBezTo>
                  <a:cubicBezTo>
                    <a:pt x="290920" y="1229362"/>
                    <a:pt x="299560" y="1233382"/>
                    <a:pt x="299560" y="1233382"/>
                  </a:cubicBezTo>
                  <a:cubicBezTo>
                    <a:pt x="308199" y="1234067"/>
                    <a:pt x="356957" y="1231072"/>
                    <a:pt x="365938" y="1229019"/>
                  </a:cubicBezTo>
                  <a:cubicBezTo>
                    <a:pt x="374920" y="1227052"/>
                    <a:pt x="373979" y="1225683"/>
                    <a:pt x="374578" y="1222348"/>
                  </a:cubicBezTo>
                  <a:cubicBezTo>
                    <a:pt x="375262" y="1219011"/>
                    <a:pt x="372268" y="1217386"/>
                    <a:pt x="369873" y="1211313"/>
                  </a:cubicBezTo>
                  <a:cubicBezTo>
                    <a:pt x="367563" y="1205325"/>
                    <a:pt x="364826" y="1204983"/>
                    <a:pt x="359523" y="1203358"/>
                  </a:cubicBezTo>
                  <a:cubicBezTo>
                    <a:pt x="354219" y="1201647"/>
                    <a:pt x="346178" y="1202331"/>
                    <a:pt x="337539" y="1201647"/>
                  </a:cubicBezTo>
                  <a:cubicBezTo>
                    <a:pt x="328900" y="1200963"/>
                    <a:pt x="323169" y="1193948"/>
                    <a:pt x="319234" y="1190954"/>
                  </a:cubicBezTo>
                  <a:cubicBezTo>
                    <a:pt x="315213" y="1187961"/>
                    <a:pt x="304863" y="1178637"/>
                    <a:pt x="304179" y="1177610"/>
                  </a:cubicBezTo>
                  <a:cubicBezTo>
                    <a:pt x="303494" y="1176584"/>
                    <a:pt x="304521" y="1173932"/>
                    <a:pt x="303837" y="1169912"/>
                  </a:cubicBezTo>
                  <a:cubicBezTo>
                    <a:pt x="303152" y="1165891"/>
                    <a:pt x="302810" y="1139203"/>
                    <a:pt x="302126" y="1136894"/>
                  </a:cubicBezTo>
                  <a:cubicBezTo>
                    <a:pt x="301441" y="1134584"/>
                    <a:pt x="295111" y="1130563"/>
                    <a:pt x="295111" y="1130563"/>
                  </a:cubicBezTo>
                  <a:cubicBezTo>
                    <a:pt x="295111" y="1130563"/>
                    <a:pt x="295111" y="1126201"/>
                    <a:pt x="295454" y="1114910"/>
                  </a:cubicBezTo>
                  <a:cubicBezTo>
                    <a:pt x="295796" y="1103533"/>
                    <a:pt x="296822" y="1039550"/>
                    <a:pt x="297079" y="1026889"/>
                  </a:cubicBezTo>
                  <a:cubicBezTo>
                    <a:pt x="297421" y="1014230"/>
                    <a:pt x="298105" y="978217"/>
                    <a:pt x="297079" y="972828"/>
                  </a:cubicBezTo>
                  <a:cubicBezTo>
                    <a:pt x="296052" y="967525"/>
                    <a:pt x="294085" y="947851"/>
                    <a:pt x="293401" y="938185"/>
                  </a:cubicBezTo>
                  <a:cubicBezTo>
                    <a:pt x="292716" y="928519"/>
                    <a:pt x="294085" y="920821"/>
                    <a:pt x="296395" y="908161"/>
                  </a:cubicBezTo>
                  <a:cubicBezTo>
                    <a:pt x="298704" y="895501"/>
                    <a:pt x="306403" y="832800"/>
                    <a:pt x="308028" y="819114"/>
                  </a:cubicBezTo>
                  <a:cubicBezTo>
                    <a:pt x="309739" y="805428"/>
                    <a:pt x="314358" y="775404"/>
                    <a:pt x="319661" y="730410"/>
                  </a:cubicBezTo>
                  <a:cubicBezTo>
                    <a:pt x="322997" y="702011"/>
                    <a:pt x="326847" y="685758"/>
                    <a:pt x="329498" y="675921"/>
                  </a:cubicBezTo>
                  <a:cubicBezTo>
                    <a:pt x="330867" y="672671"/>
                    <a:pt x="332236" y="668736"/>
                    <a:pt x="333006" y="664031"/>
                  </a:cubicBezTo>
                  <a:cubicBezTo>
                    <a:pt x="334631" y="657017"/>
                    <a:pt x="342329" y="641021"/>
                    <a:pt x="342329" y="641021"/>
                  </a:cubicBezTo>
                  <a:cubicBezTo>
                    <a:pt x="342329" y="641021"/>
                    <a:pt x="354476" y="606035"/>
                    <a:pt x="357983" y="593033"/>
                  </a:cubicBezTo>
                  <a:cubicBezTo>
                    <a:pt x="361490" y="580031"/>
                    <a:pt x="366452" y="550007"/>
                    <a:pt x="368504" y="544533"/>
                  </a:cubicBezTo>
                  <a:cubicBezTo>
                    <a:pt x="368932" y="543249"/>
                    <a:pt x="369274" y="542308"/>
                    <a:pt x="369616" y="541538"/>
                  </a:cubicBezTo>
                  <a:lnTo>
                    <a:pt x="370729" y="541367"/>
                  </a:lnTo>
                  <a:cubicBezTo>
                    <a:pt x="378427" y="539400"/>
                    <a:pt x="378427" y="538373"/>
                    <a:pt x="380052" y="536663"/>
                  </a:cubicBezTo>
                  <a:cubicBezTo>
                    <a:pt x="381678" y="534952"/>
                    <a:pt x="392028" y="522292"/>
                    <a:pt x="395021" y="516304"/>
                  </a:cubicBezTo>
                  <a:cubicBezTo>
                    <a:pt x="398016" y="510317"/>
                    <a:pt x="397075" y="505270"/>
                    <a:pt x="398700" y="500308"/>
                  </a:cubicBezTo>
                  <a:cubicBezTo>
                    <a:pt x="400410" y="495347"/>
                    <a:pt x="402036" y="490985"/>
                    <a:pt x="402036" y="490985"/>
                  </a:cubicBezTo>
                  <a:cubicBezTo>
                    <a:pt x="402036" y="490985"/>
                    <a:pt x="398358" y="491327"/>
                    <a:pt x="394679" y="492695"/>
                  </a:cubicBezTo>
                  <a:cubicBezTo>
                    <a:pt x="391001" y="494064"/>
                    <a:pt x="386981" y="495005"/>
                    <a:pt x="386724" y="490386"/>
                  </a:cubicBezTo>
                  <a:cubicBezTo>
                    <a:pt x="386382" y="485681"/>
                    <a:pt x="388692" y="473706"/>
                    <a:pt x="389034" y="469343"/>
                  </a:cubicBezTo>
                  <a:cubicBezTo>
                    <a:pt x="389376" y="464980"/>
                    <a:pt x="389718" y="444024"/>
                    <a:pt x="389718" y="435983"/>
                  </a:cubicBezTo>
                  <a:cubicBezTo>
                    <a:pt x="389718" y="427942"/>
                    <a:pt x="388007" y="393983"/>
                    <a:pt x="386040" y="383975"/>
                  </a:cubicBezTo>
                  <a:cubicBezTo>
                    <a:pt x="384073" y="373967"/>
                    <a:pt x="374407" y="303567"/>
                    <a:pt x="369702" y="277905"/>
                  </a:cubicBezTo>
                  <a:cubicBezTo>
                    <a:pt x="364997" y="252244"/>
                    <a:pt x="366366" y="247539"/>
                    <a:pt x="354989" y="235221"/>
                  </a:cubicBezTo>
                  <a:cubicBezTo>
                    <a:pt x="345751" y="225128"/>
                    <a:pt x="333433" y="221107"/>
                    <a:pt x="329156" y="219910"/>
                  </a:cubicBezTo>
                  <a:lnTo>
                    <a:pt x="329327" y="218884"/>
                  </a:lnTo>
                  <a:cubicBezTo>
                    <a:pt x="329327" y="218884"/>
                    <a:pt x="314615" y="208875"/>
                    <a:pt x="301612" y="204855"/>
                  </a:cubicBezTo>
                  <a:cubicBezTo>
                    <a:pt x="293486" y="202374"/>
                    <a:pt x="280912" y="197499"/>
                    <a:pt x="272700" y="194162"/>
                  </a:cubicBezTo>
                  <a:cubicBezTo>
                    <a:pt x="267568" y="191682"/>
                    <a:pt x="264061" y="189971"/>
                    <a:pt x="263548" y="189544"/>
                  </a:cubicBezTo>
                  <a:cubicBezTo>
                    <a:pt x="261238" y="187576"/>
                    <a:pt x="256533" y="188859"/>
                    <a:pt x="256191" y="185181"/>
                  </a:cubicBezTo>
                  <a:cubicBezTo>
                    <a:pt x="255849" y="181503"/>
                    <a:pt x="252513" y="172179"/>
                    <a:pt x="252171" y="169185"/>
                  </a:cubicBezTo>
                  <a:cubicBezTo>
                    <a:pt x="251828" y="166191"/>
                    <a:pt x="251144" y="164480"/>
                    <a:pt x="248492" y="161828"/>
                  </a:cubicBezTo>
                  <a:cubicBezTo>
                    <a:pt x="246354" y="159690"/>
                    <a:pt x="244045" y="157808"/>
                    <a:pt x="242505" y="156952"/>
                  </a:cubicBezTo>
                  <a:cubicBezTo>
                    <a:pt x="243788" y="146603"/>
                    <a:pt x="244558" y="130179"/>
                    <a:pt x="245670" y="127955"/>
                  </a:cubicBezTo>
                  <a:cubicBezTo>
                    <a:pt x="247209" y="124961"/>
                    <a:pt x="250973" y="122652"/>
                    <a:pt x="254052" y="120171"/>
                  </a:cubicBezTo>
                  <a:cubicBezTo>
                    <a:pt x="259014" y="116150"/>
                    <a:pt x="262350" y="111360"/>
                    <a:pt x="265344" y="102806"/>
                  </a:cubicBezTo>
                  <a:cubicBezTo>
                    <a:pt x="268338" y="94252"/>
                    <a:pt x="266370" y="80309"/>
                    <a:pt x="261837" y="73295"/>
                  </a:cubicBezTo>
                  <a:cubicBezTo>
                    <a:pt x="256961" y="65596"/>
                    <a:pt x="258843" y="42757"/>
                    <a:pt x="254822" y="35743"/>
                  </a:cubicBezTo>
                  <a:cubicBezTo>
                    <a:pt x="250802" y="28729"/>
                    <a:pt x="245328" y="22741"/>
                    <a:pt x="243274" y="18208"/>
                  </a:cubicBezTo>
                  <a:cubicBezTo>
                    <a:pt x="241307" y="13674"/>
                    <a:pt x="236260" y="11193"/>
                    <a:pt x="231299" y="9739"/>
                  </a:cubicBezTo>
                  <a:cubicBezTo>
                    <a:pt x="226338" y="8285"/>
                    <a:pt x="217784" y="6232"/>
                    <a:pt x="213763" y="4692"/>
                  </a:cubicBezTo>
                  <a:cubicBezTo>
                    <a:pt x="209743" y="3153"/>
                    <a:pt x="206749" y="1699"/>
                    <a:pt x="200248" y="2725"/>
                  </a:cubicBezTo>
                  <a:cubicBezTo>
                    <a:pt x="193747" y="3751"/>
                    <a:pt x="192550" y="-611"/>
                    <a:pt x="187417" y="73"/>
                  </a:cubicBezTo>
                  <a:cubicBezTo>
                    <a:pt x="166203" y="2811"/>
                    <a:pt x="164749" y="16069"/>
                    <a:pt x="158077" y="22741"/>
                  </a:cubicBezTo>
                  <a:cubicBezTo>
                    <a:pt x="151405" y="29413"/>
                    <a:pt x="143364" y="37368"/>
                    <a:pt x="142081" y="46778"/>
                  </a:cubicBezTo>
                  <a:cubicBezTo>
                    <a:pt x="140713" y="56102"/>
                    <a:pt x="135409" y="82790"/>
                    <a:pt x="139430" y="90831"/>
                  </a:cubicBezTo>
                  <a:cubicBezTo>
                    <a:pt x="139430" y="90831"/>
                    <a:pt x="136778" y="93312"/>
                    <a:pt x="138745" y="98871"/>
                  </a:cubicBezTo>
                  <a:cubicBezTo>
                    <a:pt x="140713" y="104346"/>
                    <a:pt x="137719" y="117861"/>
                    <a:pt x="142765" y="122395"/>
                  </a:cubicBezTo>
                  <a:cubicBezTo>
                    <a:pt x="147727" y="126929"/>
                    <a:pt x="148753" y="122395"/>
                    <a:pt x="150721" y="122395"/>
                  </a:cubicBezTo>
                  <a:cubicBezTo>
                    <a:pt x="152688" y="122395"/>
                    <a:pt x="151234" y="129409"/>
                    <a:pt x="154741" y="133943"/>
                  </a:cubicBezTo>
                  <a:cubicBezTo>
                    <a:pt x="158248" y="138476"/>
                    <a:pt x="159702" y="143951"/>
                    <a:pt x="161242" y="146431"/>
                  </a:cubicBezTo>
                  <a:cubicBezTo>
                    <a:pt x="162782" y="148912"/>
                    <a:pt x="161242" y="159947"/>
                    <a:pt x="163210" y="162940"/>
                  </a:cubicBezTo>
                  <a:lnTo>
                    <a:pt x="163637" y="163796"/>
                  </a:lnTo>
                  <a:cubicBezTo>
                    <a:pt x="163039" y="163882"/>
                    <a:pt x="162098" y="164651"/>
                    <a:pt x="161328" y="167560"/>
                  </a:cubicBezTo>
                  <a:cubicBezTo>
                    <a:pt x="159959" y="172606"/>
                    <a:pt x="155340" y="195275"/>
                    <a:pt x="155340" y="195275"/>
                  </a:cubicBezTo>
                  <a:cubicBezTo>
                    <a:pt x="155340" y="195275"/>
                    <a:pt x="141055" y="203058"/>
                    <a:pt x="125144" y="211784"/>
                  </a:cubicBezTo>
                  <a:cubicBezTo>
                    <a:pt x="106240" y="221877"/>
                    <a:pt x="84855" y="233340"/>
                    <a:pt x="84599" y="233938"/>
                  </a:cubicBezTo>
                  <a:lnTo>
                    <a:pt x="84599" y="234452"/>
                  </a:lnTo>
                  <a:cubicBezTo>
                    <a:pt x="84599" y="234452"/>
                    <a:pt x="83230" y="235307"/>
                    <a:pt x="83230" y="235307"/>
                  </a:cubicBezTo>
                  <a:cubicBezTo>
                    <a:pt x="82204" y="236675"/>
                    <a:pt x="65866" y="250276"/>
                    <a:pt x="59878" y="256692"/>
                  </a:cubicBezTo>
                  <a:cubicBezTo>
                    <a:pt x="53890" y="263022"/>
                    <a:pt x="50212" y="281327"/>
                    <a:pt x="49185" y="293388"/>
                  </a:cubicBezTo>
                  <a:cubicBezTo>
                    <a:pt x="48159" y="305364"/>
                    <a:pt x="47817" y="329058"/>
                    <a:pt x="46876" y="338724"/>
                  </a:cubicBezTo>
                  <a:cubicBezTo>
                    <a:pt x="45849" y="348390"/>
                    <a:pt x="42257" y="372085"/>
                    <a:pt x="39861" y="382093"/>
                  </a:cubicBezTo>
                  <a:cubicBezTo>
                    <a:pt x="37552" y="392101"/>
                    <a:pt x="26860" y="437779"/>
                    <a:pt x="26175" y="449156"/>
                  </a:cubicBezTo>
                  <a:cubicBezTo>
                    <a:pt x="25491" y="460533"/>
                    <a:pt x="23181" y="479864"/>
                    <a:pt x="23523" y="486878"/>
                  </a:cubicBezTo>
                  <a:cubicBezTo>
                    <a:pt x="23866" y="493893"/>
                    <a:pt x="24208" y="517929"/>
                    <a:pt x="24208" y="517929"/>
                  </a:cubicBezTo>
                  <a:cubicBezTo>
                    <a:pt x="24208" y="517929"/>
                    <a:pt x="19161" y="522891"/>
                    <a:pt x="15825" y="523233"/>
                  </a:cubicBezTo>
                  <a:cubicBezTo>
                    <a:pt x="12489" y="523575"/>
                    <a:pt x="9837" y="522891"/>
                    <a:pt x="9495" y="521864"/>
                  </a:cubicBezTo>
                  <a:lnTo>
                    <a:pt x="9495" y="521864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CEAD5B36-A3E8-2CD8-C724-5C5058D44D2A}"/>
                </a:ext>
              </a:extLst>
            </p:cNvPr>
            <p:cNvSpPr/>
            <p:nvPr/>
          </p:nvSpPr>
          <p:spPr>
            <a:xfrm>
              <a:off x="-2425119" y="5691384"/>
              <a:ext cx="312938" cy="1197770"/>
            </a:xfrm>
            <a:custGeom>
              <a:avLst/>
              <a:gdLst>
                <a:gd name="connsiteX0" fmla="*/ 63901 w 312938"/>
                <a:gd name="connsiteY0" fmla="*/ 443283 h 1197770"/>
                <a:gd name="connsiteX1" fmla="*/ 64927 w 312938"/>
                <a:gd name="connsiteY1" fmla="*/ 442769 h 1197770"/>
                <a:gd name="connsiteX2" fmla="*/ 69718 w 312938"/>
                <a:gd name="connsiteY2" fmla="*/ 436354 h 1197770"/>
                <a:gd name="connsiteX3" fmla="*/ 70573 w 312938"/>
                <a:gd name="connsiteY3" fmla="*/ 429511 h 1197770"/>
                <a:gd name="connsiteX4" fmla="*/ 71001 w 312938"/>
                <a:gd name="connsiteY4" fmla="*/ 429511 h 1197770"/>
                <a:gd name="connsiteX5" fmla="*/ 77758 w 312938"/>
                <a:gd name="connsiteY5" fmla="*/ 436268 h 1197770"/>
                <a:gd name="connsiteX6" fmla="*/ 76817 w 312938"/>
                <a:gd name="connsiteY6" fmla="*/ 441315 h 1197770"/>
                <a:gd name="connsiteX7" fmla="*/ 77416 w 312938"/>
                <a:gd name="connsiteY7" fmla="*/ 441829 h 1197770"/>
                <a:gd name="connsiteX8" fmla="*/ 77673 w 312938"/>
                <a:gd name="connsiteY8" fmla="*/ 441829 h 1197770"/>
                <a:gd name="connsiteX9" fmla="*/ 61848 w 312938"/>
                <a:gd name="connsiteY9" fmla="*/ 461930 h 1197770"/>
                <a:gd name="connsiteX10" fmla="*/ 63901 w 312938"/>
                <a:gd name="connsiteY10" fmla="*/ 443368 h 1197770"/>
                <a:gd name="connsiteX11" fmla="*/ 63901 w 312938"/>
                <a:gd name="connsiteY11" fmla="*/ 443368 h 1197770"/>
                <a:gd name="connsiteX12" fmla="*/ 269367 w 312938"/>
                <a:gd name="connsiteY12" fmla="*/ 650031 h 1197770"/>
                <a:gd name="connsiteX13" fmla="*/ 269623 w 312938"/>
                <a:gd name="connsiteY13" fmla="*/ 651315 h 1197770"/>
                <a:gd name="connsiteX14" fmla="*/ 280230 w 312938"/>
                <a:gd name="connsiteY14" fmla="*/ 653026 h 1197770"/>
                <a:gd name="connsiteX15" fmla="*/ 284080 w 312938"/>
                <a:gd name="connsiteY15" fmla="*/ 640708 h 1197770"/>
                <a:gd name="connsiteX16" fmla="*/ 288442 w 312938"/>
                <a:gd name="connsiteY16" fmla="*/ 644044 h 1197770"/>
                <a:gd name="connsiteX17" fmla="*/ 286988 w 312938"/>
                <a:gd name="connsiteY17" fmla="*/ 654651 h 1197770"/>
                <a:gd name="connsiteX18" fmla="*/ 281685 w 312938"/>
                <a:gd name="connsiteY18" fmla="*/ 661408 h 1197770"/>
                <a:gd name="connsiteX19" fmla="*/ 269196 w 312938"/>
                <a:gd name="connsiteY19" fmla="*/ 665258 h 1197770"/>
                <a:gd name="connsiteX20" fmla="*/ 268340 w 312938"/>
                <a:gd name="connsiteY20" fmla="*/ 665857 h 1197770"/>
                <a:gd name="connsiteX21" fmla="*/ 269452 w 312938"/>
                <a:gd name="connsiteY21" fmla="*/ 649946 h 1197770"/>
                <a:gd name="connsiteX22" fmla="*/ 269452 w 312938"/>
                <a:gd name="connsiteY22" fmla="*/ 649946 h 1197770"/>
                <a:gd name="connsiteX23" fmla="*/ 8899 w 312938"/>
                <a:gd name="connsiteY23" fmla="*/ 568855 h 1197770"/>
                <a:gd name="connsiteX24" fmla="*/ 6504 w 312938"/>
                <a:gd name="connsiteY24" fmla="*/ 591009 h 1197770"/>
                <a:gd name="connsiteX25" fmla="*/ 1714 w 312938"/>
                <a:gd name="connsiteY25" fmla="*/ 615559 h 1197770"/>
                <a:gd name="connsiteX26" fmla="*/ 259 w 312938"/>
                <a:gd name="connsiteY26" fmla="*/ 626594 h 1197770"/>
                <a:gd name="connsiteX27" fmla="*/ 6076 w 312938"/>
                <a:gd name="connsiteY27" fmla="*/ 657987 h 1197770"/>
                <a:gd name="connsiteX28" fmla="*/ 16170 w 312938"/>
                <a:gd name="connsiteY28" fmla="*/ 666199 h 1197770"/>
                <a:gd name="connsiteX29" fmla="*/ 16255 w 312938"/>
                <a:gd name="connsiteY29" fmla="*/ 666199 h 1197770"/>
                <a:gd name="connsiteX30" fmla="*/ 13262 w 312938"/>
                <a:gd name="connsiteY30" fmla="*/ 704777 h 1197770"/>
                <a:gd name="connsiteX31" fmla="*/ 10866 w 312938"/>
                <a:gd name="connsiteY31" fmla="*/ 725050 h 1197770"/>
                <a:gd name="connsiteX32" fmla="*/ 12064 w 312938"/>
                <a:gd name="connsiteY32" fmla="*/ 725050 h 1197770"/>
                <a:gd name="connsiteX33" fmla="*/ 10866 w 312938"/>
                <a:gd name="connsiteY33" fmla="*/ 725050 h 1197770"/>
                <a:gd name="connsiteX34" fmla="*/ 16940 w 312938"/>
                <a:gd name="connsiteY34" fmla="*/ 725050 h 1197770"/>
                <a:gd name="connsiteX35" fmla="*/ 62019 w 312938"/>
                <a:gd name="connsiteY35" fmla="*/ 727188 h 1197770"/>
                <a:gd name="connsiteX36" fmla="*/ 76903 w 312938"/>
                <a:gd name="connsiteY36" fmla="*/ 799042 h 1197770"/>
                <a:gd name="connsiteX37" fmla="*/ 84002 w 312938"/>
                <a:gd name="connsiteY37" fmla="*/ 849852 h 1197770"/>
                <a:gd name="connsiteX38" fmla="*/ 85286 w 312938"/>
                <a:gd name="connsiteY38" fmla="*/ 914776 h 1197770"/>
                <a:gd name="connsiteX39" fmla="*/ 99399 w 312938"/>
                <a:gd name="connsiteY39" fmla="*/ 987399 h 1197770"/>
                <a:gd name="connsiteX40" fmla="*/ 114797 w 312938"/>
                <a:gd name="connsiteY40" fmla="*/ 1041375 h 1197770"/>
                <a:gd name="connsiteX41" fmla="*/ 130194 w 312938"/>
                <a:gd name="connsiteY41" fmla="*/ 1082520 h 1197770"/>
                <a:gd name="connsiteX42" fmla="*/ 130194 w 312938"/>
                <a:gd name="connsiteY42" fmla="*/ 1099200 h 1197770"/>
                <a:gd name="connsiteX43" fmla="*/ 129595 w 312938"/>
                <a:gd name="connsiteY43" fmla="*/ 1122980 h 1197770"/>
                <a:gd name="connsiteX44" fmla="*/ 128312 w 312938"/>
                <a:gd name="connsiteY44" fmla="*/ 1134527 h 1197770"/>
                <a:gd name="connsiteX45" fmla="*/ 116080 w 312938"/>
                <a:gd name="connsiteY45" fmla="*/ 1164723 h 1197770"/>
                <a:gd name="connsiteX46" fmla="*/ 106414 w 312938"/>
                <a:gd name="connsiteY46" fmla="*/ 1185937 h 1197770"/>
                <a:gd name="connsiteX47" fmla="*/ 117363 w 312938"/>
                <a:gd name="connsiteY47" fmla="*/ 1196886 h 1197770"/>
                <a:gd name="connsiteX48" fmla="*/ 166206 w 312938"/>
                <a:gd name="connsiteY48" fmla="*/ 1193636 h 1197770"/>
                <a:gd name="connsiteX49" fmla="*/ 166805 w 312938"/>
                <a:gd name="connsiteY49" fmla="*/ 1175672 h 1197770"/>
                <a:gd name="connsiteX50" fmla="*/ 173220 w 312938"/>
                <a:gd name="connsiteY50" fmla="*/ 1154458 h 1197770"/>
                <a:gd name="connsiteX51" fmla="*/ 176385 w 312938"/>
                <a:gd name="connsiteY51" fmla="*/ 1134527 h 1197770"/>
                <a:gd name="connsiteX52" fmla="*/ 168002 w 312938"/>
                <a:gd name="connsiteY52" fmla="*/ 1124263 h 1197770"/>
                <a:gd name="connsiteX53" fmla="*/ 166720 w 312938"/>
                <a:gd name="connsiteY53" fmla="*/ 1103648 h 1197770"/>
                <a:gd name="connsiteX54" fmla="*/ 159705 w 312938"/>
                <a:gd name="connsiteY54" fmla="*/ 1090817 h 1197770"/>
                <a:gd name="connsiteX55" fmla="*/ 151322 w 312938"/>
                <a:gd name="connsiteY55" fmla="*/ 921791 h 1197770"/>
                <a:gd name="connsiteX56" fmla="*/ 148157 w 312938"/>
                <a:gd name="connsiteY56" fmla="*/ 869099 h 1197770"/>
                <a:gd name="connsiteX57" fmla="*/ 151322 w 312938"/>
                <a:gd name="connsiteY57" fmla="*/ 827355 h 1197770"/>
                <a:gd name="connsiteX58" fmla="*/ 145505 w 312938"/>
                <a:gd name="connsiteY58" fmla="*/ 773979 h 1197770"/>
                <a:gd name="connsiteX59" fmla="*/ 140373 w 312938"/>
                <a:gd name="connsiteY59" fmla="*/ 740532 h 1197770"/>
                <a:gd name="connsiteX60" fmla="*/ 141571 w 312938"/>
                <a:gd name="connsiteY60" fmla="*/ 734630 h 1197770"/>
                <a:gd name="connsiteX61" fmla="*/ 171681 w 312938"/>
                <a:gd name="connsiteY61" fmla="*/ 738565 h 1197770"/>
                <a:gd name="connsiteX62" fmla="*/ 176214 w 312938"/>
                <a:gd name="connsiteY62" fmla="*/ 738736 h 1197770"/>
                <a:gd name="connsiteX63" fmla="*/ 178353 w 312938"/>
                <a:gd name="connsiteY63" fmla="*/ 739078 h 1197770"/>
                <a:gd name="connsiteX64" fmla="*/ 182373 w 312938"/>
                <a:gd name="connsiteY64" fmla="*/ 739420 h 1197770"/>
                <a:gd name="connsiteX65" fmla="*/ 185880 w 312938"/>
                <a:gd name="connsiteY65" fmla="*/ 779881 h 1197770"/>
                <a:gd name="connsiteX66" fmla="*/ 188446 w 312938"/>
                <a:gd name="connsiteY66" fmla="*/ 843522 h 1197770"/>
                <a:gd name="connsiteX67" fmla="*/ 198112 w 312938"/>
                <a:gd name="connsiteY67" fmla="*/ 878251 h 1197770"/>
                <a:gd name="connsiteX68" fmla="*/ 202561 w 312938"/>
                <a:gd name="connsiteY68" fmla="*/ 921962 h 1197770"/>
                <a:gd name="connsiteX69" fmla="*/ 209660 w 312938"/>
                <a:gd name="connsiteY69" fmla="*/ 1012548 h 1197770"/>
                <a:gd name="connsiteX70" fmla="*/ 221892 w 312938"/>
                <a:gd name="connsiteY70" fmla="*/ 1077473 h 1197770"/>
                <a:gd name="connsiteX71" fmla="*/ 219925 w 312938"/>
                <a:gd name="connsiteY71" fmla="*/ 1098002 h 1197770"/>
                <a:gd name="connsiteX72" fmla="*/ 217359 w 312938"/>
                <a:gd name="connsiteY72" fmla="*/ 1119216 h 1197770"/>
                <a:gd name="connsiteX73" fmla="*/ 215392 w 312938"/>
                <a:gd name="connsiteY73" fmla="*/ 1129481 h 1197770"/>
                <a:gd name="connsiteX74" fmla="*/ 214108 w 312938"/>
                <a:gd name="connsiteY74" fmla="*/ 1146845 h 1197770"/>
                <a:gd name="connsiteX75" fmla="*/ 211542 w 312938"/>
                <a:gd name="connsiteY75" fmla="*/ 1166092 h 1197770"/>
                <a:gd name="connsiteX76" fmla="*/ 205127 w 312938"/>
                <a:gd name="connsiteY76" fmla="*/ 1180890 h 1197770"/>
                <a:gd name="connsiteX77" fmla="*/ 210943 w 312938"/>
                <a:gd name="connsiteY77" fmla="*/ 1195004 h 1197770"/>
                <a:gd name="connsiteX78" fmla="*/ 263635 w 312938"/>
                <a:gd name="connsiteY78" fmla="*/ 1196971 h 1197770"/>
                <a:gd name="connsiteX79" fmla="*/ 264919 w 312938"/>
                <a:gd name="connsiteY79" fmla="*/ 1177041 h 1197770"/>
                <a:gd name="connsiteX80" fmla="*/ 264320 w 312938"/>
                <a:gd name="connsiteY80" fmla="*/ 1151978 h 1197770"/>
                <a:gd name="connsiteX81" fmla="*/ 256621 w 312938"/>
                <a:gd name="connsiteY81" fmla="*/ 1121098 h 1197770"/>
                <a:gd name="connsiteX82" fmla="*/ 258589 w 312938"/>
                <a:gd name="connsiteY82" fmla="*/ 1099200 h 1197770"/>
                <a:gd name="connsiteX83" fmla="*/ 256621 w 312938"/>
                <a:gd name="connsiteY83" fmla="*/ 1076703 h 1197770"/>
                <a:gd name="connsiteX84" fmla="*/ 264320 w 312938"/>
                <a:gd name="connsiteY84" fmla="*/ 1006646 h 1197770"/>
                <a:gd name="connsiteX85" fmla="*/ 265603 w 312938"/>
                <a:gd name="connsiteY85" fmla="*/ 874231 h 1197770"/>
                <a:gd name="connsiteX86" fmla="*/ 256621 w 312938"/>
                <a:gd name="connsiteY86" fmla="*/ 800324 h 1197770"/>
                <a:gd name="connsiteX87" fmla="*/ 259701 w 312938"/>
                <a:gd name="connsiteY87" fmla="*/ 737367 h 1197770"/>
                <a:gd name="connsiteX88" fmla="*/ 263208 w 312938"/>
                <a:gd name="connsiteY88" fmla="*/ 736512 h 1197770"/>
                <a:gd name="connsiteX89" fmla="*/ 267912 w 312938"/>
                <a:gd name="connsiteY89" fmla="*/ 669193 h 1197770"/>
                <a:gd name="connsiteX90" fmla="*/ 269965 w 312938"/>
                <a:gd name="connsiteY90" fmla="*/ 672871 h 1197770"/>
                <a:gd name="connsiteX91" fmla="*/ 279118 w 312938"/>
                <a:gd name="connsiteY91" fmla="*/ 674838 h 1197770"/>
                <a:gd name="connsiteX92" fmla="*/ 288784 w 312938"/>
                <a:gd name="connsiteY92" fmla="*/ 672871 h 1197770"/>
                <a:gd name="connsiteX93" fmla="*/ 304694 w 312938"/>
                <a:gd name="connsiteY93" fmla="*/ 660382 h 1197770"/>
                <a:gd name="connsiteX94" fmla="*/ 305636 w 312938"/>
                <a:gd name="connsiteY94" fmla="*/ 632924 h 1197770"/>
                <a:gd name="connsiteX95" fmla="*/ 301273 w 312938"/>
                <a:gd name="connsiteY95" fmla="*/ 610256 h 1197770"/>
                <a:gd name="connsiteX96" fmla="*/ 296910 w 312938"/>
                <a:gd name="connsiteY96" fmla="*/ 594346 h 1197770"/>
                <a:gd name="connsiteX97" fmla="*/ 295456 w 312938"/>
                <a:gd name="connsiteY97" fmla="*/ 558675 h 1197770"/>
                <a:gd name="connsiteX98" fmla="*/ 298365 w 312938"/>
                <a:gd name="connsiteY98" fmla="*/ 476301 h 1197770"/>
                <a:gd name="connsiteX99" fmla="*/ 300846 w 312938"/>
                <a:gd name="connsiteY99" fmla="*/ 457054 h 1197770"/>
                <a:gd name="connsiteX100" fmla="*/ 301273 w 312938"/>
                <a:gd name="connsiteY100" fmla="*/ 456884 h 1197770"/>
                <a:gd name="connsiteX101" fmla="*/ 308971 w 312938"/>
                <a:gd name="connsiteY101" fmla="*/ 428912 h 1197770"/>
                <a:gd name="connsiteX102" fmla="*/ 307090 w 312938"/>
                <a:gd name="connsiteY102" fmla="*/ 389051 h 1197770"/>
                <a:gd name="connsiteX103" fmla="*/ 308971 w 312938"/>
                <a:gd name="connsiteY103" fmla="*/ 320876 h 1197770"/>
                <a:gd name="connsiteX104" fmla="*/ 311538 w 312938"/>
                <a:gd name="connsiteY104" fmla="*/ 273658 h 1197770"/>
                <a:gd name="connsiteX105" fmla="*/ 311880 w 312938"/>
                <a:gd name="connsiteY105" fmla="*/ 228322 h 1197770"/>
                <a:gd name="connsiteX106" fmla="*/ 252430 w 312938"/>
                <a:gd name="connsiteY106" fmla="*/ 189829 h 1197770"/>
                <a:gd name="connsiteX107" fmla="*/ 246699 w 312938"/>
                <a:gd name="connsiteY107" fmla="*/ 148000 h 1197770"/>
                <a:gd name="connsiteX108" fmla="*/ 246271 w 312938"/>
                <a:gd name="connsiteY108" fmla="*/ 146033 h 1197770"/>
                <a:gd name="connsiteX109" fmla="*/ 232328 w 312938"/>
                <a:gd name="connsiteY109" fmla="*/ 33719 h 1197770"/>
                <a:gd name="connsiteX110" fmla="*/ 208719 w 312938"/>
                <a:gd name="connsiteY110" fmla="*/ 1899 h 1197770"/>
                <a:gd name="connsiteX111" fmla="*/ 184169 w 312938"/>
                <a:gd name="connsiteY111" fmla="*/ 1386 h 1197770"/>
                <a:gd name="connsiteX112" fmla="*/ 161501 w 312938"/>
                <a:gd name="connsiteY112" fmla="*/ 3267 h 1197770"/>
                <a:gd name="connsiteX113" fmla="*/ 119074 w 312938"/>
                <a:gd name="connsiteY113" fmla="*/ 39878 h 1197770"/>
                <a:gd name="connsiteX114" fmla="*/ 107013 w 312938"/>
                <a:gd name="connsiteY114" fmla="*/ 107797 h 1197770"/>
                <a:gd name="connsiteX115" fmla="*/ 109921 w 312938"/>
                <a:gd name="connsiteY115" fmla="*/ 163739 h 1197770"/>
                <a:gd name="connsiteX116" fmla="*/ 106499 w 312938"/>
                <a:gd name="connsiteY116" fmla="*/ 186835 h 1197770"/>
                <a:gd name="connsiteX117" fmla="*/ 92984 w 312938"/>
                <a:gd name="connsiteY117" fmla="*/ 200179 h 1197770"/>
                <a:gd name="connsiteX118" fmla="*/ 58597 w 312938"/>
                <a:gd name="connsiteY118" fmla="*/ 216860 h 1197770"/>
                <a:gd name="connsiteX119" fmla="*/ 36443 w 312938"/>
                <a:gd name="connsiteY119" fmla="*/ 239699 h 1197770"/>
                <a:gd name="connsiteX120" fmla="*/ 27461 w 312938"/>
                <a:gd name="connsiteY120" fmla="*/ 279902 h 1197770"/>
                <a:gd name="connsiteX121" fmla="*/ 20105 w 312938"/>
                <a:gd name="connsiteY121" fmla="*/ 368265 h 1197770"/>
                <a:gd name="connsiteX122" fmla="*/ 18736 w 312938"/>
                <a:gd name="connsiteY122" fmla="*/ 381780 h 1197770"/>
                <a:gd name="connsiteX123" fmla="*/ 18736 w 312938"/>
                <a:gd name="connsiteY123" fmla="*/ 383063 h 1197770"/>
                <a:gd name="connsiteX124" fmla="*/ 18821 w 312938"/>
                <a:gd name="connsiteY124" fmla="*/ 383149 h 1197770"/>
                <a:gd name="connsiteX125" fmla="*/ 14630 w 312938"/>
                <a:gd name="connsiteY125" fmla="*/ 411975 h 1197770"/>
                <a:gd name="connsiteX126" fmla="*/ 14288 w 312938"/>
                <a:gd name="connsiteY126" fmla="*/ 421898 h 1197770"/>
                <a:gd name="connsiteX127" fmla="*/ 14288 w 312938"/>
                <a:gd name="connsiteY127" fmla="*/ 421898 h 1197770"/>
                <a:gd name="connsiteX128" fmla="*/ 14288 w 312938"/>
                <a:gd name="connsiteY128" fmla="*/ 422240 h 1197770"/>
                <a:gd name="connsiteX129" fmla="*/ 15913 w 312938"/>
                <a:gd name="connsiteY129" fmla="*/ 436696 h 1197770"/>
                <a:gd name="connsiteX130" fmla="*/ 18821 w 312938"/>
                <a:gd name="connsiteY130" fmla="*/ 441829 h 1197770"/>
                <a:gd name="connsiteX131" fmla="*/ 20275 w 312938"/>
                <a:gd name="connsiteY131" fmla="*/ 442000 h 1197770"/>
                <a:gd name="connsiteX132" fmla="*/ 13946 w 312938"/>
                <a:gd name="connsiteY132" fmla="*/ 500594 h 1197770"/>
                <a:gd name="connsiteX133" fmla="*/ 8642 w 312938"/>
                <a:gd name="connsiteY133" fmla="*/ 568513 h 1197770"/>
                <a:gd name="connsiteX134" fmla="*/ 8642 w 312938"/>
                <a:gd name="connsiteY134" fmla="*/ 568513 h 1197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</a:cxnLst>
              <a:rect l="l" t="t" r="r" b="b"/>
              <a:pathLst>
                <a:path w="312938" h="1197770">
                  <a:moveTo>
                    <a:pt x="63901" y="443283"/>
                  </a:moveTo>
                  <a:lnTo>
                    <a:pt x="64927" y="442769"/>
                  </a:lnTo>
                  <a:cubicBezTo>
                    <a:pt x="70060" y="438578"/>
                    <a:pt x="67493" y="441487"/>
                    <a:pt x="69718" y="436354"/>
                  </a:cubicBezTo>
                  <a:cubicBezTo>
                    <a:pt x="71257" y="432847"/>
                    <a:pt x="70402" y="430366"/>
                    <a:pt x="70573" y="429511"/>
                  </a:cubicBezTo>
                  <a:lnTo>
                    <a:pt x="71001" y="429511"/>
                  </a:lnTo>
                  <a:cubicBezTo>
                    <a:pt x="73823" y="430623"/>
                    <a:pt x="77673" y="432761"/>
                    <a:pt x="77758" y="436268"/>
                  </a:cubicBezTo>
                  <a:cubicBezTo>
                    <a:pt x="77758" y="438835"/>
                    <a:pt x="76646" y="440716"/>
                    <a:pt x="76817" y="441315"/>
                  </a:cubicBezTo>
                  <a:lnTo>
                    <a:pt x="77416" y="441829"/>
                  </a:lnTo>
                  <a:lnTo>
                    <a:pt x="77673" y="441829"/>
                  </a:lnTo>
                  <a:cubicBezTo>
                    <a:pt x="74251" y="446533"/>
                    <a:pt x="65954" y="457739"/>
                    <a:pt x="61848" y="461930"/>
                  </a:cubicBezTo>
                  <a:lnTo>
                    <a:pt x="63901" y="443368"/>
                  </a:lnTo>
                  <a:lnTo>
                    <a:pt x="63901" y="443368"/>
                  </a:lnTo>
                  <a:close/>
                  <a:moveTo>
                    <a:pt x="269367" y="650031"/>
                  </a:moveTo>
                  <a:lnTo>
                    <a:pt x="269623" y="651315"/>
                  </a:lnTo>
                  <a:cubicBezTo>
                    <a:pt x="270564" y="654223"/>
                    <a:pt x="277750" y="654394"/>
                    <a:pt x="280230" y="653026"/>
                  </a:cubicBezTo>
                  <a:cubicBezTo>
                    <a:pt x="282369" y="651828"/>
                    <a:pt x="282626" y="643103"/>
                    <a:pt x="284080" y="640708"/>
                  </a:cubicBezTo>
                  <a:cubicBezTo>
                    <a:pt x="285534" y="638313"/>
                    <a:pt x="287929" y="640708"/>
                    <a:pt x="288442" y="644044"/>
                  </a:cubicBezTo>
                  <a:cubicBezTo>
                    <a:pt x="288955" y="647380"/>
                    <a:pt x="287929" y="652684"/>
                    <a:pt x="286988" y="654651"/>
                  </a:cubicBezTo>
                  <a:cubicBezTo>
                    <a:pt x="286047" y="656618"/>
                    <a:pt x="283652" y="660468"/>
                    <a:pt x="281685" y="661408"/>
                  </a:cubicBezTo>
                  <a:cubicBezTo>
                    <a:pt x="279803" y="662349"/>
                    <a:pt x="272532" y="663804"/>
                    <a:pt x="269196" y="665258"/>
                  </a:cubicBezTo>
                  <a:lnTo>
                    <a:pt x="268340" y="665857"/>
                  </a:lnTo>
                  <a:cubicBezTo>
                    <a:pt x="268768" y="660296"/>
                    <a:pt x="269110" y="654907"/>
                    <a:pt x="269452" y="649946"/>
                  </a:cubicBezTo>
                  <a:lnTo>
                    <a:pt x="269452" y="649946"/>
                  </a:lnTo>
                  <a:close/>
                  <a:moveTo>
                    <a:pt x="8899" y="568855"/>
                  </a:moveTo>
                  <a:cubicBezTo>
                    <a:pt x="7958" y="576553"/>
                    <a:pt x="7445" y="583311"/>
                    <a:pt x="6504" y="591009"/>
                  </a:cubicBezTo>
                  <a:cubicBezTo>
                    <a:pt x="5563" y="598708"/>
                    <a:pt x="2227" y="610256"/>
                    <a:pt x="1714" y="615559"/>
                  </a:cubicBezTo>
                  <a:cubicBezTo>
                    <a:pt x="1200" y="620863"/>
                    <a:pt x="-681" y="621804"/>
                    <a:pt x="259" y="626594"/>
                  </a:cubicBezTo>
                  <a:cubicBezTo>
                    <a:pt x="1200" y="631384"/>
                    <a:pt x="5563" y="654052"/>
                    <a:pt x="6076" y="657987"/>
                  </a:cubicBezTo>
                  <a:cubicBezTo>
                    <a:pt x="6589" y="661836"/>
                    <a:pt x="13347" y="664745"/>
                    <a:pt x="16170" y="666199"/>
                  </a:cubicBezTo>
                  <a:lnTo>
                    <a:pt x="16255" y="666199"/>
                  </a:lnTo>
                  <a:cubicBezTo>
                    <a:pt x="16255" y="685702"/>
                    <a:pt x="14544" y="696223"/>
                    <a:pt x="13262" y="704777"/>
                  </a:cubicBezTo>
                  <a:cubicBezTo>
                    <a:pt x="11807" y="714443"/>
                    <a:pt x="9412" y="725991"/>
                    <a:pt x="10866" y="725050"/>
                  </a:cubicBezTo>
                  <a:lnTo>
                    <a:pt x="12064" y="725050"/>
                  </a:lnTo>
                  <a:cubicBezTo>
                    <a:pt x="12064" y="725050"/>
                    <a:pt x="10866" y="725050"/>
                    <a:pt x="10866" y="725050"/>
                  </a:cubicBezTo>
                  <a:cubicBezTo>
                    <a:pt x="12150" y="725050"/>
                    <a:pt x="14288" y="725050"/>
                    <a:pt x="16940" y="725050"/>
                  </a:cubicBezTo>
                  <a:cubicBezTo>
                    <a:pt x="25836" y="725307"/>
                    <a:pt x="43457" y="726162"/>
                    <a:pt x="62019" y="727188"/>
                  </a:cubicBezTo>
                  <a:cubicBezTo>
                    <a:pt x="65441" y="742928"/>
                    <a:pt x="75363" y="788948"/>
                    <a:pt x="76903" y="799042"/>
                  </a:cubicBezTo>
                  <a:cubicBezTo>
                    <a:pt x="78870" y="811274"/>
                    <a:pt x="84601" y="838903"/>
                    <a:pt x="84002" y="849852"/>
                  </a:cubicBezTo>
                  <a:cubicBezTo>
                    <a:pt x="83404" y="860801"/>
                    <a:pt x="84601" y="899294"/>
                    <a:pt x="85286" y="914776"/>
                  </a:cubicBezTo>
                  <a:cubicBezTo>
                    <a:pt x="85885" y="930173"/>
                    <a:pt x="95551" y="971318"/>
                    <a:pt x="99399" y="987399"/>
                  </a:cubicBezTo>
                  <a:cubicBezTo>
                    <a:pt x="103249" y="1003481"/>
                    <a:pt x="110349" y="1027860"/>
                    <a:pt x="114797" y="1041375"/>
                  </a:cubicBezTo>
                  <a:cubicBezTo>
                    <a:pt x="119330" y="1054890"/>
                    <a:pt x="128911" y="1076104"/>
                    <a:pt x="130194" y="1082520"/>
                  </a:cubicBezTo>
                  <a:cubicBezTo>
                    <a:pt x="131477" y="1088935"/>
                    <a:pt x="130194" y="1092784"/>
                    <a:pt x="130194" y="1099200"/>
                  </a:cubicBezTo>
                  <a:cubicBezTo>
                    <a:pt x="130194" y="1105615"/>
                    <a:pt x="129595" y="1116564"/>
                    <a:pt x="129595" y="1122980"/>
                  </a:cubicBezTo>
                  <a:cubicBezTo>
                    <a:pt x="129595" y="1129395"/>
                    <a:pt x="127628" y="1130080"/>
                    <a:pt x="128312" y="1134527"/>
                  </a:cubicBezTo>
                  <a:cubicBezTo>
                    <a:pt x="128312" y="1134527"/>
                    <a:pt x="120614" y="1157024"/>
                    <a:pt x="116080" y="1164723"/>
                  </a:cubicBezTo>
                  <a:cubicBezTo>
                    <a:pt x="111632" y="1172421"/>
                    <a:pt x="103848" y="1182087"/>
                    <a:pt x="106414" y="1185937"/>
                  </a:cubicBezTo>
                  <a:cubicBezTo>
                    <a:pt x="108980" y="1189786"/>
                    <a:pt x="113514" y="1196886"/>
                    <a:pt x="117363" y="1196886"/>
                  </a:cubicBezTo>
                  <a:cubicBezTo>
                    <a:pt x="121212" y="1196886"/>
                    <a:pt x="163640" y="1196886"/>
                    <a:pt x="166206" y="1193636"/>
                  </a:cubicBezTo>
                  <a:cubicBezTo>
                    <a:pt x="168772" y="1190471"/>
                    <a:pt x="166805" y="1180805"/>
                    <a:pt x="166805" y="1175672"/>
                  </a:cubicBezTo>
                  <a:cubicBezTo>
                    <a:pt x="166805" y="1170540"/>
                    <a:pt x="173220" y="1160275"/>
                    <a:pt x="173220" y="1154458"/>
                  </a:cubicBezTo>
                  <a:cubicBezTo>
                    <a:pt x="173220" y="1148642"/>
                    <a:pt x="178353" y="1138377"/>
                    <a:pt x="176385" y="1134527"/>
                  </a:cubicBezTo>
                  <a:cubicBezTo>
                    <a:pt x="174503" y="1130678"/>
                    <a:pt x="168002" y="1129395"/>
                    <a:pt x="168002" y="1124263"/>
                  </a:cubicBezTo>
                  <a:cubicBezTo>
                    <a:pt x="168002" y="1119130"/>
                    <a:pt x="167318" y="1107583"/>
                    <a:pt x="166720" y="1103648"/>
                  </a:cubicBezTo>
                  <a:cubicBezTo>
                    <a:pt x="166121" y="1099798"/>
                    <a:pt x="158336" y="1097232"/>
                    <a:pt x="159705" y="1090817"/>
                  </a:cubicBezTo>
                  <a:cubicBezTo>
                    <a:pt x="160988" y="1084401"/>
                    <a:pt x="153889" y="941037"/>
                    <a:pt x="151322" y="921791"/>
                  </a:cubicBezTo>
                  <a:cubicBezTo>
                    <a:pt x="148756" y="902544"/>
                    <a:pt x="148157" y="876797"/>
                    <a:pt x="148157" y="869099"/>
                  </a:cubicBezTo>
                  <a:cubicBezTo>
                    <a:pt x="148157" y="861400"/>
                    <a:pt x="152007" y="837620"/>
                    <a:pt x="151322" y="827355"/>
                  </a:cubicBezTo>
                  <a:cubicBezTo>
                    <a:pt x="150723" y="817090"/>
                    <a:pt x="147473" y="789461"/>
                    <a:pt x="145505" y="773979"/>
                  </a:cubicBezTo>
                  <a:cubicBezTo>
                    <a:pt x="143538" y="758581"/>
                    <a:pt x="140373" y="740532"/>
                    <a:pt x="140373" y="740532"/>
                  </a:cubicBezTo>
                  <a:lnTo>
                    <a:pt x="141571" y="734630"/>
                  </a:lnTo>
                  <a:cubicBezTo>
                    <a:pt x="151835" y="736427"/>
                    <a:pt x="163811" y="738308"/>
                    <a:pt x="171681" y="738565"/>
                  </a:cubicBezTo>
                  <a:cubicBezTo>
                    <a:pt x="172793" y="738565"/>
                    <a:pt x="174332" y="738651"/>
                    <a:pt x="176214" y="738736"/>
                  </a:cubicBezTo>
                  <a:lnTo>
                    <a:pt x="178353" y="739078"/>
                  </a:lnTo>
                  <a:cubicBezTo>
                    <a:pt x="179294" y="739250"/>
                    <a:pt x="180662" y="739335"/>
                    <a:pt x="182373" y="739420"/>
                  </a:cubicBezTo>
                  <a:cubicBezTo>
                    <a:pt x="183827" y="750284"/>
                    <a:pt x="186308" y="770642"/>
                    <a:pt x="185880" y="779881"/>
                  </a:cubicBezTo>
                  <a:cubicBezTo>
                    <a:pt x="185196" y="792712"/>
                    <a:pt x="186564" y="830007"/>
                    <a:pt x="188446" y="843522"/>
                  </a:cubicBezTo>
                  <a:cubicBezTo>
                    <a:pt x="190414" y="857037"/>
                    <a:pt x="195546" y="871836"/>
                    <a:pt x="198112" y="878251"/>
                  </a:cubicBezTo>
                  <a:cubicBezTo>
                    <a:pt x="200679" y="884667"/>
                    <a:pt x="202561" y="910414"/>
                    <a:pt x="202561" y="921962"/>
                  </a:cubicBezTo>
                  <a:cubicBezTo>
                    <a:pt x="202561" y="933510"/>
                    <a:pt x="205811" y="997750"/>
                    <a:pt x="209660" y="1012548"/>
                  </a:cubicBezTo>
                  <a:cubicBezTo>
                    <a:pt x="213509" y="1027347"/>
                    <a:pt x="219925" y="1064642"/>
                    <a:pt x="221892" y="1077473"/>
                  </a:cubicBezTo>
                  <a:cubicBezTo>
                    <a:pt x="223774" y="1090304"/>
                    <a:pt x="221892" y="1090304"/>
                    <a:pt x="219925" y="1098002"/>
                  </a:cubicBezTo>
                  <a:cubicBezTo>
                    <a:pt x="217958" y="1105701"/>
                    <a:pt x="215392" y="1114083"/>
                    <a:pt x="217359" y="1119216"/>
                  </a:cubicBezTo>
                  <a:cubicBezTo>
                    <a:pt x="219240" y="1124348"/>
                    <a:pt x="216076" y="1125033"/>
                    <a:pt x="215392" y="1129481"/>
                  </a:cubicBezTo>
                  <a:cubicBezTo>
                    <a:pt x="214707" y="1133929"/>
                    <a:pt x="215392" y="1137778"/>
                    <a:pt x="214108" y="1146845"/>
                  </a:cubicBezTo>
                  <a:cubicBezTo>
                    <a:pt x="212825" y="1155827"/>
                    <a:pt x="212825" y="1160361"/>
                    <a:pt x="211542" y="1166092"/>
                  </a:cubicBezTo>
                  <a:cubicBezTo>
                    <a:pt x="210259" y="1171908"/>
                    <a:pt x="203843" y="1173790"/>
                    <a:pt x="205127" y="1180890"/>
                  </a:cubicBezTo>
                  <a:cubicBezTo>
                    <a:pt x="206410" y="1187990"/>
                    <a:pt x="204528" y="1191839"/>
                    <a:pt x="210943" y="1195004"/>
                  </a:cubicBezTo>
                  <a:cubicBezTo>
                    <a:pt x="217359" y="1198254"/>
                    <a:pt x="256536" y="1198254"/>
                    <a:pt x="263635" y="1196971"/>
                  </a:cubicBezTo>
                  <a:cubicBezTo>
                    <a:pt x="270735" y="1195688"/>
                    <a:pt x="264234" y="1184140"/>
                    <a:pt x="264919" y="1177041"/>
                  </a:cubicBezTo>
                  <a:cubicBezTo>
                    <a:pt x="265603" y="1169941"/>
                    <a:pt x="266202" y="1157794"/>
                    <a:pt x="264320" y="1151978"/>
                  </a:cubicBezTo>
                  <a:cubicBezTo>
                    <a:pt x="262353" y="1146161"/>
                    <a:pt x="255338" y="1125632"/>
                    <a:pt x="256621" y="1121098"/>
                  </a:cubicBezTo>
                  <a:cubicBezTo>
                    <a:pt x="257904" y="1116564"/>
                    <a:pt x="259188" y="1105016"/>
                    <a:pt x="258589" y="1099200"/>
                  </a:cubicBezTo>
                  <a:cubicBezTo>
                    <a:pt x="257904" y="1093383"/>
                    <a:pt x="255338" y="1081236"/>
                    <a:pt x="256621" y="1076703"/>
                  </a:cubicBezTo>
                  <a:cubicBezTo>
                    <a:pt x="257904" y="1072169"/>
                    <a:pt x="257904" y="1039408"/>
                    <a:pt x="264320" y="1006646"/>
                  </a:cubicBezTo>
                  <a:cubicBezTo>
                    <a:pt x="270735" y="973884"/>
                    <a:pt x="272703" y="911526"/>
                    <a:pt x="265603" y="874231"/>
                  </a:cubicBezTo>
                  <a:cubicBezTo>
                    <a:pt x="258503" y="836936"/>
                    <a:pt x="256621" y="813840"/>
                    <a:pt x="256621" y="800324"/>
                  </a:cubicBezTo>
                  <a:cubicBezTo>
                    <a:pt x="256621" y="788349"/>
                    <a:pt x="259102" y="746862"/>
                    <a:pt x="259701" y="737367"/>
                  </a:cubicBezTo>
                  <a:cubicBezTo>
                    <a:pt x="261411" y="737111"/>
                    <a:pt x="262609" y="736854"/>
                    <a:pt x="263208" y="736512"/>
                  </a:cubicBezTo>
                  <a:cubicBezTo>
                    <a:pt x="263208" y="736512"/>
                    <a:pt x="265774" y="700586"/>
                    <a:pt x="267912" y="669193"/>
                  </a:cubicBezTo>
                  <a:cubicBezTo>
                    <a:pt x="268511" y="670732"/>
                    <a:pt x="269452" y="672186"/>
                    <a:pt x="269965" y="672871"/>
                  </a:cubicBezTo>
                  <a:cubicBezTo>
                    <a:pt x="270907" y="674325"/>
                    <a:pt x="275782" y="674838"/>
                    <a:pt x="279118" y="674838"/>
                  </a:cubicBezTo>
                  <a:cubicBezTo>
                    <a:pt x="282454" y="674838"/>
                    <a:pt x="285363" y="674325"/>
                    <a:pt x="288784" y="672871"/>
                  </a:cubicBezTo>
                  <a:cubicBezTo>
                    <a:pt x="292120" y="671416"/>
                    <a:pt x="301273" y="666113"/>
                    <a:pt x="304694" y="660382"/>
                  </a:cubicBezTo>
                  <a:cubicBezTo>
                    <a:pt x="308031" y="654565"/>
                    <a:pt x="305636" y="642076"/>
                    <a:pt x="305636" y="632924"/>
                  </a:cubicBezTo>
                  <a:cubicBezTo>
                    <a:pt x="305636" y="623771"/>
                    <a:pt x="302727" y="615559"/>
                    <a:pt x="301273" y="610256"/>
                  </a:cubicBezTo>
                  <a:cubicBezTo>
                    <a:pt x="299819" y="604952"/>
                    <a:pt x="297937" y="599649"/>
                    <a:pt x="296910" y="594346"/>
                  </a:cubicBezTo>
                  <a:cubicBezTo>
                    <a:pt x="295970" y="589042"/>
                    <a:pt x="295456" y="566887"/>
                    <a:pt x="295456" y="558675"/>
                  </a:cubicBezTo>
                  <a:cubicBezTo>
                    <a:pt x="295456" y="550464"/>
                    <a:pt x="298365" y="479637"/>
                    <a:pt x="298365" y="476301"/>
                  </a:cubicBezTo>
                  <a:cubicBezTo>
                    <a:pt x="298365" y="473735"/>
                    <a:pt x="299990" y="462443"/>
                    <a:pt x="300846" y="457054"/>
                  </a:cubicBezTo>
                  <a:lnTo>
                    <a:pt x="301273" y="456884"/>
                  </a:lnTo>
                  <a:cubicBezTo>
                    <a:pt x="310597" y="452692"/>
                    <a:pt x="307347" y="444993"/>
                    <a:pt x="308971" y="428912"/>
                  </a:cubicBezTo>
                  <a:cubicBezTo>
                    <a:pt x="310597" y="412831"/>
                    <a:pt x="308031" y="399059"/>
                    <a:pt x="307090" y="389051"/>
                  </a:cubicBezTo>
                  <a:cubicBezTo>
                    <a:pt x="306149" y="379128"/>
                    <a:pt x="308715" y="332851"/>
                    <a:pt x="308971" y="320876"/>
                  </a:cubicBezTo>
                  <a:cubicBezTo>
                    <a:pt x="309314" y="308985"/>
                    <a:pt x="311538" y="279389"/>
                    <a:pt x="311538" y="273658"/>
                  </a:cubicBezTo>
                  <a:cubicBezTo>
                    <a:pt x="311538" y="267927"/>
                    <a:pt x="314446" y="236106"/>
                    <a:pt x="311880" y="228322"/>
                  </a:cubicBezTo>
                  <a:cubicBezTo>
                    <a:pt x="309570" y="221393"/>
                    <a:pt x="265945" y="197784"/>
                    <a:pt x="252430" y="189829"/>
                  </a:cubicBezTo>
                  <a:cubicBezTo>
                    <a:pt x="251232" y="176399"/>
                    <a:pt x="249351" y="160746"/>
                    <a:pt x="246699" y="148000"/>
                  </a:cubicBezTo>
                  <a:lnTo>
                    <a:pt x="246271" y="146033"/>
                  </a:lnTo>
                  <a:cubicBezTo>
                    <a:pt x="240026" y="117634"/>
                    <a:pt x="250634" y="98815"/>
                    <a:pt x="232328" y="33719"/>
                  </a:cubicBezTo>
                  <a:cubicBezTo>
                    <a:pt x="232328" y="33719"/>
                    <a:pt x="219754" y="5320"/>
                    <a:pt x="208719" y="1899"/>
                  </a:cubicBezTo>
                  <a:cubicBezTo>
                    <a:pt x="197599" y="-1437"/>
                    <a:pt x="195204" y="445"/>
                    <a:pt x="184169" y="1386"/>
                  </a:cubicBezTo>
                  <a:cubicBezTo>
                    <a:pt x="177326" y="1984"/>
                    <a:pt x="175957" y="445"/>
                    <a:pt x="161501" y="3267"/>
                  </a:cubicBezTo>
                  <a:cubicBezTo>
                    <a:pt x="147045" y="6176"/>
                    <a:pt x="127714" y="18237"/>
                    <a:pt x="119074" y="39878"/>
                  </a:cubicBezTo>
                  <a:cubicBezTo>
                    <a:pt x="110434" y="61605"/>
                    <a:pt x="107953" y="93341"/>
                    <a:pt x="107013" y="107797"/>
                  </a:cubicBezTo>
                  <a:cubicBezTo>
                    <a:pt x="106072" y="122253"/>
                    <a:pt x="109921" y="146803"/>
                    <a:pt x="109921" y="163739"/>
                  </a:cubicBezTo>
                  <a:cubicBezTo>
                    <a:pt x="109921" y="180676"/>
                    <a:pt x="108980" y="184440"/>
                    <a:pt x="106499" y="186835"/>
                  </a:cubicBezTo>
                  <a:cubicBezTo>
                    <a:pt x="104703" y="188632"/>
                    <a:pt x="98031" y="195817"/>
                    <a:pt x="92984" y="200179"/>
                  </a:cubicBezTo>
                  <a:cubicBezTo>
                    <a:pt x="82720" y="205568"/>
                    <a:pt x="66467" y="213267"/>
                    <a:pt x="58597" y="216860"/>
                  </a:cubicBezTo>
                  <a:cubicBezTo>
                    <a:pt x="49616" y="221051"/>
                    <a:pt x="40891" y="229434"/>
                    <a:pt x="36443" y="239699"/>
                  </a:cubicBezTo>
                  <a:cubicBezTo>
                    <a:pt x="31909" y="249963"/>
                    <a:pt x="28060" y="266387"/>
                    <a:pt x="27461" y="279902"/>
                  </a:cubicBezTo>
                  <a:cubicBezTo>
                    <a:pt x="26862" y="293418"/>
                    <a:pt x="21046" y="362191"/>
                    <a:pt x="20105" y="368265"/>
                  </a:cubicBezTo>
                  <a:cubicBezTo>
                    <a:pt x="19335" y="373397"/>
                    <a:pt x="18736" y="379385"/>
                    <a:pt x="18736" y="381780"/>
                  </a:cubicBezTo>
                  <a:lnTo>
                    <a:pt x="18736" y="383063"/>
                  </a:lnTo>
                  <a:cubicBezTo>
                    <a:pt x="18736" y="383063"/>
                    <a:pt x="18821" y="383149"/>
                    <a:pt x="18821" y="383149"/>
                  </a:cubicBezTo>
                  <a:cubicBezTo>
                    <a:pt x="18651" y="386399"/>
                    <a:pt x="14972" y="407441"/>
                    <a:pt x="14630" y="411975"/>
                  </a:cubicBezTo>
                  <a:cubicBezTo>
                    <a:pt x="14288" y="416851"/>
                    <a:pt x="14288" y="421898"/>
                    <a:pt x="14288" y="421898"/>
                  </a:cubicBezTo>
                  <a:lnTo>
                    <a:pt x="14288" y="421898"/>
                  </a:lnTo>
                  <a:cubicBezTo>
                    <a:pt x="14288" y="421898"/>
                    <a:pt x="14288" y="422240"/>
                    <a:pt x="14288" y="422240"/>
                  </a:cubicBezTo>
                  <a:lnTo>
                    <a:pt x="15913" y="436696"/>
                  </a:lnTo>
                  <a:lnTo>
                    <a:pt x="18821" y="441829"/>
                  </a:lnTo>
                  <a:lnTo>
                    <a:pt x="20275" y="442000"/>
                  </a:lnTo>
                  <a:cubicBezTo>
                    <a:pt x="18993" y="454916"/>
                    <a:pt x="15143" y="491955"/>
                    <a:pt x="13946" y="500594"/>
                  </a:cubicBezTo>
                  <a:cubicBezTo>
                    <a:pt x="12492" y="511201"/>
                    <a:pt x="9583" y="560814"/>
                    <a:pt x="8642" y="568513"/>
                  </a:cubicBezTo>
                  <a:lnTo>
                    <a:pt x="8642" y="568513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CE0112DB-588C-976B-C247-96C7689F3210}"/>
                </a:ext>
              </a:extLst>
            </p:cNvPr>
            <p:cNvSpPr/>
            <p:nvPr/>
          </p:nvSpPr>
          <p:spPr>
            <a:xfrm>
              <a:off x="-2026312" y="5671253"/>
              <a:ext cx="588561" cy="1210748"/>
            </a:xfrm>
            <a:custGeom>
              <a:avLst/>
              <a:gdLst>
                <a:gd name="connsiteX0" fmla="*/ 136074 w 588561"/>
                <a:gd name="connsiteY0" fmla="*/ 662379 h 1210748"/>
                <a:gd name="connsiteX1" fmla="*/ 142404 w 588561"/>
                <a:gd name="connsiteY1" fmla="*/ 660241 h 1210748"/>
                <a:gd name="connsiteX2" fmla="*/ 141549 w 588561"/>
                <a:gd name="connsiteY2" fmla="*/ 648864 h 1210748"/>
                <a:gd name="connsiteX3" fmla="*/ 142148 w 588561"/>
                <a:gd name="connsiteY3" fmla="*/ 648693 h 1210748"/>
                <a:gd name="connsiteX4" fmla="*/ 146168 w 588561"/>
                <a:gd name="connsiteY4" fmla="*/ 663577 h 1210748"/>
                <a:gd name="connsiteX5" fmla="*/ 138726 w 588561"/>
                <a:gd name="connsiteY5" fmla="*/ 716782 h 1210748"/>
                <a:gd name="connsiteX6" fmla="*/ 138726 w 588561"/>
                <a:gd name="connsiteY6" fmla="*/ 714216 h 1210748"/>
                <a:gd name="connsiteX7" fmla="*/ 138983 w 588561"/>
                <a:gd name="connsiteY7" fmla="*/ 687186 h 1210748"/>
                <a:gd name="connsiteX8" fmla="*/ 138384 w 588561"/>
                <a:gd name="connsiteY8" fmla="*/ 669821 h 1210748"/>
                <a:gd name="connsiteX9" fmla="*/ 136074 w 588561"/>
                <a:gd name="connsiteY9" fmla="*/ 662294 h 1210748"/>
                <a:gd name="connsiteX10" fmla="*/ 136074 w 588561"/>
                <a:gd name="connsiteY10" fmla="*/ 662294 h 1210748"/>
                <a:gd name="connsiteX11" fmla="*/ 126237 w 588561"/>
                <a:gd name="connsiteY11" fmla="*/ 722770 h 1210748"/>
                <a:gd name="connsiteX12" fmla="*/ 117683 w 588561"/>
                <a:gd name="connsiteY12" fmla="*/ 722599 h 1210748"/>
                <a:gd name="connsiteX13" fmla="*/ 111182 w 588561"/>
                <a:gd name="connsiteY13" fmla="*/ 719776 h 1210748"/>
                <a:gd name="connsiteX14" fmla="*/ 111353 w 588561"/>
                <a:gd name="connsiteY14" fmla="*/ 709340 h 1210748"/>
                <a:gd name="connsiteX15" fmla="*/ 110926 w 588561"/>
                <a:gd name="connsiteY15" fmla="*/ 699418 h 1210748"/>
                <a:gd name="connsiteX16" fmla="*/ 112637 w 588561"/>
                <a:gd name="connsiteY16" fmla="*/ 694456 h 1210748"/>
                <a:gd name="connsiteX17" fmla="*/ 118111 w 588561"/>
                <a:gd name="connsiteY17" fmla="*/ 691377 h 1210748"/>
                <a:gd name="connsiteX18" fmla="*/ 124356 w 588561"/>
                <a:gd name="connsiteY18" fmla="*/ 694628 h 1210748"/>
                <a:gd name="connsiteX19" fmla="*/ 124184 w 588561"/>
                <a:gd name="connsiteY19" fmla="*/ 703951 h 1210748"/>
                <a:gd name="connsiteX20" fmla="*/ 124527 w 588561"/>
                <a:gd name="connsiteY20" fmla="*/ 716697 h 1210748"/>
                <a:gd name="connsiteX21" fmla="*/ 126408 w 588561"/>
                <a:gd name="connsiteY21" fmla="*/ 722770 h 1210748"/>
                <a:gd name="connsiteX22" fmla="*/ 126408 w 588561"/>
                <a:gd name="connsiteY22" fmla="*/ 722770 h 1210748"/>
                <a:gd name="connsiteX23" fmla="*/ 443418 w 588561"/>
                <a:gd name="connsiteY23" fmla="*/ 401826 h 1210748"/>
                <a:gd name="connsiteX24" fmla="*/ 457361 w 588561"/>
                <a:gd name="connsiteY24" fmla="*/ 407386 h 1210748"/>
                <a:gd name="connsiteX25" fmla="*/ 476949 w 588561"/>
                <a:gd name="connsiteY25" fmla="*/ 421329 h 1210748"/>
                <a:gd name="connsiteX26" fmla="*/ 480713 w 588561"/>
                <a:gd name="connsiteY26" fmla="*/ 428771 h 1210748"/>
                <a:gd name="connsiteX27" fmla="*/ 481654 w 588561"/>
                <a:gd name="connsiteY27" fmla="*/ 440917 h 1210748"/>
                <a:gd name="connsiteX28" fmla="*/ 476949 w 588561"/>
                <a:gd name="connsiteY28" fmla="*/ 458624 h 1210748"/>
                <a:gd name="connsiteX29" fmla="*/ 474127 w 588561"/>
                <a:gd name="connsiteY29" fmla="*/ 477271 h 1210748"/>
                <a:gd name="connsiteX30" fmla="*/ 468567 w 588561"/>
                <a:gd name="connsiteY30" fmla="*/ 492155 h 1210748"/>
                <a:gd name="connsiteX31" fmla="*/ 463006 w 588561"/>
                <a:gd name="connsiteY31" fmla="*/ 504302 h 1210748"/>
                <a:gd name="connsiteX32" fmla="*/ 462408 w 588561"/>
                <a:gd name="connsiteY32" fmla="*/ 505756 h 1210748"/>
                <a:gd name="connsiteX33" fmla="*/ 462065 w 588561"/>
                <a:gd name="connsiteY33" fmla="*/ 505928 h 1210748"/>
                <a:gd name="connsiteX34" fmla="*/ 453768 w 588561"/>
                <a:gd name="connsiteY34" fmla="*/ 504559 h 1210748"/>
                <a:gd name="connsiteX35" fmla="*/ 449919 w 588561"/>
                <a:gd name="connsiteY35" fmla="*/ 481891 h 1210748"/>
                <a:gd name="connsiteX36" fmla="*/ 443418 w 588561"/>
                <a:gd name="connsiteY36" fmla="*/ 461361 h 1210748"/>
                <a:gd name="connsiteX37" fmla="*/ 440595 w 588561"/>
                <a:gd name="connsiteY37" fmla="*/ 425948 h 1210748"/>
                <a:gd name="connsiteX38" fmla="*/ 443418 w 588561"/>
                <a:gd name="connsiteY38" fmla="*/ 401740 h 1210748"/>
                <a:gd name="connsiteX39" fmla="*/ 443418 w 588561"/>
                <a:gd name="connsiteY39" fmla="*/ 401740 h 1210748"/>
                <a:gd name="connsiteX40" fmla="*/ 54812 w 588561"/>
                <a:gd name="connsiteY40" fmla="*/ 1159364 h 1210748"/>
                <a:gd name="connsiteX41" fmla="*/ 48311 w 588561"/>
                <a:gd name="connsiteY41" fmla="*/ 1169628 h 1210748"/>
                <a:gd name="connsiteX42" fmla="*/ 33427 w 588561"/>
                <a:gd name="connsiteY42" fmla="*/ 1178952 h 1210748"/>
                <a:gd name="connsiteX43" fmla="*/ 9219 w 588561"/>
                <a:gd name="connsiteY43" fmla="*/ 1186394 h 1210748"/>
                <a:gd name="connsiteX44" fmla="*/ 837 w 588561"/>
                <a:gd name="connsiteY44" fmla="*/ 1199482 h 1210748"/>
                <a:gd name="connsiteX45" fmla="*/ 49252 w 588561"/>
                <a:gd name="connsiteY45" fmla="*/ 1210687 h 1210748"/>
                <a:gd name="connsiteX46" fmla="*/ 144286 w 588561"/>
                <a:gd name="connsiteY46" fmla="*/ 1207009 h 1210748"/>
                <a:gd name="connsiteX47" fmla="*/ 145227 w 588561"/>
                <a:gd name="connsiteY47" fmla="*/ 1189302 h 1210748"/>
                <a:gd name="connsiteX48" fmla="*/ 147109 w 588561"/>
                <a:gd name="connsiteY48" fmla="*/ 1185539 h 1210748"/>
                <a:gd name="connsiteX49" fmla="*/ 145227 w 588561"/>
                <a:gd name="connsiteY49" fmla="*/ 1148244 h 1210748"/>
                <a:gd name="connsiteX50" fmla="*/ 161052 w 588561"/>
                <a:gd name="connsiteY50" fmla="*/ 1137038 h 1210748"/>
                <a:gd name="connsiteX51" fmla="*/ 214172 w 588561"/>
                <a:gd name="connsiteY51" fmla="*/ 976737 h 1210748"/>
                <a:gd name="connsiteX52" fmla="*/ 226319 w 588561"/>
                <a:gd name="connsiteY52" fmla="*/ 902232 h 1210748"/>
                <a:gd name="connsiteX53" fmla="*/ 255231 w 588561"/>
                <a:gd name="connsiteY53" fmla="*/ 814639 h 1210748"/>
                <a:gd name="connsiteX54" fmla="*/ 263100 w 588561"/>
                <a:gd name="connsiteY54" fmla="*/ 793682 h 1210748"/>
                <a:gd name="connsiteX55" fmla="*/ 267634 w 588561"/>
                <a:gd name="connsiteY55" fmla="*/ 788464 h 1210748"/>
                <a:gd name="connsiteX56" fmla="*/ 277557 w 588561"/>
                <a:gd name="connsiteY56" fmla="*/ 808053 h 1210748"/>
                <a:gd name="connsiteX57" fmla="*/ 284999 w 588561"/>
                <a:gd name="connsiteY57" fmla="*/ 876057 h 1210748"/>
                <a:gd name="connsiteX58" fmla="*/ 288762 w 588561"/>
                <a:gd name="connsiteY58" fmla="*/ 930118 h 1210748"/>
                <a:gd name="connsiteX59" fmla="*/ 286881 w 588561"/>
                <a:gd name="connsiteY59" fmla="*/ 969209 h 1210748"/>
                <a:gd name="connsiteX60" fmla="*/ 287822 w 588561"/>
                <a:gd name="connsiteY60" fmla="*/ 1075449 h 1210748"/>
                <a:gd name="connsiteX61" fmla="*/ 284999 w 588561"/>
                <a:gd name="connsiteY61" fmla="*/ 1130452 h 1210748"/>
                <a:gd name="connsiteX62" fmla="*/ 284058 w 588561"/>
                <a:gd name="connsiteY62" fmla="*/ 1161160 h 1210748"/>
                <a:gd name="connsiteX63" fmla="*/ 293382 w 588561"/>
                <a:gd name="connsiteY63" fmla="*/ 1171425 h 1210748"/>
                <a:gd name="connsiteX64" fmla="*/ 290559 w 588561"/>
                <a:gd name="connsiteY64" fmla="*/ 1199397 h 1210748"/>
                <a:gd name="connsiteX65" fmla="*/ 309206 w 588561"/>
                <a:gd name="connsiteY65" fmla="*/ 1208720 h 1210748"/>
                <a:gd name="connsiteX66" fmla="*/ 392094 w 588561"/>
                <a:gd name="connsiteY66" fmla="*/ 1202219 h 1210748"/>
                <a:gd name="connsiteX67" fmla="*/ 390213 w 588561"/>
                <a:gd name="connsiteY67" fmla="*/ 1181690 h 1210748"/>
                <a:gd name="connsiteX68" fmla="*/ 397654 w 588561"/>
                <a:gd name="connsiteY68" fmla="*/ 1167747 h 1210748"/>
                <a:gd name="connsiteX69" fmla="*/ 374387 w 588561"/>
                <a:gd name="connsiteY69" fmla="*/ 1108125 h 1210748"/>
                <a:gd name="connsiteX70" fmla="*/ 386534 w 588561"/>
                <a:gd name="connsiteY70" fmla="*/ 1001886 h 1210748"/>
                <a:gd name="connsiteX71" fmla="*/ 387475 w 588561"/>
                <a:gd name="connsiteY71" fmla="*/ 847230 h 1210748"/>
                <a:gd name="connsiteX72" fmla="*/ 388416 w 588561"/>
                <a:gd name="connsiteY72" fmla="*/ 805316 h 1210748"/>
                <a:gd name="connsiteX73" fmla="*/ 392180 w 588561"/>
                <a:gd name="connsiteY73" fmla="*/ 792228 h 1210748"/>
                <a:gd name="connsiteX74" fmla="*/ 399622 w 588561"/>
                <a:gd name="connsiteY74" fmla="*/ 727047 h 1210748"/>
                <a:gd name="connsiteX75" fmla="*/ 400819 w 588561"/>
                <a:gd name="connsiteY75" fmla="*/ 724053 h 1210748"/>
                <a:gd name="connsiteX76" fmla="*/ 406208 w 588561"/>
                <a:gd name="connsiteY76" fmla="*/ 723882 h 1210748"/>
                <a:gd name="connsiteX77" fmla="*/ 423573 w 588561"/>
                <a:gd name="connsiteY77" fmla="*/ 733804 h 1210748"/>
                <a:gd name="connsiteX78" fmla="*/ 499361 w 588561"/>
                <a:gd name="connsiteY78" fmla="*/ 732522 h 1210748"/>
                <a:gd name="connsiteX79" fmla="*/ 534175 w 588561"/>
                <a:gd name="connsiteY79" fmla="*/ 728159 h 1210748"/>
                <a:gd name="connsiteX80" fmla="*/ 578314 w 588561"/>
                <a:gd name="connsiteY80" fmla="*/ 715071 h 1210748"/>
                <a:gd name="connsiteX81" fmla="*/ 587637 w 588561"/>
                <a:gd name="connsiteY81" fmla="*/ 710110 h 1210748"/>
                <a:gd name="connsiteX82" fmla="*/ 582677 w 588561"/>
                <a:gd name="connsiteY82" fmla="*/ 699589 h 1210748"/>
                <a:gd name="connsiteX83" fmla="*/ 573951 w 588561"/>
                <a:gd name="connsiteY83" fmla="*/ 680342 h 1210748"/>
                <a:gd name="connsiteX84" fmla="*/ 567792 w 588561"/>
                <a:gd name="connsiteY84" fmla="*/ 656135 h 1210748"/>
                <a:gd name="connsiteX85" fmla="*/ 557185 w 588561"/>
                <a:gd name="connsiteY85" fmla="*/ 637487 h 1210748"/>
                <a:gd name="connsiteX86" fmla="*/ 547263 w 588561"/>
                <a:gd name="connsiteY86" fmla="*/ 592151 h 1210748"/>
                <a:gd name="connsiteX87" fmla="*/ 533576 w 588561"/>
                <a:gd name="connsiteY87" fmla="*/ 507040 h 1210748"/>
                <a:gd name="connsiteX88" fmla="*/ 529898 w 588561"/>
                <a:gd name="connsiteY88" fmla="*/ 503960 h 1210748"/>
                <a:gd name="connsiteX89" fmla="*/ 529556 w 588561"/>
                <a:gd name="connsiteY89" fmla="*/ 504217 h 1210748"/>
                <a:gd name="connsiteX90" fmla="*/ 540420 w 588561"/>
                <a:gd name="connsiteY90" fmla="*/ 481976 h 1210748"/>
                <a:gd name="connsiteX91" fmla="*/ 548803 w 588561"/>
                <a:gd name="connsiteY91" fmla="*/ 462388 h 1210748"/>
                <a:gd name="connsiteX92" fmla="*/ 555304 w 588561"/>
                <a:gd name="connsiteY92" fmla="*/ 440917 h 1210748"/>
                <a:gd name="connsiteX93" fmla="*/ 558982 w 588561"/>
                <a:gd name="connsiteY93" fmla="*/ 421329 h 1210748"/>
                <a:gd name="connsiteX94" fmla="*/ 556159 w 588561"/>
                <a:gd name="connsiteY94" fmla="*/ 410123 h 1210748"/>
                <a:gd name="connsiteX95" fmla="*/ 526306 w 588561"/>
                <a:gd name="connsiteY95" fmla="*/ 331854 h 1210748"/>
                <a:gd name="connsiteX96" fmla="*/ 512277 w 588561"/>
                <a:gd name="connsiteY96" fmla="*/ 301146 h 1210748"/>
                <a:gd name="connsiteX97" fmla="*/ 504835 w 588561"/>
                <a:gd name="connsiteY97" fmla="*/ 266673 h 1210748"/>
                <a:gd name="connsiteX98" fmla="*/ 499275 w 588561"/>
                <a:gd name="connsiteY98" fmla="*/ 242465 h 1210748"/>
                <a:gd name="connsiteX99" fmla="*/ 487214 w 588561"/>
                <a:gd name="connsiteY99" fmla="*/ 215435 h 1210748"/>
                <a:gd name="connsiteX100" fmla="*/ 480713 w 588561"/>
                <a:gd name="connsiteY100" fmla="*/ 205170 h 1210748"/>
                <a:gd name="connsiteX101" fmla="*/ 475495 w 588561"/>
                <a:gd name="connsiteY101" fmla="*/ 205170 h 1210748"/>
                <a:gd name="connsiteX102" fmla="*/ 476350 w 588561"/>
                <a:gd name="connsiteY102" fmla="*/ 203973 h 1210748"/>
                <a:gd name="connsiteX103" fmla="*/ 445300 w 588561"/>
                <a:gd name="connsiteY103" fmla="*/ 201492 h 1210748"/>
                <a:gd name="connsiteX104" fmla="*/ 442220 w 588561"/>
                <a:gd name="connsiteY104" fmla="*/ 204229 h 1210748"/>
                <a:gd name="connsiteX105" fmla="*/ 410827 w 588561"/>
                <a:gd name="connsiteY105" fmla="*/ 201492 h 1210748"/>
                <a:gd name="connsiteX106" fmla="*/ 386620 w 588561"/>
                <a:gd name="connsiteY106" fmla="*/ 193109 h 1210748"/>
                <a:gd name="connsiteX107" fmla="*/ 374559 w 588561"/>
                <a:gd name="connsiteY107" fmla="*/ 180963 h 1210748"/>
                <a:gd name="connsiteX108" fmla="*/ 361129 w 588561"/>
                <a:gd name="connsiteY108" fmla="*/ 167704 h 1210748"/>
                <a:gd name="connsiteX109" fmla="*/ 358734 w 588561"/>
                <a:gd name="connsiteY109" fmla="*/ 163256 h 1210748"/>
                <a:gd name="connsiteX110" fmla="*/ 361557 w 588561"/>
                <a:gd name="connsiteY110" fmla="*/ 152991 h 1210748"/>
                <a:gd name="connsiteX111" fmla="*/ 365235 w 588561"/>
                <a:gd name="connsiteY111" fmla="*/ 139048 h 1210748"/>
                <a:gd name="connsiteX112" fmla="*/ 372677 w 588561"/>
                <a:gd name="connsiteY112" fmla="*/ 101753 h 1210748"/>
                <a:gd name="connsiteX113" fmla="*/ 350351 w 588561"/>
                <a:gd name="connsiteY113" fmla="*/ 21603 h 1210748"/>
                <a:gd name="connsiteX114" fmla="*/ 280465 w 588561"/>
                <a:gd name="connsiteY114" fmla="*/ 132 h 1210748"/>
                <a:gd name="connsiteX115" fmla="*/ 237610 w 588561"/>
                <a:gd name="connsiteY115" fmla="*/ 22458 h 1210748"/>
                <a:gd name="connsiteX116" fmla="*/ 227345 w 588561"/>
                <a:gd name="connsiteY116" fmla="*/ 28103 h 1210748"/>
                <a:gd name="connsiteX117" fmla="*/ 224522 w 588561"/>
                <a:gd name="connsiteY117" fmla="*/ 36487 h 1210748"/>
                <a:gd name="connsiteX118" fmla="*/ 210580 w 588561"/>
                <a:gd name="connsiteY118" fmla="*/ 64458 h 1210748"/>
                <a:gd name="connsiteX119" fmla="*/ 225463 w 588561"/>
                <a:gd name="connsiteY119" fmla="*/ 137166 h 1210748"/>
                <a:gd name="connsiteX120" fmla="*/ 249671 w 588561"/>
                <a:gd name="connsiteY120" fmla="*/ 157610 h 1210748"/>
                <a:gd name="connsiteX121" fmla="*/ 268319 w 588561"/>
                <a:gd name="connsiteY121" fmla="*/ 188319 h 1210748"/>
                <a:gd name="connsiteX122" fmla="*/ 263699 w 588561"/>
                <a:gd name="connsiteY122" fmla="*/ 200466 h 1210748"/>
                <a:gd name="connsiteX123" fmla="*/ 238551 w 588561"/>
                <a:gd name="connsiteY123" fmla="*/ 218172 h 1210748"/>
                <a:gd name="connsiteX124" fmla="*/ 199374 w 588561"/>
                <a:gd name="connsiteY124" fmla="*/ 240584 h 1210748"/>
                <a:gd name="connsiteX125" fmla="*/ 172343 w 588561"/>
                <a:gd name="connsiteY125" fmla="*/ 250849 h 1210748"/>
                <a:gd name="connsiteX126" fmla="*/ 164901 w 588561"/>
                <a:gd name="connsiteY126" fmla="*/ 262054 h 1210748"/>
                <a:gd name="connsiteX127" fmla="*/ 148135 w 588561"/>
                <a:gd name="connsiteY127" fmla="*/ 334763 h 1210748"/>
                <a:gd name="connsiteX128" fmla="*/ 119223 w 588561"/>
                <a:gd name="connsiteY128" fmla="*/ 480094 h 1210748"/>
                <a:gd name="connsiteX129" fmla="*/ 97838 w 588561"/>
                <a:gd name="connsiteY129" fmla="*/ 599337 h 1210748"/>
                <a:gd name="connsiteX130" fmla="*/ 87317 w 588561"/>
                <a:gd name="connsiteY130" fmla="*/ 657418 h 1210748"/>
                <a:gd name="connsiteX131" fmla="*/ 90824 w 588561"/>
                <a:gd name="connsiteY131" fmla="*/ 656904 h 1210748"/>
                <a:gd name="connsiteX132" fmla="*/ 89199 w 588561"/>
                <a:gd name="connsiteY132" fmla="*/ 664176 h 1210748"/>
                <a:gd name="connsiteX133" fmla="*/ 92021 w 588561"/>
                <a:gd name="connsiteY133" fmla="*/ 667255 h 1210748"/>
                <a:gd name="connsiteX134" fmla="*/ 93561 w 588561"/>
                <a:gd name="connsiteY134" fmla="*/ 666998 h 1210748"/>
                <a:gd name="connsiteX135" fmla="*/ 85520 w 588561"/>
                <a:gd name="connsiteY135" fmla="*/ 692147 h 1210748"/>
                <a:gd name="connsiteX136" fmla="*/ 89883 w 588561"/>
                <a:gd name="connsiteY136" fmla="*/ 704550 h 1210748"/>
                <a:gd name="connsiteX137" fmla="*/ 96727 w 588561"/>
                <a:gd name="connsiteY137" fmla="*/ 725935 h 1210748"/>
                <a:gd name="connsiteX138" fmla="*/ 110071 w 588561"/>
                <a:gd name="connsiteY138" fmla="*/ 732778 h 1210748"/>
                <a:gd name="connsiteX139" fmla="*/ 128718 w 588561"/>
                <a:gd name="connsiteY139" fmla="*/ 735858 h 1210748"/>
                <a:gd name="connsiteX140" fmla="*/ 135818 w 588561"/>
                <a:gd name="connsiteY140" fmla="*/ 735515 h 1210748"/>
                <a:gd name="connsiteX141" fmla="*/ 136930 w 588561"/>
                <a:gd name="connsiteY141" fmla="*/ 732864 h 1210748"/>
                <a:gd name="connsiteX142" fmla="*/ 124013 w 588561"/>
                <a:gd name="connsiteY142" fmla="*/ 840472 h 1210748"/>
                <a:gd name="connsiteX143" fmla="*/ 113749 w 588561"/>
                <a:gd name="connsiteY143" fmla="*/ 900093 h 1210748"/>
                <a:gd name="connsiteX144" fmla="*/ 110926 w 588561"/>
                <a:gd name="connsiteY144" fmla="*/ 929006 h 1210748"/>
                <a:gd name="connsiteX145" fmla="*/ 99720 w 588561"/>
                <a:gd name="connsiteY145" fmla="*/ 967242 h 1210748"/>
                <a:gd name="connsiteX146" fmla="*/ 79190 w 588561"/>
                <a:gd name="connsiteY146" fmla="*/ 1052012 h 1210748"/>
                <a:gd name="connsiteX147" fmla="*/ 67044 w 588561"/>
                <a:gd name="connsiteY147" fmla="*/ 1111633 h 1210748"/>
                <a:gd name="connsiteX148" fmla="*/ 60543 w 588561"/>
                <a:gd name="connsiteY148" fmla="*/ 1134899 h 1210748"/>
                <a:gd name="connsiteX149" fmla="*/ 54983 w 588561"/>
                <a:gd name="connsiteY149" fmla="*/ 1159107 h 1210748"/>
                <a:gd name="connsiteX150" fmla="*/ 54983 w 588561"/>
                <a:gd name="connsiteY150" fmla="*/ 1159107 h 1210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</a:cxnLst>
              <a:rect l="l" t="t" r="r" b="b"/>
              <a:pathLst>
                <a:path w="588561" h="1210748">
                  <a:moveTo>
                    <a:pt x="136074" y="662379"/>
                  </a:moveTo>
                  <a:lnTo>
                    <a:pt x="142404" y="660241"/>
                  </a:lnTo>
                  <a:cubicBezTo>
                    <a:pt x="142404" y="660241"/>
                    <a:pt x="142062" y="652799"/>
                    <a:pt x="141549" y="648864"/>
                  </a:cubicBezTo>
                  <a:lnTo>
                    <a:pt x="142148" y="648693"/>
                  </a:lnTo>
                  <a:cubicBezTo>
                    <a:pt x="142148" y="648693"/>
                    <a:pt x="146168" y="656135"/>
                    <a:pt x="146168" y="663577"/>
                  </a:cubicBezTo>
                  <a:cubicBezTo>
                    <a:pt x="146168" y="670249"/>
                    <a:pt x="141635" y="694884"/>
                    <a:pt x="138726" y="716782"/>
                  </a:cubicBezTo>
                  <a:lnTo>
                    <a:pt x="138726" y="714216"/>
                  </a:lnTo>
                  <a:cubicBezTo>
                    <a:pt x="138384" y="698391"/>
                    <a:pt x="138726" y="691890"/>
                    <a:pt x="138983" y="687186"/>
                  </a:cubicBezTo>
                  <a:cubicBezTo>
                    <a:pt x="139325" y="682481"/>
                    <a:pt x="139581" y="673243"/>
                    <a:pt x="138384" y="669821"/>
                  </a:cubicBezTo>
                  <a:cubicBezTo>
                    <a:pt x="137700" y="667939"/>
                    <a:pt x="136844" y="664860"/>
                    <a:pt x="136074" y="662294"/>
                  </a:cubicBezTo>
                  <a:lnTo>
                    <a:pt x="136074" y="662294"/>
                  </a:lnTo>
                  <a:close/>
                  <a:moveTo>
                    <a:pt x="126237" y="722770"/>
                  </a:moveTo>
                  <a:cubicBezTo>
                    <a:pt x="125468" y="723882"/>
                    <a:pt x="119907" y="722770"/>
                    <a:pt x="117683" y="722599"/>
                  </a:cubicBezTo>
                  <a:cubicBezTo>
                    <a:pt x="115545" y="722428"/>
                    <a:pt x="111781" y="720717"/>
                    <a:pt x="111182" y="719776"/>
                  </a:cubicBezTo>
                  <a:cubicBezTo>
                    <a:pt x="110584" y="718835"/>
                    <a:pt x="111182" y="711992"/>
                    <a:pt x="111353" y="709340"/>
                  </a:cubicBezTo>
                  <a:cubicBezTo>
                    <a:pt x="111525" y="706689"/>
                    <a:pt x="110926" y="701129"/>
                    <a:pt x="110926" y="699418"/>
                  </a:cubicBezTo>
                  <a:cubicBezTo>
                    <a:pt x="110926" y="697707"/>
                    <a:pt x="110926" y="695397"/>
                    <a:pt x="112637" y="694456"/>
                  </a:cubicBezTo>
                  <a:cubicBezTo>
                    <a:pt x="114348" y="693516"/>
                    <a:pt x="115630" y="691634"/>
                    <a:pt x="118111" y="691377"/>
                  </a:cubicBezTo>
                  <a:cubicBezTo>
                    <a:pt x="121960" y="690950"/>
                    <a:pt x="123671" y="692746"/>
                    <a:pt x="124356" y="694628"/>
                  </a:cubicBezTo>
                  <a:cubicBezTo>
                    <a:pt x="124954" y="696509"/>
                    <a:pt x="124356" y="701300"/>
                    <a:pt x="124184" y="703951"/>
                  </a:cubicBezTo>
                  <a:cubicBezTo>
                    <a:pt x="124013" y="706603"/>
                    <a:pt x="124013" y="714387"/>
                    <a:pt x="124527" y="716697"/>
                  </a:cubicBezTo>
                  <a:cubicBezTo>
                    <a:pt x="125040" y="719006"/>
                    <a:pt x="127179" y="721658"/>
                    <a:pt x="126408" y="722770"/>
                  </a:cubicBezTo>
                  <a:lnTo>
                    <a:pt x="126408" y="722770"/>
                  </a:lnTo>
                  <a:close/>
                  <a:moveTo>
                    <a:pt x="443418" y="401826"/>
                  </a:moveTo>
                  <a:cubicBezTo>
                    <a:pt x="448978" y="397207"/>
                    <a:pt x="448978" y="405589"/>
                    <a:pt x="457361" y="407386"/>
                  </a:cubicBezTo>
                  <a:cubicBezTo>
                    <a:pt x="465744" y="409267"/>
                    <a:pt x="473186" y="413887"/>
                    <a:pt x="476949" y="421329"/>
                  </a:cubicBezTo>
                  <a:cubicBezTo>
                    <a:pt x="480713" y="428771"/>
                    <a:pt x="479772" y="416710"/>
                    <a:pt x="480713" y="428771"/>
                  </a:cubicBezTo>
                  <a:cubicBezTo>
                    <a:pt x="481654" y="440917"/>
                    <a:pt x="484391" y="428771"/>
                    <a:pt x="481654" y="440917"/>
                  </a:cubicBezTo>
                  <a:cubicBezTo>
                    <a:pt x="478831" y="453064"/>
                    <a:pt x="476094" y="448359"/>
                    <a:pt x="476949" y="458624"/>
                  </a:cubicBezTo>
                  <a:cubicBezTo>
                    <a:pt x="477891" y="468889"/>
                    <a:pt x="477891" y="467948"/>
                    <a:pt x="474127" y="477271"/>
                  </a:cubicBezTo>
                  <a:cubicBezTo>
                    <a:pt x="470448" y="486596"/>
                    <a:pt x="470448" y="481035"/>
                    <a:pt x="468567" y="492155"/>
                  </a:cubicBezTo>
                  <a:cubicBezTo>
                    <a:pt x="466685" y="503361"/>
                    <a:pt x="463948" y="499598"/>
                    <a:pt x="463006" y="504302"/>
                  </a:cubicBezTo>
                  <a:lnTo>
                    <a:pt x="462408" y="505756"/>
                  </a:lnTo>
                  <a:lnTo>
                    <a:pt x="462065" y="505928"/>
                  </a:lnTo>
                  <a:cubicBezTo>
                    <a:pt x="458986" y="505499"/>
                    <a:pt x="455564" y="504901"/>
                    <a:pt x="453768" y="504559"/>
                  </a:cubicBezTo>
                  <a:cubicBezTo>
                    <a:pt x="453854" y="493011"/>
                    <a:pt x="449063" y="485398"/>
                    <a:pt x="449919" y="481891"/>
                  </a:cubicBezTo>
                  <a:cubicBezTo>
                    <a:pt x="450860" y="478127"/>
                    <a:pt x="443418" y="468889"/>
                    <a:pt x="443418" y="461361"/>
                  </a:cubicBezTo>
                  <a:cubicBezTo>
                    <a:pt x="443418" y="453834"/>
                    <a:pt x="438713" y="439891"/>
                    <a:pt x="440595" y="425948"/>
                  </a:cubicBezTo>
                  <a:cubicBezTo>
                    <a:pt x="442477" y="411920"/>
                    <a:pt x="437773" y="406359"/>
                    <a:pt x="443418" y="401740"/>
                  </a:cubicBezTo>
                  <a:lnTo>
                    <a:pt x="443418" y="401740"/>
                  </a:lnTo>
                  <a:close/>
                  <a:moveTo>
                    <a:pt x="54812" y="1159364"/>
                  </a:moveTo>
                  <a:cubicBezTo>
                    <a:pt x="53871" y="1164924"/>
                    <a:pt x="50107" y="1166806"/>
                    <a:pt x="48311" y="1169628"/>
                  </a:cubicBezTo>
                  <a:cubicBezTo>
                    <a:pt x="46429" y="1172451"/>
                    <a:pt x="38046" y="1178012"/>
                    <a:pt x="33427" y="1178952"/>
                  </a:cubicBezTo>
                  <a:cubicBezTo>
                    <a:pt x="28808" y="1179893"/>
                    <a:pt x="15720" y="1181775"/>
                    <a:pt x="9219" y="1186394"/>
                  </a:cubicBezTo>
                  <a:cubicBezTo>
                    <a:pt x="2718" y="1191099"/>
                    <a:pt x="-1986" y="1197600"/>
                    <a:pt x="837" y="1199482"/>
                  </a:cubicBezTo>
                  <a:cubicBezTo>
                    <a:pt x="3659" y="1201364"/>
                    <a:pt x="13839" y="1211629"/>
                    <a:pt x="49252" y="1210687"/>
                  </a:cubicBezTo>
                  <a:cubicBezTo>
                    <a:pt x="84665" y="1209746"/>
                    <a:pt x="144286" y="1207009"/>
                    <a:pt x="144286" y="1207009"/>
                  </a:cubicBezTo>
                  <a:lnTo>
                    <a:pt x="145227" y="1189302"/>
                  </a:lnTo>
                  <a:lnTo>
                    <a:pt x="147109" y="1185539"/>
                  </a:lnTo>
                  <a:cubicBezTo>
                    <a:pt x="147109" y="1185539"/>
                    <a:pt x="142490" y="1151066"/>
                    <a:pt x="145227" y="1148244"/>
                  </a:cubicBezTo>
                  <a:cubicBezTo>
                    <a:pt x="148050" y="1145421"/>
                    <a:pt x="156433" y="1147303"/>
                    <a:pt x="161052" y="1137038"/>
                  </a:cubicBezTo>
                  <a:cubicBezTo>
                    <a:pt x="165671" y="1126773"/>
                    <a:pt x="204848" y="1036443"/>
                    <a:pt x="214172" y="976737"/>
                  </a:cubicBezTo>
                  <a:cubicBezTo>
                    <a:pt x="223496" y="917116"/>
                    <a:pt x="224437" y="907792"/>
                    <a:pt x="226319" y="902232"/>
                  </a:cubicBezTo>
                  <a:cubicBezTo>
                    <a:pt x="228201" y="896672"/>
                    <a:pt x="250526" y="823963"/>
                    <a:pt x="255231" y="814639"/>
                  </a:cubicBezTo>
                  <a:cubicBezTo>
                    <a:pt x="258310" y="808481"/>
                    <a:pt x="260620" y="799414"/>
                    <a:pt x="263100" y="793682"/>
                  </a:cubicBezTo>
                  <a:cubicBezTo>
                    <a:pt x="264897" y="791373"/>
                    <a:pt x="266522" y="789576"/>
                    <a:pt x="267634" y="788464"/>
                  </a:cubicBezTo>
                  <a:cubicBezTo>
                    <a:pt x="272083" y="788294"/>
                    <a:pt x="274819" y="802579"/>
                    <a:pt x="277557" y="808053"/>
                  </a:cubicBezTo>
                  <a:cubicBezTo>
                    <a:pt x="280380" y="813613"/>
                    <a:pt x="284058" y="864937"/>
                    <a:pt x="284999" y="876057"/>
                  </a:cubicBezTo>
                  <a:cubicBezTo>
                    <a:pt x="285940" y="887262"/>
                    <a:pt x="284999" y="921735"/>
                    <a:pt x="288762" y="930118"/>
                  </a:cubicBezTo>
                  <a:cubicBezTo>
                    <a:pt x="292526" y="938501"/>
                    <a:pt x="287822" y="959030"/>
                    <a:pt x="286881" y="969209"/>
                  </a:cubicBezTo>
                  <a:cubicBezTo>
                    <a:pt x="285940" y="979474"/>
                    <a:pt x="287822" y="1055861"/>
                    <a:pt x="287822" y="1075449"/>
                  </a:cubicBezTo>
                  <a:cubicBezTo>
                    <a:pt x="287822" y="1095038"/>
                    <a:pt x="284999" y="1119246"/>
                    <a:pt x="284999" y="1130452"/>
                  </a:cubicBezTo>
                  <a:cubicBezTo>
                    <a:pt x="284999" y="1141657"/>
                    <a:pt x="283117" y="1157482"/>
                    <a:pt x="284058" y="1161160"/>
                  </a:cubicBezTo>
                  <a:cubicBezTo>
                    <a:pt x="284999" y="1164838"/>
                    <a:pt x="293382" y="1167661"/>
                    <a:pt x="293382" y="1171425"/>
                  </a:cubicBezTo>
                  <a:cubicBezTo>
                    <a:pt x="293382" y="1175189"/>
                    <a:pt x="290559" y="1199397"/>
                    <a:pt x="290559" y="1199397"/>
                  </a:cubicBezTo>
                  <a:cubicBezTo>
                    <a:pt x="290559" y="1199397"/>
                    <a:pt x="298942" y="1209661"/>
                    <a:pt x="309206" y="1208720"/>
                  </a:cubicBezTo>
                  <a:cubicBezTo>
                    <a:pt x="319471" y="1207779"/>
                    <a:pt x="392094" y="1202219"/>
                    <a:pt x="392094" y="1202219"/>
                  </a:cubicBezTo>
                  <a:lnTo>
                    <a:pt x="390213" y="1181690"/>
                  </a:lnTo>
                  <a:cubicBezTo>
                    <a:pt x="390213" y="1181690"/>
                    <a:pt x="396713" y="1170484"/>
                    <a:pt x="397654" y="1167747"/>
                  </a:cubicBezTo>
                  <a:cubicBezTo>
                    <a:pt x="398595" y="1164924"/>
                    <a:pt x="373447" y="1118390"/>
                    <a:pt x="374387" y="1108125"/>
                  </a:cubicBezTo>
                  <a:cubicBezTo>
                    <a:pt x="375328" y="1097861"/>
                    <a:pt x="388416" y="1038240"/>
                    <a:pt x="386534" y="1001886"/>
                  </a:cubicBezTo>
                  <a:cubicBezTo>
                    <a:pt x="384652" y="965531"/>
                    <a:pt x="386534" y="869556"/>
                    <a:pt x="387475" y="847230"/>
                  </a:cubicBezTo>
                  <a:cubicBezTo>
                    <a:pt x="388416" y="824904"/>
                    <a:pt x="386534" y="810876"/>
                    <a:pt x="388416" y="805316"/>
                  </a:cubicBezTo>
                  <a:cubicBezTo>
                    <a:pt x="390298" y="799756"/>
                    <a:pt x="389357" y="796933"/>
                    <a:pt x="392180" y="792228"/>
                  </a:cubicBezTo>
                  <a:cubicBezTo>
                    <a:pt x="395003" y="787609"/>
                    <a:pt x="396884" y="728844"/>
                    <a:pt x="399622" y="727047"/>
                  </a:cubicBezTo>
                  <a:cubicBezTo>
                    <a:pt x="399793" y="726961"/>
                    <a:pt x="400221" y="725935"/>
                    <a:pt x="400819" y="724053"/>
                  </a:cubicBezTo>
                  <a:cubicBezTo>
                    <a:pt x="402701" y="724310"/>
                    <a:pt x="404498" y="724310"/>
                    <a:pt x="406208" y="723882"/>
                  </a:cubicBezTo>
                  <a:cubicBezTo>
                    <a:pt x="414249" y="722000"/>
                    <a:pt x="419895" y="732607"/>
                    <a:pt x="423573" y="733804"/>
                  </a:cubicBezTo>
                  <a:cubicBezTo>
                    <a:pt x="427251" y="735002"/>
                    <a:pt x="483194" y="735687"/>
                    <a:pt x="499361" y="732522"/>
                  </a:cubicBezTo>
                  <a:cubicBezTo>
                    <a:pt x="515528" y="729442"/>
                    <a:pt x="526733" y="731238"/>
                    <a:pt x="534175" y="728159"/>
                  </a:cubicBezTo>
                  <a:cubicBezTo>
                    <a:pt x="541617" y="725080"/>
                    <a:pt x="571471" y="717638"/>
                    <a:pt x="578314" y="715071"/>
                  </a:cubicBezTo>
                  <a:cubicBezTo>
                    <a:pt x="585157" y="712591"/>
                    <a:pt x="585756" y="712591"/>
                    <a:pt x="587637" y="710110"/>
                  </a:cubicBezTo>
                  <a:cubicBezTo>
                    <a:pt x="589520" y="707629"/>
                    <a:pt x="588835" y="703866"/>
                    <a:pt x="582677" y="699589"/>
                  </a:cubicBezTo>
                  <a:cubicBezTo>
                    <a:pt x="576432" y="695227"/>
                    <a:pt x="575234" y="689067"/>
                    <a:pt x="573951" y="680342"/>
                  </a:cubicBezTo>
                  <a:cubicBezTo>
                    <a:pt x="572754" y="671618"/>
                    <a:pt x="570188" y="662978"/>
                    <a:pt x="567792" y="656135"/>
                  </a:cubicBezTo>
                  <a:cubicBezTo>
                    <a:pt x="565312" y="649292"/>
                    <a:pt x="559751" y="643047"/>
                    <a:pt x="557185" y="637487"/>
                  </a:cubicBezTo>
                  <a:cubicBezTo>
                    <a:pt x="554705" y="631927"/>
                    <a:pt x="547862" y="599593"/>
                    <a:pt x="547263" y="592151"/>
                  </a:cubicBezTo>
                  <a:cubicBezTo>
                    <a:pt x="546664" y="584709"/>
                    <a:pt x="536057" y="515165"/>
                    <a:pt x="533576" y="507040"/>
                  </a:cubicBezTo>
                  <a:lnTo>
                    <a:pt x="529898" y="503960"/>
                  </a:lnTo>
                  <a:lnTo>
                    <a:pt x="529556" y="504217"/>
                  </a:lnTo>
                  <a:cubicBezTo>
                    <a:pt x="534175" y="493695"/>
                    <a:pt x="538367" y="484799"/>
                    <a:pt x="540420" y="481976"/>
                  </a:cubicBezTo>
                  <a:cubicBezTo>
                    <a:pt x="545980" y="474534"/>
                    <a:pt x="545039" y="467092"/>
                    <a:pt x="548803" y="462388"/>
                  </a:cubicBezTo>
                  <a:cubicBezTo>
                    <a:pt x="552481" y="457683"/>
                    <a:pt x="554363" y="447504"/>
                    <a:pt x="555304" y="440917"/>
                  </a:cubicBezTo>
                  <a:cubicBezTo>
                    <a:pt x="556245" y="434416"/>
                    <a:pt x="553422" y="429712"/>
                    <a:pt x="558982" y="421329"/>
                  </a:cubicBezTo>
                  <a:cubicBezTo>
                    <a:pt x="558982" y="421329"/>
                    <a:pt x="558982" y="416710"/>
                    <a:pt x="556159" y="410123"/>
                  </a:cubicBezTo>
                  <a:cubicBezTo>
                    <a:pt x="553336" y="403622"/>
                    <a:pt x="531951" y="342119"/>
                    <a:pt x="526306" y="331854"/>
                  </a:cubicBezTo>
                  <a:cubicBezTo>
                    <a:pt x="520745" y="321589"/>
                    <a:pt x="512277" y="307647"/>
                    <a:pt x="512277" y="301146"/>
                  </a:cubicBezTo>
                  <a:cubicBezTo>
                    <a:pt x="512277" y="294645"/>
                    <a:pt x="508513" y="277879"/>
                    <a:pt x="504835" y="266673"/>
                  </a:cubicBezTo>
                  <a:cubicBezTo>
                    <a:pt x="501071" y="255468"/>
                    <a:pt x="498334" y="251789"/>
                    <a:pt x="499275" y="242465"/>
                  </a:cubicBezTo>
                  <a:cubicBezTo>
                    <a:pt x="500216" y="233142"/>
                    <a:pt x="488070" y="221081"/>
                    <a:pt x="487214" y="215435"/>
                  </a:cubicBezTo>
                  <a:cubicBezTo>
                    <a:pt x="486273" y="209875"/>
                    <a:pt x="483450" y="205170"/>
                    <a:pt x="480713" y="205170"/>
                  </a:cubicBezTo>
                  <a:cubicBezTo>
                    <a:pt x="480285" y="205170"/>
                    <a:pt x="478404" y="205170"/>
                    <a:pt x="475495" y="205170"/>
                  </a:cubicBezTo>
                  <a:lnTo>
                    <a:pt x="476350" y="203973"/>
                  </a:lnTo>
                  <a:cubicBezTo>
                    <a:pt x="476350" y="203973"/>
                    <a:pt x="455821" y="200893"/>
                    <a:pt x="445300" y="201492"/>
                  </a:cubicBezTo>
                  <a:lnTo>
                    <a:pt x="442220" y="204229"/>
                  </a:lnTo>
                  <a:cubicBezTo>
                    <a:pt x="427422" y="203631"/>
                    <a:pt x="413393" y="202775"/>
                    <a:pt x="410827" y="201492"/>
                  </a:cubicBezTo>
                  <a:cubicBezTo>
                    <a:pt x="405267" y="198669"/>
                    <a:pt x="388502" y="195932"/>
                    <a:pt x="386620" y="193109"/>
                  </a:cubicBezTo>
                  <a:cubicBezTo>
                    <a:pt x="385080" y="190800"/>
                    <a:pt x="377296" y="183529"/>
                    <a:pt x="374559" y="180963"/>
                  </a:cubicBezTo>
                  <a:cubicBezTo>
                    <a:pt x="373190" y="176771"/>
                    <a:pt x="365235" y="172152"/>
                    <a:pt x="361129" y="167704"/>
                  </a:cubicBezTo>
                  <a:cubicBezTo>
                    <a:pt x="359931" y="165737"/>
                    <a:pt x="358990" y="164111"/>
                    <a:pt x="358734" y="163256"/>
                  </a:cubicBezTo>
                  <a:cubicBezTo>
                    <a:pt x="357793" y="160433"/>
                    <a:pt x="359675" y="157610"/>
                    <a:pt x="361557" y="152991"/>
                  </a:cubicBezTo>
                  <a:cubicBezTo>
                    <a:pt x="363439" y="148372"/>
                    <a:pt x="362497" y="144609"/>
                    <a:pt x="365235" y="139048"/>
                  </a:cubicBezTo>
                  <a:cubicBezTo>
                    <a:pt x="368058" y="133488"/>
                    <a:pt x="369854" y="112018"/>
                    <a:pt x="372677" y="101753"/>
                  </a:cubicBezTo>
                  <a:cubicBezTo>
                    <a:pt x="375500" y="91488"/>
                    <a:pt x="370795" y="40250"/>
                    <a:pt x="350351" y="21603"/>
                  </a:cubicBezTo>
                  <a:cubicBezTo>
                    <a:pt x="329822" y="2955"/>
                    <a:pt x="293467" y="-809"/>
                    <a:pt x="280465" y="132"/>
                  </a:cubicBezTo>
                  <a:cubicBezTo>
                    <a:pt x="247789" y="2442"/>
                    <a:pt x="244111" y="18780"/>
                    <a:pt x="237610" y="22458"/>
                  </a:cubicBezTo>
                  <a:cubicBezTo>
                    <a:pt x="231109" y="26222"/>
                    <a:pt x="227345" y="28103"/>
                    <a:pt x="227345" y="28103"/>
                  </a:cubicBezTo>
                  <a:cubicBezTo>
                    <a:pt x="227345" y="28103"/>
                    <a:pt x="230168" y="31782"/>
                    <a:pt x="224522" y="36487"/>
                  </a:cubicBezTo>
                  <a:cubicBezTo>
                    <a:pt x="218962" y="41191"/>
                    <a:pt x="208697" y="49574"/>
                    <a:pt x="210580" y="64458"/>
                  </a:cubicBezTo>
                  <a:cubicBezTo>
                    <a:pt x="212461" y="79342"/>
                    <a:pt x="205960" y="105431"/>
                    <a:pt x="225463" y="137166"/>
                  </a:cubicBezTo>
                  <a:cubicBezTo>
                    <a:pt x="225463" y="137166"/>
                    <a:pt x="242229" y="151109"/>
                    <a:pt x="249671" y="157610"/>
                  </a:cubicBezTo>
                  <a:cubicBezTo>
                    <a:pt x="257113" y="164111"/>
                    <a:pt x="268319" y="181818"/>
                    <a:pt x="268319" y="188319"/>
                  </a:cubicBezTo>
                  <a:cubicBezTo>
                    <a:pt x="266437" y="190201"/>
                    <a:pt x="263699" y="200466"/>
                    <a:pt x="263699" y="200466"/>
                  </a:cubicBezTo>
                  <a:cubicBezTo>
                    <a:pt x="260876" y="204229"/>
                    <a:pt x="249756" y="212612"/>
                    <a:pt x="238551" y="218172"/>
                  </a:cubicBezTo>
                  <a:cubicBezTo>
                    <a:pt x="227345" y="223733"/>
                    <a:pt x="210580" y="236820"/>
                    <a:pt x="199374" y="240584"/>
                  </a:cubicBezTo>
                  <a:cubicBezTo>
                    <a:pt x="188168" y="244348"/>
                    <a:pt x="176107" y="248026"/>
                    <a:pt x="172343" y="250849"/>
                  </a:cubicBezTo>
                  <a:cubicBezTo>
                    <a:pt x="168579" y="253672"/>
                    <a:pt x="164901" y="262054"/>
                    <a:pt x="164901" y="262054"/>
                  </a:cubicBezTo>
                  <a:cubicBezTo>
                    <a:pt x="164901" y="262054"/>
                    <a:pt x="153696" y="312352"/>
                    <a:pt x="148135" y="334763"/>
                  </a:cubicBezTo>
                  <a:cubicBezTo>
                    <a:pt x="142576" y="357089"/>
                    <a:pt x="122987" y="454005"/>
                    <a:pt x="119223" y="480094"/>
                  </a:cubicBezTo>
                  <a:cubicBezTo>
                    <a:pt x="115459" y="506184"/>
                    <a:pt x="102458" y="587276"/>
                    <a:pt x="97838" y="599337"/>
                  </a:cubicBezTo>
                  <a:cubicBezTo>
                    <a:pt x="93219" y="611397"/>
                    <a:pt x="87317" y="657418"/>
                    <a:pt x="87317" y="657418"/>
                  </a:cubicBezTo>
                  <a:cubicBezTo>
                    <a:pt x="87317" y="657418"/>
                    <a:pt x="88600" y="657247"/>
                    <a:pt x="90824" y="656904"/>
                  </a:cubicBezTo>
                  <a:cubicBezTo>
                    <a:pt x="89969" y="659984"/>
                    <a:pt x="89199" y="663064"/>
                    <a:pt x="89199" y="664176"/>
                  </a:cubicBezTo>
                  <a:lnTo>
                    <a:pt x="92021" y="667255"/>
                  </a:lnTo>
                  <a:lnTo>
                    <a:pt x="93561" y="666998"/>
                  </a:lnTo>
                  <a:cubicBezTo>
                    <a:pt x="90311" y="675723"/>
                    <a:pt x="85520" y="689409"/>
                    <a:pt x="85520" y="692147"/>
                  </a:cubicBezTo>
                  <a:cubicBezTo>
                    <a:pt x="85520" y="696167"/>
                    <a:pt x="88600" y="700872"/>
                    <a:pt x="89883" y="704550"/>
                  </a:cubicBezTo>
                  <a:cubicBezTo>
                    <a:pt x="91166" y="708314"/>
                    <a:pt x="95785" y="725080"/>
                    <a:pt x="96727" y="725935"/>
                  </a:cubicBezTo>
                  <a:cubicBezTo>
                    <a:pt x="97667" y="726876"/>
                    <a:pt x="106307" y="732179"/>
                    <a:pt x="110071" y="732778"/>
                  </a:cubicBezTo>
                  <a:cubicBezTo>
                    <a:pt x="113834" y="733377"/>
                    <a:pt x="125638" y="735858"/>
                    <a:pt x="128718" y="735858"/>
                  </a:cubicBezTo>
                  <a:cubicBezTo>
                    <a:pt x="131798" y="735858"/>
                    <a:pt x="135818" y="735515"/>
                    <a:pt x="135818" y="735515"/>
                  </a:cubicBezTo>
                  <a:cubicBezTo>
                    <a:pt x="135818" y="735515"/>
                    <a:pt x="136331" y="734746"/>
                    <a:pt x="136930" y="732864"/>
                  </a:cubicBezTo>
                  <a:cubicBezTo>
                    <a:pt x="133166" y="762289"/>
                    <a:pt x="124869" y="823792"/>
                    <a:pt x="124013" y="840472"/>
                  </a:cubicBezTo>
                  <a:cubicBezTo>
                    <a:pt x="123072" y="859120"/>
                    <a:pt x="117513" y="884269"/>
                    <a:pt x="113749" y="900093"/>
                  </a:cubicBezTo>
                  <a:cubicBezTo>
                    <a:pt x="109985" y="915918"/>
                    <a:pt x="110926" y="929006"/>
                    <a:pt x="110926" y="929006"/>
                  </a:cubicBezTo>
                  <a:cubicBezTo>
                    <a:pt x="110926" y="929006"/>
                    <a:pt x="103484" y="956036"/>
                    <a:pt x="99720" y="967242"/>
                  </a:cubicBezTo>
                  <a:cubicBezTo>
                    <a:pt x="95956" y="978448"/>
                    <a:pt x="81073" y="1039865"/>
                    <a:pt x="79190" y="1052012"/>
                  </a:cubicBezTo>
                  <a:cubicBezTo>
                    <a:pt x="77309" y="1064159"/>
                    <a:pt x="66189" y="1104191"/>
                    <a:pt x="67044" y="1111633"/>
                  </a:cubicBezTo>
                  <a:cubicBezTo>
                    <a:pt x="67985" y="1119075"/>
                    <a:pt x="64221" y="1130280"/>
                    <a:pt x="60543" y="1134899"/>
                  </a:cubicBezTo>
                  <a:cubicBezTo>
                    <a:pt x="56865" y="1139519"/>
                    <a:pt x="55924" y="1153547"/>
                    <a:pt x="54983" y="1159107"/>
                  </a:cubicBezTo>
                  <a:lnTo>
                    <a:pt x="54983" y="1159107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337DB24-2F21-D72C-6540-475070CF1490}"/>
                </a:ext>
              </a:extLst>
            </p:cNvPr>
            <p:cNvSpPr/>
            <p:nvPr/>
          </p:nvSpPr>
          <p:spPr>
            <a:xfrm>
              <a:off x="3095447" y="2528971"/>
              <a:ext cx="502671" cy="1081925"/>
            </a:xfrm>
            <a:custGeom>
              <a:avLst/>
              <a:gdLst>
                <a:gd name="connsiteX0" fmla="*/ 334221 w 502671"/>
                <a:gd name="connsiteY0" fmla="*/ 175561 h 1081925"/>
                <a:gd name="connsiteX1" fmla="*/ 331911 w 502671"/>
                <a:gd name="connsiteY1" fmla="*/ 170600 h 1081925"/>
                <a:gd name="connsiteX2" fmla="*/ 334221 w 502671"/>
                <a:gd name="connsiteY2" fmla="*/ 175561 h 1081925"/>
                <a:gd name="connsiteX3" fmla="*/ 334221 w 502671"/>
                <a:gd name="connsiteY3" fmla="*/ 175561 h 1081925"/>
                <a:gd name="connsiteX4" fmla="*/ 400429 w 502671"/>
                <a:gd name="connsiteY4" fmla="*/ 796750 h 1081925"/>
                <a:gd name="connsiteX5" fmla="*/ 465097 w 502671"/>
                <a:gd name="connsiteY5" fmla="*/ 973389 h 1081925"/>
                <a:gd name="connsiteX6" fmla="*/ 499569 w 502671"/>
                <a:gd name="connsiteY6" fmla="*/ 1022916 h 1081925"/>
                <a:gd name="connsiteX7" fmla="*/ 492041 w 502671"/>
                <a:gd name="connsiteY7" fmla="*/ 1046611 h 1081925"/>
                <a:gd name="connsiteX8" fmla="*/ 480237 w 502671"/>
                <a:gd name="connsiteY8" fmla="*/ 1068680 h 1081925"/>
                <a:gd name="connsiteX9" fmla="*/ 459280 w 502671"/>
                <a:gd name="connsiteY9" fmla="*/ 1058500 h 1081925"/>
                <a:gd name="connsiteX10" fmla="*/ 425919 w 502671"/>
                <a:gd name="connsiteY10" fmla="*/ 1073042 h 1081925"/>
                <a:gd name="connsiteX11" fmla="*/ 382637 w 502671"/>
                <a:gd name="connsiteY11" fmla="*/ 1078945 h 1081925"/>
                <a:gd name="connsiteX12" fmla="*/ 370747 w 502671"/>
                <a:gd name="connsiteY12" fmla="*/ 1074069 h 1081925"/>
                <a:gd name="connsiteX13" fmla="*/ 381011 w 502671"/>
                <a:gd name="connsiteY13" fmla="*/ 1063291 h 1081925"/>
                <a:gd name="connsiteX14" fmla="*/ 391276 w 502671"/>
                <a:gd name="connsiteY14" fmla="*/ 1051401 h 1081925"/>
                <a:gd name="connsiteX15" fmla="*/ 405818 w 502671"/>
                <a:gd name="connsiteY15" fmla="*/ 1042590 h 1081925"/>
                <a:gd name="connsiteX16" fmla="*/ 428058 w 502671"/>
                <a:gd name="connsiteY16" fmla="*/ 1013678 h 1081925"/>
                <a:gd name="connsiteX17" fmla="*/ 424807 w 502671"/>
                <a:gd name="connsiteY17" fmla="*/ 967401 h 1081925"/>
                <a:gd name="connsiteX18" fmla="*/ 379044 w 502671"/>
                <a:gd name="connsiteY18" fmla="*/ 892554 h 1081925"/>
                <a:gd name="connsiteX19" fmla="*/ 348848 w 502671"/>
                <a:gd name="connsiteY19" fmla="*/ 835499 h 1081925"/>
                <a:gd name="connsiteX20" fmla="*/ 321390 w 502671"/>
                <a:gd name="connsiteY20" fmla="*/ 791361 h 1081925"/>
                <a:gd name="connsiteX21" fmla="*/ 295557 w 502671"/>
                <a:gd name="connsiteY21" fmla="*/ 758000 h 1081925"/>
                <a:gd name="connsiteX22" fmla="*/ 260572 w 502671"/>
                <a:gd name="connsiteY22" fmla="*/ 673059 h 1081925"/>
                <a:gd name="connsiteX23" fmla="*/ 202149 w 502671"/>
                <a:gd name="connsiteY23" fmla="*/ 670065 h 1081925"/>
                <a:gd name="connsiteX24" fmla="*/ 196760 w 502671"/>
                <a:gd name="connsiteY24" fmla="*/ 669638 h 1081925"/>
                <a:gd name="connsiteX25" fmla="*/ 196930 w 502671"/>
                <a:gd name="connsiteY25" fmla="*/ 669638 h 1081925"/>
                <a:gd name="connsiteX26" fmla="*/ 185125 w 502671"/>
                <a:gd name="connsiteY26" fmla="*/ 689569 h 1081925"/>
                <a:gd name="connsiteX27" fmla="*/ 150654 w 502671"/>
                <a:gd name="connsiteY27" fmla="*/ 760652 h 1081925"/>
                <a:gd name="connsiteX28" fmla="*/ 157667 w 502671"/>
                <a:gd name="connsiteY28" fmla="*/ 827458 h 1081925"/>
                <a:gd name="connsiteX29" fmla="*/ 137737 w 502671"/>
                <a:gd name="connsiteY29" fmla="*/ 913596 h 1081925"/>
                <a:gd name="connsiteX30" fmla="*/ 131834 w 502671"/>
                <a:gd name="connsiteY30" fmla="*/ 1001360 h 1081925"/>
                <a:gd name="connsiteX31" fmla="*/ 148001 w 502671"/>
                <a:gd name="connsiteY31" fmla="*/ 1033694 h 1081925"/>
                <a:gd name="connsiteX32" fmla="*/ 127557 w 502671"/>
                <a:gd name="connsiteY32" fmla="*/ 1059527 h 1081925"/>
                <a:gd name="connsiteX33" fmla="*/ 126445 w 502671"/>
                <a:gd name="connsiteY33" fmla="*/ 1080484 h 1081925"/>
                <a:gd name="connsiteX34" fmla="*/ 114042 w 502671"/>
                <a:gd name="connsiteY34" fmla="*/ 1079971 h 1081925"/>
                <a:gd name="connsiteX35" fmla="*/ 100014 w 502671"/>
                <a:gd name="connsiteY35" fmla="*/ 1067054 h 1081925"/>
                <a:gd name="connsiteX36" fmla="*/ 48861 w 502671"/>
                <a:gd name="connsiteY36" fmla="*/ 1074582 h 1081925"/>
                <a:gd name="connsiteX37" fmla="*/ 17127 w 502671"/>
                <a:gd name="connsiteY37" fmla="*/ 1071930 h 1081925"/>
                <a:gd name="connsiteX38" fmla="*/ 2071 w 502671"/>
                <a:gd name="connsiteY38" fmla="*/ 1067653 h 1081925"/>
                <a:gd name="connsiteX39" fmla="*/ 4210 w 502671"/>
                <a:gd name="connsiteY39" fmla="*/ 1055849 h 1081925"/>
                <a:gd name="connsiteX40" fmla="*/ 12850 w 502671"/>
                <a:gd name="connsiteY40" fmla="*/ 1056961 h 1081925"/>
                <a:gd name="connsiteX41" fmla="*/ 19863 w 502671"/>
                <a:gd name="connsiteY41" fmla="*/ 1054223 h 1081925"/>
                <a:gd name="connsiteX42" fmla="*/ 26877 w 502671"/>
                <a:gd name="connsiteY42" fmla="*/ 1044558 h 1081925"/>
                <a:gd name="connsiteX43" fmla="*/ 40307 w 502671"/>
                <a:gd name="connsiteY43" fmla="*/ 1045669 h 1081925"/>
                <a:gd name="connsiteX44" fmla="*/ 64515 w 502671"/>
                <a:gd name="connsiteY44" fmla="*/ 1016073 h 1081925"/>
                <a:gd name="connsiteX45" fmla="*/ 88209 w 502671"/>
                <a:gd name="connsiteY45" fmla="*/ 969197 h 1081925"/>
                <a:gd name="connsiteX46" fmla="*/ 90348 w 502671"/>
                <a:gd name="connsiteY46" fmla="*/ 875446 h 1081925"/>
                <a:gd name="connsiteX47" fmla="*/ 95224 w 502671"/>
                <a:gd name="connsiteY47" fmla="*/ 779642 h 1081925"/>
                <a:gd name="connsiteX48" fmla="*/ 89835 w 502671"/>
                <a:gd name="connsiteY48" fmla="*/ 748933 h 1081925"/>
                <a:gd name="connsiteX49" fmla="*/ 91974 w 502671"/>
                <a:gd name="connsiteY49" fmla="*/ 719849 h 1081925"/>
                <a:gd name="connsiteX50" fmla="*/ 116438 w 502671"/>
                <a:gd name="connsiteY50" fmla="*/ 649108 h 1081925"/>
                <a:gd name="connsiteX51" fmla="*/ 108140 w 502671"/>
                <a:gd name="connsiteY51" fmla="*/ 644917 h 1081925"/>
                <a:gd name="connsiteX52" fmla="*/ 116010 w 502671"/>
                <a:gd name="connsiteY52" fmla="*/ 626954 h 1081925"/>
                <a:gd name="connsiteX53" fmla="*/ 126788 w 502671"/>
                <a:gd name="connsiteY53" fmla="*/ 593935 h 1081925"/>
                <a:gd name="connsiteX54" fmla="*/ 146205 w 502671"/>
                <a:gd name="connsiteY54" fmla="*/ 537907 h 1081925"/>
                <a:gd name="connsiteX55" fmla="*/ 163826 w 502671"/>
                <a:gd name="connsiteY55" fmla="*/ 484103 h 1081925"/>
                <a:gd name="connsiteX56" fmla="*/ 156043 w 502671"/>
                <a:gd name="connsiteY56" fmla="*/ 494111 h 1081925"/>
                <a:gd name="connsiteX57" fmla="*/ 131834 w 502671"/>
                <a:gd name="connsiteY57" fmla="*/ 519944 h 1081925"/>
                <a:gd name="connsiteX58" fmla="*/ 116267 w 502671"/>
                <a:gd name="connsiteY58" fmla="*/ 534999 h 1081925"/>
                <a:gd name="connsiteX59" fmla="*/ 106857 w 502671"/>
                <a:gd name="connsiteY59" fmla="*/ 536453 h 1081925"/>
                <a:gd name="connsiteX60" fmla="*/ 101211 w 502671"/>
                <a:gd name="connsiteY60" fmla="*/ 533887 h 1081925"/>
                <a:gd name="connsiteX61" fmla="*/ 93170 w 502671"/>
                <a:gd name="connsiteY61" fmla="*/ 533373 h 1081925"/>
                <a:gd name="connsiteX62" fmla="*/ 87697 w 502671"/>
                <a:gd name="connsiteY62" fmla="*/ 532860 h 1081925"/>
                <a:gd name="connsiteX63" fmla="*/ 77774 w 502671"/>
                <a:gd name="connsiteY63" fmla="*/ 533117 h 1081925"/>
                <a:gd name="connsiteX64" fmla="*/ 66141 w 502671"/>
                <a:gd name="connsiteY64" fmla="*/ 531834 h 1081925"/>
                <a:gd name="connsiteX65" fmla="*/ 77090 w 502671"/>
                <a:gd name="connsiteY65" fmla="*/ 508225 h 1081925"/>
                <a:gd name="connsiteX66" fmla="*/ 88809 w 502671"/>
                <a:gd name="connsiteY66" fmla="*/ 488807 h 1081925"/>
                <a:gd name="connsiteX67" fmla="*/ 115753 w 502671"/>
                <a:gd name="connsiteY67" fmla="*/ 475378 h 1081925"/>
                <a:gd name="connsiteX68" fmla="*/ 135684 w 502671"/>
                <a:gd name="connsiteY68" fmla="*/ 470502 h 1081925"/>
                <a:gd name="connsiteX69" fmla="*/ 173492 w 502671"/>
                <a:gd name="connsiteY69" fmla="*/ 435431 h 1081925"/>
                <a:gd name="connsiteX70" fmla="*/ 179309 w 502671"/>
                <a:gd name="connsiteY70" fmla="*/ 407545 h 1081925"/>
                <a:gd name="connsiteX71" fmla="*/ 172294 w 502671"/>
                <a:gd name="connsiteY71" fmla="*/ 389753 h 1081925"/>
                <a:gd name="connsiteX72" fmla="*/ 181448 w 502671"/>
                <a:gd name="connsiteY72" fmla="*/ 372559 h 1081925"/>
                <a:gd name="connsiteX73" fmla="*/ 186837 w 502671"/>
                <a:gd name="connsiteY73" fmla="*/ 355366 h 1081925"/>
                <a:gd name="connsiteX74" fmla="*/ 190087 w 502671"/>
                <a:gd name="connsiteY74" fmla="*/ 329533 h 1081925"/>
                <a:gd name="connsiteX75" fmla="*/ 188975 w 502671"/>
                <a:gd name="connsiteY75" fmla="*/ 293435 h 1081925"/>
                <a:gd name="connsiteX76" fmla="*/ 187349 w 502671"/>
                <a:gd name="connsiteY76" fmla="*/ 245533 h 1081925"/>
                <a:gd name="connsiteX77" fmla="*/ 209932 w 502671"/>
                <a:gd name="connsiteY77" fmla="*/ 213199 h 1081925"/>
                <a:gd name="connsiteX78" fmla="*/ 220796 w 502671"/>
                <a:gd name="connsiteY78" fmla="*/ 197374 h 1081925"/>
                <a:gd name="connsiteX79" fmla="*/ 220967 w 502671"/>
                <a:gd name="connsiteY79" fmla="*/ 172226 h 1081925"/>
                <a:gd name="connsiteX80" fmla="*/ 226013 w 502671"/>
                <a:gd name="connsiteY80" fmla="*/ 147077 h 1081925"/>
                <a:gd name="connsiteX81" fmla="*/ 226013 w 502671"/>
                <a:gd name="connsiteY81" fmla="*/ 143912 h 1081925"/>
                <a:gd name="connsiteX82" fmla="*/ 219341 w 502671"/>
                <a:gd name="connsiteY82" fmla="*/ 134160 h 1081925"/>
                <a:gd name="connsiteX83" fmla="*/ 203175 w 502671"/>
                <a:gd name="connsiteY83" fmla="*/ 130568 h 1081925"/>
                <a:gd name="connsiteX84" fmla="*/ 198898 w 502671"/>
                <a:gd name="connsiteY84" fmla="*/ 123383 h 1081925"/>
                <a:gd name="connsiteX85" fmla="*/ 194962 w 502671"/>
                <a:gd name="connsiteY85" fmla="*/ 114059 h 1081925"/>
                <a:gd name="connsiteX86" fmla="*/ 192397 w 502671"/>
                <a:gd name="connsiteY86" fmla="*/ 110637 h 1081925"/>
                <a:gd name="connsiteX87" fmla="*/ 192483 w 502671"/>
                <a:gd name="connsiteY87" fmla="*/ 106702 h 1081925"/>
                <a:gd name="connsiteX88" fmla="*/ 190258 w 502671"/>
                <a:gd name="connsiteY88" fmla="*/ 101228 h 1081925"/>
                <a:gd name="connsiteX89" fmla="*/ 189402 w 502671"/>
                <a:gd name="connsiteY89" fmla="*/ 95154 h 1081925"/>
                <a:gd name="connsiteX90" fmla="*/ 183329 w 502671"/>
                <a:gd name="connsiteY90" fmla="*/ 90450 h 1081925"/>
                <a:gd name="connsiteX91" fmla="*/ 191370 w 502671"/>
                <a:gd name="connsiteY91" fmla="*/ 73256 h 1081925"/>
                <a:gd name="connsiteX92" fmla="*/ 188461 w 502671"/>
                <a:gd name="connsiteY92" fmla="*/ 63932 h 1081925"/>
                <a:gd name="connsiteX93" fmla="*/ 189916 w 502671"/>
                <a:gd name="connsiteY93" fmla="*/ 40922 h 1081925"/>
                <a:gd name="connsiteX94" fmla="*/ 239444 w 502671"/>
                <a:gd name="connsiteY94" fmla="*/ 34 h 1081925"/>
                <a:gd name="connsiteX95" fmla="*/ 251248 w 502671"/>
                <a:gd name="connsiteY95" fmla="*/ 4910 h 1081925"/>
                <a:gd name="connsiteX96" fmla="*/ 266046 w 502671"/>
                <a:gd name="connsiteY96" fmla="*/ 1147 h 1081925"/>
                <a:gd name="connsiteX97" fmla="*/ 302657 w 502671"/>
                <a:gd name="connsiteY97" fmla="*/ 24328 h 1081925"/>
                <a:gd name="connsiteX98" fmla="*/ 315060 w 502671"/>
                <a:gd name="connsiteY98" fmla="*/ 83265 h 1081925"/>
                <a:gd name="connsiteX99" fmla="*/ 324213 w 502671"/>
                <a:gd name="connsiteY99" fmla="*/ 140918 h 1081925"/>
                <a:gd name="connsiteX100" fmla="*/ 334135 w 502671"/>
                <a:gd name="connsiteY100" fmla="*/ 175647 h 1081925"/>
                <a:gd name="connsiteX101" fmla="*/ 334478 w 502671"/>
                <a:gd name="connsiteY101" fmla="*/ 176674 h 1081925"/>
                <a:gd name="connsiteX102" fmla="*/ 347566 w 502671"/>
                <a:gd name="connsiteY102" fmla="*/ 218759 h 1081925"/>
                <a:gd name="connsiteX103" fmla="*/ 348078 w 502671"/>
                <a:gd name="connsiteY103" fmla="*/ 251606 h 1081925"/>
                <a:gd name="connsiteX104" fmla="*/ 346966 w 502671"/>
                <a:gd name="connsiteY104" fmla="*/ 288730 h 1081925"/>
                <a:gd name="connsiteX105" fmla="*/ 336188 w 502671"/>
                <a:gd name="connsiteY105" fmla="*/ 331244 h 1081925"/>
                <a:gd name="connsiteX106" fmla="*/ 330799 w 502671"/>
                <a:gd name="connsiteY106" fmla="*/ 356050 h 1081925"/>
                <a:gd name="connsiteX107" fmla="*/ 319509 w 502671"/>
                <a:gd name="connsiteY107" fmla="*/ 387785 h 1081925"/>
                <a:gd name="connsiteX108" fmla="*/ 306078 w 502671"/>
                <a:gd name="connsiteY108" fmla="*/ 406604 h 1081925"/>
                <a:gd name="connsiteX109" fmla="*/ 308987 w 502671"/>
                <a:gd name="connsiteY109" fmla="*/ 443386 h 1081925"/>
                <a:gd name="connsiteX110" fmla="*/ 324042 w 502671"/>
                <a:gd name="connsiteY110" fmla="*/ 484359 h 1081925"/>
                <a:gd name="connsiteX111" fmla="*/ 331227 w 502671"/>
                <a:gd name="connsiteY111" fmla="*/ 532432 h 1081925"/>
                <a:gd name="connsiteX112" fmla="*/ 331227 w 502671"/>
                <a:gd name="connsiteY112" fmla="*/ 585553 h 1081925"/>
                <a:gd name="connsiteX113" fmla="*/ 337728 w 502671"/>
                <a:gd name="connsiteY113" fmla="*/ 671691 h 1081925"/>
                <a:gd name="connsiteX114" fmla="*/ 334819 w 502671"/>
                <a:gd name="connsiteY114" fmla="*/ 671349 h 1081925"/>
                <a:gd name="connsiteX115" fmla="*/ 346026 w 502671"/>
                <a:gd name="connsiteY115" fmla="*/ 710269 h 1081925"/>
                <a:gd name="connsiteX116" fmla="*/ 400429 w 502671"/>
                <a:gd name="connsiteY116" fmla="*/ 797006 h 1081925"/>
                <a:gd name="connsiteX117" fmla="*/ 400429 w 502671"/>
                <a:gd name="connsiteY117" fmla="*/ 797006 h 108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502671" h="1081925">
                  <a:moveTo>
                    <a:pt x="334221" y="175561"/>
                  </a:moveTo>
                  <a:cubicBezTo>
                    <a:pt x="333708" y="174022"/>
                    <a:pt x="333109" y="172140"/>
                    <a:pt x="331911" y="170600"/>
                  </a:cubicBezTo>
                  <a:cubicBezTo>
                    <a:pt x="332681" y="172226"/>
                    <a:pt x="333452" y="173851"/>
                    <a:pt x="334221" y="175561"/>
                  </a:cubicBezTo>
                  <a:lnTo>
                    <a:pt x="334221" y="175561"/>
                  </a:lnTo>
                  <a:close/>
                  <a:moveTo>
                    <a:pt x="400429" y="796750"/>
                  </a:moveTo>
                  <a:cubicBezTo>
                    <a:pt x="427374" y="826346"/>
                    <a:pt x="453207" y="943193"/>
                    <a:pt x="465097" y="973389"/>
                  </a:cubicBezTo>
                  <a:cubicBezTo>
                    <a:pt x="476901" y="1003584"/>
                    <a:pt x="492555" y="1008888"/>
                    <a:pt x="499569" y="1022916"/>
                  </a:cubicBezTo>
                  <a:cubicBezTo>
                    <a:pt x="506583" y="1036945"/>
                    <a:pt x="500681" y="1035832"/>
                    <a:pt x="492041" y="1046611"/>
                  </a:cubicBezTo>
                  <a:cubicBezTo>
                    <a:pt x="483403" y="1057389"/>
                    <a:pt x="487166" y="1065429"/>
                    <a:pt x="480237" y="1068680"/>
                  </a:cubicBezTo>
                  <a:cubicBezTo>
                    <a:pt x="473223" y="1071930"/>
                    <a:pt x="476473" y="1060639"/>
                    <a:pt x="459280" y="1058500"/>
                  </a:cubicBezTo>
                  <a:cubicBezTo>
                    <a:pt x="442001" y="1056362"/>
                    <a:pt x="438237" y="1071417"/>
                    <a:pt x="425919" y="1073042"/>
                  </a:cubicBezTo>
                  <a:cubicBezTo>
                    <a:pt x="413516" y="1074668"/>
                    <a:pt x="396152" y="1078431"/>
                    <a:pt x="382637" y="1078945"/>
                  </a:cubicBezTo>
                  <a:cubicBezTo>
                    <a:pt x="369206" y="1079458"/>
                    <a:pt x="368094" y="1077832"/>
                    <a:pt x="370747" y="1074069"/>
                  </a:cubicBezTo>
                  <a:cubicBezTo>
                    <a:pt x="373483" y="1070305"/>
                    <a:pt x="378274" y="1067568"/>
                    <a:pt x="381011" y="1063291"/>
                  </a:cubicBezTo>
                  <a:cubicBezTo>
                    <a:pt x="383663" y="1058928"/>
                    <a:pt x="386914" y="1055763"/>
                    <a:pt x="391276" y="1051401"/>
                  </a:cubicBezTo>
                  <a:cubicBezTo>
                    <a:pt x="395553" y="1047124"/>
                    <a:pt x="393415" y="1048492"/>
                    <a:pt x="405818" y="1042590"/>
                  </a:cubicBezTo>
                  <a:cubicBezTo>
                    <a:pt x="418220" y="1036688"/>
                    <a:pt x="424807" y="1027706"/>
                    <a:pt x="428058" y="1013678"/>
                  </a:cubicBezTo>
                  <a:cubicBezTo>
                    <a:pt x="431308" y="999649"/>
                    <a:pt x="437724" y="998024"/>
                    <a:pt x="424807" y="967401"/>
                  </a:cubicBezTo>
                  <a:cubicBezTo>
                    <a:pt x="414885" y="943792"/>
                    <a:pt x="391960" y="914110"/>
                    <a:pt x="379044" y="892554"/>
                  </a:cubicBezTo>
                  <a:cubicBezTo>
                    <a:pt x="366127" y="870998"/>
                    <a:pt x="358087" y="853206"/>
                    <a:pt x="348848" y="835499"/>
                  </a:cubicBezTo>
                  <a:cubicBezTo>
                    <a:pt x="339696" y="817707"/>
                    <a:pt x="331654" y="800513"/>
                    <a:pt x="321390" y="791361"/>
                  </a:cubicBezTo>
                  <a:cubicBezTo>
                    <a:pt x="311126" y="782208"/>
                    <a:pt x="305223" y="776306"/>
                    <a:pt x="295557" y="758000"/>
                  </a:cubicBezTo>
                  <a:cubicBezTo>
                    <a:pt x="286062" y="740122"/>
                    <a:pt x="261684" y="675797"/>
                    <a:pt x="260572" y="673059"/>
                  </a:cubicBezTo>
                  <a:cubicBezTo>
                    <a:pt x="244918" y="672546"/>
                    <a:pt x="226013" y="671605"/>
                    <a:pt x="202149" y="670065"/>
                  </a:cubicBezTo>
                  <a:cubicBezTo>
                    <a:pt x="200352" y="669980"/>
                    <a:pt x="198556" y="669809"/>
                    <a:pt x="196760" y="669638"/>
                  </a:cubicBezTo>
                  <a:lnTo>
                    <a:pt x="196930" y="669638"/>
                  </a:lnTo>
                  <a:cubicBezTo>
                    <a:pt x="196930" y="669638"/>
                    <a:pt x="195305" y="674514"/>
                    <a:pt x="185125" y="689569"/>
                  </a:cubicBezTo>
                  <a:cubicBezTo>
                    <a:pt x="174861" y="704623"/>
                    <a:pt x="153390" y="747222"/>
                    <a:pt x="150654" y="760652"/>
                  </a:cubicBezTo>
                  <a:cubicBezTo>
                    <a:pt x="148001" y="774082"/>
                    <a:pt x="158181" y="801625"/>
                    <a:pt x="157667" y="827458"/>
                  </a:cubicBezTo>
                  <a:cubicBezTo>
                    <a:pt x="157155" y="853291"/>
                    <a:pt x="144751" y="890415"/>
                    <a:pt x="137737" y="913596"/>
                  </a:cubicBezTo>
                  <a:cubicBezTo>
                    <a:pt x="130722" y="936778"/>
                    <a:pt x="130210" y="996484"/>
                    <a:pt x="131834" y="1001360"/>
                  </a:cubicBezTo>
                  <a:cubicBezTo>
                    <a:pt x="133460" y="1006236"/>
                    <a:pt x="153390" y="1029930"/>
                    <a:pt x="148001" y="1033694"/>
                  </a:cubicBezTo>
                  <a:cubicBezTo>
                    <a:pt x="142612" y="1037458"/>
                    <a:pt x="135599" y="1050374"/>
                    <a:pt x="127557" y="1059527"/>
                  </a:cubicBezTo>
                  <a:cubicBezTo>
                    <a:pt x="119517" y="1068680"/>
                    <a:pt x="131322" y="1079971"/>
                    <a:pt x="126445" y="1080484"/>
                  </a:cubicBezTo>
                  <a:cubicBezTo>
                    <a:pt x="121570" y="1080997"/>
                    <a:pt x="114042" y="1083735"/>
                    <a:pt x="114042" y="1079971"/>
                  </a:cubicBezTo>
                  <a:cubicBezTo>
                    <a:pt x="114042" y="1076207"/>
                    <a:pt x="111390" y="1069706"/>
                    <a:pt x="100014" y="1067054"/>
                  </a:cubicBezTo>
                  <a:cubicBezTo>
                    <a:pt x="88723" y="1064403"/>
                    <a:pt x="61264" y="1074582"/>
                    <a:pt x="48861" y="1074582"/>
                  </a:cubicBezTo>
                  <a:cubicBezTo>
                    <a:pt x="36459" y="1074582"/>
                    <a:pt x="20890" y="1072443"/>
                    <a:pt x="17127" y="1071930"/>
                  </a:cubicBezTo>
                  <a:cubicBezTo>
                    <a:pt x="13362" y="1071417"/>
                    <a:pt x="6348" y="1068680"/>
                    <a:pt x="2071" y="1067653"/>
                  </a:cubicBezTo>
                  <a:cubicBezTo>
                    <a:pt x="-2205" y="1066541"/>
                    <a:pt x="959" y="1062264"/>
                    <a:pt x="4210" y="1055849"/>
                  </a:cubicBezTo>
                  <a:cubicBezTo>
                    <a:pt x="7461" y="1049348"/>
                    <a:pt x="7973" y="1057474"/>
                    <a:pt x="12850" y="1056961"/>
                  </a:cubicBezTo>
                  <a:cubicBezTo>
                    <a:pt x="17725" y="1056448"/>
                    <a:pt x="18751" y="1056448"/>
                    <a:pt x="19863" y="1054223"/>
                  </a:cubicBezTo>
                  <a:cubicBezTo>
                    <a:pt x="20975" y="1052085"/>
                    <a:pt x="24140" y="1046696"/>
                    <a:pt x="26877" y="1044558"/>
                  </a:cubicBezTo>
                  <a:cubicBezTo>
                    <a:pt x="29615" y="1042419"/>
                    <a:pt x="40307" y="1045669"/>
                    <a:pt x="40307" y="1045669"/>
                  </a:cubicBezTo>
                  <a:cubicBezTo>
                    <a:pt x="40307" y="1045669"/>
                    <a:pt x="44584" y="1036004"/>
                    <a:pt x="64515" y="1016073"/>
                  </a:cubicBezTo>
                  <a:cubicBezTo>
                    <a:pt x="84446" y="996142"/>
                    <a:pt x="83932" y="988615"/>
                    <a:pt x="88209" y="969197"/>
                  </a:cubicBezTo>
                  <a:cubicBezTo>
                    <a:pt x="92572" y="949780"/>
                    <a:pt x="89835" y="908379"/>
                    <a:pt x="90348" y="875446"/>
                  </a:cubicBezTo>
                  <a:cubicBezTo>
                    <a:pt x="90862" y="842599"/>
                    <a:pt x="95737" y="790334"/>
                    <a:pt x="95224" y="779642"/>
                  </a:cubicBezTo>
                  <a:cubicBezTo>
                    <a:pt x="94710" y="768864"/>
                    <a:pt x="92572" y="762961"/>
                    <a:pt x="89835" y="748933"/>
                  </a:cubicBezTo>
                  <a:cubicBezTo>
                    <a:pt x="87097" y="734905"/>
                    <a:pt x="88209" y="728489"/>
                    <a:pt x="91974" y="719849"/>
                  </a:cubicBezTo>
                  <a:cubicBezTo>
                    <a:pt x="95480" y="711809"/>
                    <a:pt x="113871" y="656893"/>
                    <a:pt x="116438" y="649108"/>
                  </a:cubicBezTo>
                  <a:cubicBezTo>
                    <a:pt x="111049" y="646628"/>
                    <a:pt x="108140" y="644917"/>
                    <a:pt x="108140" y="644917"/>
                  </a:cubicBezTo>
                  <a:cubicBezTo>
                    <a:pt x="108140" y="644917"/>
                    <a:pt x="112417" y="637732"/>
                    <a:pt x="116010" y="626954"/>
                  </a:cubicBezTo>
                  <a:cubicBezTo>
                    <a:pt x="119603" y="616176"/>
                    <a:pt x="126788" y="607622"/>
                    <a:pt x="126788" y="593935"/>
                  </a:cubicBezTo>
                  <a:cubicBezTo>
                    <a:pt x="126788" y="593935"/>
                    <a:pt x="141159" y="550139"/>
                    <a:pt x="146205" y="537907"/>
                  </a:cubicBezTo>
                  <a:cubicBezTo>
                    <a:pt x="150568" y="527215"/>
                    <a:pt x="160405" y="498046"/>
                    <a:pt x="163826" y="484103"/>
                  </a:cubicBezTo>
                  <a:cubicBezTo>
                    <a:pt x="160575" y="487866"/>
                    <a:pt x="158951" y="490775"/>
                    <a:pt x="156043" y="494111"/>
                  </a:cubicBezTo>
                  <a:cubicBezTo>
                    <a:pt x="149627" y="501638"/>
                    <a:pt x="138250" y="511390"/>
                    <a:pt x="131834" y="519944"/>
                  </a:cubicBezTo>
                  <a:cubicBezTo>
                    <a:pt x="125419" y="528583"/>
                    <a:pt x="122168" y="533972"/>
                    <a:pt x="116267" y="534999"/>
                  </a:cubicBezTo>
                  <a:cubicBezTo>
                    <a:pt x="110364" y="536111"/>
                    <a:pt x="109509" y="538078"/>
                    <a:pt x="106857" y="536453"/>
                  </a:cubicBezTo>
                  <a:cubicBezTo>
                    <a:pt x="104120" y="534827"/>
                    <a:pt x="104975" y="533373"/>
                    <a:pt x="101211" y="533887"/>
                  </a:cubicBezTo>
                  <a:cubicBezTo>
                    <a:pt x="97447" y="534400"/>
                    <a:pt x="95309" y="534400"/>
                    <a:pt x="93170" y="533373"/>
                  </a:cubicBezTo>
                  <a:cubicBezTo>
                    <a:pt x="91032" y="532261"/>
                    <a:pt x="93170" y="531235"/>
                    <a:pt x="87697" y="532860"/>
                  </a:cubicBezTo>
                  <a:cubicBezTo>
                    <a:pt x="82308" y="534485"/>
                    <a:pt x="80511" y="534656"/>
                    <a:pt x="77774" y="533117"/>
                  </a:cubicBezTo>
                  <a:cubicBezTo>
                    <a:pt x="75122" y="531492"/>
                    <a:pt x="68450" y="533117"/>
                    <a:pt x="66141" y="531834"/>
                  </a:cubicBezTo>
                  <a:cubicBezTo>
                    <a:pt x="62376" y="529524"/>
                    <a:pt x="65969" y="516950"/>
                    <a:pt x="77090" y="508225"/>
                  </a:cubicBezTo>
                  <a:cubicBezTo>
                    <a:pt x="79655" y="506172"/>
                    <a:pt x="81708" y="495223"/>
                    <a:pt x="88809" y="488807"/>
                  </a:cubicBezTo>
                  <a:cubicBezTo>
                    <a:pt x="92144" y="485728"/>
                    <a:pt x="109252" y="476404"/>
                    <a:pt x="115753" y="475378"/>
                  </a:cubicBezTo>
                  <a:cubicBezTo>
                    <a:pt x="122254" y="474266"/>
                    <a:pt x="127643" y="475891"/>
                    <a:pt x="135684" y="470502"/>
                  </a:cubicBezTo>
                  <a:cubicBezTo>
                    <a:pt x="141244" y="466824"/>
                    <a:pt x="159549" y="448860"/>
                    <a:pt x="173492" y="435431"/>
                  </a:cubicBezTo>
                  <a:cubicBezTo>
                    <a:pt x="176571" y="420461"/>
                    <a:pt x="179309" y="407545"/>
                    <a:pt x="179309" y="407545"/>
                  </a:cubicBezTo>
                  <a:cubicBezTo>
                    <a:pt x="175545" y="407031"/>
                    <a:pt x="175032" y="397879"/>
                    <a:pt x="172294" y="389753"/>
                  </a:cubicBezTo>
                  <a:cubicBezTo>
                    <a:pt x="169643" y="381712"/>
                    <a:pt x="175545" y="378974"/>
                    <a:pt x="181448" y="372559"/>
                  </a:cubicBezTo>
                  <a:cubicBezTo>
                    <a:pt x="187349" y="366058"/>
                    <a:pt x="187949" y="361268"/>
                    <a:pt x="186837" y="355366"/>
                  </a:cubicBezTo>
                  <a:cubicBezTo>
                    <a:pt x="185725" y="349463"/>
                    <a:pt x="185725" y="340311"/>
                    <a:pt x="190087" y="329533"/>
                  </a:cubicBezTo>
                  <a:cubicBezTo>
                    <a:pt x="194364" y="318755"/>
                    <a:pt x="203004" y="311227"/>
                    <a:pt x="188975" y="293435"/>
                  </a:cubicBezTo>
                  <a:cubicBezTo>
                    <a:pt x="174947" y="275643"/>
                    <a:pt x="179309" y="262213"/>
                    <a:pt x="187349" y="245533"/>
                  </a:cubicBezTo>
                  <a:cubicBezTo>
                    <a:pt x="195391" y="228853"/>
                    <a:pt x="206510" y="220726"/>
                    <a:pt x="209932" y="213199"/>
                  </a:cubicBezTo>
                  <a:cubicBezTo>
                    <a:pt x="213867" y="204559"/>
                    <a:pt x="218315" y="201737"/>
                    <a:pt x="220796" y="197374"/>
                  </a:cubicBezTo>
                  <a:cubicBezTo>
                    <a:pt x="220796" y="191472"/>
                    <a:pt x="220796" y="180950"/>
                    <a:pt x="220967" y="172226"/>
                  </a:cubicBezTo>
                  <a:cubicBezTo>
                    <a:pt x="221224" y="161362"/>
                    <a:pt x="225672" y="148189"/>
                    <a:pt x="226013" y="147077"/>
                  </a:cubicBezTo>
                  <a:cubicBezTo>
                    <a:pt x="226441" y="145708"/>
                    <a:pt x="226527" y="145879"/>
                    <a:pt x="226013" y="143912"/>
                  </a:cubicBezTo>
                  <a:cubicBezTo>
                    <a:pt x="223448" y="139549"/>
                    <a:pt x="221736" y="137240"/>
                    <a:pt x="219341" y="134160"/>
                  </a:cubicBezTo>
                  <a:cubicBezTo>
                    <a:pt x="214723" y="128087"/>
                    <a:pt x="207109" y="132022"/>
                    <a:pt x="203175" y="130568"/>
                  </a:cubicBezTo>
                  <a:cubicBezTo>
                    <a:pt x="199239" y="129114"/>
                    <a:pt x="197786" y="127317"/>
                    <a:pt x="198898" y="123383"/>
                  </a:cubicBezTo>
                  <a:cubicBezTo>
                    <a:pt x="200010" y="119448"/>
                    <a:pt x="197443" y="116197"/>
                    <a:pt x="194962" y="114059"/>
                  </a:cubicBezTo>
                  <a:cubicBezTo>
                    <a:pt x="192483" y="111920"/>
                    <a:pt x="192397" y="112091"/>
                    <a:pt x="192397" y="110637"/>
                  </a:cubicBezTo>
                  <a:cubicBezTo>
                    <a:pt x="192397" y="109183"/>
                    <a:pt x="194450" y="109183"/>
                    <a:pt x="192483" y="106702"/>
                  </a:cubicBezTo>
                  <a:cubicBezTo>
                    <a:pt x="191883" y="105847"/>
                    <a:pt x="189232" y="104051"/>
                    <a:pt x="190258" y="101228"/>
                  </a:cubicBezTo>
                  <a:cubicBezTo>
                    <a:pt x="191370" y="98319"/>
                    <a:pt x="189402" y="95154"/>
                    <a:pt x="189402" y="95154"/>
                  </a:cubicBezTo>
                  <a:cubicBezTo>
                    <a:pt x="189402" y="95154"/>
                    <a:pt x="183329" y="93358"/>
                    <a:pt x="183329" y="90450"/>
                  </a:cubicBezTo>
                  <a:cubicBezTo>
                    <a:pt x="183329" y="87541"/>
                    <a:pt x="191370" y="75737"/>
                    <a:pt x="191370" y="73256"/>
                  </a:cubicBezTo>
                  <a:cubicBezTo>
                    <a:pt x="191370" y="70776"/>
                    <a:pt x="191712" y="69322"/>
                    <a:pt x="188461" y="63932"/>
                  </a:cubicBezTo>
                  <a:cubicBezTo>
                    <a:pt x="185211" y="58543"/>
                    <a:pt x="189916" y="40922"/>
                    <a:pt x="189916" y="40922"/>
                  </a:cubicBezTo>
                  <a:cubicBezTo>
                    <a:pt x="190942" y="20906"/>
                    <a:pt x="226356" y="719"/>
                    <a:pt x="239444" y="34"/>
                  </a:cubicBezTo>
                  <a:cubicBezTo>
                    <a:pt x="249708" y="-479"/>
                    <a:pt x="248339" y="4910"/>
                    <a:pt x="251248" y="4910"/>
                  </a:cubicBezTo>
                  <a:cubicBezTo>
                    <a:pt x="254156" y="4910"/>
                    <a:pt x="253642" y="-222"/>
                    <a:pt x="266046" y="1147"/>
                  </a:cubicBezTo>
                  <a:cubicBezTo>
                    <a:pt x="278449" y="2515"/>
                    <a:pt x="293504" y="11668"/>
                    <a:pt x="302657" y="24328"/>
                  </a:cubicBezTo>
                  <a:cubicBezTo>
                    <a:pt x="311810" y="36988"/>
                    <a:pt x="314547" y="68723"/>
                    <a:pt x="315060" y="83265"/>
                  </a:cubicBezTo>
                  <a:cubicBezTo>
                    <a:pt x="315573" y="97806"/>
                    <a:pt x="319936" y="124238"/>
                    <a:pt x="324213" y="140918"/>
                  </a:cubicBezTo>
                  <a:cubicBezTo>
                    <a:pt x="328490" y="157598"/>
                    <a:pt x="334135" y="175647"/>
                    <a:pt x="334135" y="175647"/>
                  </a:cubicBezTo>
                  <a:lnTo>
                    <a:pt x="334478" y="176674"/>
                  </a:lnTo>
                  <a:cubicBezTo>
                    <a:pt x="340294" y="189847"/>
                    <a:pt x="345854" y="206014"/>
                    <a:pt x="347566" y="218759"/>
                  </a:cubicBezTo>
                  <a:cubicBezTo>
                    <a:pt x="350303" y="238176"/>
                    <a:pt x="347566" y="235439"/>
                    <a:pt x="348078" y="251606"/>
                  </a:cubicBezTo>
                  <a:cubicBezTo>
                    <a:pt x="348592" y="267773"/>
                    <a:pt x="349190" y="272050"/>
                    <a:pt x="346966" y="288730"/>
                  </a:cubicBezTo>
                  <a:cubicBezTo>
                    <a:pt x="344828" y="305411"/>
                    <a:pt x="338327" y="320465"/>
                    <a:pt x="336188" y="331244"/>
                  </a:cubicBezTo>
                  <a:cubicBezTo>
                    <a:pt x="334050" y="342022"/>
                    <a:pt x="331399" y="341508"/>
                    <a:pt x="330799" y="356050"/>
                  </a:cubicBezTo>
                  <a:cubicBezTo>
                    <a:pt x="330287" y="370592"/>
                    <a:pt x="323786" y="379231"/>
                    <a:pt x="319509" y="387785"/>
                  </a:cubicBezTo>
                  <a:cubicBezTo>
                    <a:pt x="315146" y="396425"/>
                    <a:pt x="308730" y="403952"/>
                    <a:pt x="306078" y="406604"/>
                  </a:cubicBezTo>
                  <a:cubicBezTo>
                    <a:pt x="306078" y="406604"/>
                    <a:pt x="304625" y="419691"/>
                    <a:pt x="308987" y="443386"/>
                  </a:cubicBezTo>
                  <a:cubicBezTo>
                    <a:pt x="313264" y="467080"/>
                    <a:pt x="316172" y="455618"/>
                    <a:pt x="324042" y="484359"/>
                  </a:cubicBezTo>
                  <a:cubicBezTo>
                    <a:pt x="331911" y="513101"/>
                    <a:pt x="329773" y="506600"/>
                    <a:pt x="331227" y="532432"/>
                  </a:cubicBezTo>
                  <a:cubicBezTo>
                    <a:pt x="332681" y="558265"/>
                    <a:pt x="331227" y="566135"/>
                    <a:pt x="331227" y="585553"/>
                  </a:cubicBezTo>
                  <a:cubicBezTo>
                    <a:pt x="331227" y="604970"/>
                    <a:pt x="337728" y="671691"/>
                    <a:pt x="337728" y="671691"/>
                  </a:cubicBezTo>
                  <a:cubicBezTo>
                    <a:pt x="337728" y="671691"/>
                    <a:pt x="337044" y="671434"/>
                    <a:pt x="334819" y="671349"/>
                  </a:cubicBezTo>
                  <a:cubicBezTo>
                    <a:pt x="334819" y="671947"/>
                    <a:pt x="335761" y="676652"/>
                    <a:pt x="346026" y="710269"/>
                  </a:cubicBezTo>
                  <a:cubicBezTo>
                    <a:pt x="358428" y="751157"/>
                    <a:pt x="373483" y="767324"/>
                    <a:pt x="400429" y="797006"/>
                  </a:cubicBezTo>
                  <a:lnTo>
                    <a:pt x="400429" y="797006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9CA70982-95BE-4D7E-6165-2BCD7E4890DC}"/>
                </a:ext>
              </a:extLst>
            </p:cNvPr>
            <p:cNvSpPr/>
            <p:nvPr/>
          </p:nvSpPr>
          <p:spPr>
            <a:xfrm>
              <a:off x="3344043" y="2369926"/>
              <a:ext cx="629414" cy="1252238"/>
            </a:xfrm>
            <a:custGeom>
              <a:avLst/>
              <a:gdLst>
                <a:gd name="connsiteX0" fmla="*/ 489457 w 629414"/>
                <a:gd name="connsiteY0" fmla="*/ 767522 h 1252238"/>
                <a:gd name="connsiteX1" fmla="*/ 501347 w 629414"/>
                <a:gd name="connsiteY1" fmla="*/ 819188 h 1252238"/>
                <a:gd name="connsiteX2" fmla="*/ 509388 w 629414"/>
                <a:gd name="connsiteY2" fmla="*/ 859049 h 1252238"/>
                <a:gd name="connsiteX3" fmla="*/ 525555 w 629414"/>
                <a:gd name="connsiteY3" fmla="*/ 885481 h 1252238"/>
                <a:gd name="connsiteX4" fmla="*/ 535221 w 629414"/>
                <a:gd name="connsiteY4" fmla="*/ 905412 h 1252238"/>
                <a:gd name="connsiteX5" fmla="*/ 549249 w 629414"/>
                <a:gd name="connsiteY5" fmla="*/ 946300 h 1252238"/>
                <a:gd name="connsiteX6" fmla="*/ 573457 w 629414"/>
                <a:gd name="connsiteY6" fmla="*/ 1013106 h 1252238"/>
                <a:gd name="connsiteX7" fmla="*/ 581499 w 629414"/>
                <a:gd name="connsiteY7" fmla="*/ 1047065 h 1252238"/>
                <a:gd name="connsiteX8" fmla="*/ 590138 w 629414"/>
                <a:gd name="connsiteY8" fmla="*/ 1113872 h 1252238"/>
                <a:gd name="connsiteX9" fmla="*/ 601428 w 629414"/>
                <a:gd name="connsiteY9" fmla="*/ 1166650 h 1252238"/>
                <a:gd name="connsiteX10" fmla="*/ 622984 w 629414"/>
                <a:gd name="connsiteY10" fmla="*/ 1222678 h 1252238"/>
                <a:gd name="connsiteX11" fmla="*/ 628374 w 629414"/>
                <a:gd name="connsiteY11" fmla="*/ 1247997 h 1252238"/>
                <a:gd name="connsiteX12" fmla="*/ 605193 w 629414"/>
                <a:gd name="connsiteY12" fmla="*/ 1251761 h 1252238"/>
                <a:gd name="connsiteX13" fmla="*/ 519567 w 629414"/>
                <a:gd name="connsiteY13" fmla="*/ 1251248 h 1252238"/>
                <a:gd name="connsiteX14" fmla="*/ 441469 w 629414"/>
                <a:gd name="connsiteY14" fmla="*/ 1243207 h 1252238"/>
                <a:gd name="connsiteX15" fmla="*/ 437706 w 629414"/>
                <a:gd name="connsiteY15" fmla="*/ 1233542 h 1252238"/>
                <a:gd name="connsiteX16" fmla="*/ 448484 w 629414"/>
                <a:gd name="connsiteY16" fmla="*/ 1220625 h 1252238"/>
                <a:gd name="connsiteX17" fmla="*/ 468928 w 629414"/>
                <a:gd name="connsiteY17" fmla="*/ 1219513 h 1252238"/>
                <a:gd name="connsiteX18" fmla="*/ 502887 w 629414"/>
                <a:gd name="connsiteY18" fmla="*/ 1202319 h 1252238"/>
                <a:gd name="connsiteX19" fmla="*/ 506650 w 629414"/>
                <a:gd name="connsiteY19" fmla="*/ 1191542 h 1252238"/>
                <a:gd name="connsiteX20" fmla="*/ 505538 w 629414"/>
                <a:gd name="connsiteY20" fmla="*/ 1172124 h 1252238"/>
                <a:gd name="connsiteX21" fmla="*/ 499123 w 629414"/>
                <a:gd name="connsiteY21" fmla="*/ 1148943 h 1252238"/>
                <a:gd name="connsiteX22" fmla="*/ 498610 w 629414"/>
                <a:gd name="connsiteY22" fmla="*/ 1115582 h 1252238"/>
                <a:gd name="connsiteX23" fmla="*/ 494846 w 629414"/>
                <a:gd name="connsiteY23" fmla="*/ 1082735 h 1252238"/>
                <a:gd name="connsiteX24" fmla="*/ 492195 w 629414"/>
                <a:gd name="connsiteY24" fmla="*/ 1054165 h 1252238"/>
                <a:gd name="connsiteX25" fmla="*/ 486806 w 629414"/>
                <a:gd name="connsiteY25" fmla="*/ 1038511 h 1252238"/>
                <a:gd name="connsiteX26" fmla="*/ 471151 w 629414"/>
                <a:gd name="connsiteY26" fmla="*/ 1007289 h 1252238"/>
                <a:gd name="connsiteX27" fmla="*/ 450195 w 629414"/>
                <a:gd name="connsiteY27" fmla="*/ 965289 h 1252238"/>
                <a:gd name="connsiteX28" fmla="*/ 441555 w 629414"/>
                <a:gd name="connsiteY28" fmla="*/ 939457 h 1252238"/>
                <a:gd name="connsiteX29" fmla="*/ 435054 w 629414"/>
                <a:gd name="connsiteY29" fmla="*/ 909346 h 1252238"/>
                <a:gd name="connsiteX30" fmla="*/ 411359 w 629414"/>
                <a:gd name="connsiteY30" fmla="*/ 874874 h 1252238"/>
                <a:gd name="connsiteX31" fmla="*/ 381763 w 629414"/>
                <a:gd name="connsiteY31" fmla="*/ 805416 h 1252238"/>
                <a:gd name="connsiteX32" fmla="*/ 374235 w 629414"/>
                <a:gd name="connsiteY32" fmla="*/ 797375 h 1252238"/>
                <a:gd name="connsiteX33" fmla="*/ 368334 w 629414"/>
                <a:gd name="connsiteY33" fmla="*/ 807640 h 1252238"/>
                <a:gd name="connsiteX34" fmla="*/ 352679 w 629414"/>
                <a:gd name="connsiteY34" fmla="*/ 844251 h 1252238"/>
                <a:gd name="connsiteX35" fmla="*/ 307430 w 629414"/>
                <a:gd name="connsiteY35" fmla="*/ 950320 h 1252238"/>
                <a:gd name="connsiteX36" fmla="*/ 291348 w 629414"/>
                <a:gd name="connsiteY36" fmla="*/ 991892 h 1252238"/>
                <a:gd name="connsiteX37" fmla="*/ 283735 w 629414"/>
                <a:gd name="connsiteY37" fmla="*/ 1014902 h 1252238"/>
                <a:gd name="connsiteX38" fmla="*/ 273214 w 629414"/>
                <a:gd name="connsiteY38" fmla="*/ 1036715 h 1252238"/>
                <a:gd name="connsiteX39" fmla="*/ 260040 w 629414"/>
                <a:gd name="connsiteY39" fmla="*/ 1061778 h 1252238"/>
                <a:gd name="connsiteX40" fmla="*/ 219666 w 629414"/>
                <a:gd name="connsiteY40" fmla="*/ 1129098 h 1252238"/>
                <a:gd name="connsiteX41" fmla="*/ 216415 w 629414"/>
                <a:gd name="connsiteY41" fmla="*/ 1178112 h 1252238"/>
                <a:gd name="connsiteX42" fmla="*/ 204012 w 629414"/>
                <a:gd name="connsiteY42" fmla="*/ 1215236 h 1252238"/>
                <a:gd name="connsiteX43" fmla="*/ 203499 w 629414"/>
                <a:gd name="connsiteY43" fmla="*/ 1241668 h 1252238"/>
                <a:gd name="connsiteX44" fmla="*/ 110859 w 629414"/>
                <a:gd name="connsiteY44" fmla="*/ 1234140 h 1252238"/>
                <a:gd name="connsiteX45" fmla="*/ 108208 w 629414"/>
                <a:gd name="connsiteY45" fmla="*/ 1227126 h 1252238"/>
                <a:gd name="connsiteX46" fmla="*/ 81263 w 629414"/>
                <a:gd name="connsiteY46" fmla="*/ 1220112 h 1252238"/>
                <a:gd name="connsiteX47" fmla="*/ 5903 w 629414"/>
                <a:gd name="connsiteY47" fmla="*/ 1191542 h 1252238"/>
                <a:gd name="connsiteX48" fmla="*/ 0 w 629414"/>
                <a:gd name="connsiteY48" fmla="*/ 1182389 h 1252238"/>
                <a:gd name="connsiteX49" fmla="*/ 8640 w 629414"/>
                <a:gd name="connsiteY49" fmla="*/ 1173236 h 1252238"/>
                <a:gd name="connsiteX50" fmla="*/ 31820 w 629414"/>
                <a:gd name="connsiteY50" fmla="*/ 1179737 h 1252238"/>
                <a:gd name="connsiteX51" fmla="*/ 91100 w 629414"/>
                <a:gd name="connsiteY51" fmla="*/ 1167334 h 1252238"/>
                <a:gd name="connsiteX52" fmla="*/ 98627 w 629414"/>
                <a:gd name="connsiteY52" fmla="*/ 1159806 h 1252238"/>
                <a:gd name="connsiteX53" fmla="*/ 116933 w 629414"/>
                <a:gd name="connsiteY53" fmla="*/ 1139362 h 1252238"/>
                <a:gd name="connsiteX54" fmla="*/ 122835 w 629414"/>
                <a:gd name="connsiteY54" fmla="*/ 1111904 h 1252238"/>
                <a:gd name="connsiteX55" fmla="*/ 169197 w 629414"/>
                <a:gd name="connsiteY55" fmla="*/ 1017126 h 1252238"/>
                <a:gd name="connsiteX56" fmla="*/ 197169 w 629414"/>
                <a:gd name="connsiteY56" fmla="*/ 952458 h 1252238"/>
                <a:gd name="connsiteX57" fmla="*/ 205809 w 629414"/>
                <a:gd name="connsiteY57" fmla="*/ 921237 h 1252238"/>
                <a:gd name="connsiteX58" fmla="*/ 218211 w 629414"/>
                <a:gd name="connsiteY58" fmla="*/ 867347 h 1252238"/>
                <a:gd name="connsiteX59" fmla="*/ 226851 w 629414"/>
                <a:gd name="connsiteY59" fmla="*/ 842027 h 1252238"/>
                <a:gd name="connsiteX60" fmla="*/ 234977 w 629414"/>
                <a:gd name="connsiteY60" fmla="*/ 807041 h 1252238"/>
                <a:gd name="connsiteX61" fmla="*/ 241392 w 629414"/>
                <a:gd name="connsiteY61" fmla="*/ 768292 h 1252238"/>
                <a:gd name="connsiteX62" fmla="*/ 241906 w 629414"/>
                <a:gd name="connsiteY62" fmla="*/ 734932 h 1252238"/>
                <a:gd name="connsiteX63" fmla="*/ 244045 w 629414"/>
                <a:gd name="connsiteY63" fmla="*/ 711237 h 1252238"/>
                <a:gd name="connsiteX64" fmla="*/ 255849 w 629414"/>
                <a:gd name="connsiteY64" fmla="*/ 680015 h 1252238"/>
                <a:gd name="connsiteX65" fmla="*/ 261751 w 629414"/>
                <a:gd name="connsiteY65" fmla="*/ 659058 h 1252238"/>
                <a:gd name="connsiteX66" fmla="*/ 223515 w 629414"/>
                <a:gd name="connsiteY66" fmla="*/ 642891 h 1252238"/>
                <a:gd name="connsiteX67" fmla="*/ 218640 w 629414"/>
                <a:gd name="connsiteY67" fmla="*/ 582671 h 1252238"/>
                <a:gd name="connsiteX68" fmla="*/ 233695 w 629414"/>
                <a:gd name="connsiteY68" fmla="*/ 479168 h 1252238"/>
                <a:gd name="connsiteX69" fmla="*/ 207861 w 629414"/>
                <a:gd name="connsiteY69" fmla="*/ 493197 h 1252238"/>
                <a:gd name="connsiteX70" fmla="*/ 200847 w 629414"/>
                <a:gd name="connsiteY70" fmla="*/ 493710 h 1252238"/>
                <a:gd name="connsiteX71" fmla="*/ 197169 w 629414"/>
                <a:gd name="connsiteY71" fmla="*/ 487038 h 1252238"/>
                <a:gd name="connsiteX72" fmla="*/ 183653 w 629414"/>
                <a:gd name="connsiteY72" fmla="*/ 492341 h 1252238"/>
                <a:gd name="connsiteX73" fmla="*/ 178178 w 629414"/>
                <a:gd name="connsiteY73" fmla="*/ 482162 h 1252238"/>
                <a:gd name="connsiteX74" fmla="*/ 173901 w 629414"/>
                <a:gd name="connsiteY74" fmla="*/ 484557 h 1252238"/>
                <a:gd name="connsiteX75" fmla="*/ 157222 w 629414"/>
                <a:gd name="connsiteY75" fmla="*/ 492085 h 1252238"/>
                <a:gd name="connsiteX76" fmla="*/ 143193 w 629414"/>
                <a:gd name="connsiteY76" fmla="*/ 496447 h 1252238"/>
                <a:gd name="connsiteX77" fmla="*/ 130277 w 629414"/>
                <a:gd name="connsiteY77" fmla="*/ 511502 h 1252238"/>
                <a:gd name="connsiteX78" fmla="*/ 124375 w 629414"/>
                <a:gd name="connsiteY78" fmla="*/ 512614 h 1252238"/>
                <a:gd name="connsiteX79" fmla="*/ 113083 w 629414"/>
                <a:gd name="connsiteY79" fmla="*/ 513726 h 1252238"/>
                <a:gd name="connsiteX80" fmla="*/ 105043 w 629414"/>
                <a:gd name="connsiteY80" fmla="*/ 511588 h 1252238"/>
                <a:gd name="connsiteX81" fmla="*/ 98285 w 629414"/>
                <a:gd name="connsiteY81" fmla="*/ 509877 h 1252238"/>
                <a:gd name="connsiteX82" fmla="*/ 93153 w 629414"/>
                <a:gd name="connsiteY82" fmla="*/ 511502 h 1252238"/>
                <a:gd name="connsiteX83" fmla="*/ 85454 w 629414"/>
                <a:gd name="connsiteY83" fmla="*/ 500981 h 1252238"/>
                <a:gd name="connsiteX84" fmla="*/ 86139 w 629414"/>
                <a:gd name="connsiteY84" fmla="*/ 488321 h 1252238"/>
                <a:gd name="connsiteX85" fmla="*/ 97943 w 629414"/>
                <a:gd name="connsiteY85" fmla="*/ 476431 h 1252238"/>
                <a:gd name="connsiteX86" fmla="*/ 109747 w 629414"/>
                <a:gd name="connsiteY86" fmla="*/ 466252 h 1252238"/>
                <a:gd name="connsiteX87" fmla="*/ 121039 w 629414"/>
                <a:gd name="connsiteY87" fmla="*/ 463515 h 1252238"/>
                <a:gd name="connsiteX88" fmla="*/ 142595 w 629414"/>
                <a:gd name="connsiteY88" fmla="*/ 458126 h 1252238"/>
                <a:gd name="connsiteX89" fmla="*/ 162098 w 629414"/>
                <a:gd name="connsiteY89" fmla="*/ 453934 h 1252238"/>
                <a:gd name="connsiteX90" fmla="*/ 160643 w 629414"/>
                <a:gd name="connsiteY90" fmla="*/ 451368 h 1252238"/>
                <a:gd name="connsiteX91" fmla="*/ 172790 w 629414"/>
                <a:gd name="connsiteY91" fmla="*/ 443584 h 1252238"/>
                <a:gd name="connsiteX92" fmla="*/ 173132 w 629414"/>
                <a:gd name="connsiteY92" fmla="*/ 444097 h 1252238"/>
                <a:gd name="connsiteX93" fmla="*/ 172277 w 629414"/>
                <a:gd name="connsiteY93" fmla="*/ 442472 h 1252238"/>
                <a:gd name="connsiteX94" fmla="*/ 177666 w 629414"/>
                <a:gd name="connsiteY94" fmla="*/ 435458 h 1252238"/>
                <a:gd name="connsiteX95" fmla="*/ 201873 w 629414"/>
                <a:gd name="connsiteY95" fmla="*/ 425792 h 1252238"/>
                <a:gd name="connsiteX96" fmla="*/ 216928 w 629414"/>
                <a:gd name="connsiteY96" fmla="*/ 413389 h 1252238"/>
                <a:gd name="connsiteX97" fmla="*/ 255678 w 629414"/>
                <a:gd name="connsiteY97" fmla="*/ 395596 h 1252238"/>
                <a:gd name="connsiteX98" fmla="*/ 258073 w 629414"/>
                <a:gd name="connsiteY98" fmla="*/ 393800 h 1252238"/>
                <a:gd name="connsiteX99" fmla="*/ 259698 w 629414"/>
                <a:gd name="connsiteY99" fmla="*/ 386272 h 1252238"/>
                <a:gd name="connsiteX100" fmla="*/ 270133 w 629414"/>
                <a:gd name="connsiteY100" fmla="*/ 365486 h 1252238"/>
                <a:gd name="connsiteX101" fmla="*/ 275522 w 629414"/>
                <a:gd name="connsiteY101" fmla="*/ 347181 h 1252238"/>
                <a:gd name="connsiteX102" fmla="*/ 299560 w 629414"/>
                <a:gd name="connsiteY102" fmla="*/ 273959 h 1252238"/>
                <a:gd name="connsiteX103" fmla="*/ 302810 w 629414"/>
                <a:gd name="connsiteY103" fmla="*/ 257792 h 1252238"/>
                <a:gd name="connsiteX104" fmla="*/ 300672 w 629414"/>
                <a:gd name="connsiteY104" fmla="*/ 251291 h 1252238"/>
                <a:gd name="connsiteX105" fmla="*/ 312134 w 629414"/>
                <a:gd name="connsiteY105" fmla="*/ 238374 h 1252238"/>
                <a:gd name="connsiteX106" fmla="*/ 315384 w 629414"/>
                <a:gd name="connsiteY106" fmla="*/ 232558 h 1252238"/>
                <a:gd name="connsiteX107" fmla="*/ 332920 w 629414"/>
                <a:gd name="connsiteY107" fmla="*/ 200310 h 1252238"/>
                <a:gd name="connsiteX108" fmla="*/ 332920 w 629414"/>
                <a:gd name="connsiteY108" fmla="*/ 200310 h 1252238"/>
                <a:gd name="connsiteX109" fmla="*/ 332920 w 629414"/>
                <a:gd name="connsiteY109" fmla="*/ 200053 h 1252238"/>
                <a:gd name="connsiteX110" fmla="*/ 332920 w 629414"/>
                <a:gd name="connsiteY110" fmla="*/ 200053 h 1252238"/>
                <a:gd name="connsiteX111" fmla="*/ 334631 w 629414"/>
                <a:gd name="connsiteY111" fmla="*/ 195177 h 1252238"/>
                <a:gd name="connsiteX112" fmla="*/ 332920 w 629414"/>
                <a:gd name="connsiteY112" fmla="*/ 200053 h 1252238"/>
                <a:gd name="connsiteX113" fmla="*/ 328900 w 629414"/>
                <a:gd name="connsiteY113" fmla="*/ 187735 h 1252238"/>
                <a:gd name="connsiteX114" fmla="*/ 315213 w 629414"/>
                <a:gd name="connsiteY114" fmla="*/ 185597 h 1252238"/>
                <a:gd name="connsiteX115" fmla="*/ 295111 w 629414"/>
                <a:gd name="connsiteY115" fmla="*/ 183458 h 1252238"/>
                <a:gd name="connsiteX116" fmla="*/ 290834 w 629414"/>
                <a:gd name="connsiteY116" fmla="*/ 170542 h 1252238"/>
                <a:gd name="connsiteX117" fmla="*/ 282195 w 629414"/>
                <a:gd name="connsiteY117" fmla="*/ 161218 h 1252238"/>
                <a:gd name="connsiteX118" fmla="*/ 279287 w 629414"/>
                <a:gd name="connsiteY118" fmla="*/ 152578 h 1252238"/>
                <a:gd name="connsiteX119" fmla="*/ 275694 w 629414"/>
                <a:gd name="connsiteY119" fmla="*/ 144709 h 1252238"/>
                <a:gd name="connsiteX120" fmla="*/ 272786 w 629414"/>
                <a:gd name="connsiteY120" fmla="*/ 137524 h 1252238"/>
                <a:gd name="connsiteX121" fmla="*/ 262777 w 629414"/>
                <a:gd name="connsiteY121" fmla="*/ 132477 h 1252238"/>
                <a:gd name="connsiteX122" fmla="*/ 267054 w 629414"/>
                <a:gd name="connsiteY122" fmla="*/ 118876 h 1252238"/>
                <a:gd name="connsiteX123" fmla="*/ 274240 w 629414"/>
                <a:gd name="connsiteY123" fmla="*/ 101682 h 1252238"/>
                <a:gd name="connsiteX124" fmla="*/ 272102 w 629414"/>
                <a:gd name="connsiteY124" fmla="*/ 86627 h 1252238"/>
                <a:gd name="connsiteX125" fmla="*/ 280056 w 629414"/>
                <a:gd name="connsiteY125" fmla="*/ 48562 h 1252238"/>
                <a:gd name="connsiteX126" fmla="*/ 269963 w 629414"/>
                <a:gd name="connsiteY126" fmla="*/ 39923 h 1252238"/>
                <a:gd name="connsiteX127" fmla="*/ 276379 w 629414"/>
                <a:gd name="connsiteY127" fmla="*/ 31283 h 1252238"/>
                <a:gd name="connsiteX128" fmla="*/ 287157 w 629414"/>
                <a:gd name="connsiteY128" fmla="*/ 19821 h 1252238"/>
                <a:gd name="connsiteX129" fmla="*/ 301527 w 629414"/>
                <a:gd name="connsiteY129" fmla="*/ 16228 h 1252238"/>
                <a:gd name="connsiteX130" fmla="*/ 316582 w 629414"/>
                <a:gd name="connsiteY130" fmla="*/ 6135 h 1252238"/>
                <a:gd name="connsiteX131" fmla="*/ 325221 w 629414"/>
                <a:gd name="connsiteY131" fmla="*/ 6905 h 1252238"/>
                <a:gd name="connsiteX132" fmla="*/ 336000 w 629414"/>
                <a:gd name="connsiteY132" fmla="*/ 1174 h 1252238"/>
                <a:gd name="connsiteX133" fmla="*/ 346008 w 629414"/>
                <a:gd name="connsiteY133" fmla="*/ 4082 h 1252238"/>
                <a:gd name="connsiteX134" fmla="*/ 358924 w 629414"/>
                <a:gd name="connsiteY134" fmla="*/ 2628 h 1252238"/>
                <a:gd name="connsiteX135" fmla="*/ 368248 w 629414"/>
                <a:gd name="connsiteY135" fmla="*/ 6905 h 1252238"/>
                <a:gd name="connsiteX136" fmla="*/ 377572 w 629414"/>
                <a:gd name="connsiteY136" fmla="*/ 10497 h 1252238"/>
                <a:gd name="connsiteX137" fmla="*/ 389804 w 629414"/>
                <a:gd name="connsiteY137" fmla="*/ 16228 h 1252238"/>
                <a:gd name="connsiteX138" fmla="*/ 398443 w 629414"/>
                <a:gd name="connsiteY138" fmla="*/ 24098 h 1252238"/>
                <a:gd name="connsiteX139" fmla="*/ 402720 w 629414"/>
                <a:gd name="connsiteY139" fmla="*/ 34106 h 1252238"/>
                <a:gd name="connsiteX140" fmla="*/ 412728 w 629414"/>
                <a:gd name="connsiteY140" fmla="*/ 42746 h 1252238"/>
                <a:gd name="connsiteX141" fmla="*/ 415636 w 629414"/>
                <a:gd name="connsiteY141" fmla="*/ 53524 h 1252238"/>
                <a:gd name="connsiteX142" fmla="*/ 418545 w 629414"/>
                <a:gd name="connsiteY142" fmla="*/ 69349 h 1252238"/>
                <a:gd name="connsiteX143" fmla="*/ 419229 w 629414"/>
                <a:gd name="connsiteY143" fmla="*/ 83719 h 1252238"/>
                <a:gd name="connsiteX144" fmla="*/ 420684 w 629414"/>
                <a:gd name="connsiteY144" fmla="*/ 98090 h 1252238"/>
                <a:gd name="connsiteX145" fmla="*/ 413498 w 629414"/>
                <a:gd name="connsiteY145" fmla="*/ 115283 h 1252238"/>
                <a:gd name="connsiteX146" fmla="*/ 402036 w 629414"/>
                <a:gd name="connsiteY146" fmla="*/ 141116 h 1252238"/>
                <a:gd name="connsiteX147" fmla="*/ 402036 w 629414"/>
                <a:gd name="connsiteY147" fmla="*/ 152578 h 1252238"/>
                <a:gd name="connsiteX148" fmla="*/ 407425 w 629414"/>
                <a:gd name="connsiteY148" fmla="*/ 157967 h 1252238"/>
                <a:gd name="connsiteX149" fmla="*/ 405286 w 629414"/>
                <a:gd name="connsiteY149" fmla="*/ 158395 h 1252238"/>
                <a:gd name="connsiteX150" fmla="*/ 411189 w 629414"/>
                <a:gd name="connsiteY150" fmla="*/ 158139 h 1252238"/>
                <a:gd name="connsiteX151" fmla="*/ 416064 w 629414"/>
                <a:gd name="connsiteY151" fmla="*/ 169430 h 1252238"/>
                <a:gd name="connsiteX152" fmla="*/ 431632 w 629414"/>
                <a:gd name="connsiteY152" fmla="*/ 182859 h 1252238"/>
                <a:gd name="connsiteX153" fmla="*/ 460203 w 629414"/>
                <a:gd name="connsiteY153" fmla="*/ 206041 h 1252238"/>
                <a:gd name="connsiteX154" fmla="*/ 484410 w 629414"/>
                <a:gd name="connsiteY154" fmla="*/ 255055 h 1252238"/>
                <a:gd name="connsiteX155" fmla="*/ 489287 w 629414"/>
                <a:gd name="connsiteY155" fmla="*/ 292265 h 1252238"/>
                <a:gd name="connsiteX156" fmla="*/ 491425 w 629414"/>
                <a:gd name="connsiteY156" fmla="*/ 329389 h 1252238"/>
                <a:gd name="connsiteX157" fmla="*/ 485522 w 629414"/>
                <a:gd name="connsiteY157" fmla="*/ 372501 h 1252238"/>
                <a:gd name="connsiteX158" fmla="*/ 486036 w 629414"/>
                <a:gd name="connsiteY158" fmla="*/ 405861 h 1252238"/>
                <a:gd name="connsiteX159" fmla="*/ 482272 w 629414"/>
                <a:gd name="connsiteY159" fmla="*/ 441959 h 1252238"/>
                <a:gd name="connsiteX160" fmla="*/ 482272 w 629414"/>
                <a:gd name="connsiteY160" fmla="*/ 506541 h 1252238"/>
                <a:gd name="connsiteX161" fmla="*/ 495787 w 629414"/>
                <a:gd name="connsiteY161" fmla="*/ 569584 h 1252238"/>
                <a:gd name="connsiteX162" fmla="*/ 500064 w 629414"/>
                <a:gd name="connsiteY162" fmla="*/ 635791 h 1252238"/>
                <a:gd name="connsiteX163" fmla="*/ 493050 w 629414"/>
                <a:gd name="connsiteY163" fmla="*/ 637588 h 1252238"/>
                <a:gd name="connsiteX164" fmla="*/ 492536 w 629414"/>
                <a:gd name="connsiteY164" fmla="*/ 637930 h 1252238"/>
                <a:gd name="connsiteX165" fmla="*/ 482871 w 629414"/>
                <a:gd name="connsiteY165" fmla="*/ 659999 h 1252238"/>
                <a:gd name="connsiteX166" fmla="*/ 480133 w 629414"/>
                <a:gd name="connsiteY166" fmla="*/ 683693 h 1252238"/>
                <a:gd name="connsiteX167" fmla="*/ 480647 w 629414"/>
                <a:gd name="connsiteY167" fmla="*/ 710125 h 1252238"/>
                <a:gd name="connsiteX168" fmla="*/ 489287 w 629414"/>
                <a:gd name="connsiteY168" fmla="*/ 767693 h 1252238"/>
                <a:gd name="connsiteX169" fmla="*/ 489287 w 629414"/>
                <a:gd name="connsiteY169" fmla="*/ 767693 h 1252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</a:cxnLst>
              <a:rect l="l" t="t" r="r" b="b"/>
              <a:pathLst>
                <a:path w="629414" h="1252238">
                  <a:moveTo>
                    <a:pt x="489457" y="767522"/>
                  </a:moveTo>
                  <a:cubicBezTo>
                    <a:pt x="494846" y="799257"/>
                    <a:pt x="494846" y="798744"/>
                    <a:pt x="501347" y="819188"/>
                  </a:cubicBezTo>
                  <a:cubicBezTo>
                    <a:pt x="507762" y="839632"/>
                    <a:pt x="506736" y="846133"/>
                    <a:pt x="509388" y="859049"/>
                  </a:cubicBezTo>
                  <a:cubicBezTo>
                    <a:pt x="512125" y="871966"/>
                    <a:pt x="520166" y="869827"/>
                    <a:pt x="525555" y="885481"/>
                  </a:cubicBezTo>
                  <a:cubicBezTo>
                    <a:pt x="530944" y="901135"/>
                    <a:pt x="531971" y="896259"/>
                    <a:pt x="535221" y="905412"/>
                  </a:cubicBezTo>
                  <a:cubicBezTo>
                    <a:pt x="538472" y="914565"/>
                    <a:pt x="541721" y="926369"/>
                    <a:pt x="549249" y="946300"/>
                  </a:cubicBezTo>
                  <a:cubicBezTo>
                    <a:pt x="556776" y="966230"/>
                    <a:pt x="565930" y="996939"/>
                    <a:pt x="573457" y="1013106"/>
                  </a:cubicBezTo>
                  <a:cubicBezTo>
                    <a:pt x="580985" y="1029273"/>
                    <a:pt x="578333" y="1028760"/>
                    <a:pt x="581499" y="1047065"/>
                  </a:cubicBezTo>
                  <a:cubicBezTo>
                    <a:pt x="584748" y="1065371"/>
                    <a:pt x="589025" y="1091802"/>
                    <a:pt x="590138" y="1113872"/>
                  </a:cubicBezTo>
                  <a:cubicBezTo>
                    <a:pt x="591249" y="1135941"/>
                    <a:pt x="596040" y="1148344"/>
                    <a:pt x="601428" y="1166650"/>
                  </a:cubicBezTo>
                  <a:cubicBezTo>
                    <a:pt x="606818" y="1184955"/>
                    <a:pt x="621359" y="1214552"/>
                    <a:pt x="622984" y="1222678"/>
                  </a:cubicBezTo>
                  <a:cubicBezTo>
                    <a:pt x="624609" y="1230719"/>
                    <a:pt x="632137" y="1242609"/>
                    <a:pt x="628374" y="1247997"/>
                  </a:cubicBezTo>
                  <a:cubicBezTo>
                    <a:pt x="624609" y="1253386"/>
                    <a:pt x="620846" y="1250649"/>
                    <a:pt x="605193" y="1251761"/>
                  </a:cubicBezTo>
                  <a:cubicBezTo>
                    <a:pt x="589539" y="1252873"/>
                    <a:pt x="536248" y="1251761"/>
                    <a:pt x="519567" y="1251248"/>
                  </a:cubicBezTo>
                  <a:cubicBezTo>
                    <a:pt x="502887" y="1250735"/>
                    <a:pt x="446858" y="1243720"/>
                    <a:pt x="441469" y="1243207"/>
                  </a:cubicBezTo>
                  <a:cubicBezTo>
                    <a:pt x="436080" y="1242694"/>
                    <a:pt x="434968" y="1237818"/>
                    <a:pt x="437706" y="1233542"/>
                  </a:cubicBezTo>
                  <a:cubicBezTo>
                    <a:pt x="440357" y="1229179"/>
                    <a:pt x="444720" y="1225501"/>
                    <a:pt x="448484" y="1220625"/>
                  </a:cubicBezTo>
                  <a:cubicBezTo>
                    <a:pt x="452247" y="1215749"/>
                    <a:pt x="455498" y="1219513"/>
                    <a:pt x="468928" y="1219513"/>
                  </a:cubicBezTo>
                  <a:cubicBezTo>
                    <a:pt x="482358" y="1219513"/>
                    <a:pt x="503914" y="1205998"/>
                    <a:pt x="502887" y="1202319"/>
                  </a:cubicBezTo>
                  <a:cubicBezTo>
                    <a:pt x="501775" y="1198556"/>
                    <a:pt x="504512" y="1198556"/>
                    <a:pt x="506650" y="1191542"/>
                  </a:cubicBezTo>
                  <a:cubicBezTo>
                    <a:pt x="508789" y="1184527"/>
                    <a:pt x="509901" y="1184527"/>
                    <a:pt x="505538" y="1172124"/>
                  </a:cubicBezTo>
                  <a:cubicBezTo>
                    <a:pt x="501261" y="1159721"/>
                    <a:pt x="500749" y="1173236"/>
                    <a:pt x="499123" y="1148943"/>
                  </a:cubicBezTo>
                  <a:cubicBezTo>
                    <a:pt x="497498" y="1124735"/>
                    <a:pt x="499637" y="1132776"/>
                    <a:pt x="498610" y="1115582"/>
                  </a:cubicBezTo>
                  <a:cubicBezTo>
                    <a:pt x="497498" y="1098389"/>
                    <a:pt x="496472" y="1099929"/>
                    <a:pt x="494846" y="1082735"/>
                  </a:cubicBezTo>
                  <a:cubicBezTo>
                    <a:pt x="493221" y="1065542"/>
                    <a:pt x="491595" y="1065542"/>
                    <a:pt x="492195" y="1054165"/>
                  </a:cubicBezTo>
                  <a:cubicBezTo>
                    <a:pt x="492707" y="1042874"/>
                    <a:pt x="491083" y="1049289"/>
                    <a:pt x="486806" y="1038511"/>
                  </a:cubicBezTo>
                  <a:cubicBezTo>
                    <a:pt x="482443" y="1027733"/>
                    <a:pt x="476540" y="1026108"/>
                    <a:pt x="471151" y="1007289"/>
                  </a:cubicBezTo>
                  <a:cubicBezTo>
                    <a:pt x="465763" y="988471"/>
                    <a:pt x="454472" y="974442"/>
                    <a:pt x="450195" y="965289"/>
                  </a:cubicBezTo>
                  <a:cubicBezTo>
                    <a:pt x="445832" y="956137"/>
                    <a:pt x="445319" y="954511"/>
                    <a:pt x="441555" y="939457"/>
                  </a:cubicBezTo>
                  <a:cubicBezTo>
                    <a:pt x="437792" y="924402"/>
                    <a:pt x="439416" y="922776"/>
                    <a:pt x="435054" y="909346"/>
                  </a:cubicBezTo>
                  <a:cubicBezTo>
                    <a:pt x="430777" y="895917"/>
                    <a:pt x="417262" y="891554"/>
                    <a:pt x="411359" y="874874"/>
                  </a:cubicBezTo>
                  <a:cubicBezTo>
                    <a:pt x="405458" y="858194"/>
                    <a:pt x="383901" y="809693"/>
                    <a:pt x="381763" y="805416"/>
                  </a:cubicBezTo>
                  <a:cubicBezTo>
                    <a:pt x="379624" y="801139"/>
                    <a:pt x="374235" y="797375"/>
                    <a:pt x="374235" y="797375"/>
                  </a:cubicBezTo>
                  <a:cubicBezTo>
                    <a:pt x="374235" y="797375"/>
                    <a:pt x="373723" y="801139"/>
                    <a:pt x="368334" y="807640"/>
                  </a:cubicBezTo>
                  <a:cubicBezTo>
                    <a:pt x="362945" y="814056"/>
                    <a:pt x="361833" y="824833"/>
                    <a:pt x="352679" y="844251"/>
                  </a:cubicBezTo>
                  <a:cubicBezTo>
                    <a:pt x="343527" y="863668"/>
                    <a:pt x="317694" y="935778"/>
                    <a:pt x="307430" y="950320"/>
                  </a:cubicBezTo>
                  <a:cubicBezTo>
                    <a:pt x="301612" y="958617"/>
                    <a:pt x="296138" y="976238"/>
                    <a:pt x="291348" y="991892"/>
                  </a:cubicBezTo>
                  <a:cubicBezTo>
                    <a:pt x="290065" y="998308"/>
                    <a:pt x="288183" y="1004894"/>
                    <a:pt x="283735" y="1014902"/>
                  </a:cubicBezTo>
                  <a:cubicBezTo>
                    <a:pt x="279116" y="1025253"/>
                    <a:pt x="278175" y="1030556"/>
                    <a:pt x="273214" y="1036715"/>
                  </a:cubicBezTo>
                  <a:cubicBezTo>
                    <a:pt x="270562" y="1042532"/>
                    <a:pt x="266884" y="1050145"/>
                    <a:pt x="260040" y="1061778"/>
                  </a:cubicBezTo>
                  <a:cubicBezTo>
                    <a:pt x="244985" y="1087611"/>
                    <a:pt x="222317" y="1115069"/>
                    <a:pt x="219666" y="1129098"/>
                  </a:cubicBezTo>
                  <a:cubicBezTo>
                    <a:pt x="217014" y="1143126"/>
                    <a:pt x="216415" y="1176487"/>
                    <a:pt x="216415" y="1178112"/>
                  </a:cubicBezTo>
                  <a:cubicBezTo>
                    <a:pt x="216415" y="1179737"/>
                    <a:pt x="205124" y="1208307"/>
                    <a:pt x="204012" y="1215236"/>
                  </a:cubicBezTo>
                  <a:cubicBezTo>
                    <a:pt x="202900" y="1222250"/>
                    <a:pt x="203499" y="1241668"/>
                    <a:pt x="203499" y="1241668"/>
                  </a:cubicBezTo>
                  <a:cubicBezTo>
                    <a:pt x="173303" y="1244319"/>
                    <a:pt x="110859" y="1234140"/>
                    <a:pt x="110859" y="1234140"/>
                  </a:cubicBezTo>
                  <a:cubicBezTo>
                    <a:pt x="110859" y="1234140"/>
                    <a:pt x="109747" y="1230376"/>
                    <a:pt x="108208" y="1227126"/>
                  </a:cubicBezTo>
                  <a:cubicBezTo>
                    <a:pt x="106582" y="1223876"/>
                    <a:pt x="111971" y="1223362"/>
                    <a:pt x="81263" y="1220112"/>
                  </a:cubicBezTo>
                  <a:cubicBezTo>
                    <a:pt x="50554" y="1216861"/>
                    <a:pt x="11292" y="1193765"/>
                    <a:pt x="5903" y="1191542"/>
                  </a:cubicBezTo>
                  <a:cubicBezTo>
                    <a:pt x="514" y="1189403"/>
                    <a:pt x="0" y="1182389"/>
                    <a:pt x="0" y="1182389"/>
                  </a:cubicBezTo>
                  <a:cubicBezTo>
                    <a:pt x="0" y="1182389"/>
                    <a:pt x="2652" y="1177513"/>
                    <a:pt x="8640" y="1173236"/>
                  </a:cubicBezTo>
                  <a:cubicBezTo>
                    <a:pt x="14542" y="1168959"/>
                    <a:pt x="31820" y="1179737"/>
                    <a:pt x="31820" y="1179737"/>
                  </a:cubicBezTo>
                  <a:cubicBezTo>
                    <a:pt x="57654" y="1188890"/>
                    <a:pt x="91100" y="1167334"/>
                    <a:pt x="91100" y="1167334"/>
                  </a:cubicBezTo>
                  <a:cubicBezTo>
                    <a:pt x="91100" y="1167334"/>
                    <a:pt x="91100" y="1164083"/>
                    <a:pt x="98627" y="1159806"/>
                  </a:cubicBezTo>
                  <a:cubicBezTo>
                    <a:pt x="106155" y="1155444"/>
                    <a:pt x="116419" y="1145265"/>
                    <a:pt x="116933" y="1139362"/>
                  </a:cubicBezTo>
                  <a:cubicBezTo>
                    <a:pt x="117446" y="1133460"/>
                    <a:pt x="116419" y="1131322"/>
                    <a:pt x="122835" y="1111904"/>
                  </a:cubicBezTo>
                  <a:cubicBezTo>
                    <a:pt x="129336" y="1092487"/>
                    <a:pt x="157307" y="1044071"/>
                    <a:pt x="169197" y="1017126"/>
                  </a:cubicBezTo>
                  <a:cubicBezTo>
                    <a:pt x="181002" y="990181"/>
                    <a:pt x="184765" y="964862"/>
                    <a:pt x="197169" y="952458"/>
                  </a:cubicBezTo>
                  <a:cubicBezTo>
                    <a:pt x="209572" y="940055"/>
                    <a:pt x="202044" y="939029"/>
                    <a:pt x="205809" y="921237"/>
                  </a:cubicBezTo>
                  <a:cubicBezTo>
                    <a:pt x="209572" y="903444"/>
                    <a:pt x="213336" y="881888"/>
                    <a:pt x="218211" y="867347"/>
                  </a:cubicBezTo>
                  <a:cubicBezTo>
                    <a:pt x="223087" y="852805"/>
                    <a:pt x="225225" y="852805"/>
                    <a:pt x="226851" y="842027"/>
                  </a:cubicBezTo>
                  <a:cubicBezTo>
                    <a:pt x="228476" y="831249"/>
                    <a:pt x="230102" y="828597"/>
                    <a:pt x="234977" y="807041"/>
                  </a:cubicBezTo>
                  <a:cubicBezTo>
                    <a:pt x="239768" y="785485"/>
                    <a:pt x="240880" y="778557"/>
                    <a:pt x="241392" y="768292"/>
                  </a:cubicBezTo>
                  <a:cubicBezTo>
                    <a:pt x="241906" y="758027"/>
                    <a:pt x="243531" y="743486"/>
                    <a:pt x="241906" y="734932"/>
                  </a:cubicBezTo>
                  <a:cubicBezTo>
                    <a:pt x="240280" y="726292"/>
                    <a:pt x="242419" y="719877"/>
                    <a:pt x="244045" y="711237"/>
                  </a:cubicBezTo>
                  <a:cubicBezTo>
                    <a:pt x="245669" y="702598"/>
                    <a:pt x="252684" y="687029"/>
                    <a:pt x="255849" y="680015"/>
                  </a:cubicBezTo>
                  <a:cubicBezTo>
                    <a:pt x="259100" y="673001"/>
                    <a:pt x="261751" y="659058"/>
                    <a:pt x="261751" y="659058"/>
                  </a:cubicBezTo>
                  <a:cubicBezTo>
                    <a:pt x="261751" y="659058"/>
                    <a:pt x="238570" y="657433"/>
                    <a:pt x="223515" y="642891"/>
                  </a:cubicBezTo>
                  <a:cubicBezTo>
                    <a:pt x="211198" y="631001"/>
                    <a:pt x="215046" y="604997"/>
                    <a:pt x="218640" y="582671"/>
                  </a:cubicBezTo>
                  <a:cubicBezTo>
                    <a:pt x="222232" y="547514"/>
                    <a:pt x="228306" y="503290"/>
                    <a:pt x="233695" y="479168"/>
                  </a:cubicBezTo>
                  <a:cubicBezTo>
                    <a:pt x="233695" y="479168"/>
                    <a:pt x="213763" y="492085"/>
                    <a:pt x="207861" y="493197"/>
                  </a:cubicBezTo>
                  <a:cubicBezTo>
                    <a:pt x="201959" y="494309"/>
                    <a:pt x="200847" y="493710"/>
                    <a:pt x="200847" y="493710"/>
                  </a:cubicBezTo>
                  <a:lnTo>
                    <a:pt x="197169" y="487038"/>
                  </a:lnTo>
                  <a:lnTo>
                    <a:pt x="183653" y="492341"/>
                  </a:lnTo>
                  <a:cubicBezTo>
                    <a:pt x="182798" y="490545"/>
                    <a:pt x="180745" y="486696"/>
                    <a:pt x="178178" y="482162"/>
                  </a:cubicBezTo>
                  <a:cubicBezTo>
                    <a:pt x="177580" y="482504"/>
                    <a:pt x="176382" y="483189"/>
                    <a:pt x="173901" y="484557"/>
                  </a:cubicBezTo>
                  <a:cubicBezTo>
                    <a:pt x="169112" y="487209"/>
                    <a:pt x="165861" y="489946"/>
                    <a:pt x="157222" y="492085"/>
                  </a:cubicBezTo>
                  <a:cubicBezTo>
                    <a:pt x="148582" y="494223"/>
                    <a:pt x="146444" y="491572"/>
                    <a:pt x="143193" y="496447"/>
                  </a:cubicBezTo>
                  <a:cubicBezTo>
                    <a:pt x="139943" y="501323"/>
                    <a:pt x="132929" y="509364"/>
                    <a:pt x="130277" y="511502"/>
                  </a:cubicBezTo>
                  <a:cubicBezTo>
                    <a:pt x="127625" y="513641"/>
                    <a:pt x="126513" y="513128"/>
                    <a:pt x="124375" y="512614"/>
                  </a:cubicBezTo>
                  <a:cubicBezTo>
                    <a:pt x="122236" y="512101"/>
                    <a:pt x="115735" y="512101"/>
                    <a:pt x="113083" y="513726"/>
                  </a:cubicBezTo>
                  <a:cubicBezTo>
                    <a:pt x="110346" y="515351"/>
                    <a:pt x="107694" y="513213"/>
                    <a:pt x="105043" y="511588"/>
                  </a:cubicBezTo>
                  <a:cubicBezTo>
                    <a:pt x="102305" y="509962"/>
                    <a:pt x="98285" y="509877"/>
                    <a:pt x="98285" y="509877"/>
                  </a:cubicBezTo>
                  <a:cubicBezTo>
                    <a:pt x="98285" y="509877"/>
                    <a:pt x="95719" y="512871"/>
                    <a:pt x="93153" y="511502"/>
                  </a:cubicBezTo>
                  <a:cubicBezTo>
                    <a:pt x="89988" y="509877"/>
                    <a:pt x="87080" y="505344"/>
                    <a:pt x="85454" y="500981"/>
                  </a:cubicBezTo>
                  <a:cubicBezTo>
                    <a:pt x="83829" y="496704"/>
                    <a:pt x="86139" y="491058"/>
                    <a:pt x="86139" y="488321"/>
                  </a:cubicBezTo>
                  <a:cubicBezTo>
                    <a:pt x="86139" y="485584"/>
                    <a:pt x="93666" y="480794"/>
                    <a:pt x="97943" y="476431"/>
                  </a:cubicBezTo>
                  <a:cubicBezTo>
                    <a:pt x="102220" y="472154"/>
                    <a:pt x="107608" y="468390"/>
                    <a:pt x="109747" y="466252"/>
                  </a:cubicBezTo>
                  <a:cubicBezTo>
                    <a:pt x="111885" y="464113"/>
                    <a:pt x="117274" y="462488"/>
                    <a:pt x="121039" y="463515"/>
                  </a:cubicBezTo>
                  <a:cubicBezTo>
                    <a:pt x="124802" y="464627"/>
                    <a:pt x="136094" y="458126"/>
                    <a:pt x="142595" y="458126"/>
                  </a:cubicBezTo>
                  <a:cubicBezTo>
                    <a:pt x="148411" y="458126"/>
                    <a:pt x="159874" y="454618"/>
                    <a:pt x="162098" y="453934"/>
                  </a:cubicBezTo>
                  <a:cubicBezTo>
                    <a:pt x="161156" y="452309"/>
                    <a:pt x="160643" y="451368"/>
                    <a:pt x="160643" y="451368"/>
                  </a:cubicBezTo>
                  <a:lnTo>
                    <a:pt x="172790" y="443584"/>
                  </a:lnTo>
                  <a:lnTo>
                    <a:pt x="173132" y="444097"/>
                  </a:lnTo>
                  <a:lnTo>
                    <a:pt x="172277" y="442472"/>
                  </a:lnTo>
                  <a:cubicBezTo>
                    <a:pt x="172277" y="442472"/>
                    <a:pt x="170652" y="439221"/>
                    <a:pt x="177666" y="435458"/>
                  </a:cubicBezTo>
                  <a:cubicBezTo>
                    <a:pt x="184680" y="431694"/>
                    <a:pt x="198110" y="427417"/>
                    <a:pt x="201873" y="425792"/>
                  </a:cubicBezTo>
                  <a:cubicBezTo>
                    <a:pt x="205637" y="424166"/>
                    <a:pt x="212651" y="420916"/>
                    <a:pt x="216928" y="413389"/>
                  </a:cubicBezTo>
                  <a:cubicBezTo>
                    <a:pt x="221205" y="405861"/>
                    <a:pt x="253539" y="396195"/>
                    <a:pt x="255678" y="395596"/>
                  </a:cubicBezTo>
                  <a:lnTo>
                    <a:pt x="258073" y="393800"/>
                  </a:lnTo>
                  <a:cubicBezTo>
                    <a:pt x="258415" y="392517"/>
                    <a:pt x="259100" y="389694"/>
                    <a:pt x="259698" y="386272"/>
                  </a:cubicBezTo>
                  <a:cubicBezTo>
                    <a:pt x="260468" y="381568"/>
                    <a:pt x="267910" y="373356"/>
                    <a:pt x="270133" y="365486"/>
                  </a:cubicBezTo>
                  <a:cubicBezTo>
                    <a:pt x="272272" y="357617"/>
                    <a:pt x="274410" y="356163"/>
                    <a:pt x="275522" y="347181"/>
                  </a:cubicBezTo>
                  <a:cubicBezTo>
                    <a:pt x="276549" y="338199"/>
                    <a:pt x="299560" y="277552"/>
                    <a:pt x="299560" y="273959"/>
                  </a:cubicBezTo>
                  <a:cubicBezTo>
                    <a:pt x="299560" y="270366"/>
                    <a:pt x="303494" y="259931"/>
                    <a:pt x="302810" y="257792"/>
                  </a:cubicBezTo>
                  <a:cubicBezTo>
                    <a:pt x="302041" y="255654"/>
                    <a:pt x="301014" y="254884"/>
                    <a:pt x="300672" y="251291"/>
                  </a:cubicBezTo>
                  <a:cubicBezTo>
                    <a:pt x="300329" y="247699"/>
                    <a:pt x="308969" y="247699"/>
                    <a:pt x="312134" y="238374"/>
                  </a:cubicBezTo>
                  <a:cubicBezTo>
                    <a:pt x="312903" y="236151"/>
                    <a:pt x="314101" y="234183"/>
                    <a:pt x="315384" y="232558"/>
                  </a:cubicBezTo>
                  <a:cubicBezTo>
                    <a:pt x="320773" y="222977"/>
                    <a:pt x="331123" y="204501"/>
                    <a:pt x="332920" y="200310"/>
                  </a:cubicBezTo>
                  <a:lnTo>
                    <a:pt x="332920" y="200310"/>
                  </a:lnTo>
                  <a:cubicBezTo>
                    <a:pt x="332920" y="200310"/>
                    <a:pt x="332920" y="200053"/>
                    <a:pt x="332920" y="200053"/>
                  </a:cubicBezTo>
                  <a:lnTo>
                    <a:pt x="332920" y="200053"/>
                  </a:lnTo>
                  <a:cubicBezTo>
                    <a:pt x="333519" y="198770"/>
                    <a:pt x="334032" y="197059"/>
                    <a:pt x="334631" y="195177"/>
                  </a:cubicBezTo>
                  <a:cubicBezTo>
                    <a:pt x="333690" y="197145"/>
                    <a:pt x="333177" y="198770"/>
                    <a:pt x="332920" y="200053"/>
                  </a:cubicBezTo>
                  <a:cubicBezTo>
                    <a:pt x="333091" y="196289"/>
                    <a:pt x="331209" y="192953"/>
                    <a:pt x="328900" y="187735"/>
                  </a:cubicBezTo>
                  <a:cubicBezTo>
                    <a:pt x="325991" y="181234"/>
                    <a:pt x="323169" y="184827"/>
                    <a:pt x="315213" y="185597"/>
                  </a:cubicBezTo>
                  <a:cubicBezTo>
                    <a:pt x="307344" y="186367"/>
                    <a:pt x="301612" y="185597"/>
                    <a:pt x="295111" y="183458"/>
                  </a:cubicBezTo>
                  <a:cubicBezTo>
                    <a:pt x="288610" y="181320"/>
                    <a:pt x="291518" y="177727"/>
                    <a:pt x="290834" y="170542"/>
                  </a:cubicBezTo>
                  <a:cubicBezTo>
                    <a:pt x="290150" y="163356"/>
                    <a:pt x="282964" y="164041"/>
                    <a:pt x="282195" y="161218"/>
                  </a:cubicBezTo>
                  <a:cubicBezTo>
                    <a:pt x="281511" y="158310"/>
                    <a:pt x="282964" y="153348"/>
                    <a:pt x="279287" y="152578"/>
                  </a:cubicBezTo>
                  <a:cubicBezTo>
                    <a:pt x="275694" y="151894"/>
                    <a:pt x="276379" y="150440"/>
                    <a:pt x="275694" y="144709"/>
                  </a:cubicBezTo>
                  <a:cubicBezTo>
                    <a:pt x="275010" y="138978"/>
                    <a:pt x="275010" y="140432"/>
                    <a:pt x="272786" y="137524"/>
                  </a:cubicBezTo>
                  <a:cubicBezTo>
                    <a:pt x="270647" y="134701"/>
                    <a:pt x="265601" y="136839"/>
                    <a:pt x="262777" y="132477"/>
                  </a:cubicBezTo>
                  <a:cubicBezTo>
                    <a:pt x="259869" y="128200"/>
                    <a:pt x="262093" y="126745"/>
                    <a:pt x="267054" y="118876"/>
                  </a:cubicBezTo>
                  <a:cubicBezTo>
                    <a:pt x="272102" y="111006"/>
                    <a:pt x="274924" y="108782"/>
                    <a:pt x="274240" y="101682"/>
                  </a:cubicBezTo>
                  <a:cubicBezTo>
                    <a:pt x="273555" y="94497"/>
                    <a:pt x="269963" y="95951"/>
                    <a:pt x="272102" y="86627"/>
                  </a:cubicBezTo>
                  <a:cubicBezTo>
                    <a:pt x="274240" y="77304"/>
                    <a:pt x="286386" y="48562"/>
                    <a:pt x="280056" y="48562"/>
                  </a:cubicBezTo>
                  <a:cubicBezTo>
                    <a:pt x="269963" y="48562"/>
                    <a:pt x="272871" y="47108"/>
                    <a:pt x="269963" y="39923"/>
                  </a:cubicBezTo>
                  <a:cubicBezTo>
                    <a:pt x="267054" y="32738"/>
                    <a:pt x="275694" y="35646"/>
                    <a:pt x="276379" y="31283"/>
                  </a:cubicBezTo>
                  <a:cubicBezTo>
                    <a:pt x="277148" y="27006"/>
                    <a:pt x="279971" y="25552"/>
                    <a:pt x="287157" y="19821"/>
                  </a:cubicBezTo>
                  <a:cubicBezTo>
                    <a:pt x="294342" y="14090"/>
                    <a:pt x="295795" y="18367"/>
                    <a:pt x="301527" y="16228"/>
                  </a:cubicBezTo>
                  <a:cubicBezTo>
                    <a:pt x="307258" y="14090"/>
                    <a:pt x="308028" y="12636"/>
                    <a:pt x="316582" y="6135"/>
                  </a:cubicBezTo>
                  <a:cubicBezTo>
                    <a:pt x="325221" y="-366"/>
                    <a:pt x="322313" y="6905"/>
                    <a:pt x="325221" y="6905"/>
                  </a:cubicBezTo>
                  <a:cubicBezTo>
                    <a:pt x="328129" y="6905"/>
                    <a:pt x="331723" y="4766"/>
                    <a:pt x="336000" y="1174"/>
                  </a:cubicBezTo>
                  <a:cubicBezTo>
                    <a:pt x="340276" y="-2419"/>
                    <a:pt x="340276" y="3312"/>
                    <a:pt x="346008" y="4082"/>
                  </a:cubicBezTo>
                  <a:cubicBezTo>
                    <a:pt x="351738" y="4766"/>
                    <a:pt x="353877" y="5536"/>
                    <a:pt x="358924" y="2628"/>
                  </a:cubicBezTo>
                  <a:cubicBezTo>
                    <a:pt x="363971" y="-281"/>
                    <a:pt x="363971" y="4766"/>
                    <a:pt x="368248" y="6905"/>
                  </a:cubicBezTo>
                  <a:cubicBezTo>
                    <a:pt x="372525" y="9043"/>
                    <a:pt x="373979" y="10497"/>
                    <a:pt x="377572" y="10497"/>
                  </a:cubicBezTo>
                  <a:cubicBezTo>
                    <a:pt x="381165" y="10497"/>
                    <a:pt x="384757" y="12636"/>
                    <a:pt x="389804" y="16228"/>
                  </a:cubicBezTo>
                  <a:cubicBezTo>
                    <a:pt x="394851" y="19821"/>
                    <a:pt x="393396" y="23414"/>
                    <a:pt x="398443" y="24098"/>
                  </a:cubicBezTo>
                  <a:cubicBezTo>
                    <a:pt x="403490" y="24782"/>
                    <a:pt x="400581" y="27691"/>
                    <a:pt x="402720" y="34106"/>
                  </a:cubicBezTo>
                  <a:cubicBezTo>
                    <a:pt x="404858" y="40607"/>
                    <a:pt x="409135" y="39837"/>
                    <a:pt x="412728" y="42746"/>
                  </a:cubicBezTo>
                  <a:cubicBezTo>
                    <a:pt x="416321" y="45654"/>
                    <a:pt x="416321" y="48477"/>
                    <a:pt x="415636" y="53524"/>
                  </a:cubicBezTo>
                  <a:cubicBezTo>
                    <a:pt x="414952" y="58570"/>
                    <a:pt x="416321" y="61479"/>
                    <a:pt x="418545" y="69349"/>
                  </a:cubicBezTo>
                  <a:cubicBezTo>
                    <a:pt x="420684" y="77218"/>
                    <a:pt x="420684" y="76534"/>
                    <a:pt x="419229" y="83719"/>
                  </a:cubicBezTo>
                  <a:cubicBezTo>
                    <a:pt x="417775" y="90904"/>
                    <a:pt x="419999" y="92359"/>
                    <a:pt x="420684" y="98090"/>
                  </a:cubicBezTo>
                  <a:cubicBezTo>
                    <a:pt x="421368" y="103821"/>
                    <a:pt x="415636" y="111006"/>
                    <a:pt x="413498" y="115283"/>
                  </a:cubicBezTo>
                  <a:cubicBezTo>
                    <a:pt x="411359" y="119646"/>
                    <a:pt x="405629" y="136839"/>
                    <a:pt x="402036" y="141116"/>
                  </a:cubicBezTo>
                  <a:cubicBezTo>
                    <a:pt x="398443" y="145393"/>
                    <a:pt x="402036" y="152578"/>
                    <a:pt x="402036" y="152578"/>
                  </a:cubicBezTo>
                  <a:cubicBezTo>
                    <a:pt x="402036" y="152578"/>
                    <a:pt x="404944" y="154375"/>
                    <a:pt x="407425" y="157967"/>
                  </a:cubicBezTo>
                  <a:cubicBezTo>
                    <a:pt x="407425" y="157967"/>
                    <a:pt x="406655" y="158053"/>
                    <a:pt x="405286" y="158395"/>
                  </a:cubicBezTo>
                  <a:cubicBezTo>
                    <a:pt x="408965" y="157882"/>
                    <a:pt x="411189" y="158139"/>
                    <a:pt x="411189" y="158139"/>
                  </a:cubicBezTo>
                  <a:cubicBezTo>
                    <a:pt x="411189" y="158139"/>
                    <a:pt x="414952" y="164041"/>
                    <a:pt x="416064" y="169430"/>
                  </a:cubicBezTo>
                  <a:cubicBezTo>
                    <a:pt x="417176" y="174819"/>
                    <a:pt x="423078" y="175332"/>
                    <a:pt x="431632" y="182859"/>
                  </a:cubicBezTo>
                  <a:cubicBezTo>
                    <a:pt x="440272" y="190387"/>
                    <a:pt x="451563" y="190387"/>
                    <a:pt x="460203" y="206041"/>
                  </a:cubicBezTo>
                  <a:cubicBezTo>
                    <a:pt x="468843" y="221694"/>
                    <a:pt x="480133" y="236236"/>
                    <a:pt x="484410" y="255055"/>
                  </a:cubicBezTo>
                  <a:cubicBezTo>
                    <a:pt x="488773" y="273959"/>
                    <a:pt x="486036" y="264208"/>
                    <a:pt x="489287" y="292265"/>
                  </a:cubicBezTo>
                  <a:cubicBezTo>
                    <a:pt x="492536" y="320236"/>
                    <a:pt x="490911" y="309458"/>
                    <a:pt x="491425" y="329389"/>
                  </a:cubicBezTo>
                  <a:cubicBezTo>
                    <a:pt x="491938" y="349319"/>
                    <a:pt x="486549" y="361209"/>
                    <a:pt x="485522" y="372501"/>
                  </a:cubicBezTo>
                  <a:cubicBezTo>
                    <a:pt x="484410" y="383792"/>
                    <a:pt x="486036" y="390806"/>
                    <a:pt x="486036" y="405861"/>
                  </a:cubicBezTo>
                  <a:cubicBezTo>
                    <a:pt x="486036" y="420916"/>
                    <a:pt x="481759" y="426305"/>
                    <a:pt x="482272" y="441959"/>
                  </a:cubicBezTo>
                  <a:cubicBezTo>
                    <a:pt x="482871" y="457527"/>
                    <a:pt x="483384" y="481820"/>
                    <a:pt x="482272" y="506541"/>
                  </a:cubicBezTo>
                  <a:cubicBezTo>
                    <a:pt x="481160" y="531262"/>
                    <a:pt x="487661" y="544777"/>
                    <a:pt x="495787" y="569584"/>
                  </a:cubicBezTo>
                  <a:cubicBezTo>
                    <a:pt x="503828" y="594390"/>
                    <a:pt x="502802" y="630402"/>
                    <a:pt x="500064" y="635791"/>
                  </a:cubicBezTo>
                  <a:cubicBezTo>
                    <a:pt x="497755" y="640325"/>
                    <a:pt x="494419" y="637588"/>
                    <a:pt x="493050" y="637588"/>
                  </a:cubicBezTo>
                  <a:lnTo>
                    <a:pt x="492536" y="637930"/>
                  </a:lnTo>
                  <a:cubicBezTo>
                    <a:pt x="492024" y="639555"/>
                    <a:pt x="487148" y="649221"/>
                    <a:pt x="482871" y="659999"/>
                  </a:cubicBezTo>
                  <a:cubicBezTo>
                    <a:pt x="478594" y="670777"/>
                    <a:pt x="481759" y="671290"/>
                    <a:pt x="480133" y="683693"/>
                  </a:cubicBezTo>
                  <a:cubicBezTo>
                    <a:pt x="478509" y="696097"/>
                    <a:pt x="480133" y="697722"/>
                    <a:pt x="480647" y="710125"/>
                  </a:cubicBezTo>
                  <a:cubicBezTo>
                    <a:pt x="481160" y="722528"/>
                    <a:pt x="483898" y="735958"/>
                    <a:pt x="489287" y="767693"/>
                  </a:cubicBezTo>
                  <a:lnTo>
                    <a:pt x="489287" y="767693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E5663F06-D52D-BDA4-2014-5F52DEE59A51}"/>
                </a:ext>
              </a:extLst>
            </p:cNvPr>
            <p:cNvSpPr/>
            <p:nvPr/>
          </p:nvSpPr>
          <p:spPr>
            <a:xfrm>
              <a:off x="4006774" y="2373880"/>
              <a:ext cx="454974" cy="1253714"/>
            </a:xfrm>
            <a:custGeom>
              <a:avLst/>
              <a:gdLst>
                <a:gd name="connsiteX0" fmla="*/ 206264 w 454974"/>
                <a:gd name="connsiteY0" fmla="*/ 1189384 h 1253714"/>
                <a:gd name="connsiteX1" fmla="*/ 204297 w 454974"/>
                <a:gd name="connsiteY1" fmla="*/ 1190667 h 1253714"/>
                <a:gd name="connsiteX2" fmla="*/ 199421 w 454974"/>
                <a:gd name="connsiteY2" fmla="*/ 1186988 h 1253714"/>
                <a:gd name="connsiteX3" fmla="*/ 189927 w 454974"/>
                <a:gd name="connsiteY3" fmla="*/ 1181599 h 1253714"/>
                <a:gd name="connsiteX4" fmla="*/ 174529 w 454974"/>
                <a:gd name="connsiteY4" fmla="*/ 1204952 h 1253714"/>
                <a:gd name="connsiteX5" fmla="*/ 164950 w 454974"/>
                <a:gd name="connsiteY5" fmla="*/ 1213420 h 1253714"/>
                <a:gd name="connsiteX6" fmla="*/ 161784 w 454974"/>
                <a:gd name="connsiteY6" fmla="*/ 1225139 h 1253714"/>
                <a:gd name="connsiteX7" fmla="*/ 172905 w 454974"/>
                <a:gd name="connsiteY7" fmla="*/ 1229330 h 1253714"/>
                <a:gd name="connsiteX8" fmla="*/ 194118 w 454974"/>
                <a:gd name="connsiteY8" fmla="*/ 1209742 h 1253714"/>
                <a:gd name="connsiteX9" fmla="*/ 207377 w 454974"/>
                <a:gd name="connsiteY9" fmla="*/ 1189554 h 1253714"/>
                <a:gd name="connsiteX10" fmla="*/ 206093 w 454974"/>
                <a:gd name="connsiteY10" fmla="*/ 1189298 h 1253714"/>
                <a:gd name="connsiteX11" fmla="*/ 206093 w 454974"/>
                <a:gd name="connsiteY11" fmla="*/ 1189298 h 1253714"/>
                <a:gd name="connsiteX12" fmla="*/ 442012 w 454974"/>
                <a:gd name="connsiteY12" fmla="*/ 682134 h 1253714"/>
                <a:gd name="connsiteX13" fmla="*/ 443551 w 454974"/>
                <a:gd name="connsiteY13" fmla="*/ 690945 h 1253714"/>
                <a:gd name="connsiteX14" fmla="*/ 446888 w 454974"/>
                <a:gd name="connsiteY14" fmla="*/ 686582 h 1253714"/>
                <a:gd name="connsiteX15" fmla="*/ 447742 w 454974"/>
                <a:gd name="connsiteY15" fmla="*/ 681792 h 1253714"/>
                <a:gd name="connsiteX16" fmla="*/ 442268 w 454974"/>
                <a:gd name="connsiteY16" fmla="*/ 673323 h 1253714"/>
                <a:gd name="connsiteX17" fmla="*/ 441926 w 454974"/>
                <a:gd name="connsiteY17" fmla="*/ 682134 h 1253714"/>
                <a:gd name="connsiteX18" fmla="*/ 441926 w 454974"/>
                <a:gd name="connsiteY18" fmla="*/ 682134 h 1253714"/>
                <a:gd name="connsiteX19" fmla="*/ 442012 w 454974"/>
                <a:gd name="connsiteY19" fmla="*/ 632607 h 1253714"/>
                <a:gd name="connsiteX20" fmla="*/ 453646 w 454974"/>
                <a:gd name="connsiteY20" fmla="*/ 673409 h 1253714"/>
                <a:gd name="connsiteX21" fmla="*/ 451507 w 454974"/>
                <a:gd name="connsiteY21" fmla="*/ 692484 h 1253714"/>
                <a:gd name="connsiteX22" fmla="*/ 444064 w 454974"/>
                <a:gd name="connsiteY22" fmla="*/ 696163 h 1253714"/>
                <a:gd name="connsiteX23" fmla="*/ 438248 w 454974"/>
                <a:gd name="connsiteY23" fmla="*/ 707283 h 1253714"/>
                <a:gd name="connsiteX24" fmla="*/ 432944 w 454974"/>
                <a:gd name="connsiteY24" fmla="*/ 709421 h 1253714"/>
                <a:gd name="connsiteX25" fmla="*/ 427128 w 454974"/>
                <a:gd name="connsiteY25" fmla="*/ 718489 h 1253714"/>
                <a:gd name="connsiteX26" fmla="*/ 417035 w 454974"/>
                <a:gd name="connsiteY26" fmla="*/ 717975 h 1253714"/>
                <a:gd name="connsiteX27" fmla="*/ 420712 w 454974"/>
                <a:gd name="connsiteY27" fmla="*/ 700953 h 1253714"/>
                <a:gd name="connsiteX28" fmla="*/ 414896 w 454974"/>
                <a:gd name="connsiteY28" fmla="*/ 687181 h 1253714"/>
                <a:gd name="connsiteX29" fmla="*/ 412244 w 454974"/>
                <a:gd name="connsiteY29" fmla="*/ 695136 h 1253714"/>
                <a:gd name="connsiteX30" fmla="*/ 408481 w 454974"/>
                <a:gd name="connsiteY30" fmla="*/ 726444 h 1253714"/>
                <a:gd name="connsiteX31" fmla="*/ 402151 w 454974"/>
                <a:gd name="connsiteY31" fmla="*/ 710020 h 1253714"/>
                <a:gd name="connsiteX32" fmla="*/ 400012 w 454974"/>
                <a:gd name="connsiteY32" fmla="*/ 700440 h 1253714"/>
                <a:gd name="connsiteX33" fmla="*/ 394708 w 454974"/>
                <a:gd name="connsiteY33" fmla="*/ 703091 h 1253714"/>
                <a:gd name="connsiteX34" fmla="*/ 393083 w 454974"/>
                <a:gd name="connsiteY34" fmla="*/ 695136 h 1253714"/>
                <a:gd name="connsiteX35" fmla="*/ 388292 w 454974"/>
                <a:gd name="connsiteY35" fmla="*/ 669132 h 1253714"/>
                <a:gd name="connsiteX36" fmla="*/ 389917 w 454974"/>
                <a:gd name="connsiteY36" fmla="*/ 638338 h 1253714"/>
                <a:gd name="connsiteX37" fmla="*/ 389320 w 454974"/>
                <a:gd name="connsiteY37" fmla="*/ 624566 h 1253714"/>
                <a:gd name="connsiteX38" fmla="*/ 383759 w 454974"/>
                <a:gd name="connsiteY38" fmla="*/ 624737 h 1253714"/>
                <a:gd name="connsiteX39" fmla="*/ 381620 w 454974"/>
                <a:gd name="connsiteY39" fmla="*/ 619776 h 1253714"/>
                <a:gd name="connsiteX40" fmla="*/ 379910 w 454974"/>
                <a:gd name="connsiteY40" fmla="*/ 608228 h 1253714"/>
                <a:gd name="connsiteX41" fmla="*/ 376489 w 454974"/>
                <a:gd name="connsiteY41" fmla="*/ 606688 h 1253714"/>
                <a:gd name="connsiteX42" fmla="*/ 375804 w 454974"/>
                <a:gd name="connsiteY42" fmla="*/ 592574 h 1253714"/>
                <a:gd name="connsiteX43" fmla="*/ 371527 w 454974"/>
                <a:gd name="connsiteY43" fmla="*/ 571703 h 1253714"/>
                <a:gd name="connsiteX44" fmla="*/ 363059 w 454974"/>
                <a:gd name="connsiteY44" fmla="*/ 538599 h 1253714"/>
                <a:gd name="connsiteX45" fmla="*/ 356130 w 454974"/>
                <a:gd name="connsiteY45" fmla="*/ 498994 h 1253714"/>
                <a:gd name="connsiteX46" fmla="*/ 338594 w 454974"/>
                <a:gd name="connsiteY46" fmla="*/ 434070 h 1253714"/>
                <a:gd name="connsiteX47" fmla="*/ 334317 w 454974"/>
                <a:gd name="connsiteY47" fmla="*/ 422350 h 1253714"/>
                <a:gd name="connsiteX48" fmla="*/ 326704 w 454974"/>
                <a:gd name="connsiteY48" fmla="*/ 469568 h 1253714"/>
                <a:gd name="connsiteX49" fmla="*/ 320717 w 454974"/>
                <a:gd name="connsiteY49" fmla="*/ 487104 h 1253714"/>
                <a:gd name="connsiteX50" fmla="*/ 329357 w 454974"/>
                <a:gd name="connsiteY50" fmla="*/ 509173 h 1253714"/>
                <a:gd name="connsiteX51" fmla="*/ 330040 w 454974"/>
                <a:gd name="connsiteY51" fmla="*/ 535519 h 1253714"/>
                <a:gd name="connsiteX52" fmla="*/ 329697 w 454974"/>
                <a:gd name="connsiteY52" fmla="*/ 581625 h 1253714"/>
                <a:gd name="connsiteX53" fmla="*/ 332863 w 454974"/>
                <a:gd name="connsiteY53" fmla="*/ 610794 h 1253714"/>
                <a:gd name="connsiteX54" fmla="*/ 336969 w 454974"/>
                <a:gd name="connsiteY54" fmla="*/ 650057 h 1253714"/>
                <a:gd name="connsiteX55" fmla="*/ 330382 w 454974"/>
                <a:gd name="connsiteY55" fmla="*/ 653478 h 1253714"/>
                <a:gd name="connsiteX56" fmla="*/ 303866 w 454974"/>
                <a:gd name="connsiteY56" fmla="*/ 661947 h 1253714"/>
                <a:gd name="connsiteX57" fmla="*/ 303010 w 454974"/>
                <a:gd name="connsiteY57" fmla="*/ 662118 h 1253714"/>
                <a:gd name="connsiteX58" fmla="*/ 275038 w 454974"/>
                <a:gd name="connsiteY58" fmla="*/ 745604 h 1253714"/>
                <a:gd name="connsiteX59" fmla="*/ 253482 w 454974"/>
                <a:gd name="connsiteY59" fmla="*/ 820195 h 1253714"/>
                <a:gd name="connsiteX60" fmla="*/ 249976 w 454974"/>
                <a:gd name="connsiteY60" fmla="*/ 870749 h 1253714"/>
                <a:gd name="connsiteX61" fmla="*/ 250318 w 454974"/>
                <a:gd name="connsiteY61" fmla="*/ 951412 h 1253714"/>
                <a:gd name="connsiteX62" fmla="*/ 262379 w 454974"/>
                <a:gd name="connsiteY62" fmla="*/ 996321 h 1253714"/>
                <a:gd name="connsiteX63" fmla="*/ 270162 w 454974"/>
                <a:gd name="connsiteY63" fmla="*/ 1040887 h 1253714"/>
                <a:gd name="connsiteX64" fmla="*/ 280086 w 454974"/>
                <a:gd name="connsiteY64" fmla="*/ 1109490 h 1253714"/>
                <a:gd name="connsiteX65" fmla="*/ 297791 w 454974"/>
                <a:gd name="connsiteY65" fmla="*/ 1153713 h 1253714"/>
                <a:gd name="connsiteX66" fmla="*/ 299929 w 454974"/>
                <a:gd name="connsiteY66" fmla="*/ 1182027 h 1253714"/>
                <a:gd name="connsiteX67" fmla="*/ 297451 w 454974"/>
                <a:gd name="connsiteY67" fmla="*/ 1196911 h 1253714"/>
                <a:gd name="connsiteX68" fmla="*/ 301299 w 454974"/>
                <a:gd name="connsiteY68" fmla="*/ 1222402 h 1253714"/>
                <a:gd name="connsiteX69" fmla="*/ 303095 w 454974"/>
                <a:gd name="connsiteY69" fmla="*/ 1245070 h 1253714"/>
                <a:gd name="connsiteX70" fmla="*/ 253910 w 454974"/>
                <a:gd name="connsiteY70" fmla="*/ 1249689 h 1253714"/>
                <a:gd name="connsiteX71" fmla="*/ 238341 w 454974"/>
                <a:gd name="connsiteY71" fmla="*/ 1246524 h 1253714"/>
                <a:gd name="connsiteX72" fmla="*/ 213193 w 454974"/>
                <a:gd name="connsiteY72" fmla="*/ 1251827 h 1253714"/>
                <a:gd name="connsiteX73" fmla="*/ 149895 w 454974"/>
                <a:gd name="connsiteY73" fmla="*/ 1249689 h 1253714"/>
                <a:gd name="connsiteX74" fmla="*/ 111317 w 454974"/>
                <a:gd name="connsiteY74" fmla="*/ 1242589 h 1253714"/>
                <a:gd name="connsiteX75" fmla="*/ 98229 w 454974"/>
                <a:gd name="connsiteY75" fmla="*/ 1230956 h 1253714"/>
                <a:gd name="connsiteX76" fmla="*/ 93609 w 454974"/>
                <a:gd name="connsiteY76" fmla="*/ 1220349 h 1253714"/>
                <a:gd name="connsiteX77" fmla="*/ 59993 w 454974"/>
                <a:gd name="connsiteY77" fmla="*/ 1198451 h 1253714"/>
                <a:gd name="connsiteX78" fmla="*/ 76244 w 454974"/>
                <a:gd name="connsiteY78" fmla="*/ 1158162 h 1253714"/>
                <a:gd name="connsiteX79" fmla="*/ 88305 w 454974"/>
                <a:gd name="connsiteY79" fmla="*/ 1158504 h 1253714"/>
                <a:gd name="connsiteX80" fmla="*/ 93952 w 454974"/>
                <a:gd name="connsiteY80" fmla="*/ 1139771 h 1253714"/>
                <a:gd name="connsiteX81" fmla="*/ 116961 w 454974"/>
                <a:gd name="connsiteY81" fmla="*/ 1046447 h 1253714"/>
                <a:gd name="connsiteX82" fmla="*/ 139971 w 454974"/>
                <a:gd name="connsiteY82" fmla="*/ 961592 h 1253714"/>
                <a:gd name="connsiteX83" fmla="*/ 145618 w 454974"/>
                <a:gd name="connsiteY83" fmla="*/ 936443 h 1253714"/>
                <a:gd name="connsiteX84" fmla="*/ 128253 w 454974"/>
                <a:gd name="connsiteY84" fmla="*/ 866386 h 1253714"/>
                <a:gd name="connsiteX85" fmla="*/ 103189 w 454974"/>
                <a:gd name="connsiteY85" fmla="*/ 785722 h 1253714"/>
                <a:gd name="connsiteX86" fmla="*/ 85141 w 454974"/>
                <a:gd name="connsiteY86" fmla="*/ 717462 h 1253714"/>
                <a:gd name="connsiteX87" fmla="*/ 84113 w 454974"/>
                <a:gd name="connsiteY87" fmla="*/ 663315 h 1253714"/>
                <a:gd name="connsiteX88" fmla="*/ 81206 w 454974"/>
                <a:gd name="connsiteY88" fmla="*/ 663059 h 1253714"/>
                <a:gd name="connsiteX89" fmla="*/ 65124 w 454974"/>
                <a:gd name="connsiteY89" fmla="*/ 661434 h 1253714"/>
                <a:gd name="connsiteX90" fmla="*/ 65124 w 454974"/>
                <a:gd name="connsiteY90" fmla="*/ 661776 h 1253714"/>
                <a:gd name="connsiteX91" fmla="*/ 58880 w 454974"/>
                <a:gd name="connsiteY91" fmla="*/ 713784 h 1253714"/>
                <a:gd name="connsiteX92" fmla="*/ 60504 w 454974"/>
                <a:gd name="connsiteY92" fmla="*/ 730207 h 1253714"/>
                <a:gd name="connsiteX93" fmla="*/ 47247 w 454974"/>
                <a:gd name="connsiteY93" fmla="*/ 719087 h 1253714"/>
                <a:gd name="connsiteX94" fmla="*/ 46734 w 454974"/>
                <a:gd name="connsiteY94" fmla="*/ 727042 h 1253714"/>
                <a:gd name="connsiteX95" fmla="*/ 47759 w 454974"/>
                <a:gd name="connsiteY95" fmla="*/ 739788 h 1253714"/>
                <a:gd name="connsiteX96" fmla="*/ 42457 w 454974"/>
                <a:gd name="connsiteY96" fmla="*/ 736623 h 1253714"/>
                <a:gd name="connsiteX97" fmla="*/ 37666 w 454974"/>
                <a:gd name="connsiteY97" fmla="*/ 740814 h 1253714"/>
                <a:gd name="connsiteX98" fmla="*/ 28684 w 454974"/>
                <a:gd name="connsiteY98" fmla="*/ 736024 h 1253714"/>
                <a:gd name="connsiteX99" fmla="*/ 26032 w 454974"/>
                <a:gd name="connsiteY99" fmla="*/ 738676 h 1253714"/>
                <a:gd name="connsiteX100" fmla="*/ 10636 w 454974"/>
                <a:gd name="connsiteY100" fmla="*/ 714810 h 1253714"/>
                <a:gd name="connsiteX101" fmla="*/ 11148 w 454974"/>
                <a:gd name="connsiteY101" fmla="*/ 688806 h 1253714"/>
                <a:gd name="connsiteX102" fmla="*/ 5846 w 454974"/>
                <a:gd name="connsiteY102" fmla="*/ 696761 h 1253714"/>
                <a:gd name="connsiteX103" fmla="*/ 1055 w 454974"/>
                <a:gd name="connsiteY103" fmla="*/ 695136 h 1253714"/>
                <a:gd name="connsiteX104" fmla="*/ 30 w 454974"/>
                <a:gd name="connsiteY104" fmla="*/ 680851 h 1253714"/>
                <a:gd name="connsiteX105" fmla="*/ 8498 w 454974"/>
                <a:gd name="connsiteY105" fmla="*/ 657499 h 1253714"/>
                <a:gd name="connsiteX106" fmla="*/ 23039 w 454974"/>
                <a:gd name="connsiteY106" fmla="*/ 643898 h 1253714"/>
                <a:gd name="connsiteX107" fmla="*/ 21586 w 454974"/>
                <a:gd name="connsiteY107" fmla="*/ 643898 h 1253714"/>
                <a:gd name="connsiteX108" fmla="*/ 23724 w 454974"/>
                <a:gd name="connsiteY108" fmla="*/ 634660 h 1253714"/>
                <a:gd name="connsiteX109" fmla="*/ 25349 w 454974"/>
                <a:gd name="connsiteY109" fmla="*/ 634660 h 1253714"/>
                <a:gd name="connsiteX110" fmla="*/ 23724 w 454974"/>
                <a:gd name="connsiteY110" fmla="*/ 634660 h 1253714"/>
                <a:gd name="connsiteX111" fmla="*/ 33988 w 454974"/>
                <a:gd name="connsiteY111" fmla="*/ 577006 h 1253714"/>
                <a:gd name="connsiteX112" fmla="*/ 39976 w 454974"/>
                <a:gd name="connsiteY112" fmla="*/ 548350 h 1253714"/>
                <a:gd name="connsiteX113" fmla="*/ 48787 w 454974"/>
                <a:gd name="connsiteY113" fmla="*/ 521491 h 1253714"/>
                <a:gd name="connsiteX114" fmla="*/ 50583 w 454974"/>
                <a:gd name="connsiteY114" fmla="*/ 479748 h 1253714"/>
                <a:gd name="connsiteX115" fmla="*/ 60847 w 454974"/>
                <a:gd name="connsiteY115" fmla="*/ 388819 h 1253714"/>
                <a:gd name="connsiteX116" fmla="*/ 63670 w 454974"/>
                <a:gd name="connsiteY116" fmla="*/ 343569 h 1253714"/>
                <a:gd name="connsiteX117" fmla="*/ 68973 w 454974"/>
                <a:gd name="connsiteY117" fmla="*/ 296864 h 1253714"/>
                <a:gd name="connsiteX118" fmla="*/ 71796 w 454974"/>
                <a:gd name="connsiteY118" fmla="*/ 260082 h 1253714"/>
                <a:gd name="connsiteX119" fmla="*/ 78554 w 454974"/>
                <a:gd name="connsiteY119" fmla="*/ 253325 h 1253714"/>
                <a:gd name="connsiteX120" fmla="*/ 131931 w 454974"/>
                <a:gd name="connsiteY120" fmla="*/ 226465 h 1253714"/>
                <a:gd name="connsiteX121" fmla="*/ 152802 w 454974"/>
                <a:gd name="connsiteY121" fmla="*/ 215516 h 1253714"/>
                <a:gd name="connsiteX122" fmla="*/ 152802 w 454974"/>
                <a:gd name="connsiteY122" fmla="*/ 215516 h 1253714"/>
                <a:gd name="connsiteX123" fmla="*/ 159474 w 454974"/>
                <a:gd name="connsiteY123" fmla="*/ 195927 h 1253714"/>
                <a:gd name="connsiteX124" fmla="*/ 159902 w 454974"/>
                <a:gd name="connsiteY124" fmla="*/ 182327 h 1253714"/>
                <a:gd name="connsiteX125" fmla="*/ 147157 w 454974"/>
                <a:gd name="connsiteY125" fmla="*/ 174542 h 1253714"/>
                <a:gd name="connsiteX126" fmla="*/ 132273 w 454974"/>
                <a:gd name="connsiteY126" fmla="*/ 132115 h 1253714"/>
                <a:gd name="connsiteX127" fmla="*/ 133727 w 454974"/>
                <a:gd name="connsiteY127" fmla="*/ 99610 h 1253714"/>
                <a:gd name="connsiteX128" fmla="*/ 130220 w 454974"/>
                <a:gd name="connsiteY128" fmla="*/ 84726 h 1253714"/>
                <a:gd name="connsiteX129" fmla="*/ 133641 w 454974"/>
                <a:gd name="connsiteY129" fmla="*/ 72408 h 1253714"/>
                <a:gd name="connsiteX130" fmla="*/ 135095 w 454974"/>
                <a:gd name="connsiteY130" fmla="*/ 60689 h 1253714"/>
                <a:gd name="connsiteX131" fmla="*/ 140057 w 454974"/>
                <a:gd name="connsiteY131" fmla="*/ 25362 h 1253714"/>
                <a:gd name="connsiteX132" fmla="*/ 152802 w 454974"/>
                <a:gd name="connsiteY132" fmla="*/ 11248 h 1253714"/>
                <a:gd name="connsiteX133" fmla="*/ 169056 w 454974"/>
                <a:gd name="connsiteY133" fmla="*/ 1325 h 1253714"/>
                <a:gd name="connsiteX134" fmla="*/ 182484 w 454974"/>
                <a:gd name="connsiteY134" fmla="*/ 1325 h 1253714"/>
                <a:gd name="connsiteX135" fmla="*/ 192408 w 454974"/>
                <a:gd name="connsiteY135" fmla="*/ 641 h 1253714"/>
                <a:gd name="connsiteX136" fmla="*/ 203015 w 454974"/>
                <a:gd name="connsiteY136" fmla="*/ 2009 h 1253714"/>
                <a:gd name="connsiteX137" fmla="*/ 212251 w 454974"/>
                <a:gd name="connsiteY137" fmla="*/ 4832 h 1253714"/>
                <a:gd name="connsiteX138" fmla="*/ 223543 w 454974"/>
                <a:gd name="connsiteY138" fmla="*/ 12616 h 1253714"/>
                <a:gd name="connsiteX139" fmla="*/ 235520 w 454974"/>
                <a:gd name="connsiteY139" fmla="*/ 14755 h 1253714"/>
                <a:gd name="connsiteX140" fmla="*/ 243988 w 454974"/>
                <a:gd name="connsiteY140" fmla="*/ 21085 h 1253714"/>
                <a:gd name="connsiteX141" fmla="*/ 251087 w 454974"/>
                <a:gd name="connsiteY141" fmla="*/ 29553 h 1253714"/>
                <a:gd name="connsiteX142" fmla="*/ 261011 w 454974"/>
                <a:gd name="connsiteY142" fmla="*/ 39476 h 1253714"/>
                <a:gd name="connsiteX143" fmla="*/ 263149 w 454974"/>
                <a:gd name="connsiteY143" fmla="*/ 58551 h 1253714"/>
                <a:gd name="connsiteX144" fmla="*/ 262464 w 454974"/>
                <a:gd name="connsiteY144" fmla="*/ 76942 h 1253714"/>
                <a:gd name="connsiteX145" fmla="*/ 247580 w 454974"/>
                <a:gd name="connsiteY145" fmla="*/ 144860 h 1253714"/>
                <a:gd name="connsiteX146" fmla="*/ 234835 w 454974"/>
                <a:gd name="connsiteY146" fmla="*/ 161113 h 1253714"/>
                <a:gd name="connsiteX147" fmla="*/ 236802 w 454974"/>
                <a:gd name="connsiteY147" fmla="*/ 171891 h 1253714"/>
                <a:gd name="connsiteX148" fmla="*/ 247752 w 454974"/>
                <a:gd name="connsiteY148" fmla="*/ 184807 h 1253714"/>
                <a:gd name="connsiteX149" fmla="*/ 247580 w 454974"/>
                <a:gd name="connsiteY149" fmla="*/ 185064 h 1253714"/>
                <a:gd name="connsiteX150" fmla="*/ 264945 w 454974"/>
                <a:gd name="connsiteY150" fmla="*/ 200547 h 1253714"/>
                <a:gd name="connsiteX151" fmla="*/ 296594 w 454974"/>
                <a:gd name="connsiteY151" fmla="*/ 206192 h 1253714"/>
                <a:gd name="connsiteX152" fmla="*/ 331581 w 454974"/>
                <a:gd name="connsiteY152" fmla="*/ 214147 h 1253714"/>
                <a:gd name="connsiteX153" fmla="*/ 356301 w 454974"/>
                <a:gd name="connsiteY153" fmla="*/ 221076 h 1253714"/>
                <a:gd name="connsiteX154" fmla="*/ 361605 w 454974"/>
                <a:gd name="connsiteY154" fmla="*/ 235361 h 1253714"/>
                <a:gd name="connsiteX155" fmla="*/ 369560 w 454974"/>
                <a:gd name="connsiteY155" fmla="*/ 257773 h 1253714"/>
                <a:gd name="connsiteX156" fmla="*/ 382305 w 454974"/>
                <a:gd name="connsiteY156" fmla="*/ 283777 h 1253714"/>
                <a:gd name="connsiteX157" fmla="*/ 381278 w 454974"/>
                <a:gd name="connsiteY157" fmla="*/ 303793 h 1253714"/>
                <a:gd name="connsiteX158" fmla="*/ 381620 w 454974"/>
                <a:gd name="connsiteY158" fmla="*/ 317394 h 1253714"/>
                <a:gd name="connsiteX159" fmla="*/ 391202 w 454974"/>
                <a:gd name="connsiteY159" fmla="*/ 344937 h 1253714"/>
                <a:gd name="connsiteX160" fmla="*/ 392998 w 454974"/>
                <a:gd name="connsiteY160" fmla="*/ 364013 h 1253714"/>
                <a:gd name="connsiteX161" fmla="*/ 398300 w 454974"/>
                <a:gd name="connsiteY161" fmla="*/ 388904 h 1253714"/>
                <a:gd name="connsiteX162" fmla="*/ 402322 w 454974"/>
                <a:gd name="connsiteY162" fmla="*/ 402847 h 1253714"/>
                <a:gd name="connsiteX163" fmla="*/ 403776 w 454974"/>
                <a:gd name="connsiteY163" fmla="*/ 409006 h 1253714"/>
                <a:gd name="connsiteX164" fmla="*/ 406085 w 454974"/>
                <a:gd name="connsiteY164" fmla="*/ 423292 h 1253714"/>
                <a:gd name="connsiteX165" fmla="*/ 409763 w 454974"/>
                <a:gd name="connsiteY165" fmla="*/ 439031 h 1253714"/>
                <a:gd name="connsiteX166" fmla="*/ 410619 w 454974"/>
                <a:gd name="connsiteY166" fmla="*/ 447670 h 1253714"/>
                <a:gd name="connsiteX167" fmla="*/ 414639 w 454974"/>
                <a:gd name="connsiteY167" fmla="*/ 465206 h 1253714"/>
                <a:gd name="connsiteX168" fmla="*/ 417461 w 454974"/>
                <a:gd name="connsiteY168" fmla="*/ 477780 h 1253714"/>
                <a:gd name="connsiteX169" fmla="*/ 420455 w 454974"/>
                <a:gd name="connsiteY169" fmla="*/ 487532 h 1253714"/>
                <a:gd name="connsiteX170" fmla="*/ 423621 w 454974"/>
                <a:gd name="connsiteY170" fmla="*/ 498823 h 1253714"/>
                <a:gd name="connsiteX171" fmla="*/ 424476 w 454974"/>
                <a:gd name="connsiteY171" fmla="*/ 518069 h 1253714"/>
                <a:gd name="connsiteX172" fmla="*/ 430122 w 454974"/>
                <a:gd name="connsiteY172" fmla="*/ 548521 h 1253714"/>
                <a:gd name="connsiteX173" fmla="*/ 432944 w 454974"/>
                <a:gd name="connsiteY173" fmla="*/ 569051 h 1253714"/>
                <a:gd name="connsiteX174" fmla="*/ 437563 w 454974"/>
                <a:gd name="connsiteY174" fmla="*/ 596766 h 1253714"/>
                <a:gd name="connsiteX175" fmla="*/ 433458 w 454974"/>
                <a:gd name="connsiteY175" fmla="*/ 601214 h 1253714"/>
                <a:gd name="connsiteX176" fmla="*/ 435939 w 454974"/>
                <a:gd name="connsiteY176" fmla="*/ 616354 h 1253714"/>
                <a:gd name="connsiteX177" fmla="*/ 432175 w 454974"/>
                <a:gd name="connsiteY177" fmla="*/ 617808 h 1253714"/>
                <a:gd name="connsiteX178" fmla="*/ 432175 w 454974"/>
                <a:gd name="connsiteY178" fmla="*/ 617808 h 1253714"/>
                <a:gd name="connsiteX179" fmla="*/ 441755 w 454974"/>
                <a:gd name="connsiteY179" fmla="*/ 632265 h 1253714"/>
                <a:gd name="connsiteX180" fmla="*/ 441755 w 454974"/>
                <a:gd name="connsiteY180" fmla="*/ 632265 h 1253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454974" h="1253714">
                  <a:moveTo>
                    <a:pt x="206264" y="1189384"/>
                  </a:moveTo>
                  <a:lnTo>
                    <a:pt x="204297" y="1190667"/>
                  </a:lnTo>
                  <a:cubicBezTo>
                    <a:pt x="203526" y="1190496"/>
                    <a:pt x="201559" y="1188956"/>
                    <a:pt x="199421" y="1186988"/>
                  </a:cubicBezTo>
                  <a:cubicBezTo>
                    <a:pt x="196770" y="1185791"/>
                    <a:pt x="193519" y="1184080"/>
                    <a:pt x="189927" y="1181599"/>
                  </a:cubicBezTo>
                  <a:cubicBezTo>
                    <a:pt x="189927" y="1181599"/>
                    <a:pt x="178293" y="1202813"/>
                    <a:pt x="174529" y="1204952"/>
                  </a:cubicBezTo>
                  <a:cubicBezTo>
                    <a:pt x="170852" y="1207090"/>
                    <a:pt x="166575" y="1209229"/>
                    <a:pt x="164950" y="1213420"/>
                  </a:cubicBezTo>
                  <a:cubicBezTo>
                    <a:pt x="163323" y="1217697"/>
                    <a:pt x="159132" y="1222487"/>
                    <a:pt x="161784" y="1225139"/>
                  </a:cubicBezTo>
                  <a:cubicBezTo>
                    <a:pt x="164436" y="1227791"/>
                    <a:pt x="170252" y="1229330"/>
                    <a:pt x="172905" y="1229330"/>
                  </a:cubicBezTo>
                  <a:cubicBezTo>
                    <a:pt x="175557" y="1229330"/>
                    <a:pt x="189327" y="1213933"/>
                    <a:pt x="194118" y="1209742"/>
                  </a:cubicBezTo>
                  <a:cubicBezTo>
                    <a:pt x="198909" y="1205465"/>
                    <a:pt x="206350" y="1191693"/>
                    <a:pt x="207377" y="1189554"/>
                  </a:cubicBezTo>
                  <a:lnTo>
                    <a:pt x="206093" y="1189298"/>
                  </a:lnTo>
                  <a:lnTo>
                    <a:pt x="206093" y="1189298"/>
                  </a:lnTo>
                  <a:close/>
                  <a:moveTo>
                    <a:pt x="442012" y="682134"/>
                  </a:moveTo>
                  <a:cubicBezTo>
                    <a:pt x="442868" y="686326"/>
                    <a:pt x="442697" y="690945"/>
                    <a:pt x="443551" y="690945"/>
                  </a:cubicBezTo>
                  <a:cubicBezTo>
                    <a:pt x="444407" y="690945"/>
                    <a:pt x="446203" y="687951"/>
                    <a:pt x="446888" y="686582"/>
                  </a:cubicBezTo>
                  <a:cubicBezTo>
                    <a:pt x="447571" y="685128"/>
                    <a:pt x="448085" y="683588"/>
                    <a:pt x="447742" y="681792"/>
                  </a:cubicBezTo>
                  <a:cubicBezTo>
                    <a:pt x="447400" y="680081"/>
                    <a:pt x="443465" y="674008"/>
                    <a:pt x="442268" y="673323"/>
                  </a:cubicBezTo>
                  <a:cubicBezTo>
                    <a:pt x="440984" y="672554"/>
                    <a:pt x="441070" y="677943"/>
                    <a:pt x="441926" y="682134"/>
                  </a:cubicBezTo>
                  <a:lnTo>
                    <a:pt x="441926" y="682134"/>
                  </a:lnTo>
                  <a:close/>
                  <a:moveTo>
                    <a:pt x="442012" y="632607"/>
                  </a:moveTo>
                  <a:cubicBezTo>
                    <a:pt x="447828" y="641588"/>
                    <a:pt x="450994" y="663401"/>
                    <a:pt x="453646" y="673409"/>
                  </a:cubicBezTo>
                  <a:cubicBezTo>
                    <a:pt x="456296" y="683503"/>
                    <a:pt x="454671" y="689320"/>
                    <a:pt x="451507" y="692484"/>
                  </a:cubicBezTo>
                  <a:cubicBezTo>
                    <a:pt x="448341" y="695649"/>
                    <a:pt x="444064" y="696163"/>
                    <a:pt x="444064" y="696163"/>
                  </a:cubicBezTo>
                  <a:cubicBezTo>
                    <a:pt x="443037" y="700440"/>
                    <a:pt x="439787" y="705743"/>
                    <a:pt x="438248" y="707283"/>
                  </a:cubicBezTo>
                  <a:cubicBezTo>
                    <a:pt x="436621" y="708908"/>
                    <a:pt x="434569" y="707283"/>
                    <a:pt x="432944" y="709421"/>
                  </a:cubicBezTo>
                  <a:cubicBezTo>
                    <a:pt x="431319" y="711560"/>
                    <a:pt x="427128" y="718489"/>
                    <a:pt x="427128" y="718489"/>
                  </a:cubicBezTo>
                  <a:cubicBezTo>
                    <a:pt x="422337" y="723792"/>
                    <a:pt x="416007" y="721653"/>
                    <a:pt x="417035" y="717975"/>
                  </a:cubicBezTo>
                  <a:cubicBezTo>
                    <a:pt x="418060" y="714297"/>
                    <a:pt x="421312" y="705230"/>
                    <a:pt x="420712" y="700953"/>
                  </a:cubicBezTo>
                  <a:cubicBezTo>
                    <a:pt x="420199" y="696676"/>
                    <a:pt x="418060" y="687181"/>
                    <a:pt x="414896" y="687181"/>
                  </a:cubicBezTo>
                  <a:cubicBezTo>
                    <a:pt x="411730" y="687181"/>
                    <a:pt x="411131" y="686668"/>
                    <a:pt x="412244" y="695136"/>
                  </a:cubicBezTo>
                  <a:cubicBezTo>
                    <a:pt x="413269" y="703604"/>
                    <a:pt x="414382" y="726444"/>
                    <a:pt x="408481" y="726444"/>
                  </a:cubicBezTo>
                  <a:cubicBezTo>
                    <a:pt x="402577" y="726444"/>
                    <a:pt x="403176" y="715323"/>
                    <a:pt x="402151" y="710020"/>
                  </a:cubicBezTo>
                  <a:cubicBezTo>
                    <a:pt x="401123" y="704717"/>
                    <a:pt x="400524" y="697788"/>
                    <a:pt x="400012" y="700440"/>
                  </a:cubicBezTo>
                  <a:cubicBezTo>
                    <a:pt x="399499" y="703091"/>
                    <a:pt x="397874" y="705230"/>
                    <a:pt x="394708" y="703091"/>
                  </a:cubicBezTo>
                  <a:cubicBezTo>
                    <a:pt x="391544" y="700953"/>
                    <a:pt x="394194" y="699926"/>
                    <a:pt x="393083" y="695136"/>
                  </a:cubicBezTo>
                  <a:cubicBezTo>
                    <a:pt x="392056" y="690346"/>
                    <a:pt x="389917" y="678199"/>
                    <a:pt x="388292" y="669132"/>
                  </a:cubicBezTo>
                  <a:cubicBezTo>
                    <a:pt x="386668" y="660065"/>
                    <a:pt x="390945" y="646293"/>
                    <a:pt x="389917" y="638338"/>
                  </a:cubicBezTo>
                  <a:cubicBezTo>
                    <a:pt x="389320" y="633633"/>
                    <a:pt x="389234" y="628159"/>
                    <a:pt x="389320" y="624566"/>
                  </a:cubicBezTo>
                  <a:cubicBezTo>
                    <a:pt x="386240" y="624823"/>
                    <a:pt x="384101" y="624908"/>
                    <a:pt x="383759" y="624737"/>
                  </a:cubicBezTo>
                  <a:cubicBezTo>
                    <a:pt x="381963" y="624053"/>
                    <a:pt x="381620" y="619776"/>
                    <a:pt x="381620" y="619776"/>
                  </a:cubicBezTo>
                  <a:lnTo>
                    <a:pt x="379910" y="608228"/>
                  </a:lnTo>
                  <a:lnTo>
                    <a:pt x="376489" y="606688"/>
                  </a:lnTo>
                  <a:cubicBezTo>
                    <a:pt x="376489" y="606688"/>
                    <a:pt x="375975" y="595739"/>
                    <a:pt x="375804" y="592574"/>
                  </a:cubicBezTo>
                  <a:cubicBezTo>
                    <a:pt x="375633" y="589409"/>
                    <a:pt x="372809" y="578631"/>
                    <a:pt x="371527" y="571703"/>
                  </a:cubicBezTo>
                  <a:cubicBezTo>
                    <a:pt x="370245" y="564774"/>
                    <a:pt x="364769" y="549976"/>
                    <a:pt x="363059" y="538599"/>
                  </a:cubicBezTo>
                  <a:cubicBezTo>
                    <a:pt x="361263" y="527308"/>
                    <a:pt x="360407" y="512253"/>
                    <a:pt x="356130" y="498994"/>
                  </a:cubicBezTo>
                  <a:cubicBezTo>
                    <a:pt x="351853" y="485735"/>
                    <a:pt x="342871" y="445703"/>
                    <a:pt x="338594" y="434070"/>
                  </a:cubicBezTo>
                  <a:cubicBezTo>
                    <a:pt x="334317" y="422350"/>
                    <a:pt x="335087" y="420982"/>
                    <a:pt x="334317" y="422350"/>
                  </a:cubicBezTo>
                  <a:cubicBezTo>
                    <a:pt x="334488" y="425002"/>
                    <a:pt x="326704" y="465291"/>
                    <a:pt x="326704" y="469568"/>
                  </a:cubicBezTo>
                  <a:cubicBezTo>
                    <a:pt x="326704" y="473845"/>
                    <a:pt x="322427" y="482314"/>
                    <a:pt x="320717" y="487104"/>
                  </a:cubicBezTo>
                  <a:cubicBezTo>
                    <a:pt x="321400" y="489071"/>
                    <a:pt x="327987" y="504468"/>
                    <a:pt x="329357" y="509173"/>
                  </a:cubicBezTo>
                  <a:cubicBezTo>
                    <a:pt x="330810" y="513963"/>
                    <a:pt x="330211" y="529703"/>
                    <a:pt x="330040" y="535519"/>
                  </a:cubicBezTo>
                  <a:cubicBezTo>
                    <a:pt x="329868" y="541336"/>
                    <a:pt x="329528" y="575980"/>
                    <a:pt x="329697" y="581625"/>
                  </a:cubicBezTo>
                  <a:cubicBezTo>
                    <a:pt x="329868" y="587271"/>
                    <a:pt x="332007" y="605662"/>
                    <a:pt x="332863" y="610794"/>
                  </a:cubicBezTo>
                  <a:cubicBezTo>
                    <a:pt x="333719" y="615926"/>
                    <a:pt x="337483" y="648432"/>
                    <a:pt x="336969" y="650057"/>
                  </a:cubicBezTo>
                  <a:cubicBezTo>
                    <a:pt x="336455" y="651682"/>
                    <a:pt x="334488" y="652195"/>
                    <a:pt x="330382" y="653478"/>
                  </a:cubicBezTo>
                  <a:cubicBezTo>
                    <a:pt x="326276" y="654676"/>
                    <a:pt x="304720" y="661776"/>
                    <a:pt x="303866" y="661947"/>
                  </a:cubicBezTo>
                  <a:lnTo>
                    <a:pt x="303010" y="662118"/>
                  </a:lnTo>
                  <a:cubicBezTo>
                    <a:pt x="303010" y="662118"/>
                    <a:pt x="278290" y="732175"/>
                    <a:pt x="275038" y="745604"/>
                  </a:cubicBezTo>
                  <a:cubicBezTo>
                    <a:pt x="271874" y="759034"/>
                    <a:pt x="254850" y="810358"/>
                    <a:pt x="253482" y="820195"/>
                  </a:cubicBezTo>
                  <a:cubicBezTo>
                    <a:pt x="252029" y="830117"/>
                    <a:pt x="251001" y="854496"/>
                    <a:pt x="249976" y="870749"/>
                  </a:cubicBezTo>
                  <a:cubicBezTo>
                    <a:pt x="248948" y="887001"/>
                    <a:pt x="247152" y="937897"/>
                    <a:pt x="250318" y="951412"/>
                  </a:cubicBezTo>
                  <a:cubicBezTo>
                    <a:pt x="253482" y="964842"/>
                    <a:pt x="259469" y="980068"/>
                    <a:pt x="262379" y="996321"/>
                  </a:cubicBezTo>
                  <a:cubicBezTo>
                    <a:pt x="265202" y="1012573"/>
                    <a:pt x="268366" y="1030622"/>
                    <a:pt x="270162" y="1040887"/>
                  </a:cubicBezTo>
                  <a:cubicBezTo>
                    <a:pt x="271874" y="1051152"/>
                    <a:pt x="278290" y="1101363"/>
                    <a:pt x="280086" y="1109490"/>
                  </a:cubicBezTo>
                  <a:cubicBezTo>
                    <a:pt x="281796" y="1117616"/>
                    <a:pt x="294542" y="1141652"/>
                    <a:pt x="297791" y="1153713"/>
                  </a:cubicBezTo>
                  <a:cubicBezTo>
                    <a:pt x="300957" y="1165689"/>
                    <a:pt x="300614" y="1174243"/>
                    <a:pt x="299929" y="1182027"/>
                  </a:cubicBezTo>
                  <a:cubicBezTo>
                    <a:pt x="299247" y="1189811"/>
                    <a:pt x="297108" y="1192292"/>
                    <a:pt x="297451" y="1196911"/>
                  </a:cubicBezTo>
                  <a:cubicBezTo>
                    <a:pt x="297791" y="1201530"/>
                    <a:pt x="300957" y="1209656"/>
                    <a:pt x="301299" y="1222402"/>
                  </a:cubicBezTo>
                  <a:cubicBezTo>
                    <a:pt x="301642" y="1235147"/>
                    <a:pt x="303095" y="1245070"/>
                    <a:pt x="303095" y="1245070"/>
                  </a:cubicBezTo>
                  <a:cubicBezTo>
                    <a:pt x="303095" y="1245070"/>
                    <a:pt x="263490" y="1250031"/>
                    <a:pt x="253910" y="1249689"/>
                  </a:cubicBezTo>
                  <a:cubicBezTo>
                    <a:pt x="244329" y="1249347"/>
                    <a:pt x="242961" y="1244043"/>
                    <a:pt x="238341" y="1246524"/>
                  </a:cubicBezTo>
                  <a:cubicBezTo>
                    <a:pt x="233722" y="1249005"/>
                    <a:pt x="223800" y="1250373"/>
                    <a:pt x="213193" y="1251827"/>
                  </a:cubicBezTo>
                  <a:cubicBezTo>
                    <a:pt x="202587" y="1253282"/>
                    <a:pt x="168970" y="1256104"/>
                    <a:pt x="149895" y="1249689"/>
                  </a:cubicBezTo>
                  <a:cubicBezTo>
                    <a:pt x="149895" y="1249689"/>
                    <a:pt x="120211" y="1244385"/>
                    <a:pt x="111317" y="1242589"/>
                  </a:cubicBezTo>
                  <a:cubicBezTo>
                    <a:pt x="102506" y="1240793"/>
                    <a:pt x="98912" y="1235831"/>
                    <a:pt x="98229" y="1230956"/>
                  </a:cubicBezTo>
                  <a:cubicBezTo>
                    <a:pt x="97544" y="1225994"/>
                    <a:pt x="96859" y="1222487"/>
                    <a:pt x="93609" y="1220349"/>
                  </a:cubicBezTo>
                  <a:cubicBezTo>
                    <a:pt x="90443" y="1218210"/>
                    <a:pt x="61446" y="1211196"/>
                    <a:pt x="59993" y="1198451"/>
                  </a:cubicBezTo>
                  <a:cubicBezTo>
                    <a:pt x="58537" y="1185705"/>
                    <a:pt x="57512" y="1166288"/>
                    <a:pt x="76244" y="1158162"/>
                  </a:cubicBezTo>
                  <a:cubicBezTo>
                    <a:pt x="76244" y="1158162"/>
                    <a:pt x="83345" y="1156707"/>
                    <a:pt x="88305" y="1158504"/>
                  </a:cubicBezTo>
                  <a:cubicBezTo>
                    <a:pt x="88305" y="1158504"/>
                    <a:pt x="92924" y="1142251"/>
                    <a:pt x="93952" y="1139771"/>
                  </a:cubicBezTo>
                  <a:cubicBezTo>
                    <a:pt x="94977" y="1137290"/>
                    <a:pt x="112342" y="1061587"/>
                    <a:pt x="116961" y="1046447"/>
                  </a:cubicBezTo>
                  <a:cubicBezTo>
                    <a:pt x="121581" y="1031221"/>
                    <a:pt x="134326" y="979983"/>
                    <a:pt x="139971" y="961592"/>
                  </a:cubicBezTo>
                  <a:cubicBezTo>
                    <a:pt x="145618" y="943201"/>
                    <a:pt x="145618" y="940378"/>
                    <a:pt x="145618" y="936443"/>
                  </a:cubicBezTo>
                  <a:cubicBezTo>
                    <a:pt x="145618" y="932508"/>
                    <a:pt x="131845" y="880586"/>
                    <a:pt x="128253" y="866386"/>
                  </a:cubicBezTo>
                  <a:cubicBezTo>
                    <a:pt x="124745" y="852272"/>
                    <a:pt x="107380" y="801975"/>
                    <a:pt x="103189" y="785722"/>
                  </a:cubicBezTo>
                  <a:cubicBezTo>
                    <a:pt x="98912" y="769470"/>
                    <a:pt x="84113" y="732004"/>
                    <a:pt x="85141" y="717462"/>
                  </a:cubicBezTo>
                  <a:cubicBezTo>
                    <a:pt x="86166" y="702920"/>
                    <a:pt x="83771" y="667250"/>
                    <a:pt x="84113" y="663315"/>
                  </a:cubicBezTo>
                  <a:cubicBezTo>
                    <a:pt x="83602" y="663315"/>
                    <a:pt x="82574" y="663315"/>
                    <a:pt x="81206" y="663059"/>
                  </a:cubicBezTo>
                  <a:cubicBezTo>
                    <a:pt x="77612" y="662802"/>
                    <a:pt x="71368" y="662203"/>
                    <a:pt x="65124" y="661434"/>
                  </a:cubicBezTo>
                  <a:lnTo>
                    <a:pt x="65124" y="661776"/>
                  </a:lnTo>
                  <a:cubicBezTo>
                    <a:pt x="65124" y="665454"/>
                    <a:pt x="55630" y="703177"/>
                    <a:pt x="58880" y="713784"/>
                  </a:cubicBezTo>
                  <a:cubicBezTo>
                    <a:pt x="62046" y="724391"/>
                    <a:pt x="63670" y="728667"/>
                    <a:pt x="60504" y="730207"/>
                  </a:cubicBezTo>
                  <a:cubicBezTo>
                    <a:pt x="57341" y="731747"/>
                    <a:pt x="50411" y="718574"/>
                    <a:pt x="47247" y="719087"/>
                  </a:cubicBezTo>
                  <a:cubicBezTo>
                    <a:pt x="44082" y="719600"/>
                    <a:pt x="46220" y="724391"/>
                    <a:pt x="46734" y="727042"/>
                  </a:cubicBezTo>
                  <a:cubicBezTo>
                    <a:pt x="47247" y="729694"/>
                    <a:pt x="51011" y="738676"/>
                    <a:pt x="47759" y="739788"/>
                  </a:cubicBezTo>
                  <a:cubicBezTo>
                    <a:pt x="44595" y="740814"/>
                    <a:pt x="42457" y="736623"/>
                    <a:pt x="42457" y="736623"/>
                  </a:cubicBezTo>
                  <a:cubicBezTo>
                    <a:pt x="42457" y="736623"/>
                    <a:pt x="42457" y="739788"/>
                    <a:pt x="37666" y="740814"/>
                  </a:cubicBezTo>
                  <a:cubicBezTo>
                    <a:pt x="32875" y="741926"/>
                    <a:pt x="28684" y="732346"/>
                    <a:pt x="28684" y="736024"/>
                  </a:cubicBezTo>
                  <a:cubicBezTo>
                    <a:pt x="28684" y="739702"/>
                    <a:pt x="26032" y="738676"/>
                    <a:pt x="26032" y="738676"/>
                  </a:cubicBezTo>
                  <a:cubicBezTo>
                    <a:pt x="19105" y="738676"/>
                    <a:pt x="11747" y="717975"/>
                    <a:pt x="10636" y="714810"/>
                  </a:cubicBezTo>
                  <a:cubicBezTo>
                    <a:pt x="9609" y="711645"/>
                    <a:pt x="11148" y="688806"/>
                    <a:pt x="11148" y="688806"/>
                  </a:cubicBezTo>
                  <a:cubicBezTo>
                    <a:pt x="11148" y="688806"/>
                    <a:pt x="9523" y="695735"/>
                    <a:pt x="5846" y="696761"/>
                  </a:cubicBezTo>
                  <a:cubicBezTo>
                    <a:pt x="2168" y="697788"/>
                    <a:pt x="1055" y="695136"/>
                    <a:pt x="1055" y="695136"/>
                  </a:cubicBezTo>
                  <a:cubicBezTo>
                    <a:pt x="30" y="689320"/>
                    <a:pt x="541" y="686154"/>
                    <a:pt x="30" y="680851"/>
                  </a:cubicBezTo>
                  <a:cubicBezTo>
                    <a:pt x="-484" y="675548"/>
                    <a:pt x="5846" y="664427"/>
                    <a:pt x="8498" y="657499"/>
                  </a:cubicBezTo>
                  <a:cubicBezTo>
                    <a:pt x="10893" y="651254"/>
                    <a:pt x="21158" y="645010"/>
                    <a:pt x="23039" y="643898"/>
                  </a:cubicBezTo>
                  <a:lnTo>
                    <a:pt x="21586" y="643898"/>
                  </a:lnTo>
                  <a:cubicBezTo>
                    <a:pt x="21586" y="643898"/>
                    <a:pt x="23724" y="634660"/>
                    <a:pt x="23724" y="634660"/>
                  </a:cubicBezTo>
                  <a:lnTo>
                    <a:pt x="25349" y="634660"/>
                  </a:lnTo>
                  <a:cubicBezTo>
                    <a:pt x="25349" y="634660"/>
                    <a:pt x="23724" y="634660"/>
                    <a:pt x="23724" y="634660"/>
                  </a:cubicBezTo>
                  <a:cubicBezTo>
                    <a:pt x="23724" y="634660"/>
                    <a:pt x="32192" y="586929"/>
                    <a:pt x="33988" y="577006"/>
                  </a:cubicBezTo>
                  <a:cubicBezTo>
                    <a:pt x="35784" y="567083"/>
                    <a:pt x="36810" y="554424"/>
                    <a:pt x="39976" y="548350"/>
                  </a:cubicBezTo>
                  <a:cubicBezTo>
                    <a:pt x="43140" y="542362"/>
                    <a:pt x="48444" y="526794"/>
                    <a:pt x="48787" y="521491"/>
                  </a:cubicBezTo>
                  <a:cubicBezTo>
                    <a:pt x="49129" y="516187"/>
                    <a:pt x="48102" y="494289"/>
                    <a:pt x="50583" y="479748"/>
                  </a:cubicBezTo>
                  <a:cubicBezTo>
                    <a:pt x="53064" y="465206"/>
                    <a:pt x="60847" y="398400"/>
                    <a:pt x="60847" y="388819"/>
                  </a:cubicBezTo>
                  <a:cubicBezTo>
                    <a:pt x="60847" y="379239"/>
                    <a:pt x="63670" y="353833"/>
                    <a:pt x="63670" y="343569"/>
                  </a:cubicBezTo>
                  <a:cubicBezTo>
                    <a:pt x="63670" y="333304"/>
                    <a:pt x="67947" y="306102"/>
                    <a:pt x="68973" y="296864"/>
                  </a:cubicBezTo>
                  <a:cubicBezTo>
                    <a:pt x="70000" y="287711"/>
                    <a:pt x="70428" y="263931"/>
                    <a:pt x="71796" y="260082"/>
                  </a:cubicBezTo>
                  <a:cubicBezTo>
                    <a:pt x="73164" y="256233"/>
                    <a:pt x="75303" y="254779"/>
                    <a:pt x="78554" y="253325"/>
                  </a:cubicBezTo>
                  <a:cubicBezTo>
                    <a:pt x="81718" y="251870"/>
                    <a:pt x="123805" y="231426"/>
                    <a:pt x="131931" y="226465"/>
                  </a:cubicBezTo>
                  <a:cubicBezTo>
                    <a:pt x="140057" y="221504"/>
                    <a:pt x="149638" y="216885"/>
                    <a:pt x="152802" y="215516"/>
                  </a:cubicBezTo>
                  <a:cubicBezTo>
                    <a:pt x="152802" y="215516"/>
                    <a:pt x="151177" y="222958"/>
                    <a:pt x="152802" y="215516"/>
                  </a:cubicBezTo>
                  <a:cubicBezTo>
                    <a:pt x="154172" y="208930"/>
                    <a:pt x="158449" y="198322"/>
                    <a:pt x="159474" y="195927"/>
                  </a:cubicBezTo>
                  <a:cubicBezTo>
                    <a:pt x="159902" y="190881"/>
                    <a:pt x="159902" y="182327"/>
                    <a:pt x="159902" y="182327"/>
                  </a:cubicBezTo>
                  <a:cubicBezTo>
                    <a:pt x="159902" y="182327"/>
                    <a:pt x="152802" y="180188"/>
                    <a:pt x="147157" y="174542"/>
                  </a:cubicBezTo>
                  <a:cubicBezTo>
                    <a:pt x="141510" y="168897"/>
                    <a:pt x="132273" y="137761"/>
                    <a:pt x="132273" y="132115"/>
                  </a:cubicBezTo>
                  <a:cubicBezTo>
                    <a:pt x="132273" y="126469"/>
                    <a:pt x="133727" y="103117"/>
                    <a:pt x="133727" y="99610"/>
                  </a:cubicBezTo>
                  <a:cubicBezTo>
                    <a:pt x="133727" y="96103"/>
                    <a:pt x="130220" y="88319"/>
                    <a:pt x="130220" y="84726"/>
                  </a:cubicBezTo>
                  <a:cubicBezTo>
                    <a:pt x="130220" y="81133"/>
                    <a:pt x="132956" y="77284"/>
                    <a:pt x="133641" y="72408"/>
                  </a:cubicBezTo>
                  <a:cubicBezTo>
                    <a:pt x="134326" y="67447"/>
                    <a:pt x="135095" y="60689"/>
                    <a:pt x="135095" y="60689"/>
                  </a:cubicBezTo>
                  <a:cubicBezTo>
                    <a:pt x="135780" y="56412"/>
                    <a:pt x="131417" y="36140"/>
                    <a:pt x="140057" y="25362"/>
                  </a:cubicBezTo>
                  <a:cubicBezTo>
                    <a:pt x="142880" y="21769"/>
                    <a:pt x="147157" y="14071"/>
                    <a:pt x="152802" y="11248"/>
                  </a:cubicBezTo>
                  <a:cubicBezTo>
                    <a:pt x="158449" y="8425"/>
                    <a:pt x="161270" y="-43"/>
                    <a:pt x="169056" y="1325"/>
                  </a:cubicBezTo>
                  <a:cubicBezTo>
                    <a:pt x="176839" y="2779"/>
                    <a:pt x="177524" y="-814"/>
                    <a:pt x="182484" y="1325"/>
                  </a:cubicBezTo>
                  <a:cubicBezTo>
                    <a:pt x="187446" y="3463"/>
                    <a:pt x="188814" y="1325"/>
                    <a:pt x="192408" y="641"/>
                  </a:cubicBezTo>
                  <a:cubicBezTo>
                    <a:pt x="195914" y="-43"/>
                    <a:pt x="198738" y="-814"/>
                    <a:pt x="203015" y="2009"/>
                  </a:cubicBezTo>
                  <a:cubicBezTo>
                    <a:pt x="207292" y="4832"/>
                    <a:pt x="208659" y="2009"/>
                    <a:pt x="212251" y="4832"/>
                  </a:cubicBezTo>
                  <a:cubicBezTo>
                    <a:pt x="215760" y="7655"/>
                    <a:pt x="217898" y="11162"/>
                    <a:pt x="223543" y="12616"/>
                  </a:cubicBezTo>
                  <a:cubicBezTo>
                    <a:pt x="229188" y="14071"/>
                    <a:pt x="232697" y="9109"/>
                    <a:pt x="235520" y="14755"/>
                  </a:cubicBezTo>
                  <a:cubicBezTo>
                    <a:pt x="238341" y="20400"/>
                    <a:pt x="243988" y="16893"/>
                    <a:pt x="243988" y="21085"/>
                  </a:cubicBezTo>
                  <a:cubicBezTo>
                    <a:pt x="243988" y="25276"/>
                    <a:pt x="248180" y="26730"/>
                    <a:pt x="251087" y="29553"/>
                  </a:cubicBezTo>
                  <a:cubicBezTo>
                    <a:pt x="253910" y="32376"/>
                    <a:pt x="261011" y="35199"/>
                    <a:pt x="261011" y="39476"/>
                  </a:cubicBezTo>
                  <a:cubicBezTo>
                    <a:pt x="261011" y="43753"/>
                    <a:pt x="262464" y="52221"/>
                    <a:pt x="263149" y="58551"/>
                  </a:cubicBezTo>
                  <a:cubicBezTo>
                    <a:pt x="263832" y="64881"/>
                    <a:pt x="262464" y="71296"/>
                    <a:pt x="262464" y="76942"/>
                  </a:cubicBezTo>
                  <a:cubicBezTo>
                    <a:pt x="262464" y="82587"/>
                    <a:pt x="258958" y="132115"/>
                    <a:pt x="247580" y="144860"/>
                  </a:cubicBezTo>
                  <a:cubicBezTo>
                    <a:pt x="247580" y="144860"/>
                    <a:pt x="233465" y="157606"/>
                    <a:pt x="234835" y="161113"/>
                  </a:cubicBezTo>
                  <a:cubicBezTo>
                    <a:pt x="235946" y="163850"/>
                    <a:pt x="237059" y="168384"/>
                    <a:pt x="236802" y="171891"/>
                  </a:cubicBezTo>
                  <a:cubicBezTo>
                    <a:pt x="242105" y="175911"/>
                    <a:pt x="247752" y="184807"/>
                    <a:pt x="247752" y="184807"/>
                  </a:cubicBezTo>
                  <a:lnTo>
                    <a:pt x="247580" y="185064"/>
                  </a:lnTo>
                  <a:cubicBezTo>
                    <a:pt x="250916" y="188058"/>
                    <a:pt x="263064" y="198836"/>
                    <a:pt x="264945" y="200547"/>
                  </a:cubicBezTo>
                  <a:cubicBezTo>
                    <a:pt x="267084" y="202514"/>
                    <a:pt x="284192" y="199178"/>
                    <a:pt x="296594" y="206192"/>
                  </a:cubicBezTo>
                  <a:cubicBezTo>
                    <a:pt x="296594" y="206192"/>
                    <a:pt x="326276" y="213463"/>
                    <a:pt x="331581" y="214147"/>
                  </a:cubicBezTo>
                  <a:cubicBezTo>
                    <a:pt x="336883" y="214832"/>
                    <a:pt x="355275" y="218596"/>
                    <a:pt x="356301" y="221076"/>
                  </a:cubicBezTo>
                  <a:cubicBezTo>
                    <a:pt x="357328" y="223557"/>
                    <a:pt x="361092" y="230229"/>
                    <a:pt x="361605" y="235361"/>
                  </a:cubicBezTo>
                  <a:cubicBezTo>
                    <a:pt x="362117" y="240494"/>
                    <a:pt x="367593" y="254094"/>
                    <a:pt x="369560" y="257773"/>
                  </a:cubicBezTo>
                  <a:cubicBezTo>
                    <a:pt x="371527" y="261536"/>
                    <a:pt x="381449" y="280612"/>
                    <a:pt x="382305" y="283777"/>
                  </a:cubicBezTo>
                  <a:cubicBezTo>
                    <a:pt x="383159" y="286942"/>
                    <a:pt x="382134" y="297206"/>
                    <a:pt x="381278" y="303793"/>
                  </a:cubicBezTo>
                  <a:cubicBezTo>
                    <a:pt x="380424" y="310294"/>
                    <a:pt x="379653" y="311919"/>
                    <a:pt x="381620" y="317394"/>
                  </a:cubicBezTo>
                  <a:cubicBezTo>
                    <a:pt x="383587" y="322868"/>
                    <a:pt x="390431" y="341088"/>
                    <a:pt x="391202" y="344937"/>
                  </a:cubicBezTo>
                  <a:cubicBezTo>
                    <a:pt x="391884" y="348787"/>
                    <a:pt x="392826" y="359479"/>
                    <a:pt x="392998" y="364013"/>
                  </a:cubicBezTo>
                  <a:cubicBezTo>
                    <a:pt x="393169" y="368632"/>
                    <a:pt x="398300" y="385055"/>
                    <a:pt x="398300" y="388904"/>
                  </a:cubicBezTo>
                  <a:cubicBezTo>
                    <a:pt x="398300" y="392754"/>
                    <a:pt x="401466" y="399512"/>
                    <a:pt x="402322" y="402847"/>
                  </a:cubicBezTo>
                  <a:cubicBezTo>
                    <a:pt x="403176" y="406184"/>
                    <a:pt x="403947" y="404986"/>
                    <a:pt x="403776" y="409006"/>
                  </a:cubicBezTo>
                  <a:cubicBezTo>
                    <a:pt x="403604" y="413112"/>
                    <a:pt x="404289" y="416277"/>
                    <a:pt x="406085" y="423292"/>
                  </a:cubicBezTo>
                  <a:cubicBezTo>
                    <a:pt x="407881" y="430391"/>
                    <a:pt x="409934" y="434754"/>
                    <a:pt x="409763" y="439031"/>
                  </a:cubicBezTo>
                  <a:cubicBezTo>
                    <a:pt x="409592" y="443222"/>
                    <a:pt x="408907" y="442538"/>
                    <a:pt x="410619" y="447670"/>
                  </a:cubicBezTo>
                  <a:cubicBezTo>
                    <a:pt x="412415" y="452803"/>
                    <a:pt x="413783" y="461100"/>
                    <a:pt x="414639" y="465206"/>
                  </a:cubicBezTo>
                  <a:cubicBezTo>
                    <a:pt x="415493" y="469312"/>
                    <a:pt x="417292" y="476668"/>
                    <a:pt x="417461" y="477780"/>
                  </a:cubicBezTo>
                  <a:cubicBezTo>
                    <a:pt x="417632" y="478807"/>
                    <a:pt x="419430" y="484110"/>
                    <a:pt x="420455" y="487532"/>
                  </a:cubicBezTo>
                  <a:cubicBezTo>
                    <a:pt x="421483" y="490868"/>
                    <a:pt x="423279" y="495829"/>
                    <a:pt x="423621" y="498823"/>
                  </a:cubicBezTo>
                  <a:cubicBezTo>
                    <a:pt x="423962" y="501817"/>
                    <a:pt x="423962" y="511055"/>
                    <a:pt x="424476" y="518069"/>
                  </a:cubicBezTo>
                  <a:cubicBezTo>
                    <a:pt x="424989" y="525169"/>
                    <a:pt x="429266" y="541593"/>
                    <a:pt x="430122" y="548521"/>
                  </a:cubicBezTo>
                  <a:cubicBezTo>
                    <a:pt x="430977" y="555365"/>
                    <a:pt x="431918" y="564603"/>
                    <a:pt x="432944" y="569051"/>
                  </a:cubicBezTo>
                  <a:cubicBezTo>
                    <a:pt x="433971" y="573499"/>
                    <a:pt x="437392" y="596252"/>
                    <a:pt x="437563" y="596766"/>
                  </a:cubicBezTo>
                  <a:cubicBezTo>
                    <a:pt x="437563" y="596937"/>
                    <a:pt x="436195" y="598819"/>
                    <a:pt x="433458" y="601214"/>
                  </a:cubicBezTo>
                  <a:lnTo>
                    <a:pt x="435939" y="616354"/>
                  </a:lnTo>
                  <a:cubicBezTo>
                    <a:pt x="435254" y="616782"/>
                    <a:pt x="433886" y="617295"/>
                    <a:pt x="432175" y="617808"/>
                  </a:cubicBezTo>
                  <a:lnTo>
                    <a:pt x="432175" y="617808"/>
                  </a:lnTo>
                  <a:cubicBezTo>
                    <a:pt x="432687" y="620032"/>
                    <a:pt x="435853" y="623283"/>
                    <a:pt x="441755" y="632265"/>
                  </a:cubicBezTo>
                  <a:lnTo>
                    <a:pt x="441755" y="632265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C6CA5530-C207-50B4-86BA-AC07037A37ED}"/>
                </a:ext>
              </a:extLst>
            </p:cNvPr>
            <p:cNvSpPr/>
            <p:nvPr/>
          </p:nvSpPr>
          <p:spPr>
            <a:xfrm>
              <a:off x="0" y="2438657"/>
              <a:ext cx="571602" cy="1361556"/>
            </a:xfrm>
            <a:custGeom>
              <a:avLst/>
              <a:gdLst>
                <a:gd name="connsiteX0" fmla="*/ 78354 w 543610"/>
                <a:gd name="connsiteY0" fmla="*/ 766330 h 1294879"/>
                <a:gd name="connsiteX1" fmla="*/ 79210 w 543610"/>
                <a:gd name="connsiteY1" fmla="*/ 766330 h 1294879"/>
                <a:gd name="connsiteX2" fmla="*/ 88876 w 543610"/>
                <a:gd name="connsiteY2" fmla="*/ 770351 h 1294879"/>
                <a:gd name="connsiteX3" fmla="*/ 92041 w 543610"/>
                <a:gd name="connsiteY3" fmla="*/ 769581 h 1294879"/>
                <a:gd name="connsiteX4" fmla="*/ 94350 w 543610"/>
                <a:gd name="connsiteY4" fmla="*/ 777280 h 1294879"/>
                <a:gd name="connsiteX5" fmla="*/ 94093 w 543610"/>
                <a:gd name="connsiteY5" fmla="*/ 785235 h 1294879"/>
                <a:gd name="connsiteX6" fmla="*/ 74334 w 543610"/>
                <a:gd name="connsiteY6" fmla="*/ 779760 h 1294879"/>
                <a:gd name="connsiteX7" fmla="*/ 78354 w 543610"/>
                <a:gd name="connsiteY7" fmla="*/ 766330 h 1294879"/>
                <a:gd name="connsiteX8" fmla="*/ 78354 w 543610"/>
                <a:gd name="connsiteY8" fmla="*/ 766330 h 1294879"/>
                <a:gd name="connsiteX9" fmla="*/ 431547 w 543610"/>
                <a:gd name="connsiteY9" fmla="*/ 201342 h 1294879"/>
                <a:gd name="connsiteX10" fmla="*/ 431119 w 543610"/>
                <a:gd name="connsiteY10" fmla="*/ 201342 h 1294879"/>
                <a:gd name="connsiteX11" fmla="*/ 430435 w 543610"/>
                <a:gd name="connsiteY11" fmla="*/ 200487 h 1294879"/>
                <a:gd name="connsiteX12" fmla="*/ 431633 w 543610"/>
                <a:gd name="connsiteY12" fmla="*/ 201342 h 1294879"/>
                <a:gd name="connsiteX13" fmla="*/ 431633 w 543610"/>
                <a:gd name="connsiteY13" fmla="*/ 201342 h 1294879"/>
                <a:gd name="connsiteX14" fmla="*/ 52265 w 543610"/>
                <a:gd name="connsiteY14" fmla="*/ 772489 h 1294879"/>
                <a:gd name="connsiteX15" fmla="*/ 5731 w 543610"/>
                <a:gd name="connsiteY15" fmla="*/ 776168 h 1294879"/>
                <a:gd name="connsiteX16" fmla="*/ 0 w 543610"/>
                <a:gd name="connsiteY16" fmla="*/ 784550 h 1294879"/>
                <a:gd name="connsiteX17" fmla="*/ 2909 w 543610"/>
                <a:gd name="connsiteY17" fmla="*/ 1006526 h 1294879"/>
                <a:gd name="connsiteX18" fmla="*/ 11291 w 543610"/>
                <a:gd name="connsiteY18" fmla="*/ 1012000 h 1294879"/>
                <a:gd name="connsiteX19" fmla="*/ 19674 w 543610"/>
                <a:gd name="connsiteY19" fmla="*/ 1012000 h 1294879"/>
                <a:gd name="connsiteX20" fmla="*/ 22583 w 543610"/>
                <a:gd name="connsiteY20" fmla="*/ 1016363 h 1294879"/>
                <a:gd name="connsiteX21" fmla="*/ 26175 w 543610"/>
                <a:gd name="connsiteY21" fmla="*/ 1012770 h 1294879"/>
                <a:gd name="connsiteX22" fmla="*/ 107181 w 543610"/>
                <a:gd name="connsiteY22" fmla="*/ 1021495 h 1294879"/>
                <a:gd name="connsiteX23" fmla="*/ 109747 w 543610"/>
                <a:gd name="connsiteY23" fmla="*/ 1025515 h 1294879"/>
                <a:gd name="connsiteX24" fmla="*/ 114110 w 543610"/>
                <a:gd name="connsiteY24" fmla="*/ 1022265 h 1294879"/>
                <a:gd name="connsiteX25" fmla="*/ 116847 w 543610"/>
                <a:gd name="connsiteY25" fmla="*/ 1022265 h 1294879"/>
                <a:gd name="connsiteX26" fmla="*/ 109320 w 543610"/>
                <a:gd name="connsiteY26" fmla="*/ 1078550 h 1294879"/>
                <a:gd name="connsiteX27" fmla="*/ 104957 w 543610"/>
                <a:gd name="connsiteY27" fmla="*/ 1128676 h 1294879"/>
                <a:gd name="connsiteX28" fmla="*/ 103503 w 543610"/>
                <a:gd name="connsiteY28" fmla="*/ 1183165 h 1294879"/>
                <a:gd name="connsiteX29" fmla="*/ 102819 w 543610"/>
                <a:gd name="connsiteY29" fmla="*/ 1205662 h 1294879"/>
                <a:gd name="connsiteX30" fmla="*/ 91185 w 543610"/>
                <a:gd name="connsiteY30" fmla="*/ 1230382 h 1294879"/>
                <a:gd name="connsiteX31" fmla="*/ 98542 w 543610"/>
                <a:gd name="connsiteY31" fmla="*/ 1257242 h 1294879"/>
                <a:gd name="connsiteX32" fmla="*/ 134126 w 543610"/>
                <a:gd name="connsiteY32" fmla="*/ 1262288 h 1294879"/>
                <a:gd name="connsiteX33" fmla="*/ 135580 w 543610"/>
                <a:gd name="connsiteY33" fmla="*/ 1278969 h 1294879"/>
                <a:gd name="connsiteX34" fmla="*/ 174757 w 543610"/>
                <a:gd name="connsiteY34" fmla="*/ 1288378 h 1294879"/>
                <a:gd name="connsiteX35" fmla="*/ 199564 w 543610"/>
                <a:gd name="connsiteY35" fmla="*/ 1257156 h 1294879"/>
                <a:gd name="connsiteX36" fmla="*/ 193662 w 543610"/>
                <a:gd name="connsiteY36" fmla="*/ 1227389 h 1294879"/>
                <a:gd name="connsiteX37" fmla="*/ 196655 w 543610"/>
                <a:gd name="connsiteY37" fmla="*/ 1215755 h 1294879"/>
                <a:gd name="connsiteX38" fmla="*/ 214106 w 543610"/>
                <a:gd name="connsiteY38" fmla="*/ 1165629 h 1294879"/>
                <a:gd name="connsiteX39" fmla="*/ 211111 w 543610"/>
                <a:gd name="connsiteY39" fmla="*/ 1122004 h 1294879"/>
                <a:gd name="connsiteX40" fmla="*/ 207519 w 543610"/>
                <a:gd name="connsiteY40" fmla="*/ 1097283 h 1294879"/>
                <a:gd name="connsiteX41" fmla="*/ 219922 w 543610"/>
                <a:gd name="connsiteY41" fmla="*/ 986851 h 1294879"/>
                <a:gd name="connsiteX42" fmla="*/ 227107 w 543610"/>
                <a:gd name="connsiteY42" fmla="*/ 890192 h 1294879"/>
                <a:gd name="connsiteX43" fmla="*/ 230700 w 543610"/>
                <a:gd name="connsiteY43" fmla="*/ 874196 h 1294879"/>
                <a:gd name="connsiteX44" fmla="*/ 222061 w 543610"/>
                <a:gd name="connsiteY44" fmla="*/ 852383 h 1294879"/>
                <a:gd name="connsiteX45" fmla="*/ 243788 w 543610"/>
                <a:gd name="connsiteY45" fmla="*/ 819707 h 1294879"/>
                <a:gd name="connsiteX46" fmla="*/ 257645 w 543610"/>
                <a:gd name="connsiteY46" fmla="*/ 735451 h 1294879"/>
                <a:gd name="connsiteX47" fmla="*/ 263376 w 543610"/>
                <a:gd name="connsiteY47" fmla="*/ 733997 h 1294879"/>
                <a:gd name="connsiteX48" fmla="*/ 260468 w 543610"/>
                <a:gd name="connsiteY48" fmla="*/ 815345 h 1294879"/>
                <a:gd name="connsiteX49" fmla="*/ 264916 w 543610"/>
                <a:gd name="connsiteY49" fmla="*/ 886514 h 1294879"/>
                <a:gd name="connsiteX50" fmla="*/ 267055 w 543610"/>
                <a:gd name="connsiteY50" fmla="*/ 940318 h 1294879"/>
                <a:gd name="connsiteX51" fmla="*/ 267739 w 543610"/>
                <a:gd name="connsiteY51" fmla="*/ 960676 h 1294879"/>
                <a:gd name="connsiteX52" fmla="*/ 263975 w 543610"/>
                <a:gd name="connsiteY52" fmla="*/ 1031845 h 1294879"/>
                <a:gd name="connsiteX53" fmla="*/ 258244 w 543610"/>
                <a:gd name="connsiteY53" fmla="*/ 1055796 h 1294879"/>
                <a:gd name="connsiteX54" fmla="*/ 261836 w 543610"/>
                <a:gd name="connsiteY54" fmla="*/ 1121918 h 1294879"/>
                <a:gd name="connsiteX55" fmla="*/ 256105 w 543610"/>
                <a:gd name="connsiteY55" fmla="*/ 1136460 h 1294879"/>
                <a:gd name="connsiteX56" fmla="*/ 259014 w 543610"/>
                <a:gd name="connsiteY56" fmla="*/ 1162635 h 1294879"/>
                <a:gd name="connsiteX57" fmla="*/ 256105 w 543610"/>
                <a:gd name="connsiteY57" fmla="*/ 1184448 h 1294879"/>
                <a:gd name="connsiteX58" fmla="*/ 251058 w 543610"/>
                <a:gd name="connsiteY58" fmla="*/ 1227303 h 1294879"/>
                <a:gd name="connsiteX59" fmla="*/ 249604 w 543610"/>
                <a:gd name="connsiteY59" fmla="*/ 1259295 h 1294879"/>
                <a:gd name="connsiteX60" fmla="*/ 248150 w 543610"/>
                <a:gd name="connsiteY60" fmla="*/ 1293425 h 1294879"/>
                <a:gd name="connsiteX61" fmla="*/ 322227 w 543610"/>
                <a:gd name="connsiteY61" fmla="*/ 1294880 h 1294879"/>
                <a:gd name="connsiteX62" fmla="*/ 321543 w 543610"/>
                <a:gd name="connsiteY62" fmla="*/ 1281107 h 1294879"/>
                <a:gd name="connsiteX63" fmla="*/ 314957 w 543610"/>
                <a:gd name="connsiteY63" fmla="*/ 1265881 h 1294879"/>
                <a:gd name="connsiteX64" fmla="*/ 309910 w 543610"/>
                <a:gd name="connsiteY64" fmla="*/ 1254248 h 1294879"/>
                <a:gd name="connsiteX65" fmla="*/ 321543 w 543610"/>
                <a:gd name="connsiteY65" fmla="*/ 1250655 h 1294879"/>
                <a:gd name="connsiteX66" fmla="*/ 336085 w 543610"/>
                <a:gd name="connsiteY66" fmla="*/ 1132953 h 1294879"/>
                <a:gd name="connsiteX67" fmla="*/ 341132 w 543610"/>
                <a:gd name="connsiteY67" fmla="*/ 1084281 h 1294879"/>
                <a:gd name="connsiteX68" fmla="*/ 344724 w 543610"/>
                <a:gd name="connsiteY68" fmla="*/ 1042110 h 1294879"/>
                <a:gd name="connsiteX69" fmla="*/ 346863 w 543610"/>
                <a:gd name="connsiteY69" fmla="*/ 1002163 h 1294879"/>
                <a:gd name="connsiteX70" fmla="*/ 356358 w 543610"/>
                <a:gd name="connsiteY70" fmla="*/ 956399 h 1294879"/>
                <a:gd name="connsiteX71" fmla="*/ 363543 w 543610"/>
                <a:gd name="connsiteY71" fmla="*/ 889593 h 1294879"/>
                <a:gd name="connsiteX72" fmla="*/ 399128 w 543610"/>
                <a:gd name="connsiteY72" fmla="*/ 766074 h 1294879"/>
                <a:gd name="connsiteX73" fmla="*/ 423934 w 543610"/>
                <a:gd name="connsiteY73" fmla="*/ 681817 h 1294879"/>
                <a:gd name="connsiteX74" fmla="*/ 426842 w 543610"/>
                <a:gd name="connsiteY74" fmla="*/ 645206 h 1294879"/>
                <a:gd name="connsiteX75" fmla="*/ 435482 w 543610"/>
                <a:gd name="connsiteY75" fmla="*/ 647003 h 1294879"/>
                <a:gd name="connsiteX76" fmla="*/ 436337 w 543610"/>
                <a:gd name="connsiteY76" fmla="*/ 647345 h 1294879"/>
                <a:gd name="connsiteX77" fmla="*/ 473632 w 543610"/>
                <a:gd name="connsiteY77" fmla="*/ 649911 h 1294879"/>
                <a:gd name="connsiteX78" fmla="*/ 491767 w 543610"/>
                <a:gd name="connsiteY78" fmla="*/ 641186 h 1294879"/>
                <a:gd name="connsiteX79" fmla="*/ 507079 w 543610"/>
                <a:gd name="connsiteY79" fmla="*/ 612873 h 1294879"/>
                <a:gd name="connsiteX80" fmla="*/ 543347 w 543610"/>
                <a:gd name="connsiteY80" fmla="*/ 512278 h 1294879"/>
                <a:gd name="connsiteX81" fmla="*/ 535734 w 543610"/>
                <a:gd name="connsiteY81" fmla="*/ 448380 h 1294879"/>
                <a:gd name="connsiteX82" fmla="*/ 532826 w 543610"/>
                <a:gd name="connsiteY82" fmla="*/ 402274 h 1294879"/>
                <a:gd name="connsiteX83" fmla="*/ 525897 w 543610"/>
                <a:gd name="connsiteY83" fmla="*/ 357537 h 1294879"/>
                <a:gd name="connsiteX84" fmla="*/ 505282 w 543610"/>
                <a:gd name="connsiteY84" fmla="*/ 300482 h 1294879"/>
                <a:gd name="connsiteX85" fmla="*/ 470382 w 543610"/>
                <a:gd name="connsiteY85" fmla="*/ 224523 h 1294879"/>
                <a:gd name="connsiteX86" fmla="*/ 432317 w 543610"/>
                <a:gd name="connsiteY86" fmla="*/ 201941 h 1294879"/>
                <a:gd name="connsiteX87" fmla="*/ 409991 w 543610"/>
                <a:gd name="connsiteY87" fmla="*/ 165672 h 1294879"/>
                <a:gd name="connsiteX88" fmla="*/ 374577 w 543610"/>
                <a:gd name="connsiteY88" fmla="*/ 157631 h 1294879"/>
                <a:gd name="connsiteX89" fmla="*/ 364313 w 543610"/>
                <a:gd name="connsiteY89" fmla="*/ 155835 h 1294879"/>
                <a:gd name="connsiteX90" fmla="*/ 343955 w 543610"/>
                <a:gd name="connsiteY90" fmla="*/ 161481 h 1294879"/>
                <a:gd name="connsiteX91" fmla="*/ 333690 w 543610"/>
                <a:gd name="connsiteY91" fmla="*/ 166784 h 1294879"/>
                <a:gd name="connsiteX92" fmla="*/ 326162 w 543610"/>
                <a:gd name="connsiteY92" fmla="*/ 174739 h 1294879"/>
                <a:gd name="connsiteX93" fmla="*/ 323425 w 543610"/>
                <a:gd name="connsiteY93" fmla="*/ 174739 h 1294879"/>
                <a:gd name="connsiteX94" fmla="*/ 320517 w 543610"/>
                <a:gd name="connsiteY94" fmla="*/ 168238 h 1294879"/>
                <a:gd name="connsiteX95" fmla="*/ 316069 w 543610"/>
                <a:gd name="connsiteY95" fmla="*/ 164389 h 1294879"/>
                <a:gd name="connsiteX96" fmla="*/ 314957 w 543610"/>
                <a:gd name="connsiteY96" fmla="*/ 152927 h 1294879"/>
                <a:gd name="connsiteX97" fmla="*/ 319319 w 543610"/>
                <a:gd name="connsiteY97" fmla="*/ 122389 h 1294879"/>
                <a:gd name="connsiteX98" fmla="*/ 326419 w 543610"/>
                <a:gd name="connsiteY98" fmla="*/ 120764 h 1294879"/>
                <a:gd name="connsiteX99" fmla="*/ 326419 w 543610"/>
                <a:gd name="connsiteY99" fmla="*/ 94075 h 1294879"/>
                <a:gd name="connsiteX100" fmla="*/ 322655 w 543610"/>
                <a:gd name="connsiteY100" fmla="*/ 81501 h 1294879"/>
                <a:gd name="connsiteX101" fmla="*/ 320944 w 543610"/>
                <a:gd name="connsiteY101" fmla="*/ 48825 h 1294879"/>
                <a:gd name="connsiteX102" fmla="*/ 312305 w 543610"/>
                <a:gd name="connsiteY102" fmla="*/ 26499 h 1294879"/>
                <a:gd name="connsiteX103" fmla="*/ 303066 w 543610"/>
                <a:gd name="connsiteY103" fmla="*/ 15037 h 1294879"/>
                <a:gd name="connsiteX104" fmla="*/ 294256 w 543610"/>
                <a:gd name="connsiteY104" fmla="*/ 6312 h 1294879"/>
                <a:gd name="connsiteX105" fmla="*/ 274068 w 543610"/>
                <a:gd name="connsiteY105" fmla="*/ 324 h 1294879"/>
                <a:gd name="connsiteX106" fmla="*/ 255079 w 543610"/>
                <a:gd name="connsiteY106" fmla="*/ 324 h 1294879"/>
                <a:gd name="connsiteX107" fmla="*/ 231556 w 543610"/>
                <a:gd name="connsiteY107" fmla="*/ 7937 h 1294879"/>
                <a:gd name="connsiteX108" fmla="*/ 219580 w 543610"/>
                <a:gd name="connsiteY108" fmla="*/ 16662 h 1294879"/>
                <a:gd name="connsiteX109" fmla="*/ 214106 w 543610"/>
                <a:gd name="connsiteY109" fmla="*/ 26499 h 1294879"/>
                <a:gd name="connsiteX110" fmla="*/ 209743 w 543610"/>
                <a:gd name="connsiteY110" fmla="*/ 38475 h 1294879"/>
                <a:gd name="connsiteX111" fmla="*/ 205380 w 543610"/>
                <a:gd name="connsiteY111" fmla="*/ 52674 h 1294879"/>
                <a:gd name="connsiteX112" fmla="*/ 206407 w 543610"/>
                <a:gd name="connsiteY112" fmla="*/ 66788 h 1294879"/>
                <a:gd name="connsiteX113" fmla="*/ 209743 w 543610"/>
                <a:gd name="connsiteY113" fmla="*/ 82613 h 1294879"/>
                <a:gd name="connsiteX114" fmla="*/ 212908 w 543610"/>
                <a:gd name="connsiteY114" fmla="*/ 96214 h 1294879"/>
                <a:gd name="connsiteX115" fmla="*/ 210770 w 543610"/>
                <a:gd name="connsiteY115" fmla="*/ 99464 h 1294879"/>
                <a:gd name="connsiteX116" fmla="*/ 212480 w 543610"/>
                <a:gd name="connsiteY116" fmla="*/ 109815 h 1294879"/>
                <a:gd name="connsiteX117" fmla="*/ 215218 w 543610"/>
                <a:gd name="connsiteY117" fmla="*/ 128890 h 1294879"/>
                <a:gd name="connsiteX118" fmla="*/ 217955 w 543610"/>
                <a:gd name="connsiteY118" fmla="*/ 136503 h 1294879"/>
                <a:gd name="connsiteX119" fmla="*/ 225054 w 543610"/>
                <a:gd name="connsiteY119" fmla="*/ 134878 h 1294879"/>
                <a:gd name="connsiteX120" fmla="*/ 232069 w 543610"/>
                <a:gd name="connsiteY120" fmla="*/ 152841 h 1294879"/>
                <a:gd name="connsiteX121" fmla="*/ 239682 w 543610"/>
                <a:gd name="connsiteY121" fmla="*/ 162079 h 1294879"/>
                <a:gd name="connsiteX122" fmla="*/ 240708 w 543610"/>
                <a:gd name="connsiteY122" fmla="*/ 180043 h 1294879"/>
                <a:gd name="connsiteX123" fmla="*/ 235491 w 543610"/>
                <a:gd name="connsiteY123" fmla="*/ 194242 h 1294879"/>
                <a:gd name="connsiteX124" fmla="*/ 234036 w 543610"/>
                <a:gd name="connsiteY124" fmla="*/ 214601 h 1294879"/>
                <a:gd name="connsiteX125" fmla="*/ 202729 w 543610"/>
                <a:gd name="connsiteY125" fmla="*/ 234959 h 1294879"/>
                <a:gd name="connsiteX126" fmla="*/ 139429 w 543610"/>
                <a:gd name="connsiteY126" fmla="*/ 276360 h 1294879"/>
                <a:gd name="connsiteX127" fmla="*/ 127882 w 543610"/>
                <a:gd name="connsiteY127" fmla="*/ 309036 h 1294879"/>
                <a:gd name="connsiteX128" fmla="*/ 116932 w 543610"/>
                <a:gd name="connsiteY128" fmla="*/ 357708 h 1294879"/>
                <a:gd name="connsiteX129" fmla="*/ 105299 w 543610"/>
                <a:gd name="connsiteY129" fmla="*/ 436918 h 1294879"/>
                <a:gd name="connsiteX130" fmla="*/ 92896 w 543610"/>
                <a:gd name="connsiteY130" fmla="*/ 515358 h 1294879"/>
                <a:gd name="connsiteX131" fmla="*/ 89988 w 543610"/>
                <a:gd name="connsiteY131" fmla="*/ 542987 h 1294879"/>
                <a:gd name="connsiteX132" fmla="*/ 84941 w 543610"/>
                <a:gd name="connsiteY132" fmla="*/ 581480 h 1294879"/>
                <a:gd name="connsiteX133" fmla="*/ 79210 w 543610"/>
                <a:gd name="connsiteY133" fmla="*/ 647602 h 1294879"/>
                <a:gd name="connsiteX134" fmla="*/ 79894 w 543610"/>
                <a:gd name="connsiteY134" fmla="*/ 662143 h 1294879"/>
                <a:gd name="connsiteX135" fmla="*/ 73992 w 543610"/>
                <a:gd name="connsiteY135" fmla="*/ 680278 h 1294879"/>
                <a:gd name="connsiteX136" fmla="*/ 72537 w 543610"/>
                <a:gd name="connsiteY136" fmla="*/ 704229 h 1294879"/>
                <a:gd name="connsiteX137" fmla="*/ 108122 w 543610"/>
                <a:gd name="connsiteY137" fmla="*/ 710046 h 1294879"/>
                <a:gd name="connsiteX138" fmla="*/ 116932 w 543610"/>
                <a:gd name="connsiteY138" fmla="*/ 679508 h 1294879"/>
                <a:gd name="connsiteX139" fmla="*/ 121979 w 543610"/>
                <a:gd name="connsiteY139" fmla="*/ 664282 h 1294879"/>
                <a:gd name="connsiteX140" fmla="*/ 127882 w 543610"/>
                <a:gd name="connsiteY140" fmla="*/ 653418 h 1294879"/>
                <a:gd name="connsiteX141" fmla="*/ 128908 w 543610"/>
                <a:gd name="connsiteY141" fmla="*/ 648457 h 1294879"/>
                <a:gd name="connsiteX142" fmla="*/ 130790 w 543610"/>
                <a:gd name="connsiteY142" fmla="*/ 675915 h 1294879"/>
                <a:gd name="connsiteX143" fmla="*/ 133698 w 543610"/>
                <a:gd name="connsiteY143" fmla="*/ 729720 h 1294879"/>
                <a:gd name="connsiteX144" fmla="*/ 139429 w 543610"/>
                <a:gd name="connsiteY144" fmla="*/ 782754 h 1294879"/>
                <a:gd name="connsiteX145" fmla="*/ 138745 w 543610"/>
                <a:gd name="connsiteY145" fmla="*/ 795756 h 1294879"/>
                <a:gd name="connsiteX146" fmla="*/ 137034 w 543610"/>
                <a:gd name="connsiteY146" fmla="*/ 795157 h 1294879"/>
                <a:gd name="connsiteX147" fmla="*/ 125401 w 543610"/>
                <a:gd name="connsiteY147" fmla="*/ 792591 h 1294879"/>
                <a:gd name="connsiteX148" fmla="*/ 121808 w 543610"/>
                <a:gd name="connsiteY148" fmla="*/ 792249 h 1294879"/>
                <a:gd name="connsiteX149" fmla="*/ 102476 w 543610"/>
                <a:gd name="connsiteY149" fmla="*/ 787117 h 1294879"/>
                <a:gd name="connsiteX150" fmla="*/ 103588 w 543610"/>
                <a:gd name="connsiteY150" fmla="*/ 759915 h 1294879"/>
                <a:gd name="connsiteX151" fmla="*/ 105299 w 543610"/>
                <a:gd name="connsiteY151" fmla="*/ 752217 h 1294879"/>
                <a:gd name="connsiteX152" fmla="*/ 103845 w 543610"/>
                <a:gd name="connsiteY152" fmla="*/ 742807 h 1294879"/>
                <a:gd name="connsiteX153" fmla="*/ 102391 w 543610"/>
                <a:gd name="connsiteY153" fmla="*/ 732628 h 1294879"/>
                <a:gd name="connsiteX154" fmla="*/ 106753 w 543610"/>
                <a:gd name="connsiteY154" fmla="*/ 718856 h 1294879"/>
                <a:gd name="connsiteX155" fmla="*/ 72623 w 543610"/>
                <a:gd name="connsiteY155" fmla="*/ 704314 h 1294879"/>
                <a:gd name="connsiteX156" fmla="*/ 55943 w 543610"/>
                <a:gd name="connsiteY156" fmla="*/ 737760 h 1294879"/>
                <a:gd name="connsiteX157" fmla="*/ 62871 w 543610"/>
                <a:gd name="connsiteY157" fmla="*/ 753671 h 1294879"/>
                <a:gd name="connsiteX158" fmla="*/ 62615 w 543610"/>
                <a:gd name="connsiteY158" fmla="*/ 775483 h 1294879"/>
                <a:gd name="connsiteX159" fmla="*/ 52094 w 543610"/>
                <a:gd name="connsiteY159" fmla="*/ 772575 h 1294879"/>
                <a:gd name="connsiteX160" fmla="*/ 52094 w 543610"/>
                <a:gd name="connsiteY160" fmla="*/ 772575 h 1294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</a:cxnLst>
              <a:rect l="l" t="t" r="r" b="b"/>
              <a:pathLst>
                <a:path w="543610" h="1294879">
                  <a:moveTo>
                    <a:pt x="78354" y="766330"/>
                  </a:moveTo>
                  <a:lnTo>
                    <a:pt x="79210" y="766330"/>
                  </a:lnTo>
                  <a:cubicBezTo>
                    <a:pt x="82203" y="768811"/>
                    <a:pt x="85967" y="770693"/>
                    <a:pt x="88876" y="770351"/>
                  </a:cubicBezTo>
                  <a:lnTo>
                    <a:pt x="92041" y="769581"/>
                  </a:lnTo>
                  <a:cubicBezTo>
                    <a:pt x="92725" y="770351"/>
                    <a:pt x="94607" y="772832"/>
                    <a:pt x="94350" y="777280"/>
                  </a:cubicBezTo>
                  <a:cubicBezTo>
                    <a:pt x="94093" y="782754"/>
                    <a:pt x="94093" y="785235"/>
                    <a:pt x="94093" y="785235"/>
                  </a:cubicBezTo>
                  <a:lnTo>
                    <a:pt x="74334" y="779760"/>
                  </a:lnTo>
                  <a:cubicBezTo>
                    <a:pt x="74334" y="779760"/>
                    <a:pt x="70741" y="764534"/>
                    <a:pt x="78354" y="766330"/>
                  </a:cubicBezTo>
                  <a:lnTo>
                    <a:pt x="78354" y="766330"/>
                  </a:lnTo>
                  <a:close/>
                  <a:moveTo>
                    <a:pt x="431547" y="201342"/>
                  </a:moveTo>
                  <a:lnTo>
                    <a:pt x="431119" y="201342"/>
                  </a:lnTo>
                  <a:cubicBezTo>
                    <a:pt x="431119" y="201342"/>
                    <a:pt x="430435" y="200487"/>
                    <a:pt x="430435" y="200487"/>
                  </a:cubicBezTo>
                  <a:lnTo>
                    <a:pt x="431633" y="201342"/>
                  </a:lnTo>
                  <a:lnTo>
                    <a:pt x="431633" y="201342"/>
                  </a:lnTo>
                  <a:close/>
                  <a:moveTo>
                    <a:pt x="52265" y="772489"/>
                  </a:moveTo>
                  <a:cubicBezTo>
                    <a:pt x="49698" y="772489"/>
                    <a:pt x="5731" y="776168"/>
                    <a:pt x="5731" y="776168"/>
                  </a:cubicBezTo>
                  <a:cubicBezTo>
                    <a:pt x="5731" y="776168"/>
                    <a:pt x="0" y="778306"/>
                    <a:pt x="0" y="784550"/>
                  </a:cubicBezTo>
                  <a:cubicBezTo>
                    <a:pt x="0" y="790795"/>
                    <a:pt x="2909" y="1006526"/>
                    <a:pt x="2909" y="1006526"/>
                  </a:cubicBezTo>
                  <a:cubicBezTo>
                    <a:pt x="2909" y="1006526"/>
                    <a:pt x="7955" y="1011572"/>
                    <a:pt x="11291" y="1012000"/>
                  </a:cubicBezTo>
                  <a:cubicBezTo>
                    <a:pt x="14456" y="1012342"/>
                    <a:pt x="19674" y="1012000"/>
                    <a:pt x="19674" y="1012000"/>
                  </a:cubicBezTo>
                  <a:cubicBezTo>
                    <a:pt x="19674" y="1012000"/>
                    <a:pt x="18990" y="1016363"/>
                    <a:pt x="22583" y="1016363"/>
                  </a:cubicBezTo>
                  <a:cubicBezTo>
                    <a:pt x="26175" y="1016363"/>
                    <a:pt x="26175" y="1012770"/>
                    <a:pt x="26175" y="1012770"/>
                  </a:cubicBezTo>
                  <a:lnTo>
                    <a:pt x="107181" y="1021495"/>
                  </a:lnTo>
                  <a:cubicBezTo>
                    <a:pt x="107181" y="1021495"/>
                    <a:pt x="106924" y="1024746"/>
                    <a:pt x="109747" y="1025515"/>
                  </a:cubicBezTo>
                  <a:cubicBezTo>
                    <a:pt x="112655" y="1026285"/>
                    <a:pt x="114110" y="1022265"/>
                    <a:pt x="114110" y="1022265"/>
                  </a:cubicBezTo>
                  <a:lnTo>
                    <a:pt x="116847" y="1022265"/>
                  </a:lnTo>
                  <a:cubicBezTo>
                    <a:pt x="114794" y="1041426"/>
                    <a:pt x="111116" y="1065975"/>
                    <a:pt x="109320" y="1078550"/>
                  </a:cubicBezTo>
                  <a:cubicBezTo>
                    <a:pt x="107181" y="1095230"/>
                    <a:pt x="104957" y="1117043"/>
                    <a:pt x="104957" y="1128676"/>
                  </a:cubicBezTo>
                  <a:cubicBezTo>
                    <a:pt x="104957" y="1140309"/>
                    <a:pt x="103503" y="1167169"/>
                    <a:pt x="103503" y="1183165"/>
                  </a:cubicBezTo>
                  <a:cubicBezTo>
                    <a:pt x="103503" y="1199161"/>
                    <a:pt x="102819" y="1205662"/>
                    <a:pt x="102819" y="1205662"/>
                  </a:cubicBezTo>
                  <a:cubicBezTo>
                    <a:pt x="102819" y="1205662"/>
                    <a:pt x="91185" y="1214387"/>
                    <a:pt x="91185" y="1230382"/>
                  </a:cubicBezTo>
                  <a:cubicBezTo>
                    <a:pt x="91185" y="1246378"/>
                    <a:pt x="88277" y="1255103"/>
                    <a:pt x="98542" y="1257242"/>
                  </a:cubicBezTo>
                  <a:cubicBezTo>
                    <a:pt x="108635" y="1259380"/>
                    <a:pt x="130533" y="1259380"/>
                    <a:pt x="134126" y="1262288"/>
                  </a:cubicBezTo>
                  <a:cubicBezTo>
                    <a:pt x="137718" y="1265197"/>
                    <a:pt x="135580" y="1278969"/>
                    <a:pt x="135580" y="1278969"/>
                  </a:cubicBezTo>
                  <a:cubicBezTo>
                    <a:pt x="135580" y="1278969"/>
                    <a:pt x="143536" y="1290603"/>
                    <a:pt x="174757" y="1288378"/>
                  </a:cubicBezTo>
                  <a:cubicBezTo>
                    <a:pt x="206065" y="1286240"/>
                    <a:pt x="201018" y="1275291"/>
                    <a:pt x="199564" y="1257156"/>
                  </a:cubicBezTo>
                  <a:cubicBezTo>
                    <a:pt x="198110" y="1239022"/>
                    <a:pt x="193662" y="1233890"/>
                    <a:pt x="193662" y="1227389"/>
                  </a:cubicBezTo>
                  <a:cubicBezTo>
                    <a:pt x="193662" y="1220888"/>
                    <a:pt x="194346" y="1219433"/>
                    <a:pt x="196655" y="1215755"/>
                  </a:cubicBezTo>
                  <a:cubicBezTo>
                    <a:pt x="198794" y="1212162"/>
                    <a:pt x="214106" y="1177262"/>
                    <a:pt x="214106" y="1165629"/>
                  </a:cubicBezTo>
                  <a:cubicBezTo>
                    <a:pt x="214106" y="1153996"/>
                    <a:pt x="211111" y="1132953"/>
                    <a:pt x="211111" y="1122004"/>
                  </a:cubicBezTo>
                  <a:cubicBezTo>
                    <a:pt x="211111" y="1111055"/>
                    <a:pt x="206835" y="1108916"/>
                    <a:pt x="207519" y="1097283"/>
                  </a:cubicBezTo>
                  <a:cubicBezTo>
                    <a:pt x="208203" y="1085650"/>
                    <a:pt x="219152" y="1013711"/>
                    <a:pt x="219922" y="986851"/>
                  </a:cubicBezTo>
                  <a:cubicBezTo>
                    <a:pt x="220606" y="959992"/>
                    <a:pt x="224285" y="899687"/>
                    <a:pt x="227107" y="890192"/>
                  </a:cubicBezTo>
                  <a:cubicBezTo>
                    <a:pt x="230102" y="880782"/>
                    <a:pt x="233010" y="877104"/>
                    <a:pt x="230700" y="874196"/>
                  </a:cubicBezTo>
                  <a:cubicBezTo>
                    <a:pt x="228562" y="871288"/>
                    <a:pt x="219152" y="858200"/>
                    <a:pt x="222061" y="852383"/>
                  </a:cubicBezTo>
                  <a:cubicBezTo>
                    <a:pt x="224969" y="846567"/>
                    <a:pt x="240965" y="831341"/>
                    <a:pt x="243788" y="819707"/>
                  </a:cubicBezTo>
                  <a:cubicBezTo>
                    <a:pt x="246696" y="808074"/>
                    <a:pt x="254737" y="740498"/>
                    <a:pt x="257645" y="735451"/>
                  </a:cubicBezTo>
                  <a:cubicBezTo>
                    <a:pt x="260554" y="730404"/>
                    <a:pt x="262692" y="729634"/>
                    <a:pt x="263376" y="733997"/>
                  </a:cubicBezTo>
                  <a:cubicBezTo>
                    <a:pt x="264060" y="738359"/>
                    <a:pt x="258329" y="803711"/>
                    <a:pt x="260468" y="815345"/>
                  </a:cubicBezTo>
                  <a:cubicBezTo>
                    <a:pt x="262606" y="826978"/>
                    <a:pt x="265686" y="872057"/>
                    <a:pt x="264916" y="886514"/>
                  </a:cubicBezTo>
                  <a:cubicBezTo>
                    <a:pt x="264060" y="901055"/>
                    <a:pt x="264060" y="934501"/>
                    <a:pt x="267055" y="940318"/>
                  </a:cubicBezTo>
                  <a:cubicBezTo>
                    <a:pt x="269963" y="946135"/>
                    <a:pt x="269963" y="954090"/>
                    <a:pt x="267739" y="960676"/>
                  </a:cubicBezTo>
                  <a:cubicBezTo>
                    <a:pt x="265600" y="967177"/>
                    <a:pt x="264831" y="1020982"/>
                    <a:pt x="263975" y="1031845"/>
                  </a:cubicBezTo>
                  <a:cubicBezTo>
                    <a:pt x="263291" y="1042709"/>
                    <a:pt x="258244" y="1042709"/>
                    <a:pt x="258244" y="1055796"/>
                  </a:cubicBezTo>
                  <a:cubicBezTo>
                    <a:pt x="258244" y="1068884"/>
                    <a:pt x="261152" y="1113193"/>
                    <a:pt x="261836" y="1121918"/>
                  </a:cubicBezTo>
                  <a:cubicBezTo>
                    <a:pt x="262521" y="1130643"/>
                    <a:pt x="257474" y="1129189"/>
                    <a:pt x="256105" y="1136460"/>
                  </a:cubicBezTo>
                  <a:cubicBezTo>
                    <a:pt x="254651" y="1143731"/>
                    <a:pt x="256105" y="1151772"/>
                    <a:pt x="259014" y="1162635"/>
                  </a:cubicBezTo>
                  <a:cubicBezTo>
                    <a:pt x="261922" y="1173499"/>
                    <a:pt x="261152" y="1171360"/>
                    <a:pt x="256105" y="1184448"/>
                  </a:cubicBezTo>
                  <a:cubicBezTo>
                    <a:pt x="251058" y="1197535"/>
                    <a:pt x="250374" y="1214216"/>
                    <a:pt x="251058" y="1227303"/>
                  </a:cubicBezTo>
                  <a:cubicBezTo>
                    <a:pt x="251743" y="1240391"/>
                    <a:pt x="249604" y="1246892"/>
                    <a:pt x="249604" y="1259295"/>
                  </a:cubicBezTo>
                  <a:cubicBezTo>
                    <a:pt x="249604" y="1271698"/>
                    <a:pt x="248150" y="1293425"/>
                    <a:pt x="248150" y="1293425"/>
                  </a:cubicBezTo>
                  <a:lnTo>
                    <a:pt x="322227" y="1294880"/>
                  </a:lnTo>
                  <a:cubicBezTo>
                    <a:pt x="322227" y="1294880"/>
                    <a:pt x="322912" y="1286154"/>
                    <a:pt x="321543" y="1281107"/>
                  </a:cubicBezTo>
                  <a:cubicBezTo>
                    <a:pt x="320089" y="1276061"/>
                    <a:pt x="314957" y="1270928"/>
                    <a:pt x="314957" y="1265881"/>
                  </a:cubicBezTo>
                  <a:cubicBezTo>
                    <a:pt x="314957" y="1260834"/>
                    <a:pt x="310594" y="1258610"/>
                    <a:pt x="309910" y="1254248"/>
                  </a:cubicBezTo>
                  <a:cubicBezTo>
                    <a:pt x="309226" y="1249885"/>
                    <a:pt x="319405" y="1253564"/>
                    <a:pt x="321543" y="1250655"/>
                  </a:cubicBezTo>
                  <a:cubicBezTo>
                    <a:pt x="323682" y="1247747"/>
                    <a:pt x="336085" y="1160582"/>
                    <a:pt x="336085" y="1132953"/>
                  </a:cubicBezTo>
                  <a:cubicBezTo>
                    <a:pt x="336085" y="1105324"/>
                    <a:pt x="340447" y="1093690"/>
                    <a:pt x="341132" y="1084281"/>
                  </a:cubicBezTo>
                  <a:cubicBezTo>
                    <a:pt x="341816" y="1074872"/>
                    <a:pt x="344040" y="1051605"/>
                    <a:pt x="344724" y="1042110"/>
                  </a:cubicBezTo>
                  <a:cubicBezTo>
                    <a:pt x="345409" y="1032701"/>
                    <a:pt x="344040" y="1011572"/>
                    <a:pt x="346863" y="1002163"/>
                  </a:cubicBezTo>
                  <a:cubicBezTo>
                    <a:pt x="349857" y="992754"/>
                    <a:pt x="354903" y="968033"/>
                    <a:pt x="356358" y="956399"/>
                  </a:cubicBezTo>
                  <a:cubicBezTo>
                    <a:pt x="357812" y="944766"/>
                    <a:pt x="355673" y="915683"/>
                    <a:pt x="363543" y="889593"/>
                  </a:cubicBezTo>
                  <a:cubicBezTo>
                    <a:pt x="371584" y="863418"/>
                    <a:pt x="391172" y="795157"/>
                    <a:pt x="399128" y="766074"/>
                  </a:cubicBezTo>
                  <a:cubicBezTo>
                    <a:pt x="407168" y="736990"/>
                    <a:pt x="418887" y="694135"/>
                    <a:pt x="423934" y="681817"/>
                  </a:cubicBezTo>
                  <a:cubicBezTo>
                    <a:pt x="426414" y="675915"/>
                    <a:pt x="426928" y="661459"/>
                    <a:pt x="426842" y="645206"/>
                  </a:cubicBezTo>
                  <a:cubicBezTo>
                    <a:pt x="427869" y="645463"/>
                    <a:pt x="431889" y="646319"/>
                    <a:pt x="435482" y="647003"/>
                  </a:cubicBezTo>
                  <a:lnTo>
                    <a:pt x="436337" y="647345"/>
                  </a:lnTo>
                  <a:cubicBezTo>
                    <a:pt x="440700" y="649141"/>
                    <a:pt x="466019" y="648115"/>
                    <a:pt x="473632" y="649911"/>
                  </a:cubicBezTo>
                  <a:cubicBezTo>
                    <a:pt x="481245" y="651708"/>
                    <a:pt x="486292" y="645549"/>
                    <a:pt x="491767" y="641186"/>
                  </a:cubicBezTo>
                  <a:cubicBezTo>
                    <a:pt x="497241" y="636824"/>
                    <a:pt x="503400" y="623052"/>
                    <a:pt x="507079" y="612873"/>
                  </a:cubicBezTo>
                  <a:cubicBezTo>
                    <a:pt x="510671" y="602693"/>
                    <a:pt x="541636" y="517667"/>
                    <a:pt x="543347" y="512278"/>
                  </a:cubicBezTo>
                  <a:cubicBezTo>
                    <a:pt x="545229" y="506804"/>
                    <a:pt x="536419" y="459244"/>
                    <a:pt x="535734" y="448380"/>
                  </a:cubicBezTo>
                  <a:cubicBezTo>
                    <a:pt x="535050" y="437517"/>
                    <a:pt x="533596" y="418185"/>
                    <a:pt x="532826" y="402274"/>
                  </a:cubicBezTo>
                  <a:cubicBezTo>
                    <a:pt x="532142" y="386278"/>
                    <a:pt x="527095" y="365236"/>
                    <a:pt x="525897" y="357537"/>
                  </a:cubicBezTo>
                  <a:cubicBezTo>
                    <a:pt x="524870" y="349924"/>
                    <a:pt x="508191" y="307069"/>
                    <a:pt x="505282" y="300482"/>
                  </a:cubicBezTo>
                  <a:cubicBezTo>
                    <a:pt x="502288" y="293896"/>
                    <a:pt x="476883" y="230340"/>
                    <a:pt x="470382" y="224523"/>
                  </a:cubicBezTo>
                  <a:cubicBezTo>
                    <a:pt x="464651" y="219476"/>
                    <a:pt x="438219" y="204678"/>
                    <a:pt x="432317" y="201941"/>
                  </a:cubicBezTo>
                  <a:cubicBezTo>
                    <a:pt x="428468" y="195953"/>
                    <a:pt x="422822" y="175167"/>
                    <a:pt x="409991" y="165672"/>
                  </a:cubicBezTo>
                  <a:cubicBezTo>
                    <a:pt x="404516" y="161652"/>
                    <a:pt x="382020" y="158487"/>
                    <a:pt x="374577" y="157631"/>
                  </a:cubicBezTo>
                  <a:cubicBezTo>
                    <a:pt x="370985" y="154979"/>
                    <a:pt x="368675" y="153953"/>
                    <a:pt x="364313" y="155835"/>
                  </a:cubicBezTo>
                  <a:cubicBezTo>
                    <a:pt x="357555" y="155921"/>
                    <a:pt x="350199" y="158658"/>
                    <a:pt x="343955" y="161481"/>
                  </a:cubicBezTo>
                  <a:cubicBezTo>
                    <a:pt x="340105" y="162507"/>
                    <a:pt x="336341" y="164047"/>
                    <a:pt x="333690" y="166784"/>
                  </a:cubicBezTo>
                  <a:cubicBezTo>
                    <a:pt x="329327" y="169094"/>
                    <a:pt x="327788" y="171403"/>
                    <a:pt x="326162" y="174739"/>
                  </a:cubicBezTo>
                  <a:lnTo>
                    <a:pt x="323425" y="174739"/>
                  </a:lnTo>
                  <a:cubicBezTo>
                    <a:pt x="321286" y="172601"/>
                    <a:pt x="326334" y="169692"/>
                    <a:pt x="320517" y="168238"/>
                  </a:cubicBezTo>
                  <a:cubicBezTo>
                    <a:pt x="317095" y="167383"/>
                    <a:pt x="316924" y="165244"/>
                    <a:pt x="316069" y="164389"/>
                  </a:cubicBezTo>
                  <a:cubicBezTo>
                    <a:pt x="315641" y="159171"/>
                    <a:pt x="314957" y="153782"/>
                    <a:pt x="314957" y="152927"/>
                  </a:cubicBezTo>
                  <a:cubicBezTo>
                    <a:pt x="314957" y="151301"/>
                    <a:pt x="318122" y="130002"/>
                    <a:pt x="319319" y="122389"/>
                  </a:cubicBezTo>
                  <a:cubicBezTo>
                    <a:pt x="319319" y="122389"/>
                    <a:pt x="324195" y="124014"/>
                    <a:pt x="326419" y="120764"/>
                  </a:cubicBezTo>
                  <a:cubicBezTo>
                    <a:pt x="328558" y="117513"/>
                    <a:pt x="327531" y="100063"/>
                    <a:pt x="326419" y="94075"/>
                  </a:cubicBezTo>
                  <a:cubicBezTo>
                    <a:pt x="325392" y="88088"/>
                    <a:pt x="328558" y="82613"/>
                    <a:pt x="322655" y="81501"/>
                  </a:cubicBezTo>
                  <a:cubicBezTo>
                    <a:pt x="322655" y="81501"/>
                    <a:pt x="323682" y="61314"/>
                    <a:pt x="320944" y="48825"/>
                  </a:cubicBezTo>
                  <a:cubicBezTo>
                    <a:pt x="318207" y="36251"/>
                    <a:pt x="317181" y="32487"/>
                    <a:pt x="312305" y="26499"/>
                  </a:cubicBezTo>
                  <a:cubicBezTo>
                    <a:pt x="307429" y="20511"/>
                    <a:pt x="304692" y="20511"/>
                    <a:pt x="303066" y="15037"/>
                  </a:cubicBezTo>
                  <a:cubicBezTo>
                    <a:pt x="301356" y="9562"/>
                    <a:pt x="297592" y="9049"/>
                    <a:pt x="294256" y="6312"/>
                  </a:cubicBezTo>
                  <a:cubicBezTo>
                    <a:pt x="290920" y="3575"/>
                    <a:pt x="279543" y="-1301"/>
                    <a:pt x="274068" y="324"/>
                  </a:cubicBezTo>
                  <a:cubicBezTo>
                    <a:pt x="268594" y="1949"/>
                    <a:pt x="259955" y="-189"/>
                    <a:pt x="255079" y="324"/>
                  </a:cubicBezTo>
                  <a:cubicBezTo>
                    <a:pt x="247466" y="1180"/>
                    <a:pt x="235918" y="5200"/>
                    <a:pt x="231556" y="7937"/>
                  </a:cubicBezTo>
                  <a:cubicBezTo>
                    <a:pt x="227193" y="10674"/>
                    <a:pt x="222916" y="12300"/>
                    <a:pt x="219580" y="16662"/>
                  </a:cubicBezTo>
                  <a:cubicBezTo>
                    <a:pt x="216244" y="21025"/>
                    <a:pt x="214704" y="19400"/>
                    <a:pt x="214106" y="26499"/>
                  </a:cubicBezTo>
                  <a:cubicBezTo>
                    <a:pt x="213507" y="33599"/>
                    <a:pt x="212994" y="33599"/>
                    <a:pt x="209743" y="38475"/>
                  </a:cubicBezTo>
                  <a:cubicBezTo>
                    <a:pt x="206407" y="43351"/>
                    <a:pt x="203670" y="46686"/>
                    <a:pt x="205380" y="52674"/>
                  </a:cubicBezTo>
                  <a:cubicBezTo>
                    <a:pt x="207006" y="58662"/>
                    <a:pt x="207006" y="61399"/>
                    <a:pt x="206407" y="66788"/>
                  </a:cubicBezTo>
                  <a:cubicBezTo>
                    <a:pt x="205808" y="72263"/>
                    <a:pt x="207006" y="76625"/>
                    <a:pt x="209743" y="82613"/>
                  </a:cubicBezTo>
                  <a:cubicBezTo>
                    <a:pt x="212480" y="88601"/>
                    <a:pt x="215218" y="92963"/>
                    <a:pt x="212908" y="96214"/>
                  </a:cubicBezTo>
                  <a:cubicBezTo>
                    <a:pt x="210770" y="99464"/>
                    <a:pt x="212908" y="95102"/>
                    <a:pt x="210770" y="99464"/>
                  </a:cubicBezTo>
                  <a:cubicBezTo>
                    <a:pt x="208631" y="103827"/>
                    <a:pt x="211368" y="104939"/>
                    <a:pt x="212480" y="109815"/>
                  </a:cubicBezTo>
                  <a:cubicBezTo>
                    <a:pt x="213507" y="114690"/>
                    <a:pt x="214619" y="124014"/>
                    <a:pt x="215218" y="128890"/>
                  </a:cubicBezTo>
                  <a:cubicBezTo>
                    <a:pt x="215645" y="133766"/>
                    <a:pt x="212908" y="137102"/>
                    <a:pt x="217955" y="136503"/>
                  </a:cubicBezTo>
                  <a:cubicBezTo>
                    <a:pt x="222830" y="135990"/>
                    <a:pt x="223258" y="133766"/>
                    <a:pt x="225054" y="134878"/>
                  </a:cubicBezTo>
                  <a:cubicBezTo>
                    <a:pt x="226680" y="135990"/>
                    <a:pt x="226680" y="146853"/>
                    <a:pt x="232069" y="152841"/>
                  </a:cubicBezTo>
                  <a:cubicBezTo>
                    <a:pt x="237543" y="158829"/>
                    <a:pt x="239682" y="158829"/>
                    <a:pt x="239682" y="162079"/>
                  </a:cubicBezTo>
                  <a:cubicBezTo>
                    <a:pt x="239682" y="165330"/>
                    <a:pt x="240281" y="177904"/>
                    <a:pt x="240708" y="180043"/>
                  </a:cubicBezTo>
                  <a:cubicBezTo>
                    <a:pt x="236260" y="181839"/>
                    <a:pt x="234806" y="191334"/>
                    <a:pt x="235491" y="194242"/>
                  </a:cubicBezTo>
                  <a:cubicBezTo>
                    <a:pt x="236175" y="197151"/>
                    <a:pt x="236175" y="212377"/>
                    <a:pt x="234036" y="214601"/>
                  </a:cubicBezTo>
                  <a:cubicBezTo>
                    <a:pt x="231898" y="216739"/>
                    <a:pt x="211454" y="229142"/>
                    <a:pt x="202729" y="234959"/>
                  </a:cubicBezTo>
                  <a:cubicBezTo>
                    <a:pt x="193918" y="240776"/>
                    <a:pt x="144648" y="269089"/>
                    <a:pt x="139429" y="276360"/>
                  </a:cubicBezTo>
                  <a:cubicBezTo>
                    <a:pt x="134383" y="283631"/>
                    <a:pt x="128651" y="298173"/>
                    <a:pt x="127882" y="309036"/>
                  </a:cubicBezTo>
                  <a:cubicBezTo>
                    <a:pt x="127026" y="319900"/>
                    <a:pt x="116248" y="354030"/>
                    <a:pt x="116932" y="357708"/>
                  </a:cubicBezTo>
                  <a:cubicBezTo>
                    <a:pt x="117617" y="361301"/>
                    <a:pt x="106668" y="417329"/>
                    <a:pt x="105299" y="436918"/>
                  </a:cubicBezTo>
                  <a:cubicBezTo>
                    <a:pt x="103845" y="456506"/>
                    <a:pt x="93752" y="506633"/>
                    <a:pt x="92896" y="515358"/>
                  </a:cubicBezTo>
                  <a:cubicBezTo>
                    <a:pt x="92212" y="524083"/>
                    <a:pt x="91442" y="534946"/>
                    <a:pt x="89988" y="542987"/>
                  </a:cubicBezTo>
                  <a:cubicBezTo>
                    <a:pt x="88533" y="550942"/>
                    <a:pt x="86395" y="569846"/>
                    <a:pt x="84941" y="581480"/>
                  </a:cubicBezTo>
                  <a:cubicBezTo>
                    <a:pt x="83487" y="593113"/>
                    <a:pt x="78440" y="633060"/>
                    <a:pt x="79210" y="647602"/>
                  </a:cubicBezTo>
                  <a:cubicBezTo>
                    <a:pt x="79894" y="662143"/>
                    <a:pt x="82802" y="655557"/>
                    <a:pt x="79894" y="662143"/>
                  </a:cubicBezTo>
                  <a:cubicBezTo>
                    <a:pt x="76986" y="668644"/>
                    <a:pt x="73992" y="671553"/>
                    <a:pt x="73992" y="680278"/>
                  </a:cubicBezTo>
                  <a:cubicBezTo>
                    <a:pt x="73992" y="689003"/>
                    <a:pt x="72537" y="696958"/>
                    <a:pt x="72537" y="704229"/>
                  </a:cubicBezTo>
                  <a:cubicBezTo>
                    <a:pt x="72537" y="704229"/>
                    <a:pt x="102391" y="695504"/>
                    <a:pt x="108122" y="710046"/>
                  </a:cubicBezTo>
                  <a:cubicBezTo>
                    <a:pt x="108122" y="710046"/>
                    <a:pt x="114024" y="689687"/>
                    <a:pt x="116932" y="679508"/>
                  </a:cubicBezTo>
                  <a:cubicBezTo>
                    <a:pt x="119841" y="669329"/>
                    <a:pt x="114024" y="671553"/>
                    <a:pt x="121979" y="664282"/>
                  </a:cubicBezTo>
                  <a:cubicBezTo>
                    <a:pt x="130020" y="657011"/>
                    <a:pt x="127026" y="657011"/>
                    <a:pt x="127882" y="653418"/>
                  </a:cubicBezTo>
                  <a:cubicBezTo>
                    <a:pt x="127882" y="653076"/>
                    <a:pt x="128309" y="651280"/>
                    <a:pt x="128908" y="648457"/>
                  </a:cubicBezTo>
                  <a:cubicBezTo>
                    <a:pt x="130020" y="659834"/>
                    <a:pt x="130961" y="669928"/>
                    <a:pt x="130790" y="675915"/>
                  </a:cubicBezTo>
                  <a:cubicBezTo>
                    <a:pt x="130106" y="694820"/>
                    <a:pt x="132928" y="715862"/>
                    <a:pt x="133698" y="729720"/>
                  </a:cubicBezTo>
                  <a:cubicBezTo>
                    <a:pt x="134383" y="743492"/>
                    <a:pt x="138745" y="770436"/>
                    <a:pt x="139429" y="782754"/>
                  </a:cubicBezTo>
                  <a:cubicBezTo>
                    <a:pt x="139857" y="788656"/>
                    <a:pt x="139259" y="792506"/>
                    <a:pt x="138745" y="795756"/>
                  </a:cubicBezTo>
                  <a:lnTo>
                    <a:pt x="137034" y="795157"/>
                  </a:lnTo>
                  <a:lnTo>
                    <a:pt x="125401" y="792591"/>
                  </a:lnTo>
                  <a:lnTo>
                    <a:pt x="121808" y="792249"/>
                  </a:lnTo>
                  <a:lnTo>
                    <a:pt x="102476" y="787117"/>
                  </a:lnTo>
                  <a:cubicBezTo>
                    <a:pt x="102476" y="787117"/>
                    <a:pt x="104957" y="767528"/>
                    <a:pt x="103588" y="759915"/>
                  </a:cubicBezTo>
                  <a:cubicBezTo>
                    <a:pt x="105214" y="757435"/>
                    <a:pt x="104700" y="755809"/>
                    <a:pt x="105299" y="752217"/>
                  </a:cubicBezTo>
                  <a:cubicBezTo>
                    <a:pt x="105984" y="747854"/>
                    <a:pt x="105299" y="745715"/>
                    <a:pt x="103845" y="742807"/>
                  </a:cubicBezTo>
                  <a:cubicBezTo>
                    <a:pt x="102391" y="739899"/>
                    <a:pt x="102391" y="732628"/>
                    <a:pt x="102391" y="732628"/>
                  </a:cubicBezTo>
                  <a:cubicBezTo>
                    <a:pt x="103845" y="723903"/>
                    <a:pt x="105299" y="722449"/>
                    <a:pt x="106753" y="718856"/>
                  </a:cubicBezTo>
                  <a:cubicBezTo>
                    <a:pt x="108208" y="715178"/>
                    <a:pt x="111971" y="697813"/>
                    <a:pt x="72623" y="704314"/>
                  </a:cubicBezTo>
                  <a:cubicBezTo>
                    <a:pt x="72623" y="704314"/>
                    <a:pt x="53719" y="731174"/>
                    <a:pt x="55943" y="737760"/>
                  </a:cubicBezTo>
                  <a:cubicBezTo>
                    <a:pt x="57568" y="742550"/>
                    <a:pt x="61161" y="749992"/>
                    <a:pt x="62871" y="753671"/>
                  </a:cubicBezTo>
                  <a:cubicBezTo>
                    <a:pt x="62871" y="759744"/>
                    <a:pt x="62615" y="775483"/>
                    <a:pt x="62615" y="775483"/>
                  </a:cubicBezTo>
                  <a:cubicBezTo>
                    <a:pt x="62615" y="775483"/>
                    <a:pt x="54574" y="772575"/>
                    <a:pt x="52094" y="772575"/>
                  </a:cubicBezTo>
                  <a:lnTo>
                    <a:pt x="52094" y="772575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03AB05D7-09D4-2C3F-3E55-A9A3B4806554}"/>
                </a:ext>
              </a:extLst>
            </p:cNvPr>
            <p:cNvSpPr/>
            <p:nvPr/>
          </p:nvSpPr>
          <p:spPr>
            <a:xfrm>
              <a:off x="5101003" y="2429108"/>
              <a:ext cx="526407" cy="1199679"/>
            </a:xfrm>
            <a:custGeom>
              <a:avLst/>
              <a:gdLst>
                <a:gd name="connsiteX0" fmla="*/ 425838 w 526407"/>
                <a:gd name="connsiteY0" fmla="*/ 689179 h 1199679"/>
                <a:gd name="connsiteX1" fmla="*/ 420705 w 526407"/>
                <a:gd name="connsiteY1" fmla="*/ 688837 h 1199679"/>
                <a:gd name="connsiteX2" fmla="*/ 413178 w 526407"/>
                <a:gd name="connsiteY2" fmla="*/ 694910 h 1199679"/>
                <a:gd name="connsiteX3" fmla="*/ 407874 w 526407"/>
                <a:gd name="connsiteY3" fmla="*/ 696022 h 1199679"/>
                <a:gd name="connsiteX4" fmla="*/ 406249 w 526407"/>
                <a:gd name="connsiteY4" fmla="*/ 694654 h 1199679"/>
                <a:gd name="connsiteX5" fmla="*/ 405906 w 526407"/>
                <a:gd name="connsiteY5" fmla="*/ 695766 h 1199679"/>
                <a:gd name="connsiteX6" fmla="*/ 405906 w 526407"/>
                <a:gd name="connsiteY6" fmla="*/ 705432 h 1199679"/>
                <a:gd name="connsiteX7" fmla="*/ 427719 w 526407"/>
                <a:gd name="connsiteY7" fmla="*/ 694910 h 1199679"/>
                <a:gd name="connsiteX8" fmla="*/ 428062 w 526407"/>
                <a:gd name="connsiteY8" fmla="*/ 688324 h 1199679"/>
                <a:gd name="connsiteX9" fmla="*/ 425838 w 526407"/>
                <a:gd name="connsiteY9" fmla="*/ 689179 h 1199679"/>
                <a:gd name="connsiteX10" fmla="*/ 425838 w 526407"/>
                <a:gd name="connsiteY10" fmla="*/ 689179 h 1199679"/>
                <a:gd name="connsiteX11" fmla="*/ 439011 w 526407"/>
                <a:gd name="connsiteY11" fmla="*/ 689436 h 1199679"/>
                <a:gd name="connsiteX12" fmla="*/ 441576 w 526407"/>
                <a:gd name="connsiteY12" fmla="*/ 691745 h 1199679"/>
                <a:gd name="connsiteX13" fmla="*/ 461421 w 526407"/>
                <a:gd name="connsiteY13" fmla="*/ 685244 h 1199679"/>
                <a:gd name="connsiteX14" fmla="*/ 489222 w 526407"/>
                <a:gd name="connsiteY14" fmla="*/ 683277 h 1199679"/>
                <a:gd name="connsiteX15" fmla="*/ 496836 w 526407"/>
                <a:gd name="connsiteY15" fmla="*/ 686955 h 1199679"/>
                <a:gd name="connsiteX16" fmla="*/ 526261 w 526407"/>
                <a:gd name="connsiteY16" fmla="*/ 870010 h 1199679"/>
                <a:gd name="connsiteX17" fmla="*/ 523951 w 526407"/>
                <a:gd name="connsiteY17" fmla="*/ 875998 h 1199679"/>
                <a:gd name="connsiteX18" fmla="*/ 416256 w 526407"/>
                <a:gd name="connsiteY18" fmla="*/ 928690 h 1199679"/>
                <a:gd name="connsiteX19" fmla="*/ 405221 w 526407"/>
                <a:gd name="connsiteY19" fmla="*/ 932368 h 1199679"/>
                <a:gd name="connsiteX20" fmla="*/ 370408 w 526407"/>
                <a:gd name="connsiteY20" fmla="*/ 934934 h 1199679"/>
                <a:gd name="connsiteX21" fmla="*/ 366131 w 526407"/>
                <a:gd name="connsiteY21" fmla="*/ 930144 h 1199679"/>
                <a:gd name="connsiteX22" fmla="*/ 333797 w 526407"/>
                <a:gd name="connsiteY22" fmla="*/ 749142 h 1199679"/>
                <a:gd name="connsiteX23" fmla="*/ 340298 w 526407"/>
                <a:gd name="connsiteY23" fmla="*/ 731863 h 1199679"/>
                <a:gd name="connsiteX24" fmla="*/ 378277 w 526407"/>
                <a:gd name="connsiteY24" fmla="*/ 716808 h 1199679"/>
                <a:gd name="connsiteX25" fmla="*/ 393589 w 526407"/>
                <a:gd name="connsiteY25" fmla="*/ 709709 h 1199679"/>
                <a:gd name="connsiteX26" fmla="*/ 393760 w 526407"/>
                <a:gd name="connsiteY26" fmla="*/ 694141 h 1199679"/>
                <a:gd name="connsiteX27" fmla="*/ 391879 w 526407"/>
                <a:gd name="connsiteY27" fmla="*/ 697648 h 1199679"/>
                <a:gd name="connsiteX28" fmla="*/ 385121 w 526407"/>
                <a:gd name="connsiteY28" fmla="*/ 703721 h 1199679"/>
                <a:gd name="connsiteX29" fmla="*/ 385121 w 526407"/>
                <a:gd name="connsiteY29" fmla="*/ 695424 h 1199679"/>
                <a:gd name="connsiteX30" fmla="*/ 384008 w 526407"/>
                <a:gd name="connsiteY30" fmla="*/ 681395 h 1199679"/>
                <a:gd name="connsiteX31" fmla="*/ 384778 w 526407"/>
                <a:gd name="connsiteY31" fmla="*/ 667452 h 1199679"/>
                <a:gd name="connsiteX32" fmla="*/ 388542 w 526407"/>
                <a:gd name="connsiteY32" fmla="*/ 651200 h 1199679"/>
                <a:gd name="connsiteX33" fmla="*/ 389997 w 526407"/>
                <a:gd name="connsiteY33" fmla="*/ 642133 h 1199679"/>
                <a:gd name="connsiteX34" fmla="*/ 392647 w 526407"/>
                <a:gd name="connsiteY34" fmla="*/ 633835 h 1199679"/>
                <a:gd name="connsiteX35" fmla="*/ 393846 w 526407"/>
                <a:gd name="connsiteY35" fmla="*/ 631868 h 1199679"/>
                <a:gd name="connsiteX36" fmla="*/ 391879 w 526407"/>
                <a:gd name="connsiteY36" fmla="*/ 630413 h 1199679"/>
                <a:gd name="connsiteX37" fmla="*/ 392647 w 526407"/>
                <a:gd name="connsiteY37" fmla="*/ 619037 h 1199679"/>
                <a:gd name="connsiteX38" fmla="*/ 392647 w 526407"/>
                <a:gd name="connsiteY38" fmla="*/ 596369 h 1199679"/>
                <a:gd name="connsiteX39" fmla="*/ 394189 w 526407"/>
                <a:gd name="connsiteY39" fmla="*/ 579774 h 1199679"/>
                <a:gd name="connsiteX40" fmla="*/ 391879 w 526407"/>
                <a:gd name="connsiteY40" fmla="*/ 563864 h 1199679"/>
                <a:gd name="connsiteX41" fmla="*/ 374514 w 526407"/>
                <a:gd name="connsiteY41" fmla="*/ 498854 h 1199679"/>
                <a:gd name="connsiteX42" fmla="*/ 363907 w 526407"/>
                <a:gd name="connsiteY42" fmla="*/ 458051 h 1199679"/>
                <a:gd name="connsiteX43" fmla="*/ 342266 w 526407"/>
                <a:gd name="connsiteY43" fmla="*/ 399799 h 1199679"/>
                <a:gd name="connsiteX44" fmla="*/ 342009 w 526407"/>
                <a:gd name="connsiteY44" fmla="*/ 403135 h 1199679"/>
                <a:gd name="connsiteX45" fmla="*/ 333540 w 526407"/>
                <a:gd name="connsiteY45" fmla="*/ 420671 h 1199679"/>
                <a:gd name="connsiteX46" fmla="*/ 326097 w 526407"/>
                <a:gd name="connsiteY46" fmla="*/ 431534 h 1199679"/>
                <a:gd name="connsiteX47" fmla="*/ 329948 w 526407"/>
                <a:gd name="connsiteY47" fmla="*/ 445220 h 1199679"/>
                <a:gd name="connsiteX48" fmla="*/ 332172 w 526407"/>
                <a:gd name="connsiteY48" fmla="*/ 461815 h 1199679"/>
                <a:gd name="connsiteX49" fmla="*/ 348082 w 526407"/>
                <a:gd name="connsiteY49" fmla="*/ 482174 h 1199679"/>
                <a:gd name="connsiteX50" fmla="*/ 340555 w 526407"/>
                <a:gd name="connsiteY50" fmla="*/ 500308 h 1199679"/>
                <a:gd name="connsiteX51" fmla="*/ 332344 w 526407"/>
                <a:gd name="connsiteY51" fmla="*/ 501677 h 1199679"/>
                <a:gd name="connsiteX52" fmla="*/ 335251 w 526407"/>
                <a:gd name="connsiteY52" fmla="*/ 502190 h 1199679"/>
                <a:gd name="connsiteX53" fmla="*/ 335764 w 526407"/>
                <a:gd name="connsiteY53" fmla="*/ 504499 h 1199679"/>
                <a:gd name="connsiteX54" fmla="*/ 343719 w 526407"/>
                <a:gd name="connsiteY54" fmla="*/ 548723 h 1199679"/>
                <a:gd name="connsiteX55" fmla="*/ 313695 w 526407"/>
                <a:gd name="connsiteY55" fmla="*/ 661464 h 1199679"/>
                <a:gd name="connsiteX56" fmla="*/ 282559 w 526407"/>
                <a:gd name="connsiteY56" fmla="*/ 762914 h 1199679"/>
                <a:gd name="connsiteX57" fmla="*/ 287093 w 526407"/>
                <a:gd name="connsiteY57" fmla="*/ 779937 h 1199679"/>
                <a:gd name="connsiteX58" fmla="*/ 292738 w 526407"/>
                <a:gd name="connsiteY58" fmla="*/ 816804 h 1199679"/>
                <a:gd name="connsiteX59" fmla="*/ 339185 w 526407"/>
                <a:gd name="connsiteY59" fmla="*/ 896099 h 1199679"/>
                <a:gd name="connsiteX60" fmla="*/ 367499 w 526407"/>
                <a:gd name="connsiteY60" fmla="*/ 965814 h 1199679"/>
                <a:gd name="connsiteX61" fmla="*/ 402058 w 526407"/>
                <a:gd name="connsiteY61" fmla="*/ 1024751 h 1199679"/>
                <a:gd name="connsiteX62" fmla="*/ 424127 w 526407"/>
                <a:gd name="connsiteY62" fmla="*/ 1060421 h 1199679"/>
                <a:gd name="connsiteX63" fmla="*/ 447394 w 526407"/>
                <a:gd name="connsiteY63" fmla="*/ 1088734 h 1199679"/>
                <a:gd name="connsiteX64" fmla="*/ 452525 w 526407"/>
                <a:gd name="connsiteY64" fmla="*/ 1093867 h 1199679"/>
                <a:gd name="connsiteX65" fmla="*/ 465016 w 526407"/>
                <a:gd name="connsiteY65" fmla="*/ 1111402 h 1199679"/>
                <a:gd name="connsiteX66" fmla="*/ 450301 w 526407"/>
                <a:gd name="connsiteY66" fmla="*/ 1126714 h 1199679"/>
                <a:gd name="connsiteX67" fmla="*/ 425923 w 526407"/>
                <a:gd name="connsiteY67" fmla="*/ 1145447 h 1199679"/>
                <a:gd name="connsiteX68" fmla="*/ 414546 w 526407"/>
                <a:gd name="connsiteY68" fmla="*/ 1143137 h 1199679"/>
                <a:gd name="connsiteX69" fmla="*/ 391280 w 526407"/>
                <a:gd name="connsiteY69" fmla="*/ 1178807 h 1199679"/>
                <a:gd name="connsiteX70" fmla="*/ 353300 w 526407"/>
                <a:gd name="connsiteY70" fmla="*/ 1194718 h 1199679"/>
                <a:gd name="connsiteX71" fmla="*/ 312498 w 526407"/>
                <a:gd name="connsiteY71" fmla="*/ 1194718 h 1199679"/>
                <a:gd name="connsiteX72" fmla="*/ 303430 w 526407"/>
                <a:gd name="connsiteY72" fmla="*/ 1189072 h 1199679"/>
                <a:gd name="connsiteX73" fmla="*/ 305740 w 526407"/>
                <a:gd name="connsiteY73" fmla="*/ 1177781 h 1199679"/>
                <a:gd name="connsiteX74" fmla="*/ 320453 w 526407"/>
                <a:gd name="connsiteY74" fmla="*/ 1172649 h 1199679"/>
                <a:gd name="connsiteX75" fmla="*/ 337475 w 526407"/>
                <a:gd name="connsiteY75" fmla="*/ 1164180 h 1199679"/>
                <a:gd name="connsiteX76" fmla="*/ 346542 w 526407"/>
                <a:gd name="connsiteY76" fmla="*/ 1157423 h 1199679"/>
                <a:gd name="connsiteX77" fmla="*/ 352787 w 526407"/>
                <a:gd name="connsiteY77" fmla="*/ 1146645 h 1199679"/>
                <a:gd name="connsiteX78" fmla="*/ 357321 w 526407"/>
                <a:gd name="connsiteY78" fmla="*/ 1139801 h 1199679"/>
                <a:gd name="connsiteX79" fmla="*/ 357321 w 526407"/>
                <a:gd name="connsiteY79" fmla="*/ 1130135 h 1199679"/>
                <a:gd name="connsiteX80" fmla="*/ 356207 w 526407"/>
                <a:gd name="connsiteY80" fmla="*/ 1083089 h 1199679"/>
                <a:gd name="connsiteX81" fmla="*/ 341495 w 526407"/>
                <a:gd name="connsiteY81" fmla="*/ 1064356 h 1199679"/>
                <a:gd name="connsiteX82" fmla="*/ 316518 w 526407"/>
                <a:gd name="connsiteY82" fmla="*/ 1026376 h 1199679"/>
                <a:gd name="connsiteX83" fmla="*/ 280249 w 526407"/>
                <a:gd name="connsiteY83" fmla="*/ 968038 h 1199679"/>
                <a:gd name="connsiteX84" fmla="*/ 238933 w 526407"/>
                <a:gd name="connsiteY84" fmla="*/ 910812 h 1199679"/>
                <a:gd name="connsiteX85" fmla="*/ 236112 w 526407"/>
                <a:gd name="connsiteY85" fmla="*/ 915346 h 1199679"/>
                <a:gd name="connsiteX86" fmla="*/ 212843 w 526407"/>
                <a:gd name="connsiteY86" fmla="*/ 988396 h 1199679"/>
                <a:gd name="connsiteX87" fmla="*/ 200954 w 526407"/>
                <a:gd name="connsiteY87" fmla="*/ 1040490 h 1199679"/>
                <a:gd name="connsiteX88" fmla="*/ 176574 w 526407"/>
                <a:gd name="connsiteY88" fmla="*/ 1092070 h 1199679"/>
                <a:gd name="connsiteX89" fmla="*/ 169819 w 526407"/>
                <a:gd name="connsiteY89" fmla="*/ 1109093 h 1199679"/>
                <a:gd name="connsiteX90" fmla="*/ 173239 w 526407"/>
                <a:gd name="connsiteY90" fmla="*/ 1137406 h 1199679"/>
                <a:gd name="connsiteX91" fmla="*/ 169305 w 526407"/>
                <a:gd name="connsiteY91" fmla="*/ 1152119 h 1199679"/>
                <a:gd name="connsiteX92" fmla="*/ 168620 w 526407"/>
                <a:gd name="connsiteY92" fmla="*/ 1172734 h 1199679"/>
                <a:gd name="connsiteX93" fmla="*/ 175549 w 526407"/>
                <a:gd name="connsiteY93" fmla="*/ 1195146 h 1199679"/>
                <a:gd name="connsiteX94" fmla="*/ 172126 w 526407"/>
                <a:gd name="connsiteY94" fmla="*/ 1196856 h 1199679"/>
                <a:gd name="connsiteX95" fmla="*/ 106946 w 526407"/>
                <a:gd name="connsiteY95" fmla="*/ 1199679 h 1199679"/>
                <a:gd name="connsiteX96" fmla="*/ 103525 w 526407"/>
                <a:gd name="connsiteY96" fmla="*/ 1195744 h 1199679"/>
                <a:gd name="connsiteX97" fmla="*/ 35520 w 526407"/>
                <a:gd name="connsiteY97" fmla="*/ 1187190 h 1199679"/>
                <a:gd name="connsiteX98" fmla="*/ 10629 w 526407"/>
                <a:gd name="connsiteY98" fmla="*/ 1169056 h 1199679"/>
                <a:gd name="connsiteX99" fmla="*/ 16873 w 526407"/>
                <a:gd name="connsiteY99" fmla="*/ 1161101 h 1199679"/>
                <a:gd name="connsiteX100" fmla="*/ 26540 w 526407"/>
                <a:gd name="connsiteY100" fmla="*/ 1154343 h 1199679"/>
                <a:gd name="connsiteX101" fmla="*/ 54340 w 526407"/>
                <a:gd name="connsiteY101" fmla="*/ 1152632 h 1199679"/>
                <a:gd name="connsiteX102" fmla="*/ 66229 w 526407"/>
                <a:gd name="connsiteY102" fmla="*/ 1146987 h 1199679"/>
                <a:gd name="connsiteX103" fmla="*/ 73501 w 526407"/>
                <a:gd name="connsiteY103" fmla="*/ 1144592 h 1199679"/>
                <a:gd name="connsiteX104" fmla="*/ 72474 w 526407"/>
                <a:gd name="connsiteY104" fmla="*/ 1144164 h 1199679"/>
                <a:gd name="connsiteX105" fmla="*/ 74698 w 526407"/>
                <a:gd name="connsiteY105" fmla="*/ 1131675 h 1199679"/>
                <a:gd name="connsiteX106" fmla="*/ 80942 w 526407"/>
                <a:gd name="connsiteY106" fmla="*/ 1123720 h 1199679"/>
                <a:gd name="connsiteX107" fmla="*/ 90010 w 526407"/>
                <a:gd name="connsiteY107" fmla="*/ 1099341 h 1199679"/>
                <a:gd name="connsiteX108" fmla="*/ 124739 w 526407"/>
                <a:gd name="connsiteY108" fmla="*/ 1050755 h 1199679"/>
                <a:gd name="connsiteX109" fmla="*/ 127560 w 526407"/>
                <a:gd name="connsiteY109" fmla="*/ 1038865 h 1199679"/>
                <a:gd name="connsiteX110" fmla="*/ 128674 w 526407"/>
                <a:gd name="connsiteY110" fmla="*/ 1035358 h 1199679"/>
                <a:gd name="connsiteX111" fmla="*/ 129016 w 526407"/>
                <a:gd name="connsiteY111" fmla="*/ 1026718 h 1199679"/>
                <a:gd name="connsiteX112" fmla="*/ 131326 w 526407"/>
                <a:gd name="connsiteY112" fmla="*/ 988225 h 1199679"/>
                <a:gd name="connsiteX113" fmla="*/ 136371 w 526407"/>
                <a:gd name="connsiteY113" fmla="*/ 908930 h 1199679"/>
                <a:gd name="connsiteX114" fmla="*/ 142616 w 526407"/>
                <a:gd name="connsiteY114" fmla="*/ 884038 h 1199679"/>
                <a:gd name="connsiteX115" fmla="*/ 149973 w 526407"/>
                <a:gd name="connsiteY115" fmla="*/ 827411 h 1199679"/>
                <a:gd name="connsiteX116" fmla="*/ 155104 w 526407"/>
                <a:gd name="connsiteY116" fmla="*/ 806454 h 1199679"/>
                <a:gd name="connsiteX117" fmla="*/ 159041 w 526407"/>
                <a:gd name="connsiteY117" fmla="*/ 791142 h 1199679"/>
                <a:gd name="connsiteX118" fmla="*/ 161862 w 526407"/>
                <a:gd name="connsiteY118" fmla="*/ 774120 h 1199679"/>
                <a:gd name="connsiteX119" fmla="*/ 170330 w 526407"/>
                <a:gd name="connsiteY119" fmla="*/ 745806 h 1199679"/>
                <a:gd name="connsiteX120" fmla="*/ 161265 w 526407"/>
                <a:gd name="connsiteY120" fmla="*/ 734515 h 1199679"/>
                <a:gd name="connsiteX121" fmla="*/ 151598 w 526407"/>
                <a:gd name="connsiteY121" fmla="*/ 711248 h 1199679"/>
                <a:gd name="connsiteX122" fmla="*/ 147064 w 526407"/>
                <a:gd name="connsiteY122" fmla="*/ 660267 h 1199679"/>
                <a:gd name="connsiteX123" fmla="*/ 138595 w 526407"/>
                <a:gd name="connsiteY123" fmla="*/ 582084 h 1199679"/>
                <a:gd name="connsiteX124" fmla="*/ 142018 w 526407"/>
                <a:gd name="connsiteY124" fmla="*/ 561127 h 1199679"/>
                <a:gd name="connsiteX125" fmla="*/ 147663 w 526407"/>
                <a:gd name="connsiteY125" fmla="*/ 536149 h 1199679"/>
                <a:gd name="connsiteX126" fmla="*/ 145781 w 526407"/>
                <a:gd name="connsiteY126" fmla="*/ 516903 h 1199679"/>
                <a:gd name="connsiteX127" fmla="*/ 141076 w 526407"/>
                <a:gd name="connsiteY127" fmla="*/ 513053 h 1199679"/>
                <a:gd name="connsiteX128" fmla="*/ 131240 w 526407"/>
                <a:gd name="connsiteY128" fmla="*/ 502446 h 1199679"/>
                <a:gd name="connsiteX129" fmla="*/ 137996 w 526407"/>
                <a:gd name="connsiteY129" fmla="*/ 489615 h 1199679"/>
                <a:gd name="connsiteX130" fmla="*/ 144840 w 526407"/>
                <a:gd name="connsiteY130" fmla="*/ 467717 h 1199679"/>
                <a:gd name="connsiteX131" fmla="*/ 144840 w 526407"/>
                <a:gd name="connsiteY131" fmla="*/ 429738 h 1199679"/>
                <a:gd name="connsiteX132" fmla="*/ 144412 w 526407"/>
                <a:gd name="connsiteY132" fmla="*/ 428797 h 1199679"/>
                <a:gd name="connsiteX133" fmla="*/ 138767 w 526407"/>
                <a:gd name="connsiteY133" fmla="*/ 442740 h 1199679"/>
                <a:gd name="connsiteX134" fmla="*/ 129699 w 526407"/>
                <a:gd name="connsiteY134" fmla="*/ 470711 h 1199679"/>
                <a:gd name="connsiteX135" fmla="*/ 120633 w 526407"/>
                <a:gd name="connsiteY135" fmla="*/ 489615 h 1199679"/>
                <a:gd name="connsiteX136" fmla="*/ 107032 w 526407"/>
                <a:gd name="connsiteY136" fmla="*/ 499452 h 1199679"/>
                <a:gd name="connsiteX137" fmla="*/ 105493 w 526407"/>
                <a:gd name="connsiteY137" fmla="*/ 503473 h 1199679"/>
                <a:gd name="connsiteX138" fmla="*/ 105919 w 526407"/>
                <a:gd name="connsiteY138" fmla="*/ 505098 h 1199679"/>
                <a:gd name="connsiteX139" fmla="*/ 101044 w 526407"/>
                <a:gd name="connsiteY139" fmla="*/ 513823 h 1199679"/>
                <a:gd name="connsiteX140" fmla="*/ 92747 w 526407"/>
                <a:gd name="connsiteY140" fmla="*/ 530503 h 1199679"/>
                <a:gd name="connsiteX141" fmla="*/ 83680 w 526407"/>
                <a:gd name="connsiteY141" fmla="*/ 548638 h 1199679"/>
                <a:gd name="connsiteX142" fmla="*/ 73073 w 526407"/>
                <a:gd name="connsiteY142" fmla="*/ 563778 h 1199679"/>
                <a:gd name="connsiteX143" fmla="*/ 67768 w 526407"/>
                <a:gd name="connsiteY143" fmla="*/ 578919 h 1199679"/>
                <a:gd name="connsiteX144" fmla="*/ 61695 w 526407"/>
                <a:gd name="connsiteY144" fmla="*/ 584992 h 1199679"/>
                <a:gd name="connsiteX145" fmla="*/ 57932 w 526407"/>
                <a:gd name="connsiteY145" fmla="*/ 594829 h 1199679"/>
                <a:gd name="connsiteX146" fmla="*/ 51089 w 526407"/>
                <a:gd name="connsiteY146" fmla="*/ 600133 h 1199679"/>
                <a:gd name="connsiteX147" fmla="*/ 48010 w 526407"/>
                <a:gd name="connsiteY147" fmla="*/ 609200 h 1199679"/>
                <a:gd name="connsiteX148" fmla="*/ 48010 w 526407"/>
                <a:gd name="connsiteY148" fmla="*/ 612194 h 1199679"/>
                <a:gd name="connsiteX149" fmla="*/ 45444 w 526407"/>
                <a:gd name="connsiteY149" fmla="*/ 629216 h 1199679"/>
                <a:gd name="connsiteX150" fmla="*/ 30303 w 526407"/>
                <a:gd name="connsiteY150" fmla="*/ 651114 h 1199679"/>
                <a:gd name="connsiteX151" fmla="*/ 24999 w 526407"/>
                <a:gd name="connsiteY151" fmla="*/ 664715 h 1199679"/>
                <a:gd name="connsiteX152" fmla="*/ 27651 w 526407"/>
                <a:gd name="connsiteY152" fmla="*/ 677546 h 1199679"/>
                <a:gd name="connsiteX153" fmla="*/ 37061 w 526407"/>
                <a:gd name="connsiteY153" fmla="*/ 693798 h 1199679"/>
                <a:gd name="connsiteX154" fmla="*/ 35520 w 526407"/>
                <a:gd name="connsiteY154" fmla="*/ 701326 h 1199679"/>
                <a:gd name="connsiteX155" fmla="*/ 4213 w 526407"/>
                <a:gd name="connsiteY155" fmla="*/ 672585 h 1199679"/>
                <a:gd name="connsiteX156" fmla="*/ 22 w 526407"/>
                <a:gd name="connsiteY156" fmla="*/ 635888 h 1199679"/>
                <a:gd name="connsiteX157" fmla="*/ 6437 w 526407"/>
                <a:gd name="connsiteY157" fmla="*/ 617412 h 1199679"/>
                <a:gd name="connsiteX158" fmla="*/ 6437 w 526407"/>
                <a:gd name="connsiteY158" fmla="*/ 605265 h 1199679"/>
                <a:gd name="connsiteX159" fmla="*/ 8661 w 526407"/>
                <a:gd name="connsiteY159" fmla="*/ 583367 h 1199679"/>
                <a:gd name="connsiteX160" fmla="*/ 11656 w 526407"/>
                <a:gd name="connsiteY160" fmla="*/ 567542 h 1199679"/>
                <a:gd name="connsiteX161" fmla="*/ 17729 w 526407"/>
                <a:gd name="connsiteY161" fmla="*/ 551632 h 1199679"/>
                <a:gd name="connsiteX162" fmla="*/ 23031 w 526407"/>
                <a:gd name="connsiteY162" fmla="*/ 520666 h 1199679"/>
                <a:gd name="connsiteX163" fmla="*/ 29104 w 526407"/>
                <a:gd name="connsiteY163" fmla="*/ 503302 h 1199679"/>
                <a:gd name="connsiteX164" fmla="*/ 33638 w 526407"/>
                <a:gd name="connsiteY164" fmla="*/ 481404 h 1199679"/>
                <a:gd name="connsiteX165" fmla="*/ 51003 w 526407"/>
                <a:gd name="connsiteY165" fmla="*/ 461045 h 1199679"/>
                <a:gd name="connsiteX166" fmla="*/ 46469 w 526407"/>
                <a:gd name="connsiteY166" fmla="*/ 451978 h 1199679"/>
                <a:gd name="connsiteX167" fmla="*/ 55537 w 526407"/>
                <a:gd name="connsiteY167" fmla="*/ 435383 h 1199679"/>
                <a:gd name="connsiteX168" fmla="*/ 78204 w 526407"/>
                <a:gd name="connsiteY168" fmla="*/ 373367 h 1199679"/>
                <a:gd name="connsiteX169" fmla="*/ 88811 w 526407"/>
                <a:gd name="connsiteY169" fmla="*/ 341632 h 1199679"/>
                <a:gd name="connsiteX170" fmla="*/ 91806 w 526407"/>
                <a:gd name="connsiteY170" fmla="*/ 321958 h 1199679"/>
                <a:gd name="connsiteX171" fmla="*/ 105407 w 526407"/>
                <a:gd name="connsiteY171" fmla="*/ 274313 h 1199679"/>
                <a:gd name="connsiteX172" fmla="*/ 151512 w 526407"/>
                <a:gd name="connsiteY172" fmla="*/ 226752 h 1199679"/>
                <a:gd name="connsiteX173" fmla="*/ 178713 w 526407"/>
                <a:gd name="connsiteY173" fmla="*/ 202545 h 1199679"/>
                <a:gd name="connsiteX174" fmla="*/ 179484 w 526407"/>
                <a:gd name="connsiteY174" fmla="*/ 181417 h 1199679"/>
                <a:gd name="connsiteX175" fmla="*/ 183846 w 526407"/>
                <a:gd name="connsiteY175" fmla="*/ 175172 h 1199679"/>
                <a:gd name="connsiteX176" fmla="*/ 178713 w 526407"/>
                <a:gd name="connsiteY176" fmla="*/ 145832 h 1199679"/>
                <a:gd name="connsiteX177" fmla="*/ 169647 w 526407"/>
                <a:gd name="connsiteY177" fmla="*/ 120855 h 1199679"/>
                <a:gd name="connsiteX178" fmla="*/ 149288 w 526407"/>
                <a:gd name="connsiteY178" fmla="*/ 99726 h 1199679"/>
                <a:gd name="connsiteX179" fmla="*/ 150058 w 526407"/>
                <a:gd name="connsiteY179" fmla="*/ 72525 h 1199679"/>
                <a:gd name="connsiteX180" fmla="*/ 146295 w 526407"/>
                <a:gd name="connsiteY180" fmla="*/ 50627 h 1199679"/>
                <a:gd name="connsiteX181" fmla="*/ 188637 w 526407"/>
                <a:gd name="connsiteY181" fmla="*/ 4521 h 1199679"/>
                <a:gd name="connsiteX182" fmla="*/ 230979 w 526407"/>
                <a:gd name="connsiteY182" fmla="*/ 3751 h 1199679"/>
                <a:gd name="connsiteX183" fmla="*/ 241328 w 526407"/>
                <a:gd name="connsiteY183" fmla="*/ 2810 h 1199679"/>
                <a:gd name="connsiteX184" fmla="*/ 246462 w 526407"/>
                <a:gd name="connsiteY184" fmla="*/ 5633 h 1199679"/>
                <a:gd name="connsiteX185" fmla="*/ 260660 w 526407"/>
                <a:gd name="connsiteY185" fmla="*/ 19234 h 1199679"/>
                <a:gd name="connsiteX186" fmla="*/ 261602 w 526407"/>
                <a:gd name="connsiteY186" fmla="*/ 25136 h 1199679"/>
                <a:gd name="connsiteX187" fmla="*/ 262885 w 526407"/>
                <a:gd name="connsiteY187" fmla="*/ 35914 h 1199679"/>
                <a:gd name="connsiteX188" fmla="*/ 264167 w 526407"/>
                <a:gd name="connsiteY188" fmla="*/ 44468 h 1199679"/>
                <a:gd name="connsiteX189" fmla="*/ 262456 w 526407"/>
                <a:gd name="connsiteY189" fmla="*/ 56529 h 1199679"/>
                <a:gd name="connsiteX190" fmla="*/ 261517 w 526407"/>
                <a:gd name="connsiteY190" fmla="*/ 67649 h 1199679"/>
                <a:gd name="connsiteX191" fmla="*/ 264509 w 526407"/>
                <a:gd name="connsiteY191" fmla="*/ 73893 h 1199679"/>
                <a:gd name="connsiteX192" fmla="*/ 273235 w 526407"/>
                <a:gd name="connsiteY192" fmla="*/ 76716 h 1199679"/>
                <a:gd name="connsiteX193" fmla="*/ 271267 w 526407"/>
                <a:gd name="connsiteY193" fmla="*/ 90659 h 1199679"/>
                <a:gd name="connsiteX194" fmla="*/ 263998 w 526407"/>
                <a:gd name="connsiteY194" fmla="*/ 91173 h 1199679"/>
                <a:gd name="connsiteX195" fmla="*/ 265023 w 526407"/>
                <a:gd name="connsiteY195" fmla="*/ 96733 h 1199679"/>
                <a:gd name="connsiteX196" fmla="*/ 262713 w 526407"/>
                <a:gd name="connsiteY196" fmla="*/ 115637 h 1199679"/>
                <a:gd name="connsiteX197" fmla="*/ 255955 w 526407"/>
                <a:gd name="connsiteY197" fmla="*/ 146602 h 1199679"/>
                <a:gd name="connsiteX198" fmla="*/ 255613 w 526407"/>
                <a:gd name="connsiteY198" fmla="*/ 153531 h 1199679"/>
                <a:gd name="connsiteX199" fmla="*/ 272635 w 526407"/>
                <a:gd name="connsiteY199" fmla="*/ 175343 h 1199679"/>
                <a:gd name="connsiteX200" fmla="*/ 364079 w 526407"/>
                <a:gd name="connsiteY200" fmla="*/ 215376 h 1199679"/>
                <a:gd name="connsiteX201" fmla="*/ 382982 w 526407"/>
                <a:gd name="connsiteY201" fmla="*/ 238814 h 1199679"/>
                <a:gd name="connsiteX202" fmla="*/ 398892 w 526407"/>
                <a:gd name="connsiteY202" fmla="*/ 286459 h 1199679"/>
                <a:gd name="connsiteX203" fmla="*/ 423014 w 526407"/>
                <a:gd name="connsiteY203" fmla="*/ 390732 h 1199679"/>
                <a:gd name="connsiteX204" fmla="*/ 428830 w 526407"/>
                <a:gd name="connsiteY204" fmla="*/ 429396 h 1199679"/>
                <a:gd name="connsiteX205" fmla="*/ 434306 w 526407"/>
                <a:gd name="connsiteY205" fmla="*/ 445477 h 1199679"/>
                <a:gd name="connsiteX206" fmla="*/ 447908 w 526407"/>
                <a:gd name="connsiteY206" fmla="*/ 499538 h 1199679"/>
                <a:gd name="connsiteX207" fmla="*/ 447137 w 526407"/>
                <a:gd name="connsiteY207" fmla="*/ 535037 h 1199679"/>
                <a:gd name="connsiteX208" fmla="*/ 444142 w 526407"/>
                <a:gd name="connsiteY208" fmla="*/ 584137 h 1199679"/>
                <a:gd name="connsiteX209" fmla="*/ 441150 w 526407"/>
                <a:gd name="connsiteY209" fmla="*/ 640079 h 1199679"/>
                <a:gd name="connsiteX210" fmla="*/ 445341 w 526407"/>
                <a:gd name="connsiteY210" fmla="*/ 652141 h 1199679"/>
                <a:gd name="connsiteX211" fmla="*/ 448334 w 526407"/>
                <a:gd name="connsiteY211" fmla="*/ 668393 h 1199679"/>
                <a:gd name="connsiteX212" fmla="*/ 439268 w 526407"/>
                <a:gd name="connsiteY212" fmla="*/ 677460 h 1199679"/>
                <a:gd name="connsiteX213" fmla="*/ 435674 w 526407"/>
                <a:gd name="connsiteY213" fmla="*/ 680967 h 1199679"/>
                <a:gd name="connsiteX214" fmla="*/ 437384 w 526407"/>
                <a:gd name="connsiteY214" fmla="*/ 687811 h 1199679"/>
                <a:gd name="connsiteX215" fmla="*/ 439097 w 526407"/>
                <a:gd name="connsiteY215" fmla="*/ 689521 h 1199679"/>
                <a:gd name="connsiteX216" fmla="*/ 439097 w 526407"/>
                <a:gd name="connsiteY216" fmla="*/ 689521 h 1199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</a:cxnLst>
              <a:rect l="l" t="t" r="r" b="b"/>
              <a:pathLst>
                <a:path w="526407" h="1199679">
                  <a:moveTo>
                    <a:pt x="425838" y="689179"/>
                  </a:moveTo>
                  <a:cubicBezTo>
                    <a:pt x="421047" y="690633"/>
                    <a:pt x="421133" y="687639"/>
                    <a:pt x="420705" y="688837"/>
                  </a:cubicBezTo>
                  <a:cubicBezTo>
                    <a:pt x="420362" y="689949"/>
                    <a:pt x="415830" y="693371"/>
                    <a:pt x="413178" y="694910"/>
                  </a:cubicBezTo>
                  <a:cubicBezTo>
                    <a:pt x="410526" y="696450"/>
                    <a:pt x="409415" y="696450"/>
                    <a:pt x="407874" y="696022"/>
                  </a:cubicBezTo>
                  <a:lnTo>
                    <a:pt x="406249" y="694654"/>
                  </a:lnTo>
                  <a:lnTo>
                    <a:pt x="405906" y="695766"/>
                  </a:lnTo>
                  <a:cubicBezTo>
                    <a:pt x="405307" y="697220"/>
                    <a:pt x="405906" y="705432"/>
                    <a:pt x="405906" y="705432"/>
                  </a:cubicBezTo>
                  <a:lnTo>
                    <a:pt x="427719" y="694910"/>
                  </a:lnTo>
                  <a:cubicBezTo>
                    <a:pt x="427548" y="694055"/>
                    <a:pt x="427719" y="690804"/>
                    <a:pt x="428062" y="688324"/>
                  </a:cubicBezTo>
                  <a:lnTo>
                    <a:pt x="425838" y="689179"/>
                  </a:lnTo>
                  <a:lnTo>
                    <a:pt x="425838" y="689179"/>
                  </a:lnTo>
                  <a:close/>
                  <a:moveTo>
                    <a:pt x="439011" y="689436"/>
                  </a:moveTo>
                  <a:lnTo>
                    <a:pt x="441576" y="691745"/>
                  </a:lnTo>
                  <a:lnTo>
                    <a:pt x="461421" y="685244"/>
                  </a:lnTo>
                  <a:cubicBezTo>
                    <a:pt x="461421" y="685244"/>
                    <a:pt x="485544" y="682678"/>
                    <a:pt x="489222" y="683277"/>
                  </a:cubicBezTo>
                  <a:cubicBezTo>
                    <a:pt x="492899" y="683876"/>
                    <a:pt x="496836" y="686955"/>
                    <a:pt x="496836" y="686955"/>
                  </a:cubicBezTo>
                  <a:cubicBezTo>
                    <a:pt x="496836" y="686955"/>
                    <a:pt x="525491" y="866845"/>
                    <a:pt x="526261" y="870010"/>
                  </a:cubicBezTo>
                  <a:cubicBezTo>
                    <a:pt x="527115" y="873175"/>
                    <a:pt x="523951" y="875998"/>
                    <a:pt x="523951" y="875998"/>
                  </a:cubicBezTo>
                  <a:lnTo>
                    <a:pt x="416256" y="928690"/>
                  </a:lnTo>
                  <a:cubicBezTo>
                    <a:pt x="416000" y="929289"/>
                    <a:pt x="407446" y="932368"/>
                    <a:pt x="405221" y="932368"/>
                  </a:cubicBezTo>
                  <a:cubicBezTo>
                    <a:pt x="402999" y="932368"/>
                    <a:pt x="374600" y="935191"/>
                    <a:pt x="370408" y="934934"/>
                  </a:cubicBezTo>
                  <a:cubicBezTo>
                    <a:pt x="366131" y="934678"/>
                    <a:pt x="366131" y="930144"/>
                    <a:pt x="366131" y="930144"/>
                  </a:cubicBezTo>
                  <a:cubicBezTo>
                    <a:pt x="366131" y="930144"/>
                    <a:pt x="335850" y="757354"/>
                    <a:pt x="333797" y="749142"/>
                  </a:cubicBezTo>
                  <a:cubicBezTo>
                    <a:pt x="331830" y="740931"/>
                    <a:pt x="335764" y="736140"/>
                    <a:pt x="340298" y="731863"/>
                  </a:cubicBezTo>
                  <a:cubicBezTo>
                    <a:pt x="344832" y="727587"/>
                    <a:pt x="378277" y="716808"/>
                    <a:pt x="378277" y="716808"/>
                  </a:cubicBezTo>
                  <a:lnTo>
                    <a:pt x="393589" y="709709"/>
                  </a:lnTo>
                  <a:cubicBezTo>
                    <a:pt x="393589" y="709709"/>
                    <a:pt x="394957" y="701925"/>
                    <a:pt x="393760" y="694141"/>
                  </a:cubicBezTo>
                  <a:cubicBezTo>
                    <a:pt x="393418" y="695081"/>
                    <a:pt x="392819" y="696108"/>
                    <a:pt x="391879" y="697648"/>
                  </a:cubicBezTo>
                  <a:cubicBezTo>
                    <a:pt x="389569" y="701411"/>
                    <a:pt x="387003" y="706287"/>
                    <a:pt x="385121" y="703721"/>
                  </a:cubicBezTo>
                  <a:cubicBezTo>
                    <a:pt x="383239" y="701069"/>
                    <a:pt x="384778" y="698417"/>
                    <a:pt x="385121" y="695424"/>
                  </a:cubicBezTo>
                  <a:cubicBezTo>
                    <a:pt x="385463" y="692344"/>
                    <a:pt x="384778" y="687896"/>
                    <a:pt x="384008" y="681395"/>
                  </a:cubicBezTo>
                  <a:cubicBezTo>
                    <a:pt x="383239" y="674980"/>
                    <a:pt x="382469" y="674980"/>
                    <a:pt x="384778" y="667452"/>
                  </a:cubicBezTo>
                  <a:cubicBezTo>
                    <a:pt x="387003" y="659925"/>
                    <a:pt x="388199" y="657273"/>
                    <a:pt x="388542" y="651200"/>
                  </a:cubicBezTo>
                  <a:cubicBezTo>
                    <a:pt x="388884" y="645126"/>
                    <a:pt x="389655" y="645554"/>
                    <a:pt x="389997" y="642133"/>
                  </a:cubicBezTo>
                  <a:cubicBezTo>
                    <a:pt x="390423" y="638711"/>
                    <a:pt x="391108" y="636829"/>
                    <a:pt x="392647" y="633835"/>
                  </a:cubicBezTo>
                  <a:lnTo>
                    <a:pt x="393846" y="631868"/>
                  </a:lnTo>
                  <a:cubicBezTo>
                    <a:pt x="392476" y="631012"/>
                    <a:pt x="391879" y="630413"/>
                    <a:pt x="391879" y="630413"/>
                  </a:cubicBezTo>
                  <a:lnTo>
                    <a:pt x="392647" y="619037"/>
                  </a:lnTo>
                  <a:cubicBezTo>
                    <a:pt x="393418" y="607746"/>
                    <a:pt x="392647" y="609970"/>
                    <a:pt x="392647" y="596369"/>
                  </a:cubicBezTo>
                  <a:cubicBezTo>
                    <a:pt x="392647" y="582768"/>
                    <a:pt x="394871" y="586532"/>
                    <a:pt x="394189" y="579774"/>
                  </a:cubicBezTo>
                  <a:cubicBezTo>
                    <a:pt x="393418" y="572931"/>
                    <a:pt x="392647" y="572247"/>
                    <a:pt x="391879" y="563864"/>
                  </a:cubicBezTo>
                  <a:cubicBezTo>
                    <a:pt x="391108" y="555566"/>
                    <a:pt x="377507" y="515534"/>
                    <a:pt x="374514" y="498854"/>
                  </a:cubicBezTo>
                  <a:cubicBezTo>
                    <a:pt x="371519" y="482259"/>
                    <a:pt x="366217" y="468658"/>
                    <a:pt x="363907" y="458051"/>
                  </a:cubicBezTo>
                  <a:cubicBezTo>
                    <a:pt x="361769" y="448214"/>
                    <a:pt x="344575" y="405530"/>
                    <a:pt x="342266" y="399799"/>
                  </a:cubicBezTo>
                  <a:lnTo>
                    <a:pt x="342009" y="403135"/>
                  </a:lnTo>
                  <a:cubicBezTo>
                    <a:pt x="342009" y="409379"/>
                    <a:pt x="338074" y="414426"/>
                    <a:pt x="333540" y="420671"/>
                  </a:cubicBezTo>
                  <a:cubicBezTo>
                    <a:pt x="330888" y="424349"/>
                    <a:pt x="328236" y="428198"/>
                    <a:pt x="326097" y="431534"/>
                  </a:cubicBezTo>
                  <a:cubicBezTo>
                    <a:pt x="322163" y="439575"/>
                    <a:pt x="327895" y="435640"/>
                    <a:pt x="329948" y="445220"/>
                  </a:cubicBezTo>
                  <a:cubicBezTo>
                    <a:pt x="332172" y="455828"/>
                    <a:pt x="330717" y="456512"/>
                    <a:pt x="332172" y="461815"/>
                  </a:cubicBezTo>
                  <a:cubicBezTo>
                    <a:pt x="333712" y="467119"/>
                    <a:pt x="347313" y="476956"/>
                    <a:pt x="348082" y="482174"/>
                  </a:cubicBezTo>
                  <a:cubicBezTo>
                    <a:pt x="348852" y="487477"/>
                    <a:pt x="347313" y="497314"/>
                    <a:pt x="340555" y="500308"/>
                  </a:cubicBezTo>
                  <a:cubicBezTo>
                    <a:pt x="337817" y="501506"/>
                    <a:pt x="335422" y="501848"/>
                    <a:pt x="332344" y="501677"/>
                  </a:cubicBezTo>
                  <a:cubicBezTo>
                    <a:pt x="334140" y="502019"/>
                    <a:pt x="335251" y="502190"/>
                    <a:pt x="335251" y="502190"/>
                  </a:cubicBezTo>
                  <a:lnTo>
                    <a:pt x="335764" y="504499"/>
                  </a:lnTo>
                  <a:cubicBezTo>
                    <a:pt x="336364" y="506809"/>
                    <a:pt x="340298" y="510744"/>
                    <a:pt x="343719" y="548723"/>
                  </a:cubicBezTo>
                  <a:cubicBezTo>
                    <a:pt x="347142" y="586703"/>
                    <a:pt x="319342" y="646153"/>
                    <a:pt x="313695" y="661464"/>
                  </a:cubicBezTo>
                  <a:cubicBezTo>
                    <a:pt x="308050" y="676776"/>
                    <a:pt x="283073" y="754360"/>
                    <a:pt x="282559" y="762914"/>
                  </a:cubicBezTo>
                  <a:cubicBezTo>
                    <a:pt x="281960" y="771383"/>
                    <a:pt x="285383" y="770869"/>
                    <a:pt x="287093" y="779937"/>
                  </a:cubicBezTo>
                  <a:cubicBezTo>
                    <a:pt x="288803" y="789004"/>
                    <a:pt x="289403" y="788405"/>
                    <a:pt x="292738" y="816804"/>
                  </a:cubicBezTo>
                  <a:cubicBezTo>
                    <a:pt x="296159" y="845118"/>
                    <a:pt x="327296" y="875142"/>
                    <a:pt x="339185" y="896099"/>
                  </a:cubicBezTo>
                  <a:cubicBezTo>
                    <a:pt x="351076" y="917056"/>
                    <a:pt x="365789" y="952727"/>
                    <a:pt x="367499" y="965814"/>
                  </a:cubicBezTo>
                  <a:cubicBezTo>
                    <a:pt x="369210" y="978816"/>
                    <a:pt x="391879" y="1013374"/>
                    <a:pt x="402058" y="1024751"/>
                  </a:cubicBezTo>
                  <a:cubicBezTo>
                    <a:pt x="412236" y="1036042"/>
                    <a:pt x="420191" y="1052551"/>
                    <a:pt x="424127" y="1060421"/>
                  </a:cubicBezTo>
                  <a:cubicBezTo>
                    <a:pt x="428062" y="1068376"/>
                    <a:pt x="445684" y="1084800"/>
                    <a:pt x="447394" y="1088734"/>
                  </a:cubicBezTo>
                  <a:cubicBezTo>
                    <a:pt x="449104" y="1092669"/>
                    <a:pt x="450815" y="1092156"/>
                    <a:pt x="452525" y="1093867"/>
                  </a:cubicBezTo>
                  <a:cubicBezTo>
                    <a:pt x="454238" y="1095577"/>
                    <a:pt x="465016" y="1108066"/>
                    <a:pt x="465016" y="1111402"/>
                  </a:cubicBezTo>
                  <a:cubicBezTo>
                    <a:pt x="465016" y="1114738"/>
                    <a:pt x="458172" y="1121582"/>
                    <a:pt x="450301" y="1126714"/>
                  </a:cubicBezTo>
                  <a:cubicBezTo>
                    <a:pt x="442346" y="1131846"/>
                    <a:pt x="428745" y="1144848"/>
                    <a:pt x="425923" y="1145447"/>
                  </a:cubicBezTo>
                  <a:cubicBezTo>
                    <a:pt x="423100" y="1146046"/>
                    <a:pt x="419080" y="1142025"/>
                    <a:pt x="414546" y="1143137"/>
                  </a:cubicBezTo>
                  <a:cubicBezTo>
                    <a:pt x="410012" y="1144249"/>
                    <a:pt x="403768" y="1164095"/>
                    <a:pt x="391280" y="1178807"/>
                  </a:cubicBezTo>
                  <a:cubicBezTo>
                    <a:pt x="378791" y="1193520"/>
                    <a:pt x="363479" y="1192408"/>
                    <a:pt x="353300" y="1194718"/>
                  </a:cubicBezTo>
                  <a:cubicBezTo>
                    <a:pt x="343122" y="1197027"/>
                    <a:pt x="318742" y="1194718"/>
                    <a:pt x="312498" y="1194718"/>
                  </a:cubicBezTo>
                  <a:cubicBezTo>
                    <a:pt x="306254" y="1194718"/>
                    <a:pt x="304030" y="1191296"/>
                    <a:pt x="303430" y="1189072"/>
                  </a:cubicBezTo>
                  <a:cubicBezTo>
                    <a:pt x="302831" y="1186848"/>
                    <a:pt x="304030" y="1185137"/>
                    <a:pt x="305740" y="1177781"/>
                  </a:cubicBezTo>
                  <a:cubicBezTo>
                    <a:pt x="307450" y="1170425"/>
                    <a:pt x="313097" y="1174958"/>
                    <a:pt x="320453" y="1172649"/>
                  </a:cubicBezTo>
                  <a:cubicBezTo>
                    <a:pt x="327810" y="1170339"/>
                    <a:pt x="332344" y="1168115"/>
                    <a:pt x="337475" y="1164180"/>
                  </a:cubicBezTo>
                  <a:cubicBezTo>
                    <a:pt x="342608" y="1160245"/>
                    <a:pt x="346542" y="1164779"/>
                    <a:pt x="346542" y="1157423"/>
                  </a:cubicBezTo>
                  <a:cubicBezTo>
                    <a:pt x="346542" y="1150066"/>
                    <a:pt x="348852" y="1154001"/>
                    <a:pt x="352787" y="1146645"/>
                  </a:cubicBezTo>
                  <a:cubicBezTo>
                    <a:pt x="356721" y="1139288"/>
                    <a:pt x="357321" y="1139801"/>
                    <a:pt x="357321" y="1139801"/>
                  </a:cubicBezTo>
                  <a:lnTo>
                    <a:pt x="357321" y="1130135"/>
                  </a:lnTo>
                  <a:cubicBezTo>
                    <a:pt x="357321" y="1120469"/>
                    <a:pt x="358432" y="1086510"/>
                    <a:pt x="356207" y="1083089"/>
                  </a:cubicBezTo>
                  <a:cubicBezTo>
                    <a:pt x="353983" y="1079667"/>
                    <a:pt x="352787" y="1075732"/>
                    <a:pt x="341495" y="1064356"/>
                  </a:cubicBezTo>
                  <a:cubicBezTo>
                    <a:pt x="330120" y="1053064"/>
                    <a:pt x="322249" y="1034331"/>
                    <a:pt x="316518" y="1026376"/>
                  </a:cubicBezTo>
                  <a:cubicBezTo>
                    <a:pt x="310873" y="1018421"/>
                    <a:pt x="287605" y="977020"/>
                    <a:pt x="280249" y="968038"/>
                  </a:cubicBezTo>
                  <a:cubicBezTo>
                    <a:pt x="272892" y="958971"/>
                    <a:pt x="238933" y="910812"/>
                    <a:pt x="238933" y="910812"/>
                  </a:cubicBezTo>
                  <a:lnTo>
                    <a:pt x="236112" y="915346"/>
                  </a:lnTo>
                  <a:cubicBezTo>
                    <a:pt x="233288" y="919879"/>
                    <a:pt x="212843" y="988396"/>
                    <a:pt x="212843" y="988396"/>
                  </a:cubicBezTo>
                  <a:cubicBezTo>
                    <a:pt x="212843" y="988396"/>
                    <a:pt x="204889" y="1022356"/>
                    <a:pt x="200954" y="1040490"/>
                  </a:cubicBezTo>
                  <a:cubicBezTo>
                    <a:pt x="196934" y="1058624"/>
                    <a:pt x="182221" y="1086339"/>
                    <a:pt x="176574" y="1092070"/>
                  </a:cubicBezTo>
                  <a:cubicBezTo>
                    <a:pt x="170930" y="1097716"/>
                    <a:pt x="173154" y="1098315"/>
                    <a:pt x="169819" y="1109093"/>
                  </a:cubicBezTo>
                  <a:cubicBezTo>
                    <a:pt x="166396" y="1119871"/>
                    <a:pt x="173239" y="1133471"/>
                    <a:pt x="173239" y="1137406"/>
                  </a:cubicBezTo>
                  <a:cubicBezTo>
                    <a:pt x="173239" y="1141341"/>
                    <a:pt x="170930" y="1148783"/>
                    <a:pt x="169305" y="1152119"/>
                  </a:cubicBezTo>
                  <a:cubicBezTo>
                    <a:pt x="168021" y="1154771"/>
                    <a:pt x="168363" y="1167260"/>
                    <a:pt x="168620" y="1172734"/>
                  </a:cubicBezTo>
                  <a:cubicBezTo>
                    <a:pt x="173496" y="1180176"/>
                    <a:pt x="175549" y="1195146"/>
                    <a:pt x="175549" y="1195146"/>
                  </a:cubicBezTo>
                  <a:lnTo>
                    <a:pt x="172126" y="1196856"/>
                  </a:lnTo>
                  <a:cubicBezTo>
                    <a:pt x="162461" y="1199679"/>
                    <a:pt x="106946" y="1199679"/>
                    <a:pt x="106946" y="1199679"/>
                  </a:cubicBezTo>
                  <a:lnTo>
                    <a:pt x="103525" y="1195744"/>
                  </a:lnTo>
                  <a:cubicBezTo>
                    <a:pt x="93858" y="1195744"/>
                    <a:pt x="51945" y="1191211"/>
                    <a:pt x="35520" y="1187190"/>
                  </a:cubicBezTo>
                  <a:cubicBezTo>
                    <a:pt x="19097" y="1183255"/>
                    <a:pt x="11740" y="1173589"/>
                    <a:pt x="10629" y="1169056"/>
                  </a:cubicBezTo>
                  <a:cubicBezTo>
                    <a:pt x="9518" y="1164522"/>
                    <a:pt x="15162" y="1163924"/>
                    <a:pt x="16873" y="1161101"/>
                  </a:cubicBezTo>
                  <a:cubicBezTo>
                    <a:pt x="18583" y="1158278"/>
                    <a:pt x="20294" y="1155455"/>
                    <a:pt x="26540" y="1154343"/>
                  </a:cubicBezTo>
                  <a:cubicBezTo>
                    <a:pt x="26540" y="1154343"/>
                    <a:pt x="48094" y="1153231"/>
                    <a:pt x="54340" y="1152632"/>
                  </a:cubicBezTo>
                  <a:cubicBezTo>
                    <a:pt x="60584" y="1152034"/>
                    <a:pt x="62809" y="1149211"/>
                    <a:pt x="66229" y="1146987"/>
                  </a:cubicBezTo>
                  <a:cubicBezTo>
                    <a:pt x="69053" y="1145105"/>
                    <a:pt x="71448" y="1144421"/>
                    <a:pt x="73501" y="1144592"/>
                  </a:cubicBezTo>
                  <a:lnTo>
                    <a:pt x="72474" y="1144164"/>
                  </a:lnTo>
                  <a:cubicBezTo>
                    <a:pt x="73073" y="1140742"/>
                    <a:pt x="73073" y="1137920"/>
                    <a:pt x="74698" y="1131675"/>
                  </a:cubicBezTo>
                  <a:cubicBezTo>
                    <a:pt x="76408" y="1125431"/>
                    <a:pt x="78632" y="1127740"/>
                    <a:pt x="80942" y="1123720"/>
                  </a:cubicBezTo>
                  <a:cubicBezTo>
                    <a:pt x="83252" y="1119785"/>
                    <a:pt x="84365" y="1107810"/>
                    <a:pt x="90010" y="1099341"/>
                  </a:cubicBezTo>
                  <a:cubicBezTo>
                    <a:pt x="94800" y="1092242"/>
                    <a:pt x="116954" y="1062046"/>
                    <a:pt x="124739" y="1050755"/>
                  </a:cubicBezTo>
                  <a:cubicBezTo>
                    <a:pt x="125850" y="1046307"/>
                    <a:pt x="126535" y="1042286"/>
                    <a:pt x="127560" y="1038865"/>
                  </a:cubicBezTo>
                  <a:cubicBezTo>
                    <a:pt x="127817" y="1037838"/>
                    <a:pt x="128245" y="1036726"/>
                    <a:pt x="128674" y="1035358"/>
                  </a:cubicBezTo>
                  <a:cubicBezTo>
                    <a:pt x="128759" y="1032962"/>
                    <a:pt x="128930" y="1030140"/>
                    <a:pt x="129016" y="1026718"/>
                  </a:cubicBezTo>
                  <a:cubicBezTo>
                    <a:pt x="129613" y="1014828"/>
                    <a:pt x="130127" y="1006873"/>
                    <a:pt x="131326" y="988225"/>
                  </a:cubicBezTo>
                  <a:cubicBezTo>
                    <a:pt x="132437" y="969492"/>
                    <a:pt x="136971" y="922446"/>
                    <a:pt x="136371" y="908930"/>
                  </a:cubicBezTo>
                  <a:cubicBezTo>
                    <a:pt x="135772" y="895329"/>
                    <a:pt x="139195" y="892507"/>
                    <a:pt x="142616" y="884038"/>
                  </a:cubicBezTo>
                  <a:cubicBezTo>
                    <a:pt x="146038" y="875570"/>
                    <a:pt x="147149" y="838103"/>
                    <a:pt x="149973" y="827411"/>
                  </a:cubicBezTo>
                  <a:cubicBezTo>
                    <a:pt x="152796" y="816633"/>
                    <a:pt x="152283" y="816633"/>
                    <a:pt x="155104" y="806454"/>
                  </a:cubicBezTo>
                  <a:cubicBezTo>
                    <a:pt x="157927" y="796275"/>
                    <a:pt x="158527" y="798499"/>
                    <a:pt x="159041" y="791142"/>
                  </a:cubicBezTo>
                  <a:cubicBezTo>
                    <a:pt x="159638" y="783786"/>
                    <a:pt x="160152" y="782075"/>
                    <a:pt x="161862" y="774120"/>
                  </a:cubicBezTo>
                  <a:cubicBezTo>
                    <a:pt x="163572" y="766165"/>
                    <a:pt x="170330" y="745806"/>
                    <a:pt x="170330" y="745806"/>
                  </a:cubicBezTo>
                  <a:cubicBezTo>
                    <a:pt x="170330" y="745806"/>
                    <a:pt x="168106" y="744694"/>
                    <a:pt x="161265" y="734515"/>
                  </a:cubicBezTo>
                  <a:cubicBezTo>
                    <a:pt x="154507" y="724336"/>
                    <a:pt x="153907" y="722625"/>
                    <a:pt x="151598" y="711248"/>
                  </a:cubicBezTo>
                  <a:cubicBezTo>
                    <a:pt x="149373" y="699872"/>
                    <a:pt x="147663" y="675578"/>
                    <a:pt x="147064" y="660267"/>
                  </a:cubicBezTo>
                  <a:cubicBezTo>
                    <a:pt x="146550" y="644955"/>
                    <a:pt x="139709" y="596283"/>
                    <a:pt x="138595" y="582084"/>
                  </a:cubicBezTo>
                  <a:cubicBezTo>
                    <a:pt x="137484" y="567884"/>
                    <a:pt x="142018" y="574727"/>
                    <a:pt x="142018" y="561127"/>
                  </a:cubicBezTo>
                  <a:cubicBezTo>
                    <a:pt x="142018" y="547526"/>
                    <a:pt x="148774" y="542992"/>
                    <a:pt x="147663" y="536149"/>
                  </a:cubicBezTo>
                  <a:cubicBezTo>
                    <a:pt x="146892" y="531701"/>
                    <a:pt x="146210" y="522634"/>
                    <a:pt x="145781" y="516903"/>
                  </a:cubicBezTo>
                  <a:cubicBezTo>
                    <a:pt x="144583" y="515620"/>
                    <a:pt x="143301" y="514165"/>
                    <a:pt x="141076" y="513053"/>
                  </a:cubicBezTo>
                  <a:cubicBezTo>
                    <a:pt x="135003" y="510060"/>
                    <a:pt x="135003" y="508520"/>
                    <a:pt x="131240" y="502446"/>
                  </a:cubicBezTo>
                  <a:cubicBezTo>
                    <a:pt x="127475" y="496373"/>
                    <a:pt x="134233" y="497143"/>
                    <a:pt x="137996" y="489615"/>
                  </a:cubicBezTo>
                  <a:cubicBezTo>
                    <a:pt x="141761" y="482088"/>
                    <a:pt x="144840" y="476785"/>
                    <a:pt x="144840" y="467717"/>
                  </a:cubicBezTo>
                  <a:lnTo>
                    <a:pt x="144840" y="429738"/>
                  </a:lnTo>
                  <a:lnTo>
                    <a:pt x="144412" y="428797"/>
                  </a:lnTo>
                  <a:cubicBezTo>
                    <a:pt x="143729" y="431791"/>
                    <a:pt x="142018" y="437864"/>
                    <a:pt x="138767" y="442740"/>
                  </a:cubicBezTo>
                  <a:cubicBezTo>
                    <a:pt x="134233" y="449497"/>
                    <a:pt x="132009" y="461644"/>
                    <a:pt x="129699" y="470711"/>
                  </a:cubicBezTo>
                  <a:cubicBezTo>
                    <a:pt x="127389" y="479778"/>
                    <a:pt x="125165" y="484312"/>
                    <a:pt x="120633" y="489615"/>
                  </a:cubicBezTo>
                  <a:cubicBezTo>
                    <a:pt x="116100" y="494919"/>
                    <a:pt x="108571" y="496373"/>
                    <a:pt x="107032" y="499452"/>
                  </a:cubicBezTo>
                  <a:cubicBezTo>
                    <a:pt x="106518" y="500479"/>
                    <a:pt x="106004" y="501848"/>
                    <a:pt x="105493" y="503473"/>
                  </a:cubicBezTo>
                  <a:lnTo>
                    <a:pt x="105919" y="505098"/>
                  </a:lnTo>
                  <a:cubicBezTo>
                    <a:pt x="106689" y="508862"/>
                    <a:pt x="102155" y="513053"/>
                    <a:pt x="101044" y="513823"/>
                  </a:cubicBezTo>
                  <a:cubicBezTo>
                    <a:pt x="98050" y="518357"/>
                    <a:pt x="98050" y="523660"/>
                    <a:pt x="92747" y="530503"/>
                  </a:cubicBezTo>
                  <a:cubicBezTo>
                    <a:pt x="87443" y="537261"/>
                    <a:pt x="86672" y="544104"/>
                    <a:pt x="83680" y="548638"/>
                  </a:cubicBezTo>
                  <a:cubicBezTo>
                    <a:pt x="80685" y="553171"/>
                    <a:pt x="76922" y="560015"/>
                    <a:pt x="73073" y="563778"/>
                  </a:cubicBezTo>
                  <a:cubicBezTo>
                    <a:pt x="69310" y="567542"/>
                    <a:pt x="71534" y="572846"/>
                    <a:pt x="67768" y="578919"/>
                  </a:cubicBezTo>
                  <a:cubicBezTo>
                    <a:pt x="64005" y="584992"/>
                    <a:pt x="64776" y="582683"/>
                    <a:pt x="61695" y="584992"/>
                  </a:cubicBezTo>
                  <a:cubicBezTo>
                    <a:pt x="58703" y="587302"/>
                    <a:pt x="60156" y="591066"/>
                    <a:pt x="57932" y="594829"/>
                  </a:cubicBezTo>
                  <a:cubicBezTo>
                    <a:pt x="55622" y="598593"/>
                    <a:pt x="54938" y="597823"/>
                    <a:pt x="51089" y="600133"/>
                  </a:cubicBezTo>
                  <a:cubicBezTo>
                    <a:pt x="48693" y="601587"/>
                    <a:pt x="48094" y="606120"/>
                    <a:pt x="48010" y="609200"/>
                  </a:cubicBezTo>
                  <a:lnTo>
                    <a:pt x="48010" y="612194"/>
                  </a:lnTo>
                  <a:cubicBezTo>
                    <a:pt x="47668" y="613648"/>
                    <a:pt x="47668" y="623143"/>
                    <a:pt x="45444" y="629216"/>
                  </a:cubicBezTo>
                  <a:cubicBezTo>
                    <a:pt x="43134" y="635289"/>
                    <a:pt x="32955" y="647693"/>
                    <a:pt x="30303" y="651114"/>
                  </a:cubicBezTo>
                  <a:cubicBezTo>
                    <a:pt x="27651" y="654536"/>
                    <a:pt x="25427" y="661293"/>
                    <a:pt x="24999" y="664715"/>
                  </a:cubicBezTo>
                  <a:cubicBezTo>
                    <a:pt x="24656" y="668136"/>
                    <a:pt x="27651" y="673782"/>
                    <a:pt x="27651" y="677546"/>
                  </a:cubicBezTo>
                  <a:cubicBezTo>
                    <a:pt x="27651" y="681310"/>
                    <a:pt x="37061" y="691489"/>
                    <a:pt x="37061" y="693798"/>
                  </a:cubicBezTo>
                  <a:cubicBezTo>
                    <a:pt x="37061" y="696108"/>
                    <a:pt x="40054" y="699872"/>
                    <a:pt x="35520" y="701326"/>
                  </a:cubicBezTo>
                  <a:cubicBezTo>
                    <a:pt x="30986" y="702865"/>
                    <a:pt x="6437" y="677888"/>
                    <a:pt x="4213" y="672585"/>
                  </a:cubicBezTo>
                  <a:cubicBezTo>
                    <a:pt x="1989" y="667281"/>
                    <a:pt x="450" y="640849"/>
                    <a:pt x="22" y="635888"/>
                  </a:cubicBezTo>
                  <a:cubicBezTo>
                    <a:pt x="-321" y="631012"/>
                    <a:pt x="3443" y="623399"/>
                    <a:pt x="6437" y="617412"/>
                  </a:cubicBezTo>
                  <a:lnTo>
                    <a:pt x="6437" y="605265"/>
                  </a:lnTo>
                  <a:cubicBezTo>
                    <a:pt x="6437" y="596968"/>
                    <a:pt x="8661" y="590894"/>
                    <a:pt x="8661" y="583367"/>
                  </a:cubicBezTo>
                  <a:cubicBezTo>
                    <a:pt x="8661" y="575839"/>
                    <a:pt x="11656" y="575839"/>
                    <a:pt x="11656" y="567542"/>
                  </a:cubicBezTo>
                  <a:cubicBezTo>
                    <a:pt x="11656" y="559245"/>
                    <a:pt x="14649" y="558475"/>
                    <a:pt x="17729" y="551632"/>
                  </a:cubicBezTo>
                  <a:cubicBezTo>
                    <a:pt x="20807" y="544874"/>
                    <a:pt x="21492" y="530503"/>
                    <a:pt x="23031" y="520666"/>
                  </a:cubicBezTo>
                  <a:cubicBezTo>
                    <a:pt x="24571" y="510829"/>
                    <a:pt x="27565" y="510829"/>
                    <a:pt x="29104" y="503302"/>
                  </a:cubicBezTo>
                  <a:cubicBezTo>
                    <a:pt x="30646" y="495774"/>
                    <a:pt x="29104" y="489701"/>
                    <a:pt x="33638" y="481404"/>
                  </a:cubicBezTo>
                  <a:cubicBezTo>
                    <a:pt x="38172" y="473106"/>
                    <a:pt x="51003" y="461045"/>
                    <a:pt x="51003" y="461045"/>
                  </a:cubicBezTo>
                  <a:cubicBezTo>
                    <a:pt x="51003" y="461045"/>
                    <a:pt x="49464" y="454288"/>
                    <a:pt x="46469" y="451978"/>
                  </a:cubicBezTo>
                  <a:cubicBezTo>
                    <a:pt x="43477" y="449669"/>
                    <a:pt x="52542" y="440601"/>
                    <a:pt x="55537" y="435383"/>
                  </a:cubicBezTo>
                  <a:cubicBezTo>
                    <a:pt x="58532" y="430080"/>
                    <a:pt x="73672" y="380980"/>
                    <a:pt x="78204" y="373367"/>
                  </a:cubicBezTo>
                  <a:cubicBezTo>
                    <a:pt x="82738" y="365840"/>
                    <a:pt x="88042" y="344626"/>
                    <a:pt x="88811" y="341632"/>
                  </a:cubicBezTo>
                  <a:cubicBezTo>
                    <a:pt x="89581" y="338638"/>
                    <a:pt x="91121" y="330255"/>
                    <a:pt x="91806" y="321958"/>
                  </a:cubicBezTo>
                  <a:cubicBezTo>
                    <a:pt x="92576" y="313661"/>
                    <a:pt x="93345" y="289453"/>
                    <a:pt x="105407" y="274313"/>
                  </a:cubicBezTo>
                  <a:cubicBezTo>
                    <a:pt x="117467" y="259172"/>
                    <a:pt x="137910" y="237274"/>
                    <a:pt x="151512" y="226752"/>
                  </a:cubicBezTo>
                  <a:cubicBezTo>
                    <a:pt x="165113" y="216146"/>
                    <a:pt x="178713" y="202545"/>
                    <a:pt x="178713" y="202545"/>
                  </a:cubicBezTo>
                  <a:cubicBezTo>
                    <a:pt x="178713" y="202545"/>
                    <a:pt x="179484" y="184411"/>
                    <a:pt x="179484" y="181417"/>
                  </a:cubicBezTo>
                  <a:cubicBezTo>
                    <a:pt x="179484" y="179449"/>
                    <a:pt x="182136" y="176797"/>
                    <a:pt x="183846" y="175172"/>
                  </a:cubicBezTo>
                  <a:cubicBezTo>
                    <a:pt x="182564" y="167217"/>
                    <a:pt x="180425" y="155669"/>
                    <a:pt x="178713" y="145832"/>
                  </a:cubicBezTo>
                  <a:cubicBezTo>
                    <a:pt x="176489" y="133001"/>
                    <a:pt x="169647" y="120855"/>
                    <a:pt x="169647" y="120855"/>
                  </a:cubicBezTo>
                  <a:cubicBezTo>
                    <a:pt x="159041" y="117861"/>
                    <a:pt x="152283" y="107254"/>
                    <a:pt x="149288" y="99726"/>
                  </a:cubicBezTo>
                  <a:cubicBezTo>
                    <a:pt x="146295" y="92199"/>
                    <a:pt x="152283" y="77828"/>
                    <a:pt x="150058" y="72525"/>
                  </a:cubicBezTo>
                  <a:cubicBezTo>
                    <a:pt x="147749" y="67221"/>
                    <a:pt x="146295" y="61234"/>
                    <a:pt x="146295" y="50627"/>
                  </a:cubicBezTo>
                  <a:cubicBezTo>
                    <a:pt x="146295" y="30183"/>
                    <a:pt x="172726" y="9824"/>
                    <a:pt x="188637" y="4521"/>
                  </a:cubicBezTo>
                  <a:cubicBezTo>
                    <a:pt x="204460" y="-782"/>
                    <a:pt x="221142" y="-1895"/>
                    <a:pt x="230979" y="3751"/>
                  </a:cubicBezTo>
                  <a:cubicBezTo>
                    <a:pt x="235855" y="6574"/>
                    <a:pt x="239276" y="2981"/>
                    <a:pt x="241328" y="2810"/>
                  </a:cubicBezTo>
                  <a:cubicBezTo>
                    <a:pt x="243381" y="2639"/>
                    <a:pt x="243638" y="4863"/>
                    <a:pt x="246462" y="5633"/>
                  </a:cubicBezTo>
                  <a:cubicBezTo>
                    <a:pt x="249283" y="6403"/>
                    <a:pt x="258779" y="15983"/>
                    <a:pt x="260660" y="19234"/>
                  </a:cubicBezTo>
                  <a:cubicBezTo>
                    <a:pt x="262542" y="22484"/>
                    <a:pt x="261774" y="22655"/>
                    <a:pt x="261602" y="25136"/>
                  </a:cubicBezTo>
                  <a:cubicBezTo>
                    <a:pt x="261431" y="27616"/>
                    <a:pt x="261774" y="31551"/>
                    <a:pt x="262885" y="35914"/>
                  </a:cubicBezTo>
                  <a:cubicBezTo>
                    <a:pt x="263655" y="38822"/>
                    <a:pt x="264081" y="41671"/>
                    <a:pt x="264167" y="44468"/>
                  </a:cubicBezTo>
                  <a:cubicBezTo>
                    <a:pt x="264338" y="48659"/>
                    <a:pt x="262456" y="52936"/>
                    <a:pt x="262456" y="56529"/>
                  </a:cubicBezTo>
                  <a:cubicBezTo>
                    <a:pt x="262456" y="60122"/>
                    <a:pt x="261345" y="66366"/>
                    <a:pt x="261517" y="67649"/>
                  </a:cubicBezTo>
                  <a:cubicBezTo>
                    <a:pt x="261688" y="68932"/>
                    <a:pt x="264509" y="73893"/>
                    <a:pt x="264509" y="73893"/>
                  </a:cubicBezTo>
                  <a:cubicBezTo>
                    <a:pt x="269814" y="74065"/>
                    <a:pt x="273235" y="76716"/>
                    <a:pt x="273235" y="76716"/>
                  </a:cubicBezTo>
                  <a:cubicBezTo>
                    <a:pt x="272892" y="80309"/>
                    <a:pt x="273235" y="89804"/>
                    <a:pt x="271267" y="90659"/>
                  </a:cubicBezTo>
                  <a:cubicBezTo>
                    <a:pt x="269214" y="91514"/>
                    <a:pt x="263998" y="91173"/>
                    <a:pt x="263998" y="91173"/>
                  </a:cubicBezTo>
                  <a:lnTo>
                    <a:pt x="265023" y="96733"/>
                  </a:lnTo>
                  <a:cubicBezTo>
                    <a:pt x="265023" y="101266"/>
                    <a:pt x="263484" y="108024"/>
                    <a:pt x="262713" y="115637"/>
                  </a:cubicBezTo>
                  <a:cubicBezTo>
                    <a:pt x="261943" y="123164"/>
                    <a:pt x="258179" y="143608"/>
                    <a:pt x="255955" y="146602"/>
                  </a:cubicBezTo>
                  <a:cubicBezTo>
                    <a:pt x="254759" y="148227"/>
                    <a:pt x="255016" y="151136"/>
                    <a:pt x="255613" y="153531"/>
                  </a:cubicBezTo>
                  <a:cubicBezTo>
                    <a:pt x="263056" y="155584"/>
                    <a:pt x="272635" y="175343"/>
                    <a:pt x="272635" y="175343"/>
                  </a:cubicBezTo>
                  <a:cubicBezTo>
                    <a:pt x="292995" y="182871"/>
                    <a:pt x="358006" y="209303"/>
                    <a:pt x="364079" y="215376"/>
                  </a:cubicBezTo>
                  <a:cubicBezTo>
                    <a:pt x="370151" y="221449"/>
                    <a:pt x="376909" y="228207"/>
                    <a:pt x="382982" y="238814"/>
                  </a:cubicBezTo>
                  <a:cubicBezTo>
                    <a:pt x="389055" y="249421"/>
                    <a:pt x="392819" y="261482"/>
                    <a:pt x="398892" y="286459"/>
                  </a:cubicBezTo>
                  <a:cubicBezTo>
                    <a:pt x="404967" y="311351"/>
                    <a:pt x="421561" y="376361"/>
                    <a:pt x="423014" y="390732"/>
                  </a:cubicBezTo>
                  <a:cubicBezTo>
                    <a:pt x="424468" y="404247"/>
                    <a:pt x="423871" y="414426"/>
                    <a:pt x="428830" y="429396"/>
                  </a:cubicBezTo>
                  <a:cubicBezTo>
                    <a:pt x="430883" y="433074"/>
                    <a:pt x="432767" y="438805"/>
                    <a:pt x="434306" y="445477"/>
                  </a:cubicBezTo>
                  <a:cubicBezTo>
                    <a:pt x="440636" y="464723"/>
                    <a:pt x="448505" y="491754"/>
                    <a:pt x="447908" y="499538"/>
                  </a:cubicBezTo>
                  <a:cubicBezTo>
                    <a:pt x="447137" y="509375"/>
                    <a:pt x="449447" y="520666"/>
                    <a:pt x="447137" y="535037"/>
                  </a:cubicBezTo>
                  <a:cubicBezTo>
                    <a:pt x="444913" y="549408"/>
                    <a:pt x="444913" y="576609"/>
                    <a:pt x="444142" y="584137"/>
                  </a:cubicBezTo>
                  <a:cubicBezTo>
                    <a:pt x="443374" y="591664"/>
                    <a:pt x="441150" y="640079"/>
                    <a:pt x="441150" y="640079"/>
                  </a:cubicBezTo>
                  <a:cubicBezTo>
                    <a:pt x="441150" y="640079"/>
                    <a:pt x="443031" y="646923"/>
                    <a:pt x="445341" y="652141"/>
                  </a:cubicBezTo>
                  <a:cubicBezTo>
                    <a:pt x="447651" y="657444"/>
                    <a:pt x="450215" y="664202"/>
                    <a:pt x="448334" y="668393"/>
                  </a:cubicBezTo>
                  <a:cubicBezTo>
                    <a:pt x="446452" y="672585"/>
                    <a:pt x="441576" y="674809"/>
                    <a:pt x="439268" y="677460"/>
                  </a:cubicBezTo>
                  <a:cubicBezTo>
                    <a:pt x="437984" y="679000"/>
                    <a:pt x="436873" y="679941"/>
                    <a:pt x="435674" y="680967"/>
                  </a:cubicBezTo>
                  <a:cubicBezTo>
                    <a:pt x="436102" y="683020"/>
                    <a:pt x="436787" y="686442"/>
                    <a:pt x="437384" y="687811"/>
                  </a:cubicBezTo>
                  <a:cubicBezTo>
                    <a:pt x="438241" y="689778"/>
                    <a:pt x="437984" y="688923"/>
                    <a:pt x="439097" y="689521"/>
                  </a:cubicBezTo>
                  <a:lnTo>
                    <a:pt x="439097" y="689521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9D311A9-E1CD-DE4D-3C31-74F5E86E87EC}"/>
                </a:ext>
              </a:extLst>
            </p:cNvPr>
            <p:cNvSpPr/>
            <p:nvPr/>
          </p:nvSpPr>
          <p:spPr>
            <a:xfrm>
              <a:off x="5527590" y="2371257"/>
              <a:ext cx="464680" cy="1252669"/>
            </a:xfrm>
            <a:custGeom>
              <a:avLst/>
              <a:gdLst>
                <a:gd name="connsiteX0" fmla="*/ 324301 w 464680"/>
                <a:gd name="connsiteY0" fmla="*/ 917083 h 1252669"/>
                <a:gd name="connsiteX1" fmla="*/ 345857 w 464680"/>
                <a:gd name="connsiteY1" fmla="*/ 968064 h 1252669"/>
                <a:gd name="connsiteX2" fmla="*/ 432422 w 464680"/>
                <a:gd name="connsiteY2" fmla="*/ 1127082 h 1252669"/>
                <a:gd name="connsiteX3" fmla="*/ 445253 w 464680"/>
                <a:gd name="connsiteY3" fmla="*/ 1155396 h 1252669"/>
                <a:gd name="connsiteX4" fmla="*/ 450900 w 464680"/>
                <a:gd name="connsiteY4" fmla="*/ 1167457 h 1252669"/>
                <a:gd name="connsiteX5" fmla="*/ 464157 w 464680"/>
                <a:gd name="connsiteY5" fmla="*/ 1191237 h 1252669"/>
                <a:gd name="connsiteX6" fmla="*/ 419249 w 464680"/>
                <a:gd name="connsiteY6" fmla="*/ 1214247 h 1252669"/>
                <a:gd name="connsiteX7" fmla="*/ 394358 w 464680"/>
                <a:gd name="connsiteY7" fmla="*/ 1218439 h 1252669"/>
                <a:gd name="connsiteX8" fmla="*/ 362965 w 464680"/>
                <a:gd name="connsiteY8" fmla="*/ 1239567 h 1252669"/>
                <a:gd name="connsiteX9" fmla="*/ 301377 w 464680"/>
                <a:gd name="connsiteY9" fmla="*/ 1248206 h 1252669"/>
                <a:gd name="connsiteX10" fmla="*/ 266990 w 464680"/>
                <a:gd name="connsiteY10" fmla="*/ 1237257 h 1252669"/>
                <a:gd name="connsiteX11" fmla="*/ 266220 w 464680"/>
                <a:gd name="connsiteY11" fmla="*/ 1227078 h 1252669"/>
                <a:gd name="connsiteX12" fmla="*/ 282814 w 464680"/>
                <a:gd name="connsiteY12" fmla="*/ 1216471 h 1252669"/>
                <a:gd name="connsiteX13" fmla="*/ 317971 w 464680"/>
                <a:gd name="connsiteY13" fmla="*/ 1206634 h 1252669"/>
                <a:gd name="connsiteX14" fmla="*/ 333455 w 464680"/>
                <a:gd name="connsiteY14" fmla="*/ 1187045 h 1252669"/>
                <a:gd name="connsiteX15" fmla="*/ 335679 w 464680"/>
                <a:gd name="connsiteY15" fmla="*/ 1174557 h 1252669"/>
                <a:gd name="connsiteX16" fmla="*/ 342863 w 464680"/>
                <a:gd name="connsiteY16" fmla="*/ 1154883 h 1252669"/>
                <a:gd name="connsiteX17" fmla="*/ 337218 w 464680"/>
                <a:gd name="connsiteY17" fmla="*/ 1140512 h 1252669"/>
                <a:gd name="connsiteX18" fmla="*/ 303942 w 464680"/>
                <a:gd name="connsiteY18" fmla="*/ 1070968 h 1252669"/>
                <a:gd name="connsiteX19" fmla="*/ 265792 w 464680"/>
                <a:gd name="connsiteY19" fmla="*/ 1003734 h 1252669"/>
                <a:gd name="connsiteX20" fmla="*/ 257837 w 464680"/>
                <a:gd name="connsiteY20" fmla="*/ 986370 h 1252669"/>
                <a:gd name="connsiteX21" fmla="*/ 253303 w 464680"/>
                <a:gd name="connsiteY21" fmla="*/ 994667 h 1252669"/>
                <a:gd name="connsiteX22" fmla="*/ 237392 w 464680"/>
                <a:gd name="connsiteY22" fmla="*/ 1064553 h 1252669"/>
                <a:gd name="connsiteX23" fmla="*/ 230976 w 464680"/>
                <a:gd name="connsiteY23" fmla="*/ 1103816 h 1252669"/>
                <a:gd name="connsiteX24" fmla="*/ 223450 w 464680"/>
                <a:gd name="connsiteY24" fmla="*/ 1140084 h 1252669"/>
                <a:gd name="connsiteX25" fmla="*/ 219687 w 464680"/>
                <a:gd name="connsiteY25" fmla="*/ 1182768 h 1252669"/>
                <a:gd name="connsiteX26" fmla="*/ 221568 w 464680"/>
                <a:gd name="connsiteY26" fmla="*/ 1203213 h 1252669"/>
                <a:gd name="connsiteX27" fmla="*/ 220029 w 464680"/>
                <a:gd name="connsiteY27" fmla="*/ 1222459 h 1252669"/>
                <a:gd name="connsiteX28" fmla="*/ 222339 w 464680"/>
                <a:gd name="connsiteY28" fmla="*/ 1245469 h 1252669"/>
                <a:gd name="connsiteX29" fmla="*/ 156986 w 464680"/>
                <a:gd name="connsiteY29" fmla="*/ 1252654 h 1252669"/>
                <a:gd name="connsiteX30" fmla="*/ 79144 w 464680"/>
                <a:gd name="connsiteY30" fmla="*/ 1242817 h 1252669"/>
                <a:gd name="connsiteX31" fmla="*/ 74612 w 464680"/>
                <a:gd name="connsiteY31" fmla="*/ 1239054 h 1252669"/>
                <a:gd name="connsiteX32" fmla="*/ 77605 w 464680"/>
                <a:gd name="connsiteY32" fmla="*/ 1234520 h 1252669"/>
                <a:gd name="connsiteX33" fmla="*/ 77605 w 464680"/>
                <a:gd name="connsiteY33" fmla="*/ 1225111 h 1252669"/>
                <a:gd name="connsiteX34" fmla="*/ 84791 w 464680"/>
                <a:gd name="connsiteY34" fmla="*/ 1217155 h 1252669"/>
                <a:gd name="connsiteX35" fmla="*/ 98390 w 464680"/>
                <a:gd name="connsiteY35" fmla="*/ 1211510 h 1252669"/>
                <a:gd name="connsiteX36" fmla="*/ 113105 w 464680"/>
                <a:gd name="connsiteY36" fmla="*/ 1202785 h 1252669"/>
                <a:gd name="connsiteX37" fmla="*/ 123712 w 464680"/>
                <a:gd name="connsiteY37" fmla="*/ 1184993 h 1252669"/>
                <a:gd name="connsiteX38" fmla="*/ 123712 w 464680"/>
                <a:gd name="connsiteY38" fmla="*/ 1169852 h 1252669"/>
                <a:gd name="connsiteX39" fmla="*/ 126704 w 464680"/>
                <a:gd name="connsiteY39" fmla="*/ 1157363 h 1252669"/>
                <a:gd name="connsiteX40" fmla="*/ 144840 w 464680"/>
                <a:gd name="connsiteY40" fmla="*/ 1132471 h 1252669"/>
                <a:gd name="connsiteX41" fmla="*/ 141759 w 464680"/>
                <a:gd name="connsiteY41" fmla="*/ 1083372 h 1252669"/>
                <a:gd name="connsiteX42" fmla="*/ 150827 w 464680"/>
                <a:gd name="connsiteY42" fmla="*/ 1013144 h 1252669"/>
                <a:gd name="connsiteX43" fmla="*/ 154248 w 464680"/>
                <a:gd name="connsiteY43" fmla="*/ 924781 h 1252669"/>
                <a:gd name="connsiteX44" fmla="*/ 156557 w 464680"/>
                <a:gd name="connsiteY44" fmla="*/ 863535 h 1252669"/>
                <a:gd name="connsiteX45" fmla="*/ 164854 w 464680"/>
                <a:gd name="connsiteY45" fmla="*/ 754729 h 1252669"/>
                <a:gd name="connsiteX46" fmla="*/ 156557 w 464680"/>
                <a:gd name="connsiteY46" fmla="*/ 727955 h 1252669"/>
                <a:gd name="connsiteX47" fmla="*/ 153565 w 464680"/>
                <a:gd name="connsiteY47" fmla="*/ 713242 h 1252669"/>
                <a:gd name="connsiteX48" fmla="*/ 140306 w 464680"/>
                <a:gd name="connsiteY48" fmla="*/ 720000 h 1252669"/>
                <a:gd name="connsiteX49" fmla="*/ 135429 w 464680"/>
                <a:gd name="connsiteY49" fmla="*/ 716578 h 1252669"/>
                <a:gd name="connsiteX50" fmla="*/ 135772 w 464680"/>
                <a:gd name="connsiteY50" fmla="*/ 689035 h 1252669"/>
                <a:gd name="connsiteX51" fmla="*/ 132009 w 464680"/>
                <a:gd name="connsiteY51" fmla="*/ 640705 h 1252669"/>
                <a:gd name="connsiteX52" fmla="*/ 135429 w 464680"/>
                <a:gd name="connsiteY52" fmla="*/ 605975 h 1252669"/>
                <a:gd name="connsiteX53" fmla="*/ 132777 w 464680"/>
                <a:gd name="connsiteY53" fmla="*/ 566285 h 1252669"/>
                <a:gd name="connsiteX54" fmla="*/ 130553 w 464680"/>
                <a:gd name="connsiteY54" fmla="*/ 542847 h 1252669"/>
                <a:gd name="connsiteX55" fmla="*/ 118065 w 464680"/>
                <a:gd name="connsiteY55" fmla="*/ 558330 h 1252669"/>
                <a:gd name="connsiteX56" fmla="*/ 111649 w 464680"/>
                <a:gd name="connsiteY56" fmla="*/ 574155 h 1252669"/>
                <a:gd name="connsiteX57" fmla="*/ 97622 w 464680"/>
                <a:gd name="connsiteY57" fmla="*/ 600586 h 1252669"/>
                <a:gd name="connsiteX58" fmla="*/ 87100 w 464680"/>
                <a:gd name="connsiteY58" fmla="*/ 617951 h 1252669"/>
                <a:gd name="connsiteX59" fmla="*/ 73841 w 464680"/>
                <a:gd name="connsiteY59" fmla="*/ 648574 h 1252669"/>
                <a:gd name="connsiteX60" fmla="*/ 69650 w 464680"/>
                <a:gd name="connsiteY60" fmla="*/ 653878 h 1252669"/>
                <a:gd name="connsiteX61" fmla="*/ 65801 w 464680"/>
                <a:gd name="connsiteY61" fmla="*/ 652509 h 1252669"/>
                <a:gd name="connsiteX62" fmla="*/ 64346 w 464680"/>
                <a:gd name="connsiteY62" fmla="*/ 654647 h 1252669"/>
                <a:gd name="connsiteX63" fmla="*/ 52970 w 464680"/>
                <a:gd name="connsiteY63" fmla="*/ 656102 h 1252669"/>
                <a:gd name="connsiteX64" fmla="*/ 52542 w 464680"/>
                <a:gd name="connsiteY64" fmla="*/ 656700 h 1252669"/>
                <a:gd name="connsiteX65" fmla="*/ 46555 w 464680"/>
                <a:gd name="connsiteY65" fmla="*/ 670045 h 1252669"/>
                <a:gd name="connsiteX66" fmla="*/ 42278 w 464680"/>
                <a:gd name="connsiteY66" fmla="*/ 685100 h 1252669"/>
                <a:gd name="connsiteX67" fmla="*/ 34920 w 464680"/>
                <a:gd name="connsiteY67" fmla="*/ 691344 h 1252669"/>
                <a:gd name="connsiteX68" fmla="*/ 29019 w 464680"/>
                <a:gd name="connsiteY68" fmla="*/ 677144 h 1252669"/>
                <a:gd name="connsiteX69" fmla="*/ 33210 w 464680"/>
                <a:gd name="connsiteY69" fmla="*/ 660550 h 1252669"/>
                <a:gd name="connsiteX70" fmla="*/ 30558 w 464680"/>
                <a:gd name="connsiteY70" fmla="*/ 661320 h 1252669"/>
                <a:gd name="connsiteX71" fmla="*/ 25255 w 464680"/>
                <a:gd name="connsiteY71" fmla="*/ 678599 h 1252669"/>
                <a:gd name="connsiteX72" fmla="*/ 26110 w 464680"/>
                <a:gd name="connsiteY72" fmla="*/ 689120 h 1252669"/>
                <a:gd name="connsiteX73" fmla="*/ 36888 w 464680"/>
                <a:gd name="connsiteY73" fmla="*/ 701267 h 1252669"/>
                <a:gd name="connsiteX74" fmla="*/ 39112 w 464680"/>
                <a:gd name="connsiteY74" fmla="*/ 706057 h 1252669"/>
                <a:gd name="connsiteX75" fmla="*/ 41422 w 464680"/>
                <a:gd name="connsiteY75" fmla="*/ 713413 h 1252669"/>
                <a:gd name="connsiteX76" fmla="*/ 39112 w 464680"/>
                <a:gd name="connsiteY76" fmla="*/ 719658 h 1252669"/>
                <a:gd name="connsiteX77" fmla="*/ 35434 w 464680"/>
                <a:gd name="connsiteY77" fmla="*/ 719059 h 1252669"/>
                <a:gd name="connsiteX78" fmla="*/ 27736 w 464680"/>
                <a:gd name="connsiteY78" fmla="*/ 718203 h 1252669"/>
                <a:gd name="connsiteX79" fmla="*/ 20636 w 464680"/>
                <a:gd name="connsiteY79" fmla="*/ 713071 h 1252669"/>
                <a:gd name="connsiteX80" fmla="*/ 277 w 464680"/>
                <a:gd name="connsiteY80" fmla="*/ 693825 h 1252669"/>
                <a:gd name="connsiteX81" fmla="*/ 277 w 464680"/>
                <a:gd name="connsiteY81" fmla="*/ 679369 h 1252669"/>
                <a:gd name="connsiteX82" fmla="*/ 2244 w 464680"/>
                <a:gd name="connsiteY82" fmla="*/ 656102 h 1252669"/>
                <a:gd name="connsiteX83" fmla="*/ 5923 w 464680"/>
                <a:gd name="connsiteY83" fmla="*/ 643955 h 1252669"/>
                <a:gd name="connsiteX84" fmla="*/ 17299 w 464680"/>
                <a:gd name="connsiteY84" fmla="*/ 630354 h 1252669"/>
                <a:gd name="connsiteX85" fmla="*/ 21150 w 464680"/>
                <a:gd name="connsiteY85" fmla="*/ 627446 h 1252669"/>
                <a:gd name="connsiteX86" fmla="*/ 20807 w 464680"/>
                <a:gd name="connsiteY86" fmla="*/ 626676 h 1252669"/>
                <a:gd name="connsiteX87" fmla="*/ 22860 w 464680"/>
                <a:gd name="connsiteY87" fmla="*/ 622228 h 1252669"/>
                <a:gd name="connsiteX88" fmla="*/ 21918 w 464680"/>
                <a:gd name="connsiteY88" fmla="*/ 619918 h 1252669"/>
                <a:gd name="connsiteX89" fmla="*/ 27565 w 464680"/>
                <a:gd name="connsiteY89" fmla="*/ 606660 h 1252669"/>
                <a:gd name="connsiteX90" fmla="*/ 38855 w 464680"/>
                <a:gd name="connsiteY90" fmla="*/ 574155 h 1252669"/>
                <a:gd name="connsiteX91" fmla="*/ 48265 w 464680"/>
                <a:gd name="connsiteY91" fmla="*/ 550375 h 1252669"/>
                <a:gd name="connsiteX92" fmla="*/ 56990 w 464680"/>
                <a:gd name="connsiteY92" fmla="*/ 530016 h 1252669"/>
                <a:gd name="connsiteX93" fmla="*/ 63748 w 464680"/>
                <a:gd name="connsiteY93" fmla="*/ 519410 h 1252669"/>
                <a:gd name="connsiteX94" fmla="*/ 66741 w 464680"/>
                <a:gd name="connsiteY94" fmla="*/ 507691 h 1252669"/>
                <a:gd name="connsiteX95" fmla="*/ 84534 w 464680"/>
                <a:gd name="connsiteY95" fmla="*/ 460045 h 1252669"/>
                <a:gd name="connsiteX96" fmla="*/ 93944 w 464680"/>
                <a:gd name="connsiteY96" fmla="*/ 434725 h 1252669"/>
                <a:gd name="connsiteX97" fmla="*/ 104123 w 464680"/>
                <a:gd name="connsiteY97" fmla="*/ 418131 h 1252669"/>
                <a:gd name="connsiteX98" fmla="*/ 107115 w 464680"/>
                <a:gd name="connsiteY98" fmla="*/ 401536 h 1252669"/>
                <a:gd name="connsiteX99" fmla="*/ 113531 w 464680"/>
                <a:gd name="connsiteY99" fmla="*/ 386396 h 1252669"/>
                <a:gd name="connsiteX100" fmla="*/ 130896 w 464680"/>
                <a:gd name="connsiteY100" fmla="*/ 296494 h 1252669"/>
                <a:gd name="connsiteX101" fmla="*/ 138852 w 464680"/>
                <a:gd name="connsiteY101" fmla="*/ 259455 h 1252669"/>
                <a:gd name="connsiteX102" fmla="*/ 150570 w 464680"/>
                <a:gd name="connsiteY102" fmla="*/ 233793 h 1252669"/>
                <a:gd name="connsiteX103" fmla="*/ 174008 w 464680"/>
                <a:gd name="connsiteY103" fmla="*/ 215317 h 1252669"/>
                <a:gd name="connsiteX104" fmla="*/ 206513 w 464680"/>
                <a:gd name="connsiteY104" fmla="*/ 195899 h 1252669"/>
                <a:gd name="connsiteX105" fmla="*/ 217719 w 464680"/>
                <a:gd name="connsiteY105" fmla="*/ 174942 h 1252669"/>
                <a:gd name="connsiteX106" fmla="*/ 214553 w 464680"/>
                <a:gd name="connsiteY106" fmla="*/ 167158 h 1252669"/>
                <a:gd name="connsiteX107" fmla="*/ 197531 w 464680"/>
                <a:gd name="connsiteY107" fmla="*/ 170579 h 1252669"/>
                <a:gd name="connsiteX108" fmla="*/ 184529 w 464680"/>
                <a:gd name="connsiteY108" fmla="*/ 171691 h 1252669"/>
                <a:gd name="connsiteX109" fmla="*/ 171527 w 464680"/>
                <a:gd name="connsiteY109" fmla="*/ 157492 h 1252669"/>
                <a:gd name="connsiteX110" fmla="*/ 163572 w 464680"/>
                <a:gd name="connsiteY110" fmla="*/ 145602 h 1252669"/>
                <a:gd name="connsiteX111" fmla="*/ 167507 w 464680"/>
                <a:gd name="connsiteY111" fmla="*/ 137647 h 1252669"/>
                <a:gd name="connsiteX112" fmla="*/ 164086 w 464680"/>
                <a:gd name="connsiteY112" fmla="*/ 133113 h 1252669"/>
                <a:gd name="connsiteX113" fmla="*/ 161776 w 464680"/>
                <a:gd name="connsiteY113" fmla="*/ 127467 h 1252669"/>
                <a:gd name="connsiteX114" fmla="*/ 163487 w 464680"/>
                <a:gd name="connsiteY114" fmla="*/ 117801 h 1252669"/>
                <a:gd name="connsiteX115" fmla="*/ 157242 w 464680"/>
                <a:gd name="connsiteY115" fmla="*/ 112669 h 1252669"/>
                <a:gd name="connsiteX116" fmla="*/ 165197 w 464680"/>
                <a:gd name="connsiteY116" fmla="*/ 93423 h 1252669"/>
                <a:gd name="connsiteX117" fmla="*/ 175376 w 464680"/>
                <a:gd name="connsiteY117" fmla="*/ 75887 h 1252669"/>
                <a:gd name="connsiteX118" fmla="*/ 173154 w 464680"/>
                <a:gd name="connsiteY118" fmla="*/ 63997 h 1252669"/>
                <a:gd name="connsiteX119" fmla="*/ 177088 w 464680"/>
                <a:gd name="connsiteY119" fmla="*/ 54930 h 1252669"/>
                <a:gd name="connsiteX120" fmla="*/ 255270 w 464680"/>
                <a:gd name="connsiteY120" fmla="*/ 1126 h 1252669"/>
                <a:gd name="connsiteX121" fmla="*/ 309674 w 464680"/>
                <a:gd name="connsiteY121" fmla="*/ 52706 h 1252669"/>
                <a:gd name="connsiteX122" fmla="*/ 294962 w 464680"/>
                <a:gd name="connsiteY122" fmla="*/ 125244 h 1252669"/>
                <a:gd name="connsiteX123" fmla="*/ 294362 w 464680"/>
                <a:gd name="connsiteY123" fmla="*/ 136535 h 1252669"/>
                <a:gd name="connsiteX124" fmla="*/ 294362 w 464680"/>
                <a:gd name="connsiteY124" fmla="*/ 136535 h 1252669"/>
                <a:gd name="connsiteX125" fmla="*/ 296672 w 464680"/>
                <a:gd name="connsiteY125" fmla="*/ 138245 h 1252669"/>
                <a:gd name="connsiteX126" fmla="*/ 299153 w 464680"/>
                <a:gd name="connsiteY126" fmla="*/ 144233 h 1252669"/>
                <a:gd name="connsiteX127" fmla="*/ 300778 w 464680"/>
                <a:gd name="connsiteY127" fmla="*/ 143977 h 1252669"/>
                <a:gd name="connsiteX128" fmla="*/ 306851 w 464680"/>
                <a:gd name="connsiteY128" fmla="*/ 148082 h 1252669"/>
                <a:gd name="connsiteX129" fmla="*/ 318571 w 464680"/>
                <a:gd name="connsiteY129" fmla="*/ 163565 h 1252669"/>
                <a:gd name="connsiteX130" fmla="*/ 390680 w 464680"/>
                <a:gd name="connsiteY130" fmla="*/ 199492 h 1252669"/>
                <a:gd name="connsiteX131" fmla="*/ 412236 w 464680"/>
                <a:gd name="connsiteY131" fmla="*/ 228917 h 1252669"/>
                <a:gd name="connsiteX132" fmla="*/ 418994 w 464680"/>
                <a:gd name="connsiteY132" fmla="*/ 258001 h 1252669"/>
                <a:gd name="connsiteX133" fmla="*/ 418994 w 464680"/>
                <a:gd name="connsiteY133" fmla="*/ 275365 h 1252669"/>
                <a:gd name="connsiteX134" fmla="*/ 421302 w 464680"/>
                <a:gd name="connsiteY134" fmla="*/ 299915 h 1252669"/>
                <a:gd name="connsiteX135" fmla="*/ 427377 w 464680"/>
                <a:gd name="connsiteY135" fmla="*/ 350127 h 1252669"/>
                <a:gd name="connsiteX136" fmla="*/ 435331 w 464680"/>
                <a:gd name="connsiteY136" fmla="*/ 409491 h 1252669"/>
                <a:gd name="connsiteX137" fmla="*/ 429687 w 464680"/>
                <a:gd name="connsiteY137" fmla="*/ 451405 h 1252669"/>
                <a:gd name="connsiteX138" fmla="*/ 410440 w 464680"/>
                <a:gd name="connsiteY138" fmla="*/ 509230 h 1252669"/>
                <a:gd name="connsiteX139" fmla="*/ 386232 w 464680"/>
                <a:gd name="connsiteY139" fmla="*/ 557560 h 1252669"/>
                <a:gd name="connsiteX140" fmla="*/ 371519 w 464680"/>
                <a:gd name="connsiteY140" fmla="*/ 581340 h 1252669"/>
                <a:gd name="connsiteX141" fmla="*/ 373401 w 464680"/>
                <a:gd name="connsiteY141" fmla="*/ 640705 h 1252669"/>
                <a:gd name="connsiteX142" fmla="*/ 386660 w 464680"/>
                <a:gd name="connsiteY142" fmla="*/ 701095 h 1252669"/>
                <a:gd name="connsiteX143" fmla="*/ 355266 w 464680"/>
                <a:gd name="connsiteY143" fmla="*/ 711275 h 1252669"/>
                <a:gd name="connsiteX144" fmla="*/ 310357 w 464680"/>
                <a:gd name="connsiteY144" fmla="*/ 710933 h 1252669"/>
                <a:gd name="connsiteX145" fmla="*/ 286577 w 464680"/>
                <a:gd name="connsiteY145" fmla="*/ 770639 h 1252669"/>
                <a:gd name="connsiteX146" fmla="*/ 288461 w 464680"/>
                <a:gd name="connsiteY146" fmla="*/ 793649 h 1252669"/>
                <a:gd name="connsiteX147" fmla="*/ 290770 w 464680"/>
                <a:gd name="connsiteY147" fmla="*/ 806480 h 1252669"/>
                <a:gd name="connsiteX148" fmla="*/ 296415 w 464680"/>
                <a:gd name="connsiteY148" fmla="*/ 818969 h 1252669"/>
                <a:gd name="connsiteX149" fmla="*/ 296843 w 464680"/>
                <a:gd name="connsiteY149" fmla="*/ 835222 h 1252669"/>
                <a:gd name="connsiteX150" fmla="*/ 304027 w 464680"/>
                <a:gd name="connsiteY150" fmla="*/ 853014 h 1252669"/>
                <a:gd name="connsiteX151" fmla="*/ 298383 w 464680"/>
                <a:gd name="connsiteY151" fmla="*/ 868154 h 1252669"/>
                <a:gd name="connsiteX152" fmla="*/ 298383 w 464680"/>
                <a:gd name="connsiteY152" fmla="*/ 868154 h 1252669"/>
                <a:gd name="connsiteX153" fmla="*/ 299494 w 464680"/>
                <a:gd name="connsiteY153" fmla="*/ 876109 h 1252669"/>
                <a:gd name="connsiteX154" fmla="*/ 297783 w 464680"/>
                <a:gd name="connsiteY154" fmla="*/ 874655 h 1252669"/>
                <a:gd name="connsiteX155" fmla="*/ 302574 w 464680"/>
                <a:gd name="connsiteY155" fmla="*/ 882610 h 1252669"/>
                <a:gd name="connsiteX156" fmla="*/ 323959 w 464680"/>
                <a:gd name="connsiteY156" fmla="*/ 916912 h 1252669"/>
                <a:gd name="connsiteX157" fmla="*/ 323959 w 464680"/>
                <a:gd name="connsiteY157" fmla="*/ 916912 h 1252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</a:cxnLst>
              <a:rect l="l" t="t" r="r" b="b"/>
              <a:pathLst>
                <a:path w="464680" h="1252669">
                  <a:moveTo>
                    <a:pt x="324301" y="917083"/>
                  </a:moveTo>
                  <a:cubicBezTo>
                    <a:pt x="339014" y="945396"/>
                    <a:pt x="335593" y="948818"/>
                    <a:pt x="345857" y="968064"/>
                  </a:cubicBezTo>
                  <a:cubicBezTo>
                    <a:pt x="356036" y="987311"/>
                    <a:pt x="432422" y="1127082"/>
                    <a:pt x="432422" y="1127082"/>
                  </a:cubicBezTo>
                  <a:cubicBezTo>
                    <a:pt x="435075" y="1130504"/>
                    <a:pt x="442603" y="1146329"/>
                    <a:pt x="445253" y="1155396"/>
                  </a:cubicBezTo>
                  <a:cubicBezTo>
                    <a:pt x="447906" y="1164463"/>
                    <a:pt x="450900" y="1167457"/>
                    <a:pt x="450900" y="1167457"/>
                  </a:cubicBezTo>
                  <a:cubicBezTo>
                    <a:pt x="453893" y="1171991"/>
                    <a:pt x="467494" y="1187131"/>
                    <a:pt x="464157" y="1191237"/>
                  </a:cubicBezTo>
                  <a:cubicBezTo>
                    <a:pt x="460736" y="1195428"/>
                    <a:pt x="430883" y="1207832"/>
                    <a:pt x="419249" y="1214247"/>
                  </a:cubicBezTo>
                  <a:cubicBezTo>
                    <a:pt x="407531" y="1220663"/>
                    <a:pt x="403768" y="1215787"/>
                    <a:pt x="394358" y="1218439"/>
                  </a:cubicBezTo>
                  <a:cubicBezTo>
                    <a:pt x="384864" y="1221090"/>
                    <a:pt x="376993" y="1231269"/>
                    <a:pt x="362965" y="1239567"/>
                  </a:cubicBezTo>
                  <a:cubicBezTo>
                    <a:pt x="349021" y="1247864"/>
                    <a:pt x="309332" y="1247522"/>
                    <a:pt x="301377" y="1248206"/>
                  </a:cubicBezTo>
                  <a:cubicBezTo>
                    <a:pt x="293421" y="1248976"/>
                    <a:pt x="269300" y="1238797"/>
                    <a:pt x="266990" y="1237257"/>
                  </a:cubicBezTo>
                  <a:cubicBezTo>
                    <a:pt x="264681" y="1235717"/>
                    <a:pt x="265109" y="1234606"/>
                    <a:pt x="266220" y="1227078"/>
                  </a:cubicBezTo>
                  <a:cubicBezTo>
                    <a:pt x="267331" y="1219551"/>
                    <a:pt x="271865" y="1216899"/>
                    <a:pt x="282814" y="1216471"/>
                  </a:cubicBezTo>
                  <a:cubicBezTo>
                    <a:pt x="293763" y="1216129"/>
                    <a:pt x="311899" y="1213819"/>
                    <a:pt x="317971" y="1206634"/>
                  </a:cubicBezTo>
                  <a:cubicBezTo>
                    <a:pt x="324044" y="1199449"/>
                    <a:pt x="331571" y="1189612"/>
                    <a:pt x="333455" y="1187045"/>
                  </a:cubicBezTo>
                  <a:cubicBezTo>
                    <a:pt x="335336" y="1184394"/>
                    <a:pt x="334223" y="1180972"/>
                    <a:pt x="335679" y="1174557"/>
                  </a:cubicBezTo>
                  <a:cubicBezTo>
                    <a:pt x="337218" y="1168141"/>
                    <a:pt x="342520" y="1160186"/>
                    <a:pt x="342863" y="1154883"/>
                  </a:cubicBezTo>
                  <a:cubicBezTo>
                    <a:pt x="343205" y="1149579"/>
                    <a:pt x="337901" y="1145473"/>
                    <a:pt x="337218" y="1140512"/>
                  </a:cubicBezTo>
                  <a:cubicBezTo>
                    <a:pt x="337218" y="1140512"/>
                    <a:pt x="317543" y="1087991"/>
                    <a:pt x="303942" y="1070968"/>
                  </a:cubicBezTo>
                  <a:cubicBezTo>
                    <a:pt x="290342" y="1053946"/>
                    <a:pt x="265792" y="1003734"/>
                    <a:pt x="265792" y="1003734"/>
                  </a:cubicBezTo>
                  <a:cubicBezTo>
                    <a:pt x="260147" y="993897"/>
                    <a:pt x="257837" y="986370"/>
                    <a:pt x="257837" y="986370"/>
                  </a:cubicBezTo>
                  <a:lnTo>
                    <a:pt x="253303" y="994667"/>
                  </a:lnTo>
                  <a:cubicBezTo>
                    <a:pt x="248769" y="1002964"/>
                    <a:pt x="238162" y="1055828"/>
                    <a:pt x="237392" y="1064553"/>
                  </a:cubicBezTo>
                  <a:cubicBezTo>
                    <a:pt x="236623" y="1073278"/>
                    <a:pt x="235853" y="1094406"/>
                    <a:pt x="230976" y="1103816"/>
                  </a:cubicBezTo>
                  <a:cubicBezTo>
                    <a:pt x="230976" y="1103816"/>
                    <a:pt x="224561" y="1121950"/>
                    <a:pt x="223450" y="1140084"/>
                  </a:cubicBezTo>
                  <a:cubicBezTo>
                    <a:pt x="222339" y="1158219"/>
                    <a:pt x="219687" y="1182768"/>
                    <a:pt x="219687" y="1182768"/>
                  </a:cubicBezTo>
                  <a:cubicBezTo>
                    <a:pt x="222339" y="1191836"/>
                    <a:pt x="222339" y="1197481"/>
                    <a:pt x="221568" y="1203213"/>
                  </a:cubicBezTo>
                  <a:cubicBezTo>
                    <a:pt x="220798" y="1208858"/>
                    <a:pt x="220455" y="1221347"/>
                    <a:pt x="220029" y="1222459"/>
                  </a:cubicBezTo>
                  <a:cubicBezTo>
                    <a:pt x="219687" y="1223571"/>
                    <a:pt x="224989" y="1244015"/>
                    <a:pt x="222339" y="1245469"/>
                  </a:cubicBezTo>
                  <a:cubicBezTo>
                    <a:pt x="219687" y="1247009"/>
                    <a:pt x="201209" y="1252312"/>
                    <a:pt x="156986" y="1252654"/>
                  </a:cubicBezTo>
                  <a:cubicBezTo>
                    <a:pt x="112762" y="1253082"/>
                    <a:pt x="81453" y="1244357"/>
                    <a:pt x="79144" y="1242817"/>
                  </a:cubicBezTo>
                  <a:cubicBezTo>
                    <a:pt x="76836" y="1241278"/>
                    <a:pt x="74952" y="1241278"/>
                    <a:pt x="74612" y="1239054"/>
                  </a:cubicBezTo>
                  <a:cubicBezTo>
                    <a:pt x="74184" y="1236744"/>
                    <a:pt x="77605" y="1234520"/>
                    <a:pt x="77605" y="1234520"/>
                  </a:cubicBezTo>
                  <a:cubicBezTo>
                    <a:pt x="77605" y="1234520"/>
                    <a:pt x="76494" y="1231868"/>
                    <a:pt x="77605" y="1225111"/>
                  </a:cubicBezTo>
                  <a:cubicBezTo>
                    <a:pt x="78718" y="1218353"/>
                    <a:pt x="80257" y="1220919"/>
                    <a:pt x="84791" y="1217155"/>
                  </a:cubicBezTo>
                  <a:cubicBezTo>
                    <a:pt x="89324" y="1213392"/>
                    <a:pt x="93088" y="1214504"/>
                    <a:pt x="98390" y="1211510"/>
                  </a:cubicBezTo>
                  <a:cubicBezTo>
                    <a:pt x="103695" y="1208516"/>
                    <a:pt x="107115" y="1208516"/>
                    <a:pt x="113105" y="1202785"/>
                  </a:cubicBezTo>
                  <a:cubicBezTo>
                    <a:pt x="119178" y="1197139"/>
                    <a:pt x="123712" y="1192178"/>
                    <a:pt x="123712" y="1184993"/>
                  </a:cubicBezTo>
                  <a:cubicBezTo>
                    <a:pt x="123712" y="1177807"/>
                    <a:pt x="124052" y="1178577"/>
                    <a:pt x="123712" y="1169852"/>
                  </a:cubicBezTo>
                  <a:cubicBezTo>
                    <a:pt x="123369" y="1161127"/>
                    <a:pt x="124480" y="1164976"/>
                    <a:pt x="126704" y="1157363"/>
                  </a:cubicBezTo>
                  <a:cubicBezTo>
                    <a:pt x="129014" y="1149836"/>
                    <a:pt x="141417" y="1138117"/>
                    <a:pt x="144840" y="1132471"/>
                  </a:cubicBezTo>
                  <a:cubicBezTo>
                    <a:pt x="144840" y="1132471"/>
                    <a:pt x="144069" y="1107152"/>
                    <a:pt x="141759" y="1083372"/>
                  </a:cubicBezTo>
                  <a:cubicBezTo>
                    <a:pt x="139449" y="1059592"/>
                    <a:pt x="139449" y="1053946"/>
                    <a:pt x="150827" y="1013144"/>
                  </a:cubicBezTo>
                  <a:cubicBezTo>
                    <a:pt x="162119" y="972341"/>
                    <a:pt x="159895" y="955319"/>
                    <a:pt x="154248" y="924781"/>
                  </a:cubicBezTo>
                  <a:cubicBezTo>
                    <a:pt x="148603" y="894158"/>
                    <a:pt x="156557" y="889625"/>
                    <a:pt x="156557" y="863535"/>
                  </a:cubicBezTo>
                  <a:cubicBezTo>
                    <a:pt x="156557" y="837445"/>
                    <a:pt x="164854" y="754729"/>
                    <a:pt x="164854" y="754729"/>
                  </a:cubicBezTo>
                  <a:cubicBezTo>
                    <a:pt x="162545" y="748655"/>
                    <a:pt x="159210" y="737022"/>
                    <a:pt x="156557" y="727955"/>
                  </a:cubicBezTo>
                  <a:cubicBezTo>
                    <a:pt x="153907" y="718888"/>
                    <a:pt x="153565" y="713242"/>
                    <a:pt x="153565" y="713242"/>
                  </a:cubicBezTo>
                  <a:cubicBezTo>
                    <a:pt x="152452" y="714012"/>
                    <a:pt x="143726" y="720000"/>
                    <a:pt x="140306" y="720000"/>
                  </a:cubicBezTo>
                  <a:cubicBezTo>
                    <a:pt x="136883" y="720000"/>
                    <a:pt x="137653" y="721539"/>
                    <a:pt x="135429" y="716578"/>
                  </a:cubicBezTo>
                  <a:cubicBezTo>
                    <a:pt x="133205" y="711702"/>
                    <a:pt x="136200" y="698102"/>
                    <a:pt x="135772" y="689035"/>
                  </a:cubicBezTo>
                  <a:cubicBezTo>
                    <a:pt x="135429" y="679967"/>
                    <a:pt x="132351" y="659181"/>
                    <a:pt x="132009" y="640705"/>
                  </a:cubicBezTo>
                  <a:cubicBezTo>
                    <a:pt x="131666" y="622143"/>
                    <a:pt x="134318" y="618379"/>
                    <a:pt x="135429" y="605975"/>
                  </a:cubicBezTo>
                  <a:cubicBezTo>
                    <a:pt x="136542" y="593487"/>
                    <a:pt x="133548" y="575010"/>
                    <a:pt x="132777" y="566285"/>
                  </a:cubicBezTo>
                  <a:cubicBezTo>
                    <a:pt x="132009" y="557646"/>
                    <a:pt x="130553" y="542847"/>
                    <a:pt x="130553" y="542847"/>
                  </a:cubicBezTo>
                  <a:cubicBezTo>
                    <a:pt x="129014" y="543617"/>
                    <a:pt x="121830" y="553454"/>
                    <a:pt x="118065" y="558330"/>
                  </a:cubicBezTo>
                  <a:cubicBezTo>
                    <a:pt x="114301" y="563206"/>
                    <a:pt x="115840" y="564745"/>
                    <a:pt x="111649" y="574155"/>
                  </a:cubicBezTo>
                  <a:cubicBezTo>
                    <a:pt x="107458" y="583564"/>
                    <a:pt x="104806" y="589637"/>
                    <a:pt x="97622" y="600586"/>
                  </a:cubicBezTo>
                  <a:cubicBezTo>
                    <a:pt x="90435" y="611536"/>
                    <a:pt x="91975" y="610766"/>
                    <a:pt x="87100" y="617951"/>
                  </a:cubicBezTo>
                  <a:cubicBezTo>
                    <a:pt x="82224" y="625137"/>
                    <a:pt x="76922" y="643613"/>
                    <a:pt x="73841" y="648574"/>
                  </a:cubicBezTo>
                  <a:cubicBezTo>
                    <a:pt x="70847" y="653535"/>
                    <a:pt x="71960" y="654990"/>
                    <a:pt x="69650" y="653878"/>
                  </a:cubicBezTo>
                  <a:cubicBezTo>
                    <a:pt x="68965" y="653535"/>
                    <a:pt x="67597" y="653108"/>
                    <a:pt x="65801" y="652509"/>
                  </a:cubicBezTo>
                  <a:lnTo>
                    <a:pt x="64346" y="654647"/>
                  </a:lnTo>
                  <a:cubicBezTo>
                    <a:pt x="60325" y="656187"/>
                    <a:pt x="56477" y="656529"/>
                    <a:pt x="52970" y="656102"/>
                  </a:cubicBezTo>
                  <a:lnTo>
                    <a:pt x="52542" y="656700"/>
                  </a:lnTo>
                  <a:cubicBezTo>
                    <a:pt x="50660" y="660892"/>
                    <a:pt x="48094" y="664314"/>
                    <a:pt x="46555" y="670045"/>
                  </a:cubicBezTo>
                  <a:cubicBezTo>
                    <a:pt x="45014" y="675690"/>
                    <a:pt x="46298" y="678599"/>
                    <a:pt x="42278" y="685100"/>
                  </a:cubicBezTo>
                  <a:cubicBezTo>
                    <a:pt x="39369" y="689890"/>
                    <a:pt x="38598" y="692713"/>
                    <a:pt x="34920" y="691344"/>
                  </a:cubicBezTo>
                  <a:cubicBezTo>
                    <a:pt x="28762" y="688949"/>
                    <a:pt x="27565" y="682876"/>
                    <a:pt x="29019" y="677144"/>
                  </a:cubicBezTo>
                  <a:cubicBezTo>
                    <a:pt x="30558" y="671499"/>
                    <a:pt x="32013" y="664314"/>
                    <a:pt x="33210" y="660550"/>
                  </a:cubicBezTo>
                  <a:cubicBezTo>
                    <a:pt x="34321" y="656786"/>
                    <a:pt x="32439" y="660550"/>
                    <a:pt x="30558" y="661320"/>
                  </a:cubicBezTo>
                  <a:cubicBezTo>
                    <a:pt x="30558" y="661320"/>
                    <a:pt x="26966" y="674322"/>
                    <a:pt x="25255" y="678599"/>
                  </a:cubicBezTo>
                  <a:cubicBezTo>
                    <a:pt x="23543" y="682790"/>
                    <a:pt x="22689" y="685100"/>
                    <a:pt x="26110" y="689120"/>
                  </a:cubicBezTo>
                  <a:cubicBezTo>
                    <a:pt x="29532" y="693055"/>
                    <a:pt x="34321" y="697930"/>
                    <a:pt x="36888" y="701267"/>
                  </a:cubicBezTo>
                  <a:cubicBezTo>
                    <a:pt x="39454" y="704688"/>
                    <a:pt x="40567" y="705800"/>
                    <a:pt x="39112" y="706057"/>
                  </a:cubicBezTo>
                  <a:cubicBezTo>
                    <a:pt x="37744" y="706313"/>
                    <a:pt x="41935" y="708024"/>
                    <a:pt x="41422" y="713413"/>
                  </a:cubicBezTo>
                  <a:cubicBezTo>
                    <a:pt x="40822" y="718802"/>
                    <a:pt x="41165" y="721026"/>
                    <a:pt x="39112" y="719658"/>
                  </a:cubicBezTo>
                  <a:cubicBezTo>
                    <a:pt x="37145" y="718203"/>
                    <a:pt x="37744" y="717690"/>
                    <a:pt x="35434" y="719059"/>
                  </a:cubicBezTo>
                  <a:cubicBezTo>
                    <a:pt x="33124" y="720427"/>
                    <a:pt x="31157" y="719914"/>
                    <a:pt x="27736" y="718203"/>
                  </a:cubicBezTo>
                  <a:cubicBezTo>
                    <a:pt x="24314" y="716493"/>
                    <a:pt x="22689" y="714525"/>
                    <a:pt x="20636" y="713071"/>
                  </a:cubicBezTo>
                  <a:cubicBezTo>
                    <a:pt x="18669" y="711617"/>
                    <a:pt x="1047" y="697759"/>
                    <a:pt x="277" y="693825"/>
                  </a:cubicBezTo>
                  <a:cubicBezTo>
                    <a:pt x="-578" y="689890"/>
                    <a:pt x="876" y="682533"/>
                    <a:pt x="277" y="679369"/>
                  </a:cubicBezTo>
                  <a:cubicBezTo>
                    <a:pt x="-235" y="676289"/>
                    <a:pt x="1390" y="661491"/>
                    <a:pt x="2244" y="656102"/>
                  </a:cubicBezTo>
                  <a:cubicBezTo>
                    <a:pt x="3100" y="650713"/>
                    <a:pt x="2757" y="647291"/>
                    <a:pt x="5923" y="643955"/>
                  </a:cubicBezTo>
                  <a:cubicBezTo>
                    <a:pt x="9002" y="640534"/>
                    <a:pt x="15246" y="632322"/>
                    <a:pt x="17299" y="630354"/>
                  </a:cubicBezTo>
                  <a:cubicBezTo>
                    <a:pt x="17813" y="629841"/>
                    <a:pt x="19011" y="628472"/>
                    <a:pt x="21150" y="627446"/>
                  </a:cubicBezTo>
                  <a:lnTo>
                    <a:pt x="20807" y="626676"/>
                  </a:lnTo>
                  <a:lnTo>
                    <a:pt x="22860" y="622228"/>
                  </a:lnTo>
                  <a:lnTo>
                    <a:pt x="21918" y="619918"/>
                  </a:lnTo>
                  <a:cubicBezTo>
                    <a:pt x="22261" y="617694"/>
                    <a:pt x="23459" y="615727"/>
                    <a:pt x="27565" y="606660"/>
                  </a:cubicBezTo>
                  <a:cubicBezTo>
                    <a:pt x="31671" y="597593"/>
                    <a:pt x="36631" y="582880"/>
                    <a:pt x="38855" y="574155"/>
                  </a:cubicBezTo>
                  <a:cubicBezTo>
                    <a:pt x="41079" y="565430"/>
                    <a:pt x="44502" y="557902"/>
                    <a:pt x="48265" y="550375"/>
                  </a:cubicBezTo>
                  <a:cubicBezTo>
                    <a:pt x="52028" y="542847"/>
                    <a:pt x="53910" y="534892"/>
                    <a:pt x="56990" y="530016"/>
                  </a:cubicBezTo>
                  <a:cubicBezTo>
                    <a:pt x="59983" y="525055"/>
                    <a:pt x="61952" y="523943"/>
                    <a:pt x="63748" y="519410"/>
                  </a:cubicBezTo>
                  <a:cubicBezTo>
                    <a:pt x="65630" y="514876"/>
                    <a:pt x="64859" y="514106"/>
                    <a:pt x="66741" y="507691"/>
                  </a:cubicBezTo>
                  <a:cubicBezTo>
                    <a:pt x="68623" y="501275"/>
                    <a:pt x="80342" y="472192"/>
                    <a:pt x="84534" y="460045"/>
                  </a:cubicBezTo>
                  <a:cubicBezTo>
                    <a:pt x="88725" y="447984"/>
                    <a:pt x="90607" y="440799"/>
                    <a:pt x="93944" y="434725"/>
                  </a:cubicBezTo>
                  <a:cubicBezTo>
                    <a:pt x="97365" y="428652"/>
                    <a:pt x="102241" y="420355"/>
                    <a:pt x="104123" y="418131"/>
                  </a:cubicBezTo>
                  <a:cubicBezTo>
                    <a:pt x="106004" y="415907"/>
                    <a:pt x="105234" y="410945"/>
                    <a:pt x="107115" y="401536"/>
                  </a:cubicBezTo>
                  <a:cubicBezTo>
                    <a:pt x="108999" y="392127"/>
                    <a:pt x="113531" y="393239"/>
                    <a:pt x="113531" y="386396"/>
                  </a:cubicBezTo>
                  <a:cubicBezTo>
                    <a:pt x="113531" y="379552"/>
                    <a:pt x="127903" y="307443"/>
                    <a:pt x="130896" y="296494"/>
                  </a:cubicBezTo>
                  <a:cubicBezTo>
                    <a:pt x="133890" y="285545"/>
                    <a:pt x="136969" y="271516"/>
                    <a:pt x="138852" y="259455"/>
                  </a:cubicBezTo>
                  <a:cubicBezTo>
                    <a:pt x="140734" y="247394"/>
                    <a:pt x="146807" y="238327"/>
                    <a:pt x="150570" y="233793"/>
                  </a:cubicBezTo>
                  <a:cubicBezTo>
                    <a:pt x="154333" y="229260"/>
                    <a:pt x="161177" y="223956"/>
                    <a:pt x="174008" y="215317"/>
                  </a:cubicBezTo>
                  <a:cubicBezTo>
                    <a:pt x="183418" y="208987"/>
                    <a:pt x="198899" y="200176"/>
                    <a:pt x="206513" y="195899"/>
                  </a:cubicBezTo>
                  <a:cubicBezTo>
                    <a:pt x="212072" y="186575"/>
                    <a:pt x="216606" y="177080"/>
                    <a:pt x="217719" y="174942"/>
                  </a:cubicBezTo>
                  <a:cubicBezTo>
                    <a:pt x="217463" y="171862"/>
                    <a:pt x="216692" y="168783"/>
                    <a:pt x="214553" y="167158"/>
                  </a:cubicBezTo>
                  <a:cubicBezTo>
                    <a:pt x="210020" y="163736"/>
                    <a:pt x="205486" y="167757"/>
                    <a:pt x="197531" y="170579"/>
                  </a:cubicBezTo>
                  <a:cubicBezTo>
                    <a:pt x="189577" y="173402"/>
                    <a:pt x="190773" y="172889"/>
                    <a:pt x="184529" y="171691"/>
                  </a:cubicBezTo>
                  <a:cubicBezTo>
                    <a:pt x="178285" y="170579"/>
                    <a:pt x="173751" y="164335"/>
                    <a:pt x="171527" y="157492"/>
                  </a:cubicBezTo>
                  <a:cubicBezTo>
                    <a:pt x="169217" y="150734"/>
                    <a:pt x="165283" y="147313"/>
                    <a:pt x="163572" y="145602"/>
                  </a:cubicBezTo>
                  <a:cubicBezTo>
                    <a:pt x="161862" y="143891"/>
                    <a:pt x="166396" y="140470"/>
                    <a:pt x="167507" y="137647"/>
                  </a:cubicBezTo>
                  <a:cubicBezTo>
                    <a:pt x="168620" y="134824"/>
                    <a:pt x="165796" y="133712"/>
                    <a:pt x="164086" y="133113"/>
                  </a:cubicBezTo>
                  <a:cubicBezTo>
                    <a:pt x="162376" y="132514"/>
                    <a:pt x="160663" y="130889"/>
                    <a:pt x="161776" y="127467"/>
                  </a:cubicBezTo>
                  <a:cubicBezTo>
                    <a:pt x="162887" y="124046"/>
                    <a:pt x="165197" y="121822"/>
                    <a:pt x="163487" y="117801"/>
                  </a:cubicBezTo>
                  <a:cubicBezTo>
                    <a:pt x="161776" y="113867"/>
                    <a:pt x="157242" y="112669"/>
                    <a:pt x="157242" y="112669"/>
                  </a:cubicBezTo>
                  <a:cubicBezTo>
                    <a:pt x="145951" y="111557"/>
                    <a:pt x="165197" y="93423"/>
                    <a:pt x="165197" y="93423"/>
                  </a:cubicBezTo>
                  <a:cubicBezTo>
                    <a:pt x="169131" y="90001"/>
                    <a:pt x="174864" y="79822"/>
                    <a:pt x="175376" y="75887"/>
                  </a:cubicBezTo>
                  <a:cubicBezTo>
                    <a:pt x="175975" y="71952"/>
                    <a:pt x="173665" y="66221"/>
                    <a:pt x="173154" y="63997"/>
                  </a:cubicBezTo>
                  <a:cubicBezTo>
                    <a:pt x="172554" y="61687"/>
                    <a:pt x="177088" y="54930"/>
                    <a:pt x="177088" y="54930"/>
                  </a:cubicBezTo>
                  <a:cubicBezTo>
                    <a:pt x="177088" y="23708"/>
                    <a:pt x="217805" y="-6231"/>
                    <a:pt x="255270" y="1126"/>
                  </a:cubicBezTo>
                  <a:cubicBezTo>
                    <a:pt x="281360" y="6258"/>
                    <a:pt x="310785" y="22681"/>
                    <a:pt x="309674" y="52706"/>
                  </a:cubicBezTo>
                  <a:cubicBezTo>
                    <a:pt x="308561" y="82730"/>
                    <a:pt x="297186" y="122934"/>
                    <a:pt x="294962" y="125244"/>
                  </a:cubicBezTo>
                  <a:cubicBezTo>
                    <a:pt x="292738" y="127467"/>
                    <a:pt x="294362" y="136535"/>
                    <a:pt x="294362" y="136535"/>
                  </a:cubicBezTo>
                  <a:lnTo>
                    <a:pt x="294362" y="136535"/>
                  </a:lnTo>
                  <a:cubicBezTo>
                    <a:pt x="296501" y="136706"/>
                    <a:pt x="296672" y="138245"/>
                    <a:pt x="296672" y="138245"/>
                  </a:cubicBezTo>
                  <a:cubicBezTo>
                    <a:pt x="297355" y="139272"/>
                    <a:pt x="298639" y="141667"/>
                    <a:pt x="299153" y="144233"/>
                  </a:cubicBezTo>
                  <a:lnTo>
                    <a:pt x="300778" y="143977"/>
                  </a:lnTo>
                  <a:cubicBezTo>
                    <a:pt x="302660" y="143549"/>
                    <a:pt x="304199" y="145516"/>
                    <a:pt x="306851" y="148082"/>
                  </a:cubicBezTo>
                  <a:cubicBezTo>
                    <a:pt x="309503" y="150734"/>
                    <a:pt x="318571" y="163565"/>
                    <a:pt x="318571" y="163565"/>
                  </a:cubicBezTo>
                  <a:cubicBezTo>
                    <a:pt x="334394" y="166217"/>
                    <a:pt x="382809" y="191537"/>
                    <a:pt x="390680" y="199492"/>
                  </a:cubicBezTo>
                  <a:cubicBezTo>
                    <a:pt x="398635" y="207447"/>
                    <a:pt x="408045" y="217626"/>
                    <a:pt x="412236" y="228917"/>
                  </a:cubicBezTo>
                  <a:cubicBezTo>
                    <a:pt x="416428" y="240294"/>
                    <a:pt x="418309" y="246282"/>
                    <a:pt x="418994" y="258001"/>
                  </a:cubicBezTo>
                  <a:cubicBezTo>
                    <a:pt x="419763" y="269720"/>
                    <a:pt x="419763" y="264758"/>
                    <a:pt x="418994" y="275365"/>
                  </a:cubicBezTo>
                  <a:cubicBezTo>
                    <a:pt x="418224" y="285972"/>
                    <a:pt x="419763" y="287854"/>
                    <a:pt x="421302" y="299915"/>
                  </a:cubicBezTo>
                  <a:cubicBezTo>
                    <a:pt x="422843" y="311976"/>
                    <a:pt x="425410" y="327459"/>
                    <a:pt x="427377" y="350127"/>
                  </a:cubicBezTo>
                  <a:cubicBezTo>
                    <a:pt x="429258" y="372795"/>
                    <a:pt x="435331" y="396575"/>
                    <a:pt x="435331" y="409491"/>
                  </a:cubicBezTo>
                  <a:cubicBezTo>
                    <a:pt x="435331" y="422408"/>
                    <a:pt x="432251" y="441227"/>
                    <a:pt x="429687" y="451405"/>
                  </a:cubicBezTo>
                  <a:cubicBezTo>
                    <a:pt x="427034" y="461585"/>
                    <a:pt x="416856" y="492550"/>
                    <a:pt x="410440" y="509230"/>
                  </a:cubicBezTo>
                  <a:cubicBezTo>
                    <a:pt x="404025" y="525825"/>
                    <a:pt x="389224" y="550803"/>
                    <a:pt x="386232" y="557560"/>
                  </a:cubicBezTo>
                  <a:cubicBezTo>
                    <a:pt x="383237" y="564318"/>
                    <a:pt x="371519" y="581340"/>
                    <a:pt x="371519" y="581340"/>
                  </a:cubicBezTo>
                  <a:cubicBezTo>
                    <a:pt x="364761" y="620261"/>
                    <a:pt x="372288" y="627018"/>
                    <a:pt x="373401" y="640705"/>
                  </a:cubicBezTo>
                  <a:cubicBezTo>
                    <a:pt x="374512" y="654305"/>
                    <a:pt x="386660" y="701095"/>
                    <a:pt x="386660" y="701095"/>
                  </a:cubicBezTo>
                  <a:cubicBezTo>
                    <a:pt x="381356" y="705629"/>
                    <a:pt x="366985" y="708623"/>
                    <a:pt x="355266" y="711275"/>
                  </a:cubicBezTo>
                  <a:cubicBezTo>
                    <a:pt x="343548" y="713926"/>
                    <a:pt x="310357" y="710933"/>
                    <a:pt x="310357" y="710933"/>
                  </a:cubicBezTo>
                  <a:cubicBezTo>
                    <a:pt x="306937" y="714354"/>
                    <a:pt x="288801" y="763454"/>
                    <a:pt x="286577" y="770639"/>
                  </a:cubicBezTo>
                  <a:cubicBezTo>
                    <a:pt x="284355" y="777824"/>
                    <a:pt x="289229" y="788004"/>
                    <a:pt x="288461" y="793649"/>
                  </a:cubicBezTo>
                  <a:cubicBezTo>
                    <a:pt x="287690" y="799295"/>
                    <a:pt x="288118" y="801177"/>
                    <a:pt x="290770" y="806480"/>
                  </a:cubicBezTo>
                  <a:cubicBezTo>
                    <a:pt x="293421" y="811784"/>
                    <a:pt x="296073" y="814777"/>
                    <a:pt x="296415" y="818969"/>
                  </a:cubicBezTo>
                  <a:cubicBezTo>
                    <a:pt x="296758" y="823160"/>
                    <a:pt x="296415" y="830688"/>
                    <a:pt x="296843" y="835222"/>
                  </a:cubicBezTo>
                  <a:cubicBezTo>
                    <a:pt x="297186" y="839755"/>
                    <a:pt x="302488" y="843519"/>
                    <a:pt x="304027" y="853014"/>
                  </a:cubicBezTo>
                  <a:cubicBezTo>
                    <a:pt x="305569" y="862423"/>
                    <a:pt x="301377" y="860199"/>
                    <a:pt x="298383" y="868154"/>
                  </a:cubicBezTo>
                  <a:lnTo>
                    <a:pt x="298383" y="868154"/>
                  </a:lnTo>
                  <a:cubicBezTo>
                    <a:pt x="299153" y="872859"/>
                    <a:pt x="299494" y="876109"/>
                    <a:pt x="299494" y="876109"/>
                  </a:cubicBezTo>
                  <a:lnTo>
                    <a:pt x="297783" y="874655"/>
                  </a:lnTo>
                  <a:cubicBezTo>
                    <a:pt x="298639" y="876965"/>
                    <a:pt x="300864" y="878761"/>
                    <a:pt x="302574" y="882610"/>
                  </a:cubicBezTo>
                  <a:cubicBezTo>
                    <a:pt x="307450" y="889197"/>
                    <a:pt x="313780" y="897409"/>
                    <a:pt x="323959" y="916912"/>
                  </a:cubicBezTo>
                  <a:lnTo>
                    <a:pt x="323959" y="916912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1CEF13A5-3C9B-4781-F51F-7350501AEDC9}"/>
                </a:ext>
              </a:extLst>
            </p:cNvPr>
            <p:cNvSpPr/>
            <p:nvPr/>
          </p:nvSpPr>
          <p:spPr>
            <a:xfrm>
              <a:off x="6032836" y="2372360"/>
              <a:ext cx="510007" cy="1253930"/>
            </a:xfrm>
            <a:custGeom>
              <a:avLst/>
              <a:gdLst>
                <a:gd name="connsiteX0" fmla="*/ 509873 w 510007"/>
                <a:gd name="connsiteY0" fmla="*/ 386405 h 1253930"/>
                <a:gd name="connsiteX1" fmla="*/ 497384 w 510007"/>
                <a:gd name="connsiteY1" fmla="*/ 488026 h 1253930"/>
                <a:gd name="connsiteX2" fmla="*/ 475571 w 510007"/>
                <a:gd name="connsiteY2" fmla="*/ 585969 h 1253930"/>
                <a:gd name="connsiteX3" fmla="*/ 461884 w 510007"/>
                <a:gd name="connsiteY3" fmla="*/ 634641 h 1253930"/>
                <a:gd name="connsiteX4" fmla="*/ 478735 w 510007"/>
                <a:gd name="connsiteY4" fmla="*/ 680148 h 1253930"/>
                <a:gd name="connsiteX5" fmla="*/ 464964 w 510007"/>
                <a:gd name="connsiteY5" fmla="*/ 672706 h 1253930"/>
                <a:gd name="connsiteX6" fmla="*/ 469327 w 510007"/>
                <a:gd name="connsiteY6" fmla="*/ 694518 h 1253930"/>
                <a:gd name="connsiteX7" fmla="*/ 446232 w 510007"/>
                <a:gd name="connsiteY7" fmla="*/ 709488 h 1253930"/>
                <a:gd name="connsiteX8" fmla="*/ 443151 w 510007"/>
                <a:gd name="connsiteY8" fmla="*/ 793060 h 1253930"/>
                <a:gd name="connsiteX9" fmla="*/ 446232 w 510007"/>
                <a:gd name="connsiteY9" fmla="*/ 1008876 h 1253930"/>
                <a:gd name="connsiteX10" fmla="*/ 453673 w 510007"/>
                <a:gd name="connsiteY10" fmla="*/ 1147963 h 1253930"/>
                <a:gd name="connsiteX11" fmla="*/ 447428 w 510007"/>
                <a:gd name="connsiteY11" fmla="*/ 1162933 h 1253930"/>
                <a:gd name="connsiteX12" fmla="*/ 461115 w 510007"/>
                <a:gd name="connsiteY12" fmla="*/ 1191588 h 1253930"/>
                <a:gd name="connsiteX13" fmla="*/ 458634 w 510007"/>
                <a:gd name="connsiteY13" fmla="*/ 1227772 h 1253930"/>
                <a:gd name="connsiteX14" fmla="*/ 456153 w 510007"/>
                <a:gd name="connsiteY14" fmla="*/ 1251466 h 1253930"/>
                <a:gd name="connsiteX15" fmla="*/ 420570 w 510007"/>
                <a:gd name="connsiteY15" fmla="*/ 1250183 h 1253930"/>
                <a:gd name="connsiteX16" fmla="*/ 323910 w 510007"/>
                <a:gd name="connsiteY16" fmla="*/ 1247702 h 1253930"/>
                <a:gd name="connsiteX17" fmla="*/ 323225 w 510007"/>
                <a:gd name="connsiteY17" fmla="*/ 1238378 h 1253930"/>
                <a:gd name="connsiteX18" fmla="*/ 331351 w 510007"/>
                <a:gd name="connsiteY18" fmla="*/ 1225291 h 1253930"/>
                <a:gd name="connsiteX19" fmla="*/ 346919 w 510007"/>
                <a:gd name="connsiteY19" fmla="*/ 1219047 h 1253930"/>
                <a:gd name="connsiteX20" fmla="*/ 365652 w 510007"/>
                <a:gd name="connsiteY20" fmla="*/ 1202195 h 1253930"/>
                <a:gd name="connsiteX21" fmla="*/ 361889 w 510007"/>
                <a:gd name="connsiteY21" fmla="*/ 1185344 h 1253930"/>
                <a:gd name="connsiteX22" fmla="*/ 360607 w 510007"/>
                <a:gd name="connsiteY22" fmla="*/ 1143515 h 1253930"/>
                <a:gd name="connsiteX23" fmla="*/ 367448 w 510007"/>
                <a:gd name="connsiteY23" fmla="*/ 1089283 h 1253930"/>
                <a:gd name="connsiteX24" fmla="*/ 363085 w 510007"/>
                <a:gd name="connsiteY24" fmla="*/ 1016917 h 1253930"/>
                <a:gd name="connsiteX25" fmla="*/ 355045 w 510007"/>
                <a:gd name="connsiteY25" fmla="*/ 948314 h 1253930"/>
                <a:gd name="connsiteX26" fmla="*/ 353763 w 510007"/>
                <a:gd name="connsiteY26" fmla="*/ 919573 h 1253930"/>
                <a:gd name="connsiteX27" fmla="*/ 346234 w 510007"/>
                <a:gd name="connsiteY27" fmla="*/ 886041 h 1253930"/>
                <a:gd name="connsiteX28" fmla="*/ 327587 w 510007"/>
                <a:gd name="connsiteY28" fmla="*/ 812306 h 1253930"/>
                <a:gd name="connsiteX29" fmla="*/ 321343 w 510007"/>
                <a:gd name="connsiteY29" fmla="*/ 807345 h 1253930"/>
                <a:gd name="connsiteX30" fmla="*/ 269591 w 510007"/>
                <a:gd name="connsiteY30" fmla="*/ 972693 h 1253930"/>
                <a:gd name="connsiteX31" fmla="*/ 204668 w 510007"/>
                <a:gd name="connsiteY31" fmla="*/ 1104937 h 1253930"/>
                <a:gd name="connsiteX32" fmla="*/ 197825 w 510007"/>
                <a:gd name="connsiteY32" fmla="*/ 1114432 h 1253930"/>
                <a:gd name="connsiteX33" fmla="*/ 195515 w 510007"/>
                <a:gd name="connsiteY33" fmla="*/ 1121104 h 1253930"/>
                <a:gd name="connsiteX34" fmla="*/ 193462 w 510007"/>
                <a:gd name="connsiteY34" fmla="*/ 1136073 h 1253930"/>
                <a:gd name="connsiteX35" fmla="*/ 189699 w 510007"/>
                <a:gd name="connsiteY35" fmla="*/ 1166012 h 1253930"/>
                <a:gd name="connsiteX36" fmla="*/ 190981 w 510007"/>
                <a:gd name="connsiteY36" fmla="*/ 1184745 h 1253930"/>
                <a:gd name="connsiteX37" fmla="*/ 194744 w 510007"/>
                <a:gd name="connsiteY37" fmla="*/ 1222810 h 1253930"/>
                <a:gd name="connsiteX38" fmla="*/ 196029 w 510007"/>
                <a:gd name="connsiteY38" fmla="*/ 1244623 h 1253930"/>
                <a:gd name="connsiteX39" fmla="*/ 164805 w 510007"/>
                <a:gd name="connsiteY39" fmla="*/ 1248986 h 1253930"/>
                <a:gd name="connsiteX40" fmla="*/ 120496 w 510007"/>
                <a:gd name="connsiteY40" fmla="*/ 1239662 h 1253930"/>
                <a:gd name="connsiteX41" fmla="*/ 63100 w 510007"/>
                <a:gd name="connsiteY41" fmla="*/ 1228456 h 1253930"/>
                <a:gd name="connsiteX42" fmla="*/ 142 w 510007"/>
                <a:gd name="connsiteY42" fmla="*/ 1192273 h 1253930"/>
                <a:gd name="connsiteX43" fmla="*/ 18192 w 510007"/>
                <a:gd name="connsiteY43" fmla="*/ 1172342 h 1253930"/>
                <a:gd name="connsiteX44" fmla="*/ 68060 w 510007"/>
                <a:gd name="connsiteY44" fmla="*/ 1177988 h 1253930"/>
                <a:gd name="connsiteX45" fmla="*/ 79266 w 510007"/>
                <a:gd name="connsiteY45" fmla="*/ 1165499 h 1253930"/>
                <a:gd name="connsiteX46" fmla="*/ 106724 w 510007"/>
                <a:gd name="connsiteY46" fmla="*/ 1126835 h 1253930"/>
                <a:gd name="connsiteX47" fmla="*/ 167886 w 510007"/>
                <a:gd name="connsiteY47" fmla="*/ 890404 h 1253930"/>
                <a:gd name="connsiteX48" fmla="*/ 180374 w 510007"/>
                <a:gd name="connsiteY48" fmla="*/ 764404 h 1253930"/>
                <a:gd name="connsiteX49" fmla="*/ 177893 w 510007"/>
                <a:gd name="connsiteY49" fmla="*/ 750033 h 1253930"/>
                <a:gd name="connsiteX50" fmla="*/ 171050 w 510007"/>
                <a:gd name="connsiteY50" fmla="*/ 722575 h 1253930"/>
                <a:gd name="connsiteX51" fmla="*/ 179175 w 510007"/>
                <a:gd name="connsiteY51" fmla="*/ 703243 h 1253930"/>
                <a:gd name="connsiteX52" fmla="*/ 182256 w 510007"/>
                <a:gd name="connsiteY52" fmla="*/ 656453 h 1253930"/>
                <a:gd name="connsiteX53" fmla="*/ 186019 w 510007"/>
                <a:gd name="connsiteY53" fmla="*/ 604017 h 1253930"/>
                <a:gd name="connsiteX54" fmla="*/ 194744 w 510007"/>
                <a:gd name="connsiteY54" fmla="*/ 460568 h 1253930"/>
                <a:gd name="connsiteX55" fmla="*/ 194744 w 510007"/>
                <a:gd name="connsiteY55" fmla="*/ 421904 h 1253930"/>
                <a:gd name="connsiteX56" fmla="*/ 192263 w 510007"/>
                <a:gd name="connsiteY56" fmla="*/ 350136 h 1253930"/>
                <a:gd name="connsiteX57" fmla="*/ 192863 w 510007"/>
                <a:gd name="connsiteY57" fmla="*/ 307709 h 1253930"/>
                <a:gd name="connsiteX58" fmla="*/ 199706 w 510007"/>
                <a:gd name="connsiteY58" fmla="*/ 244067 h 1253930"/>
                <a:gd name="connsiteX59" fmla="*/ 214076 w 510007"/>
                <a:gd name="connsiteY59" fmla="*/ 229697 h 1253930"/>
                <a:gd name="connsiteX60" fmla="*/ 230330 w 510007"/>
                <a:gd name="connsiteY60" fmla="*/ 213444 h 1253930"/>
                <a:gd name="connsiteX61" fmla="*/ 259669 w 510007"/>
                <a:gd name="connsiteY61" fmla="*/ 194711 h 1253930"/>
                <a:gd name="connsiteX62" fmla="*/ 267025 w 510007"/>
                <a:gd name="connsiteY62" fmla="*/ 184446 h 1253930"/>
                <a:gd name="connsiteX63" fmla="*/ 264546 w 510007"/>
                <a:gd name="connsiteY63" fmla="*/ 190177 h 1253930"/>
                <a:gd name="connsiteX64" fmla="*/ 268395 w 510007"/>
                <a:gd name="connsiteY64" fmla="*/ 184104 h 1253930"/>
                <a:gd name="connsiteX65" fmla="*/ 268395 w 510007"/>
                <a:gd name="connsiteY65" fmla="*/ 182393 h 1253930"/>
                <a:gd name="connsiteX66" fmla="*/ 267025 w 510007"/>
                <a:gd name="connsiteY66" fmla="*/ 184446 h 1253930"/>
                <a:gd name="connsiteX67" fmla="*/ 268309 w 510007"/>
                <a:gd name="connsiteY67" fmla="*/ 182393 h 1253930"/>
                <a:gd name="connsiteX68" fmla="*/ 269677 w 510007"/>
                <a:gd name="connsiteY68" fmla="*/ 166312 h 1253930"/>
                <a:gd name="connsiteX69" fmla="*/ 274981 w 510007"/>
                <a:gd name="connsiteY69" fmla="*/ 159554 h 1253930"/>
                <a:gd name="connsiteX70" fmla="*/ 274981 w 510007"/>
                <a:gd name="connsiteY70" fmla="*/ 148006 h 1253930"/>
                <a:gd name="connsiteX71" fmla="*/ 268309 w 510007"/>
                <a:gd name="connsiteY71" fmla="*/ 115587 h 1253930"/>
                <a:gd name="connsiteX72" fmla="*/ 260866 w 510007"/>
                <a:gd name="connsiteY72" fmla="*/ 112251 h 1253930"/>
                <a:gd name="connsiteX73" fmla="*/ 249234 w 510007"/>
                <a:gd name="connsiteY73" fmla="*/ 88128 h 1253930"/>
                <a:gd name="connsiteX74" fmla="*/ 256675 w 510007"/>
                <a:gd name="connsiteY74" fmla="*/ 78976 h 1253930"/>
                <a:gd name="connsiteX75" fmla="*/ 256675 w 510007"/>
                <a:gd name="connsiteY75" fmla="*/ 44076 h 1253930"/>
                <a:gd name="connsiteX76" fmla="*/ 317409 w 510007"/>
                <a:gd name="connsiteY76" fmla="*/ 23 h 1253930"/>
                <a:gd name="connsiteX77" fmla="*/ 364798 w 510007"/>
                <a:gd name="connsiteY77" fmla="*/ 35778 h 1253930"/>
                <a:gd name="connsiteX78" fmla="*/ 365652 w 510007"/>
                <a:gd name="connsiteY78" fmla="*/ 65717 h 1253930"/>
                <a:gd name="connsiteX79" fmla="*/ 367534 w 510007"/>
                <a:gd name="connsiteY79" fmla="*/ 100959 h 1253930"/>
                <a:gd name="connsiteX80" fmla="*/ 360692 w 510007"/>
                <a:gd name="connsiteY80" fmla="*/ 124739 h 1253930"/>
                <a:gd name="connsiteX81" fmla="*/ 352907 w 510007"/>
                <a:gd name="connsiteY81" fmla="*/ 140137 h 1253930"/>
                <a:gd name="connsiteX82" fmla="*/ 353763 w 510007"/>
                <a:gd name="connsiteY82" fmla="*/ 145611 h 1253930"/>
                <a:gd name="connsiteX83" fmla="*/ 353763 w 510007"/>
                <a:gd name="connsiteY83" fmla="*/ 145611 h 1253930"/>
                <a:gd name="connsiteX84" fmla="*/ 376858 w 510007"/>
                <a:gd name="connsiteY84" fmla="*/ 162976 h 1253930"/>
                <a:gd name="connsiteX85" fmla="*/ 458549 w 510007"/>
                <a:gd name="connsiteY85" fmla="*/ 189835 h 1253930"/>
                <a:gd name="connsiteX86" fmla="*/ 491652 w 510007"/>
                <a:gd name="connsiteY86" fmla="*/ 267163 h 1253930"/>
                <a:gd name="connsiteX87" fmla="*/ 491652 w 510007"/>
                <a:gd name="connsiteY87" fmla="*/ 301464 h 1253930"/>
                <a:gd name="connsiteX88" fmla="*/ 509701 w 510007"/>
                <a:gd name="connsiteY88" fmla="*/ 386319 h 1253930"/>
                <a:gd name="connsiteX89" fmla="*/ 509701 w 510007"/>
                <a:gd name="connsiteY89" fmla="*/ 386319 h 125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510007" h="1253930">
                  <a:moveTo>
                    <a:pt x="509873" y="386405"/>
                  </a:moveTo>
                  <a:cubicBezTo>
                    <a:pt x="511155" y="409501"/>
                    <a:pt x="503029" y="444999"/>
                    <a:pt x="497384" y="488026"/>
                  </a:cubicBezTo>
                  <a:cubicBezTo>
                    <a:pt x="491823" y="531052"/>
                    <a:pt x="484894" y="569716"/>
                    <a:pt x="475571" y="585969"/>
                  </a:cubicBezTo>
                  <a:cubicBezTo>
                    <a:pt x="466247" y="602221"/>
                    <a:pt x="461884" y="634641"/>
                    <a:pt x="461884" y="634641"/>
                  </a:cubicBezTo>
                  <a:cubicBezTo>
                    <a:pt x="474972" y="645846"/>
                    <a:pt x="478735" y="680148"/>
                    <a:pt x="478735" y="680148"/>
                  </a:cubicBezTo>
                  <a:lnTo>
                    <a:pt x="464964" y="672706"/>
                  </a:lnTo>
                  <a:cubicBezTo>
                    <a:pt x="464964" y="672706"/>
                    <a:pt x="471209" y="690840"/>
                    <a:pt x="469327" y="694518"/>
                  </a:cubicBezTo>
                  <a:cubicBezTo>
                    <a:pt x="467445" y="698282"/>
                    <a:pt x="446232" y="703243"/>
                    <a:pt x="446232" y="709488"/>
                  </a:cubicBezTo>
                  <a:cubicBezTo>
                    <a:pt x="446232" y="715732"/>
                    <a:pt x="439985" y="756278"/>
                    <a:pt x="443151" y="793060"/>
                  </a:cubicBezTo>
                  <a:cubicBezTo>
                    <a:pt x="446232" y="829842"/>
                    <a:pt x="446915" y="967133"/>
                    <a:pt x="446232" y="1008876"/>
                  </a:cubicBezTo>
                  <a:cubicBezTo>
                    <a:pt x="445632" y="1050705"/>
                    <a:pt x="458035" y="1140521"/>
                    <a:pt x="453673" y="1147963"/>
                  </a:cubicBezTo>
                  <a:cubicBezTo>
                    <a:pt x="449310" y="1155405"/>
                    <a:pt x="449310" y="1154806"/>
                    <a:pt x="447428" y="1162933"/>
                  </a:cubicBezTo>
                  <a:cubicBezTo>
                    <a:pt x="445547" y="1171059"/>
                    <a:pt x="461115" y="1187226"/>
                    <a:pt x="461115" y="1191588"/>
                  </a:cubicBezTo>
                  <a:cubicBezTo>
                    <a:pt x="461115" y="1195951"/>
                    <a:pt x="458634" y="1221527"/>
                    <a:pt x="458634" y="1227772"/>
                  </a:cubicBezTo>
                  <a:cubicBezTo>
                    <a:pt x="458634" y="1234016"/>
                    <a:pt x="459917" y="1245906"/>
                    <a:pt x="456153" y="1251466"/>
                  </a:cubicBezTo>
                  <a:cubicBezTo>
                    <a:pt x="452390" y="1257112"/>
                    <a:pt x="431177" y="1251466"/>
                    <a:pt x="420570" y="1250183"/>
                  </a:cubicBezTo>
                  <a:cubicBezTo>
                    <a:pt x="409963" y="1248986"/>
                    <a:pt x="330154" y="1250782"/>
                    <a:pt x="323910" y="1247702"/>
                  </a:cubicBezTo>
                  <a:cubicBezTo>
                    <a:pt x="317666" y="1244537"/>
                    <a:pt x="323910" y="1247702"/>
                    <a:pt x="323225" y="1238378"/>
                  </a:cubicBezTo>
                  <a:cubicBezTo>
                    <a:pt x="322625" y="1229055"/>
                    <a:pt x="325706" y="1232733"/>
                    <a:pt x="331351" y="1225291"/>
                  </a:cubicBezTo>
                  <a:cubicBezTo>
                    <a:pt x="336998" y="1217849"/>
                    <a:pt x="340675" y="1221527"/>
                    <a:pt x="346919" y="1219047"/>
                  </a:cubicBezTo>
                  <a:cubicBezTo>
                    <a:pt x="353164" y="1216566"/>
                    <a:pt x="364969" y="1205360"/>
                    <a:pt x="365652" y="1202195"/>
                  </a:cubicBezTo>
                  <a:cubicBezTo>
                    <a:pt x="366251" y="1199116"/>
                    <a:pt x="363171" y="1190990"/>
                    <a:pt x="361889" y="1185344"/>
                  </a:cubicBezTo>
                  <a:cubicBezTo>
                    <a:pt x="360607" y="1179698"/>
                    <a:pt x="363171" y="1169092"/>
                    <a:pt x="360607" y="1143515"/>
                  </a:cubicBezTo>
                  <a:cubicBezTo>
                    <a:pt x="358126" y="1117939"/>
                    <a:pt x="366251" y="1102970"/>
                    <a:pt x="367448" y="1089283"/>
                  </a:cubicBezTo>
                  <a:cubicBezTo>
                    <a:pt x="368732" y="1075511"/>
                    <a:pt x="363685" y="1037532"/>
                    <a:pt x="363085" y="1016917"/>
                  </a:cubicBezTo>
                  <a:cubicBezTo>
                    <a:pt x="362488" y="996302"/>
                    <a:pt x="357526" y="965165"/>
                    <a:pt x="355045" y="948314"/>
                  </a:cubicBezTo>
                  <a:cubicBezTo>
                    <a:pt x="353078" y="935398"/>
                    <a:pt x="354874" y="929752"/>
                    <a:pt x="353763" y="919573"/>
                  </a:cubicBezTo>
                  <a:cubicBezTo>
                    <a:pt x="351453" y="908025"/>
                    <a:pt x="347690" y="892713"/>
                    <a:pt x="346234" y="886041"/>
                  </a:cubicBezTo>
                  <a:cubicBezTo>
                    <a:pt x="339476" y="859011"/>
                    <a:pt x="329811" y="820518"/>
                    <a:pt x="327587" y="812306"/>
                  </a:cubicBezTo>
                  <a:cubicBezTo>
                    <a:pt x="324507" y="801100"/>
                    <a:pt x="321343" y="807345"/>
                    <a:pt x="321343" y="807345"/>
                  </a:cubicBezTo>
                  <a:cubicBezTo>
                    <a:pt x="316981" y="815471"/>
                    <a:pt x="277034" y="942070"/>
                    <a:pt x="269591" y="972693"/>
                  </a:cubicBezTo>
                  <a:cubicBezTo>
                    <a:pt x="262065" y="1003230"/>
                    <a:pt x="210998" y="1099291"/>
                    <a:pt x="204668" y="1104937"/>
                  </a:cubicBezTo>
                  <a:cubicBezTo>
                    <a:pt x="202016" y="1107332"/>
                    <a:pt x="199706" y="1110411"/>
                    <a:pt x="197825" y="1114432"/>
                  </a:cubicBezTo>
                  <a:cubicBezTo>
                    <a:pt x="196968" y="1116570"/>
                    <a:pt x="196198" y="1118794"/>
                    <a:pt x="195515" y="1121104"/>
                  </a:cubicBezTo>
                  <a:cubicBezTo>
                    <a:pt x="194402" y="1125295"/>
                    <a:pt x="193719" y="1130257"/>
                    <a:pt x="193462" y="1136073"/>
                  </a:cubicBezTo>
                  <a:cubicBezTo>
                    <a:pt x="192863" y="1152326"/>
                    <a:pt x="191580" y="1162248"/>
                    <a:pt x="189699" y="1166012"/>
                  </a:cubicBezTo>
                  <a:cubicBezTo>
                    <a:pt x="187815" y="1169776"/>
                    <a:pt x="190296" y="1177218"/>
                    <a:pt x="190981" y="1184745"/>
                  </a:cubicBezTo>
                  <a:cubicBezTo>
                    <a:pt x="191580" y="1192273"/>
                    <a:pt x="193462" y="1212203"/>
                    <a:pt x="194744" y="1222810"/>
                  </a:cubicBezTo>
                  <a:cubicBezTo>
                    <a:pt x="196029" y="1233417"/>
                    <a:pt x="196029" y="1244623"/>
                    <a:pt x="196029" y="1244623"/>
                  </a:cubicBezTo>
                  <a:cubicBezTo>
                    <a:pt x="196029" y="1244623"/>
                    <a:pt x="176097" y="1248986"/>
                    <a:pt x="164805" y="1248986"/>
                  </a:cubicBezTo>
                  <a:cubicBezTo>
                    <a:pt x="153514" y="1248986"/>
                    <a:pt x="136748" y="1245820"/>
                    <a:pt x="120496" y="1239662"/>
                  </a:cubicBezTo>
                  <a:cubicBezTo>
                    <a:pt x="104243" y="1233417"/>
                    <a:pt x="106809" y="1237181"/>
                    <a:pt x="63100" y="1228456"/>
                  </a:cubicBezTo>
                  <a:cubicBezTo>
                    <a:pt x="19474" y="1219731"/>
                    <a:pt x="1341" y="1197918"/>
                    <a:pt x="142" y="1192273"/>
                  </a:cubicBezTo>
                  <a:cubicBezTo>
                    <a:pt x="-1140" y="1186627"/>
                    <a:pt x="6386" y="1177303"/>
                    <a:pt x="18192" y="1172342"/>
                  </a:cubicBezTo>
                  <a:cubicBezTo>
                    <a:pt x="29995" y="1167381"/>
                    <a:pt x="58737" y="1177988"/>
                    <a:pt x="68060" y="1177988"/>
                  </a:cubicBezTo>
                  <a:cubicBezTo>
                    <a:pt x="77384" y="1177988"/>
                    <a:pt x="79865" y="1173625"/>
                    <a:pt x="79266" y="1165499"/>
                  </a:cubicBezTo>
                  <a:cubicBezTo>
                    <a:pt x="78666" y="1157373"/>
                    <a:pt x="106126" y="1143686"/>
                    <a:pt x="106724" y="1126835"/>
                  </a:cubicBezTo>
                  <a:cubicBezTo>
                    <a:pt x="107323" y="1109984"/>
                    <a:pt x="159161" y="934115"/>
                    <a:pt x="167886" y="890404"/>
                  </a:cubicBezTo>
                  <a:cubicBezTo>
                    <a:pt x="186790" y="795198"/>
                    <a:pt x="180374" y="773129"/>
                    <a:pt x="180374" y="764404"/>
                  </a:cubicBezTo>
                  <a:cubicBezTo>
                    <a:pt x="180374" y="755679"/>
                    <a:pt x="179090" y="753198"/>
                    <a:pt x="177893" y="750033"/>
                  </a:cubicBezTo>
                  <a:cubicBezTo>
                    <a:pt x="176611" y="746954"/>
                    <a:pt x="169767" y="726938"/>
                    <a:pt x="171050" y="722575"/>
                  </a:cubicBezTo>
                  <a:cubicBezTo>
                    <a:pt x="172334" y="718213"/>
                    <a:pt x="176697" y="715133"/>
                    <a:pt x="179175" y="703243"/>
                  </a:cubicBezTo>
                  <a:cubicBezTo>
                    <a:pt x="181656" y="691439"/>
                    <a:pt x="182256" y="656453"/>
                    <a:pt x="182256" y="656453"/>
                  </a:cubicBezTo>
                  <a:cubicBezTo>
                    <a:pt x="184737" y="623349"/>
                    <a:pt x="184737" y="633358"/>
                    <a:pt x="186019" y="604017"/>
                  </a:cubicBezTo>
                  <a:cubicBezTo>
                    <a:pt x="187303" y="574677"/>
                    <a:pt x="192863" y="490506"/>
                    <a:pt x="194744" y="460568"/>
                  </a:cubicBezTo>
                  <a:cubicBezTo>
                    <a:pt x="196626" y="430629"/>
                    <a:pt x="196029" y="442433"/>
                    <a:pt x="194744" y="421904"/>
                  </a:cubicBezTo>
                  <a:cubicBezTo>
                    <a:pt x="193462" y="401289"/>
                    <a:pt x="196029" y="371350"/>
                    <a:pt x="192263" y="350136"/>
                  </a:cubicBezTo>
                  <a:cubicBezTo>
                    <a:pt x="188500" y="328922"/>
                    <a:pt x="193548" y="327041"/>
                    <a:pt x="192863" y="307709"/>
                  </a:cubicBezTo>
                  <a:cubicBezTo>
                    <a:pt x="192263" y="288377"/>
                    <a:pt x="195344" y="252792"/>
                    <a:pt x="199706" y="244067"/>
                  </a:cubicBezTo>
                  <a:cubicBezTo>
                    <a:pt x="204069" y="235342"/>
                    <a:pt x="208431" y="236540"/>
                    <a:pt x="214076" y="229697"/>
                  </a:cubicBezTo>
                  <a:cubicBezTo>
                    <a:pt x="219721" y="222853"/>
                    <a:pt x="226565" y="218491"/>
                    <a:pt x="230330" y="213444"/>
                  </a:cubicBezTo>
                  <a:cubicBezTo>
                    <a:pt x="234093" y="208483"/>
                    <a:pt x="254622" y="200955"/>
                    <a:pt x="259669" y="194711"/>
                  </a:cubicBezTo>
                  <a:cubicBezTo>
                    <a:pt x="262833" y="190776"/>
                    <a:pt x="265486" y="186841"/>
                    <a:pt x="267025" y="184446"/>
                  </a:cubicBezTo>
                  <a:cubicBezTo>
                    <a:pt x="266256" y="185986"/>
                    <a:pt x="265400" y="187868"/>
                    <a:pt x="264546" y="190177"/>
                  </a:cubicBezTo>
                  <a:cubicBezTo>
                    <a:pt x="266684" y="186499"/>
                    <a:pt x="268395" y="184104"/>
                    <a:pt x="268395" y="184104"/>
                  </a:cubicBezTo>
                  <a:lnTo>
                    <a:pt x="268395" y="182393"/>
                  </a:lnTo>
                  <a:cubicBezTo>
                    <a:pt x="268395" y="182393"/>
                    <a:pt x="267025" y="184446"/>
                    <a:pt x="267025" y="184446"/>
                  </a:cubicBezTo>
                  <a:lnTo>
                    <a:pt x="268309" y="182393"/>
                  </a:lnTo>
                  <a:cubicBezTo>
                    <a:pt x="268223" y="178629"/>
                    <a:pt x="268052" y="169819"/>
                    <a:pt x="269677" y="166312"/>
                  </a:cubicBezTo>
                  <a:cubicBezTo>
                    <a:pt x="271130" y="163061"/>
                    <a:pt x="273611" y="160666"/>
                    <a:pt x="274981" y="159554"/>
                  </a:cubicBezTo>
                  <a:cubicBezTo>
                    <a:pt x="275238" y="155619"/>
                    <a:pt x="275407" y="151599"/>
                    <a:pt x="274981" y="148006"/>
                  </a:cubicBezTo>
                  <a:cubicBezTo>
                    <a:pt x="274125" y="138854"/>
                    <a:pt x="268309" y="115587"/>
                    <a:pt x="268309" y="115587"/>
                  </a:cubicBezTo>
                  <a:lnTo>
                    <a:pt x="260866" y="112251"/>
                  </a:lnTo>
                  <a:cubicBezTo>
                    <a:pt x="253425" y="108915"/>
                    <a:pt x="250859" y="93090"/>
                    <a:pt x="249234" y="88128"/>
                  </a:cubicBezTo>
                  <a:cubicBezTo>
                    <a:pt x="247521" y="83167"/>
                    <a:pt x="256675" y="78976"/>
                    <a:pt x="256675" y="78976"/>
                  </a:cubicBezTo>
                  <a:cubicBezTo>
                    <a:pt x="256675" y="78976"/>
                    <a:pt x="254194" y="61526"/>
                    <a:pt x="256675" y="44076"/>
                  </a:cubicBezTo>
                  <a:cubicBezTo>
                    <a:pt x="259156" y="26626"/>
                    <a:pt x="280797" y="1049"/>
                    <a:pt x="317409" y="23"/>
                  </a:cubicBezTo>
                  <a:cubicBezTo>
                    <a:pt x="346491" y="-833"/>
                    <a:pt x="361461" y="22520"/>
                    <a:pt x="364798" y="35778"/>
                  </a:cubicBezTo>
                  <a:cubicBezTo>
                    <a:pt x="368133" y="49122"/>
                    <a:pt x="364798" y="56564"/>
                    <a:pt x="365652" y="65717"/>
                  </a:cubicBezTo>
                  <a:cubicBezTo>
                    <a:pt x="366508" y="74870"/>
                    <a:pt x="368818" y="88556"/>
                    <a:pt x="367534" y="100959"/>
                  </a:cubicBezTo>
                  <a:cubicBezTo>
                    <a:pt x="367193" y="104296"/>
                    <a:pt x="365652" y="115672"/>
                    <a:pt x="360692" y="124739"/>
                  </a:cubicBezTo>
                  <a:cubicBezTo>
                    <a:pt x="357441" y="130642"/>
                    <a:pt x="355645" y="135860"/>
                    <a:pt x="352907" y="140137"/>
                  </a:cubicBezTo>
                  <a:cubicBezTo>
                    <a:pt x="353592" y="141505"/>
                    <a:pt x="353763" y="143729"/>
                    <a:pt x="353763" y="145611"/>
                  </a:cubicBezTo>
                  <a:lnTo>
                    <a:pt x="353763" y="145611"/>
                  </a:lnTo>
                  <a:cubicBezTo>
                    <a:pt x="360007" y="148092"/>
                    <a:pt x="376858" y="162976"/>
                    <a:pt x="376858" y="162976"/>
                  </a:cubicBezTo>
                  <a:cubicBezTo>
                    <a:pt x="391828" y="165456"/>
                    <a:pt x="449824" y="184189"/>
                    <a:pt x="458549" y="189835"/>
                  </a:cubicBezTo>
                  <a:cubicBezTo>
                    <a:pt x="467274" y="195395"/>
                    <a:pt x="488488" y="248430"/>
                    <a:pt x="491652" y="267163"/>
                  </a:cubicBezTo>
                  <a:cubicBezTo>
                    <a:pt x="494732" y="285896"/>
                    <a:pt x="486692" y="285212"/>
                    <a:pt x="491652" y="301464"/>
                  </a:cubicBezTo>
                  <a:cubicBezTo>
                    <a:pt x="496614" y="317717"/>
                    <a:pt x="508503" y="363224"/>
                    <a:pt x="509701" y="386319"/>
                  </a:cubicBezTo>
                  <a:lnTo>
                    <a:pt x="509701" y="386319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A5DDC151-E5D5-B116-F2A8-D73D0ABB7C05}"/>
                </a:ext>
              </a:extLst>
            </p:cNvPr>
            <p:cNvSpPr/>
            <p:nvPr/>
          </p:nvSpPr>
          <p:spPr>
            <a:xfrm>
              <a:off x="7052171" y="2385384"/>
              <a:ext cx="596818" cy="1240625"/>
            </a:xfrm>
            <a:custGeom>
              <a:avLst/>
              <a:gdLst>
                <a:gd name="connsiteX0" fmla="*/ 488783 w 596818"/>
                <a:gd name="connsiteY0" fmla="*/ 709123 h 1240625"/>
                <a:gd name="connsiteX1" fmla="*/ 481768 w 596818"/>
                <a:gd name="connsiteY1" fmla="*/ 713571 h 1240625"/>
                <a:gd name="connsiteX2" fmla="*/ 476894 w 596818"/>
                <a:gd name="connsiteY2" fmla="*/ 718361 h 1240625"/>
                <a:gd name="connsiteX3" fmla="*/ 493145 w 596818"/>
                <a:gd name="connsiteY3" fmla="*/ 711004 h 1240625"/>
                <a:gd name="connsiteX4" fmla="*/ 493488 w 596818"/>
                <a:gd name="connsiteY4" fmla="*/ 705872 h 1240625"/>
                <a:gd name="connsiteX5" fmla="*/ 488697 w 596818"/>
                <a:gd name="connsiteY5" fmla="*/ 709208 h 1240625"/>
                <a:gd name="connsiteX6" fmla="*/ 488697 w 596818"/>
                <a:gd name="connsiteY6" fmla="*/ 709208 h 1240625"/>
                <a:gd name="connsiteX7" fmla="*/ 467912 w 596818"/>
                <a:gd name="connsiteY7" fmla="*/ 719473 h 1240625"/>
                <a:gd name="connsiteX8" fmla="*/ 468169 w 596818"/>
                <a:gd name="connsiteY8" fmla="*/ 722381 h 1240625"/>
                <a:gd name="connsiteX9" fmla="*/ 471247 w 596818"/>
                <a:gd name="connsiteY9" fmla="*/ 721013 h 1240625"/>
                <a:gd name="connsiteX10" fmla="*/ 467826 w 596818"/>
                <a:gd name="connsiteY10" fmla="*/ 719473 h 1240625"/>
                <a:gd name="connsiteX11" fmla="*/ 467826 w 596818"/>
                <a:gd name="connsiteY11" fmla="*/ 719473 h 1240625"/>
                <a:gd name="connsiteX12" fmla="*/ 510082 w 596818"/>
                <a:gd name="connsiteY12" fmla="*/ 696292 h 1240625"/>
                <a:gd name="connsiteX13" fmla="*/ 515215 w 596818"/>
                <a:gd name="connsiteY13" fmla="*/ 695180 h 1240625"/>
                <a:gd name="connsiteX14" fmla="*/ 529928 w 596818"/>
                <a:gd name="connsiteY14" fmla="*/ 686711 h 1240625"/>
                <a:gd name="connsiteX15" fmla="*/ 562602 w 596818"/>
                <a:gd name="connsiteY15" fmla="*/ 686369 h 1240625"/>
                <a:gd name="connsiteX16" fmla="*/ 568506 w 596818"/>
                <a:gd name="connsiteY16" fmla="*/ 688593 h 1240625"/>
                <a:gd name="connsiteX17" fmla="*/ 595707 w 596818"/>
                <a:gd name="connsiteY17" fmla="*/ 865574 h 1240625"/>
                <a:gd name="connsiteX18" fmla="*/ 596818 w 596818"/>
                <a:gd name="connsiteY18" fmla="*/ 875155 h 1240625"/>
                <a:gd name="connsiteX19" fmla="*/ 478176 w 596818"/>
                <a:gd name="connsiteY19" fmla="*/ 958556 h 1240625"/>
                <a:gd name="connsiteX20" fmla="*/ 463463 w 596818"/>
                <a:gd name="connsiteY20" fmla="*/ 967709 h 1240625"/>
                <a:gd name="connsiteX21" fmla="*/ 420865 w 596818"/>
                <a:gd name="connsiteY21" fmla="*/ 966939 h 1240625"/>
                <a:gd name="connsiteX22" fmla="*/ 391097 w 596818"/>
                <a:gd name="connsiteY22" fmla="*/ 776699 h 1240625"/>
                <a:gd name="connsiteX23" fmla="*/ 399566 w 596818"/>
                <a:gd name="connsiteY23" fmla="*/ 763868 h 1240625"/>
                <a:gd name="connsiteX24" fmla="*/ 420094 w 596818"/>
                <a:gd name="connsiteY24" fmla="*/ 751379 h 1240625"/>
                <a:gd name="connsiteX25" fmla="*/ 421976 w 596818"/>
                <a:gd name="connsiteY25" fmla="*/ 747701 h 1240625"/>
                <a:gd name="connsiteX26" fmla="*/ 434807 w 596818"/>
                <a:gd name="connsiteY26" fmla="*/ 740002 h 1240625"/>
                <a:gd name="connsiteX27" fmla="*/ 455764 w 596818"/>
                <a:gd name="connsiteY27" fmla="*/ 729738 h 1240625"/>
                <a:gd name="connsiteX28" fmla="*/ 456106 w 596818"/>
                <a:gd name="connsiteY28" fmla="*/ 725290 h 1240625"/>
                <a:gd name="connsiteX29" fmla="*/ 455509 w 596818"/>
                <a:gd name="connsiteY29" fmla="*/ 721697 h 1240625"/>
                <a:gd name="connsiteX30" fmla="*/ 452429 w 596818"/>
                <a:gd name="connsiteY30" fmla="*/ 723835 h 1240625"/>
                <a:gd name="connsiteX31" fmla="*/ 446527 w 596818"/>
                <a:gd name="connsiteY31" fmla="*/ 727856 h 1240625"/>
                <a:gd name="connsiteX32" fmla="*/ 445414 w 596818"/>
                <a:gd name="connsiteY32" fmla="*/ 717591 h 1240625"/>
                <a:gd name="connsiteX33" fmla="*/ 442507 w 596818"/>
                <a:gd name="connsiteY33" fmla="*/ 708011 h 1240625"/>
                <a:gd name="connsiteX34" fmla="*/ 443275 w 596818"/>
                <a:gd name="connsiteY34" fmla="*/ 696634 h 1240625"/>
                <a:gd name="connsiteX35" fmla="*/ 445157 w 596818"/>
                <a:gd name="connsiteY35" fmla="*/ 675335 h 1240625"/>
                <a:gd name="connsiteX36" fmla="*/ 449948 w 596818"/>
                <a:gd name="connsiteY36" fmla="*/ 657371 h 1240625"/>
                <a:gd name="connsiteX37" fmla="*/ 447381 w 596818"/>
                <a:gd name="connsiteY37" fmla="*/ 628374 h 1240625"/>
                <a:gd name="connsiteX38" fmla="*/ 452857 w 596818"/>
                <a:gd name="connsiteY38" fmla="*/ 613318 h 1240625"/>
                <a:gd name="connsiteX39" fmla="*/ 450633 w 596818"/>
                <a:gd name="connsiteY39" fmla="*/ 588683 h 1240625"/>
                <a:gd name="connsiteX40" fmla="*/ 442592 w 596818"/>
                <a:gd name="connsiteY40" fmla="*/ 576537 h 1240625"/>
                <a:gd name="connsiteX41" fmla="*/ 428306 w 596818"/>
                <a:gd name="connsiteY41" fmla="*/ 514435 h 1240625"/>
                <a:gd name="connsiteX42" fmla="*/ 420951 w 596818"/>
                <a:gd name="connsiteY42" fmla="*/ 484667 h 1240625"/>
                <a:gd name="connsiteX43" fmla="*/ 414364 w 596818"/>
                <a:gd name="connsiteY43" fmla="*/ 470724 h 1240625"/>
                <a:gd name="connsiteX44" fmla="*/ 403757 w 596818"/>
                <a:gd name="connsiteY44" fmla="*/ 438732 h 1240625"/>
                <a:gd name="connsiteX45" fmla="*/ 394946 w 596818"/>
                <a:gd name="connsiteY45" fmla="*/ 413755 h 1240625"/>
                <a:gd name="connsiteX46" fmla="*/ 390926 w 596818"/>
                <a:gd name="connsiteY46" fmla="*/ 406056 h 1240625"/>
                <a:gd name="connsiteX47" fmla="*/ 390841 w 596818"/>
                <a:gd name="connsiteY47" fmla="*/ 406056 h 1240625"/>
                <a:gd name="connsiteX48" fmla="*/ 385024 w 596818"/>
                <a:gd name="connsiteY48" fmla="*/ 417433 h 1240625"/>
                <a:gd name="connsiteX49" fmla="*/ 379121 w 596818"/>
                <a:gd name="connsiteY49" fmla="*/ 433942 h 1240625"/>
                <a:gd name="connsiteX50" fmla="*/ 369199 w 596818"/>
                <a:gd name="connsiteY50" fmla="*/ 449767 h 1240625"/>
                <a:gd name="connsiteX51" fmla="*/ 368942 w 596818"/>
                <a:gd name="connsiteY51" fmla="*/ 451563 h 1240625"/>
                <a:gd name="connsiteX52" fmla="*/ 369798 w 596818"/>
                <a:gd name="connsiteY52" fmla="*/ 466019 h 1240625"/>
                <a:gd name="connsiteX53" fmla="*/ 378778 w 596818"/>
                <a:gd name="connsiteY53" fmla="*/ 489885 h 1240625"/>
                <a:gd name="connsiteX54" fmla="*/ 393065 w 596818"/>
                <a:gd name="connsiteY54" fmla="*/ 506052 h 1240625"/>
                <a:gd name="connsiteX55" fmla="*/ 391609 w 596818"/>
                <a:gd name="connsiteY55" fmla="*/ 524015 h 1240625"/>
                <a:gd name="connsiteX56" fmla="*/ 382458 w 596818"/>
                <a:gd name="connsiteY56" fmla="*/ 524015 h 1240625"/>
                <a:gd name="connsiteX57" fmla="*/ 379891 w 596818"/>
                <a:gd name="connsiteY57" fmla="*/ 524186 h 1240625"/>
                <a:gd name="connsiteX58" fmla="*/ 379891 w 596818"/>
                <a:gd name="connsiteY58" fmla="*/ 532056 h 1240625"/>
                <a:gd name="connsiteX59" fmla="*/ 386478 w 596818"/>
                <a:gd name="connsiteY59" fmla="*/ 565074 h 1240625"/>
                <a:gd name="connsiteX60" fmla="*/ 375443 w 596818"/>
                <a:gd name="connsiteY60" fmla="*/ 644369 h 1240625"/>
                <a:gd name="connsiteX61" fmla="*/ 352690 w 596818"/>
                <a:gd name="connsiteY61" fmla="*/ 731791 h 1240625"/>
                <a:gd name="connsiteX62" fmla="*/ 327711 w 596818"/>
                <a:gd name="connsiteY62" fmla="*/ 839057 h 1240625"/>
                <a:gd name="connsiteX63" fmla="*/ 340200 w 596818"/>
                <a:gd name="connsiteY63" fmla="*/ 886104 h 1240625"/>
                <a:gd name="connsiteX64" fmla="*/ 351235 w 596818"/>
                <a:gd name="connsiteY64" fmla="*/ 940422 h 1240625"/>
                <a:gd name="connsiteX65" fmla="*/ 379891 w 596818"/>
                <a:gd name="connsiteY65" fmla="*/ 1051366 h 1240625"/>
                <a:gd name="connsiteX66" fmla="*/ 407092 w 596818"/>
                <a:gd name="connsiteY66" fmla="*/ 1203370 h 1240625"/>
                <a:gd name="connsiteX67" fmla="*/ 411540 w 596818"/>
                <a:gd name="connsiteY67" fmla="*/ 1210726 h 1240625"/>
                <a:gd name="connsiteX68" fmla="*/ 412225 w 596818"/>
                <a:gd name="connsiteY68" fmla="*/ 1226894 h 1240625"/>
                <a:gd name="connsiteX69" fmla="*/ 379891 w 596818"/>
                <a:gd name="connsiteY69" fmla="*/ 1234250 h 1240625"/>
                <a:gd name="connsiteX70" fmla="*/ 342424 w 596818"/>
                <a:gd name="connsiteY70" fmla="*/ 1232796 h 1240625"/>
                <a:gd name="connsiteX71" fmla="*/ 311545 w 596818"/>
                <a:gd name="connsiteY71" fmla="*/ 1240152 h 1240625"/>
                <a:gd name="connsiteX72" fmla="*/ 264498 w 596818"/>
                <a:gd name="connsiteY72" fmla="*/ 1237928 h 1240625"/>
                <a:gd name="connsiteX73" fmla="*/ 237297 w 596818"/>
                <a:gd name="connsiteY73" fmla="*/ 1230572 h 1240625"/>
                <a:gd name="connsiteX74" fmla="*/ 239522 w 596818"/>
                <a:gd name="connsiteY74" fmla="*/ 1222531 h 1240625"/>
                <a:gd name="connsiteX75" fmla="*/ 266723 w 596818"/>
                <a:gd name="connsiteY75" fmla="*/ 1214490 h 1240625"/>
                <a:gd name="connsiteX76" fmla="*/ 288022 w 596818"/>
                <a:gd name="connsiteY76" fmla="*/ 1207904 h 1240625"/>
                <a:gd name="connsiteX77" fmla="*/ 310775 w 596818"/>
                <a:gd name="connsiteY77" fmla="*/ 1188059 h 1240625"/>
                <a:gd name="connsiteX78" fmla="*/ 326172 w 596818"/>
                <a:gd name="connsiteY78" fmla="*/ 1160857 h 1240625"/>
                <a:gd name="connsiteX79" fmla="*/ 326172 w 596818"/>
                <a:gd name="connsiteY79" fmla="*/ 1144262 h 1240625"/>
                <a:gd name="connsiteX80" fmla="*/ 326172 w 596818"/>
                <a:gd name="connsiteY80" fmla="*/ 1144262 h 1240625"/>
                <a:gd name="connsiteX81" fmla="*/ 325487 w 596818"/>
                <a:gd name="connsiteY81" fmla="*/ 1141696 h 1240625"/>
                <a:gd name="connsiteX82" fmla="*/ 325061 w 596818"/>
                <a:gd name="connsiteY82" fmla="*/ 1140584 h 1240625"/>
                <a:gd name="connsiteX83" fmla="*/ 324291 w 596818"/>
                <a:gd name="connsiteY83" fmla="*/ 1139387 h 1240625"/>
                <a:gd name="connsiteX84" fmla="*/ 321039 w 596818"/>
                <a:gd name="connsiteY84" fmla="*/ 1134767 h 1240625"/>
                <a:gd name="connsiteX85" fmla="*/ 308550 w 596818"/>
                <a:gd name="connsiteY85" fmla="*/ 1122535 h 1240625"/>
                <a:gd name="connsiteX86" fmla="*/ 288022 w 596818"/>
                <a:gd name="connsiteY86" fmla="*/ 1080706 h 1240625"/>
                <a:gd name="connsiteX87" fmla="*/ 276216 w 596818"/>
                <a:gd name="connsiteY87" fmla="*/ 1025619 h 1240625"/>
                <a:gd name="connsiteX88" fmla="*/ 275533 w 596818"/>
                <a:gd name="connsiteY88" fmla="*/ 1022882 h 1240625"/>
                <a:gd name="connsiteX89" fmla="*/ 274934 w 596818"/>
                <a:gd name="connsiteY89" fmla="*/ 1022454 h 1240625"/>
                <a:gd name="connsiteX90" fmla="*/ 274335 w 596818"/>
                <a:gd name="connsiteY90" fmla="*/ 1018776 h 1240625"/>
                <a:gd name="connsiteX91" fmla="*/ 273309 w 596818"/>
                <a:gd name="connsiteY91" fmla="*/ 1016038 h 1240625"/>
                <a:gd name="connsiteX92" fmla="*/ 250554 w 596818"/>
                <a:gd name="connsiteY92" fmla="*/ 1065224 h 1240625"/>
                <a:gd name="connsiteX93" fmla="*/ 199916 w 596818"/>
                <a:gd name="connsiteY93" fmla="*/ 1157778 h 1240625"/>
                <a:gd name="connsiteX94" fmla="*/ 188881 w 596818"/>
                <a:gd name="connsiteY94" fmla="*/ 1184979 h 1240625"/>
                <a:gd name="connsiteX95" fmla="*/ 182294 w 596818"/>
                <a:gd name="connsiteY95" fmla="*/ 1192336 h 1240625"/>
                <a:gd name="connsiteX96" fmla="*/ 177931 w 596818"/>
                <a:gd name="connsiteY96" fmla="*/ 1230572 h 1240625"/>
                <a:gd name="connsiteX97" fmla="*/ 145597 w 596818"/>
                <a:gd name="connsiteY97" fmla="*/ 1232796 h 1240625"/>
                <a:gd name="connsiteX98" fmla="*/ 109585 w 596818"/>
                <a:gd name="connsiteY98" fmla="*/ 1212266 h 1240625"/>
                <a:gd name="connsiteX99" fmla="*/ 107361 w 596818"/>
                <a:gd name="connsiteY99" fmla="*/ 1196099 h 1240625"/>
                <a:gd name="connsiteX100" fmla="*/ 55952 w 596818"/>
                <a:gd name="connsiteY100" fmla="*/ 1177794 h 1240625"/>
                <a:gd name="connsiteX101" fmla="*/ 24388 w 596818"/>
                <a:gd name="connsiteY101" fmla="*/ 1136649 h 1240625"/>
                <a:gd name="connsiteX102" fmla="*/ 43464 w 596818"/>
                <a:gd name="connsiteY102" fmla="*/ 1118258 h 1240625"/>
                <a:gd name="connsiteX103" fmla="*/ 84609 w 596818"/>
                <a:gd name="connsiteY103" fmla="*/ 1137334 h 1240625"/>
                <a:gd name="connsiteX104" fmla="*/ 111041 w 596818"/>
                <a:gd name="connsiteY104" fmla="*/ 1132201 h 1240625"/>
                <a:gd name="connsiteX105" fmla="*/ 154322 w 596818"/>
                <a:gd name="connsiteY105" fmla="*/ 1058038 h 1240625"/>
                <a:gd name="connsiteX106" fmla="*/ 185203 w 596818"/>
                <a:gd name="connsiteY106" fmla="*/ 1010307 h 1240625"/>
                <a:gd name="connsiteX107" fmla="*/ 189566 w 596818"/>
                <a:gd name="connsiteY107" fmla="*/ 989008 h 1240625"/>
                <a:gd name="connsiteX108" fmla="*/ 201284 w 596818"/>
                <a:gd name="connsiteY108" fmla="*/ 939823 h 1240625"/>
                <a:gd name="connsiteX109" fmla="*/ 213004 w 596818"/>
                <a:gd name="connsiteY109" fmla="*/ 907489 h 1240625"/>
                <a:gd name="connsiteX110" fmla="*/ 208555 w 596818"/>
                <a:gd name="connsiteY110" fmla="*/ 893546 h 1240625"/>
                <a:gd name="connsiteX111" fmla="*/ 207785 w 596818"/>
                <a:gd name="connsiteY111" fmla="*/ 870023 h 1240625"/>
                <a:gd name="connsiteX112" fmla="*/ 211464 w 596818"/>
                <a:gd name="connsiteY112" fmla="*/ 853856 h 1240625"/>
                <a:gd name="connsiteX113" fmla="*/ 216595 w 596818"/>
                <a:gd name="connsiteY113" fmla="*/ 832556 h 1240625"/>
                <a:gd name="connsiteX114" fmla="*/ 215142 w 596818"/>
                <a:gd name="connsiteY114" fmla="*/ 822976 h 1240625"/>
                <a:gd name="connsiteX115" fmla="*/ 212233 w 596818"/>
                <a:gd name="connsiteY115" fmla="*/ 799453 h 1240625"/>
                <a:gd name="connsiteX116" fmla="*/ 201969 w 596818"/>
                <a:gd name="connsiteY116" fmla="*/ 764210 h 1240625"/>
                <a:gd name="connsiteX117" fmla="*/ 186571 w 596818"/>
                <a:gd name="connsiteY117" fmla="*/ 723066 h 1240625"/>
                <a:gd name="connsiteX118" fmla="*/ 176992 w 596818"/>
                <a:gd name="connsiteY118" fmla="*/ 662076 h 1240625"/>
                <a:gd name="connsiteX119" fmla="*/ 170405 w 596818"/>
                <a:gd name="connsiteY119" fmla="*/ 598178 h 1240625"/>
                <a:gd name="connsiteX120" fmla="*/ 176307 w 596818"/>
                <a:gd name="connsiteY120" fmla="*/ 572431 h 1240625"/>
                <a:gd name="connsiteX121" fmla="*/ 183664 w 596818"/>
                <a:gd name="connsiteY121" fmla="*/ 551901 h 1240625"/>
                <a:gd name="connsiteX122" fmla="*/ 185631 w 596818"/>
                <a:gd name="connsiteY122" fmla="*/ 535563 h 1240625"/>
                <a:gd name="connsiteX123" fmla="*/ 178959 w 596818"/>
                <a:gd name="connsiteY123" fmla="*/ 532484 h 1240625"/>
                <a:gd name="connsiteX124" fmla="*/ 174939 w 596818"/>
                <a:gd name="connsiteY124" fmla="*/ 526239 h 1240625"/>
                <a:gd name="connsiteX125" fmla="*/ 169037 w 596818"/>
                <a:gd name="connsiteY125" fmla="*/ 520337 h 1240625"/>
                <a:gd name="connsiteX126" fmla="*/ 177846 w 596818"/>
                <a:gd name="connsiteY126" fmla="*/ 506736 h 1240625"/>
                <a:gd name="connsiteX127" fmla="*/ 174168 w 596818"/>
                <a:gd name="connsiteY127" fmla="*/ 469270 h 1240625"/>
                <a:gd name="connsiteX128" fmla="*/ 173398 w 596818"/>
                <a:gd name="connsiteY128" fmla="*/ 449082 h 1240625"/>
                <a:gd name="connsiteX129" fmla="*/ 175622 w 596818"/>
                <a:gd name="connsiteY129" fmla="*/ 422651 h 1240625"/>
                <a:gd name="connsiteX130" fmla="*/ 175622 w 596818"/>
                <a:gd name="connsiteY130" fmla="*/ 417518 h 1240625"/>
                <a:gd name="connsiteX131" fmla="*/ 168267 w 596818"/>
                <a:gd name="connsiteY131" fmla="*/ 432573 h 1240625"/>
                <a:gd name="connsiteX132" fmla="*/ 151758 w 596818"/>
                <a:gd name="connsiteY132" fmla="*/ 454643 h 1240625"/>
                <a:gd name="connsiteX133" fmla="*/ 145854 w 596818"/>
                <a:gd name="connsiteY133" fmla="*/ 464907 h 1240625"/>
                <a:gd name="connsiteX134" fmla="*/ 137386 w 596818"/>
                <a:gd name="connsiteY134" fmla="*/ 476626 h 1240625"/>
                <a:gd name="connsiteX135" fmla="*/ 132597 w 596818"/>
                <a:gd name="connsiteY135" fmla="*/ 495702 h 1240625"/>
                <a:gd name="connsiteX136" fmla="*/ 115318 w 596818"/>
                <a:gd name="connsiteY136" fmla="*/ 503400 h 1240625"/>
                <a:gd name="connsiteX137" fmla="*/ 107961 w 596818"/>
                <a:gd name="connsiteY137" fmla="*/ 514777 h 1240625"/>
                <a:gd name="connsiteX138" fmla="*/ 93676 w 596818"/>
                <a:gd name="connsiteY138" fmla="*/ 529062 h 1240625"/>
                <a:gd name="connsiteX139" fmla="*/ 71264 w 596818"/>
                <a:gd name="connsiteY139" fmla="*/ 545229 h 1240625"/>
                <a:gd name="connsiteX140" fmla="*/ 58775 w 596818"/>
                <a:gd name="connsiteY140" fmla="*/ 554809 h 1240625"/>
                <a:gd name="connsiteX141" fmla="*/ 50735 w 596818"/>
                <a:gd name="connsiteY141" fmla="*/ 557376 h 1240625"/>
                <a:gd name="connsiteX142" fmla="*/ 44149 w 596818"/>
                <a:gd name="connsiteY142" fmla="*/ 569950 h 1240625"/>
                <a:gd name="connsiteX143" fmla="*/ 39700 w 596818"/>
                <a:gd name="connsiteY143" fmla="*/ 576023 h 1240625"/>
                <a:gd name="connsiteX144" fmla="*/ 44149 w 596818"/>
                <a:gd name="connsiteY144" fmla="*/ 580129 h 1240625"/>
                <a:gd name="connsiteX145" fmla="*/ 44405 w 596818"/>
                <a:gd name="connsiteY145" fmla="*/ 586459 h 1240625"/>
                <a:gd name="connsiteX146" fmla="*/ 47143 w 596818"/>
                <a:gd name="connsiteY146" fmla="*/ 590308 h 1240625"/>
                <a:gd name="connsiteX147" fmla="*/ 43806 w 596818"/>
                <a:gd name="connsiteY147" fmla="*/ 594756 h 1240625"/>
                <a:gd name="connsiteX148" fmla="*/ 43549 w 596818"/>
                <a:gd name="connsiteY148" fmla="*/ 599461 h 1240625"/>
                <a:gd name="connsiteX149" fmla="*/ 28409 w 596818"/>
                <a:gd name="connsiteY149" fmla="*/ 596724 h 1240625"/>
                <a:gd name="connsiteX150" fmla="*/ 16263 w 596818"/>
                <a:gd name="connsiteY150" fmla="*/ 587657 h 1240625"/>
                <a:gd name="connsiteX151" fmla="*/ 10789 w 596818"/>
                <a:gd name="connsiteY151" fmla="*/ 580215 h 1240625"/>
                <a:gd name="connsiteX152" fmla="*/ 9676 w 596818"/>
                <a:gd name="connsiteY152" fmla="*/ 575510 h 1240625"/>
                <a:gd name="connsiteX153" fmla="*/ 5485 w 596818"/>
                <a:gd name="connsiteY153" fmla="*/ 570805 h 1240625"/>
                <a:gd name="connsiteX154" fmla="*/ 3603 w 596818"/>
                <a:gd name="connsiteY154" fmla="*/ 564732 h 1240625"/>
                <a:gd name="connsiteX155" fmla="*/ 11 w 596818"/>
                <a:gd name="connsiteY155" fmla="*/ 555665 h 1240625"/>
                <a:gd name="connsiteX156" fmla="*/ 3860 w 596818"/>
                <a:gd name="connsiteY156" fmla="*/ 550960 h 1240625"/>
                <a:gd name="connsiteX157" fmla="*/ 3346 w 596818"/>
                <a:gd name="connsiteY157" fmla="*/ 541636 h 1240625"/>
                <a:gd name="connsiteX158" fmla="*/ 11301 w 596818"/>
                <a:gd name="connsiteY158" fmla="*/ 533339 h 1240625"/>
                <a:gd name="connsiteX159" fmla="*/ 20111 w 596818"/>
                <a:gd name="connsiteY159" fmla="*/ 525042 h 1240625"/>
                <a:gd name="connsiteX160" fmla="*/ 21139 w 596818"/>
                <a:gd name="connsiteY160" fmla="*/ 523930 h 1240625"/>
                <a:gd name="connsiteX161" fmla="*/ 21481 w 596818"/>
                <a:gd name="connsiteY161" fmla="*/ 522732 h 1240625"/>
                <a:gd name="connsiteX162" fmla="*/ 21225 w 596818"/>
                <a:gd name="connsiteY162" fmla="*/ 519824 h 1240625"/>
                <a:gd name="connsiteX163" fmla="*/ 24303 w 596818"/>
                <a:gd name="connsiteY163" fmla="*/ 513494 h 1240625"/>
                <a:gd name="connsiteX164" fmla="*/ 30119 w 596818"/>
                <a:gd name="connsiteY164" fmla="*/ 502716 h 1240625"/>
                <a:gd name="connsiteX165" fmla="*/ 35595 w 596818"/>
                <a:gd name="connsiteY165" fmla="*/ 492793 h 1240625"/>
                <a:gd name="connsiteX166" fmla="*/ 35595 w 596818"/>
                <a:gd name="connsiteY166" fmla="*/ 482101 h 1240625"/>
                <a:gd name="connsiteX167" fmla="*/ 56123 w 596818"/>
                <a:gd name="connsiteY167" fmla="*/ 457123 h 1240625"/>
                <a:gd name="connsiteX168" fmla="*/ 58005 w 596818"/>
                <a:gd name="connsiteY168" fmla="*/ 448313 h 1240625"/>
                <a:gd name="connsiteX169" fmla="*/ 67501 w 596818"/>
                <a:gd name="connsiteY169" fmla="*/ 438390 h 1240625"/>
                <a:gd name="connsiteX170" fmla="*/ 81102 w 596818"/>
                <a:gd name="connsiteY170" fmla="*/ 412301 h 1240625"/>
                <a:gd name="connsiteX171" fmla="*/ 108303 w 596818"/>
                <a:gd name="connsiteY171" fmla="*/ 354989 h 1240625"/>
                <a:gd name="connsiteX172" fmla="*/ 117883 w 596818"/>
                <a:gd name="connsiteY172" fmla="*/ 335914 h 1240625"/>
                <a:gd name="connsiteX173" fmla="*/ 120107 w 596818"/>
                <a:gd name="connsiteY173" fmla="*/ 313503 h 1240625"/>
                <a:gd name="connsiteX174" fmla="*/ 141406 w 596818"/>
                <a:gd name="connsiteY174" fmla="*/ 272358 h 1240625"/>
                <a:gd name="connsiteX175" fmla="*/ 181782 w 596818"/>
                <a:gd name="connsiteY175" fmla="*/ 241136 h 1240625"/>
                <a:gd name="connsiteX176" fmla="*/ 204193 w 596818"/>
                <a:gd name="connsiteY176" fmla="*/ 225739 h 1240625"/>
                <a:gd name="connsiteX177" fmla="*/ 211550 w 596818"/>
                <a:gd name="connsiteY177" fmla="*/ 218040 h 1240625"/>
                <a:gd name="connsiteX178" fmla="*/ 214457 w 596818"/>
                <a:gd name="connsiteY178" fmla="*/ 190839 h 1240625"/>
                <a:gd name="connsiteX179" fmla="*/ 214800 w 596818"/>
                <a:gd name="connsiteY179" fmla="*/ 190582 h 1240625"/>
                <a:gd name="connsiteX180" fmla="*/ 214800 w 596818"/>
                <a:gd name="connsiteY180" fmla="*/ 189556 h 1240625"/>
                <a:gd name="connsiteX181" fmla="*/ 213175 w 596818"/>
                <a:gd name="connsiteY181" fmla="*/ 172448 h 1240625"/>
                <a:gd name="connsiteX182" fmla="*/ 204878 w 596818"/>
                <a:gd name="connsiteY182" fmla="*/ 168599 h 1240625"/>
                <a:gd name="connsiteX183" fmla="*/ 198291 w 596818"/>
                <a:gd name="connsiteY183" fmla="*/ 154313 h 1240625"/>
                <a:gd name="connsiteX184" fmla="*/ 189994 w 596818"/>
                <a:gd name="connsiteY184" fmla="*/ 133356 h 1240625"/>
                <a:gd name="connsiteX185" fmla="*/ 186145 w 596818"/>
                <a:gd name="connsiteY185" fmla="*/ 107438 h 1240625"/>
                <a:gd name="connsiteX186" fmla="*/ 188367 w 596818"/>
                <a:gd name="connsiteY186" fmla="*/ 94179 h 1240625"/>
                <a:gd name="connsiteX187" fmla="*/ 177931 w 596818"/>
                <a:gd name="connsiteY187" fmla="*/ 91442 h 1240625"/>
                <a:gd name="connsiteX188" fmla="*/ 178445 w 596818"/>
                <a:gd name="connsiteY188" fmla="*/ 77157 h 1240625"/>
                <a:gd name="connsiteX189" fmla="*/ 186145 w 596818"/>
                <a:gd name="connsiteY189" fmla="*/ 76045 h 1240625"/>
                <a:gd name="connsiteX190" fmla="*/ 189480 w 596818"/>
                <a:gd name="connsiteY190" fmla="*/ 71083 h 1240625"/>
                <a:gd name="connsiteX191" fmla="*/ 189994 w 596818"/>
                <a:gd name="connsiteY191" fmla="*/ 62786 h 1240625"/>
                <a:gd name="connsiteX192" fmla="*/ 189480 w 596818"/>
                <a:gd name="connsiteY192" fmla="*/ 47389 h 1240625"/>
                <a:gd name="connsiteX193" fmla="*/ 196666 w 596818"/>
                <a:gd name="connsiteY193" fmla="*/ 31393 h 1240625"/>
                <a:gd name="connsiteX194" fmla="*/ 197777 w 596818"/>
                <a:gd name="connsiteY194" fmla="*/ 23181 h 1240625"/>
                <a:gd name="connsiteX195" fmla="*/ 201626 w 596818"/>
                <a:gd name="connsiteY195" fmla="*/ 14884 h 1240625"/>
                <a:gd name="connsiteX196" fmla="*/ 212062 w 596818"/>
                <a:gd name="connsiteY196" fmla="*/ 10436 h 1240625"/>
                <a:gd name="connsiteX197" fmla="*/ 219248 w 596818"/>
                <a:gd name="connsiteY197" fmla="*/ 4961 h 1240625"/>
                <a:gd name="connsiteX198" fmla="*/ 230283 w 596818"/>
                <a:gd name="connsiteY198" fmla="*/ 2737 h 1240625"/>
                <a:gd name="connsiteX199" fmla="*/ 236356 w 596818"/>
                <a:gd name="connsiteY199" fmla="*/ 0 h 1240625"/>
                <a:gd name="connsiteX200" fmla="*/ 239093 w 596818"/>
                <a:gd name="connsiteY200" fmla="*/ 6073 h 1240625"/>
                <a:gd name="connsiteX201" fmla="*/ 250640 w 596818"/>
                <a:gd name="connsiteY201" fmla="*/ 6073 h 1240625"/>
                <a:gd name="connsiteX202" fmla="*/ 257826 w 596818"/>
                <a:gd name="connsiteY202" fmla="*/ 3849 h 1240625"/>
                <a:gd name="connsiteX203" fmla="*/ 266637 w 596818"/>
                <a:gd name="connsiteY203" fmla="*/ 8811 h 1240625"/>
                <a:gd name="connsiteX204" fmla="*/ 278783 w 596818"/>
                <a:gd name="connsiteY204" fmla="*/ 15996 h 1240625"/>
                <a:gd name="connsiteX205" fmla="*/ 286994 w 596818"/>
                <a:gd name="connsiteY205" fmla="*/ 23181 h 1240625"/>
                <a:gd name="connsiteX206" fmla="*/ 296918 w 596818"/>
                <a:gd name="connsiteY206" fmla="*/ 32505 h 1240625"/>
                <a:gd name="connsiteX207" fmla="*/ 304616 w 596818"/>
                <a:gd name="connsiteY207" fmla="*/ 40204 h 1240625"/>
                <a:gd name="connsiteX208" fmla="*/ 313941 w 596818"/>
                <a:gd name="connsiteY208" fmla="*/ 79894 h 1240625"/>
                <a:gd name="connsiteX209" fmla="*/ 306754 w 596818"/>
                <a:gd name="connsiteY209" fmla="*/ 99739 h 1240625"/>
                <a:gd name="connsiteX210" fmla="*/ 299057 w 596818"/>
                <a:gd name="connsiteY210" fmla="*/ 114623 h 1240625"/>
                <a:gd name="connsiteX211" fmla="*/ 294095 w 596818"/>
                <a:gd name="connsiteY211" fmla="*/ 127882 h 1240625"/>
                <a:gd name="connsiteX212" fmla="*/ 283659 w 596818"/>
                <a:gd name="connsiteY212" fmla="*/ 142167 h 1240625"/>
                <a:gd name="connsiteX213" fmla="*/ 283317 w 596818"/>
                <a:gd name="connsiteY213" fmla="*/ 159873 h 1240625"/>
                <a:gd name="connsiteX214" fmla="*/ 289047 w 596818"/>
                <a:gd name="connsiteY214" fmla="*/ 161499 h 1240625"/>
                <a:gd name="connsiteX215" fmla="*/ 300425 w 596818"/>
                <a:gd name="connsiteY215" fmla="*/ 176554 h 1240625"/>
                <a:gd name="connsiteX216" fmla="*/ 303762 w 596818"/>
                <a:gd name="connsiteY216" fmla="*/ 184252 h 1240625"/>
                <a:gd name="connsiteX217" fmla="*/ 339003 w 596818"/>
                <a:gd name="connsiteY217" fmla="*/ 200419 h 1240625"/>
                <a:gd name="connsiteX218" fmla="*/ 363211 w 596818"/>
                <a:gd name="connsiteY218" fmla="*/ 209572 h 1240625"/>
                <a:gd name="connsiteX219" fmla="*/ 374929 w 596818"/>
                <a:gd name="connsiteY219" fmla="*/ 211026 h 1240625"/>
                <a:gd name="connsiteX220" fmla="*/ 401019 w 596818"/>
                <a:gd name="connsiteY220" fmla="*/ 225311 h 1240625"/>
                <a:gd name="connsiteX221" fmla="*/ 422661 w 596818"/>
                <a:gd name="connsiteY221" fmla="*/ 249946 h 1240625"/>
                <a:gd name="connsiteX222" fmla="*/ 428905 w 596818"/>
                <a:gd name="connsiteY222" fmla="*/ 264232 h 1240625"/>
                <a:gd name="connsiteX223" fmla="*/ 430359 w 596818"/>
                <a:gd name="connsiteY223" fmla="*/ 284077 h 1240625"/>
                <a:gd name="connsiteX224" fmla="*/ 436603 w 596818"/>
                <a:gd name="connsiteY224" fmla="*/ 298790 h 1240625"/>
                <a:gd name="connsiteX225" fmla="*/ 446184 w 596818"/>
                <a:gd name="connsiteY225" fmla="*/ 322655 h 1240625"/>
                <a:gd name="connsiteX226" fmla="*/ 455764 w 596818"/>
                <a:gd name="connsiteY226" fmla="*/ 349429 h 1240625"/>
                <a:gd name="connsiteX227" fmla="*/ 466456 w 596818"/>
                <a:gd name="connsiteY227" fmla="*/ 379197 h 1240625"/>
                <a:gd name="connsiteX228" fmla="*/ 472702 w 596818"/>
                <a:gd name="connsiteY228" fmla="*/ 404174 h 1240625"/>
                <a:gd name="connsiteX229" fmla="*/ 498790 w 596818"/>
                <a:gd name="connsiteY229" fmla="*/ 503657 h 1240625"/>
                <a:gd name="connsiteX230" fmla="*/ 495113 w 596818"/>
                <a:gd name="connsiteY230" fmla="*/ 539669 h 1240625"/>
                <a:gd name="connsiteX231" fmla="*/ 496994 w 596818"/>
                <a:gd name="connsiteY231" fmla="*/ 559514 h 1240625"/>
                <a:gd name="connsiteX232" fmla="*/ 498107 w 596818"/>
                <a:gd name="connsiteY232" fmla="*/ 580814 h 1240625"/>
                <a:gd name="connsiteX233" fmla="*/ 498107 w 596818"/>
                <a:gd name="connsiteY233" fmla="*/ 597323 h 1240625"/>
                <a:gd name="connsiteX234" fmla="*/ 494087 w 596818"/>
                <a:gd name="connsiteY234" fmla="*/ 610923 h 1240625"/>
                <a:gd name="connsiteX235" fmla="*/ 496994 w 596818"/>
                <a:gd name="connsiteY235" fmla="*/ 618964 h 1240625"/>
                <a:gd name="connsiteX236" fmla="*/ 499218 w 596818"/>
                <a:gd name="connsiteY236" fmla="*/ 638039 h 1240625"/>
                <a:gd name="connsiteX237" fmla="*/ 501443 w 596818"/>
                <a:gd name="connsiteY237" fmla="*/ 657542 h 1240625"/>
                <a:gd name="connsiteX238" fmla="*/ 512049 w 596818"/>
                <a:gd name="connsiteY238" fmla="*/ 682862 h 1240625"/>
                <a:gd name="connsiteX239" fmla="*/ 505805 w 596818"/>
                <a:gd name="connsiteY239" fmla="*/ 692015 h 1240625"/>
                <a:gd name="connsiteX240" fmla="*/ 502896 w 596818"/>
                <a:gd name="connsiteY240" fmla="*/ 695693 h 1240625"/>
                <a:gd name="connsiteX241" fmla="*/ 505805 w 596818"/>
                <a:gd name="connsiteY241" fmla="*/ 698259 h 1240625"/>
                <a:gd name="connsiteX242" fmla="*/ 510168 w 596818"/>
                <a:gd name="connsiteY242" fmla="*/ 696035 h 1240625"/>
                <a:gd name="connsiteX243" fmla="*/ 510168 w 596818"/>
                <a:gd name="connsiteY243" fmla="*/ 696035 h 124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</a:cxnLst>
              <a:rect l="l" t="t" r="r" b="b"/>
              <a:pathLst>
                <a:path w="596818" h="1240625">
                  <a:moveTo>
                    <a:pt x="488783" y="709123"/>
                  </a:moveTo>
                  <a:cubicBezTo>
                    <a:pt x="486216" y="710235"/>
                    <a:pt x="484335" y="711347"/>
                    <a:pt x="481768" y="713571"/>
                  </a:cubicBezTo>
                  <a:cubicBezTo>
                    <a:pt x="480143" y="715025"/>
                    <a:pt x="478433" y="716907"/>
                    <a:pt x="476894" y="718361"/>
                  </a:cubicBezTo>
                  <a:lnTo>
                    <a:pt x="493145" y="711004"/>
                  </a:lnTo>
                  <a:lnTo>
                    <a:pt x="493488" y="705872"/>
                  </a:lnTo>
                  <a:cubicBezTo>
                    <a:pt x="492032" y="707326"/>
                    <a:pt x="491264" y="708096"/>
                    <a:pt x="488697" y="709208"/>
                  </a:cubicBezTo>
                  <a:lnTo>
                    <a:pt x="488697" y="709208"/>
                  </a:lnTo>
                  <a:close/>
                  <a:moveTo>
                    <a:pt x="467912" y="719473"/>
                  </a:moveTo>
                  <a:cubicBezTo>
                    <a:pt x="468083" y="721184"/>
                    <a:pt x="468169" y="722381"/>
                    <a:pt x="468169" y="722381"/>
                  </a:cubicBezTo>
                  <a:lnTo>
                    <a:pt x="471247" y="721013"/>
                  </a:lnTo>
                  <a:cubicBezTo>
                    <a:pt x="470221" y="720670"/>
                    <a:pt x="469108" y="720072"/>
                    <a:pt x="467826" y="719473"/>
                  </a:cubicBezTo>
                  <a:lnTo>
                    <a:pt x="467826" y="719473"/>
                  </a:lnTo>
                  <a:close/>
                  <a:moveTo>
                    <a:pt x="510082" y="696292"/>
                  </a:moveTo>
                  <a:cubicBezTo>
                    <a:pt x="511536" y="694410"/>
                    <a:pt x="515215" y="695180"/>
                    <a:pt x="515215" y="695180"/>
                  </a:cubicBezTo>
                  <a:lnTo>
                    <a:pt x="529928" y="686711"/>
                  </a:lnTo>
                  <a:cubicBezTo>
                    <a:pt x="529928" y="686711"/>
                    <a:pt x="560380" y="687054"/>
                    <a:pt x="562602" y="686369"/>
                  </a:cubicBezTo>
                  <a:cubicBezTo>
                    <a:pt x="564827" y="685685"/>
                    <a:pt x="568506" y="688593"/>
                    <a:pt x="568506" y="688593"/>
                  </a:cubicBezTo>
                  <a:cubicBezTo>
                    <a:pt x="568506" y="688593"/>
                    <a:pt x="594596" y="861896"/>
                    <a:pt x="595707" y="865574"/>
                  </a:cubicBezTo>
                  <a:cubicBezTo>
                    <a:pt x="596818" y="869253"/>
                    <a:pt x="596818" y="875155"/>
                    <a:pt x="596818" y="875155"/>
                  </a:cubicBezTo>
                  <a:cubicBezTo>
                    <a:pt x="596818" y="875155"/>
                    <a:pt x="483735" y="954450"/>
                    <a:pt x="478176" y="958556"/>
                  </a:cubicBezTo>
                  <a:cubicBezTo>
                    <a:pt x="472702" y="962576"/>
                    <a:pt x="463463" y="967709"/>
                    <a:pt x="463463" y="967709"/>
                  </a:cubicBezTo>
                  <a:lnTo>
                    <a:pt x="420865" y="966939"/>
                  </a:lnTo>
                  <a:cubicBezTo>
                    <a:pt x="420865" y="966939"/>
                    <a:pt x="392208" y="783285"/>
                    <a:pt x="391097" y="776699"/>
                  </a:cubicBezTo>
                  <a:cubicBezTo>
                    <a:pt x="389984" y="770112"/>
                    <a:pt x="398795" y="764980"/>
                    <a:pt x="399566" y="763868"/>
                  </a:cubicBezTo>
                  <a:lnTo>
                    <a:pt x="420094" y="751379"/>
                  </a:lnTo>
                  <a:cubicBezTo>
                    <a:pt x="420094" y="751379"/>
                    <a:pt x="420437" y="749925"/>
                    <a:pt x="421976" y="747701"/>
                  </a:cubicBezTo>
                  <a:cubicBezTo>
                    <a:pt x="423432" y="745477"/>
                    <a:pt x="434807" y="740002"/>
                    <a:pt x="434807" y="740002"/>
                  </a:cubicBezTo>
                  <a:lnTo>
                    <a:pt x="455764" y="729738"/>
                  </a:lnTo>
                  <a:cubicBezTo>
                    <a:pt x="455764" y="729738"/>
                    <a:pt x="456534" y="727514"/>
                    <a:pt x="456106" y="725290"/>
                  </a:cubicBezTo>
                  <a:cubicBezTo>
                    <a:pt x="456021" y="724520"/>
                    <a:pt x="455764" y="723322"/>
                    <a:pt x="455509" y="721697"/>
                  </a:cubicBezTo>
                  <a:cubicBezTo>
                    <a:pt x="454139" y="722381"/>
                    <a:pt x="453028" y="723066"/>
                    <a:pt x="452429" y="723835"/>
                  </a:cubicBezTo>
                  <a:cubicBezTo>
                    <a:pt x="450204" y="726744"/>
                    <a:pt x="448408" y="728198"/>
                    <a:pt x="446527" y="727856"/>
                  </a:cubicBezTo>
                  <a:cubicBezTo>
                    <a:pt x="444731" y="727514"/>
                    <a:pt x="445756" y="720842"/>
                    <a:pt x="445414" y="717591"/>
                  </a:cubicBezTo>
                  <a:cubicBezTo>
                    <a:pt x="445071" y="714255"/>
                    <a:pt x="443532" y="712117"/>
                    <a:pt x="442507" y="708011"/>
                  </a:cubicBezTo>
                  <a:cubicBezTo>
                    <a:pt x="441394" y="703990"/>
                    <a:pt x="443618" y="703990"/>
                    <a:pt x="443275" y="696634"/>
                  </a:cubicBezTo>
                  <a:cubicBezTo>
                    <a:pt x="442933" y="689278"/>
                    <a:pt x="444046" y="683033"/>
                    <a:pt x="445157" y="675335"/>
                  </a:cubicBezTo>
                  <a:cubicBezTo>
                    <a:pt x="446270" y="667636"/>
                    <a:pt x="447638" y="660793"/>
                    <a:pt x="449948" y="657371"/>
                  </a:cubicBezTo>
                  <a:cubicBezTo>
                    <a:pt x="449948" y="657371"/>
                    <a:pt x="447041" y="632052"/>
                    <a:pt x="447381" y="628374"/>
                  </a:cubicBezTo>
                  <a:cubicBezTo>
                    <a:pt x="447723" y="624695"/>
                    <a:pt x="452172" y="616227"/>
                    <a:pt x="452857" y="613318"/>
                  </a:cubicBezTo>
                  <a:cubicBezTo>
                    <a:pt x="453625" y="610410"/>
                    <a:pt x="452857" y="592361"/>
                    <a:pt x="450633" y="588683"/>
                  </a:cubicBezTo>
                  <a:cubicBezTo>
                    <a:pt x="448408" y="585005"/>
                    <a:pt x="445499" y="580642"/>
                    <a:pt x="442592" y="576537"/>
                  </a:cubicBezTo>
                  <a:cubicBezTo>
                    <a:pt x="439683" y="572516"/>
                    <a:pt x="430102" y="532056"/>
                    <a:pt x="428306" y="514435"/>
                  </a:cubicBezTo>
                  <a:cubicBezTo>
                    <a:pt x="426510" y="496814"/>
                    <a:pt x="422832" y="490227"/>
                    <a:pt x="420951" y="484667"/>
                  </a:cubicBezTo>
                  <a:cubicBezTo>
                    <a:pt x="419155" y="479193"/>
                    <a:pt x="416930" y="475514"/>
                    <a:pt x="414364" y="470724"/>
                  </a:cubicBezTo>
                  <a:cubicBezTo>
                    <a:pt x="411797" y="465934"/>
                    <a:pt x="407435" y="447628"/>
                    <a:pt x="403757" y="438732"/>
                  </a:cubicBezTo>
                  <a:cubicBezTo>
                    <a:pt x="400077" y="429922"/>
                    <a:pt x="397170" y="419229"/>
                    <a:pt x="394946" y="413755"/>
                  </a:cubicBezTo>
                  <a:cubicBezTo>
                    <a:pt x="392722" y="408280"/>
                    <a:pt x="392380" y="404174"/>
                    <a:pt x="390926" y="406056"/>
                  </a:cubicBezTo>
                  <a:lnTo>
                    <a:pt x="390841" y="406056"/>
                  </a:lnTo>
                  <a:cubicBezTo>
                    <a:pt x="389385" y="408109"/>
                    <a:pt x="387163" y="412728"/>
                    <a:pt x="385024" y="417433"/>
                  </a:cubicBezTo>
                  <a:cubicBezTo>
                    <a:pt x="382800" y="422223"/>
                    <a:pt x="382115" y="429579"/>
                    <a:pt x="379121" y="433942"/>
                  </a:cubicBezTo>
                  <a:cubicBezTo>
                    <a:pt x="376214" y="438305"/>
                    <a:pt x="369969" y="446089"/>
                    <a:pt x="369199" y="449767"/>
                  </a:cubicBezTo>
                  <a:lnTo>
                    <a:pt x="368942" y="451563"/>
                  </a:lnTo>
                  <a:cubicBezTo>
                    <a:pt x="369713" y="455498"/>
                    <a:pt x="369884" y="460801"/>
                    <a:pt x="369798" y="466019"/>
                  </a:cubicBezTo>
                  <a:cubicBezTo>
                    <a:pt x="371166" y="470895"/>
                    <a:pt x="374929" y="486720"/>
                    <a:pt x="378778" y="489885"/>
                  </a:cubicBezTo>
                  <a:cubicBezTo>
                    <a:pt x="382800" y="493221"/>
                    <a:pt x="390926" y="500919"/>
                    <a:pt x="393065" y="506052"/>
                  </a:cubicBezTo>
                  <a:cubicBezTo>
                    <a:pt x="395289" y="511184"/>
                    <a:pt x="394176" y="522903"/>
                    <a:pt x="391609" y="524015"/>
                  </a:cubicBezTo>
                  <a:cubicBezTo>
                    <a:pt x="389045" y="525127"/>
                    <a:pt x="384596" y="523673"/>
                    <a:pt x="382458" y="524015"/>
                  </a:cubicBezTo>
                  <a:cubicBezTo>
                    <a:pt x="382201" y="524015"/>
                    <a:pt x="381259" y="524101"/>
                    <a:pt x="379891" y="524186"/>
                  </a:cubicBezTo>
                  <a:lnTo>
                    <a:pt x="379891" y="532056"/>
                  </a:lnTo>
                  <a:cubicBezTo>
                    <a:pt x="379891" y="541636"/>
                    <a:pt x="385024" y="541636"/>
                    <a:pt x="386478" y="565074"/>
                  </a:cubicBezTo>
                  <a:cubicBezTo>
                    <a:pt x="387931" y="588597"/>
                    <a:pt x="379121" y="622386"/>
                    <a:pt x="375443" y="644369"/>
                  </a:cubicBezTo>
                  <a:cubicBezTo>
                    <a:pt x="371765" y="666438"/>
                    <a:pt x="355597" y="715624"/>
                    <a:pt x="352690" y="731791"/>
                  </a:cubicBezTo>
                  <a:cubicBezTo>
                    <a:pt x="349781" y="747958"/>
                    <a:pt x="330706" y="828023"/>
                    <a:pt x="327711" y="839057"/>
                  </a:cubicBezTo>
                  <a:cubicBezTo>
                    <a:pt x="324804" y="850092"/>
                    <a:pt x="340200" y="875754"/>
                    <a:pt x="340200" y="886104"/>
                  </a:cubicBezTo>
                  <a:cubicBezTo>
                    <a:pt x="340200" y="896454"/>
                    <a:pt x="342424" y="922116"/>
                    <a:pt x="351235" y="940422"/>
                  </a:cubicBezTo>
                  <a:cubicBezTo>
                    <a:pt x="360045" y="958812"/>
                    <a:pt x="357821" y="999187"/>
                    <a:pt x="379891" y="1051366"/>
                  </a:cubicBezTo>
                  <a:cubicBezTo>
                    <a:pt x="401961" y="1103545"/>
                    <a:pt x="406324" y="1199777"/>
                    <a:pt x="407092" y="1203370"/>
                  </a:cubicBezTo>
                  <a:cubicBezTo>
                    <a:pt x="407863" y="1207048"/>
                    <a:pt x="411540" y="1210726"/>
                    <a:pt x="411540" y="1210726"/>
                  </a:cubicBezTo>
                  <a:lnTo>
                    <a:pt x="412225" y="1226894"/>
                  </a:lnTo>
                  <a:cubicBezTo>
                    <a:pt x="408548" y="1229802"/>
                    <a:pt x="392380" y="1233480"/>
                    <a:pt x="379891" y="1234250"/>
                  </a:cubicBezTo>
                  <a:cubicBezTo>
                    <a:pt x="367403" y="1235020"/>
                    <a:pt x="346872" y="1232796"/>
                    <a:pt x="342424" y="1232796"/>
                  </a:cubicBezTo>
                  <a:cubicBezTo>
                    <a:pt x="337978" y="1232796"/>
                    <a:pt x="326258" y="1238698"/>
                    <a:pt x="311545" y="1240152"/>
                  </a:cubicBezTo>
                  <a:cubicBezTo>
                    <a:pt x="296833" y="1241606"/>
                    <a:pt x="271171" y="1239382"/>
                    <a:pt x="264498" y="1237928"/>
                  </a:cubicBezTo>
                  <a:cubicBezTo>
                    <a:pt x="257912" y="1236474"/>
                    <a:pt x="240975" y="1234250"/>
                    <a:pt x="237297" y="1230572"/>
                  </a:cubicBezTo>
                  <a:cubicBezTo>
                    <a:pt x="233618" y="1226894"/>
                    <a:pt x="239522" y="1222531"/>
                    <a:pt x="239522" y="1222531"/>
                  </a:cubicBezTo>
                  <a:cubicBezTo>
                    <a:pt x="248330" y="1210726"/>
                    <a:pt x="259365" y="1213720"/>
                    <a:pt x="266723" y="1214490"/>
                  </a:cubicBezTo>
                  <a:cubicBezTo>
                    <a:pt x="274078" y="1215174"/>
                    <a:pt x="281435" y="1210042"/>
                    <a:pt x="288022" y="1207904"/>
                  </a:cubicBezTo>
                  <a:cubicBezTo>
                    <a:pt x="294609" y="1205680"/>
                    <a:pt x="310092" y="1190283"/>
                    <a:pt x="310775" y="1188059"/>
                  </a:cubicBezTo>
                  <a:cubicBezTo>
                    <a:pt x="311545" y="1185834"/>
                    <a:pt x="326172" y="1165989"/>
                    <a:pt x="326172" y="1160857"/>
                  </a:cubicBezTo>
                  <a:cubicBezTo>
                    <a:pt x="326172" y="1156409"/>
                    <a:pt x="327285" y="1150165"/>
                    <a:pt x="326172" y="1144262"/>
                  </a:cubicBezTo>
                  <a:lnTo>
                    <a:pt x="326172" y="1144262"/>
                  </a:lnTo>
                  <a:cubicBezTo>
                    <a:pt x="326172" y="1144262"/>
                    <a:pt x="325487" y="1141696"/>
                    <a:pt x="325487" y="1141696"/>
                  </a:cubicBezTo>
                  <a:lnTo>
                    <a:pt x="325061" y="1140584"/>
                  </a:lnTo>
                  <a:lnTo>
                    <a:pt x="324291" y="1139387"/>
                  </a:lnTo>
                  <a:cubicBezTo>
                    <a:pt x="322238" y="1137077"/>
                    <a:pt x="321553" y="1135879"/>
                    <a:pt x="321039" y="1134767"/>
                  </a:cubicBezTo>
                  <a:cubicBezTo>
                    <a:pt x="318132" y="1131773"/>
                    <a:pt x="314112" y="1128523"/>
                    <a:pt x="308550" y="1122535"/>
                  </a:cubicBezTo>
                  <a:cubicBezTo>
                    <a:pt x="298971" y="1112270"/>
                    <a:pt x="290931" y="1092425"/>
                    <a:pt x="288022" y="1080706"/>
                  </a:cubicBezTo>
                  <a:cubicBezTo>
                    <a:pt x="285113" y="1068902"/>
                    <a:pt x="278440" y="1034430"/>
                    <a:pt x="276216" y="1025619"/>
                  </a:cubicBezTo>
                  <a:lnTo>
                    <a:pt x="275533" y="1022882"/>
                  </a:lnTo>
                  <a:lnTo>
                    <a:pt x="274934" y="1022454"/>
                  </a:lnTo>
                  <a:cubicBezTo>
                    <a:pt x="274335" y="1021000"/>
                    <a:pt x="274163" y="1020059"/>
                    <a:pt x="274335" y="1018776"/>
                  </a:cubicBezTo>
                  <a:cubicBezTo>
                    <a:pt x="273566" y="1016295"/>
                    <a:pt x="273309" y="1016038"/>
                    <a:pt x="273309" y="1016038"/>
                  </a:cubicBezTo>
                  <a:cubicBezTo>
                    <a:pt x="270400" y="1024079"/>
                    <a:pt x="250554" y="1065224"/>
                    <a:pt x="250554" y="1065224"/>
                  </a:cubicBezTo>
                  <a:cubicBezTo>
                    <a:pt x="245423" y="1076943"/>
                    <a:pt x="208727" y="1146743"/>
                    <a:pt x="199916" y="1157778"/>
                  </a:cubicBezTo>
                  <a:cubicBezTo>
                    <a:pt x="191105" y="1168812"/>
                    <a:pt x="191105" y="1179077"/>
                    <a:pt x="188881" y="1184979"/>
                  </a:cubicBezTo>
                  <a:cubicBezTo>
                    <a:pt x="186657" y="1190881"/>
                    <a:pt x="182294" y="1192336"/>
                    <a:pt x="182294" y="1192336"/>
                  </a:cubicBezTo>
                  <a:cubicBezTo>
                    <a:pt x="181526" y="1201916"/>
                    <a:pt x="181526" y="1226894"/>
                    <a:pt x="177931" y="1230572"/>
                  </a:cubicBezTo>
                  <a:cubicBezTo>
                    <a:pt x="174254" y="1234250"/>
                    <a:pt x="160312" y="1234250"/>
                    <a:pt x="145597" y="1232796"/>
                  </a:cubicBezTo>
                  <a:cubicBezTo>
                    <a:pt x="130885" y="1231342"/>
                    <a:pt x="109585" y="1212266"/>
                    <a:pt x="109585" y="1212266"/>
                  </a:cubicBezTo>
                  <a:cubicBezTo>
                    <a:pt x="111041" y="1201232"/>
                    <a:pt x="107361" y="1196099"/>
                    <a:pt x="107361" y="1196099"/>
                  </a:cubicBezTo>
                  <a:cubicBezTo>
                    <a:pt x="101460" y="1187289"/>
                    <a:pt x="71350" y="1183610"/>
                    <a:pt x="55952" y="1177794"/>
                  </a:cubicBezTo>
                  <a:cubicBezTo>
                    <a:pt x="40557" y="1171891"/>
                    <a:pt x="25842" y="1141782"/>
                    <a:pt x="24388" y="1136649"/>
                  </a:cubicBezTo>
                  <a:cubicBezTo>
                    <a:pt x="22935" y="1131517"/>
                    <a:pt x="24388" y="1126385"/>
                    <a:pt x="43464" y="1118258"/>
                  </a:cubicBezTo>
                  <a:cubicBezTo>
                    <a:pt x="62539" y="1110218"/>
                    <a:pt x="84609" y="1137334"/>
                    <a:pt x="84609" y="1137334"/>
                  </a:cubicBezTo>
                  <a:cubicBezTo>
                    <a:pt x="97868" y="1138788"/>
                    <a:pt x="111041" y="1132201"/>
                    <a:pt x="111041" y="1132201"/>
                  </a:cubicBezTo>
                  <a:cubicBezTo>
                    <a:pt x="119081" y="1118258"/>
                    <a:pt x="136703" y="1078568"/>
                    <a:pt x="154322" y="1058038"/>
                  </a:cubicBezTo>
                  <a:cubicBezTo>
                    <a:pt x="171944" y="1037509"/>
                    <a:pt x="175622" y="1022026"/>
                    <a:pt x="185203" y="1010307"/>
                  </a:cubicBezTo>
                  <a:cubicBezTo>
                    <a:pt x="194783" y="998589"/>
                    <a:pt x="189566" y="989008"/>
                    <a:pt x="189566" y="989008"/>
                  </a:cubicBezTo>
                  <a:cubicBezTo>
                    <a:pt x="193243" y="954535"/>
                    <a:pt x="196921" y="954535"/>
                    <a:pt x="201284" y="939823"/>
                  </a:cubicBezTo>
                  <a:cubicBezTo>
                    <a:pt x="205732" y="925110"/>
                    <a:pt x="211550" y="913391"/>
                    <a:pt x="213004" y="907489"/>
                  </a:cubicBezTo>
                  <a:cubicBezTo>
                    <a:pt x="214457" y="901587"/>
                    <a:pt x="213004" y="900902"/>
                    <a:pt x="208555" y="893546"/>
                  </a:cubicBezTo>
                  <a:cubicBezTo>
                    <a:pt x="204107" y="886189"/>
                    <a:pt x="204878" y="877379"/>
                    <a:pt x="207785" y="870023"/>
                  </a:cubicBezTo>
                  <a:cubicBezTo>
                    <a:pt x="210694" y="862666"/>
                    <a:pt x="212918" y="857534"/>
                    <a:pt x="211464" y="853856"/>
                  </a:cubicBezTo>
                  <a:cubicBezTo>
                    <a:pt x="210009" y="850177"/>
                    <a:pt x="212918" y="839143"/>
                    <a:pt x="216595" y="832556"/>
                  </a:cubicBezTo>
                  <a:cubicBezTo>
                    <a:pt x="220275" y="825970"/>
                    <a:pt x="215142" y="828108"/>
                    <a:pt x="215142" y="822976"/>
                  </a:cubicBezTo>
                  <a:cubicBezTo>
                    <a:pt x="215142" y="817844"/>
                    <a:pt x="214457" y="813395"/>
                    <a:pt x="212233" y="799453"/>
                  </a:cubicBezTo>
                  <a:cubicBezTo>
                    <a:pt x="210009" y="785510"/>
                    <a:pt x="204878" y="774475"/>
                    <a:pt x="201969" y="764210"/>
                  </a:cubicBezTo>
                  <a:cubicBezTo>
                    <a:pt x="199059" y="753945"/>
                    <a:pt x="190251" y="737009"/>
                    <a:pt x="186571" y="723066"/>
                  </a:cubicBezTo>
                  <a:cubicBezTo>
                    <a:pt x="182893" y="709123"/>
                    <a:pt x="178531" y="681921"/>
                    <a:pt x="176992" y="662076"/>
                  </a:cubicBezTo>
                  <a:cubicBezTo>
                    <a:pt x="175536" y="642231"/>
                    <a:pt x="171090" y="603310"/>
                    <a:pt x="170405" y="598178"/>
                  </a:cubicBezTo>
                  <a:cubicBezTo>
                    <a:pt x="169634" y="593046"/>
                    <a:pt x="174768" y="577648"/>
                    <a:pt x="176307" y="572431"/>
                  </a:cubicBezTo>
                  <a:cubicBezTo>
                    <a:pt x="177760" y="567298"/>
                    <a:pt x="182893" y="556264"/>
                    <a:pt x="183664" y="551901"/>
                  </a:cubicBezTo>
                  <a:cubicBezTo>
                    <a:pt x="184176" y="548651"/>
                    <a:pt x="185118" y="540011"/>
                    <a:pt x="185631" y="535563"/>
                  </a:cubicBezTo>
                  <a:cubicBezTo>
                    <a:pt x="181782" y="534793"/>
                    <a:pt x="179301" y="535135"/>
                    <a:pt x="178959" y="532484"/>
                  </a:cubicBezTo>
                  <a:cubicBezTo>
                    <a:pt x="178616" y="529575"/>
                    <a:pt x="179301" y="528805"/>
                    <a:pt x="174939" y="526239"/>
                  </a:cubicBezTo>
                  <a:cubicBezTo>
                    <a:pt x="170576" y="523673"/>
                    <a:pt x="167239" y="525127"/>
                    <a:pt x="169037" y="520337"/>
                  </a:cubicBezTo>
                  <a:cubicBezTo>
                    <a:pt x="170833" y="515547"/>
                    <a:pt x="176735" y="512639"/>
                    <a:pt x="177846" y="506736"/>
                  </a:cubicBezTo>
                  <a:cubicBezTo>
                    <a:pt x="178959" y="500834"/>
                    <a:pt x="174168" y="478081"/>
                    <a:pt x="174168" y="469270"/>
                  </a:cubicBezTo>
                  <a:cubicBezTo>
                    <a:pt x="174168" y="460459"/>
                    <a:pt x="173398" y="455669"/>
                    <a:pt x="173398" y="449082"/>
                  </a:cubicBezTo>
                  <a:cubicBezTo>
                    <a:pt x="173398" y="442496"/>
                    <a:pt x="175622" y="427783"/>
                    <a:pt x="175622" y="422651"/>
                  </a:cubicBezTo>
                  <a:cubicBezTo>
                    <a:pt x="175622" y="417518"/>
                    <a:pt x="176735" y="417518"/>
                    <a:pt x="175622" y="417518"/>
                  </a:cubicBezTo>
                  <a:cubicBezTo>
                    <a:pt x="174511" y="417518"/>
                    <a:pt x="172287" y="429238"/>
                    <a:pt x="168267" y="432573"/>
                  </a:cubicBezTo>
                  <a:cubicBezTo>
                    <a:pt x="164246" y="435910"/>
                    <a:pt x="155778" y="448741"/>
                    <a:pt x="151758" y="454643"/>
                  </a:cubicBezTo>
                  <a:cubicBezTo>
                    <a:pt x="147736" y="460545"/>
                    <a:pt x="150302" y="460887"/>
                    <a:pt x="145854" y="464907"/>
                  </a:cubicBezTo>
                  <a:cubicBezTo>
                    <a:pt x="141492" y="468928"/>
                    <a:pt x="136703" y="473718"/>
                    <a:pt x="137386" y="476626"/>
                  </a:cubicBezTo>
                  <a:cubicBezTo>
                    <a:pt x="138156" y="479535"/>
                    <a:pt x="141406" y="489885"/>
                    <a:pt x="132597" y="495702"/>
                  </a:cubicBezTo>
                  <a:cubicBezTo>
                    <a:pt x="123786" y="501604"/>
                    <a:pt x="118653" y="500492"/>
                    <a:pt x="115318" y="503400"/>
                  </a:cubicBezTo>
                  <a:cubicBezTo>
                    <a:pt x="111981" y="506308"/>
                    <a:pt x="111298" y="512211"/>
                    <a:pt x="107961" y="514777"/>
                  </a:cubicBezTo>
                  <a:cubicBezTo>
                    <a:pt x="104626" y="517343"/>
                    <a:pt x="98807" y="525042"/>
                    <a:pt x="93676" y="529062"/>
                  </a:cubicBezTo>
                  <a:cubicBezTo>
                    <a:pt x="88543" y="533082"/>
                    <a:pt x="76740" y="539754"/>
                    <a:pt x="71264" y="545229"/>
                  </a:cubicBezTo>
                  <a:cubicBezTo>
                    <a:pt x="65790" y="550703"/>
                    <a:pt x="61685" y="552928"/>
                    <a:pt x="58775" y="554809"/>
                  </a:cubicBezTo>
                  <a:cubicBezTo>
                    <a:pt x="55866" y="556691"/>
                    <a:pt x="52189" y="555922"/>
                    <a:pt x="50735" y="557376"/>
                  </a:cubicBezTo>
                  <a:cubicBezTo>
                    <a:pt x="48854" y="562422"/>
                    <a:pt x="45516" y="568068"/>
                    <a:pt x="44149" y="569950"/>
                  </a:cubicBezTo>
                  <a:cubicBezTo>
                    <a:pt x="42781" y="571832"/>
                    <a:pt x="40811" y="573799"/>
                    <a:pt x="39700" y="576023"/>
                  </a:cubicBezTo>
                  <a:cubicBezTo>
                    <a:pt x="38589" y="578247"/>
                    <a:pt x="42695" y="578247"/>
                    <a:pt x="44149" y="580129"/>
                  </a:cubicBezTo>
                  <a:cubicBezTo>
                    <a:pt x="45516" y="582097"/>
                    <a:pt x="44405" y="586459"/>
                    <a:pt x="44405" y="586459"/>
                  </a:cubicBezTo>
                  <a:cubicBezTo>
                    <a:pt x="44405" y="586459"/>
                    <a:pt x="47741" y="587314"/>
                    <a:pt x="47143" y="590308"/>
                  </a:cubicBezTo>
                  <a:cubicBezTo>
                    <a:pt x="46630" y="593302"/>
                    <a:pt x="43806" y="594756"/>
                    <a:pt x="43806" y="594756"/>
                  </a:cubicBezTo>
                  <a:lnTo>
                    <a:pt x="43549" y="599461"/>
                  </a:lnTo>
                  <a:cubicBezTo>
                    <a:pt x="41582" y="601428"/>
                    <a:pt x="32003" y="598349"/>
                    <a:pt x="28409" y="596724"/>
                  </a:cubicBezTo>
                  <a:cubicBezTo>
                    <a:pt x="24817" y="595099"/>
                    <a:pt x="18230" y="588769"/>
                    <a:pt x="16263" y="587657"/>
                  </a:cubicBezTo>
                  <a:cubicBezTo>
                    <a:pt x="14295" y="586545"/>
                    <a:pt x="10789" y="582695"/>
                    <a:pt x="10789" y="580215"/>
                  </a:cubicBezTo>
                  <a:cubicBezTo>
                    <a:pt x="10789" y="577734"/>
                    <a:pt x="10532" y="576622"/>
                    <a:pt x="9676" y="575510"/>
                  </a:cubicBezTo>
                  <a:cubicBezTo>
                    <a:pt x="8820" y="574398"/>
                    <a:pt x="6938" y="573628"/>
                    <a:pt x="5485" y="570805"/>
                  </a:cubicBezTo>
                  <a:cubicBezTo>
                    <a:pt x="4117" y="568068"/>
                    <a:pt x="3260" y="566101"/>
                    <a:pt x="3603" y="564732"/>
                  </a:cubicBezTo>
                  <a:cubicBezTo>
                    <a:pt x="4117" y="562251"/>
                    <a:pt x="-246" y="558830"/>
                    <a:pt x="11" y="555665"/>
                  </a:cubicBezTo>
                  <a:cubicBezTo>
                    <a:pt x="97" y="554296"/>
                    <a:pt x="3603" y="553184"/>
                    <a:pt x="3860" y="550960"/>
                  </a:cubicBezTo>
                  <a:cubicBezTo>
                    <a:pt x="4117" y="548736"/>
                    <a:pt x="3346" y="543518"/>
                    <a:pt x="3346" y="541636"/>
                  </a:cubicBezTo>
                  <a:cubicBezTo>
                    <a:pt x="3346" y="539754"/>
                    <a:pt x="9762" y="534537"/>
                    <a:pt x="11301" y="533339"/>
                  </a:cubicBezTo>
                  <a:cubicBezTo>
                    <a:pt x="13354" y="531799"/>
                    <a:pt x="17374" y="527522"/>
                    <a:pt x="20111" y="525042"/>
                  </a:cubicBezTo>
                  <a:lnTo>
                    <a:pt x="21139" y="523930"/>
                  </a:lnTo>
                  <a:lnTo>
                    <a:pt x="21481" y="522732"/>
                  </a:lnTo>
                  <a:cubicBezTo>
                    <a:pt x="21310" y="522133"/>
                    <a:pt x="20968" y="521449"/>
                    <a:pt x="21225" y="519824"/>
                  </a:cubicBezTo>
                  <a:cubicBezTo>
                    <a:pt x="21651" y="517172"/>
                    <a:pt x="21225" y="514777"/>
                    <a:pt x="24303" y="513494"/>
                  </a:cubicBezTo>
                  <a:cubicBezTo>
                    <a:pt x="26099" y="509131"/>
                    <a:pt x="27554" y="504512"/>
                    <a:pt x="30119" y="502716"/>
                  </a:cubicBezTo>
                  <a:cubicBezTo>
                    <a:pt x="32686" y="500919"/>
                    <a:pt x="35252" y="497241"/>
                    <a:pt x="35595" y="492793"/>
                  </a:cubicBezTo>
                  <a:cubicBezTo>
                    <a:pt x="35937" y="488345"/>
                    <a:pt x="33371" y="484753"/>
                    <a:pt x="35595" y="482101"/>
                  </a:cubicBezTo>
                  <a:cubicBezTo>
                    <a:pt x="37819" y="479535"/>
                    <a:pt x="53985" y="461571"/>
                    <a:pt x="56123" y="457123"/>
                  </a:cubicBezTo>
                  <a:cubicBezTo>
                    <a:pt x="58347" y="452761"/>
                    <a:pt x="56894" y="451649"/>
                    <a:pt x="58005" y="448313"/>
                  </a:cubicBezTo>
                  <a:cubicBezTo>
                    <a:pt x="59118" y="444977"/>
                    <a:pt x="63909" y="440272"/>
                    <a:pt x="67501" y="438390"/>
                  </a:cubicBezTo>
                  <a:cubicBezTo>
                    <a:pt x="71178" y="436594"/>
                    <a:pt x="77082" y="421111"/>
                    <a:pt x="81102" y="412301"/>
                  </a:cubicBezTo>
                  <a:cubicBezTo>
                    <a:pt x="85122" y="403490"/>
                    <a:pt x="104197" y="362346"/>
                    <a:pt x="108303" y="354989"/>
                  </a:cubicBezTo>
                  <a:cubicBezTo>
                    <a:pt x="112323" y="347633"/>
                    <a:pt x="117457" y="337710"/>
                    <a:pt x="117883" y="335914"/>
                  </a:cubicBezTo>
                  <a:cubicBezTo>
                    <a:pt x="118225" y="334117"/>
                    <a:pt x="118225" y="317951"/>
                    <a:pt x="120107" y="313503"/>
                  </a:cubicBezTo>
                  <a:cubicBezTo>
                    <a:pt x="121990" y="309140"/>
                    <a:pt x="128917" y="283735"/>
                    <a:pt x="141406" y="272358"/>
                  </a:cubicBezTo>
                  <a:cubicBezTo>
                    <a:pt x="153896" y="260981"/>
                    <a:pt x="175964" y="246696"/>
                    <a:pt x="181782" y="241136"/>
                  </a:cubicBezTo>
                  <a:cubicBezTo>
                    <a:pt x="187684" y="235662"/>
                    <a:pt x="200173" y="228989"/>
                    <a:pt x="204193" y="225739"/>
                  </a:cubicBezTo>
                  <a:cubicBezTo>
                    <a:pt x="208213" y="222403"/>
                    <a:pt x="210437" y="219494"/>
                    <a:pt x="211550" y="218040"/>
                  </a:cubicBezTo>
                  <a:cubicBezTo>
                    <a:pt x="212661" y="216586"/>
                    <a:pt x="210094" y="194175"/>
                    <a:pt x="214457" y="190839"/>
                  </a:cubicBezTo>
                  <a:lnTo>
                    <a:pt x="214800" y="190582"/>
                  </a:lnTo>
                  <a:lnTo>
                    <a:pt x="214800" y="189556"/>
                  </a:lnTo>
                  <a:cubicBezTo>
                    <a:pt x="214800" y="184594"/>
                    <a:pt x="213175" y="172448"/>
                    <a:pt x="213175" y="172448"/>
                  </a:cubicBezTo>
                  <a:cubicBezTo>
                    <a:pt x="213175" y="172448"/>
                    <a:pt x="209838" y="170822"/>
                    <a:pt x="204878" y="168599"/>
                  </a:cubicBezTo>
                  <a:cubicBezTo>
                    <a:pt x="199916" y="166374"/>
                    <a:pt x="201029" y="162525"/>
                    <a:pt x="198291" y="154313"/>
                  </a:cubicBezTo>
                  <a:cubicBezTo>
                    <a:pt x="195553" y="146016"/>
                    <a:pt x="193928" y="143878"/>
                    <a:pt x="189994" y="133356"/>
                  </a:cubicBezTo>
                  <a:cubicBezTo>
                    <a:pt x="186145" y="122920"/>
                    <a:pt x="185631" y="113511"/>
                    <a:pt x="186145" y="107438"/>
                  </a:cubicBezTo>
                  <a:cubicBezTo>
                    <a:pt x="186657" y="101364"/>
                    <a:pt x="188367" y="94179"/>
                    <a:pt x="188367" y="94179"/>
                  </a:cubicBezTo>
                  <a:cubicBezTo>
                    <a:pt x="183921" y="93067"/>
                    <a:pt x="180070" y="93067"/>
                    <a:pt x="177931" y="91442"/>
                  </a:cubicBezTo>
                  <a:cubicBezTo>
                    <a:pt x="175707" y="89816"/>
                    <a:pt x="178445" y="78782"/>
                    <a:pt x="178445" y="77157"/>
                  </a:cubicBezTo>
                  <a:cubicBezTo>
                    <a:pt x="178445" y="75532"/>
                    <a:pt x="186145" y="76045"/>
                    <a:pt x="186145" y="76045"/>
                  </a:cubicBezTo>
                  <a:lnTo>
                    <a:pt x="189480" y="71083"/>
                  </a:lnTo>
                  <a:lnTo>
                    <a:pt x="189994" y="62786"/>
                  </a:lnTo>
                  <a:cubicBezTo>
                    <a:pt x="190506" y="54489"/>
                    <a:pt x="187770" y="54489"/>
                    <a:pt x="189480" y="47389"/>
                  </a:cubicBezTo>
                  <a:cubicBezTo>
                    <a:pt x="191105" y="40204"/>
                    <a:pt x="192815" y="36354"/>
                    <a:pt x="196666" y="31393"/>
                  </a:cubicBezTo>
                  <a:cubicBezTo>
                    <a:pt x="196666" y="31393"/>
                    <a:pt x="196152" y="25918"/>
                    <a:pt x="197777" y="23181"/>
                  </a:cubicBezTo>
                  <a:cubicBezTo>
                    <a:pt x="199402" y="20444"/>
                    <a:pt x="199402" y="19332"/>
                    <a:pt x="201626" y="14884"/>
                  </a:cubicBezTo>
                  <a:cubicBezTo>
                    <a:pt x="203850" y="10436"/>
                    <a:pt x="206588" y="11035"/>
                    <a:pt x="212062" y="10436"/>
                  </a:cubicBezTo>
                  <a:cubicBezTo>
                    <a:pt x="217623" y="9923"/>
                    <a:pt x="212062" y="4961"/>
                    <a:pt x="219248" y="4961"/>
                  </a:cubicBezTo>
                  <a:cubicBezTo>
                    <a:pt x="226434" y="4961"/>
                    <a:pt x="226945" y="1112"/>
                    <a:pt x="230283" y="2737"/>
                  </a:cubicBezTo>
                  <a:cubicBezTo>
                    <a:pt x="233618" y="4363"/>
                    <a:pt x="236356" y="0"/>
                    <a:pt x="236356" y="0"/>
                  </a:cubicBezTo>
                  <a:cubicBezTo>
                    <a:pt x="236356" y="0"/>
                    <a:pt x="236869" y="4448"/>
                    <a:pt x="239093" y="6073"/>
                  </a:cubicBezTo>
                  <a:cubicBezTo>
                    <a:pt x="241318" y="7699"/>
                    <a:pt x="242942" y="4448"/>
                    <a:pt x="250640" y="6073"/>
                  </a:cubicBezTo>
                  <a:cubicBezTo>
                    <a:pt x="253892" y="6758"/>
                    <a:pt x="257826" y="2224"/>
                    <a:pt x="257826" y="3849"/>
                  </a:cubicBezTo>
                  <a:cubicBezTo>
                    <a:pt x="257826" y="5475"/>
                    <a:pt x="262189" y="7699"/>
                    <a:pt x="266637" y="8811"/>
                  </a:cubicBezTo>
                  <a:cubicBezTo>
                    <a:pt x="271000" y="9923"/>
                    <a:pt x="272710" y="11548"/>
                    <a:pt x="278783" y="15996"/>
                  </a:cubicBezTo>
                  <a:cubicBezTo>
                    <a:pt x="284856" y="20358"/>
                    <a:pt x="283745" y="20957"/>
                    <a:pt x="286994" y="23181"/>
                  </a:cubicBezTo>
                  <a:cubicBezTo>
                    <a:pt x="290332" y="25405"/>
                    <a:pt x="296405" y="27031"/>
                    <a:pt x="296918" y="32505"/>
                  </a:cubicBezTo>
                  <a:cubicBezTo>
                    <a:pt x="297430" y="37980"/>
                    <a:pt x="301281" y="33018"/>
                    <a:pt x="304616" y="40204"/>
                  </a:cubicBezTo>
                  <a:cubicBezTo>
                    <a:pt x="307953" y="47389"/>
                    <a:pt x="316165" y="71083"/>
                    <a:pt x="313941" y="79894"/>
                  </a:cubicBezTo>
                  <a:cubicBezTo>
                    <a:pt x="311716" y="88704"/>
                    <a:pt x="309492" y="94179"/>
                    <a:pt x="306754" y="99739"/>
                  </a:cubicBezTo>
                  <a:cubicBezTo>
                    <a:pt x="304017" y="105214"/>
                    <a:pt x="301281" y="112998"/>
                    <a:pt x="299057" y="114623"/>
                  </a:cubicBezTo>
                  <a:cubicBezTo>
                    <a:pt x="296833" y="116248"/>
                    <a:pt x="294095" y="127882"/>
                    <a:pt x="294095" y="127882"/>
                  </a:cubicBezTo>
                  <a:cubicBezTo>
                    <a:pt x="290760" y="132330"/>
                    <a:pt x="284770" y="137804"/>
                    <a:pt x="283659" y="142167"/>
                  </a:cubicBezTo>
                  <a:cubicBezTo>
                    <a:pt x="283060" y="144562"/>
                    <a:pt x="283146" y="152774"/>
                    <a:pt x="283317" y="159873"/>
                  </a:cubicBezTo>
                  <a:cubicBezTo>
                    <a:pt x="285455" y="160130"/>
                    <a:pt x="287936" y="160643"/>
                    <a:pt x="289047" y="161499"/>
                  </a:cubicBezTo>
                  <a:cubicBezTo>
                    <a:pt x="290845" y="162953"/>
                    <a:pt x="297516" y="171764"/>
                    <a:pt x="300425" y="176554"/>
                  </a:cubicBezTo>
                  <a:cubicBezTo>
                    <a:pt x="303334" y="181344"/>
                    <a:pt x="302649" y="183568"/>
                    <a:pt x="303762" y="184252"/>
                  </a:cubicBezTo>
                  <a:cubicBezTo>
                    <a:pt x="304873" y="185022"/>
                    <a:pt x="326943" y="196399"/>
                    <a:pt x="339003" y="200419"/>
                  </a:cubicBezTo>
                  <a:cubicBezTo>
                    <a:pt x="351149" y="204440"/>
                    <a:pt x="358078" y="207776"/>
                    <a:pt x="363211" y="209572"/>
                  </a:cubicBezTo>
                  <a:cubicBezTo>
                    <a:pt x="368343" y="211368"/>
                    <a:pt x="371680" y="210342"/>
                    <a:pt x="374929" y="211026"/>
                  </a:cubicBezTo>
                  <a:cubicBezTo>
                    <a:pt x="378266" y="211796"/>
                    <a:pt x="395460" y="219837"/>
                    <a:pt x="401019" y="225311"/>
                  </a:cubicBezTo>
                  <a:cubicBezTo>
                    <a:pt x="406493" y="230786"/>
                    <a:pt x="420094" y="245926"/>
                    <a:pt x="422661" y="249946"/>
                  </a:cubicBezTo>
                  <a:cubicBezTo>
                    <a:pt x="425228" y="253967"/>
                    <a:pt x="427794" y="257645"/>
                    <a:pt x="428905" y="264232"/>
                  </a:cubicBezTo>
                  <a:cubicBezTo>
                    <a:pt x="430016" y="270818"/>
                    <a:pt x="429248" y="280741"/>
                    <a:pt x="430359" y="284077"/>
                  </a:cubicBezTo>
                  <a:cubicBezTo>
                    <a:pt x="431472" y="287413"/>
                    <a:pt x="432583" y="292888"/>
                    <a:pt x="436603" y="298790"/>
                  </a:cubicBezTo>
                  <a:cubicBezTo>
                    <a:pt x="440625" y="304692"/>
                    <a:pt x="444303" y="317181"/>
                    <a:pt x="446184" y="322655"/>
                  </a:cubicBezTo>
                  <a:cubicBezTo>
                    <a:pt x="447980" y="328130"/>
                    <a:pt x="453540" y="341046"/>
                    <a:pt x="455764" y="349429"/>
                  </a:cubicBezTo>
                  <a:cubicBezTo>
                    <a:pt x="457988" y="357897"/>
                    <a:pt x="464574" y="372610"/>
                    <a:pt x="466456" y="379197"/>
                  </a:cubicBezTo>
                  <a:cubicBezTo>
                    <a:pt x="468254" y="385783"/>
                    <a:pt x="472446" y="402891"/>
                    <a:pt x="472702" y="404174"/>
                  </a:cubicBezTo>
                  <a:cubicBezTo>
                    <a:pt x="475267" y="416663"/>
                    <a:pt x="497679" y="495958"/>
                    <a:pt x="498790" y="503657"/>
                  </a:cubicBezTo>
                  <a:cubicBezTo>
                    <a:pt x="499903" y="511355"/>
                    <a:pt x="496226" y="529746"/>
                    <a:pt x="495113" y="539669"/>
                  </a:cubicBezTo>
                  <a:cubicBezTo>
                    <a:pt x="494002" y="549591"/>
                    <a:pt x="497337" y="550703"/>
                    <a:pt x="496994" y="559514"/>
                  </a:cubicBezTo>
                  <a:cubicBezTo>
                    <a:pt x="496652" y="568325"/>
                    <a:pt x="498448" y="576023"/>
                    <a:pt x="498107" y="580814"/>
                  </a:cubicBezTo>
                  <a:cubicBezTo>
                    <a:pt x="497765" y="585604"/>
                    <a:pt x="499218" y="591506"/>
                    <a:pt x="498107" y="597323"/>
                  </a:cubicBezTo>
                  <a:cubicBezTo>
                    <a:pt x="496994" y="603225"/>
                    <a:pt x="493317" y="608699"/>
                    <a:pt x="494087" y="610923"/>
                  </a:cubicBezTo>
                  <a:cubicBezTo>
                    <a:pt x="494856" y="613148"/>
                    <a:pt x="496309" y="616483"/>
                    <a:pt x="496994" y="618964"/>
                  </a:cubicBezTo>
                  <a:cubicBezTo>
                    <a:pt x="497765" y="621530"/>
                    <a:pt x="498107" y="630683"/>
                    <a:pt x="499218" y="638039"/>
                  </a:cubicBezTo>
                  <a:cubicBezTo>
                    <a:pt x="500332" y="645396"/>
                    <a:pt x="502128" y="656430"/>
                    <a:pt x="501443" y="657542"/>
                  </a:cubicBezTo>
                  <a:cubicBezTo>
                    <a:pt x="504352" y="661905"/>
                    <a:pt x="512477" y="679954"/>
                    <a:pt x="512049" y="682862"/>
                  </a:cubicBezTo>
                  <a:cubicBezTo>
                    <a:pt x="511707" y="685770"/>
                    <a:pt x="507259" y="690561"/>
                    <a:pt x="505805" y="692015"/>
                  </a:cubicBezTo>
                  <a:cubicBezTo>
                    <a:pt x="504949" y="692870"/>
                    <a:pt x="503924" y="694239"/>
                    <a:pt x="502896" y="695693"/>
                  </a:cubicBezTo>
                  <a:lnTo>
                    <a:pt x="505805" y="698259"/>
                  </a:lnTo>
                  <a:cubicBezTo>
                    <a:pt x="505805" y="698259"/>
                    <a:pt x="508714" y="697917"/>
                    <a:pt x="510168" y="696035"/>
                  </a:cubicBezTo>
                  <a:lnTo>
                    <a:pt x="510168" y="696035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88C3763-C4E4-7103-4184-9D3CDD5BDC4C}"/>
                </a:ext>
              </a:extLst>
            </p:cNvPr>
            <p:cNvSpPr/>
            <p:nvPr/>
          </p:nvSpPr>
          <p:spPr>
            <a:xfrm>
              <a:off x="4524401" y="2369203"/>
              <a:ext cx="503914" cy="1250713"/>
            </a:xfrm>
            <a:custGeom>
              <a:avLst/>
              <a:gdLst>
                <a:gd name="connsiteX0" fmla="*/ 428211 w 503914"/>
                <a:gd name="connsiteY0" fmla="*/ 444821 h 1250713"/>
                <a:gd name="connsiteX1" fmla="*/ 421539 w 503914"/>
                <a:gd name="connsiteY1" fmla="*/ 431049 h 1250713"/>
                <a:gd name="connsiteX2" fmla="*/ 418718 w 503914"/>
                <a:gd name="connsiteY2" fmla="*/ 449440 h 1250713"/>
                <a:gd name="connsiteX3" fmla="*/ 407768 w 503914"/>
                <a:gd name="connsiteY3" fmla="*/ 466804 h 1250713"/>
                <a:gd name="connsiteX4" fmla="*/ 402806 w 503914"/>
                <a:gd name="connsiteY4" fmla="*/ 470739 h 1250713"/>
                <a:gd name="connsiteX5" fmla="*/ 404602 w 503914"/>
                <a:gd name="connsiteY5" fmla="*/ 493749 h 1250713"/>
                <a:gd name="connsiteX6" fmla="*/ 408794 w 503914"/>
                <a:gd name="connsiteY6" fmla="*/ 489130 h 1250713"/>
                <a:gd name="connsiteX7" fmla="*/ 414441 w 503914"/>
                <a:gd name="connsiteY7" fmla="*/ 468943 h 1250713"/>
                <a:gd name="connsiteX8" fmla="*/ 424020 w 503914"/>
                <a:gd name="connsiteY8" fmla="*/ 450210 h 1250713"/>
                <a:gd name="connsiteX9" fmla="*/ 428211 w 503914"/>
                <a:gd name="connsiteY9" fmla="*/ 444906 h 1250713"/>
                <a:gd name="connsiteX10" fmla="*/ 428211 w 503914"/>
                <a:gd name="connsiteY10" fmla="*/ 444906 h 1250713"/>
                <a:gd name="connsiteX11" fmla="*/ 326335 w 503914"/>
                <a:gd name="connsiteY11" fmla="*/ 1172847 h 1250713"/>
                <a:gd name="connsiteX12" fmla="*/ 309398 w 503914"/>
                <a:gd name="connsiteY12" fmla="*/ 1165748 h 1250713"/>
                <a:gd name="connsiteX13" fmla="*/ 313589 w 503914"/>
                <a:gd name="connsiteY13" fmla="*/ 1145560 h 1250713"/>
                <a:gd name="connsiteX14" fmla="*/ 319662 w 503914"/>
                <a:gd name="connsiteY14" fmla="*/ 1127169 h 1250713"/>
                <a:gd name="connsiteX15" fmla="*/ 323854 w 503914"/>
                <a:gd name="connsiteY15" fmla="*/ 1112285 h 1250713"/>
                <a:gd name="connsiteX16" fmla="*/ 320090 w 503914"/>
                <a:gd name="connsiteY16" fmla="*/ 1095348 h 1250713"/>
                <a:gd name="connsiteX17" fmla="*/ 318038 w 503914"/>
                <a:gd name="connsiteY17" fmla="*/ 1090729 h 1250713"/>
                <a:gd name="connsiteX18" fmla="*/ 318294 w 503914"/>
                <a:gd name="connsiteY18" fmla="*/ 1089874 h 1250713"/>
                <a:gd name="connsiteX19" fmla="*/ 317866 w 503914"/>
                <a:gd name="connsiteY19" fmla="*/ 1088591 h 1250713"/>
                <a:gd name="connsiteX20" fmla="*/ 310083 w 503914"/>
                <a:gd name="connsiteY20" fmla="*/ 1113397 h 1250713"/>
                <a:gd name="connsiteX21" fmla="*/ 304436 w 503914"/>
                <a:gd name="connsiteY21" fmla="*/ 1150179 h 1250713"/>
                <a:gd name="connsiteX22" fmla="*/ 299817 w 503914"/>
                <a:gd name="connsiteY22" fmla="*/ 1171051 h 1250713"/>
                <a:gd name="connsiteX23" fmla="*/ 292033 w 503914"/>
                <a:gd name="connsiteY23" fmla="*/ 1187646 h 1250713"/>
                <a:gd name="connsiteX24" fmla="*/ 284250 w 503914"/>
                <a:gd name="connsiteY24" fmla="*/ 1208175 h 1250713"/>
                <a:gd name="connsiteX25" fmla="*/ 282111 w 503914"/>
                <a:gd name="connsiteY25" fmla="*/ 1217328 h 1250713"/>
                <a:gd name="connsiteX26" fmla="*/ 302983 w 503914"/>
                <a:gd name="connsiteY26" fmla="*/ 1202102 h 1250713"/>
                <a:gd name="connsiteX27" fmla="*/ 318209 w 503914"/>
                <a:gd name="connsiteY27" fmla="*/ 1189699 h 1250713"/>
                <a:gd name="connsiteX28" fmla="*/ 323511 w 503914"/>
                <a:gd name="connsiteY28" fmla="*/ 1178407 h 1250713"/>
                <a:gd name="connsiteX29" fmla="*/ 326335 w 503914"/>
                <a:gd name="connsiteY29" fmla="*/ 1172762 h 1250713"/>
                <a:gd name="connsiteX30" fmla="*/ 326335 w 503914"/>
                <a:gd name="connsiteY30" fmla="*/ 1172762 h 1250713"/>
                <a:gd name="connsiteX31" fmla="*/ 491169 w 503914"/>
                <a:gd name="connsiteY31" fmla="*/ 303766 h 1250713"/>
                <a:gd name="connsiteX32" fmla="*/ 494676 w 503914"/>
                <a:gd name="connsiteY32" fmla="*/ 326006 h 1250713"/>
                <a:gd name="connsiteX33" fmla="*/ 497157 w 503914"/>
                <a:gd name="connsiteY33" fmla="*/ 351839 h 1250713"/>
                <a:gd name="connsiteX34" fmla="*/ 499980 w 503914"/>
                <a:gd name="connsiteY34" fmla="*/ 379810 h 1250713"/>
                <a:gd name="connsiteX35" fmla="*/ 502119 w 503914"/>
                <a:gd name="connsiteY35" fmla="*/ 395721 h 1250713"/>
                <a:gd name="connsiteX36" fmla="*/ 503915 w 503914"/>
                <a:gd name="connsiteY36" fmla="*/ 406328 h 1250713"/>
                <a:gd name="connsiteX37" fmla="*/ 503230 w 503914"/>
                <a:gd name="connsiteY37" fmla="*/ 416250 h 1250713"/>
                <a:gd name="connsiteX38" fmla="*/ 502887 w 503914"/>
                <a:gd name="connsiteY38" fmla="*/ 439602 h 1250713"/>
                <a:gd name="connsiteX39" fmla="*/ 500749 w 503914"/>
                <a:gd name="connsiteY39" fmla="*/ 452006 h 1250713"/>
                <a:gd name="connsiteX40" fmla="*/ 493650 w 503914"/>
                <a:gd name="connsiteY40" fmla="*/ 475700 h 1250713"/>
                <a:gd name="connsiteX41" fmla="*/ 491512 w 503914"/>
                <a:gd name="connsiteY41" fmla="*/ 489900 h 1250713"/>
                <a:gd name="connsiteX42" fmla="*/ 474147 w 503914"/>
                <a:gd name="connsiteY42" fmla="*/ 524543 h 1250713"/>
                <a:gd name="connsiteX43" fmla="*/ 466704 w 503914"/>
                <a:gd name="connsiteY43" fmla="*/ 537973 h 1250713"/>
                <a:gd name="connsiteX44" fmla="*/ 462087 w 503914"/>
                <a:gd name="connsiteY44" fmla="*/ 544645 h 1250713"/>
                <a:gd name="connsiteX45" fmla="*/ 460289 w 503914"/>
                <a:gd name="connsiteY45" fmla="*/ 560555 h 1250713"/>
                <a:gd name="connsiteX46" fmla="*/ 448999 w 503914"/>
                <a:gd name="connsiteY46" fmla="*/ 573985 h 1250713"/>
                <a:gd name="connsiteX47" fmla="*/ 436594 w 503914"/>
                <a:gd name="connsiteY47" fmla="*/ 591350 h 1250713"/>
                <a:gd name="connsiteX48" fmla="*/ 428126 w 503914"/>
                <a:gd name="connsiteY48" fmla="*/ 607602 h 1250713"/>
                <a:gd name="connsiteX49" fmla="*/ 429924 w 503914"/>
                <a:gd name="connsiteY49" fmla="*/ 622486 h 1250713"/>
                <a:gd name="connsiteX50" fmla="*/ 438392 w 503914"/>
                <a:gd name="connsiteY50" fmla="*/ 646865 h 1250713"/>
                <a:gd name="connsiteX51" fmla="*/ 441214 w 503914"/>
                <a:gd name="connsiteY51" fmla="*/ 669191 h 1250713"/>
                <a:gd name="connsiteX52" fmla="*/ 439846 w 503914"/>
                <a:gd name="connsiteY52" fmla="*/ 668934 h 1250713"/>
                <a:gd name="connsiteX53" fmla="*/ 439846 w 503914"/>
                <a:gd name="connsiteY53" fmla="*/ 669191 h 1250713"/>
                <a:gd name="connsiteX54" fmla="*/ 425048 w 503914"/>
                <a:gd name="connsiteY54" fmla="*/ 656702 h 1250713"/>
                <a:gd name="connsiteX55" fmla="*/ 416751 w 503914"/>
                <a:gd name="connsiteY55" fmla="*/ 647635 h 1250713"/>
                <a:gd name="connsiteX56" fmla="*/ 416408 w 503914"/>
                <a:gd name="connsiteY56" fmla="*/ 645240 h 1250713"/>
                <a:gd name="connsiteX57" fmla="*/ 415637 w 503914"/>
                <a:gd name="connsiteY57" fmla="*/ 641904 h 1250713"/>
                <a:gd name="connsiteX58" fmla="*/ 413670 w 503914"/>
                <a:gd name="connsiteY58" fmla="*/ 635060 h 1250713"/>
                <a:gd name="connsiteX59" fmla="*/ 410164 w 503914"/>
                <a:gd name="connsiteY59" fmla="*/ 631468 h 1250713"/>
                <a:gd name="connsiteX60" fmla="*/ 407940 w 503914"/>
                <a:gd name="connsiteY60" fmla="*/ 634205 h 1250713"/>
                <a:gd name="connsiteX61" fmla="*/ 405630 w 503914"/>
                <a:gd name="connsiteY61" fmla="*/ 644213 h 1250713"/>
                <a:gd name="connsiteX62" fmla="*/ 404091 w 503914"/>
                <a:gd name="connsiteY62" fmla="*/ 655419 h 1250713"/>
                <a:gd name="connsiteX63" fmla="*/ 404091 w 503914"/>
                <a:gd name="connsiteY63" fmla="*/ 657557 h 1250713"/>
                <a:gd name="connsiteX64" fmla="*/ 402721 w 503914"/>
                <a:gd name="connsiteY64" fmla="*/ 693655 h 1250713"/>
                <a:gd name="connsiteX65" fmla="*/ 402378 w 503914"/>
                <a:gd name="connsiteY65" fmla="*/ 700755 h 1250713"/>
                <a:gd name="connsiteX66" fmla="*/ 388265 w 503914"/>
                <a:gd name="connsiteY66" fmla="*/ 705716 h 1250713"/>
                <a:gd name="connsiteX67" fmla="*/ 384759 w 503914"/>
                <a:gd name="connsiteY67" fmla="*/ 719146 h 1250713"/>
                <a:gd name="connsiteX68" fmla="*/ 373125 w 503914"/>
                <a:gd name="connsiteY68" fmla="*/ 757724 h 1250713"/>
                <a:gd name="connsiteX69" fmla="*/ 361833 w 503914"/>
                <a:gd name="connsiteY69" fmla="*/ 777484 h 1250713"/>
                <a:gd name="connsiteX70" fmla="*/ 359694 w 503914"/>
                <a:gd name="connsiteY70" fmla="*/ 796217 h 1250713"/>
                <a:gd name="connsiteX71" fmla="*/ 357215 w 503914"/>
                <a:gd name="connsiteY71" fmla="*/ 808278 h 1250713"/>
                <a:gd name="connsiteX72" fmla="*/ 355760 w 503914"/>
                <a:gd name="connsiteY72" fmla="*/ 839756 h 1250713"/>
                <a:gd name="connsiteX73" fmla="*/ 354392 w 503914"/>
                <a:gd name="connsiteY73" fmla="*/ 874828 h 1250713"/>
                <a:gd name="connsiteX74" fmla="*/ 350886 w 503914"/>
                <a:gd name="connsiteY74" fmla="*/ 892192 h 1250713"/>
                <a:gd name="connsiteX75" fmla="*/ 352682 w 503914"/>
                <a:gd name="connsiteY75" fmla="*/ 902799 h 1250713"/>
                <a:gd name="connsiteX76" fmla="*/ 352938 w 503914"/>
                <a:gd name="connsiteY76" fmla="*/ 906306 h 1250713"/>
                <a:gd name="connsiteX77" fmla="*/ 354820 w 503914"/>
                <a:gd name="connsiteY77" fmla="*/ 918282 h 1250713"/>
                <a:gd name="connsiteX78" fmla="*/ 355503 w 503914"/>
                <a:gd name="connsiteY78" fmla="*/ 921618 h 1250713"/>
                <a:gd name="connsiteX79" fmla="*/ 360465 w 503914"/>
                <a:gd name="connsiteY79" fmla="*/ 941463 h 1250713"/>
                <a:gd name="connsiteX80" fmla="*/ 363631 w 503914"/>
                <a:gd name="connsiteY80" fmla="*/ 961308 h 1250713"/>
                <a:gd name="connsiteX81" fmla="*/ 364314 w 503914"/>
                <a:gd name="connsiteY81" fmla="*/ 967980 h 1250713"/>
                <a:gd name="connsiteX82" fmla="*/ 371757 w 503914"/>
                <a:gd name="connsiteY82" fmla="*/ 993556 h 1250713"/>
                <a:gd name="connsiteX83" fmla="*/ 372440 w 503914"/>
                <a:gd name="connsiteY83" fmla="*/ 996123 h 1250713"/>
                <a:gd name="connsiteX84" fmla="*/ 378855 w 503914"/>
                <a:gd name="connsiteY84" fmla="*/ 1018278 h 1250713"/>
                <a:gd name="connsiteX85" fmla="*/ 386298 w 503914"/>
                <a:gd name="connsiteY85" fmla="*/ 1058224 h 1250713"/>
                <a:gd name="connsiteX86" fmla="*/ 388436 w 503914"/>
                <a:gd name="connsiteY86" fmla="*/ 1076958 h 1250713"/>
                <a:gd name="connsiteX87" fmla="*/ 393056 w 503914"/>
                <a:gd name="connsiteY87" fmla="*/ 1091841 h 1250713"/>
                <a:gd name="connsiteX88" fmla="*/ 398358 w 503914"/>
                <a:gd name="connsiteY88" fmla="*/ 1101422 h 1250713"/>
                <a:gd name="connsiteX89" fmla="*/ 399386 w 503914"/>
                <a:gd name="connsiteY89" fmla="*/ 1124432 h 1250713"/>
                <a:gd name="connsiteX90" fmla="*/ 399386 w 503914"/>
                <a:gd name="connsiteY90" fmla="*/ 1143507 h 1250713"/>
                <a:gd name="connsiteX91" fmla="*/ 403320 w 503914"/>
                <a:gd name="connsiteY91" fmla="*/ 1153430 h 1250713"/>
                <a:gd name="connsiteX92" fmla="*/ 411789 w 503914"/>
                <a:gd name="connsiteY92" fmla="*/ 1178151 h 1250713"/>
                <a:gd name="connsiteX93" fmla="*/ 418889 w 503914"/>
                <a:gd name="connsiteY93" fmla="*/ 1203642 h 1250713"/>
                <a:gd name="connsiteX94" fmla="*/ 420343 w 503914"/>
                <a:gd name="connsiteY94" fmla="*/ 1217414 h 1250713"/>
                <a:gd name="connsiteX95" fmla="*/ 423166 w 503914"/>
                <a:gd name="connsiteY95" fmla="*/ 1223059 h 1250713"/>
                <a:gd name="connsiteX96" fmla="*/ 422481 w 503914"/>
                <a:gd name="connsiteY96" fmla="*/ 1240423 h 1250713"/>
                <a:gd name="connsiteX97" fmla="*/ 358069 w 503914"/>
                <a:gd name="connsiteY97" fmla="*/ 1245385 h 1250713"/>
                <a:gd name="connsiteX98" fmla="*/ 348148 w 503914"/>
                <a:gd name="connsiteY98" fmla="*/ 1241108 h 1250713"/>
                <a:gd name="connsiteX99" fmla="*/ 328730 w 503914"/>
                <a:gd name="connsiteY99" fmla="*/ 1246069 h 1250713"/>
                <a:gd name="connsiteX100" fmla="*/ 281341 w 503914"/>
                <a:gd name="connsiteY100" fmla="*/ 1246411 h 1250713"/>
                <a:gd name="connsiteX101" fmla="*/ 244558 w 503914"/>
                <a:gd name="connsiteY101" fmla="*/ 1250688 h 1250713"/>
                <a:gd name="connsiteX102" fmla="*/ 214876 w 503914"/>
                <a:gd name="connsiteY102" fmla="*/ 1240423 h 1250713"/>
                <a:gd name="connsiteX103" fmla="*/ 193663 w 503914"/>
                <a:gd name="connsiteY103" fmla="*/ 1221691 h 1250713"/>
                <a:gd name="connsiteX104" fmla="*/ 155769 w 503914"/>
                <a:gd name="connsiteY104" fmla="*/ 1214591 h 1250713"/>
                <a:gd name="connsiteX105" fmla="*/ 125745 w 503914"/>
                <a:gd name="connsiteY105" fmla="*/ 1176354 h 1250713"/>
                <a:gd name="connsiteX106" fmla="*/ 130705 w 503914"/>
                <a:gd name="connsiteY106" fmla="*/ 1171735 h 1250713"/>
                <a:gd name="connsiteX107" fmla="*/ 140971 w 503914"/>
                <a:gd name="connsiteY107" fmla="*/ 1159674 h 1250713"/>
                <a:gd name="connsiteX108" fmla="*/ 174245 w 503914"/>
                <a:gd name="connsiteY108" fmla="*/ 1166346 h 1250713"/>
                <a:gd name="connsiteX109" fmla="*/ 188786 w 503914"/>
                <a:gd name="connsiteY109" fmla="*/ 1160359 h 1250713"/>
                <a:gd name="connsiteX110" fmla="*/ 197597 w 503914"/>
                <a:gd name="connsiteY110" fmla="*/ 1151120 h 1250713"/>
                <a:gd name="connsiteX111" fmla="*/ 201874 w 503914"/>
                <a:gd name="connsiteY111" fmla="*/ 1138717 h 1250713"/>
                <a:gd name="connsiteX112" fmla="*/ 220949 w 503914"/>
                <a:gd name="connsiteY112" fmla="*/ 1123833 h 1250713"/>
                <a:gd name="connsiteX113" fmla="*/ 225911 w 503914"/>
                <a:gd name="connsiteY113" fmla="*/ 1067976 h 1250713"/>
                <a:gd name="connsiteX114" fmla="*/ 234037 w 503914"/>
                <a:gd name="connsiteY114" fmla="*/ 1036155 h 1250713"/>
                <a:gd name="connsiteX115" fmla="*/ 246100 w 503914"/>
                <a:gd name="connsiteY115" fmla="*/ 1004677 h 1250713"/>
                <a:gd name="connsiteX116" fmla="*/ 248921 w 503914"/>
                <a:gd name="connsiteY116" fmla="*/ 942404 h 1250713"/>
                <a:gd name="connsiteX117" fmla="*/ 254225 w 503914"/>
                <a:gd name="connsiteY117" fmla="*/ 927178 h 1250713"/>
                <a:gd name="connsiteX118" fmla="*/ 252087 w 503914"/>
                <a:gd name="connsiteY118" fmla="*/ 906306 h 1250713"/>
                <a:gd name="connsiteX119" fmla="*/ 257047 w 503914"/>
                <a:gd name="connsiteY119" fmla="*/ 894245 h 1250713"/>
                <a:gd name="connsiteX120" fmla="*/ 244644 w 503914"/>
                <a:gd name="connsiteY120" fmla="*/ 871577 h 1250713"/>
                <a:gd name="connsiteX121" fmla="*/ 250631 w 503914"/>
                <a:gd name="connsiteY121" fmla="*/ 860286 h 1250713"/>
                <a:gd name="connsiteX122" fmla="*/ 248152 w 503914"/>
                <a:gd name="connsiteY122" fmla="*/ 844033 h 1250713"/>
                <a:gd name="connsiteX123" fmla="*/ 247467 w 503914"/>
                <a:gd name="connsiteY123" fmla="*/ 828123 h 1250713"/>
                <a:gd name="connsiteX124" fmla="*/ 234380 w 503914"/>
                <a:gd name="connsiteY124" fmla="*/ 798441 h 1250713"/>
                <a:gd name="connsiteX125" fmla="*/ 220949 w 503914"/>
                <a:gd name="connsiteY125" fmla="*/ 737280 h 1250713"/>
                <a:gd name="connsiteX126" fmla="*/ 214620 w 503914"/>
                <a:gd name="connsiteY126" fmla="*/ 715724 h 1250713"/>
                <a:gd name="connsiteX127" fmla="*/ 202217 w 503914"/>
                <a:gd name="connsiteY127" fmla="*/ 715040 h 1250713"/>
                <a:gd name="connsiteX128" fmla="*/ 199736 w 503914"/>
                <a:gd name="connsiteY128" fmla="*/ 670132 h 1250713"/>
                <a:gd name="connsiteX129" fmla="*/ 194776 w 503914"/>
                <a:gd name="connsiteY129" fmla="*/ 645753 h 1250713"/>
                <a:gd name="connsiteX130" fmla="*/ 194091 w 503914"/>
                <a:gd name="connsiteY130" fmla="*/ 557647 h 1250713"/>
                <a:gd name="connsiteX131" fmla="*/ 190582 w 503914"/>
                <a:gd name="connsiteY131" fmla="*/ 547040 h 1250713"/>
                <a:gd name="connsiteX132" fmla="*/ 191696 w 503914"/>
                <a:gd name="connsiteY132" fmla="*/ 524030 h 1250713"/>
                <a:gd name="connsiteX133" fmla="*/ 191353 w 503914"/>
                <a:gd name="connsiteY133" fmla="*/ 452947 h 1250713"/>
                <a:gd name="connsiteX134" fmla="*/ 189985 w 503914"/>
                <a:gd name="connsiteY134" fmla="*/ 451835 h 1250713"/>
                <a:gd name="connsiteX135" fmla="*/ 175784 w 503914"/>
                <a:gd name="connsiteY135" fmla="*/ 474246 h 1250713"/>
                <a:gd name="connsiteX136" fmla="*/ 167658 w 503914"/>
                <a:gd name="connsiteY136" fmla="*/ 485195 h 1250713"/>
                <a:gd name="connsiteX137" fmla="*/ 157737 w 503914"/>
                <a:gd name="connsiteY137" fmla="*/ 500421 h 1250713"/>
                <a:gd name="connsiteX138" fmla="*/ 141825 w 503914"/>
                <a:gd name="connsiteY138" fmla="*/ 529419 h 1250713"/>
                <a:gd name="connsiteX139" fmla="*/ 125574 w 503914"/>
                <a:gd name="connsiteY139" fmla="*/ 546442 h 1250713"/>
                <a:gd name="connsiteX140" fmla="*/ 117790 w 503914"/>
                <a:gd name="connsiteY140" fmla="*/ 559529 h 1250713"/>
                <a:gd name="connsiteX141" fmla="*/ 103247 w 503914"/>
                <a:gd name="connsiteY141" fmla="*/ 581085 h 1250713"/>
                <a:gd name="connsiteX142" fmla="*/ 87680 w 503914"/>
                <a:gd name="connsiteY142" fmla="*/ 598107 h 1250713"/>
                <a:gd name="connsiteX143" fmla="*/ 78869 w 503914"/>
                <a:gd name="connsiteY143" fmla="*/ 609741 h 1250713"/>
                <a:gd name="connsiteX144" fmla="*/ 72454 w 503914"/>
                <a:gd name="connsiteY144" fmla="*/ 619235 h 1250713"/>
                <a:gd name="connsiteX145" fmla="*/ 71512 w 503914"/>
                <a:gd name="connsiteY145" fmla="*/ 619920 h 1250713"/>
                <a:gd name="connsiteX146" fmla="*/ 61505 w 503914"/>
                <a:gd name="connsiteY146" fmla="*/ 626677 h 1250713"/>
                <a:gd name="connsiteX147" fmla="*/ 55689 w 503914"/>
                <a:gd name="connsiteY147" fmla="*/ 624454 h 1250713"/>
                <a:gd name="connsiteX148" fmla="*/ 49870 w 503914"/>
                <a:gd name="connsiteY148" fmla="*/ 634120 h 1250713"/>
                <a:gd name="connsiteX149" fmla="*/ 38238 w 503914"/>
                <a:gd name="connsiteY149" fmla="*/ 649003 h 1250713"/>
                <a:gd name="connsiteX150" fmla="*/ 29427 w 503914"/>
                <a:gd name="connsiteY150" fmla="*/ 646181 h 1250713"/>
                <a:gd name="connsiteX151" fmla="*/ 28400 w 503914"/>
                <a:gd name="connsiteY151" fmla="*/ 653280 h 1250713"/>
                <a:gd name="connsiteX152" fmla="*/ 39007 w 503914"/>
                <a:gd name="connsiteY152" fmla="*/ 667052 h 1250713"/>
                <a:gd name="connsiteX153" fmla="*/ 40377 w 503914"/>
                <a:gd name="connsiteY153" fmla="*/ 671671 h 1250713"/>
                <a:gd name="connsiteX154" fmla="*/ 41830 w 503914"/>
                <a:gd name="connsiteY154" fmla="*/ 679798 h 1250713"/>
                <a:gd name="connsiteX155" fmla="*/ 38324 w 503914"/>
                <a:gd name="connsiteY155" fmla="*/ 679113 h 1250713"/>
                <a:gd name="connsiteX156" fmla="*/ 35158 w 503914"/>
                <a:gd name="connsiteY156" fmla="*/ 681594 h 1250713"/>
                <a:gd name="connsiteX157" fmla="*/ 29170 w 503914"/>
                <a:gd name="connsiteY157" fmla="*/ 678429 h 1250713"/>
                <a:gd name="connsiteX158" fmla="*/ 21727 w 503914"/>
                <a:gd name="connsiteY158" fmla="*/ 673467 h 1250713"/>
                <a:gd name="connsiteX159" fmla="*/ 18136 w 503914"/>
                <a:gd name="connsiteY159" fmla="*/ 670303 h 1250713"/>
                <a:gd name="connsiteX160" fmla="*/ 13944 w 503914"/>
                <a:gd name="connsiteY160" fmla="*/ 667822 h 1250713"/>
                <a:gd name="connsiteX161" fmla="*/ 514 w 503914"/>
                <a:gd name="connsiteY161" fmla="*/ 653366 h 1250713"/>
                <a:gd name="connsiteX162" fmla="*/ 1627 w 503914"/>
                <a:gd name="connsiteY162" fmla="*/ 647378 h 1250713"/>
                <a:gd name="connsiteX163" fmla="*/ 2652 w 503914"/>
                <a:gd name="connsiteY163" fmla="*/ 637798 h 1250713"/>
                <a:gd name="connsiteX164" fmla="*/ 7957 w 503914"/>
                <a:gd name="connsiteY164" fmla="*/ 626164 h 1250713"/>
                <a:gd name="connsiteX165" fmla="*/ 16083 w 503914"/>
                <a:gd name="connsiteY165" fmla="*/ 606319 h 1250713"/>
                <a:gd name="connsiteX166" fmla="*/ 24380 w 503914"/>
                <a:gd name="connsiteY166" fmla="*/ 597936 h 1250713"/>
                <a:gd name="connsiteX167" fmla="*/ 23780 w 503914"/>
                <a:gd name="connsiteY167" fmla="*/ 592462 h 1250713"/>
                <a:gd name="connsiteX168" fmla="*/ 25750 w 503914"/>
                <a:gd name="connsiteY168" fmla="*/ 589639 h 1250713"/>
                <a:gd name="connsiteX169" fmla="*/ 30881 w 503914"/>
                <a:gd name="connsiteY169" fmla="*/ 576979 h 1250713"/>
                <a:gd name="connsiteX170" fmla="*/ 43969 w 503914"/>
                <a:gd name="connsiteY170" fmla="*/ 557476 h 1250713"/>
                <a:gd name="connsiteX171" fmla="*/ 53550 w 503914"/>
                <a:gd name="connsiteY171" fmla="*/ 535834 h 1250713"/>
                <a:gd name="connsiteX172" fmla="*/ 61333 w 503914"/>
                <a:gd name="connsiteY172" fmla="*/ 520266 h 1250713"/>
                <a:gd name="connsiteX173" fmla="*/ 77585 w 503914"/>
                <a:gd name="connsiteY173" fmla="*/ 490926 h 1250713"/>
                <a:gd name="connsiteX174" fmla="*/ 102735 w 503914"/>
                <a:gd name="connsiteY174" fmla="*/ 442254 h 1250713"/>
                <a:gd name="connsiteX175" fmla="*/ 129936 w 503914"/>
                <a:gd name="connsiteY175" fmla="*/ 408124 h 1250713"/>
                <a:gd name="connsiteX176" fmla="*/ 139175 w 503914"/>
                <a:gd name="connsiteY176" fmla="*/ 388364 h 1250713"/>
                <a:gd name="connsiteX177" fmla="*/ 142682 w 503914"/>
                <a:gd name="connsiteY177" fmla="*/ 373481 h 1250713"/>
                <a:gd name="connsiteX178" fmla="*/ 149011 w 503914"/>
                <a:gd name="connsiteY178" fmla="*/ 340975 h 1250713"/>
                <a:gd name="connsiteX179" fmla="*/ 166034 w 503914"/>
                <a:gd name="connsiteY179" fmla="*/ 272715 h 1250713"/>
                <a:gd name="connsiteX180" fmla="*/ 181945 w 503914"/>
                <a:gd name="connsiteY180" fmla="*/ 225326 h 1250713"/>
                <a:gd name="connsiteX181" fmla="*/ 201360 w 503914"/>
                <a:gd name="connsiteY181" fmla="*/ 212581 h 1250713"/>
                <a:gd name="connsiteX182" fmla="*/ 232156 w 503914"/>
                <a:gd name="connsiteY182" fmla="*/ 196670 h 1250713"/>
                <a:gd name="connsiteX183" fmla="*/ 259357 w 503914"/>
                <a:gd name="connsiteY183" fmla="*/ 185721 h 1250713"/>
                <a:gd name="connsiteX184" fmla="*/ 271761 w 503914"/>
                <a:gd name="connsiteY184" fmla="*/ 174772 h 1250713"/>
                <a:gd name="connsiteX185" fmla="*/ 278091 w 503914"/>
                <a:gd name="connsiteY185" fmla="*/ 159546 h 1250713"/>
                <a:gd name="connsiteX186" fmla="*/ 278774 w 503914"/>
                <a:gd name="connsiteY186" fmla="*/ 159119 h 1250713"/>
                <a:gd name="connsiteX187" fmla="*/ 278260 w 503914"/>
                <a:gd name="connsiteY187" fmla="*/ 157921 h 1250713"/>
                <a:gd name="connsiteX188" fmla="*/ 268767 w 503914"/>
                <a:gd name="connsiteY188" fmla="*/ 157921 h 1250713"/>
                <a:gd name="connsiteX189" fmla="*/ 254397 w 503914"/>
                <a:gd name="connsiteY189" fmla="*/ 153131 h 1250713"/>
                <a:gd name="connsiteX190" fmla="*/ 250717 w 503914"/>
                <a:gd name="connsiteY190" fmla="*/ 137220 h 1250713"/>
                <a:gd name="connsiteX191" fmla="*/ 247039 w 503914"/>
                <a:gd name="connsiteY191" fmla="*/ 126100 h 1250713"/>
                <a:gd name="connsiteX192" fmla="*/ 247553 w 503914"/>
                <a:gd name="connsiteY192" fmla="*/ 118145 h 1250713"/>
                <a:gd name="connsiteX193" fmla="*/ 244387 w 503914"/>
                <a:gd name="connsiteY193" fmla="*/ 110703 h 1250713"/>
                <a:gd name="connsiteX194" fmla="*/ 245415 w 503914"/>
                <a:gd name="connsiteY194" fmla="*/ 102235 h 1250713"/>
                <a:gd name="connsiteX195" fmla="*/ 241223 w 503914"/>
                <a:gd name="connsiteY195" fmla="*/ 93766 h 1250713"/>
                <a:gd name="connsiteX196" fmla="*/ 244901 w 503914"/>
                <a:gd name="connsiteY196" fmla="*/ 82646 h 1250713"/>
                <a:gd name="connsiteX197" fmla="*/ 246526 w 503914"/>
                <a:gd name="connsiteY197" fmla="*/ 67762 h 1250713"/>
                <a:gd name="connsiteX198" fmla="*/ 248152 w 503914"/>
                <a:gd name="connsiteY198" fmla="*/ 55530 h 1250713"/>
                <a:gd name="connsiteX199" fmla="*/ 253969 w 503914"/>
                <a:gd name="connsiteY199" fmla="*/ 34316 h 1250713"/>
                <a:gd name="connsiteX200" fmla="*/ 293744 w 503914"/>
                <a:gd name="connsiteY200" fmla="*/ 357 h 1250713"/>
                <a:gd name="connsiteX201" fmla="*/ 371243 w 503914"/>
                <a:gd name="connsiteY201" fmla="*/ 45436 h 1250713"/>
                <a:gd name="connsiteX202" fmla="*/ 357984 w 503914"/>
                <a:gd name="connsiteY202" fmla="*/ 113355 h 1250713"/>
                <a:gd name="connsiteX203" fmla="*/ 352596 w 503914"/>
                <a:gd name="connsiteY203" fmla="*/ 139530 h 1250713"/>
                <a:gd name="connsiteX204" fmla="*/ 354221 w 503914"/>
                <a:gd name="connsiteY204" fmla="*/ 139701 h 1250713"/>
                <a:gd name="connsiteX205" fmla="*/ 358412 w 503914"/>
                <a:gd name="connsiteY205" fmla="*/ 148084 h 1250713"/>
                <a:gd name="connsiteX206" fmla="*/ 363031 w 503914"/>
                <a:gd name="connsiteY206" fmla="*/ 149624 h 1250713"/>
                <a:gd name="connsiteX207" fmla="*/ 381422 w 503914"/>
                <a:gd name="connsiteY207" fmla="*/ 166560 h 1250713"/>
                <a:gd name="connsiteX208" fmla="*/ 389207 w 503914"/>
                <a:gd name="connsiteY208" fmla="*/ 170495 h 1250713"/>
                <a:gd name="connsiteX209" fmla="*/ 444380 w 503914"/>
                <a:gd name="connsiteY209" fmla="*/ 189913 h 1250713"/>
                <a:gd name="connsiteX210" fmla="*/ 462770 w 503914"/>
                <a:gd name="connsiteY210" fmla="*/ 198723 h 1250713"/>
                <a:gd name="connsiteX211" fmla="*/ 477654 w 503914"/>
                <a:gd name="connsiteY211" fmla="*/ 219253 h 1250713"/>
                <a:gd name="connsiteX212" fmla="*/ 485439 w 503914"/>
                <a:gd name="connsiteY212" fmla="*/ 243289 h 1250713"/>
                <a:gd name="connsiteX213" fmla="*/ 486464 w 503914"/>
                <a:gd name="connsiteY213" fmla="*/ 257403 h 1250713"/>
                <a:gd name="connsiteX214" fmla="*/ 487832 w 503914"/>
                <a:gd name="connsiteY214" fmla="*/ 273656 h 1250713"/>
                <a:gd name="connsiteX215" fmla="*/ 487492 w 503914"/>
                <a:gd name="connsiteY215" fmla="*/ 293073 h 1250713"/>
                <a:gd name="connsiteX216" fmla="*/ 491769 w 503914"/>
                <a:gd name="connsiteY216" fmla="*/ 304023 h 1250713"/>
                <a:gd name="connsiteX217" fmla="*/ 491769 w 503914"/>
                <a:gd name="connsiteY217" fmla="*/ 304023 h 125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</a:cxnLst>
              <a:rect l="l" t="t" r="r" b="b"/>
              <a:pathLst>
                <a:path w="503914" h="1250713">
                  <a:moveTo>
                    <a:pt x="428211" y="444821"/>
                  </a:moveTo>
                  <a:cubicBezTo>
                    <a:pt x="427186" y="440629"/>
                    <a:pt x="423594" y="435668"/>
                    <a:pt x="421539" y="431049"/>
                  </a:cubicBezTo>
                  <a:cubicBezTo>
                    <a:pt x="421539" y="431049"/>
                    <a:pt x="424363" y="444478"/>
                    <a:pt x="418718" y="449440"/>
                  </a:cubicBezTo>
                  <a:cubicBezTo>
                    <a:pt x="413071" y="454401"/>
                    <a:pt x="410592" y="463211"/>
                    <a:pt x="407768" y="466804"/>
                  </a:cubicBezTo>
                  <a:cubicBezTo>
                    <a:pt x="404945" y="470311"/>
                    <a:pt x="403149" y="466462"/>
                    <a:pt x="402806" y="470739"/>
                  </a:cubicBezTo>
                  <a:cubicBezTo>
                    <a:pt x="402464" y="475016"/>
                    <a:pt x="403834" y="491953"/>
                    <a:pt x="404602" y="493749"/>
                  </a:cubicBezTo>
                  <a:cubicBezTo>
                    <a:pt x="405287" y="495545"/>
                    <a:pt x="407426" y="491268"/>
                    <a:pt x="408794" y="489130"/>
                  </a:cubicBezTo>
                  <a:cubicBezTo>
                    <a:pt x="410249" y="486991"/>
                    <a:pt x="411960" y="472535"/>
                    <a:pt x="414441" y="468943"/>
                  </a:cubicBezTo>
                  <a:cubicBezTo>
                    <a:pt x="416922" y="465436"/>
                    <a:pt x="420086" y="453374"/>
                    <a:pt x="424020" y="450210"/>
                  </a:cubicBezTo>
                  <a:cubicBezTo>
                    <a:pt x="427871" y="447044"/>
                    <a:pt x="429325" y="449183"/>
                    <a:pt x="428211" y="444906"/>
                  </a:cubicBezTo>
                  <a:lnTo>
                    <a:pt x="428211" y="444906"/>
                  </a:lnTo>
                  <a:close/>
                  <a:moveTo>
                    <a:pt x="326335" y="1172847"/>
                  </a:moveTo>
                  <a:cubicBezTo>
                    <a:pt x="324196" y="1172077"/>
                    <a:pt x="310083" y="1171735"/>
                    <a:pt x="309398" y="1165748"/>
                  </a:cubicBezTo>
                  <a:cubicBezTo>
                    <a:pt x="308713" y="1159760"/>
                    <a:pt x="310766" y="1151976"/>
                    <a:pt x="313589" y="1145560"/>
                  </a:cubicBezTo>
                  <a:cubicBezTo>
                    <a:pt x="316413" y="1139230"/>
                    <a:pt x="317524" y="1132815"/>
                    <a:pt x="319662" y="1127169"/>
                  </a:cubicBezTo>
                  <a:cubicBezTo>
                    <a:pt x="321801" y="1121524"/>
                    <a:pt x="324282" y="1121182"/>
                    <a:pt x="323854" y="1112285"/>
                  </a:cubicBezTo>
                  <a:cubicBezTo>
                    <a:pt x="323597" y="1106383"/>
                    <a:pt x="321801" y="1100395"/>
                    <a:pt x="320090" y="1095348"/>
                  </a:cubicBezTo>
                  <a:lnTo>
                    <a:pt x="318038" y="1090729"/>
                  </a:lnTo>
                  <a:lnTo>
                    <a:pt x="318294" y="1089874"/>
                  </a:lnTo>
                  <a:lnTo>
                    <a:pt x="317866" y="1088591"/>
                  </a:lnTo>
                  <a:cubicBezTo>
                    <a:pt x="317866" y="1088591"/>
                    <a:pt x="311536" y="1102790"/>
                    <a:pt x="310083" y="1113397"/>
                  </a:cubicBezTo>
                  <a:cubicBezTo>
                    <a:pt x="308627" y="1124004"/>
                    <a:pt x="306232" y="1143080"/>
                    <a:pt x="304436" y="1150179"/>
                  </a:cubicBezTo>
                  <a:cubicBezTo>
                    <a:pt x="302640" y="1157279"/>
                    <a:pt x="300844" y="1165405"/>
                    <a:pt x="299817" y="1171051"/>
                  </a:cubicBezTo>
                  <a:cubicBezTo>
                    <a:pt x="298791" y="1176697"/>
                    <a:pt x="293487" y="1181658"/>
                    <a:pt x="292033" y="1187646"/>
                  </a:cubicBezTo>
                  <a:cubicBezTo>
                    <a:pt x="290580" y="1193634"/>
                    <a:pt x="284250" y="1202872"/>
                    <a:pt x="284250" y="1208175"/>
                  </a:cubicBezTo>
                  <a:cubicBezTo>
                    <a:pt x="284250" y="1213479"/>
                    <a:pt x="282111" y="1217328"/>
                    <a:pt x="282111" y="1217328"/>
                  </a:cubicBezTo>
                  <a:cubicBezTo>
                    <a:pt x="282111" y="1217328"/>
                    <a:pt x="296653" y="1206037"/>
                    <a:pt x="302983" y="1202102"/>
                  </a:cubicBezTo>
                  <a:cubicBezTo>
                    <a:pt x="309312" y="1198167"/>
                    <a:pt x="317096" y="1192179"/>
                    <a:pt x="318209" y="1189699"/>
                  </a:cubicBezTo>
                  <a:cubicBezTo>
                    <a:pt x="319234" y="1187218"/>
                    <a:pt x="320690" y="1181572"/>
                    <a:pt x="323511" y="1178407"/>
                  </a:cubicBezTo>
                  <a:cubicBezTo>
                    <a:pt x="326335" y="1175242"/>
                    <a:pt x="328473" y="1173446"/>
                    <a:pt x="326335" y="1172762"/>
                  </a:cubicBezTo>
                  <a:lnTo>
                    <a:pt x="326335" y="1172762"/>
                  </a:lnTo>
                  <a:close/>
                  <a:moveTo>
                    <a:pt x="491169" y="303766"/>
                  </a:moveTo>
                  <a:cubicBezTo>
                    <a:pt x="492965" y="309411"/>
                    <a:pt x="494333" y="315057"/>
                    <a:pt x="494676" y="326006"/>
                  </a:cubicBezTo>
                  <a:cubicBezTo>
                    <a:pt x="495018" y="336955"/>
                    <a:pt x="495703" y="341574"/>
                    <a:pt x="497157" y="351839"/>
                  </a:cubicBezTo>
                  <a:cubicBezTo>
                    <a:pt x="498610" y="362104"/>
                    <a:pt x="497499" y="371684"/>
                    <a:pt x="499980" y="379810"/>
                  </a:cubicBezTo>
                  <a:cubicBezTo>
                    <a:pt x="502461" y="387937"/>
                    <a:pt x="501434" y="390075"/>
                    <a:pt x="502119" y="395721"/>
                  </a:cubicBezTo>
                  <a:cubicBezTo>
                    <a:pt x="502802" y="401366"/>
                    <a:pt x="503915" y="402478"/>
                    <a:pt x="503915" y="406328"/>
                  </a:cubicBezTo>
                  <a:cubicBezTo>
                    <a:pt x="503915" y="410177"/>
                    <a:pt x="503230" y="408466"/>
                    <a:pt x="503230" y="416250"/>
                  </a:cubicBezTo>
                  <a:cubicBezTo>
                    <a:pt x="503230" y="424034"/>
                    <a:pt x="503230" y="433187"/>
                    <a:pt x="502887" y="439602"/>
                  </a:cubicBezTo>
                  <a:cubicBezTo>
                    <a:pt x="502547" y="445933"/>
                    <a:pt x="501862" y="445590"/>
                    <a:pt x="500749" y="452006"/>
                  </a:cubicBezTo>
                  <a:cubicBezTo>
                    <a:pt x="499723" y="458336"/>
                    <a:pt x="494419" y="467916"/>
                    <a:pt x="493650" y="475700"/>
                  </a:cubicBezTo>
                  <a:cubicBezTo>
                    <a:pt x="492965" y="483484"/>
                    <a:pt x="493650" y="481688"/>
                    <a:pt x="491512" y="489900"/>
                  </a:cubicBezTo>
                  <a:cubicBezTo>
                    <a:pt x="489373" y="498026"/>
                    <a:pt x="477739" y="515391"/>
                    <a:pt x="474147" y="524543"/>
                  </a:cubicBezTo>
                  <a:cubicBezTo>
                    <a:pt x="470641" y="533696"/>
                    <a:pt x="468502" y="535834"/>
                    <a:pt x="466704" y="537973"/>
                  </a:cubicBezTo>
                  <a:cubicBezTo>
                    <a:pt x="464908" y="540111"/>
                    <a:pt x="462427" y="541138"/>
                    <a:pt x="462087" y="544645"/>
                  </a:cubicBezTo>
                  <a:cubicBezTo>
                    <a:pt x="461744" y="548152"/>
                    <a:pt x="463455" y="556279"/>
                    <a:pt x="460289" y="560555"/>
                  </a:cubicBezTo>
                  <a:cubicBezTo>
                    <a:pt x="457125" y="564832"/>
                    <a:pt x="452848" y="569024"/>
                    <a:pt x="448999" y="573985"/>
                  </a:cubicBezTo>
                  <a:cubicBezTo>
                    <a:pt x="445063" y="578946"/>
                    <a:pt x="439760" y="585276"/>
                    <a:pt x="436594" y="591350"/>
                  </a:cubicBezTo>
                  <a:cubicBezTo>
                    <a:pt x="433430" y="597337"/>
                    <a:pt x="429496" y="601614"/>
                    <a:pt x="428126" y="607602"/>
                  </a:cubicBezTo>
                  <a:cubicBezTo>
                    <a:pt x="426758" y="613675"/>
                    <a:pt x="428126" y="618551"/>
                    <a:pt x="429924" y="622486"/>
                  </a:cubicBezTo>
                  <a:cubicBezTo>
                    <a:pt x="431720" y="626421"/>
                    <a:pt x="436680" y="638396"/>
                    <a:pt x="438392" y="646865"/>
                  </a:cubicBezTo>
                  <a:cubicBezTo>
                    <a:pt x="440103" y="655333"/>
                    <a:pt x="442669" y="668079"/>
                    <a:pt x="441214" y="669191"/>
                  </a:cubicBezTo>
                  <a:lnTo>
                    <a:pt x="439846" y="668934"/>
                  </a:lnTo>
                  <a:lnTo>
                    <a:pt x="439846" y="669191"/>
                  </a:lnTo>
                  <a:cubicBezTo>
                    <a:pt x="438818" y="669191"/>
                    <a:pt x="430949" y="662262"/>
                    <a:pt x="425048" y="656702"/>
                  </a:cubicBezTo>
                  <a:cubicBezTo>
                    <a:pt x="421370" y="654050"/>
                    <a:pt x="417007" y="650543"/>
                    <a:pt x="416751" y="647635"/>
                  </a:cubicBezTo>
                  <a:lnTo>
                    <a:pt x="416408" y="645240"/>
                  </a:lnTo>
                  <a:lnTo>
                    <a:pt x="415637" y="641904"/>
                  </a:lnTo>
                  <a:cubicBezTo>
                    <a:pt x="415040" y="639423"/>
                    <a:pt x="414270" y="636942"/>
                    <a:pt x="413670" y="635060"/>
                  </a:cubicBezTo>
                  <a:cubicBezTo>
                    <a:pt x="412559" y="633606"/>
                    <a:pt x="411018" y="632494"/>
                    <a:pt x="410164" y="631468"/>
                  </a:cubicBezTo>
                  <a:cubicBezTo>
                    <a:pt x="409222" y="631639"/>
                    <a:pt x="408282" y="632409"/>
                    <a:pt x="407940" y="634205"/>
                  </a:cubicBezTo>
                  <a:cubicBezTo>
                    <a:pt x="407597" y="636001"/>
                    <a:pt x="406570" y="639851"/>
                    <a:pt x="405630" y="644213"/>
                  </a:cubicBezTo>
                  <a:cubicBezTo>
                    <a:pt x="405116" y="648747"/>
                    <a:pt x="404517" y="654307"/>
                    <a:pt x="404091" y="655419"/>
                  </a:cubicBezTo>
                  <a:lnTo>
                    <a:pt x="404091" y="657557"/>
                  </a:lnTo>
                  <a:cubicBezTo>
                    <a:pt x="404431" y="665341"/>
                    <a:pt x="403063" y="686555"/>
                    <a:pt x="402721" y="693655"/>
                  </a:cubicBezTo>
                  <a:lnTo>
                    <a:pt x="402378" y="700755"/>
                  </a:lnTo>
                  <a:cubicBezTo>
                    <a:pt x="402378" y="700755"/>
                    <a:pt x="390318" y="706400"/>
                    <a:pt x="388265" y="705716"/>
                  </a:cubicBezTo>
                  <a:cubicBezTo>
                    <a:pt x="388265" y="705716"/>
                    <a:pt x="387240" y="713158"/>
                    <a:pt x="384759" y="719146"/>
                  </a:cubicBezTo>
                  <a:cubicBezTo>
                    <a:pt x="382278" y="725133"/>
                    <a:pt x="378429" y="748486"/>
                    <a:pt x="373125" y="757724"/>
                  </a:cubicBezTo>
                  <a:cubicBezTo>
                    <a:pt x="367822" y="766877"/>
                    <a:pt x="362175" y="773976"/>
                    <a:pt x="361833" y="777484"/>
                  </a:cubicBezTo>
                  <a:cubicBezTo>
                    <a:pt x="361492" y="780991"/>
                    <a:pt x="361150" y="791256"/>
                    <a:pt x="359694" y="796217"/>
                  </a:cubicBezTo>
                  <a:cubicBezTo>
                    <a:pt x="358326" y="801178"/>
                    <a:pt x="356873" y="801862"/>
                    <a:pt x="357215" y="808278"/>
                  </a:cubicBezTo>
                  <a:cubicBezTo>
                    <a:pt x="357556" y="814608"/>
                    <a:pt x="355760" y="830946"/>
                    <a:pt x="355760" y="839756"/>
                  </a:cubicBezTo>
                  <a:cubicBezTo>
                    <a:pt x="355760" y="848567"/>
                    <a:pt x="354734" y="868412"/>
                    <a:pt x="354392" y="874828"/>
                  </a:cubicBezTo>
                  <a:cubicBezTo>
                    <a:pt x="354049" y="881157"/>
                    <a:pt x="350543" y="887915"/>
                    <a:pt x="350886" y="892192"/>
                  </a:cubicBezTo>
                  <a:cubicBezTo>
                    <a:pt x="351226" y="896384"/>
                    <a:pt x="352682" y="899976"/>
                    <a:pt x="352682" y="902799"/>
                  </a:cubicBezTo>
                  <a:cubicBezTo>
                    <a:pt x="352682" y="903569"/>
                    <a:pt x="352682" y="904766"/>
                    <a:pt x="352938" y="906306"/>
                  </a:cubicBezTo>
                  <a:cubicBezTo>
                    <a:pt x="353878" y="909813"/>
                    <a:pt x="354478" y="914176"/>
                    <a:pt x="354820" y="918282"/>
                  </a:cubicBezTo>
                  <a:lnTo>
                    <a:pt x="355503" y="921618"/>
                  </a:lnTo>
                  <a:cubicBezTo>
                    <a:pt x="356958" y="928375"/>
                    <a:pt x="359011" y="934363"/>
                    <a:pt x="360465" y="941463"/>
                  </a:cubicBezTo>
                  <a:cubicBezTo>
                    <a:pt x="361918" y="948563"/>
                    <a:pt x="362946" y="953096"/>
                    <a:pt x="363631" y="961308"/>
                  </a:cubicBezTo>
                  <a:cubicBezTo>
                    <a:pt x="363800" y="963447"/>
                    <a:pt x="364057" y="965671"/>
                    <a:pt x="364314" y="967980"/>
                  </a:cubicBezTo>
                  <a:cubicBezTo>
                    <a:pt x="366367" y="976363"/>
                    <a:pt x="370472" y="990049"/>
                    <a:pt x="371757" y="993556"/>
                  </a:cubicBezTo>
                  <a:lnTo>
                    <a:pt x="372440" y="996123"/>
                  </a:lnTo>
                  <a:cubicBezTo>
                    <a:pt x="374921" y="1003393"/>
                    <a:pt x="377573" y="1012290"/>
                    <a:pt x="378855" y="1018278"/>
                  </a:cubicBezTo>
                  <a:cubicBezTo>
                    <a:pt x="380993" y="1028200"/>
                    <a:pt x="385185" y="1049072"/>
                    <a:pt x="386298" y="1058224"/>
                  </a:cubicBezTo>
                  <a:cubicBezTo>
                    <a:pt x="387323" y="1067377"/>
                    <a:pt x="385955" y="1067377"/>
                    <a:pt x="388436" y="1076958"/>
                  </a:cubicBezTo>
                  <a:cubicBezTo>
                    <a:pt x="390917" y="1086538"/>
                    <a:pt x="389890" y="1087222"/>
                    <a:pt x="393056" y="1091841"/>
                  </a:cubicBezTo>
                  <a:cubicBezTo>
                    <a:pt x="396220" y="1096461"/>
                    <a:pt x="398358" y="1101422"/>
                    <a:pt x="398358" y="1101422"/>
                  </a:cubicBezTo>
                  <a:cubicBezTo>
                    <a:pt x="401524" y="1110575"/>
                    <a:pt x="398701" y="1114167"/>
                    <a:pt x="399386" y="1124432"/>
                  </a:cubicBezTo>
                  <a:cubicBezTo>
                    <a:pt x="400071" y="1134697"/>
                    <a:pt x="397590" y="1140342"/>
                    <a:pt x="399386" y="1143507"/>
                  </a:cubicBezTo>
                  <a:cubicBezTo>
                    <a:pt x="401182" y="1146672"/>
                    <a:pt x="402209" y="1150607"/>
                    <a:pt x="403320" y="1153430"/>
                  </a:cubicBezTo>
                  <a:cubicBezTo>
                    <a:pt x="404348" y="1156253"/>
                    <a:pt x="408965" y="1168998"/>
                    <a:pt x="411789" y="1178151"/>
                  </a:cubicBezTo>
                  <a:cubicBezTo>
                    <a:pt x="414612" y="1187389"/>
                    <a:pt x="417433" y="1197226"/>
                    <a:pt x="418889" y="1203642"/>
                  </a:cubicBezTo>
                  <a:cubicBezTo>
                    <a:pt x="420343" y="1209971"/>
                    <a:pt x="418889" y="1212794"/>
                    <a:pt x="420343" y="1217414"/>
                  </a:cubicBezTo>
                  <a:cubicBezTo>
                    <a:pt x="421710" y="1222032"/>
                    <a:pt x="423508" y="1220920"/>
                    <a:pt x="423166" y="1223059"/>
                  </a:cubicBezTo>
                  <a:cubicBezTo>
                    <a:pt x="422823" y="1225197"/>
                    <a:pt x="422481" y="1240423"/>
                    <a:pt x="422481" y="1240423"/>
                  </a:cubicBezTo>
                  <a:cubicBezTo>
                    <a:pt x="422481" y="1240423"/>
                    <a:pt x="374749" y="1244700"/>
                    <a:pt x="358069" y="1245385"/>
                  </a:cubicBezTo>
                  <a:cubicBezTo>
                    <a:pt x="358069" y="1245385"/>
                    <a:pt x="354563" y="1241108"/>
                    <a:pt x="348148" y="1241108"/>
                  </a:cubicBezTo>
                  <a:cubicBezTo>
                    <a:pt x="341732" y="1241108"/>
                    <a:pt x="335060" y="1245385"/>
                    <a:pt x="328730" y="1246069"/>
                  </a:cubicBezTo>
                  <a:cubicBezTo>
                    <a:pt x="322315" y="1246754"/>
                    <a:pt x="281341" y="1246411"/>
                    <a:pt x="281341" y="1246411"/>
                  </a:cubicBezTo>
                  <a:cubicBezTo>
                    <a:pt x="281341" y="1246411"/>
                    <a:pt x="253369" y="1250261"/>
                    <a:pt x="244558" y="1250688"/>
                  </a:cubicBezTo>
                  <a:cubicBezTo>
                    <a:pt x="235748" y="1251031"/>
                    <a:pt x="224372" y="1247866"/>
                    <a:pt x="214876" y="1240423"/>
                  </a:cubicBezTo>
                  <a:cubicBezTo>
                    <a:pt x="205297" y="1232982"/>
                    <a:pt x="199308" y="1223059"/>
                    <a:pt x="193663" y="1221691"/>
                  </a:cubicBezTo>
                  <a:cubicBezTo>
                    <a:pt x="188018" y="1220236"/>
                    <a:pt x="164666" y="1220236"/>
                    <a:pt x="155769" y="1214591"/>
                  </a:cubicBezTo>
                  <a:cubicBezTo>
                    <a:pt x="146959" y="1208945"/>
                    <a:pt x="121468" y="1194403"/>
                    <a:pt x="125745" y="1176354"/>
                  </a:cubicBezTo>
                  <a:cubicBezTo>
                    <a:pt x="125745" y="1176354"/>
                    <a:pt x="128226" y="1172847"/>
                    <a:pt x="130705" y="1171735"/>
                  </a:cubicBezTo>
                  <a:cubicBezTo>
                    <a:pt x="133186" y="1170709"/>
                    <a:pt x="130364" y="1161813"/>
                    <a:pt x="140971" y="1159674"/>
                  </a:cubicBezTo>
                  <a:cubicBezTo>
                    <a:pt x="151578" y="1157536"/>
                    <a:pt x="163210" y="1160359"/>
                    <a:pt x="174245" y="1166346"/>
                  </a:cubicBezTo>
                  <a:cubicBezTo>
                    <a:pt x="174245" y="1166346"/>
                    <a:pt x="182028" y="1165320"/>
                    <a:pt x="188786" y="1160359"/>
                  </a:cubicBezTo>
                  <a:cubicBezTo>
                    <a:pt x="195459" y="1155397"/>
                    <a:pt x="196572" y="1152917"/>
                    <a:pt x="197597" y="1151120"/>
                  </a:cubicBezTo>
                  <a:cubicBezTo>
                    <a:pt x="198710" y="1149324"/>
                    <a:pt x="195116" y="1143336"/>
                    <a:pt x="201874" y="1138717"/>
                  </a:cubicBezTo>
                  <a:cubicBezTo>
                    <a:pt x="208632" y="1134098"/>
                    <a:pt x="219581" y="1127426"/>
                    <a:pt x="220949" y="1123833"/>
                  </a:cubicBezTo>
                  <a:cubicBezTo>
                    <a:pt x="222319" y="1120326"/>
                    <a:pt x="223430" y="1082090"/>
                    <a:pt x="225911" y="1067976"/>
                  </a:cubicBezTo>
                  <a:cubicBezTo>
                    <a:pt x="228392" y="1053862"/>
                    <a:pt x="227365" y="1048216"/>
                    <a:pt x="234037" y="1036155"/>
                  </a:cubicBezTo>
                  <a:cubicBezTo>
                    <a:pt x="240795" y="1024094"/>
                    <a:pt x="246100" y="1014257"/>
                    <a:pt x="246100" y="1004677"/>
                  </a:cubicBezTo>
                  <a:cubicBezTo>
                    <a:pt x="246100" y="995096"/>
                    <a:pt x="247125" y="950872"/>
                    <a:pt x="248921" y="942404"/>
                  </a:cubicBezTo>
                  <a:cubicBezTo>
                    <a:pt x="250717" y="933935"/>
                    <a:pt x="252855" y="932823"/>
                    <a:pt x="254225" y="927178"/>
                  </a:cubicBezTo>
                  <a:cubicBezTo>
                    <a:pt x="255593" y="921532"/>
                    <a:pt x="250631" y="910155"/>
                    <a:pt x="252087" y="906306"/>
                  </a:cubicBezTo>
                  <a:cubicBezTo>
                    <a:pt x="253540" y="902371"/>
                    <a:pt x="258074" y="898522"/>
                    <a:pt x="257047" y="894245"/>
                  </a:cubicBezTo>
                  <a:cubicBezTo>
                    <a:pt x="256021" y="889968"/>
                    <a:pt x="244986" y="880131"/>
                    <a:pt x="244644" y="871577"/>
                  </a:cubicBezTo>
                  <a:cubicBezTo>
                    <a:pt x="244302" y="863109"/>
                    <a:pt x="249948" y="866616"/>
                    <a:pt x="250631" y="860286"/>
                  </a:cubicBezTo>
                  <a:cubicBezTo>
                    <a:pt x="251316" y="853956"/>
                    <a:pt x="247810" y="852502"/>
                    <a:pt x="248152" y="844033"/>
                  </a:cubicBezTo>
                  <a:cubicBezTo>
                    <a:pt x="248493" y="835565"/>
                    <a:pt x="248835" y="829919"/>
                    <a:pt x="247467" y="828123"/>
                  </a:cubicBezTo>
                  <a:cubicBezTo>
                    <a:pt x="246100" y="826327"/>
                    <a:pt x="236518" y="816062"/>
                    <a:pt x="234380" y="798441"/>
                  </a:cubicBezTo>
                  <a:cubicBezTo>
                    <a:pt x="232241" y="780734"/>
                    <a:pt x="224458" y="746433"/>
                    <a:pt x="220949" y="737280"/>
                  </a:cubicBezTo>
                  <a:cubicBezTo>
                    <a:pt x="217443" y="728042"/>
                    <a:pt x="214620" y="715724"/>
                    <a:pt x="214620" y="715724"/>
                  </a:cubicBezTo>
                  <a:lnTo>
                    <a:pt x="202217" y="715040"/>
                  </a:lnTo>
                  <a:cubicBezTo>
                    <a:pt x="202217" y="715040"/>
                    <a:pt x="201191" y="677573"/>
                    <a:pt x="199736" y="670132"/>
                  </a:cubicBezTo>
                  <a:cubicBezTo>
                    <a:pt x="198282" y="662690"/>
                    <a:pt x="194433" y="649260"/>
                    <a:pt x="194776" y="645753"/>
                  </a:cubicBezTo>
                  <a:cubicBezTo>
                    <a:pt x="195116" y="642246"/>
                    <a:pt x="196144" y="564063"/>
                    <a:pt x="194091" y="557647"/>
                  </a:cubicBezTo>
                  <a:cubicBezTo>
                    <a:pt x="191952" y="551317"/>
                    <a:pt x="189129" y="554824"/>
                    <a:pt x="190582" y="547040"/>
                  </a:cubicBezTo>
                  <a:cubicBezTo>
                    <a:pt x="192038" y="539256"/>
                    <a:pt x="190582" y="532499"/>
                    <a:pt x="191696" y="524030"/>
                  </a:cubicBezTo>
                  <a:cubicBezTo>
                    <a:pt x="192721" y="515562"/>
                    <a:pt x="192721" y="455770"/>
                    <a:pt x="191353" y="452947"/>
                  </a:cubicBezTo>
                  <a:lnTo>
                    <a:pt x="189985" y="451835"/>
                  </a:lnTo>
                  <a:cubicBezTo>
                    <a:pt x="188018" y="455171"/>
                    <a:pt x="182028" y="465264"/>
                    <a:pt x="175784" y="474246"/>
                  </a:cubicBezTo>
                  <a:cubicBezTo>
                    <a:pt x="172706" y="479036"/>
                    <a:pt x="169626" y="483399"/>
                    <a:pt x="167658" y="485195"/>
                  </a:cubicBezTo>
                  <a:cubicBezTo>
                    <a:pt x="162356" y="490156"/>
                    <a:pt x="159875" y="494776"/>
                    <a:pt x="157737" y="500421"/>
                  </a:cubicBezTo>
                  <a:cubicBezTo>
                    <a:pt x="155598" y="506067"/>
                    <a:pt x="145674" y="524800"/>
                    <a:pt x="141825" y="529419"/>
                  </a:cubicBezTo>
                  <a:cubicBezTo>
                    <a:pt x="137891" y="534038"/>
                    <a:pt x="129080" y="544987"/>
                    <a:pt x="125574" y="546442"/>
                  </a:cubicBezTo>
                  <a:cubicBezTo>
                    <a:pt x="122067" y="547810"/>
                    <a:pt x="119586" y="554568"/>
                    <a:pt x="117790" y="559529"/>
                  </a:cubicBezTo>
                  <a:cubicBezTo>
                    <a:pt x="115992" y="564490"/>
                    <a:pt x="107524" y="576894"/>
                    <a:pt x="103247" y="581085"/>
                  </a:cubicBezTo>
                  <a:cubicBezTo>
                    <a:pt x="98970" y="585362"/>
                    <a:pt x="90502" y="594515"/>
                    <a:pt x="87680" y="598107"/>
                  </a:cubicBezTo>
                  <a:cubicBezTo>
                    <a:pt x="84857" y="601614"/>
                    <a:pt x="81691" y="603411"/>
                    <a:pt x="78869" y="609741"/>
                  </a:cubicBezTo>
                  <a:cubicBezTo>
                    <a:pt x="76046" y="616071"/>
                    <a:pt x="75275" y="616926"/>
                    <a:pt x="72454" y="619235"/>
                  </a:cubicBezTo>
                  <a:lnTo>
                    <a:pt x="71512" y="619920"/>
                  </a:lnTo>
                  <a:lnTo>
                    <a:pt x="61505" y="626677"/>
                  </a:lnTo>
                  <a:cubicBezTo>
                    <a:pt x="59452" y="625908"/>
                    <a:pt x="57485" y="625223"/>
                    <a:pt x="55689" y="624454"/>
                  </a:cubicBezTo>
                  <a:cubicBezTo>
                    <a:pt x="53636" y="626250"/>
                    <a:pt x="51923" y="629415"/>
                    <a:pt x="49870" y="634120"/>
                  </a:cubicBezTo>
                  <a:cubicBezTo>
                    <a:pt x="47732" y="639081"/>
                    <a:pt x="42087" y="648233"/>
                    <a:pt x="38238" y="649003"/>
                  </a:cubicBezTo>
                  <a:cubicBezTo>
                    <a:pt x="34389" y="649688"/>
                    <a:pt x="31566" y="645838"/>
                    <a:pt x="29427" y="646181"/>
                  </a:cubicBezTo>
                  <a:cubicBezTo>
                    <a:pt x="27289" y="646523"/>
                    <a:pt x="26261" y="650800"/>
                    <a:pt x="28400" y="653280"/>
                  </a:cubicBezTo>
                  <a:cubicBezTo>
                    <a:pt x="30538" y="655761"/>
                    <a:pt x="39007" y="667052"/>
                    <a:pt x="39007" y="667052"/>
                  </a:cubicBezTo>
                  <a:cubicBezTo>
                    <a:pt x="39007" y="667052"/>
                    <a:pt x="39692" y="670217"/>
                    <a:pt x="40377" y="671671"/>
                  </a:cubicBezTo>
                  <a:cubicBezTo>
                    <a:pt x="41060" y="673126"/>
                    <a:pt x="43540" y="678001"/>
                    <a:pt x="41830" y="679798"/>
                  </a:cubicBezTo>
                  <a:cubicBezTo>
                    <a:pt x="40120" y="681594"/>
                    <a:pt x="40377" y="678771"/>
                    <a:pt x="38324" y="679113"/>
                  </a:cubicBezTo>
                  <a:cubicBezTo>
                    <a:pt x="36185" y="679455"/>
                    <a:pt x="37639" y="681594"/>
                    <a:pt x="35158" y="681594"/>
                  </a:cubicBezTo>
                  <a:cubicBezTo>
                    <a:pt x="32677" y="681594"/>
                    <a:pt x="31309" y="680910"/>
                    <a:pt x="29170" y="678429"/>
                  </a:cubicBezTo>
                  <a:cubicBezTo>
                    <a:pt x="27032" y="675948"/>
                    <a:pt x="24208" y="674152"/>
                    <a:pt x="21727" y="673467"/>
                  </a:cubicBezTo>
                  <a:cubicBezTo>
                    <a:pt x="19249" y="672783"/>
                    <a:pt x="20616" y="670987"/>
                    <a:pt x="18136" y="670303"/>
                  </a:cubicBezTo>
                  <a:cubicBezTo>
                    <a:pt x="15655" y="669618"/>
                    <a:pt x="15997" y="669618"/>
                    <a:pt x="13944" y="667822"/>
                  </a:cubicBezTo>
                  <a:cubicBezTo>
                    <a:pt x="11806" y="666026"/>
                    <a:pt x="1884" y="655846"/>
                    <a:pt x="514" y="653366"/>
                  </a:cubicBezTo>
                  <a:cubicBezTo>
                    <a:pt x="-854" y="650885"/>
                    <a:pt x="856" y="649517"/>
                    <a:pt x="1627" y="647378"/>
                  </a:cubicBezTo>
                  <a:cubicBezTo>
                    <a:pt x="2312" y="645240"/>
                    <a:pt x="3423" y="640278"/>
                    <a:pt x="2652" y="637798"/>
                  </a:cubicBezTo>
                  <a:cubicBezTo>
                    <a:pt x="1969" y="635317"/>
                    <a:pt x="6161" y="630356"/>
                    <a:pt x="7957" y="626164"/>
                  </a:cubicBezTo>
                  <a:cubicBezTo>
                    <a:pt x="9753" y="621887"/>
                    <a:pt x="13259" y="610596"/>
                    <a:pt x="16083" y="606319"/>
                  </a:cubicBezTo>
                  <a:cubicBezTo>
                    <a:pt x="17451" y="604266"/>
                    <a:pt x="20959" y="600930"/>
                    <a:pt x="24380" y="597936"/>
                  </a:cubicBezTo>
                  <a:cubicBezTo>
                    <a:pt x="23440" y="594600"/>
                    <a:pt x="23780" y="592462"/>
                    <a:pt x="23780" y="592462"/>
                  </a:cubicBezTo>
                  <a:lnTo>
                    <a:pt x="25750" y="589639"/>
                  </a:lnTo>
                  <a:cubicBezTo>
                    <a:pt x="27803" y="580657"/>
                    <a:pt x="30881" y="576979"/>
                    <a:pt x="30881" y="576979"/>
                  </a:cubicBezTo>
                  <a:cubicBezTo>
                    <a:pt x="30881" y="576979"/>
                    <a:pt x="40462" y="564576"/>
                    <a:pt x="43969" y="557476"/>
                  </a:cubicBezTo>
                  <a:cubicBezTo>
                    <a:pt x="47561" y="550376"/>
                    <a:pt x="51069" y="539769"/>
                    <a:pt x="53550" y="535834"/>
                  </a:cubicBezTo>
                  <a:cubicBezTo>
                    <a:pt x="56029" y="531985"/>
                    <a:pt x="58510" y="525228"/>
                    <a:pt x="61333" y="520266"/>
                  </a:cubicBezTo>
                  <a:cubicBezTo>
                    <a:pt x="64157" y="515305"/>
                    <a:pt x="72625" y="498710"/>
                    <a:pt x="77585" y="490926"/>
                  </a:cubicBezTo>
                  <a:cubicBezTo>
                    <a:pt x="82547" y="483142"/>
                    <a:pt x="93496" y="453802"/>
                    <a:pt x="102735" y="442254"/>
                  </a:cubicBezTo>
                  <a:cubicBezTo>
                    <a:pt x="107781" y="436010"/>
                    <a:pt x="127198" y="413427"/>
                    <a:pt x="129936" y="408124"/>
                  </a:cubicBezTo>
                  <a:cubicBezTo>
                    <a:pt x="132760" y="402821"/>
                    <a:pt x="135581" y="393668"/>
                    <a:pt x="139175" y="388364"/>
                  </a:cubicBezTo>
                  <a:cubicBezTo>
                    <a:pt x="142682" y="383061"/>
                    <a:pt x="141997" y="380580"/>
                    <a:pt x="142682" y="373481"/>
                  </a:cubicBezTo>
                  <a:cubicBezTo>
                    <a:pt x="143367" y="366381"/>
                    <a:pt x="146530" y="354747"/>
                    <a:pt x="149011" y="340975"/>
                  </a:cubicBezTo>
                  <a:cubicBezTo>
                    <a:pt x="151492" y="327204"/>
                    <a:pt x="159618" y="287171"/>
                    <a:pt x="166034" y="272715"/>
                  </a:cubicBezTo>
                  <a:cubicBezTo>
                    <a:pt x="172364" y="258173"/>
                    <a:pt x="176640" y="229517"/>
                    <a:pt x="181945" y="225326"/>
                  </a:cubicBezTo>
                  <a:cubicBezTo>
                    <a:pt x="181945" y="225326"/>
                    <a:pt x="195716" y="216516"/>
                    <a:pt x="201360" y="212581"/>
                  </a:cubicBezTo>
                  <a:cubicBezTo>
                    <a:pt x="207007" y="208731"/>
                    <a:pt x="224372" y="199151"/>
                    <a:pt x="232156" y="196670"/>
                  </a:cubicBezTo>
                  <a:cubicBezTo>
                    <a:pt x="239939" y="194190"/>
                    <a:pt x="254823" y="188202"/>
                    <a:pt x="259357" y="185721"/>
                  </a:cubicBezTo>
                  <a:cubicBezTo>
                    <a:pt x="263976" y="183241"/>
                    <a:pt x="271761" y="174772"/>
                    <a:pt x="271761" y="174772"/>
                  </a:cubicBezTo>
                  <a:cubicBezTo>
                    <a:pt x="273900" y="170923"/>
                    <a:pt x="278091" y="159546"/>
                    <a:pt x="278091" y="159546"/>
                  </a:cubicBezTo>
                  <a:lnTo>
                    <a:pt x="278774" y="159119"/>
                  </a:lnTo>
                  <a:lnTo>
                    <a:pt x="278260" y="157921"/>
                  </a:lnTo>
                  <a:cubicBezTo>
                    <a:pt x="276721" y="156894"/>
                    <a:pt x="274583" y="157921"/>
                    <a:pt x="268767" y="157921"/>
                  </a:cubicBezTo>
                  <a:cubicBezTo>
                    <a:pt x="262951" y="157921"/>
                    <a:pt x="259185" y="156894"/>
                    <a:pt x="254397" y="153131"/>
                  </a:cubicBezTo>
                  <a:cubicBezTo>
                    <a:pt x="249606" y="149453"/>
                    <a:pt x="251744" y="144064"/>
                    <a:pt x="250717" y="137220"/>
                  </a:cubicBezTo>
                  <a:cubicBezTo>
                    <a:pt x="249692" y="130377"/>
                    <a:pt x="248578" y="128752"/>
                    <a:pt x="247039" y="126100"/>
                  </a:cubicBezTo>
                  <a:cubicBezTo>
                    <a:pt x="245415" y="123448"/>
                    <a:pt x="247553" y="121310"/>
                    <a:pt x="247553" y="118145"/>
                  </a:cubicBezTo>
                  <a:cubicBezTo>
                    <a:pt x="247553" y="114980"/>
                    <a:pt x="245928" y="113868"/>
                    <a:pt x="244387" y="110703"/>
                  </a:cubicBezTo>
                  <a:cubicBezTo>
                    <a:pt x="242762" y="107538"/>
                    <a:pt x="245415" y="105913"/>
                    <a:pt x="245415" y="102235"/>
                  </a:cubicBezTo>
                  <a:cubicBezTo>
                    <a:pt x="245415" y="98556"/>
                    <a:pt x="243276" y="97958"/>
                    <a:pt x="241223" y="93766"/>
                  </a:cubicBezTo>
                  <a:cubicBezTo>
                    <a:pt x="239085" y="89489"/>
                    <a:pt x="242249" y="85811"/>
                    <a:pt x="244901" y="82646"/>
                  </a:cubicBezTo>
                  <a:cubicBezTo>
                    <a:pt x="247553" y="79481"/>
                    <a:pt x="248067" y="73066"/>
                    <a:pt x="246526" y="67762"/>
                  </a:cubicBezTo>
                  <a:cubicBezTo>
                    <a:pt x="244901" y="62459"/>
                    <a:pt x="246014" y="59294"/>
                    <a:pt x="248152" y="55530"/>
                  </a:cubicBezTo>
                  <a:cubicBezTo>
                    <a:pt x="250291" y="51766"/>
                    <a:pt x="251830" y="44410"/>
                    <a:pt x="253969" y="34316"/>
                  </a:cubicBezTo>
                  <a:cubicBezTo>
                    <a:pt x="256107" y="24223"/>
                    <a:pt x="265089" y="2581"/>
                    <a:pt x="293744" y="357"/>
                  </a:cubicBezTo>
                  <a:cubicBezTo>
                    <a:pt x="342075" y="-3321"/>
                    <a:pt x="369104" y="22084"/>
                    <a:pt x="371243" y="45436"/>
                  </a:cubicBezTo>
                  <a:cubicBezTo>
                    <a:pt x="373381" y="68789"/>
                    <a:pt x="364314" y="101721"/>
                    <a:pt x="357984" y="113355"/>
                  </a:cubicBezTo>
                  <a:cubicBezTo>
                    <a:pt x="352767" y="122935"/>
                    <a:pt x="352510" y="135339"/>
                    <a:pt x="352596" y="139530"/>
                  </a:cubicBezTo>
                  <a:lnTo>
                    <a:pt x="354221" y="139701"/>
                  </a:lnTo>
                  <a:cubicBezTo>
                    <a:pt x="354221" y="139701"/>
                    <a:pt x="357898" y="145347"/>
                    <a:pt x="358412" y="148084"/>
                  </a:cubicBezTo>
                  <a:cubicBezTo>
                    <a:pt x="359865" y="147571"/>
                    <a:pt x="361150" y="147656"/>
                    <a:pt x="363031" y="149624"/>
                  </a:cubicBezTo>
                  <a:cubicBezTo>
                    <a:pt x="365855" y="152446"/>
                    <a:pt x="378600" y="164850"/>
                    <a:pt x="381422" y="166560"/>
                  </a:cubicBezTo>
                  <a:cubicBezTo>
                    <a:pt x="384245" y="168357"/>
                    <a:pt x="380739" y="170068"/>
                    <a:pt x="389207" y="170495"/>
                  </a:cubicBezTo>
                  <a:cubicBezTo>
                    <a:pt x="397675" y="170837"/>
                    <a:pt x="431634" y="183583"/>
                    <a:pt x="444380" y="189913"/>
                  </a:cubicBezTo>
                  <a:cubicBezTo>
                    <a:pt x="457125" y="196243"/>
                    <a:pt x="460289" y="197355"/>
                    <a:pt x="462770" y="198723"/>
                  </a:cubicBezTo>
                  <a:cubicBezTo>
                    <a:pt x="465251" y="200092"/>
                    <a:pt x="474062" y="213265"/>
                    <a:pt x="477654" y="219253"/>
                  </a:cubicBezTo>
                  <a:cubicBezTo>
                    <a:pt x="481162" y="225240"/>
                    <a:pt x="484412" y="234479"/>
                    <a:pt x="485439" y="243289"/>
                  </a:cubicBezTo>
                  <a:cubicBezTo>
                    <a:pt x="486464" y="252100"/>
                    <a:pt x="484412" y="253212"/>
                    <a:pt x="486464" y="257403"/>
                  </a:cubicBezTo>
                  <a:cubicBezTo>
                    <a:pt x="488603" y="261680"/>
                    <a:pt x="488603" y="264503"/>
                    <a:pt x="487832" y="273656"/>
                  </a:cubicBezTo>
                  <a:cubicBezTo>
                    <a:pt x="487149" y="282894"/>
                    <a:pt x="486036" y="288112"/>
                    <a:pt x="487492" y="293073"/>
                  </a:cubicBezTo>
                  <a:cubicBezTo>
                    <a:pt x="488945" y="298035"/>
                    <a:pt x="489971" y="298377"/>
                    <a:pt x="491769" y="304023"/>
                  </a:cubicBezTo>
                  <a:lnTo>
                    <a:pt x="491769" y="304023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133D42A3-C05C-F3AD-25CA-6DC3981B61C7}"/>
                </a:ext>
              </a:extLst>
            </p:cNvPr>
            <p:cNvSpPr/>
            <p:nvPr/>
          </p:nvSpPr>
          <p:spPr>
            <a:xfrm>
              <a:off x="6558191" y="2379013"/>
              <a:ext cx="485950" cy="1250714"/>
            </a:xfrm>
            <a:custGeom>
              <a:avLst/>
              <a:gdLst>
                <a:gd name="connsiteX0" fmla="*/ 204439 w 485950"/>
                <a:gd name="connsiteY0" fmla="*/ 1214019 h 1250714"/>
                <a:gd name="connsiteX1" fmla="*/ 218126 w 485950"/>
                <a:gd name="connsiteY1" fmla="*/ 1198108 h 1250714"/>
                <a:gd name="connsiteX2" fmla="*/ 219579 w 485950"/>
                <a:gd name="connsiteY2" fmla="*/ 1194345 h 1250714"/>
                <a:gd name="connsiteX3" fmla="*/ 224967 w 485950"/>
                <a:gd name="connsiteY3" fmla="*/ 1186903 h 1250714"/>
                <a:gd name="connsiteX4" fmla="*/ 228561 w 485950"/>
                <a:gd name="connsiteY4" fmla="*/ 1177921 h 1250714"/>
                <a:gd name="connsiteX5" fmla="*/ 220605 w 485950"/>
                <a:gd name="connsiteY5" fmla="*/ 1168169 h 1250714"/>
                <a:gd name="connsiteX6" fmla="*/ 218980 w 485950"/>
                <a:gd name="connsiteY6" fmla="*/ 1165689 h 1250714"/>
                <a:gd name="connsiteX7" fmla="*/ 214874 w 485950"/>
                <a:gd name="connsiteY7" fmla="*/ 1159872 h 1250714"/>
                <a:gd name="connsiteX8" fmla="*/ 214874 w 485950"/>
                <a:gd name="connsiteY8" fmla="*/ 1157049 h 1250714"/>
                <a:gd name="connsiteX9" fmla="*/ 214874 w 485950"/>
                <a:gd name="connsiteY9" fmla="*/ 1157049 h 1250714"/>
                <a:gd name="connsiteX10" fmla="*/ 204096 w 485950"/>
                <a:gd name="connsiteY10" fmla="*/ 1188015 h 1250714"/>
                <a:gd name="connsiteX11" fmla="*/ 204439 w 485950"/>
                <a:gd name="connsiteY11" fmla="*/ 1214019 h 1250714"/>
                <a:gd name="connsiteX12" fmla="*/ 204439 w 485950"/>
                <a:gd name="connsiteY12" fmla="*/ 1214019 h 1250714"/>
                <a:gd name="connsiteX13" fmla="*/ 145758 w 485950"/>
                <a:gd name="connsiteY13" fmla="*/ 230229 h 1250714"/>
                <a:gd name="connsiteX14" fmla="*/ 147470 w 485950"/>
                <a:gd name="connsiteY14" fmla="*/ 229031 h 1250714"/>
                <a:gd name="connsiteX15" fmla="*/ 147470 w 485950"/>
                <a:gd name="connsiteY15" fmla="*/ 221247 h 1250714"/>
                <a:gd name="connsiteX16" fmla="*/ 145758 w 485950"/>
                <a:gd name="connsiteY16" fmla="*/ 230143 h 1250714"/>
                <a:gd name="connsiteX17" fmla="*/ 145758 w 485950"/>
                <a:gd name="connsiteY17" fmla="*/ 230143 h 1250714"/>
                <a:gd name="connsiteX18" fmla="*/ 12232 w 485950"/>
                <a:gd name="connsiteY18" fmla="*/ 684101 h 1250714"/>
                <a:gd name="connsiteX19" fmla="*/ 15055 w 485950"/>
                <a:gd name="connsiteY19" fmla="*/ 664855 h 1250714"/>
                <a:gd name="connsiteX20" fmla="*/ 13343 w 485950"/>
                <a:gd name="connsiteY20" fmla="*/ 649030 h 1250714"/>
                <a:gd name="connsiteX21" fmla="*/ 15224 w 485950"/>
                <a:gd name="connsiteY21" fmla="*/ 624395 h 1250714"/>
                <a:gd name="connsiteX22" fmla="*/ 27800 w 485950"/>
                <a:gd name="connsiteY22" fmla="*/ 529104 h 1250714"/>
                <a:gd name="connsiteX23" fmla="*/ 50296 w 485950"/>
                <a:gd name="connsiteY23" fmla="*/ 419100 h 1250714"/>
                <a:gd name="connsiteX24" fmla="*/ 68686 w 485950"/>
                <a:gd name="connsiteY24" fmla="*/ 351780 h 1250714"/>
                <a:gd name="connsiteX25" fmla="*/ 70056 w 485950"/>
                <a:gd name="connsiteY25" fmla="*/ 311491 h 1250714"/>
                <a:gd name="connsiteX26" fmla="*/ 79464 w 485950"/>
                <a:gd name="connsiteY26" fmla="*/ 282066 h 1250714"/>
                <a:gd name="connsiteX27" fmla="*/ 103587 w 485950"/>
                <a:gd name="connsiteY27" fmla="*/ 260167 h 1250714"/>
                <a:gd name="connsiteX28" fmla="*/ 147556 w 485950"/>
                <a:gd name="connsiteY28" fmla="*/ 221247 h 1250714"/>
                <a:gd name="connsiteX29" fmla="*/ 152430 w 485950"/>
                <a:gd name="connsiteY29" fmla="*/ 195500 h 1250714"/>
                <a:gd name="connsiteX30" fmla="*/ 152772 w 485950"/>
                <a:gd name="connsiteY30" fmla="*/ 195157 h 1250714"/>
                <a:gd name="connsiteX31" fmla="*/ 150805 w 485950"/>
                <a:gd name="connsiteY31" fmla="*/ 188742 h 1250714"/>
                <a:gd name="connsiteX32" fmla="*/ 133526 w 485950"/>
                <a:gd name="connsiteY32" fmla="*/ 186603 h 1250714"/>
                <a:gd name="connsiteX33" fmla="*/ 111201 w 485950"/>
                <a:gd name="connsiteY33" fmla="*/ 175056 h 1250714"/>
                <a:gd name="connsiteX34" fmla="*/ 111884 w 485950"/>
                <a:gd name="connsiteY34" fmla="*/ 163508 h 1250714"/>
                <a:gd name="connsiteX35" fmla="*/ 108292 w 485950"/>
                <a:gd name="connsiteY35" fmla="*/ 154099 h 1250714"/>
                <a:gd name="connsiteX36" fmla="*/ 104700 w 485950"/>
                <a:gd name="connsiteY36" fmla="*/ 146571 h 1250714"/>
                <a:gd name="connsiteX37" fmla="*/ 105383 w 485950"/>
                <a:gd name="connsiteY37" fmla="*/ 133227 h 1250714"/>
                <a:gd name="connsiteX38" fmla="*/ 91955 w 485950"/>
                <a:gd name="connsiteY38" fmla="*/ 133312 h 1250714"/>
                <a:gd name="connsiteX39" fmla="*/ 90243 w 485950"/>
                <a:gd name="connsiteY39" fmla="*/ 128094 h 1250714"/>
                <a:gd name="connsiteX40" fmla="*/ 100252 w 485950"/>
                <a:gd name="connsiteY40" fmla="*/ 100037 h 1250714"/>
                <a:gd name="connsiteX41" fmla="*/ 97343 w 485950"/>
                <a:gd name="connsiteY41" fmla="*/ 85581 h 1250714"/>
                <a:gd name="connsiteX42" fmla="*/ 104187 w 485950"/>
                <a:gd name="connsiteY42" fmla="*/ 55985 h 1250714"/>
                <a:gd name="connsiteX43" fmla="*/ 102391 w 485950"/>
                <a:gd name="connsiteY43" fmla="*/ 28526 h 1250714"/>
                <a:gd name="connsiteX44" fmla="*/ 108207 w 485950"/>
                <a:gd name="connsiteY44" fmla="*/ 18433 h 1250714"/>
                <a:gd name="connsiteX45" fmla="*/ 126256 w 485950"/>
                <a:gd name="connsiteY45" fmla="*/ 14070 h 1250714"/>
                <a:gd name="connsiteX46" fmla="*/ 145758 w 485950"/>
                <a:gd name="connsiteY46" fmla="*/ 5431 h 1250714"/>
                <a:gd name="connsiteX47" fmla="*/ 165261 w 485950"/>
                <a:gd name="connsiteY47" fmla="*/ 1068 h 1250714"/>
                <a:gd name="connsiteX48" fmla="*/ 183996 w 485950"/>
                <a:gd name="connsiteY48" fmla="*/ 10478 h 1250714"/>
                <a:gd name="connsiteX49" fmla="*/ 199134 w 485950"/>
                <a:gd name="connsiteY49" fmla="*/ 11932 h 1250714"/>
                <a:gd name="connsiteX50" fmla="*/ 209998 w 485950"/>
                <a:gd name="connsiteY50" fmla="*/ 19117 h 1250714"/>
                <a:gd name="connsiteX51" fmla="*/ 220093 w 485950"/>
                <a:gd name="connsiteY51" fmla="*/ 24848 h 1250714"/>
                <a:gd name="connsiteX52" fmla="*/ 233095 w 485950"/>
                <a:gd name="connsiteY52" fmla="*/ 34942 h 1250714"/>
                <a:gd name="connsiteX53" fmla="*/ 241050 w 485950"/>
                <a:gd name="connsiteY53" fmla="*/ 45720 h 1250714"/>
                <a:gd name="connsiteX54" fmla="*/ 243957 w 485950"/>
                <a:gd name="connsiteY54" fmla="*/ 57268 h 1250714"/>
                <a:gd name="connsiteX55" fmla="*/ 245412 w 485950"/>
                <a:gd name="connsiteY55" fmla="*/ 72408 h 1250714"/>
                <a:gd name="connsiteX56" fmla="*/ 245412 w 485950"/>
                <a:gd name="connsiteY56" fmla="*/ 91911 h 1250714"/>
                <a:gd name="connsiteX57" fmla="*/ 239596 w 485950"/>
                <a:gd name="connsiteY57" fmla="*/ 107822 h 1250714"/>
                <a:gd name="connsiteX58" fmla="*/ 235234 w 485950"/>
                <a:gd name="connsiteY58" fmla="*/ 122962 h 1250714"/>
                <a:gd name="connsiteX59" fmla="*/ 226594 w 485950"/>
                <a:gd name="connsiteY59" fmla="*/ 138873 h 1250714"/>
                <a:gd name="connsiteX60" fmla="*/ 223685 w 485950"/>
                <a:gd name="connsiteY60" fmla="*/ 149736 h 1250714"/>
                <a:gd name="connsiteX61" fmla="*/ 220776 w 485950"/>
                <a:gd name="connsiteY61" fmla="*/ 154099 h 1250714"/>
                <a:gd name="connsiteX62" fmla="*/ 223599 w 485950"/>
                <a:gd name="connsiteY62" fmla="*/ 164107 h 1250714"/>
                <a:gd name="connsiteX63" fmla="*/ 241135 w 485950"/>
                <a:gd name="connsiteY63" fmla="*/ 186176 h 1250714"/>
                <a:gd name="connsiteX64" fmla="*/ 297250 w 485950"/>
                <a:gd name="connsiteY64" fmla="*/ 207048 h 1250714"/>
                <a:gd name="connsiteX65" fmla="*/ 346521 w 485950"/>
                <a:gd name="connsiteY65" fmla="*/ 228860 h 1250714"/>
                <a:gd name="connsiteX66" fmla="*/ 352851 w 485950"/>
                <a:gd name="connsiteY66" fmla="*/ 247764 h 1250714"/>
                <a:gd name="connsiteX67" fmla="*/ 358410 w 485950"/>
                <a:gd name="connsiteY67" fmla="*/ 271202 h 1250714"/>
                <a:gd name="connsiteX68" fmla="*/ 373807 w 485950"/>
                <a:gd name="connsiteY68" fmla="*/ 323296 h 1250714"/>
                <a:gd name="connsiteX69" fmla="*/ 376886 w 485950"/>
                <a:gd name="connsiteY69" fmla="*/ 331764 h 1250714"/>
                <a:gd name="connsiteX70" fmla="*/ 388177 w 485950"/>
                <a:gd name="connsiteY70" fmla="*/ 364269 h 1250714"/>
                <a:gd name="connsiteX71" fmla="*/ 388177 w 485950"/>
                <a:gd name="connsiteY71" fmla="*/ 364440 h 1250714"/>
                <a:gd name="connsiteX72" fmla="*/ 427098 w 485950"/>
                <a:gd name="connsiteY72" fmla="*/ 443136 h 1250714"/>
                <a:gd name="connsiteX73" fmla="*/ 447030 w 485950"/>
                <a:gd name="connsiteY73" fmla="*/ 537914 h 1250714"/>
                <a:gd name="connsiteX74" fmla="*/ 459775 w 485950"/>
                <a:gd name="connsiteY74" fmla="*/ 585389 h 1250714"/>
                <a:gd name="connsiteX75" fmla="*/ 460287 w 485950"/>
                <a:gd name="connsiteY75" fmla="*/ 587100 h 1250714"/>
                <a:gd name="connsiteX76" fmla="*/ 469782 w 485950"/>
                <a:gd name="connsiteY76" fmla="*/ 621144 h 1250714"/>
                <a:gd name="connsiteX77" fmla="*/ 472946 w 485950"/>
                <a:gd name="connsiteY77" fmla="*/ 636798 h 1250714"/>
                <a:gd name="connsiteX78" fmla="*/ 467473 w 485950"/>
                <a:gd name="connsiteY78" fmla="*/ 634916 h 1250714"/>
                <a:gd name="connsiteX79" fmla="*/ 468926 w 485950"/>
                <a:gd name="connsiteY79" fmla="*/ 647747 h 1250714"/>
                <a:gd name="connsiteX80" fmla="*/ 466019 w 485950"/>
                <a:gd name="connsiteY80" fmla="*/ 654932 h 1250714"/>
                <a:gd name="connsiteX81" fmla="*/ 484581 w 485950"/>
                <a:gd name="connsiteY81" fmla="*/ 681279 h 1250714"/>
                <a:gd name="connsiteX82" fmla="*/ 484067 w 485950"/>
                <a:gd name="connsiteY82" fmla="*/ 688293 h 1250714"/>
                <a:gd name="connsiteX83" fmla="*/ 483467 w 485950"/>
                <a:gd name="connsiteY83" fmla="*/ 695307 h 1250714"/>
                <a:gd name="connsiteX84" fmla="*/ 481329 w 485950"/>
                <a:gd name="connsiteY84" fmla="*/ 703433 h 1250714"/>
                <a:gd name="connsiteX85" fmla="*/ 479704 w 485950"/>
                <a:gd name="connsiteY85" fmla="*/ 712672 h 1250714"/>
                <a:gd name="connsiteX86" fmla="*/ 478593 w 485950"/>
                <a:gd name="connsiteY86" fmla="*/ 727299 h 1250714"/>
                <a:gd name="connsiteX87" fmla="*/ 466702 w 485950"/>
                <a:gd name="connsiteY87" fmla="*/ 742439 h 1250714"/>
                <a:gd name="connsiteX88" fmla="*/ 453188 w 485950"/>
                <a:gd name="connsiteY88" fmla="*/ 749453 h 1250714"/>
                <a:gd name="connsiteX89" fmla="*/ 449937 w 485950"/>
                <a:gd name="connsiteY89" fmla="*/ 743551 h 1250714"/>
                <a:gd name="connsiteX90" fmla="*/ 461828 w 485950"/>
                <a:gd name="connsiteY90" fmla="*/ 729523 h 1250714"/>
                <a:gd name="connsiteX91" fmla="*/ 450450 w 485950"/>
                <a:gd name="connsiteY91" fmla="*/ 715152 h 1250714"/>
                <a:gd name="connsiteX92" fmla="*/ 456438 w 485950"/>
                <a:gd name="connsiteY92" fmla="*/ 728924 h 1250714"/>
                <a:gd name="connsiteX93" fmla="*/ 450450 w 485950"/>
                <a:gd name="connsiteY93" fmla="*/ 737564 h 1250714"/>
                <a:gd name="connsiteX94" fmla="*/ 445060 w 485950"/>
                <a:gd name="connsiteY94" fmla="*/ 734313 h 1250714"/>
                <a:gd name="connsiteX95" fmla="*/ 437191 w 485950"/>
                <a:gd name="connsiteY95" fmla="*/ 723022 h 1250714"/>
                <a:gd name="connsiteX96" fmla="*/ 426756 w 485950"/>
                <a:gd name="connsiteY96" fmla="*/ 705315 h 1250714"/>
                <a:gd name="connsiteX97" fmla="*/ 422308 w 485950"/>
                <a:gd name="connsiteY97" fmla="*/ 688207 h 1250714"/>
                <a:gd name="connsiteX98" fmla="*/ 425302 w 485950"/>
                <a:gd name="connsiteY98" fmla="*/ 660578 h 1250714"/>
                <a:gd name="connsiteX99" fmla="*/ 423421 w 485950"/>
                <a:gd name="connsiteY99" fmla="*/ 660749 h 1250714"/>
                <a:gd name="connsiteX100" fmla="*/ 417431 w 485950"/>
                <a:gd name="connsiteY100" fmla="*/ 660749 h 1250714"/>
                <a:gd name="connsiteX101" fmla="*/ 415721 w 485950"/>
                <a:gd name="connsiteY101" fmla="*/ 650570 h 1250714"/>
                <a:gd name="connsiteX102" fmla="*/ 411529 w 485950"/>
                <a:gd name="connsiteY102" fmla="*/ 648859 h 1250714"/>
                <a:gd name="connsiteX103" fmla="*/ 395706 w 485950"/>
                <a:gd name="connsiteY103" fmla="*/ 604293 h 1250714"/>
                <a:gd name="connsiteX104" fmla="*/ 389034 w 485950"/>
                <a:gd name="connsiteY104" fmla="*/ 571104 h 1250714"/>
                <a:gd name="connsiteX105" fmla="*/ 369102 w 485950"/>
                <a:gd name="connsiteY105" fmla="*/ 535091 h 1250714"/>
                <a:gd name="connsiteX106" fmla="*/ 350113 w 485950"/>
                <a:gd name="connsiteY106" fmla="*/ 491466 h 1250714"/>
                <a:gd name="connsiteX107" fmla="*/ 330181 w 485950"/>
                <a:gd name="connsiteY107" fmla="*/ 449723 h 1250714"/>
                <a:gd name="connsiteX108" fmla="*/ 323509 w 485950"/>
                <a:gd name="connsiteY108" fmla="*/ 429792 h 1250714"/>
                <a:gd name="connsiteX109" fmla="*/ 314015 w 485950"/>
                <a:gd name="connsiteY109" fmla="*/ 447841 h 1250714"/>
                <a:gd name="connsiteX110" fmla="*/ 313844 w 485950"/>
                <a:gd name="connsiteY110" fmla="*/ 472477 h 1250714"/>
                <a:gd name="connsiteX111" fmla="*/ 315469 w 485950"/>
                <a:gd name="connsiteY111" fmla="*/ 480261 h 1250714"/>
                <a:gd name="connsiteX112" fmla="*/ 319660 w 485950"/>
                <a:gd name="connsiteY112" fmla="*/ 509515 h 1250714"/>
                <a:gd name="connsiteX113" fmla="*/ 314015 w 485950"/>
                <a:gd name="connsiteY113" fmla="*/ 543645 h 1250714"/>
                <a:gd name="connsiteX114" fmla="*/ 314955 w 485950"/>
                <a:gd name="connsiteY114" fmla="*/ 628928 h 1250714"/>
                <a:gd name="connsiteX115" fmla="*/ 307343 w 485950"/>
                <a:gd name="connsiteY115" fmla="*/ 654505 h 1250714"/>
                <a:gd name="connsiteX116" fmla="*/ 300756 w 485950"/>
                <a:gd name="connsiteY116" fmla="*/ 659894 h 1250714"/>
                <a:gd name="connsiteX117" fmla="*/ 290149 w 485950"/>
                <a:gd name="connsiteY117" fmla="*/ 712928 h 1250714"/>
                <a:gd name="connsiteX118" fmla="*/ 287069 w 485950"/>
                <a:gd name="connsiteY118" fmla="*/ 727299 h 1250714"/>
                <a:gd name="connsiteX119" fmla="*/ 274495 w 485950"/>
                <a:gd name="connsiteY119" fmla="*/ 808476 h 1250714"/>
                <a:gd name="connsiteX120" fmla="*/ 272185 w 485950"/>
                <a:gd name="connsiteY120" fmla="*/ 849620 h 1250714"/>
                <a:gd name="connsiteX121" fmla="*/ 257901 w 485950"/>
                <a:gd name="connsiteY121" fmla="*/ 971514 h 1250714"/>
                <a:gd name="connsiteX122" fmla="*/ 270132 w 485950"/>
                <a:gd name="connsiteY122" fmla="*/ 1020614 h 1250714"/>
                <a:gd name="connsiteX123" fmla="*/ 314869 w 485950"/>
                <a:gd name="connsiteY123" fmla="*/ 1190837 h 1250714"/>
                <a:gd name="connsiteX124" fmla="*/ 319232 w 485950"/>
                <a:gd name="connsiteY124" fmla="*/ 1205978 h 1250714"/>
                <a:gd name="connsiteX125" fmla="*/ 322141 w 485950"/>
                <a:gd name="connsiteY125" fmla="*/ 1221888 h 1250714"/>
                <a:gd name="connsiteX126" fmla="*/ 279543 w 485950"/>
                <a:gd name="connsiteY126" fmla="*/ 1235575 h 1250714"/>
                <a:gd name="connsiteX127" fmla="*/ 261493 w 485950"/>
                <a:gd name="connsiteY127" fmla="*/ 1231298 h 1250714"/>
                <a:gd name="connsiteX128" fmla="*/ 209572 w 485950"/>
                <a:gd name="connsiteY128" fmla="*/ 1248577 h 1250714"/>
                <a:gd name="connsiteX129" fmla="*/ 138916 w 485950"/>
                <a:gd name="connsiteY129" fmla="*/ 1250715 h 1250714"/>
                <a:gd name="connsiteX130" fmla="*/ 128052 w 485950"/>
                <a:gd name="connsiteY130" fmla="*/ 1243530 h 1250714"/>
                <a:gd name="connsiteX131" fmla="*/ 63812 w 485950"/>
                <a:gd name="connsiteY131" fmla="*/ 1234890 h 1250714"/>
                <a:gd name="connsiteX132" fmla="*/ 42855 w 485950"/>
                <a:gd name="connsiteY132" fmla="*/ 1216841 h 1250714"/>
                <a:gd name="connsiteX133" fmla="*/ 50211 w 485950"/>
                <a:gd name="connsiteY133" fmla="*/ 1202385 h 1250714"/>
                <a:gd name="connsiteX134" fmla="*/ 86137 w 485950"/>
                <a:gd name="connsiteY134" fmla="*/ 1202385 h 1250714"/>
                <a:gd name="connsiteX135" fmla="*/ 103416 w 485950"/>
                <a:gd name="connsiteY135" fmla="*/ 1183652 h 1250714"/>
                <a:gd name="connsiteX136" fmla="*/ 128650 w 485950"/>
                <a:gd name="connsiteY136" fmla="*/ 1130276 h 1250714"/>
                <a:gd name="connsiteX137" fmla="*/ 140198 w 485950"/>
                <a:gd name="connsiteY137" fmla="*/ 1082630 h 1250714"/>
                <a:gd name="connsiteX138" fmla="*/ 158248 w 485950"/>
                <a:gd name="connsiteY138" fmla="*/ 1021298 h 1250714"/>
                <a:gd name="connsiteX139" fmla="*/ 165432 w 485950"/>
                <a:gd name="connsiteY139" fmla="*/ 961421 h 1250714"/>
                <a:gd name="connsiteX140" fmla="*/ 164749 w 485950"/>
                <a:gd name="connsiteY140" fmla="*/ 942687 h 1250714"/>
                <a:gd name="connsiteX141" fmla="*/ 155339 w 485950"/>
                <a:gd name="connsiteY141" fmla="*/ 900858 h 1250714"/>
                <a:gd name="connsiteX142" fmla="*/ 129335 w 485950"/>
                <a:gd name="connsiteY142" fmla="*/ 826525 h 1250714"/>
                <a:gd name="connsiteX143" fmla="*/ 101877 w 485950"/>
                <a:gd name="connsiteY143" fmla="*/ 680081 h 1250714"/>
                <a:gd name="connsiteX144" fmla="*/ 95889 w 485950"/>
                <a:gd name="connsiteY144" fmla="*/ 639621 h 1250714"/>
                <a:gd name="connsiteX145" fmla="*/ 93323 w 485950"/>
                <a:gd name="connsiteY145" fmla="*/ 630810 h 1250714"/>
                <a:gd name="connsiteX146" fmla="*/ 93152 w 485950"/>
                <a:gd name="connsiteY146" fmla="*/ 610965 h 1250714"/>
                <a:gd name="connsiteX147" fmla="*/ 93152 w 485950"/>
                <a:gd name="connsiteY147" fmla="*/ 608655 h 1250714"/>
                <a:gd name="connsiteX148" fmla="*/ 95033 w 485950"/>
                <a:gd name="connsiteY148" fmla="*/ 570676 h 1250714"/>
                <a:gd name="connsiteX149" fmla="*/ 98968 w 485950"/>
                <a:gd name="connsiteY149" fmla="*/ 542705 h 1250714"/>
                <a:gd name="connsiteX150" fmla="*/ 98711 w 485950"/>
                <a:gd name="connsiteY150" fmla="*/ 542876 h 1250714"/>
                <a:gd name="connsiteX151" fmla="*/ 92210 w 485950"/>
                <a:gd name="connsiteY151" fmla="*/ 559641 h 1250714"/>
                <a:gd name="connsiteX152" fmla="*/ 91527 w 485950"/>
                <a:gd name="connsiteY152" fmla="*/ 561266 h 1250714"/>
                <a:gd name="connsiteX153" fmla="*/ 80321 w 485950"/>
                <a:gd name="connsiteY153" fmla="*/ 596766 h 1250714"/>
                <a:gd name="connsiteX154" fmla="*/ 71767 w 485950"/>
                <a:gd name="connsiteY154" fmla="*/ 638252 h 1250714"/>
                <a:gd name="connsiteX155" fmla="*/ 71767 w 485950"/>
                <a:gd name="connsiteY155" fmla="*/ 638252 h 1250714"/>
                <a:gd name="connsiteX156" fmla="*/ 66719 w 485950"/>
                <a:gd name="connsiteY156" fmla="*/ 663144 h 1250714"/>
                <a:gd name="connsiteX157" fmla="*/ 62528 w 485950"/>
                <a:gd name="connsiteY157" fmla="*/ 678798 h 1250714"/>
                <a:gd name="connsiteX158" fmla="*/ 54916 w 485950"/>
                <a:gd name="connsiteY158" fmla="*/ 678798 h 1250714"/>
                <a:gd name="connsiteX159" fmla="*/ 54231 w 485950"/>
                <a:gd name="connsiteY159" fmla="*/ 675462 h 1250714"/>
                <a:gd name="connsiteX160" fmla="*/ 53803 w 485950"/>
                <a:gd name="connsiteY160" fmla="*/ 689576 h 1250714"/>
                <a:gd name="connsiteX161" fmla="*/ 52263 w 485950"/>
                <a:gd name="connsiteY161" fmla="*/ 691458 h 1250714"/>
                <a:gd name="connsiteX162" fmla="*/ 50553 w 485950"/>
                <a:gd name="connsiteY162" fmla="*/ 699670 h 1250714"/>
                <a:gd name="connsiteX163" fmla="*/ 47644 w 485950"/>
                <a:gd name="connsiteY163" fmla="*/ 708309 h 1250714"/>
                <a:gd name="connsiteX164" fmla="*/ 46191 w 485950"/>
                <a:gd name="connsiteY164" fmla="*/ 727812 h 1250714"/>
                <a:gd name="connsiteX165" fmla="*/ 49100 w 485950"/>
                <a:gd name="connsiteY165" fmla="*/ 739360 h 1250714"/>
                <a:gd name="connsiteX166" fmla="*/ 59193 w 485950"/>
                <a:gd name="connsiteY166" fmla="*/ 740044 h 1250714"/>
                <a:gd name="connsiteX167" fmla="*/ 58508 w 485950"/>
                <a:gd name="connsiteY167" fmla="*/ 742953 h 1250714"/>
                <a:gd name="connsiteX168" fmla="*/ 59193 w 485950"/>
                <a:gd name="connsiteY168" fmla="*/ 750908 h 1250714"/>
                <a:gd name="connsiteX169" fmla="*/ 44737 w 485950"/>
                <a:gd name="connsiteY169" fmla="*/ 755270 h 1250714"/>
                <a:gd name="connsiteX170" fmla="*/ 29596 w 485950"/>
                <a:gd name="connsiteY170" fmla="*/ 755270 h 1250714"/>
                <a:gd name="connsiteX171" fmla="*/ 32503 w 485950"/>
                <a:gd name="connsiteY171" fmla="*/ 768957 h 1250714"/>
                <a:gd name="connsiteX172" fmla="*/ 6501 w 485950"/>
                <a:gd name="connsiteY172" fmla="*/ 746631 h 1250714"/>
                <a:gd name="connsiteX173" fmla="*/ 2907 w 485950"/>
                <a:gd name="connsiteY173" fmla="*/ 730036 h 1250714"/>
                <a:gd name="connsiteX174" fmla="*/ 0 w 485950"/>
                <a:gd name="connsiteY174" fmla="*/ 709849 h 1250714"/>
                <a:gd name="connsiteX175" fmla="*/ 11547 w 485950"/>
                <a:gd name="connsiteY175" fmla="*/ 684272 h 1250714"/>
                <a:gd name="connsiteX176" fmla="*/ 11547 w 485950"/>
                <a:gd name="connsiteY176" fmla="*/ 684272 h 1250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</a:cxnLst>
              <a:rect l="l" t="t" r="r" b="b"/>
              <a:pathLst>
                <a:path w="485950" h="1250714">
                  <a:moveTo>
                    <a:pt x="204439" y="1214019"/>
                  </a:moveTo>
                  <a:cubicBezTo>
                    <a:pt x="204439" y="1214019"/>
                    <a:pt x="216328" y="1200674"/>
                    <a:pt x="218126" y="1198108"/>
                  </a:cubicBezTo>
                  <a:cubicBezTo>
                    <a:pt x="219922" y="1195542"/>
                    <a:pt x="219579" y="1194345"/>
                    <a:pt x="219579" y="1194345"/>
                  </a:cubicBezTo>
                  <a:cubicBezTo>
                    <a:pt x="219579" y="1194345"/>
                    <a:pt x="223171" y="1190153"/>
                    <a:pt x="224967" y="1186903"/>
                  </a:cubicBezTo>
                  <a:cubicBezTo>
                    <a:pt x="226765" y="1183652"/>
                    <a:pt x="230357" y="1181171"/>
                    <a:pt x="228561" y="1177921"/>
                  </a:cubicBezTo>
                  <a:cubicBezTo>
                    <a:pt x="226765" y="1174671"/>
                    <a:pt x="222829" y="1171762"/>
                    <a:pt x="220605" y="1168169"/>
                  </a:cubicBezTo>
                  <a:lnTo>
                    <a:pt x="218980" y="1165689"/>
                  </a:lnTo>
                  <a:cubicBezTo>
                    <a:pt x="217184" y="1163037"/>
                    <a:pt x="215474" y="1160557"/>
                    <a:pt x="214874" y="1159872"/>
                  </a:cubicBezTo>
                  <a:cubicBezTo>
                    <a:pt x="213934" y="1158931"/>
                    <a:pt x="214104" y="1158589"/>
                    <a:pt x="214874" y="1157049"/>
                  </a:cubicBezTo>
                  <a:lnTo>
                    <a:pt x="214874" y="1157049"/>
                  </a:lnTo>
                  <a:cubicBezTo>
                    <a:pt x="214874" y="1157049"/>
                    <a:pt x="204096" y="1175697"/>
                    <a:pt x="204096" y="1188015"/>
                  </a:cubicBezTo>
                  <a:cubicBezTo>
                    <a:pt x="204096" y="1200332"/>
                    <a:pt x="204439" y="1214019"/>
                    <a:pt x="204439" y="1214019"/>
                  </a:cubicBezTo>
                  <a:lnTo>
                    <a:pt x="204439" y="1214019"/>
                  </a:lnTo>
                  <a:close/>
                  <a:moveTo>
                    <a:pt x="145758" y="230229"/>
                  </a:moveTo>
                  <a:lnTo>
                    <a:pt x="147470" y="229031"/>
                  </a:lnTo>
                  <a:cubicBezTo>
                    <a:pt x="147299" y="226551"/>
                    <a:pt x="147299" y="223899"/>
                    <a:pt x="147470" y="221247"/>
                  </a:cubicBezTo>
                  <a:cubicBezTo>
                    <a:pt x="147470" y="221418"/>
                    <a:pt x="146699" y="225096"/>
                    <a:pt x="145758" y="230143"/>
                  </a:cubicBezTo>
                  <a:lnTo>
                    <a:pt x="145758" y="230143"/>
                  </a:lnTo>
                  <a:close/>
                  <a:moveTo>
                    <a:pt x="12232" y="684101"/>
                  </a:moveTo>
                  <a:cubicBezTo>
                    <a:pt x="12232" y="684101"/>
                    <a:pt x="14113" y="674008"/>
                    <a:pt x="15055" y="664855"/>
                  </a:cubicBezTo>
                  <a:cubicBezTo>
                    <a:pt x="14456" y="660236"/>
                    <a:pt x="13599" y="653393"/>
                    <a:pt x="13343" y="649030"/>
                  </a:cubicBezTo>
                  <a:cubicBezTo>
                    <a:pt x="12831" y="641930"/>
                    <a:pt x="14284" y="631495"/>
                    <a:pt x="15224" y="624395"/>
                  </a:cubicBezTo>
                  <a:cubicBezTo>
                    <a:pt x="16166" y="617295"/>
                    <a:pt x="24977" y="548521"/>
                    <a:pt x="27800" y="529104"/>
                  </a:cubicBezTo>
                  <a:cubicBezTo>
                    <a:pt x="30622" y="509686"/>
                    <a:pt x="45163" y="443308"/>
                    <a:pt x="50296" y="419100"/>
                  </a:cubicBezTo>
                  <a:cubicBezTo>
                    <a:pt x="55429" y="394892"/>
                    <a:pt x="68686" y="364098"/>
                    <a:pt x="68686" y="351780"/>
                  </a:cubicBezTo>
                  <a:cubicBezTo>
                    <a:pt x="68686" y="339463"/>
                    <a:pt x="68686" y="319104"/>
                    <a:pt x="70056" y="311491"/>
                  </a:cubicBezTo>
                  <a:cubicBezTo>
                    <a:pt x="71424" y="303878"/>
                    <a:pt x="79464" y="286343"/>
                    <a:pt x="79464" y="282066"/>
                  </a:cubicBezTo>
                  <a:cubicBezTo>
                    <a:pt x="79464" y="282066"/>
                    <a:pt x="93152" y="269748"/>
                    <a:pt x="103587" y="260167"/>
                  </a:cubicBezTo>
                  <a:cubicBezTo>
                    <a:pt x="114023" y="250672"/>
                    <a:pt x="146614" y="227919"/>
                    <a:pt x="147556" y="221247"/>
                  </a:cubicBezTo>
                  <a:cubicBezTo>
                    <a:pt x="148324" y="208502"/>
                    <a:pt x="152430" y="195500"/>
                    <a:pt x="152430" y="195500"/>
                  </a:cubicBezTo>
                  <a:lnTo>
                    <a:pt x="152772" y="195157"/>
                  </a:lnTo>
                  <a:cubicBezTo>
                    <a:pt x="152687" y="192335"/>
                    <a:pt x="152173" y="189768"/>
                    <a:pt x="150805" y="188742"/>
                  </a:cubicBezTo>
                  <a:cubicBezTo>
                    <a:pt x="147896" y="186603"/>
                    <a:pt x="145758" y="183011"/>
                    <a:pt x="133526" y="186603"/>
                  </a:cubicBezTo>
                  <a:cubicBezTo>
                    <a:pt x="121294" y="190196"/>
                    <a:pt x="110431" y="179333"/>
                    <a:pt x="111201" y="175056"/>
                  </a:cubicBezTo>
                  <a:cubicBezTo>
                    <a:pt x="111884" y="170693"/>
                    <a:pt x="114108" y="165646"/>
                    <a:pt x="111884" y="163508"/>
                  </a:cubicBezTo>
                  <a:cubicBezTo>
                    <a:pt x="109746" y="161369"/>
                    <a:pt x="106068" y="156322"/>
                    <a:pt x="108292" y="154099"/>
                  </a:cubicBezTo>
                  <a:cubicBezTo>
                    <a:pt x="110431" y="151960"/>
                    <a:pt x="106839" y="149394"/>
                    <a:pt x="104700" y="146571"/>
                  </a:cubicBezTo>
                  <a:cubicBezTo>
                    <a:pt x="102562" y="143663"/>
                    <a:pt x="104700" y="135365"/>
                    <a:pt x="105383" y="133227"/>
                  </a:cubicBezTo>
                  <a:cubicBezTo>
                    <a:pt x="106068" y="131088"/>
                    <a:pt x="94179" y="135536"/>
                    <a:pt x="91955" y="133312"/>
                  </a:cubicBezTo>
                  <a:cubicBezTo>
                    <a:pt x="89817" y="131174"/>
                    <a:pt x="89560" y="130233"/>
                    <a:pt x="90243" y="128094"/>
                  </a:cubicBezTo>
                  <a:cubicBezTo>
                    <a:pt x="90928" y="125956"/>
                    <a:pt x="103159" y="102946"/>
                    <a:pt x="100252" y="100037"/>
                  </a:cubicBezTo>
                  <a:cubicBezTo>
                    <a:pt x="97343" y="97129"/>
                    <a:pt x="96658" y="92082"/>
                    <a:pt x="97343" y="85581"/>
                  </a:cubicBezTo>
                  <a:cubicBezTo>
                    <a:pt x="98028" y="79080"/>
                    <a:pt x="98456" y="61031"/>
                    <a:pt x="104187" y="55985"/>
                  </a:cubicBezTo>
                  <a:cubicBezTo>
                    <a:pt x="111287" y="49826"/>
                    <a:pt x="101706" y="31435"/>
                    <a:pt x="102391" y="28526"/>
                  </a:cubicBezTo>
                  <a:cubicBezTo>
                    <a:pt x="103073" y="25618"/>
                    <a:pt x="103073" y="20571"/>
                    <a:pt x="108207" y="18433"/>
                  </a:cubicBezTo>
                  <a:cubicBezTo>
                    <a:pt x="113254" y="16294"/>
                    <a:pt x="120438" y="14840"/>
                    <a:pt x="126256" y="14070"/>
                  </a:cubicBezTo>
                  <a:cubicBezTo>
                    <a:pt x="132073" y="13386"/>
                    <a:pt x="142851" y="6885"/>
                    <a:pt x="145758" y="5431"/>
                  </a:cubicBezTo>
                  <a:cubicBezTo>
                    <a:pt x="148667" y="3977"/>
                    <a:pt x="157991" y="-2524"/>
                    <a:pt x="165261" y="1068"/>
                  </a:cubicBezTo>
                  <a:cubicBezTo>
                    <a:pt x="172447" y="4661"/>
                    <a:pt x="176810" y="9708"/>
                    <a:pt x="183996" y="10478"/>
                  </a:cubicBezTo>
                  <a:cubicBezTo>
                    <a:pt x="191180" y="11247"/>
                    <a:pt x="190495" y="8339"/>
                    <a:pt x="199134" y="11932"/>
                  </a:cubicBezTo>
                  <a:cubicBezTo>
                    <a:pt x="207774" y="15524"/>
                    <a:pt x="204867" y="14840"/>
                    <a:pt x="209998" y="19117"/>
                  </a:cubicBezTo>
                  <a:cubicBezTo>
                    <a:pt x="215045" y="23480"/>
                    <a:pt x="212907" y="24164"/>
                    <a:pt x="220093" y="24848"/>
                  </a:cubicBezTo>
                  <a:cubicBezTo>
                    <a:pt x="227277" y="25533"/>
                    <a:pt x="229501" y="29211"/>
                    <a:pt x="233095" y="34942"/>
                  </a:cubicBezTo>
                  <a:cubicBezTo>
                    <a:pt x="236687" y="40673"/>
                    <a:pt x="238141" y="42127"/>
                    <a:pt x="241050" y="45720"/>
                  </a:cubicBezTo>
                  <a:cubicBezTo>
                    <a:pt x="243957" y="49313"/>
                    <a:pt x="243188" y="50082"/>
                    <a:pt x="243957" y="57268"/>
                  </a:cubicBezTo>
                  <a:cubicBezTo>
                    <a:pt x="244642" y="64453"/>
                    <a:pt x="244642" y="65223"/>
                    <a:pt x="245412" y="72408"/>
                  </a:cubicBezTo>
                  <a:cubicBezTo>
                    <a:pt x="246095" y="79593"/>
                    <a:pt x="247551" y="84640"/>
                    <a:pt x="245412" y="91911"/>
                  </a:cubicBezTo>
                  <a:cubicBezTo>
                    <a:pt x="243274" y="99096"/>
                    <a:pt x="241050" y="98412"/>
                    <a:pt x="239596" y="107822"/>
                  </a:cubicBezTo>
                  <a:cubicBezTo>
                    <a:pt x="238141" y="117145"/>
                    <a:pt x="241735" y="112868"/>
                    <a:pt x="235234" y="122962"/>
                  </a:cubicBezTo>
                  <a:cubicBezTo>
                    <a:pt x="228733" y="133056"/>
                    <a:pt x="227277" y="130917"/>
                    <a:pt x="226594" y="138873"/>
                  </a:cubicBezTo>
                  <a:cubicBezTo>
                    <a:pt x="225909" y="146828"/>
                    <a:pt x="226594" y="145373"/>
                    <a:pt x="223685" y="149736"/>
                  </a:cubicBezTo>
                  <a:cubicBezTo>
                    <a:pt x="220776" y="154099"/>
                    <a:pt x="222232" y="150420"/>
                    <a:pt x="220776" y="154099"/>
                  </a:cubicBezTo>
                  <a:cubicBezTo>
                    <a:pt x="219408" y="157520"/>
                    <a:pt x="223257" y="163508"/>
                    <a:pt x="223599" y="164107"/>
                  </a:cubicBezTo>
                  <a:cubicBezTo>
                    <a:pt x="234121" y="167528"/>
                    <a:pt x="237884" y="183866"/>
                    <a:pt x="241135" y="186176"/>
                  </a:cubicBezTo>
                  <a:cubicBezTo>
                    <a:pt x="241135" y="186176"/>
                    <a:pt x="280228" y="202257"/>
                    <a:pt x="297250" y="207048"/>
                  </a:cubicBezTo>
                  <a:cubicBezTo>
                    <a:pt x="314358" y="211752"/>
                    <a:pt x="339934" y="223129"/>
                    <a:pt x="346521" y="228860"/>
                  </a:cubicBezTo>
                  <a:cubicBezTo>
                    <a:pt x="352337" y="233821"/>
                    <a:pt x="352337" y="241007"/>
                    <a:pt x="352851" y="247764"/>
                  </a:cubicBezTo>
                  <a:cubicBezTo>
                    <a:pt x="357042" y="255805"/>
                    <a:pt x="356271" y="259911"/>
                    <a:pt x="358410" y="271202"/>
                  </a:cubicBezTo>
                  <a:cubicBezTo>
                    <a:pt x="362430" y="285744"/>
                    <a:pt x="368246" y="305589"/>
                    <a:pt x="373807" y="323296"/>
                  </a:cubicBezTo>
                  <a:cubicBezTo>
                    <a:pt x="374833" y="326033"/>
                    <a:pt x="375775" y="328856"/>
                    <a:pt x="376886" y="331764"/>
                  </a:cubicBezTo>
                  <a:cubicBezTo>
                    <a:pt x="383986" y="351181"/>
                    <a:pt x="382789" y="348615"/>
                    <a:pt x="388177" y="364269"/>
                  </a:cubicBezTo>
                  <a:lnTo>
                    <a:pt x="388177" y="364440"/>
                  </a:lnTo>
                  <a:cubicBezTo>
                    <a:pt x="394850" y="375817"/>
                    <a:pt x="421451" y="436464"/>
                    <a:pt x="427098" y="443136"/>
                  </a:cubicBezTo>
                  <a:cubicBezTo>
                    <a:pt x="432743" y="449808"/>
                    <a:pt x="444121" y="525597"/>
                    <a:pt x="447030" y="537914"/>
                  </a:cubicBezTo>
                  <a:cubicBezTo>
                    <a:pt x="448483" y="544244"/>
                    <a:pt x="454385" y="565800"/>
                    <a:pt x="459775" y="585389"/>
                  </a:cubicBezTo>
                  <a:lnTo>
                    <a:pt x="460287" y="587100"/>
                  </a:lnTo>
                  <a:cubicBezTo>
                    <a:pt x="465334" y="605234"/>
                    <a:pt x="469782" y="621144"/>
                    <a:pt x="469782" y="621144"/>
                  </a:cubicBezTo>
                  <a:lnTo>
                    <a:pt x="472946" y="636798"/>
                  </a:lnTo>
                  <a:cubicBezTo>
                    <a:pt x="472946" y="636798"/>
                    <a:pt x="470893" y="635943"/>
                    <a:pt x="467473" y="634916"/>
                  </a:cubicBezTo>
                  <a:cubicBezTo>
                    <a:pt x="468329" y="641161"/>
                    <a:pt x="468926" y="646122"/>
                    <a:pt x="468926" y="647747"/>
                  </a:cubicBezTo>
                  <a:cubicBezTo>
                    <a:pt x="468926" y="651767"/>
                    <a:pt x="466873" y="654163"/>
                    <a:pt x="466019" y="654932"/>
                  </a:cubicBezTo>
                  <a:cubicBezTo>
                    <a:pt x="471664" y="660492"/>
                    <a:pt x="482785" y="677600"/>
                    <a:pt x="484581" y="681279"/>
                  </a:cubicBezTo>
                  <a:cubicBezTo>
                    <a:pt x="486719" y="685641"/>
                    <a:pt x="486205" y="686154"/>
                    <a:pt x="484067" y="688293"/>
                  </a:cubicBezTo>
                  <a:cubicBezTo>
                    <a:pt x="481843" y="690431"/>
                    <a:pt x="484067" y="692655"/>
                    <a:pt x="483467" y="695307"/>
                  </a:cubicBezTo>
                  <a:cubicBezTo>
                    <a:pt x="482956" y="698044"/>
                    <a:pt x="483467" y="701209"/>
                    <a:pt x="481329" y="703433"/>
                  </a:cubicBezTo>
                  <a:cubicBezTo>
                    <a:pt x="479190" y="705572"/>
                    <a:pt x="479190" y="707796"/>
                    <a:pt x="479704" y="712672"/>
                  </a:cubicBezTo>
                  <a:cubicBezTo>
                    <a:pt x="480218" y="717547"/>
                    <a:pt x="478593" y="722936"/>
                    <a:pt x="478593" y="727299"/>
                  </a:cubicBezTo>
                  <a:cubicBezTo>
                    <a:pt x="478593" y="731661"/>
                    <a:pt x="468841" y="738676"/>
                    <a:pt x="466702" y="742439"/>
                  </a:cubicBezTo>
                  <a:cubicBezTo>
                    <a:pt x="464564" y="746203"/>
                    <a:pt x="456951" y="748940"/>
                    <a:pt x="453188" y="749453"/>
                  </a:cubicBezTo>
                  <a:cubicBezTo>
                    <a:pt x="449423" y="749967"/>
                    <a:pt x="447199" y="747828"/>
                    <a:pt x="449937" y="743551"/>
                  </a:cubicBezTo>
                  <a:cubicBezTo>
                    <a:pt x="452674" y="739189"/>
                    <a:pt x="460201" y="733800"/>
                    <a:pt x="461828" y="729523"/>
                  </a:cubicBezTo>
                  <a:cubicBezTo>
                    <a:pt x="463453" y="725160"/>
                    <a:pt x="450450" y="715152"/>
                    <a:pt x="450450" y="715152"/>
                  </a:cubicBezTo>
                  <a:cubicBezTo>
                    <a:pt x="450450" y="715152"/>
                    <a:pt x="456438" y="725160"/>
                    <a:pt x="456438" y="728924"/>
                  </a:cubicBezTo>
                  <a:cubicBezTo>
                    <a:pt x="456438" y="732688"/>
                    <a:pt x="454813" y="734313"/>
                    <a:pt x="450450" y="737564"/>
                  </a:cubicBezTo>
                  <a:cubicBezTo>
                    <a:pt x="446088" y="740814"/>
                    <a:pt x="447713" y="738676"/>
                    <a:pt x="445060" y="734313"/>
                  </a:cubicBezTo>
                  <a:cubicBezTo>
                    <a:pt x="442325" y="729950"/>
                    <a:pt x="440186" y="726187"/>
                    <a:pt x="437191" y="723022"/>
                  </a:cubicBezTo>
                  <a:cubicBezTo>
                    <a:pt x="433856" y="719515"/>
                    <a:pt x="428894" y="711217"/>
                    <a:pt x="426756" y="705315"/>
                  </a:cubicBezTo>
                  <a:cubicBezTo>
                    <a:pt x="424617" y="699327"/>
                    <a:pt x="425559" y="694195"/>
                    <a:pt x="422308" y="688207"/>
                  </a:cubicBezTo>
                  <a:cubicBezTo>
                    <a:pt x="419229" y="682562"/>
                    <a:pt x="423249" y="663486"/>
                    <a:pt x="425302" y="660578"/>
                  </a:cubicBezTo>
                  <a:lnTo>
                    <a:pt x="423421" y="660749"/>
                  </a:lnTo>
                  <a:cubicBezTo>
                    <a:pt x="420683" y="661262"/>
                    <a:pt x="417431" y="660749"/>
                    <a:pt x="417431" y="660749"/>
                  </a:cubicBezTo>
                  <a:cubicBezTo>
                    <a:pt x="417431" y="660749"/>
                    <a:pt x="416663" y="657242"/>
                    <a:pt x="415721" y="650570"/>
                  </a:cubicBezTo>
                  <a:cubicBezTo>
                    <a:pt x="414781" y="651083"/>
                    <a:pt x="413497" y="650741"/>
                    <a:pt x="411529" y="648859"/>
                  </a:cubicBezTo>
                  <a:cubicBezTo>
                    <a:pt x="404857" y="642187"/>
                    <a:pt x="395706" y="604293"/>
                    <a:pt x="395706" y="604293"/>
                  </a:cubicBezTo>
                  <a:cubicBezTo>
                    <a:pt x="395706" y="604293"/>
                    <a:pt x="399469" y="586244"/>
                    <a:pt x="389034" y="571104"/>
                  </a:cubicBezTo>
                  <a:cubicBezTo>
                    <a:pt x="378598" y="555963"/>
                    <a:pt x="375775" y="548350"/>
                    <a:pt x="369102" y="535091"/>
                  </a:cubicBezTo>
                  <a:cubicBezTo>
                    <a:pt x="362430" y="521833"/>
                    <a:pt x="358667" y="507633"/>
                    <a:pt x="350113" y="491466"/>
                  </a:cubicBezTo>
                  <a:cubicBezTo>
                    <a:pt x="341559" y="475385"/>
                    <a:pt x="335912" y="461100"/>
                    <a:pt x="330181" y="449723"/>
                  </a:cubicBezTo>
                  <a:cubicBezTo>
                    <a:pt x="324451" y="438346"/>
                    <a:pt x="323509" y="429792"/>
                    <a:pt x="323509" y="429792"/>
                  </a:cubicBezTo>
                  <a:cubicBezTo>
                    <a:pt x="323509" y="429792"/>
                    <a:pt x="316837" y="441169"/>
                    <a:pt x="314015" y="447841"/>
                  </a:cubicBezTo>
                  <a:cubicBezTo>
                    <a:pt x="311192" y="454513"/>
                    <a:pt x="313673" y="466745"/>
                    <a:pt x="313844" y="472477"/>
                  </a:cubicBezTo>
                  <a:cubicBezTo>
                    <a:pt x="314869" y="474273"/>
                    <a:pt x="315383" y="477096"/>
                    <a:pt x="315469" y="480261"/>
                  </a:cubicBezTo>
                  <a:cubicBezTo>
                    <a:pt x="317607" y="488387"/>
                    <a:pt x="321028" y="500106"/>
                    <a:pt x="319660" y="509515"/>
                  </a:cubicBezTo>
                  <a:cubicBezTo>
                    <a:pt x="317779" y="522774"/>
                    <a:pt x="314955" y="531328"/>
                    <a:pt x="314015" y="543645"/>
                  </a:cubicBezTo>
                  <a:cubicBezTo>
                    <a:pt x="313073" y="555963"/>
                    <a:pt x="314955" y="613788"/>
                    <a:pt x="314955" y="628928"/>
                  </a:cubicBezTo>
                  <a:cubicBezTo>
                    <a:pt x="314955" y="644069"/>
                    <a:pt x="309396" y="652281"/>
                    <a:pt x="307343" y="654505"/>
                  </a:cubicBezTo>
                  <a:cubicBezTo>
                    <a:pt x="305461" y="656643"/>
                    <a:pt x="303408" y="658525"/>
                    <a:pt x="300756" y="659894"/>
                  </a:cubicBezTo>
                  <a:cubicBezTo>
                    <a:pt x="297505" y="677344"/>
                    <a:pt x="293228" y="698729"/>
                    <a:pt x="290149" y="712928"/>
                  </a:cubicBezTo>
                  <a:cubicBezTo>
                    <a:pt x="289636" y="716521"/>
                    <a:pt x="288525" y="721568"/>
                    <a:pt x="287069" y="727299"/>
                  </a:cubicBezTo>
                  <a:cubicBezTo>
                    <a:pt x="282535" y="751250"/>
                    <a:pt x="277661" y="790684"/>
                    <a:pt x="274495" y="808476"/>
                  </a:cubicBezTo>
                  <a:cubicBezTo>
                    <a:pt x="270903" y="828663"/>
                    <a:pt x="272185" y="849620"/>
                    <a:pt x="272185" y="849620"/>
                  </a:cubicBezTo>
                  <a:cubicBezTo>
                    <a:pt x="269961" y="918223"/>
                    <a:pt x="257216" y="965783"/>
                    <a:pt x="257901" y="971514"/>
                  </a:cubicBezTo>
                  <a:cubicBezTo>
                    <a:pt x="258586" y="977245"/>
                    <a:pt x="263631" y="994610"/>
                    <a:pt x="270132" y="1020614"/>
                  </a:cubicBezTo>
                  <a:cubicBezTo>
                    <a:pt x="276633" y="1046618"/>
                    <a:pt x="314187" y="1185106"/>
                    <a:pt x="314869" y="1190837"/>
                  </a:cubicBezTo>
                  <a:cubicBezTo>
                    <a:pt x="315554" y="1196654"/>
                    <a:pt x="317779" y="1203070"/>
                    <a:pt x="319232" y="1205978"/>
                  </a:cubicBezTo>
                  <a:cubicBezTo>
                    <a:pt x="320688" y="1208886"/>
                    <a:pt x="324280" y="1215387"/>
                    <a:pt x="322141" y="1221888"/>
                  </a:cubicBezTo>
                  <a:cubicBezTo>
                    <a:pt x="320003" y="1228389"/>
                    <a:pt x="279543" y="1235575"/>
                    <a:pt x="279543" y="1235575"/>
                  </a:cubicBezTo>
                  <a:lnTo>
                    <a:pt x="261493" y="1231298"/>
                  </a:lnTo>
                  <a:cubicBezTo>
                    <a:pt x="226849" y="1248577"/>
                    <a:pt x="212393" y="1248577"/>
                    <a:pt x="209572" y="1248577"/>
                  </a:cubicBezTo>
                  <a:cubicBezTo>
                    <a:pt x="206748" y="1248577"/>
                    <a:pt x="142508" y="1250715"/>
                    <a:pt x="138916" y="1250715"/>
                  </a:cubicBezTo>
                  <a:cubicBezTo>
                    <a:pt x="135322" y="1250715"/>
                    <a:pt x="134554" y="1242760"/>
                    <a:pt x="128052" y="1243530"/>
                  </a:cubicBezTo>
                  <a:cubicBezTo>
                    <a:pt x="121551" y="1244214"/>
                    <a:pt x="73220" y="1236344"/>
                    <a:pt x="63812" y="1234890"/>
                  </a:cubicBezTo>
                  <a:cubicBezTo>
                    <a:pt x="54402" y="1233436"/>
                    <a:pt x="43281" y="1222059"/>
                    <a:pt x="42855" y="1216841"/>
                  </a:cubicBezTo>
                  <a:cubicBezTo>
                    <a:pt x="42770" y="1215131"/>
                    <a:pt x="40800" y="1209571"/>
                    <a:pt x="50211" y="1202385"/>
                  </a:cubicBezTo>
                  <a:cubicBezTo>
                    <a:pt x="59621" y="1195200"/>
                    <a:pt x="81091" y="1204609"/>
                    <a:pt x="86137" y="1202385"/>
                  </a:cubicBezTo>
                  <a:cubicBezTo>
                    <a:pt x="91184" y="1200247"/>
                    <a:pt x="102733" y="1190153"/>
                    <a:pt x="103416" y="1183652"/>
                  </a:cubicBezTo>
                  <a:cubicBezTo>
                    <a:pt x="104187" y="1177151"/>
                    <a:pt x="125058" y="1134553"/>
                    <a:pt x="128650" y="1130276"/>
                  </a:cubicBezTo>
                  <a:cubicBezTo>
                    <a:pt x="132244" y="1125999"/>
                    <a:pt x="137289" y="1098540"/>
                    <a:pt x="140198" y="1082630"/>
                  </a:cubicBezTo>
                  <a:cubicBezTo>
                    <a:pt x="143107" y="1066720"/>
                    <a:pt x="148153" y="1046532"/>
                    <a:pt x="158248" y="1021298"/>
                  </a:cubicBezTo>
                  <a:cubicBezTo>
                    <a:pt x="168341" y="996064"/>
                    <a:pt x="163979" y="986655"/>
                    <a:pt x="165432" y="961421"/>
                  </a:cubicBezTo>
                  <a:cubicBezTo>
                    <a:pt x="164918" y="954919"/>
                    <a:pt x="168341" y="952011"/>
                    <a:pt x="164749" y="942687"/>
                  </a:cubicBezTo>
                  <a:cubicBezTo>
                    <a:pt x="161155" y="933278"/>
                    <a:pt x="160472" y="918137"/>
                    <a:pt x="155339" y="900858"/>
                  </a:cubicBezTo>
                  <a:cubicBezTo>
                    <a:pt x="150291" y="883580"/>
                    <a:pt x="138745" y="854667"/>
                    <a:pt x="129335" y="826525"/>
                  </a:cubicBezTo>
                  <a:cubicBezTo>
                    <a:pt x="119924" y="798382"/>
                    <a:pt x="106239" y="705315"/>
                    <a:pt x="101877" y="680081"/>
                  </a:cubicBezTo>
                  <a:cubicBezTo>
                    <a:pt x="99567" y="666566"/>
                    <a:pt x="97514" y="652110"/>
                    <a:pt x="95889" y="639621"/>
                  </a:cubicBezTo>
                  <a:cubicBezTo>
                    <a:pt x="94348" y="637995"/>
                    <a:pt x="93837" y="635258"/>
                    <a:pt x="93323" y="630810"/>
                  </a:cubicBezTo>
                  <a:cubicBezTo>
                    <a:pt x="92980" y="627645"/>
                    <a:pt x="92980" y="619947"/>
                    <a:pt x="93152" y="610965"/>
                  </a:cubicBezTo>
                  <a:lnTo>
                    <a:pt x="93152" y="608655"/>
                  </a:lnTo>
                  <a:cubicBezTo>
                    <a:pt x="93580" y="593772"/>
                    <a:pt x="94520" y="576321"/>
                    <a:pt x="95033" y="570676"/>
                  </a:cubicBezTo>
                  <a:cubicBezTo>
                    <a:pt x="95718" y="563747"/>
                    <a:pt x="97857" y="550403"/>
                    <a:pt x="98968" y="542705"/>
                  </a:cubicBezTo>
                  <a:lnTo>
                    <a:pt x="98711" y="542876"/>
                  </a:lnTo>
                  <a:cubicBezTo>
                    <a:pt x="95461" y="546126"/>
                    <a:pt x="95975" y="551515"/>
                    <a:pt x="92210" y="559641"/>
                  </a:cubicBezTo>
                  <a:lnTo>
                    <a:pt x="91527" y="561266"/>
                  </a:lnTo>
                  <a:cubicBezTo>
                    <a:pt x="86822" y="576236"/>
                    <a:pt x="81517" y="593258"/>
                    <a:pt x="80321" y="596766"/>
                  </a:cubicBezTo>
                  <a:cubicBezTo>
                    <a:pt x="78867" y="600786"/>
                    <a:pt x="75102" y="620973"/>
                    <a:pt x="71767" y="638252"/>
                  </a:cubicBezTo>
                  <a:lnTo>
                    <a:pt x="71767" y="638252"/>
                  </a:lnTo>
                  <a:cubicBezTo>
                    <a:pt x="69628" y="649629"/>
                    <a:pt x="67661" y="659723"/>
                    <a:pt x="66719" y="663144"/>
                  </a:cubicBezTo>
                  <a:cubicBezTo>
                    <a:pt x="64324" y="671698"/>
                    <a:pt x="62528" y="678798"/>
                    <a:pt x="62528" y="678798"/>
                  </a:cubicBezTo>
                  <a:lnTo>
                    <a:pt x="54916" y="678798"/>
                  </a:lnTo>
                  <a:cubicBezTo>
                    <a:pt x="54916" y="678798"/>
                    <a:pt x="55686" y="677258"/>
                    <a:pt x="54231" y="675462"/>
                  </a:cubicBezTo>
                  <a:cubicBezTo>
                    <a:pt x="53631" y="682476"/>
                    <a:pt x="53803" y="689576"/>
                    <a:pt x="53803" y="689576"/>
                  </a:cubicBezTo>
                  <a:lnTo>
                    <a:pt x="52263" y="691458"/>
                  </a:lnTo>
                  <a:cubicBezTo>
                    <a:pt x="51835" y="694281"/>
                    <a:pt x="50896" y="697103"/>
                    <a:pt x="50553" y="699670"/>
                  </a:cubicBezTo>
                  <a:cubicBezTo>
                    <a:pt x="49868" y="705486"/>
                    <a:pt x="47644" y="703262"/>
                    <a:pt x="47644" y="708309"/>
                  </a:cubicBezTo>
                  <a:cubicBezTo>
                    <a:pt x="47644" y="713356"/>
                    <a:pt x="46191" y="724134"/>
                    <a:pt x="46191" y="727812"/>
                  </a:cubicBezTo>
                  <a:cubicBezTo>
                    <a:pt x="46191" y="731490"/>
                    <a:pt x="47302" y="740643"/>
                    <a:pt x="49100" y="739360"/>
                  </a:cubicBezTo>
                  <a:cubicBezTo>
                    <a:pt x="57654" y="733201"/>
                    <a:pt x="59193" y="740044"/>
                    <a:pt x="59193" y="740044"/>
                  </a:cubicBezTo>
                  <a:lnTo>
                    <a:pt x="58508" y="742953"/>
                  </a:lnTo>
                  <a:cubicBezTo>
                    <a:pt x="57825" y="745861"/>
                    <a:pt x="59193" y="748684"/>
                    <a:pt x="59193" y="750908"/>
                  </a:cubicBezTo>
                  <a:cubicBezTo>
                    <a:pt x="59193" y="753132"/>
                    <a:pt x="56284" y="755270"/>
                    <a:pt x="44737" y="755270"/>
                  </a:cubicBezTo>
                  <a:lnTo>
                    <a:pt x="29596" y="755270"/>
                  </a:lnTo>
                  <a:cubicBezTo>
                    <a:pt x="31050" y="758179"/>
                    <a:pt x="36097" y="766818"/>
                    <a:pt x="32503" y="768957"/>
                  </a:cubicBezTo>
                  <a:cubicBezTo>
                    <a:pt x="28911" y="771095"/>
                    <a:pt x="9408" y="748769"/>
                    <a:pt x="6501" y="746631"/>
                  </a:cubicBezTo>
                  <a:cubicBezTo>
                    <a:pt x="3592" y="744492"/>
                    <a:pt x="5816" y="737221"/>
                    <a:pt x="2907" y="730036"/>
                  </a:cubicBezTo>
                  <a:cubicBezTo>
                    <a:pt x="0" y="722851"/>
                    <a:pt x="0" y="713441"/>
                    <a:pt x="0" y="709849"/>
                  </a:cubicBezTo>
                  <a:cubicBezTo>
                    <a:pt x="0" y="706256"/>
                    <a:pt x="11547" y="684272"/>
                    <a:pt x="11547" y="684272"/>
                  </a:cubicBezTo>
                  <a:lnTo>
                    <a:pt x="11547" y="684272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18289D7A-2658-6C42-B98B-0339982A7958}"/>
                </a:ext>
              </a:extLst>
            </p:cNvPr>
            <p:cNvSpPr/>
            <p:nvPr/>
          </p:nvSpPr>
          <p:spPr>
            <a:xfrm>
              <a:off x="2602044" y="2385556"/>
              <a:ext cx="402331" cy="1245904"/>
            </a:xfrm>
            <a:custGeom>
              <a:avLst/>
              <a:gdLst>
                <a:gd name="connsiteX0" fmla="*/ 193605 w 402331"/>
                <a:gd name="connsiteY0" fmla="*/ 912108 h 1245904"/>
                <a:gd name="connsiteX1" fmla="*/ 190440 w 402331"/>
                <a:gd name="connsiteY1" fmla="*/ 845815 h 1245904"/>
                <a:gd name="connsiteX2" fmla="*/ 170680 w 402331"/>
                <a:gd name="connsiteY2" fmla="*/ 879774 h 1245904"/>
                <a:gd name="connsiteX3" fmla="*/ 169910 w 402331"/>
                <a:gd name="connsiteY3" fmla="*/ 887644 h 1245904"/>
                <a:gd name="connsiteX4" fmla="*/ 173845 w 402331"/>
                <a:gd name="connsiteY4" fmla="*/ 900303 h 1245904"/>
                <a:gd name="connsiteX5" fmla="*/ 177181 w 402331"/>
                <a:gd name="connsiteY5" fmla="*/ 906633 h 1245904"/>
                <a:gd name="connsiteX6" fmla="*/ 178550 w 402331"/>
                <a:gd name="connsiteY6" fmla="*/ 916898 h 1245904"/>
                <a:gd name="connsiteX7" fmla="*/ 172990 w 402331"/>
                <a:gd name="connsiteY7" fmla="*/ 942218 h 1245904"/>
                <a:gd name="connsiteX8" fmla="*/ 171963 w 402331"/>
                <a:gd name="connsiteY8" fmla="*/ 965656 h 1245904"/>
                <a:gd name="connsiteX9" fmla="*/ 172990 w 402331"/>
                <a:gd name="connsiteY9" fmla="*/ 971387 h 1245904"/>
                <a:gd name="connsiteX10" fmla="*/ 175899 w 402331"/>
                <a:gd name="connsiteY10" fmla="*/ 977460 h 1245904"/>
                <a:gd name="connsiteX11" fmla="*/ 178464 w 402331"/>
                <a:gd name="connsiteY11" fmla="*/ 979256 h 1245904"/>
                <a:gd name="connsiteX12" fmla="*/ 187104 w 402331"/>
                <a:gd name="connsiteY12" fmla="*/ 970531 h 1245904"/>
                <a:gd name="connsiteX13" fmla="*/ 193434 w 402331"/>
                <a:gd name="connsiteY13" fmla="*/ 912108 h 1245904"/>
                <a:gd name="connsiteX14" fmla="*/ 193434 w 402331"/>
                <a:gd name="connsiteY14" fmla="*/ 912108 h 1245904"/>
                <a:gd name="connsiteX15" fmla="*/ 168627 w 402331"/>
                <a:gd name="connsiteY15" fmla="*/ 137376 h 1245904"/>
                <a:gd name="connsiteX16" fmla="*/ 165548 w 402331"/>
                <a:gd name="connsiteY16" fmla="*/ 127283 h 1245904"/>
                <a:gd name="connsiteX17" fmla="*/ 163324 w 402331"/>
                <a:gd name="connsiteY17" fmla="*/ 130790 h 1245904"/>
                <a:gd name="connsiteX18" fmla="*/ 162469 w 402331"/>
                <a:gd name="connsiteY18" fmla="*/ 146615 h 1245904"/>
                <a:gd name="connsiteX19" fmla="*/ 155027 w 402331"/>
                <a:gd name="connsiteY19" fmla="*/ 148326 h 1245904"/>
                <a:gd name="connsiteX20" fmla="*/ 158961 w 402331"/>
                <a:gd name="connsiteY20" fmla="*/ 159275 h 1245904"/>
                <a:gd name="connsiteX21" fmla="*/ 160844 w 402331"/>
                <a:gd name="connsiteY21" fmla="*/ 161413 h 1245904"/>
                <a:gd name="connsiteX22" fmla="*/ 161356 w 402331"/>
                <a:gd name="connsiteY22" fmla="*/ 160900 h 1245904"/>
                <a:gd name="connsiteX23" fmla="*/ 170253 w 402331"/>
                <a:gd name="connsiteY23" fmla="*/ 144220 h 1245904"/>
                <a:gd name="connsiteX24" fmla="*/ 168627 w 402331"/>
                <a:gd name="connsiteY24" fmla="*/ 137291 h 1245904"/>
                <a:gd name="connsiteX25" fmla="*/ 168627 w 402331"/>
                <a:gd name="connsiteY25" fmla="*/ 137291 h 1245904"/>
                <a:gd name="connsiteX26" fmla="*/ 162640 w 402331"/>
                <a:gd name="connsiteY26" fmla="*/ 118044 h 1245904"/>
                <a:gd name="connsiteX27" fmla="*/ 158875 w 402331"/>
                <a:gd name="connsiteY27" fmla="*/ 116676 h 1245904"/>
                <a:gd name="connsiteX28" fmla="*/ 158620 w 402331"/>
                <a:gd name="connsiteY28" fmla="*/ 119841 h 1245904"/>
                <a:gd name="connsiteX29" fmla="*/ 162297 w 402331"/>
                <a:gd name="connsiteY29" fmla="*/ 124460 h 1245904"/>
                <a:gd name="connsiteX30" fmla="*/ 162982 w 402331"/>
                <a:gd name="connsiteY30" fmla="*/ 123262 h 1245904"/>
                <a:gd name="connsiteX31" fmla="*/ 162640 w 402331"/>
                <a:gd name="connsiteY31" fmla="*/ 117959 h 1245904"/>
                <a:gd name="connsiteX32" fmla="*/ 162640 w 402331"/>
                <a:gd name="connsiteY32" fmla="*/ 117959 h 1245904"/>
                <a:gd name="connsiteX33" fmla="*/ 155283 w 402331"/>
                <a:gd name="connsiteY33" fmla="*/ 134297 h 1245904"/>
                <a:gd name="connsiteX34" fmla="*/ 154514 w 402331"/>
                <a:gd name="connsiteY34" fmla="*/ 132757 h 1245904"/>
                <a:gd name="connsiteX35" fmla="*/ 152290 w 402331"/>
                <a:gd name="connsiteY35" fmla="*/ 133441 h 1245904"/>
                <a:gd name="connsiteX36" fmla="*/ 152290 w 402331"/>
                <a:gd name="connsiteY36" fmla="*/ 139173 h 1245904"/>
                <a:gd name="connsiteX37" fmla="*/ 154086 w 402331"/>
                <a:gd name="connsiteY37" fmla="*/ 141653 h 1245904"/>
                <a:gd name="connsiteX38" fmla="*/ 155455 w 402331"/>
                <a:gd name="connsiteY38" fmla="*/ 140969 h 1245904"/>
                <a:gd name="connsiteX39" fmla="*/ 155283 w 402331"/>
                <a:gd name="connsiteY39" fmla="*/ 134383 h 1245904"/>
                <a:gd name="connsiteX40" fmla="*/ 155283 w 402331"/>
                <a:gd name="connsiteY40" fmla="*/ 134383 h 1245904"/>
                <a:gd name="connsiteX41" fmla="*/ 311820 w 402331"/>
                <a:gd name="connsiteY41" fmla="*/ 471494 h 1245904"/>
                <a:gd name="connsiteX42" fmla="*/ 317295 w 402331"/>
                <a:gd name="connsiteY42" fmla="*/ 484325 h 1245904"/>
                <a:gd name="connsiteX43" fmla="*/ 319861 w 402331"/>
                <a:gd name="connsiteY43" fmla="*/ 490569 h 1245904"/>
                <a:gd name="connsiteX44" fmla="*/ 321572 w 402331"/>
                <a:gd name="connsiteY44" fmla="*/ 483469 h 1245904"/>
                <a:gd name="connsiteX45" fmla="*/ 323026 w 402331"/>
                <a:gd name="connsiteY45" fmla="*/ 474573 h 1245904"/>
                <a:gd name="connsiteX46" fmla="*/ 329356 w 402331"/>
                <a:gd name="connsiteY46" fmla="*/ 465677 h 1245904"/>
                <a:gd name="connsiteX47" fmla="*/ 329955 w 402331"/>
                <a:gd name="connsiteY47" fmla="*/ 459433 h 1245904"/>
                <a:gd name="connsiteX48" fmla="*/ 328758 w 402331"/>
                <a:gd name="connsiteY48" fmla="*/ 457038 h 1245904"/>
                <a:gd name="connsiteX49" fmla="*/ 328330 w 402331"/>
                <a:gd name="connsiteY49" fmla="*/ 456867 h 1245904"/>
                <a:gd name="connsiteX50" fmla="*/ 325507 w 402331"/>
                <a:gd name="connsiteY50" fmla="*/ 453787 h 1245904"/>
                <a:gd name="connsiteX51" fmla="*/ 325507 w 402331"/>
                <a:gd name="connsiteY51" fmla="*/ 453616 h 1245904"/>
                <a:gd name="connsiteX52" fmla="*/ 323369 w 402331"/>
                <a:gd name="connsiteY52" fmla="*/ 448056 h 1245904"/>
                <a:gd name="connsiteX53" fmla="*/ 322086 w 402331"/>
                <a:gd name="connsiteY53" fmla="*/ 444207 h 1245904"/>
                <a:gd name="connsiteX54" fmla="*/ 317466 w 402331"/>
                <a:gd name="connsiteY54" fmla="*/ 436337 h 1245904"/>
                <a:gd name="connsiteX55" fmla="*/ 317466 w 402331"/>
                <a:gd name="connsiteY55" fmla="*/ 436679 h 1245904"/>
                <a:gd name="connsiteX56" fmla="*/ 311308 w 402331"/>
                <a:gd name="connsiteY56" fmla="*/ 451563 h 1245904"/>
                <a:gd name="connsiteX57" fmla="*/ 308998 w 402331"/>
                <a:gd name="connsiteY57" fmla="*/ 464137 h 1245904"/>
                <a:gd name="connsiteX58" fmla="*/ 311820 w 402331"/>
                <a:gd name="connsiteY58" fmla="*/ 471323 h 1245904"/>
                <a:gd name="connsiteX59" fmla="*/ 311820 w 402331"/>
                <a:gd name="connsiteY59" fmla="*/ 471323 h 1245904"/>
                <a:gd name="connsiteX60" fmla="*/ 259470 w 402331"/>
                <a:gd name="connsiteY60" fmla="*/ 148753 h 1245904"/>
                <a:gd name="connsiteX61" fmla="*/ 262635 w 402331"/>
                <a:gd name="connsiteY61" fmla="*/ 163124 h 1245904"/>
                <a:gd name="connsiteX62" fmla="*/ 289323 w 402331"/>
                <a:gd name="connsiteY62" fmla="*/ 180146 h 1245904"/>
                <a:gd name="connsiteX63" fmla="*/ 346892 w 402331"/>
                <a:gd name="connsiteY63" fmla="*/ 217441 h 1245904"/>
                <a:gd name="connsiteX64" fmla="*/ 369304 w 402331"/>
                <a:gd name="connsiteY64" fmla="*/ 271759 h 1245904"/>
                <a:gd name="connsiteX65" fmla="*/ 394366 w 402331"/>
                <a:gd name="connsiteY65" fmla="*/ 351140 h 1245904"/>
                <a:gd name="connsiteX66" fmla="*/ 400269 w 402331"/>
                <a:gd name="connsiteY66" fmla="*/ 420427 h 1245904"/>
                <a:gd name="connsiteX67" fmla="*/ 400782 w 402331"/>
                <a:gd name="connsiteY67" fmla="*/ 441726 h 1245904"/>
                <a:gd name="connsiteX68" fmla="*/ 397018 w 402331"/>
                <a:gd name="connsiteY68" fmla="*/ 455583 h 1245904"/>
                <a:gd name="connsiteX69" fmla="*/ 400183 w 402331"/>
                <a:gd name="connsiteY69" fmla="*/ 469441 h 1245904"/>
                <a:gd name="connsiteX70" fmla="*/ 394880 w 402331"/>
                <a:gd name="connsiteY70" fmla="*/ 493392 h 1245904"/>
                <a:gd name="connsiteX71" fmla="*/ 394366 w 402331"/>
                <a:gd name="connsiteY71" fmla="*/ 524870 h 1245904"/>
                <a:gd name="connsiteX72" fmla="*/ 387438 w 402331"/>
                <a:gd name="connsiteY72" fmla="*/ 538215 h 1245904"/>
                <a:gd name="connsiteX73" fmla="*/ 370928 w 402331"/>
                <a:gd name="connsiteY73" fmla="*/ 559514 h 1245904"/>
                <a:gd name="connsiteX74" fmla="*/ 364000 w 402331"/>
                <a:gd name="connsiteY74" fmla="*/ 563278 h 1245904"/>
                <a:gd name="connsiteX75" fmla="*/ 353308 w 402331"/>
                <a:gd name="connsiteY75" fmla="*/ 613917 h 1245904"/>
                <a:gd name="connsiteX76" fmla="*/ 339963 w 402331"/>
                <a:gd name="connsiteY76" fmla="*/ 615542 h 1245904"/>
                <a:gd name="connsiteX77" fmla="*/ 333120 w 402331"/>
                <a:gd name="connsiteY77" fmla="*/ 643599 h 1245904"/>
                <a:gd name="connsiteX78" fmla="*/ 332607 w 402331"/>
                <a:gd name="connsiteY78" fmla="*/ 662589 h 1245904"/>
                <a:gd name="connsiteX79" fmla="*/ 323112 w 402331"/>
                <a:gd name="connsiteY79" fmla="*/ 681493 h 1245904"/>
                <a:gd name="connsiteX80" fmla="*/ 317295 w 402331"/>
                <a:gd name="connsiteY80" fmla="*/ 706727 h 1245904"/>
                <a:gd name="connsiteX81" fmla="*/ 313617 w 402331"/>
                <a:gd name="connsiteY81" fmla="*/ 724605 h 1245904"/>
                <a:gd name="connsiteX82" fmla="*/ 309426 w 402331"/>
                <a:gd name="connsiteY82" fmla="*/ 738805 h 1245904"/>
                <a:gd name="connsiteX83" fmla="*/ 301043 w 402331"/>
                <a:gd name="connsiteY83" fmla="*/ 813566 h 1245904"/>
                <a:gd name="connsiteX84" fmla="*/ 286330 w 402331"/>
                <a:gd name="connsiteY84" fmla="*/ 975664 h 1245904"/>
                <a:gd name="connsiteX85" fmla="*/ 281626 w 402331"/>
                <a:gd name="connsiteY85" fmla="*/ 1004576 h 1245904"/>
                <a:gd name="connsiteX86" fmla="*/ 282138 w 402331"/>
                <a:gd name="connsiteY86" fmla="*/ 1053932 h 1245904"/>
                <a:gd name="connsiteX87" fmla="*/ 282138 w 402331"/>
                <a:gd name="connsiteY87" fmla="*/ 1061203 h 1245904"/>
                <a:gd name="connsiteX88" fmla="*/ 254509 w 402331"/>
                <a:gd name="connsiteY88" fmla="*/ 1120397 h 1245904"/>
                <a:gd name="connsiteX89" fmla="*/ 250916 w 402331"/>
                <a:gd name="connsiteY89" fmla="*/ 1135794 h 1245904"/>
                <a:gd name="connsiteX90" fmla="*/ 250061 w 402331"/>
                <a:gd name="connsiteY90" fmla="*/ 1160942 h 1245904"/>
                <a:gd name="connsiteX91" fmla="*/ 247410 w 402331"/>
                <a:gd name="connsiteY91" fmla="*/ 1187802 h 1245904"/>
                <a:gd name="connsiteX92" fmla="*/ 247922 w 402331"/>
                <a:gd name="connsiteY92" fmla="*/ 1195671 h 1245904"/>
                <a:gd name="connsiteX93" fmla="*/ 262122 w 402331"/>
                <a:gd name="connsiteY93" fmla="*/ 1218853 h 1245904"/>
                <a:gd name="connsiteX94" fmla="*/ 263149 w 402331"/>
                <a:gd name="connsiteY94" fmla="*/ 1228347 h 1245904"/>
                <a:gd name="connsiteX95" fmla="*/ 266827 w 402331"/>
                <a:gd name="connsiteY95" fmla="*/ 1235191 h 1245904"/>
                <a:gd name="connsiteX96" fmla="*/ 261523 w 402331"/>
                <a:gd name="connsiteY96" fmla="*/ 1242547 h 1245904"/>
                <a:gd name="connsiteX97" fmla="*/ 190953 w 402331"/>
                <a:gd name="connsiteY97" fmla="*/ 1244685 h 1245904"/>
                <a:gd name="connsiteX98" fmla="*/ 182570 w 402331"/>
                <a:gd name="connsiteY98" fmla="*/ 1234677 h 1245904"/>
                <a:gd name="connsiteX99" fmla="*/ 171022 w 402331"/>
                <a:gd name="connsiteY99" fmla="*/ 1226808 h 1245904"/>
                <a:gd name="connsiteX100" fmla="*/ 174701 w 402331"/>
                <a:gd name="connsiteY100" fmla="*/ 1203627 h 1245904"/>
                <a:gd name="connsiteX101" fmla="*/ 169996 w 402331"/>
                <a:gd name="connsiteY101" fmla="*/ 1168898 h 1245904"/>
                <a:gd name="connsiteX102" fmla="*/ 153145 w 402331"/>
                <a:gd name="connsiteY102" fmla="*/ 1181557 h 1245904"/>
                <a:gd name="connsiteX103" fmla="*/ 122094 w 402331"/>
                <a:gd name="connsiteY103" fmla="*/ 1170523 h 1245904"/>
                <a:gd name="connsiteX104" fmla="*/ 117389 w 402331"/>
                <a:gd name="connsiteY104" fmla="*/ 1102604 h 1245904"/>
                <a:gd name="connsiteX105" fmla="*/ 129536 w 402331"/>
                <a:gd name="connsiteY105" fmla="*/ 1054702 h 1245904"/>
                <a:gd name="connsiteX106" fmla="*/ 111145 w 402331"/>
                <a:gd name="connsiteY106" fmla="*/ 1021598 h 1245904"/>
                <a:gd name="connsiteX107" fmla="*/ 111145 w 402331"/>
                <a:gd name="connsiteY107" fmla="*/ 994739 h 1245904"/>
                <a:gd name="connsiteX108" fmla="*/ 95919 w 402331"/>
                <a:gd name="connsiteY108" fmla="*/ 976348 h 1245904"/>
                <a:gd name="connsiteX109" fmla="*/ 72225 w 402331"/>
                <a:gd name="connsiteY109" fmla="*/ 872674 h 1245904"/>
                <a:gd name="connsiteX110" fmla="*/ 80608 w 402331"/>
                <a:gd name="connsiteY110" fmla="*/ 852658 h 1245904"/>
                <a:gd name="connsiteX111" fmla="*/ 76929 w 402331"/>
                <a:gd name="connsiteY111" fmla="*/ 774731 h 1245904"/>
                <a:gd name="connsiteX112" fmla="*/ 72139 w 402331"/>
                <a:gd name="connsiteY112" fmla="*/ 716308 h 1245904"/>
                <a:gd name="connsiteX113" fmla="*/ 72139 w 402331"/>
                <a:gd name="connsiteY113" fmla="*/ 661049 h 1245904"/>
                <a:gd name="connsiteX114" fmla="*/ 67948 w 402331"/>
                <a:gd name="connsiteY114" fmla="*/ 633163 h 1245904"/>
                <a:gd name="connsiteX115" fmla="*/ 63243 w 402331"/>
                <a:gd name="connsiteY115" fmla="*/ 600573 h 1245904"/>
                <a:gd name="connsiteX116" fmla="*/ 90615 w 402331"/>
                <a:gd name="connsiteY116" fmla="*/ 557974 h 1245904"/>
                <a:gd name="connsiteX117" fmla="*/ 90786 w 402331"/>
                <a:gd name="connsiteY117" fmla="*/ 556520 h 1245904"/>
                <a:gd name="connsiteX118" fmla="*/ 90786 w 402331"/>
                <a:gd name="connsiteY118" fmla="*/ 556520 h 1245904"/>
                <a:gd name="connsiteX119" fmla="*/ 87194 w 402331"/>
                <a:gd name="connsiteY119" fmla="*/ 543518 h 1245904"/>
                <a:gd name="connsiteX120" fmla="*/ 91727 w 402331"/>
                <a:gd name="connsiteY120" fmla="*/ 536589 h 1245904"/>
                <a:gd name="connsiteX121" fmla="*/ 91727 w 402331"/>
                <a:gd name="connsiteY121" fmla="*/ 532740 h 1245904"/>
                <a:gd name="connsiteX122" fmla="*/ 91898 w 402331"/>
                <a:gd name="connsiteY122" fmla="*/ 532740 h 1245904"/>
                <a:gd name="connsiteX123" fmla="*/ 83773 w 402331"/>
                <a:gd name="connsiteY123" fmla="*/ 514948 h 1245904"/>
                <a:gd name="connsiteX124" fmla="*/ 84799 w 402331"/>
                <a:gd name="connsiteY124" fmla="*/ 481930 h 1245904"/>
                <a:gd name="connsiteX125" fmla="*/ 89076 w 402331"/>
                <a:gd name="connsiteY125" fmla="*/ 409478 h 1245904"/>
                <a:gd name="connsiteX126" fmla="*/ 86424 w 402331"/>
                <a:gd name="connsiteY126" fmla="*/ 356186 h 1245904"/>
                <a:gd name="connsiteX127" fmla="*/ 84285 w 402331"/>
                <a:gd name="connsiteY127" fmla="*/ 343356 h 1245904"/>
                <a:gd name="connsiteX128" fmla="*/ 65638 w 402331"/>
                <a:gd name="connsiteY128" fmla="*/ 362517 h 1245904"/>
                <a:gd name="connsiteX129" fmla="*/ 44339 w 402331"/>
                <a:gd name="connsiteY129" fmla="*/ 373209 h 1245904"/>
                <a:gd name="connsiteX130" fmla="*/ 29455 w 402331"/>
                <a:gd name="connsiteY130" fmla="*/ 372182 h 1245904"/>
                <a:gd name="connsiteX131" fmla="*/ 7557 w 402331"/>
                <a:gd name="connsiteY131" fmla="*/ 353022 h 1245904"/>
                <a:gd name="connsiteX132" fmla="*/ 115 w 402331"/>
                <a:gd name="connsiteY132" fmla="*/ 325820 h 1245904"/>
                <a:gd name="connsiteX133" fmla="*/ 7043 w 402331"/>
                <a:gd name="connsiteY133" fmla="*/ 288525 h 1245904"/>
                <a:gd name="connsiteX134" fmla="*/ 29968 w 402331"/>
                <a:gd name="connsiteY134" fmla="*/ 265600 h 1245904"/>
                <a:gd name="connsiteX135" fmla="*/ 35871 w 402331"/>
                <a:gd name="connsiteY135" fmla="*/ 242162 h 1245904"/>
                <a:gd name="connsiteX136" fmla="*/ 45964 w 402331"/>
                <a:gd name="connsiteY136" fmla="*/ 210684 h 1245904"/>
                <a:gd name="connsiteX137" fmla="*/ 61447 w 402331"/>
                <a:gd name="connsiteY137" fmla="*/ 189384 h 1245904"/>
                <a:gd name="connsiteX138" fmla="*/ 84371 w 402331"/>
                <a:gd name="connsiteY138" fmla="*/ 181429 h 1245904"/>
                <a:gd name="connsiteX139" fmla="*/ 102505 w 402331"/>
                <a:gd name="connsiteY139" fmla="*/ 174501 h 1245904"/>
                <a:gd name="connsiteX140" fmla="*/ 123719 w 402331"/>
                <a:gd name="connsiteY140" fmla="*/ 169710 h 1245904"/>
                <a:gd name="connsiteX141" fmla="*/ 124575 w 402331"/>
                <a:gd name="connsiteY141" fmla="*/ 163894 h 1245904"/>
                <a:gd name="connsiteX142" fmla="*/ 117988 w 402331"/>
                <a:gd name="connsiteY142" fmla="*/ 143706 h 1245904"/>
                <a:gd name="connsiteX143" fmla="*/ 120640 w 402331"/>
                <a:gd name="connsiteY143" fmla="*/ 127454 h 1245904"/>
                <a:gd name="connsiteX144" fmla="*/ 128081 w 402331"/>
                <a:gd name="connsiteY144" fmla="*/ 101963 h 1245904"/>
                <a:gd name="connsiteX145" fmla="*/ 150066 w 402331"/>
                <a:gd name="connsiteY145" fmla="*/ 98884 h 1245904"/>
                <a:gd name="connsiteX146" fmla="*/ 154000 w 402331"/>
                <a:gd name="connsiteY146" fmla="*/ 79979 h 1245904"/>
                <a:gd name="connsiteX147" fmla="*/ 156224 w 402331"/>
                <a:gd name="connsiteY147" fmla="*/ 76472 h 1245904"/>
                <a:gd name="connsiteX148" fmla="*/ 155369 w 402331"/>
                <a:gd name="connsiteY148" fmla="*/ 35157 h 1245904"/>
                <a:gd name="connsiteX149" fmla="*/ 203699 w 402331"/>
                <a:gd name="connsiteY149" fmla="*/ 0 h 1245904"/>
                <a:gd name="connsiteX150" fmla="*/ 254252 w 402331"/>
                <a:gd name="connsiteY150" fmla="*/ 25063 h 1245904"/>
                <a:gd name="connsiteX151" fmla="*/ 261267 w 402331"/>
                <a:gd name="connsiteY151" fmla="*/ 66378 h 1245904"/>
                <a:gd name="connsiteX152" fmla="*/ 261694 w 402331"/>
                <a:gd name="connsiteY152" fmla="*/ 73821 h 1245904"/>
                <a:gd name="connsiteX153" fmla="*/ 268281 w 402331"/>
                <a:gd name="connsiteY153" fmla="*/ 74676 h 1245904"/>
                <a:gd name="connsiteX154" fmla="*/ 259043 w 402331"/>
                <a:gd name="connsiteY154" fmla="*/ 107181 h 1245904"/>
                <a:gd name="connsiteX155" fmla="*/ 253311 w 402331"/>
                <a:gd name="connsiteY155" fmla="*/ 110688 h 1245904"/>
                <a:gd name="connsiteX156" fmla="*/ 251601 w 402331"/>
                <a:gd name="connsiteY156" fmla="*/ 118130 h 1245904"/>
                <a:gd name="connsiteX157" fmla="*/ 251173 w 402331"/>
                <a:gd name="connsiteY157" fmla="*/ 140199 h 1245904"/>
                <a:gd name="connsiteX158" fmla="*/ 251259 w 402331"/>
                <a:gd name="connsiteY158" fmla="*/ 140199 h 1245904"/>
                <a:gd name="connsiteX159" fmla="*/ 259727 w 402331"/>
                <a:gd name="connsiteY159" fmla="*/ 148753 h 1245904"/>
                <a:gd name="connsiteX160" fmla="*/ 259727 w 402331"/>
                <a:gd name="connsiteY160" fmla="*/ 148753 h 124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</a:cxnLst>
              <a:rect l="l" t="t" r="r" b="b"/>
              <a:pathLst>
                <a:path w="402331" h="1245904">
                  <a:moveTo>
                    <a:pt x="193605" y="912108"/>
                  </a:moveTo>
                  <a:cubicBezTo>
                    <a:pt x="190440" y="899448"/>
                    <a:pt x="186506" y="868654"/>
                    <a:pt x="190440" y="845815"/>
                  </a:cubicBezTo>
                  <a:cubicBezTo>
                    <a:pt x="190440" y="845815"/>
                    <a:pt x="174701" y="874984"/>
                    <a:pt x="170680" y="879774"/>
                  </a:cubicBezTo>
                  <a:cubicBezTo>
                    <a:pt x="169055" y="881741"/>
                    <a:pt x="169226" y="884564"/>
                    <a:pt x="169910" y="887644"/>
                  </a:cubicBezTo>
                  <a:cubicBezTo>
                    <a:pt x="171622" y="891407"/>
                    <a:pt x="173675" y="896711"/>
                    <a:pt x="173845" y="900303"/>
                  </a:cubicBezTo>
                  <a:cubicBezTo>
                    <a:pt x="173845" y="900303"/>
                    <a:pt x="176069" y="903126"/>
                    <a:pt x="177181" y="906633"/>
                  </a:cubicBezTo>
                  <a:cubicBezTo>
                    <a:pt x="178207" y="908515"/>
                    <a:pt x="178892" y="911338"/>
                    <a:pt x="178550" y="916898"/>
                  </a:cubicBezTo>
                  <a:cubicBezTo>
                    <a:pt x="177780" y="929558"/>
                    <a:pt x="175385" y="935888"/>
                    <a:pt x="172990" y="942218"/>
                  </a:cubicBezTo>
                  <a:cubicBezTo>
                    <a:pt x="171194" y="946922"/>
                    <a:pt x="171194" y="958299"/>
                    <a:pt x="171963" y="965656"/>
                  </a:cubicBezTo>
                  <a:cubicBezTo>
                    <a:pt x="172563" y="968992"/>
                    <a:pt x="172990" y="971387"/>
                    <a:pt x="172990" y="971387"/>
                  </a:cubicBezTo>
                  <a:cubicBezTo>
                    <a:pt x="172990" y="971387"/>
                    <a:pt x="174359" y="974038"/>
                    <a:pt x="175899" y="977460"/>
                  </a:cubicBezTo>
                  <a:lnTo>
                    <a:pt x="178464" y="979256"/>
                  </a:lnTo>
                  <a:cubicBezTo>
                    <a:pt x="182399" y="981651"/>
                    <a:pt x="187959" y="974466"/>
                    <a:pt x="187104" y="970531"/>
                  </a:cubicBezTo>
                  <a:cubicBezTo>
                    <a:pt x="186334" y="966597"/>
                    <a:pt x="196599" y="924768"/>
                    <a:pt x="193434" y="912108"/>
                  </a:cubicBezTo>
                  <a:lnTo>
                    <a:pt x="193434" y="912108"/>
                  </a:lnTo>
                  <a:close/>
                  <a:moveTo>
                    <a:pt x="168627" y="137376"/>
                  </a:moveTo>
                  <a:cubicBezTo>
                    <a:pt x="167772" y="133014"/>
                    <a:pt x="165548" y="127283"/>
                    <a:pt x="165548" y="127283"/>
                  </a:cubicBezTo>
                  <a:cubicBezTo>
                    <a:pt x="165548" y="127283"/>
                    <a:pt x="162469" y="126000"/>
                    <a:pt x="163324" y="130790"/>
                  </a:cubicBezTo>
                  <a:cubicBezTo>
                    <a:pt x="164180" y="135666"/>
                    <a:pt x="162897" y="143107"/>
                    <a:pt x="162469" y="146615"/>
                  </a:cubicBezTo>
                  <a:cubicBezTo>
                    <a:pt x="162041" y="150122"/>
                    <a:pt x="155027" y="148326"/>
                    <a:pt x="155027" y="148326"/>
                  </a:cubicBezTo>
                  <a:cubicBezTo>
                    <a:pt x="155027" y="148326"/>
                    <a:pt x="155882" y="156281"/>
                    <a:pt x="158961" y="159275"/>
                  </a:cubicBezTo>
                  <a:lnTo>
                    <a:pt x="160844" y="161413"/>
                  </a:lnTo>
                  <a:lnTo>
                    <a:pt x="161356" y="160900"/>
                  </a:lnTo>
                  <a:cubicBezTo>
                    <a:pt x="163238" y="157649"/>
                    <a:pt x="166660" y="147299"/>
                    <a:pt x="170253" y="144220"/>
                  </a:cubicBezTo>
                  <a:cubicBezTo>
                    <a:pt x="169483" y="141739"/>
                    <a:pt x="168970" y="139258"/>
                    <a:pt x="168627" y="137291"/>
                  </a:cubicBezTo>
                  <a:lnTo>
                    <a:pt x="168627" y="137291"/>
                  </a:lnTo>
                  <a:close/>
                  <a:moveTo>
                    <a:pt x="162640" y="118044"/>
                  </a:moveTo>
                  <a:lnTo>
                    <a:pt x="158875" y="116676"/>
                  </a:lnTo>
                  <a:lnTo>
                    <a:pt x="158620" y="119841"/>
                  </a:lnTo>
                  <a:lnTo>
                    <a:pt x="162297" y="124460"/>
                  </a:lnTo>
                  <a:lnTo>
                    <a:pt x="162982" y="123262"/>
                  </a:lnTo>
                  <a:lnTo>
                    <a:pt x="162640" y="117959"/>
                  </a:lnTo>
                  <a:lnTo>
                    <a:pt x="162640" y="117959"/>
                  </a:lnTo>
                  <a:close/>
                  <a:moveTo>
                    <a:pt x="155283" y="134297"/>
                  </a:moveTo>
                  <a:cubicBezTo>
                    <a:pt x="155283" y="132158"/>
                    <a:pt x="154514" y="132757"/>
                    <a:pt x="154514" y="132757"/>
                  </a:cubicBezTo>
                  <a:lnTo>
                    <a:pt x="152290" y="133441"/>
                  </a:lnTo>
                  <a:lnTo>
                    <a:pt x="152290" y="139173"/>
                  </a:lnTo>
                  <a:cubicBezTo>
                    <a:pt x="152290" y="139173"/>
                    <a:pt x="154086" y="141653"/>
                    <a:pt x="154086" y="141653"/>
                  </a:cubicBezTo>
                  <a:cubicBezTo>
                    <a:pt x="154599" y="141995"/>
                    <a:pt x="154855" y="142252"/>
                    <a:pt x="155455" y="140969"/>
                  </a:cubicBezTo>
                  <a:cubicBezTo>
                    <a:pt x="156139" y="139600"/>
                    <a:pt x="155283" y="136521"/>
                    <a:pt x="155283" y="134383"/>
                  </a:cubicBezTo>
                  <a:lnTo>
                    <a:pt x="155283" y="134383"/>
                  </a:lnTo>
                  <a:close/>
                  <a:moveTo>
                    <a:pt x="311820" y="471494"/>
                  </a:moveTo>
                  <a:cubicBezTo>
                    <a:pt x="313788" y="474915"/>
                    <a:pt x="315499" y="481502"/>
                    <a:pt x="317295" y="484325"/>
                  </a:cubicBezTo>
                  <a:cubicBezTo>
                    <a:pt x="319006" y="487147"/>
                    <a:pt x="318407" y="493221"/>
                    <a:pt x="319861" y="490569"/>
                  </a:cubicBezTo>
                  <a:cubicBezTo>
                    <a:pt x="321316" y="488003"/>
                    <a:pt x="321316" y="488602"/>
                    <a:pt x="321572" y="483469"/>
                  </a:cubicBezTo>
                  <a:cubicBezTo>
                    <a:pt x="321829" y="478337"/>
                    <a:pt x="322171" y="479791"/>
                    <a:pt x="323026" y="474573"/>
                  </a:cubicBezTo>
                  <a:cubicBezTo>
                    <a:pt x="323882" y="469441"/>
                    <a:pt x="327560" y="469698"/>
                    <a:pt x="329356" y="465677"/>
                  </a:cubicBezTo>
                  <a:cubicBezTo>
                    <a:pt x="331067" y="461657"/>
                    <a:pt x="330211" y="462255"/>
                    <a:pt x="329955" y="459433"/>
                  </a:cubicBezTo>
                  <a:lnTo>
                    <a:pt x="328758" y="457038"/>
                  </a:lnTo>
                  <a:lnTo>
                    <a:pt x="328330" y="456867"/>
                  </a:lnTo>
                  <a:cubicBezTo>
                    <a:pt x="326875" y="456182"/>
                    <a:pt x="326106" y="455156"/>
                    <a:pt x="325507" y="453787"/>
                  </a:cubicBezTo>
                  <a:lnTo>
                    <a:pt x="325507" y="453616"/>
                  </a:lnTo>
                  <a:cubicBezTo>
                    <a:pt x="324138" y="451649"/>
                    <a:pt x="323796" y="449767"/>
                    <a:pt x="323369" y="448056"/>
                  </a:cubicBezTo>
                  <a:cubicBezTo>
                    <a:pt x="322941" y="446773"/>
                    <a:pt x="322513" y="445490"/>
                    <a:pt x="322086" y="444207"/>
                  </a:cubicBezTo>
                  <a:cubicBezTo>
                    <a:pt x="320802" y="441641"/>
                    <a:pt x="318065" y="437364"/>
                    <a:pt x="317466" y="436337"/>
                  </a:cubicBezTo>
                  <a:lnTo>
                    <a:pt x="317466" y="436679"/>
                  </a:lnTo>
                  <a:cubicBezTo>
                    <a:pt x="317637" y="441042"/>
                    <a:pt x="314644" y="447714"/>
                    <a:pt x="311308" y="451563"/>
                  </a:cubicBezTo>
                  <a:cubicBezTo>
                    <a:pt x="307886" y="455583"/>
                    <a:pt x="309597" y="457807"/>
                    <a:pt x="308998" y="464137"/>
                  </a:cubicBezTo>
                  <a:cubicBezTo>
                    <a:pt x="308399" y="470467"/>
                    <a:pt x="309853" y="467816"/>
                    <a:pt x="311820" y="471323"/>
                  </a:cubicBezTo>
                  <a:lnTo>
                    <a:pt x="311820" y="471323"/>
                  </a:lnTo>
                  <a:close/>
                  <a:moveTo>
                    <a:pt x="259470" y="148753"/>
                  </a:moveTo>
                  <a:cubicBezTo>
                    <a:pt x="259470" y="153543"/>
                    <a:pt x="262635" y="163124"/>
                    <a:pt x="262635" y="163124"/>
                  </a:cubicBezTo>
                  <a:cubicBezTo>
                    <a:pt x="262635" y="163124"/>
                    <a:pt x="273841" y="172704"/>
                    <a:pt x="289323" y="180146"/>
                  </a:cubicBezTo>
                  <a:cubicBezTo>
                    <a:pt x="304806" y="187588"/>
                    <a:pt x="337312" y="205209"/>
                    <a:pt x="346892" y="217441"/>
                  </a:cubicBezTo>
                  <a:cubicBezTo>
                    <a:pt x="356473" y="229673"/>
                    <a:pt x="360236" y="243018"/>
                    <a:pt x="369304" y="271759"/>
                  </a:cubicBezTo>
                  <a:cubicBezTo>
                    <a:pt x="378370" y="300586"/>
                    <a:pt x="393853" y="334631"/>
                    <a:pt x="394366" y="351140"/>
                  </a:cubicBezTo>
                  <a:cubicBezTo>
                    <a:pt x="394880" y="367649"/>
                    <a:pt x="400269" y="406569"/>
                    <a:pt x="400269" y="420427"/>
                  </a:cubicBezTo>
                  <a:cubicBezTo>
                    <a:pt x="400269" y="434284"/>
                    <a:pt x="404546" y="438561"/>
                    <a:pt x="400782" y="441726"/>
                  </a:cubicBezTo>
                  <a:cubicBezTo>
                    <a:pt x="397018" y="444891"/>
                    <a:pt x="396505" y="449168"/>
                    <a:pt x="397018" y="455583"/>
                  </a:cubicBezTo>
                  <a:cubicBezTo>
                    <a:pt x="397531" y="461999"/>
                    <a:pt x="402920" y="463025"/>
                    <a:pt x="400183" y="469441"/>
                  </a:cubicBezTo>
                  <a:cubicBezTo>
                    <a:pt x="397531" y="475856"/>
                    <a:pt x="395906" y="482785"/>
                    <a:pt x="394880" y="493392"/>
                  </a:cubicBezTo>
                  <a:cubicBezTo>
                    <a:pt x="393853" y="504084"/>
                    <a:pt x="397018" y="519481"/>
                    <a:pt x="394366" y="524870"/>
                  </a:cubicBezTo>
                  <a:cubicBezTo>
                    <a:pt x="391715" y="530174"/>
                    <a:pt x="393254" y="532312"/>
                    <a:pt x="387438" y="538215"/>
                  </a:cubicBezTo>
                  <a:cubicBezTo>
                    <a:pt x="381621" y="544117"/>
                    <a:pt x="376232" y="556862"/>
                    <a:pt x="370928" y="559514"/>
                  </a:cubicBezTo>
                  <a:cubicBezTo>
                    <a:pt x="365625" y="562166"/>
                    <a:pt x="364000" y="563278"/>
                    <a:pt x="364000" y="563278"/>
                  </a:cubicBezTo>
                  <a:cubicBezTo>
                    <a:pt x="364000" y="563278"/>
                    <a:pt x="354932" y="612292"/>
                    <a:pt x="353308" y="613917"/>
                  </a:cubicBezTo>
                  <a:lnTo>
                    <a:pt x="339963" y="615542"/>
                  </a:lnTo>
                  <a:cubicBezTo>
                    <a:pt x="335772" y="623070"/>
                    <a:pt x="333633" y="637269"/>
                    <a:pt x="333120" y="643599"/>
                  </a:cubicBezTo>
                  <a:cubicBezTo>
                    <a:pt x="332607" y="649929"/>
                    <a:pt x="334660" y="655746"/>
                    <a:pt x="332607" y="662589"/>
                  </a:cubicBezTo>
                  <a:cubicBezTo>
                    <a:pt x="330468" y="669432"/>
                    <a:pt x="324224" y="676789"/>
                    <a:pt x="323112" y="681493"/>
                  </a:cubicBezTo>
                  <a:cubicBezTo>
                    <a:pt x="322086" y="686198"/>
                    <a:pt x="317894" y="699371"/>
                    <a:pt x="317295" y="706727"/>
                  </a:cubicBezTo>
                  <a:cubicBezTo>
                    <a:pt x="316782" y="714084"/>
                    <a:pt x="316782" y="719901"/>
                    <a:pt x="313617" y="724605"/>
                  </a:cubicBezTo>
                  <a:cubicBezTo>
                    <a:pt x="310452" y="729310"/>
                    <a:pt x="310452" y="735127"/>
                    <a:pt x="309426" y="738805"/>
                  </a:cubicBezTo>
                  <a:cubicBezTo>
                    <a:pt x="308399" y="742483"/>
                    <a:pt x="303096" y="787733"/>
                    <a:pt x="301043" y="813566"/>
                  </a:cubicBezTo>
                  <a:cubicBezTo>
                    <a:pt x="298905" y="839314"/>
                    <a:pt x="291547" y="954621"/>
                    <a:pt x="286330" y="975664"/>
                  </a:cubicBezTo>
                  <a:cubicBezTo>
                    <a:pt x="281026" y="996706"/>
                    <a:pt x="281626" y="998845"/>
                    <a:pt x="281626" y="1004576"/>
                  </a:cubicBezTo>
                  <a:cubicBezTo>
                    <a:pt x="281626" y="1009281"/>
                    <a:pt x="284105" y="1035798"/>
                    <a:pt x="282138" y="1053932"/>
                  </a:cubicBezTo>
                  <a:cubicBezTo>
                    <a:pt x="282138" y="1057440"/>
                    <a:pt x="282138" y="1060006"/>
                    <a:pt x="282138" y="1061203"/>
                  </a:cubicBezTo>
                  <a:cubicBezTo>
                    <a:pt x="282138" y="1067533"/>
                    <a:pt x="255279" y="1114922"/>
                    <a:pt x="254509" y="1120397"/>
                  </a:cubicBezTo>
                  <a:cubicBezTo>
                    <a:pt x="254081" y="1123561"/>
                    <a:pt x="252285" y="1129806"/>
                    <a:pt x="250916" y="1135794"/>
                  </a:cubicBezTo>
                  <a:cubicBezTo>
                    <a:pt x="250489" y="1144091"/>
                    <a:pt x="251344" y="1151191"/>
                    <a:pt x="250061" y="1160942"/>
                  </a:cubicBezTo>
                  <a:cubicBezTo>
                    <a:pt x="247922" y="1176767"/>
                    <a:pt x="248522" y="1185150"/>
                    <a:pt x="247410" y="1187802"/>
                  </a:cubicBezTo>
                  <a:cubicBezTo>
                    <a:pt x="246383" y="1190453"/>
                    <a:pt x="246896" y="1191480"/>
                    <a:pt x="247922" y="1195671"/>
                  </a:cubicBezTo>
                  <a:cubicBezTo>
                    <a:pt x="248949" y="1199863"/>
                    <a:pt x="258444" y="1208844"/>
                    <a:pt x="262122" y="1218853"/>
                  </a:cubicBezTo>
                  <a:cubicBezTo>
                    <a:pt x="265800" y="1228861"/>
                    <a:pt x="263149" y="1228347"/>
                    <a:pt x="263149" y="1228347"/>
                  </a:cubicBezTo>
                  <a:cubicBezTo>
                    <a:pt x="263149" y="1228347"/>
                    <a:pt x="267340" y="1230486"/>
                    <a:pt x="266827" y="1235191"/>
                  </a:cubicBezTo>
                  <a:cubicBezTo>
                    <a:pt x="266314" y="1239895"/>
                    <a:pt x="266827" y="1242547"/>
                    <a:pt x="261523" y="1242547"/>
                  </a:cubicBezTo>
                  <a:cubicBezTo>
                    <a:pt x="256220" y="1242547"/>
                    <a:pt x="247837" y="1248364"/>
                    <a:pt x="190953" y="1244685"/>
                  </a:cubicBezTo>
                  <a:cubicBezTo>
                    <a:pt x="190953" y="1244685"/>
                    <a:pt x="186249" y="1239981"/>
                    <a:pt x="182570" y="1234677"/>
                  </a:cubicBezTo>
                  <a:cubicBezTo>
                    <a:pt x="182570" y="1234677"/>
                    <a:pt x="172990" y="1230828"/>
                    <a:pt x="171022" y="1226808"/>
                  </a:cubicBezTo>
                  <a:cubicBezTo>
                    <a:pt x="167345" y="1219451"/>
                    <a:pt x="176840" y="1211582"/>
                    <a:pt x="174701" y="1203627"/>
                  </a:cubicBezTo>
                  <a:cubicBezTo>
                    <a:pt x="172563" y="1195757"/>
                    <a:pt x="170510" y="1176254"/>
                    <a:pt x="169996" y="1168898"/>
                  </a:cubicBezTo>
                  <a:cubicBezTo>
                    <a:pt x="169996" y="1168898"/>
                    <a:pt x="166318" y="1181557"/>
                    <a:pt x="153145" y="1181557"/>
                  </a:cubicBezTo>
                  <a:cubicBezTo>
                    <a:pt x="139972" y="1181557"/>
                    <a:pt x="125259" y="1182071"/>
                    <a:pt x="122094" y="1170523"/>
                  </a:cubicBezTo>
                  <a:cubicBezTo>
                    <a:pt x="118929" y="1158975"/>
                    <a:pt x="115764" y="1113724"/>
                    <a:pt x="117389" y="1102604"/>
                  </a:cubicBezTo>
                  <a:cubicBezTo>
                    <a:pt x="119015" y="1091570"/>
                    <a:pt x="131589" y="1061032"/>
                    <a:pt x="129536" y="1054702"/>
                  </a:cubicBezTo>
                  <a:cubicBezTo>
                    <a:pt x="127398" y="1048372"/>
                    <a:pt x="111145" y="1034686"/>
                    <a:pt x="111145" y="1021598"/>
                  </a:cubicBezTo>
                  <a:cubicBezTo>
                    <a:pt x="111145" y="1008511"/>
                    <a:pt x="114823" y="997904"/>
                    <a:pt x="111145" y="994739"/>
                  </a:cubicBezTo>
                  <a:cubicBezTo>
                    <a:pt x="107467" y="991574"/>
                    <a:pt x="101650" y="991574"/>
                    <a:pt x="95919" y="976348"/>
                  </a:cubicBezTo>
                  <a:cubicBezTo>
                    <a:pt x="90102" y="961036"/>
                    <a:pt x="73764" y="928446"/>
                    <a:pt x="72225" y="872674"/>
                  </a:cubicBezTo>
                  <a:cubicBezTo>
                    <a:pt x="72225" y="872674"/>
                    <a:pt x="75390" y="858475"/>
                    <a:pt x="80608" y="852658"/>
                  </a:cubicBezTo>
                  <a:cubicBezTo>
                    <a:pt x="80608" y="852658"/>
                    <a:pt x="83773" y="805782"/>
                    <a:pt x="76929" y="774731"/>
                  </a:cubicBezTo>
                  <a:cubicBezTo>
                    <a:pt x="70086" y="743681"/>
                    <a:pt x="73764" y="728455"/>
                    <a:pt x="72139" y="716308"/>
                  </a:cubicBezTo>
                  <a:cubicBezTo>
                    <a:pt x="70599" y="704161"/>
                    <a:pt x="73166" y="678927"/>
                    <a:pt x="72139" y="661049"/>
                  </a:cubicBezTo>
                  <a:cubicBezTo>
                    <a:pt x="71113" y="643172"/>
                    <a:pt x="72652" y="641546"/>
                    <a:pt x="67948" y="633163"/>
                  </a:cubicBezTo>
                  <a:cubicBezTo>
                    <a:pt x="63243" y="624780"/>
                    <a:pt x="59564" y="614773"/>
                    <a:pt x="63243" y="600573"/>
                  </a:cubicBezTo>
                  <a:cubicBezTo>
                    <a:pt x="66920" y="586373"/>
                    <a:pt x="89076" y="569522"/>
                    <a:pt x="90615" y="557974"/>
                  </a:cubicBezTo>
                  <a:lnTo>
                    <a:pt x="90786" y="556520"/>
                  </a:lnTo>
                  <a:lnTo>
                    <a:pt x="90786" y="556520"/>
                  </a:lnTo>
                  <a:cubicBezTo>
                    <a:pt x="88050" y="555750"/>
                    <a:pt x="86424" y="547025"/>
                    <a:pt x="87194" y="543518"/>
                  </a:cubicBezTo>
                  <a:cubicBezTo>
                    <a:pt x="87878" y="540439"/>
                    <a:pt x="90958" y="537359"/>
                    <a:pt x="91727" y="536589"/>
                  </a:cubicBezTo>
                  <a:cubicBezTo>
                    <a:pt x="91727" y="534194"/>
                    <a:pt x="91727" y="532740"/>
                    <a:pt x="91727" y="532740"/>
                  </a:cubicBezTo>
                  <a:lnTo>
                    <a:pt x="91898" y="532740"/>
                  </a:lnTo>
                  <a:cubicBezTo>
                    <a:pt x="87365" y="527950"/>
                    <a:pt x="84114" y="520251"/>
                    <a:pt x="83773" y="514948"/>
                  </a:cubicBezTo>
                  <a:cubicBezTo>
                    <a:pt x="83259" y="508019"/>
                    <a:pt x="83773" y="490398"/>
                    <a:pt x="84799" y="481930"/>
                  </a:cubicBezTo>
                  <a:cubicBezTo>
                    <a:pt x="85825" y="473376"/>
                    <a:pt x="90102" y="416920"/>
                    <a:pt x="89076" y="409478"/>
                  </a:cubicBezTo>
                  <a:cubicBezTo>
                    <a:pt x="88050" y="402036"/>
                    <a:pt x="86937" y="363115"/>
                    <a:pt x="86424" y="356186"/>
                  </a:cubicBezTo>
                  <a:cubicBezTo>
                    <a:pt x="85911" y="349258"/>
                    <a:pt x="85911" y="343954"/>
                    <a:pt x="84285" y="343356"/>
                  </a:cubicBezTo>
                  <a:cubicBezTo>
                    <a:pt x="82661" y="342842"/>
                    <a:pt x="72566" y="360463"/>
                    <a:pt x="65638" y="362517"/>
                  </a:cubicBezTo>
                  <a:cubicBezTo>
                    <a:pt x="58709" y="364655"/>
                    <a:pt x="53406" y="370557"/>
                    <a:pt x="44339" y="373209"/>
                  </a:cubicBezTo>
                  <a:cubicBezTo>
                    <a:pt x="35271" y="375861"/>
                    <a:pt x="34245" y="374834"/>
                    <a:pt x="29455" y="372182"/>
                  </a:cubicBezTo>
                  <a:cubicBezTo>
                    <a:pt x="24664" y="369531"/>
                    <a:pt x="11834" y="358838"/>
                    <a:pt x="7557" y="353022"/>
                  </a:cubicBezTo>
                  <a:cubicBezTo>
                    <a:pt x="3280" y="347119"/>
                    <a:pt x="627" y="333262"/>
                    <a:pt x="115" y="325820"/>
                  </a:cubicBezTo>
                  <a:cubicBezTo>
                    <a:pt x="-399" y="318378"/>
                    <a:pt x="627" y="298105"/>
                    <a:pt x="7043" y="288525"/>
                  </a:cubicBezTo>
                  <a:cubicBezTo>
                    <a:pt x="13458" y="278944"/>
                    <a:pt x="27317" y="273555"/>
                    <a:pt x="29968" y="265600"/>
                  </a:cubicBezTo>
                  <a:cubicBezTo>
                    <a:pt x="32620" y="257559"/>
                    <a:pt x="35271" y="247466"/>
                    <a:pt x="35871" y="242162"/>
                  </a:cubicBezTo>
                  <a:cubicBezTo>
                    <a:pt x="36383" y="236859"/>
                    <a:pt x="41772" y="222403"/>
                    <a:pt x="45964" y="210684"/>
                  </a:cubicBezTo>
                  <a:cubicBezTo>
                    <a:pt x="50241" y="198965"/>
                    <a:pt x="55544" y="191523"/>
                    <a:pt x="61447" y="189384"/>
                  </a:cubicBezTo>
                  <a:cubicBezTo>
                    <a:pt x="67263" y="187246"/>
                    <a:pt x="78469" y="184081"/>
                    <a:pt x="84371" y="181429"/>
                  </a:cubicBezTo>
                  <a:cubicBezTo>
                    <a:pt x="90274" y="178778"/>
                    <a:pt x="96090" y="174501"/>
                    <a:pt x="102505" y="174501"/>
                  </a:cubicBezTo>
                  <a:cubicBezTo>
                    <a:pt x="108921" y="174501"/>
                    <a:pt x="123035" y="169967"/>
                    <a:pt x="123719" y="169710"/>
                  </a:cubicBezTo>
                  <a:cubicBezTo>
                    <a:pt x="124061" y="168171"/>
                    <a:pt x="124318" y="166203"/>
                    <a:pt x="124575" y="163894"/>
                  </a:cubicBezTo>
                  <a:cubicBezTo>
                    <a:pt x="125430" y="155083"/>
                    <a:pt x="119272" y="149865"/>
                    <a:pt x="117988" y="143706"/>
                  </a:cubicBezTo>
                  <a:cubicBezTo>
                    <a:pt x="116705" y="137547"/>
                    <a:pt x="117560" y="136692"/>
                    <a:pt x="120640" y="127454"/>
                  </a:cubicBezTo>
                  <a:cubicBezTo>
                    <a:pt x="123719" y="118215"/>
                    <a:pt x="125002" y="104187"/>
                    <a:pt x="128081" y="101963"/>
                  </a:cubicBezTo>
                  <a:cubicBezTo>
                    <a:pt x="131161" y="99739"/>
                    <a:pt x="150066" y="98884"/>
                    <a:pt x="150066" y="98884"/>
                  </a:cubicBezTo>
                  <a:cubicBezTo>
                    <a:pt x="150066" y="98884"/>
                    <a:pt x="153572" y="82203"/>
                    <a:pt x="154000" y="79979"/>
                  </a:cubicBezTo>
                  <a:cubicBezTo>
                    <a:pt x="154428" y="77755"/>
                    <a:pt x="156224" y="76472"/>
                    <a:pt x="156224" y="76472"/>
                  </a:cubicBezTo>
                  <a:cubicBezTo>
                    <a:pt x="152290" y="61588"/>
                    <a:pt x="154428" y="40460"/>
                    <a:pt x="155369" y="35157"/>
                  </a:cubicBezTo>
                  <a:cubicBezTo>
                    <a:pt x="156224" y="29853"/>
                    <a:pt x="170680" y="0"/>
                    <a:pt x="203699" y="0"/>
                  </a:cubicBezTo>
                  <a:cubicBezTo>
                    <a:pt x="236717" y="0"/>
                    <a:pt x="243218" y="13601"/>
                    <a:pt x="254252" y="25063"/>
                  </a:cubicBezTo>
                  <a:cubicBezTo>
                    <a:pt x="265202" y="36525"/>
                    <a:pt x="262550" y="59792"/>
                    <a:pt x="261267" y="66378"/>
                  </a:cubicBezTo>
                  <a:cubicBezTo>
                    <a:pt x="259984" y="72965"/>
                    <a:pt x="261694" y="73821"/>
                    <a:pt x="261694" y="73821"/>
                  </a:cubicBezTo>
                  <a:cubicBezTo>
                    <a:pt x="265202" y="73393"/>
                    <a:pt x="268281" y="74676"/>
                    <a:pt x="268281" y="74676"/>
                  </a:cubicBezTo>
                  <a:cubicBezTo>
                    <a:pt x="274868" y="79552"/>
                    <a:pt x="262550" y="104529"/>
                    <a:pt x="259043" y="107181"/>
                  </a:cubicBezTo>
                  <a:cubicBezTo>
                    <a:pt x="255536" y="109833"/>
                    <a:pt x="253311" y="110688"/>
                    <a:pt x="253311" y="110688"/>
                  </a:cubicBezTo>
                  <a:cubicBezTo>
                    <a:pt x="253311" y="110688"/>
                    <a:pt x="252028" y="113340"/>
                    <a:pt x="251601" y="118130"/>
                  </a:cubicBezTo>
                  <a:cubicBezTo>
                    <a:pt x="251344" y="121381"/>
                    <a:pt x="251173" y="133014"/>
                    <a:pt x="251173" y="140199"/>
                  </a:cubicBezTo>
                  <a:lnTo>
                    <a:pt x="251259" y="140199"/>
                  </a:lnTo>
                  <a:cubicBezTo>
                    <a:pt x="251259" y="140199"/>
                    <a:pt x="259727" y="143963"/>
                    <a:pt x="259727" y="148753"/>
                  </a:cubicBezTo>
                  <a:lnTo>
                    <a:pt x="259727" y="148753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52B8C830-8F71-9BCB-1135-9AD0759D0112}"/>
                </a:ext>
              </a:extLst>
            </p:cNvPr>
            <p:cNvSpPr/>
            <p:nvPr/>
          </p:nvSpPr>
          <p:spPr>
            <a:xfrm>
              <a:off x="2188005" y="2377707"/>
              <a:ext cx="357898" cy="1257865"/>
            </a:xfrm>
            <a:custGeom>
              <a:avLst/>
              <a:gdLst>
                <a:gd name="connsiteX0" fmla="*/ 216472 w 357898"/>
                <a:gd name="connsiteY0" fmla="*/ 196976 h 1257865"/>
                <a:gd name="connsiteX1" fmla="*/ 217327 w 357898"/>
                <a:gd name="connsiteY1" fmla="*/ 177730 h 1257865"/>
                <a:gd name="connsiteX2" fmla="*/ 214334 w 357898"/>
                <a:gd name="connsiteY2" fmla="*/ 201595 h 1257865"/>
                <a:gd name="connsiteX3" fmla="*/ 216558 w 357898"/>
                <a:gd name="connsiteY3" fmla="*/ 193897 h 1257865"/>
                <a:gd name="connsiteX4" fmla="*/ 216558 w 357898"/>
                <a:gd name="connsiteY4" fmla="*/ 196976 h 1257865"/>
                <a:gd name="connsiteX5" fmla="*/ 216558 w 357898"/>
                <a:gd name="connsiteY5" fmla="*/ 196976 h 1257865"/>
                <a:gd name="connsiteX6" fmla="*/ 216643 w 357898"/>
                <a:gd name="connsiteY6" fmla="*/ 168492 h 1257865"/>
                <a:gd name="connsiteX7" fmla="*/ 226993 w 357898"/>
                <a:gd name="connsiteY7" fmla="*/ 183290 h 1257865"/>
                <a:gd name="connsiteX8" fmla="*/ 243246 w 357898"/>
                <a:gd name="connsiteY8" fmla="*/ 196121 h 1257865"/>
                <a:gd name="connsiteX9" fmla="*/ 300900 w 357898"/>
                <a:gd name="connsiteY9" fmla="*/ 223237 h 1257865"/>
                <a:gd name="connsiteX10" fmla="*/ 334516 w 357898"/>
                <a:gd name="connsiteY10" fmla="*/ 242569 h 1257865"/>
                <a:gd name="connsiteX11" fmla="*/ 345208 w 357898"/>
                <a:gd name="connsiteY11" fmla="*/ 273705 h 1257865"/>
                <a:gd name="connsiteX12" fmla="*/ 354704 w 357898"/>
                <a:gd name="connsiteY12" fmla="*/ 344361 h 1257865"/>
                <a:gd name="connsiteX13" fmla="*/ 357441 w 357898"/>
                <a:gd name="connsiteY13" fmla="*/ 416214 h 1257865"/>
                <a:gd name="connsiteX14" fmla="*/ 357441 w 357898"/>
                <a:gd name="connsiteY14" fmla="*/ 516808 h 1257865"/>
                <a:gd name="connsiteX15" fmla="*/ 346406 w 357898"/>
                <a:gd name="connsiteY15" fmla="*/ 624160 h 1257865"/>
                <a:gd name="connsiteX16" fmla="*/ 345208 w 357898"/>
                <a:gd name="connsiteY16" fmla="*/ 664022 h 1257865"/>
                <a:gd name="connsiteX17" fmla="*/ 338793 w 357898"/>
                <a:gd name="connsiteY17" fmla="*/ 665476 h 1257865"/>
                <a:gd name="connsiteX18" fmla="*/ 338793 w 357898"/>
                <a:gd name="connsiteY18" fmla="*/ 665476 h 1257865"/>
                <a:gd name="connsiteX19" fmla="*/ 341788 w 357898"/>
                <a:gd name="connsiteY19" fmla="*/ 683012 h 1257865"/>
                <a:gd name="connsiteX20" fmla="*/ 332293 w 357898"/>
                <a:gd name="connsiteY20" fmla="*/ 690881 h 1257865"/>
                <a:gd name="connsiteX21" fmla="*/ 322456 w 357898"/>
                <a:gd name="connsiteY21" fmla="*/ 689684 h 1257865"/>
                <a:gd name="connsiteX22" fmla="*/ 322456 w 357898"/>
                <a:gd name="connsiteY22" fmla="*/ 689855 h 1257865"/>
                <a:gd name="connsiteX23" fmla="*/ 327331 w 357898"/>
                <a:gd name="connsiteY23" fmla="*/ 690539 h 1257865"/>
                <a:gd name="connsiteX24" fmla="*/ 327331 w 357898"/>
                <a:gd name="connsiteY24" fmla="*/ 714234 h 1257865"/>
                <a:gd name="connsiteX25" fmla="*/ 314329 w 357898"/>
                <a:gd name="connsiteY25" fmla="*/ 750502 h 1257865"/>
                <a:gd name="connsiteX26" fmla="*/ 302097 w 357898"/>
                <a:gd name="connsiteY26" fmla="*/ 762735 h 1257865"/>
                <a:gd name="connsiteX27" fmla="*/ 296280 w 357898"/>
                <a:gd name="connsiteY27" fmla="*/ 770433 h 1257865"/>
                <a:gd name="connsiteX28" fmla="*/ 274468 w 357898"/>
                <a:gd name="connsiteY28" fmla="*/ 855545 h 1257865"/>
                <a:gd name="connsiteX29" fmla="*/ 278146 w 357898"/>
                <a:gd name="connsiteY29" fmla="*/ 868290 h 1257865"/>
                <a:gd name="connsiteX30" fmla="*/ 285930 w 357898"/>
                <a:gd name="connsiteY30" fmla="*/ 902506 h 1257865"/>
                <a:gd name="connsiteX31" fmla="*/ 285502 w 357898"/>
                <a:gd name="connsiteY31" fmla="*/ 941598 h 1257865"/>
                <a:gd name="connsiteX32" fmla="*/ 280370 w 357898"/>
                <a:gd name="connsiteY32" fmla="*/ 988131 h 1257865"/>
                <a:gd name="connsiteX33" fmla="*/ 271730 w 357898"/>
                <a:gd name="connsiteY33" fmla="*/ 1026795 h 1257865"/>
                <a:gd name="connsiteX34" fmla="*/ 275238 w 357898"/>
                <a:gd name="connsiteY34" fmla="*/ 1052799 h 1257865"/>
                <a:gd name="connsiteX35" fmla="*/ 277975 w 357898"/>
                <a:gd name="connsiteY35" fmla="*/ 1086758 h 1257865"/>
                <a:gd name="connsiteX36" fmla="*/ 257873 w 357898"/>
                <a:gd name="connsiteY36" fmla="*/ 1152624 h 1257865"/>
                <a:gd name="connsiteX37" fmla="*/ 227079 w 357898"/>
                <a:gd name="connsiteY37" fmla="*/ 1154591 h 1257865"/>
                <a:gd name="connsiteX38" fmla="*/ 210484 w 357898"/>
                <a:gd name="connsiteY38" fmla="*/ 1096168 h 1257865"/>
                <a:gd name="connsiteX39" fmla="*/ 217242 w 357898"/>
                <a:gd name="connsiteY39" fmla="*/ 1054339 h 1257865"/>
                <a:gd name="connsiteX40" fmla="*/ 212110 w 357898"/>
                <a:gd name="connsiteY40" fmla="*/ 1028249 h 1257865"/>
                <a:gd name="connsiteX41" fmla="*/ 198679 w 357898"/>
                <a:gd name="connsiteY41" fmla="*/ 990013 h 1257865"/>
                <a:gd name="connsiteX42" fmla="*/ 195514 w 357898"/>
                <a:gd name="connsiteY42" fmla="*/ 951691 h 1257865"/>
                <a:gd name="connsiteX43" fmla="*/ 181743 w 357898"/>
                <a:gd name="connsiteY43" fmla="*/ 919956 h 1257865"/>
                <a:gd name="connsiteX44" fmla="*/ 181315 w 357898"/>
                <a:gd name="connsiteY44" fmla="*/ 918502 h 1257865"/>
                <a:gd name="connsiteX45" fmla="*/ 184052 w 357898"/>
                <a:gd name="connsiteY45" fmla="*/ 901565 h 1257865"/>
                <a:gd name="connsiteX46" fmla="*/ 164379 w 357898"/>
                <a:gd name="connsiteY46" fmla="*/ 870856 h 1257865"/>
                <a:gd name="connsiteX47" fmla="*/ 161214 w 357898"/>
                <a:gd name="connsiteY47" fmla="*/ 864869 h 1257865"/>
                <a:gd name="connsiteX48" fmla="*/ 161214 w 357898"/>
                <a:gd name="connsiteY48" fmla="*/ 863928 h 1257865"/>
                <a:gd name="connsiteX49" fmla="*/ 165148 w 357898"/>
                <a:gd name="connsiteY49" fmla="*/ 844767 h 1257865"/>
                <a:gd name="connsiteX50" fmla="*/ 165320 w 357898"/>
                <a:gd name="connsiteY50" fmla="*/ 843741 h 1257865"/>
                <a:gd name="connsiteX51" fmla="*/ 165491 w 357898"/>
                <a:gd name="connsiteY51" fmla="*/ 842372 h 1257865"/>
                <a:gd name="connsiteX52" fmla="*/ 164293 w 357898"/>
                <a:gd name="connsiteY52" fmla="*/ 818677 h 1257865"/>
                <a:gd name="connsiteX53" fmla="*/ 167458 w 357898"/>
                <a:gd name="connsiteY53" fmla="*/ 765386 h 1257865"/>
                <a:gd name="connsiteX54" fmla="*/ 159160 w 357898"/>
                <a:gd name="connsiteY54" fmla="*/ 784718 h 1257865"/>
                <a:gd name="connsiteX55" fmla="*/ 156680 w 357898"/>
                <a:gd name="connsiteY55" fmla="*/ 804392 h 1257865"/>
                <a:gd name="connsiteX56" fmla="*/ 156252 w 357898"/>
                <a:gd name="connsiteY56" fmla="*/ 817565 h 1257865"/>
                <a:gd name="connsiteX57" fmla="*/ 156252 w 357898"/>
                <a:gd name="connsiteY57" fmla="*/ 820645 h 1257865"/>
                <a:gd name="connsiteX58" fmla="*/ 154798 w 357898"/>
                <a:gd name="connsiteY58" fmla="*/ 880608 h 1257865"/>
                <a:gd name="connsiteX59" fmla="*/ 153686 w 357898"/>
                <a:gd name="connsiteY59" fmla="*/ 909349 h 1257865"/>
                <a:gd name="connsiteX60" fmla="*/ 153686 w 357898"/>
                <a:gd name="connsiteY60" fmla="*/ 918074 h 1257865"/>
                <a:gd name="connsiteX61" fmla="*/ 151462 w 357898"/>
                <a:gd name="connsiteY61" fmla="*/ 951606 h 1257865"/>
                <a:gd name="connsiteX62" fmla="*/ 150949 w 357898"/>
                <a:gd name="connsiteY62" fmla="*/ 971793 h 1257865"/>
                <a:gd name="connsiteX63" fmla="*/ 151291 w 357898"/>
                <a:gd name="connsiteY63" fmla="*/ 1025084 h 1257865"/>
                <a:gd name="connsiteX64" fmla="*/ 164720 w 357898"/>
                <a:gd name="connsiteY64" fmla="*/ 1086673 h 1257865"/>
                <a:gd name="connsiteX65" fmla="*/ 178151 w 357898"/>
                <a:gd name="connsiteY65" fmla="*/ 1139536 h 1257865"/>
                <a:gd name="connsiteX66" fmla="*/ 161214 w 357898"/>
                <a:gd name="connsiteY66" fmla="*/ 1192399 h 1257865"/>
                <a:gd name="connsiteX67" fmla="*/ 158476 w 357898"/>
                <a:gd name="connsiteY67" fmla="*/ 1211731 h 1257865"/>
                <a:gd name="connsiteX68" fmla="*/ 154113 w 357898"/>
                <a:gd name="connsiteY68" fmla="*/ 1222595 h 1257865"/>
                <a:gd name="connsiteX69" fmla="*/ 147441 w 357898"/>
                <a:gd name="connsiteY69" fmla="*/ 1230294 h 1257865"/>
                <a:gd name="connsiteX70" fmla="*/ 141882 w 357898"/>
                <a:gd name="connsiteY70" fmla="*/ 1230294 h 1257865"/>
                <a:gd name="connsiteX71" fmla="*/ 144619 w 357898"/>
                <a:gd name="connsiteY71" fmla="*/ 1239959 h 1257865"/>
                <a:gd name="connsiteX72" fmla="*/ 111429 w 357898"/>
                <a:gd name="connsiteY72" fmla="*/ 1257837 h 1257865"/>
                <a:gd name="connsiteX73" fmla="*/ 79010 w 357898"/>
                <a:gd name="connsiteY73" fmla="*/ 1250994 h 1257865"/>
                <a:gd name="connsiteX74" fmla="*/ 74647 w 357898"/>
                <a:gd name="connsiteY74" fmla="*/ 1236281 h 1257865"/>
                <a:gd name="connsiteX75" fmla="*/ 90814 w 357898"/>
                <a:gd name="connsiteY75" fmla="*/ 1198302 h 1257865"/>
                <a:gd name="connsiteX76" fmla="*/ 85682 w 357898"/>
                <a:gd name="connsiteY76" fmla="*/ 1184872 h 1257865"/>
                <a:gd name="connsiteX77" fmla="*/ 73022 w 357898"/>
                <a:gd name="connsiteY77" fmla="*/ 1150913 h 1257865"/>
                <a:gd name="connsiteX78" fmla="*/ 63954 w 357898"/>
                <a:gd name="connsiteY78" fmla="*/ 1054595 h 1257865"/>
                <a:gd name="connsiteX79" fmla="*/ 68660 w 357898"/>
                <a:gd name="connsiteY79" fmla="*/ 917219 h 1257865"/>
                <a:gd name="connsiteX80" fmla="*/ 65067 w 357898"/>
                <a:gd name="connsiteY80" fmla="*/ 794042 h 1257865"/>
                <a:gd name="connsiteX81" fmla="*/ 43767 w 357898"/>
                <a:gd name="connsiteY81" fmla="*/ 692592 h 1257865"/>
                <a:gd name="connsiteX82" fmla="*/ 11776 w 357898"/>
                <a:gd name="connsiteY82" fmla="*/ 707562 h 1257865"/>
                <a:gd name="connsiteX83" fmla="*/ 8184 w 357898"/>
                <a:gd name="connsiteY83" fmla="*/ 713122 h 1257865"/>
                <a:gd name="connsiteX84" fmla="*/ 10151 w 357898"/>
                <a:gd name="connsiteY84" fmla="*/ 683525 h 1257865"/>
                <a:gd name="connsiteX85" fmla="*/ 38208 w 357898"/>
                <a:gd name="connsiteY85" fmla="*/ 571810 h 1257865"/>
                <a:gd name="connsiteX86" fmla="*/ 36240 w 357898"/>
                <a:gd name="connsiteY86" fmla="*/ 572238 h 1257865"/>
                <a:gd name="connsiteX87" fmla="*/ 46932 w 357898"/>
                <a:gd name="connsiteY87" fmla="*/ 529212 h 1257865"/>
                <a:gd name="connsiteX88" fmla="*/ 45051 w 357898"/>
                <a:gd name="connsiteY88" fmla="*/ 528185 h 1257865"/>
                <a:gd name="connsiteX89" fmla="*/ 42998 w 357898"/>
                <a:gd name="connsiteY89" fmla="*/ 528356 h 1257865"/>
                <a:gd name="connsiteX90" fmla="*/ 40090 w 357898"/>
                <a:gd name="connsiteY90" fmla="*/ 527586 h 1257865"/>
                <a:gd name="connsiteX91" fmla="*/ 36325 w 357898"/>
                <a:gd name="connsiteY91" fmla="*/ 529981 h 1257865"/>
                <a:gd name="connsiteX92" fmla="*/ 15026 w 357898"/>
                <a:gd name="connsiteY92" fmla="*/ 514584 h 1257865"/>
                <a:gd name="connsiteX93" fmla="*/ 13573 w 357898"/>
                <a:gd name="connsiteY93" fmla="*/ 509794 h 1257865"/>
                <a:gd name="connsiteX94" fmla="*/ 8953 w 357898"/>
                <a:gd name="connsiteY94" fmla="*/ 497647 h 1257865"/>
                <a:gd name="connsiteX95" fmla="*/ 3564 w 357898"/>
                <a:gd name="connsiteY95" fmla="*/ 485415 h 1257865"/>
                <a:gd name="connsiteX96" fmla="*/ 399 w 357898"/>
                <a:gd name="connsiteY96" fmla="*/ 464458 h 1257865"/>
                <a:gd name="connsiteX97" fmla="*/ 7157 w 357898"/>
                <a:gd name="connsiteY97" fmla="*/ 441961 h 1257865"/>
                <a:gd name="connsiteX98" fmla="*/ 11520 w 357898"/>
                <a:gd name="connsiteY98" fmla="*/ 419807 h 1257865"/>
                <a:gd name="connsiteX99" fmla="*/ 15881 w 357898"/>
                <a:gd name="connsiteY99" fmla="*/ 412279 h 1257865"/>
                <a:gd name="connsiteX100" fmla="*/ 15881 w 357898"/>
                <a:gd name="connsiteY100" fmla="*/ 398507 h 1257865"/>
                <a:gd name="connsiteX101" fmla="*/ 16309 w 357898"/>
                <a:gd name="connsiteY101" fmla="*/ 376780 h 1257865"/>
                <a:gd name="connsiteX102" fmla="*/ 22212 w 357898"/>
                <a:gd name="connsiteY102" fmla="*/ 353514 h 1257865"/>
                <a:gd name="connsiteX103" fmla="*/ 22982 w 357898"/>
                <a:gd name="connsiteY103" fmla="*/ 320324 h 1257865"/>
                <a:gd name="connsiteX104" fmla="*/ 29312 w 357898"/>
                <a:gd name="connsiteY104" fmla="*/ 246076 h 1257865"/>
                <a:gd name="connsiteX105" fmla="*/ 35641 w 357898"/>
                <a:gd name="connsiteY105" fmla="*/ 225546 h 1257865"/>
                <a:gd name="connsiteX106" fmla="*/ 89702 w 357898"/>
                <a:gd name="connsiteY106" fmla="*/ 201852 h 1257865"/>
                <a:gd name="connsiteX107" fmla="*/ 89702 w 357898"/>
                <a:gd name="connsiteY107" fmla="*/ 201852 h 1257865"/>
                <a:gd name="connsiteX108" fmla="*/ 89702 w 357898"/>
                <a:gd name="connsiteY108" fmla="*/ 201852 h 1257865"/>
                <a:gd name="connsiteX109" fmla="*/ 117759 w 357898"/>
                <a:gd name="connsiteY109" fmla="*/ 190390 h 1257865"/>
                <a:gd name="connsiteX110" fmla="*/ 123662 w 357898"/>
                <a:gd name="connsiteY110" fmla="*/ 184487 h 1257865"/>
                <a:gd name="connsiteX111" fmla="*/ 123662 w 357898"/>
                <a:gd name="connsiteY111" fmla="*/ 184830 h 1257865"/>
                <a:gd name="connsiteX112" fmla="*/ 126656 w 357898"/>
                <a:gd name="connsiteY112" fmla="*/ 182263 h 1257865"/>
                <a:gd name="connsiteX113" fmla="*/ 117588 w 357898"/>
                <a:gd name="connsiteY113" fmla="*/ 176361 h 1257865"/>
                <a:gd name="connsiteX114" fmla="*/ 111258 w 357898"/>
                <a:gd name="connsiteY114" fmla="*/ 155832 h 1257865"/>
                <a:gd name="connsiteX115" fmla="*/ 98086 w 357898"/>
                <a:gd name="connsiteY115" fmla="*/ 125037 h 1257865"/>
                <a:gd name="connsiteX116" fmla="*/ 99112 w 357898"/>
                <a:gd name="connsiteY116" fmla="*/ 101856 h 1257865"/>
                <a:gd name="connsiteX117" fmla="*/ 94407 w 357898"/>
                <a:gd name="connsiteY117" fmla="*/ 92618 h 1257865"/>
                <a:gd name="connsiteX118" fmla="*/ 94407 w 357898"/>
                <a:gd name="connsiteY118" fmla="*/ 77905 h 1257865"/>
                <a:gd name="connsiteX119" fmla="*/ 92012 w 357898"/>
                <a:gd name="connsiteY119" fmla="*/ 69180 h 1257865"/>
                <a:gd name="connsiteX120" fmla="*/ 94407 w 357898"/>
                <a:gd name="connsiteY120" fmla="*/ 58915 h 1257865"/>
                <a:gd name="connsiteX121" fmla="*/ 94407 w 357898"/>
                <a:gd name="connsiteY121" fmla="*/ 42321 h 1257865"/>
                <a:gd name="connsiteX122" fmla="*/ 96802 w 357898"/>
                <a:gd name="connsiteY122" fmla="*/ 31286 h 1257865"/>
                <a:gd name="connsiteX123" fmla="*/ 105442 w 357898"/>
                <a:gd name="connsiteY123" fmla="*/ 21791 h 1257865"/>
                <a:gd name="connsiteX124" fmla="*/ 116476 w 357898"/>
                <a:gd name="connsiteY124" fmla="*/ 13922 h 1257865"/>
                <a:gd name="connsiteX125" fmla="*/ 119641 w 357898"/>
                <a:gd name="connsiteY125" fmla="*/ 11526 h 1257865"/>
                <a:gd name="connsiteX126" fmla="*/ 124346 w 357898"/>
                <a:gd name="connsiteY126" fmla="*/ 2802 h 1257865"/>
                <a:gd name="connsiteX127" fmla="*/ 131445 w 357898"/>
                <a:gd name="connsiteY127" fmla="*/ 9131 h 1257865"/>
                <a:gd name="connsiteX128" fmla="*/ 135637 w 357898"/>
                <a:gd name="connsiteY128" fmla="*/ 4940 h 1257865"/>
                <a:gd name="connsiteX129" fmla="*/ 146159 w 357898"/>
                <a:gd name="connsiteY129" fmla="*/ 6822 h 1257865"/>
                <a:gd name="connsiteX130" fmla="*/ 147441 w 357898"/>
                <a:gd name="connsiteY130" fmla="*/ 492 h 1257865"/>
                <a:gd name="connsiteX131" fmla="*/ 152146 w 357898"/>
                <a:gd name="connsiteY131" fmla="*/ 2374 h 1257865"/>
                <a:gd name="connsiteX132" fmla="*/ 159502 w 357898"/>
                <a:gd name="connsiteY132" fmla="*/ 748 h 1257865"/>
                <a:gd name="connsiteX133" fmla="*/ 162411 w 357898"/>
                <a:gd name="connsiteY133" fmla="*/ 4170 h 1257865"/>
                <a:gd name="connsiteX134" fmla="*/ 166346 w 357898"/>
                <a:gd name="connsiteY134" fmla="*/ 1775 h 1257865"/>
                <a:gd name="connsiteX135" fmla="*/ 168485 w 357898"/>
                <a:gd name="connsiteY135" fmla="*/ 4683 h 1257865"/>
                <a:gd name="connsiteX136" fmla="*/ 171906 w 357898"/>
                <a:gd name="connsiteY136" fmla="*/ 5453 h 1257865"/>
                <a:gd name="connsiteX137" fmla="*/ 178749 w 357898"/>
                <a:gd name="connsiteY137" fmla="*/ 5453 h 1257865"/>
                <a:gd name="connsiteX138" fmla="*/ 183197 w 357898"/>
                <a:gd name="connsiteY138" fmla="*/ 8105 h 1257865"/>
                <a:gd name="connsiteX139" fmla="*/ 183710 w 357898"/>
                <a:gd name="connsiteY139" fmla="*/ 11783 h 1257865"/>
                <a:gd name="connsiteX140" fmla="*/ 190297 w 357898"/>
                <a:gd name="connsiteY140" fmla="*/ 12553 h 1257865"/>
                <a:gd name="connsiteX141" fmla="*/ 199791 w 357898"/>
                <a:gd name="connsiteY141" fmla="*/ 16744 h 1257865"/>
                <a:gd name="connsiteX142" fmla="*/ 205010 w 357898"/>
                <a:gd name="connsiteY142" fmla="*/ 22048 h 1257865"/>
                <a:gd name="connsiteX143" fmla="*/ 211596 w 357898"/>
                <a:gd name="connsiteY143" fmla="*/ 27351 h 1257865"/>
                <a:gd name="connsiteX144" fmla="*/ 207918 w 357898"/>
                <a:gd name="connsiteY144" fmla="*/ 26325 h 1257865"/>
                <a:gd name="connsiteX145" fmla="*/ 208688 w 357898"/>
                <a:gd name="connsiteY145" fmla="*/ 31372 h 1257865"/>
                <a:gd name="connsiteX146" fmla="*/ 216044 w 357898"/>
                <a:gd name="connsiteY146" fmla="*/ 35306 h 1257865"/>
                <a:gd name="connsiteX147" fmla="*/ 220749 w 357898"/>
                <a:gd name="connsiteY147" fmla="*/ 41893 h 1257865"/>
                <a:gd name="connsiteX148" fmla="*/ 223914 w 357898"/>
                <a:gd name="connsiteY148" fmla="*/ 53441 h 1257865"/>
                <a:gd name="connsiteX149" fmla="*/ 224427 w 357898"/>
                <a:gd name="connsiteY149" fmla="*/ 61311 h 1257865"/>
                <a:gd name="connsiteX150" fmla="*/ 225967 w 357898"/>
                <a:gd name="connsiteY150" fmla="*/ 68154 h 1257865"/>
                <a:gd name="connsiteX151" fmla="*/ 223572 w 357898"/>
                <a:gd name="connsiteY151" fmla="*/ 81840 h 1257865"/>
                <a:gd name="connsiteX152" fmla="*/ 222032 w 357898"/>
                <a:gd name="connsiteY152" fmla="*/ 89196 h 1257865"/>
                <a:gd name="connsiteX153" fmla="*/ 222545 w 357898"/>
                <a:gd name="connsiteY153" fmla="*/ 95526 h 1257865"/>
                <a:gd name="connsiteX154" fmla="*/ 217584 w 357898"/>
                <a:gd name="connsiteY154" fmla="*/ 102369 h 1257865"/>
                <a:gd name="connsiteX155" fmla="*/ 222288 w 357898"/>
                <a:gd name="connsiteY155" fmla="*/ 103909 h 1257865"/>
                <a:gd name="connsiteX156" fmla="*/ 220663 w 357898"/>
                <a:gd name="connsiteY156" fmla="*/ 107844 h 1257865"/>
                <a:gd name="connsiteX157" fmla="*/ 215446 w 357898"/>
                <a:gd name="connsiteY157" fmla="*/ 114430 h 1257865"/>
                <a:gd name="connsiteX158" fmla="*/ 220492 w 357898"/>
                <a:gd name="connsiteY158" fmla="*/ 113832 h 1257865"/>
                <a:gd name="connsiteX159" fmla="*/ 210997 w 357898"/>
                <a:gd name="connsiteY159" fmla="*/ 118878 h 1257865"/>
                <a:gd name="connsiteX160" fmla="*/ 217841 w 357898"/>
                <a:gd name="connsiteY160" fmla="*/ 121530 h 1257865"/>
                <a:gd name="connsiteX161" fmla="*/ 210741 w 357898"/>
                <a:gd name="connsiteY161" fmla="*/ 121530 h 1257865"/>
                <a:gd name="connsiteX162" fmla="*/ 217841 w 357898"/>
                <a:gd name="connsiteY162" fmla="*/ 124695 h 1257865"/>
                <a:gd name="connsiteX163" fmla="*/ 209457 w 357898"/>
                <a:gd name="connsiteY163" fmla="*/ 125209 h 1257865"/>
                <a:gd name="connsiteX164" fmla="*/ 209714 w 357898"/>
                <a:gd name="connsiteY164" fmla="*/ 132565 h 1257865"/>
                <a:gd name="connsiteX165" fmla="*/ 209457 w 357898"/>
                <a:gd name="connsiteY165" fmla="*/ 134960 h 1257865"/>
                <a:gd name="connsiteX166" fmla="*/ 207319 w 357898"/>
                <a:gd name="connsiteY166" fmla="*/ 139665 h 1257865"/>
                <a:gd name="connsiteX167" fmla="*/ 205180 w 357898"/>
                <a:gd name="connsiteY167" fmla="*/ 143856 h 1257865"/>
                <a:gd name="connsiteX168" fmla="*/ 203042 w 357898"/>
                <a:gd name="connsiteY168" fmla="*/ 147021 h 1257865"/>
                <a:gd name="connsiteX169" fmla="*/ 202015 w 357898"/>
                <a:gd name="connsiteY169" fmla="*/ 151726 h 1257865"/>
                <a:gd name="connsiteX170" fmla="*/ 203042 w 357898"/>
                <a:gd name="connsiteY170" fmla="*/ 156858 h 1257865"/>
                <a:gd name="connsiteX171" fmla="*/ 216215 w 357898"/>
                <a:gd name="connsiteY171" fmla="*/ 167978 h 1257865"/>
                <a:gd name="connsiteX172" fmla="*/ 216215 w 357898"/>
                <a:gd name="connsiteY172" fmla="*/ 167978 h 1257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</a:cxnLst>
              <a:rect l="l" t="t" r="r" b="b"/>
              <a:pathLst>
                <a:path w="357898" h="1257865">
                  <a:moveTo>
                    <a:pt x="216472" y="196976"/>
                  </a:moveTo>
                  <a:cubicBezTo>
                    <a:pt x="217584" y="190304"/>
                    <a:pt x="218011" y="183889"/>
                    <a:pt x="217327" y="177730"/>
                  </a:cubicBezTo>
                  <a:cubicBezTo>
                    <a:pt x="216985" y="184573"/>
                    <a:pt x="215787" y="193298"/>
                    <a:pt x="214334" y="201595"/>
                  </a:cubicBezTo>
                  <a:cubicBezTo>
                    <a:pt x="215703" y="196890"/>
                    <a:pt x="216558" y="193897"/>
                    <a:pt x="216558" y="193897"/>
                  </a:cubicBezTo>
                  <a:cubicBezTo>
                    <a:pt x="216558" y="194667"/>
                    <a:pt x="216558" y="195693"/>
                    <a:pt x="216558" y="196976"/>
                  </a:cubicBezTo>
                  <a:lnTo>
                    <a:pt x="216558" y="196976"/>
                  </a:lnTo>
                  <a:close/>
                  <a:moveTo>
                    <a:pt x="216643" y="168492"/>
                  </a:moveTo>
                  <a:cubicBezTo>
                    <a:pt x="219637" y="172939"/>
                    <a:pt x="224171" y="179783"/>
                    <a:pt x="226993" y="183290"/>
                  </a:cubicBezTo>
                  <a:cubicBezTo>
                    <a:pt x="231356" y="188850"/>
                    <a:pt x="239310" y="193726"/>
                    <a:pt x="243246" y="196121"/>
                  </a:cubicBezTo>
                  <a:cubicBezTo>
                    <a:pt x="247181" y="198516"/>
                    <a:pt x="281996" y="213827"/>
                    <a:pt x="300900" y="223237"/>
                  </a:cubicBezTo>
                  <a:cubicBezTo>
                    <a:pt x="319889" y="232732"/>
                    <a:pt x="331351" y="239404"/>
                    <a:pt x="334516" y="242569"/>
                  </a:cubicBezTo>
                  <a:cubicBezTo>
                    <a:pt x="337681" y="245734"/>
                    <a:pt x="341188" y="257110"/>
                    <a:pt x="345208" y="273705"/>
                  </a:cubicBezTo>
                  <a:cubicBezTo>
                    <a:pt x="349144" y="290300"/>
                    <a:pt x="353848" y="315106"/>
                    <a:pt x="354704" y="344361"/>
                  </a:cubicBezTo>
                  <a:cubicBezTo>
                    <a:pt x="355474" y="373530"/>
                    <a:pt x="356672" y="398849"/>
                    <a:pt x="357441" y="416214"/>
                  </a:cubicBezTo>
                  <a:cubicBezTo>
                    <a:pt x="358211" y="433578"/>
                    <a:pt x="357869" y="487297"/>
                    <a:pt x="357441" y="516808"/>
                  </a:cubicBezTo>
                  <a:cubicBezTo>
                    <a:pt x="357013" y="546405"/>
                    <a:pt x="348716" y="602091"/>
                    <a:pt x="346406" y="624160"/>
                  </a:cubicBezTo>
                  <a:cubicBezTo>
                    <a:pt x="344012" y="646230"/>
                    <a:pt x="345208" y="664022"/>
                    <a:pt x="345208" y="664022"/>
                  </a:cubicBezTo>
                  <a:cubicBezTo>
                    <a:pt x="345208" y="664022"/>
                    <a:pt x="342386" y="664792"/>
                    <a:pt x="338793" y="665476"/>
                  </a:cubicBezTo>
                  <a:lnTo>
                    <a:pt x="338793" y="665476"/>
                  </a:lnTo>
                  <a:cubicBezTo>
                    <a:pt x="338793" y="665476"/>
                    <a:pt x="341958" y="674885"/>
                    <a:pt x="341788" y="683012"/>
                  </a:cubicBezTo>
                  <a:cubicBezTo>
                    <a:pt x="341702" y="689000"/>
                    <a:pt x="333918" y="690881"/>
                    <a:pt x="332293" y="690881"/>
                  </a:cubicBezTo>
                  <a:cubicBezTo>
                    <a:pt x="331694" y="690881"/>
                    <a:pt x="327845" y="690368"/>
                    <a:pt x="322456" y="689684"/>
                  </a:cubicBezTo>
                  <a:lnTo>
                    <a:pt x="322456" y="689855"/>
                  </a:lnTo>
                  <a:cubicBezTo>
                    <a:pt x="323995" y="690026"/>
                    <a:pt x="325621" y="690283"/>
                    <a:pt x="327331" y="690539"/>
                  </a:cubicBezTo>
                  <a:cubicBezTo>
                    <a:pt x="327331" y="690539"/>
                    <a:pt x="328871" y="706364"/>
                    <a:pt x="327331" y="714234"/>
                  </a:cubicBezTo>
                  <a:cubicBezTo>
                    <a:pt x="325706" y="722103"/>
                    <a:pt x="318691" y="743403"/>
                    <a:pt x="314329" y="750502"/>
                  </a:cubicBezTo>
                  <a:cubicBezTo>
                    <a:pt x="309966" y="757602"/>
                    <a:pt x="305689" y="759997"/>
                    <a:pt x="302097" y="762735"/>
                  </a:cubicBezTo>
                  <a:cubicBezTo>
                    <a:pt x="300300" y="764103"/>
                    <a:pt x="298247" y="767183"/>
                    <a:pt x="296280" y="770433"/>
                  </a:cubicBezTo>
                  <a:cubicBezTo>
                    <a:pt x="286957" y="799687"/>
                    <a:pt x="274468" y="850498"/>
                    <a:pt x="274468" y="855545"/>
                  </a:cubicBezTo>
                  <a:cubicBezTo>
                    <a:pt x="274468" y="861447"/>
                    <a:pt x="276948" y="867093"/>
                    <a:pt x="278146" y="868290"/>
                  </a:cubicBezTo>
                  <a:cubicBezTo>
                    <a:pt x="279343" y="869488"/>
                    <a:pt x="287128" y="884714"/>
                    <a:pt x="285930" y="902506"/>
                  </a:cubicBezTo>
                  <a:cubicBezTo>
                    <a:pt x="284732" y="920298"/>
                    <a:pt x="283535" y="929365"/>
                    <a:pt x="285502" y="941598"/>
                  </a:cubicBezTo>
                  <a:cubicBezTo>
                    <a:pt x="287469" y="953830"/>
                    <a:pt x="285930" y="973589"/>
                    <a:pt x="280370" y="988131"/>
                  </a:cubicBezTo>
                  <a:cubicBezTo>
                    <a:pt x="274810" y="1002758"/>
                    <a:pt x="270875" y="1011398"/>
                    <a:pt x="271730" y="1026795"/>
                  </a:cubicBezTo>
                  <a:cubicBezTo>
                    <a:pt x="272500" y="1042192"/>
                    <a:pt x="273698" y="1042962"/>
                    <a:pt x="275238" y="1052799"/>
                  </a:cubicBezTo>
                  <a:cubicBezTo>
                    <a:pt x="276862" y="1062636"/>
                    <a:pt x="280798" y="1072901"/>
                    <a:pt x="277975" y="1086758"/>
                  </a:cubicBezTo>
                  <a:cubicBezTo>
                    <a:pt x="275238" y="1100530"/>
                    <a:pt x="264972" y="1148689"/>
                    <a:pt x="257873" y="1152624"/>
                  </a:cubicBezTo>
                  <a:cubicBezTo>
                    <a:pt x="250774" y="1156558"/>
                    <a:pt x="235376" y="1159724"/>
                    <a:pt x="227079" y="1154591"/>
                  </a:cubicBezTo>
                  <a:cubicBezTo>
                    <a:pt x="218782" y="1149459"/>
                    <a:pt x="212110" y="1113532"/>
                    <a:pt x="210484" y="1096168"/>
                  </a:cubicBezTo>
                  <a:cubicBezTo>
                    <a:pt x="208945" y="1078803"/>
                    <a:pt x="220321" y="1064946"/>
                    <a:pt x="217242" y="1054339"/>
                  </a:cubicBezTo>
                  <a:cubicBezTo>
                    <a:pt x="214077" y="1043646"/>
                    <a:pt x="215274" y="1036974"/>
                    <a:pt x="212110" y="1028249"/>
                  </a:cubicBezTo>
                  <a:cubicBezTo>
                    <a:pt x="208945" y="1019610"/>
                    <a:pt x="201503" y="999422"/>
                    <a:pt x="198679" y="990013"/>
                  </a:cubicBezTo>
                  <a:cubicBezTo>
                    <a:pt x="195942" y="980518"/>
                    <a:pt x="198595" y="959390"/>
                    <a:pt x="195514" y="951691"/>
                  </a:cubicBezTo>
                  <a:cubicBezTo>
                    <a:pt x="194745" y="949809"/>
                    <a:pt x="185336" y="930991"/>
                    <a:pt x="181743" y="919956"/>
                  </a:cubicBezTo>
                  <a:lnTo>
                    <a:pt x="181315" y="918502"/>
                  </a:lnTo>
                  <a:cubicBezTo>
                    <a:pt x="178151" y="907810"/>
                    <a:pt x="184052" y="908237"/>
                    <a:pt x="184052" y="901565"/>
                  </a:cubicBezTo>
                  <a:cubicBezTo>
                    <a:pt x="184052" y="895919"/>
                    <a:pt x="170281" y="879068"/>
                    <a:pt x="164379" y="870856"/>
                  </a:cubicBezTo>
                  <a:cubicBezTo>
                    <a:pt x="162839" y="869830"/>
                    <a:pt x="161214" y="867777"/>
                    <a:pt x="161214" y="864869"/>
                  </a:cubicBezTo>
                  <a:lnTo>
                    <a:pt x="161214" y="863928"/>
                  </a:lnTo>
                  <a:cubicBezTo>
                    <a:pt x="161043" y="858624"/>
                    <a:pt x="163865" y="850755"/>
                    <a:pt x="165148" y="844767"/>
                  </a:cubicBezTo>
                  <a:lnTo>
                    <a:pt x="165320" y="843741"/>
                  </a:lnTo>
                  <a:lnTo>
                    <a:pt x="165491" y="842372"/>
                  </a:lnTo>
                  <a:cubicBezTo>
                    <a:pt x="166260" y="834844"/>
                    <a:pt x="164293" y="824238"/>
                    <a:pt x="164293" y="818677"/>
                  </a:cubicBezTo>
                  <a:cubicBezTo>
                    <a:pt x="163096" y="802083"/>
                    <a:pt x="167458" y="769749"/>
                    <a:pt x="167458" y="765386"/>
                  </a:cubicBezTo>
                  <a:cubicBezTo>
                    <a:pt x="167458" y="761024"/>
                    <a:pt x="160358" y="778388"/>
                    <a:pt x="159160" y="784718"/>
                  </a:cubicBezTo>
                  <a:cubicBezTo>
                    <a:pt x="158476" y="788396"/>
                    <a:pt x="157364" y="796266"/>
                    <a:pt x="156680" y="804392"/>
                  </a:cubicBezTo>
                  <a:cubicBezTo>
                    <a:pt x="156509" y="808755"/>
                    <a:pt x="156338" y="813459"/>
                    <a:pt x="156252" y="817565"/>
                  </a:cubicBezTo>
                  <a:lnTo>
                    <a:pt x="156252" y="820645"/>
                  </a:lnTo>
                  <a:cubicBezTo>
                    <a:pt x="157193" y="832107"/>
                    <a:pt x="154370" y="867606"/>
                    <a:pt x="154798" y="880608"/>
                  </a:cubicBezTo>
                  <a:cubicBezTo>
                    <a:pt x="154969" y="885655"/>
                    <a:pt x="154370" y="896433"/>
                    <a:pt x="153686" y="909349"/>
                  </a:cubicBezTo>
                  <a:cubicBezTo>
                    <a:pt x="153686" y="912172"/>
                    <a:pt x="153686" y="915080"/>
                    <a:pt x="153686" y="918074"/>
                  </a:cubicBezTo>
                  <a:cubicBezTo>
                    <a:pt x="153686" y="928339"/>
                    <a:pt x="152403" y="942795"/>
                    <a:pt x="151462" y="951606"/>
                  </a:cubicBezTo>
                  <a:cubicBezTo>
                    <a:pt x="151120" y="959133"/>
                    <a:pt x="150949" y="966062"/>
                    <a:pt x="150949" y="971793"/>
                  </a:cubicBezTo>
                  <a:cubicBezTo>
                    <a:pt x="150949" y="997883"/>
                    <a:pt x="148981" y="1006522"/>
                    <a:pt x="151291" y="1025084"/>
                  </a:cubicBezTo>
                  <a:cubicBezTo>
                    <a:pt x="153686" y="1043646"/>
                    <a:pt x="155995" y="1064518"/>
                    <a:pt x="164720" y="1086673"/>
                  </a:cubicBezTo>
                  <a:cubicBezTo>
                    <a:pt x="173360" y="1108742"/>
                    <a:pt x="181657" y="1121744"/>
                    <a:pt x="178151" y="1139536"/>
                  </a:cubicBezTo>
                  <a:cubicBezTo>
                    <a:pt x="174558" y="1157243"/>
                    <a:pt x="165918" y="1183760"/>
                    <a:pt x="161214" y="1192399"/>
                  </a:cubicBezTo>
                  <a:cubicBezTo>
                    <a:pt x="156509" y="1201125"/>
                    <a:pt x="159246" y="1207027"/>
                    <a:pt x="158476" y="1211731"/>
                  </a:cubicBezTo>
                  <a:cubicBezTo>
                    <a:pt x="157706" y="1216436"/>
                    <a:pt x="157706" y="1218233"/>
                    <a:pt x="154113" y="1222595"/>
                  </a:cubicBezTo>
                  <a:cubicBezTo>
                    <a:pt x="150521" y="1226958"/>
                    <a:pt x="147441" y="1230294"/>
                    <a:pt x="147441" y="1230294"/>
                  </a:cubicBezTo>
                  <a:cubicBezTo>
                    <a:pt x="147441" y="1230294"/>
                    <a:pt x="141882" y="1226188"/>
                    <a:pt x="141882" y="1230294"/>
                  </a:cubicBezTo>
                  <a:cubicBezTo>
                    <a:pt x="141882" y="1230294"/>
                    <a:pt x="146672" y="1236367"/>
                    <a:pt x="144619" y="1239959"/>
                  </a:cubicBezTo>
                  <a:cubicBezTo>
                    <a:pt x="142651" y="1243552"/>
                    <a:pt x="132386" y="1258607"/>
                    <a:pt x="111429" y="1257837"/>
                  </a:cubicBezTo>
                  <a:cubicBezTo>
                    <a:pt x="90473" y="1257067"/>
                    <a:pt x="79010" y="1250994"/>
                    <a:pt x="79010" y="1250994"/>
                  </a:cubicBezTo>
                  <a:cubicBezTo>
                    <a:pt x="79010" y="1250994"/>
                    <a:pt x="72680" y="1245348"/>
                    <a:pt x="74647" y="1236281"/>
                  </a:cubicBezTo>
                  <a:cubicBezTo>
                    <a:pt x="76615" y="1227214"/>
                    <a:pt x="89616" y="1208652"/>
                    <a:pt x="90814" y="1198302"/>
                  </a:cubicBezTo>
                  <a:cubicBezTo>
                    <a:pt x="90814" y="1198302"/>
                    <a:pt x="88847" y="1188807"/>
                    <a:pt x="85682" y="1184872"/>
                  </a:cubicBezTo>
                  <a:cubicBezTo>
                    <a:pt x="82517" y="1180937"/>
                    <a:pt x="77042" y="1165112"/>
                    <a:pt x="73022" y="1150913"/>
                  </a:cubicBezTo>
                  <a:cubicBezTo>
                    <a:pt x="69088" y="1136713"/>
                    <a:pt x="65495" y="1098049"/>
                    <a:pt x="63954" y="1054595"/>
                  </a:cubicBezTo>
                  <a:cubicBezTo>
                    <a:pt x="62415" y="1011141"/>
                    <a:pt x="67548" y="978037"/>
                    <a:pt x="68660" y="917219"/>
                  </a:cubicBezTo>
                  <a:cubicBezTo>
                    <a:pt x="69857" y="856400"/>
                    <a:pt x="71824" y="813802"/>
                    <a:pt x="65067" y="794042"/>
                  </a:cubicBezTo>
                  <a:cubicBezTo>
                    <a:pt x="58395" y="774282"/>
                    <a:pt x="47360" y="729716"/>
                    <a:pt x="43767" y="692592"/>
                  </a:cubicBezTo>
                  <a:cubicBezTo>
                    <a:pt x="43767" y="692592"/>
                    <a:pt x="25633" y="698152"/>
                    <a:pt x="11776" y="707562"/>
                  </a:cubicBezTo>
                  <a:cubicBezTo>
                    <a:pt x="11776" y="707562"/>
                    <a:pt x="10578" y="713891"/>
                    <a:pt x="8184" y="713122"/>
                  </a:cubicBezTo>
                  <a:cubicBezTo>
                    <a:pt x="5788" y="712352"/>
                    <a:pt x="3050" y="713549"/>
                    <a:pt x="10151" y="683525"/>
                  </a:cubicBezTo>
                  <a:cubicBezTo>
                    <a:pt x="17250" y="653500"/>
                    <a:pt x="32220" y="593537"/>
                    <a:pt x="38208" y="571810"/>
                  </a:cubicBezTo>
                  <a:lnTo>
                    <a:pt x="36240" y="572238"/>
                  </a:lnTo>
                  <a:cubicBezTo>
                    <a:pt x="36240" y="572238"/>
                    <a:pt x="43767" y="537081"/>
                    <a:pt x="46932" y="529212"/>
                  </a:cubicBezTo>
                  <a:lnTo>
                    <a:pt x="45051" y="528185"/>
                  </a:lnTo>
                  <a:lnTo>
                    <a:pt x="42998" y="528356"/>
                  </a:lnTo>
                  <a:cubicBezTo>
                    <a:pt x="42485" y="528185"/>
                    <a:pt x="41459" y="527929"/>
                    <a:pt x="40090" y="527586"/>
                  </a:cubicBezTo>
                  <a:cubicBezTo>
                    <a:pt x="39747" y="528698"/>
                    <a:pt x="38806" y="529981"/>
                    <a:pt x="36325" y="529981"/>
                  </a:cubicBezTo>
                  <a:cubicBezTo>
                    <a:pt x="31536" y="529981"/>
                    <a:pt x="19731" y="530751"/>
                    <a:pt x="15026" y="514584"/>
                  </a:cubicBezTo>
                  <a:cubicBezTo>
                    <a:pt x="14513" y="512873"/>
                    <a:pt x="14000" y="511248"/>
                    <a:pt x="13573" y="509794"/>
                  </a:cubicBezTo>
                  <a:cubicBezTo>
                    <a:pt x="11520" y="506287"/>
                    <a:pt x="9980" y="502096"/>
                    <a:pt x="8953" y="497647"/>
                  </a:cubicBezTo>
                  <a:cubicBezTo>
                    <a:pt x="6900" y="492857"/>
                    <a:pt x="5019" y="489436"/>
                    <a:pt x="3564" y="485415"/>
                  </a:cubicBezTo>
                  <a:cubicBezTo>
                    <a:pt x="827" y="477888"/>
                    <a:pt x="-798" y="471986"/>
                    <a:pt x="399" y="464458"/>
                  </a:cubicBezTo>
                  <a:cubicBezTo>
                    <a:pt x="1597" y="456931"/>
                    <a:pt x="4762" y="452996"/>
                    <a:pt x="7157" y="441961"/>
                  </a:cubicBezTo>
                  <a:cubicBezTo>
                    <a:pt x="9551" y="430927"/>
                    <a:pt x="8696" y="423827"/>
                    <a:pt x="11520" y="419807"/>
                  </a:cubicBezTo>
                  <a:cubicBezTo>
                    <a:pt x="14257" y="415872"/>
                    <a:pt x="17850" y="417069"/>
                    <a:pt x="15881" y="412279"/>
                  </a:cubicBezTo>
                  <a:cubicBezTo>
                    <a:pt x="13914" y="407574"/>
                    <a:pt x="16309" y="402784"/>
                    <a:pt x="15881" y="398507"/>
                  </a:cubicBezTo>
                  <a:cubicBezTo>
                    <a:pt x="15454" y="394145"/>
                    <a:pt x="14257" y="389012"/>
                    <a:pt x="16309" y="376780"/>
                  </a:cubicBezTo>
                  <a:cubicBezTo>
                    <a:pt x="18277" y="364548"/>
                    <a:pt x="20672" y="358646"/>
                    <a:pt x="22212" y="353514"/>
                  </a:cubicBezTo>
                  <a:cubicBezTo>
                    <a:pt x="23751" y="348381"/>
                    <a:pt x="22982" y="320324"/>
                    <a:pt x="22982" y="320324"/>
                  </a:cubicBezTo>
                  <a:cubicBezTo>
                    <a:pt x="22982" y="299025"/>
                    <a:pt x="28114" y="261473"/>
                    <a:pt x="29312" y="246076"/>
                  </a:cubicBezTo>
                  <a:cubicBezTo>
                    <a:pt x="30509" y="230679"/>
                    <a:pt x="32048" y="229139"/>
                    <a:pt x="35641" y="225546"/>
                  </a:cubicBezTo>
                  <a:cubicBezTo>
                    <a:pt x="37951" y="223237"/>
                    <a:pt x="66607" y="211347"/>
                    <a:pt x="89702" y="201852"/>
                  </a:cubicBezTo>
                  <a:lnTo>
                    <a:pt x="89702" y="201852"/>
                  </a:lnTo>
                  <a:cubicBezTo>
                    <a:pt x="89702" y="201852"/>
                    <a:pt x="89702" y="201852"/>
                    <a:pt x="89702" y="201852"/>
                  </a:cubicBezTo>
                  <a:cubicBezTo>
                    <a:pt x="102790" y="196463"/>
                    <a:pt x="113996" y="191929"/>
                    <a:pt x="117759" y="190390"/>
                  </a:cubicBezTo>
                  <a:cubicBezTo>
                    <a:pt x="117759" y="190390"/>
                    <a:pt x="121694" y="185685"/>
                    <a:pt x="123662" y="184487"/>
                  </a:cubicBezTo>
                  <a:lnTo>
                    <a:pt x="123662" y="184830"/>
                  </a:lnTo>
                  <a:lnTo>
                    <a:pt x="126656" y="182263"/>
                  </a:lnTo>
                  <a:cubicBezTo>
                    <a:pt x="125201" y="181921"/>
                    <a:pt x="121523" y="180638"/>
                    <a:pt x="117588" y="176361"/>
                  </a:cubicBezTo>
                  <a:cubicBezTo>
                    <a:pt x="112627" y="170801"/>
                    <a:pt x="113910" y="160536"/>
                    <a:pt x="111258" y="155832"/>
                  </a:cubicBezTo>
                  <a:cubicBezTo>
                    <a:pt x="108607" y="151127"/>
                    <a:pt x="100737" y="132650"/>
                    <a:pt x="98086" y="125037"/>
                  </a:cubicBezTo>
                  <a:cubicBezTo>
                    <a:pt x="95433" y="117424"/>
                    <a:pt x="101506" y="107416"/>
                    <a:pt x="99112" y="101856"/>
                  </a:cubicBezTo>
                  <a:cubicBezTo>
                    <a:pt x="96717" y="96296"/>
                    <a:pt x="95690" y="96296"/>
                    <a:pt x="94407" y="92618"/>
                  </a:cubicBezTo>
                  <a:cubicBezTo>
                    <a:pt x="93124" y="88940"/>
                    <a:pt x="93893" y="79958"/>
                    <a:pt x="94407" y="77905"/>
                  </a:cubicBezTo>
                  <a:cubicBezTo>
                    <a:pt x="94407" y="77905"/>
                    <a:pt x="92012" y="73970"/>
                    <a:pt x="92012" y="69180"/>
                  </a:cubicBezTo>
                  <a:cubicBezTo>
                    <a:pt x="92012" y="64390"/>
                    <a:pt x="95947" y="62850"/>
                    <a:pt x="94407" y="58915"/>
                  </a:cubicBezTo>
                  <a:cubicBezTo>
                    <a:pt x="92867" y="54980"/>
                    <a:pt x="93637" y="48651"/>
                    <a:pt x="94407" y="42321"/>
                  </a:cubicBezTo>
                  <a:cubicBezTo>
                    <a:pt x="95177" y="35991"/>
                    <a:pt x="94407" y="35991"/>
                    <a:pt x="96802" y="31286"/>
                  </a:cubicBezTo>
                  <a:cubicBezTo>
                    <a:pt x="99198" y="26581"/>
                    <a:pt x="99198" y="24186"/>
                    <a:pt x="105442" y="21791"/>
                  </a:cubicBezTo>
                  <a:cubicBezTo>
                    <a:pt x="111772" y="19396"/>
                    <a:pt x="113311" y="16231"/>
                    <a:pt x="116476" y="13922"/>
                  </a:cubicBezTo>
                  <a:lnTo>
                    <a:pt x="119641" y="11526"/>
                  </a:lnTo>
                  <a:lnTo>
                    <a:pt x="124346" y="2802"/>
                  </a:lnTo>
                  <a:cubicBezTo>
                    <a:pt x="124346" y="2802"/>
                    <a:pt x="126741" y="11526"/>
                    <a:pt x="131445" y="9131"/>
                  </a:cubicBezTo>
                  <a:cubicBezTo>
                    <a:pt x="131445" y="9131"/>
                    <a:pt x="132729" y="4683"/>
                    <a:pt x="135637" y="4940"/>
                  </a:cubicBezTo>
                  <a:cubicBezTo>
                    <a:pt x="138546" y="5197"/>
                    <a:pt x="144106" y="9645"/>
                    <a:pt x="146159" y="6822"/>
                  </a:cubicBezTo>
                  <a:cubicBezTo>
                    <a:pt x="148297" y="3913"/>
                    <a:pt x="147441" y="2887"/>
                    <a:pt x="147441" y="492"/>
                  </a:cubicBezTo>
                  <a:cubicBezTo>
                    <a:pt x="147441" y="492"/>
                    <a:pt x="148468" y="3913"/>
                    <a:pt x="152146" y="2374"/>
                  </a:cubicBezTo>
                  <a:cubicBezTo>
                    <a:pt x="155825" y="748"/>
                    <a:pt x="157963" y="-1048"/>
                    <a:pt x="159502" y="748"/>
                  </a:cubicBezTo>
                  <a:cubicBezTo>
                    <a:pt x="161043" y="2630"/>
                    <a:pt x="159246" y="4683"/>
                    <a:pt x="162411" y="4170"/>
                  </a:cubicBezTo>
                  <a:cubicBezTo>
                    <a:pt x="165575" y="3657"/>
                    <a:pt x="167116" y="3657"/>
                    <a:pt x="166346" y="1775"/>
                  </a:cubicBezTo>
                  <a:cubicBezTo>
                    <a:pt x="165575" y="-21"/>
                    <a:pt x="168997" y="3143"/>
                    <a:pt x="168485" y="4683"/>
                  </a:cubicBezTo>
                  <a:cubicBezTo>
                    <a:pt x="167971" y="6223"/>
                    <a:pt x="170366" y="5710"/>
                    <a:pt x="171906" y="5453"/>
                  </a:cubicBezTo>
                  <a:cubicBezTo>
                    <a:pt x="173445" y="5197"/>
                    <a:pt x="175327" y="4427"/>
                    <a:pt x="178749" y="5453"/>
                  </a:cubicBezTo>
                  <a:cubicBezTo>
                    <a:pt x="182171" y="6480"/>
                    <a:pt x="185079" y="5453"/>
                    <a:pt x="183197" y="8105"/>
                  </a:cubicBezTo>
                  <a:cubicBezTo>
                    <a:pt x="181401" y="10757"/>
                    <a:pt x="181059" y="12296"/>
                    <a:pt x="183710" y="11783"/>
                  </a:cubicBezTo>
                  <a:cubicBezTo>
                    <a:pt x="186362" y="11270"/>
                    <a:pt x="183454" y="11270"/>
                    <a:pt x="190297" y="12553"/>
                  </a:cubicBezTo>
                  <a:cubicBezTo>
                    <a:pt x="197140" y="13836"/>
                    <a:pt x="201845" y="14691"/>
                    <a:pt x="199791" y="16744"/>
                  </a:cubicBezTo>
                  <a:cubicBezTo>
                    <a:pt x="197653" y="18883"/>
                    <a:pt x="201075" y="20936"/>
                    <a:pt x="205010" y="22048"/>
                  </a:cubicBezTo>
                  <a:cubicBezTo>
                    <a:pt x="208945" y="23074"/>
                    <a:pt x="212110" y="24186"/>
                    <a:pt x="211596" y="27351"/>
                  </a:cubicBezTo>
                  <a:cubicBezTo>
                    <a:pt x="211596" y="27351"/>
                    <a:pt x="209714" y="24186"/>
                    <a:pt x="207918" y="26325"/>
                  </a:cubicBezTo>
                  <a:cubicBezTo>
                    <a:pt x="206037" y="28463"/>
                    <a:pt x="205780" y="29746"/>
                    <a:pt x="208688" y="31372"/>
                  </a:cubicBezTo>
                  <a:cubicBezTo>
                    <a:pt x="211596" y="32997"/>
                    <a:pt x="213393" y="32142"/>
                    <a:pt x="216044" y="35306"/>
                  </a:cubicBezTo>
                  <a:cubicBezTo>
                    <a:pt x="218696" y="38471"/>
                    <a:pt x="220235" y="36932"/>
                    <a:pt x="220749" y="41893"/>
                  </a:cubicBezTo>
                  <a:cubicBezTo>
                    <a:pt x="221262" y="46854"/>
                    <a:pt x="225453" y="50361"/>
                    <a:pt x="223914" y="53441"/>
                  </a:cubicBezTo>
                  <a:cubicBezTo>
                    <a:pt x="222374" y="56606"/>
                    <a:pt x="222631" y="58146"/>
                    <a:pt x="224427" y="61311"/>
                  </a:cubicBezTo>
                  <a:cubicBezTo>
                    <a:pt x="226309" y="64475"/>
                    <a:pt x="226565" y="64989"/>
                    <a:pt x="225967" y="68154"/>
                  </a:cubicBezTo>
                  <a:cubicBezTo>
                    <a:pt x="225453" y="71319"/>
                    <a:pt x="224085" y="76537"/>
                    <a:pt x="223572" y="81840"/>
                  </a:cubicBezTo>
                  <a:cubicBezTo>
                    <a:pt x="223059" y="87143"/>
                    <a:pt x="222545" y="86031"/>
                    <a:pt x="222032" y="89196"/>
                  </a:cubicBezTo>
                  <a:cubicBezTo>
                    <a:pt x="221519" y="92361"/>
                    <a:pt x="225710" y="92618"/>
                    <a:pt x="222545" y="95526"/>
                  </a:cubicBezTo>
                  <a:cubicBezTo>
                    <a:pt x="219380" y="98435"/>
                    <a:pt x="217584" y="99461"/>
                    <a:pt x="217584" y="102369"/>
                  </a:cubicBezTo>
                  <a:cubicBezTo>
                    <a:pt x="217584" y="105278"/>
                    <a:pt x="220749" y="105791"/>
                    <a:pt x="222288" y="103909"/>
                  </a:cubicBezTo>
                  <a:cubicBezTo>
                    <a:pt x="222288" y="103909"/>
                    <a:pt x="223828" y="106817"/>
                    <a:pt x="220663" y="107844"/>
                  </a:cubicBezTo>
                  <a:cubicBezTo>
                    <a:pt x="217499" y="108956"/>
                    <a:pt x="216472" y="114430"/>
                    <a:pt x="215446" y="114430"/>
                  </a:cubicBezTo>
                  <a:cubicBezTo>
                    <a:pt x="214590" y="114430"/>
                    <a:pt x="218525" y="114601"/>
                    <a:pt x="220492" y="113832"/>
                  </a:cubicBezTo>
                  <a:cubicBezTo>
                    <a:pt x="218525" y="115286"/>
                    <a:pt x="213991" y="118280"/>
                    <a:pt x="210997" y="118878"/>
                  </a:cubicBezTo>
                  <a:cubicBezTo>
                    <a:pt x="210997" y="118878"/>
                    <a:pt x="214676" y="121787"/>
                    <a:pt x="217841" y="121530"/>
                  </a:cubicBezTo>
                  <a:cubicBezTo>
                    <a:pt x="217841" y="121530"/>
                    <a:pt x="213393" y="122813"/>
                    <a:pt x="210741" y="121530"/>
                  </a:cubicBezTo>
                  <a:cubicBezTo>
                    <a:pt x="210741" y="121530"/>
                    <a:pt x="213906" y="126834"/>
                    <a:pt x="217841" y="124695"/>
                  </a:cubicBezTo>
                  <a:cubicBezTo>
                    <a:pt x="217841" y="124695"/>
                    <a:pt x="212024" y="128373"/>
                    <a:pt x="209457" y="125209"/>
                  </a:cubicBezTo>
                  <a:cubicBezTo>
                    <a:pt x="206806" y="122043"/>
                    <a:pt x="209201" y="131795"/>
                    <a:pt x="209714" y="132565"/>
                  </a:cubicBezTo>
                  <a:cubicBezTo>
                    <a:pt x="210228" y="133335"/>
                    <a:pt x="211083" y="133848"/>
                    <a:pt x="209457" y="134960"/>
                  </a:cubicBezTo>
                  <a:cubicBezTo>
                    <a:pt x="207918" y="135986"/>
                    <a:pt x="208175" y="136500"/>
                    <a:pt x="207319" y="139665"/>
                  </a:cubicBezTo>
                  <a:cubicBezTo>
                    <a:pt x="206549" y="142830"/>
                    <a:pt x="207063" y="142573"/>
                    <a:pt x="205180" y="143856"/>
                  </a:cubicBezTo>
                  <a:cubicBezTo>
                    <a:pt x="203299" y="145139"/>
                    <a:pt x="203641" y="144113"/>
                    <a:pt x="203042" y="147021"/>
                  </a:cubicBezTo>
                  <a:cubicBezTo>
                    <a:pt x="202529" y="149929"/>
                    <a:pt x="202272" y="149673"/>
                    <a:pt x="202015" y="151726"/>
                  </a:cubicBezTo>
                  <a:cubicBezTo>
                    <a:pt x="202015" y="151726"/>
                    <a:pt x="202443" y="153950"/>
                    <a:pt x="203042" y="156858"/>
                  </a:cubicBezTo>
                  <a:cubicBezTo>
                    <a:pt x="205266" y="157542"/>
                    <a:pt x="213906" y="160536"/>
                    <a:pt x="216215" y="167978"/>
                  </a:cubicBezTo>
                  <a:lnTo>
                    <a:pt x="216215" y="167978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EDE24DA-5D59-53DA-36C8-DE0D1E154E45}"/>
                </a:ext>
              </a:extLst>
            </p:cNvPr>
            <p:cNvSpPr/>
            <p:nvPr/>
          </p:nvSpPr>
          <p:spPr>
            <a:xfrm>
              <a:off x="19937664" y="1661284"/>
              <a:ext cx="430914" cy="1264006"/>
            </a:xfrm>
            <a:custGeom>
              <a:avLst/>
              <a:gdLst>
                <a:gd name="connsiteX0" fmla="*/ 406767 w 430914"/>
                <a:gd name="connsiteY0" fmla="*/ 674388 h 1264006"/>
                <a:gd name="connsiteX1" fmla="*/ 399838 w 430914"/>
                <a:gd name="connsiteY1" fmla="*/ 657451 h 1264006"/>
                <a:gd name="connsiteX2" fmla="*/ 398983 w 430914"/>
                <a:gd name="connsiteY2" fmla="*/ 670453 h 1264006"/>
                <a:gd name="connsiteX3" fmla="*/ 396160 w 430914"/>
                <a:gd name="connsiteY3" fmla="*/ 683284 h 1264006"/>
                <a:gd name="connsiteX4" fmla="*/ 396587 w 430914"/>
                <a:gd name="connsiteY4" fmla="*/ 687561 h 1264006"/>
                <a:gd name="connsiteX5" fmla="*/ 400693 w 430914"/>
                <a:gd name="connsiteY5" fmla="*/ 686791 h 1264006"/>
                <a:gd name="connsiteX6" fmla="*/ 405569 w 430914"/>
                <a:gd name="connsiteY6" fmla="*/ 680461 h 1264006"/>
                <a:gd name="connsiteX7" fmla="*/ 406767 w 430914"/>
                <a:gd name="connsiteY7" fmla="*/ 674388 h 1264006"/>
                <a:gd name="connsiteX8" fmla="*/ 406767 w 430914"/>
                <a:gd name="connsiteY8" fmla="*/ 674388 h 1264006"/>
                <a:gd name="connsiteX9" fmla="*/ 243728 w 430914"/>
                <a:gd name="connsiteY9" fmla="*/ 884302 h 1264006"/>
                <a:gd name="connsiteX10" fmla="*/ 239023 w 430914"/>
                <a:gd name="connsiteY10" fmla="*/ 879854 h 1264006"/>
                <a:gd name="connsiteX11" fmla="*/ 237912 w 430914"/>
                <a:gd name="connsiteY11" fmla="*/ 878229 h 1264006"/>
                <a:gd name="connsiteX12" fmla="*/ 230897 w 430914"/>
                <a:gd name="connsiteY12" fmla="*/ 862318 h 1264006"/>
                <a:gd name="connsiteX13" fmla="*/ 226022 w 430914"/>
                <a:gd name="connsiteY13" fmla="*/ 846750 h 1264006"/>
                <a:gd name="connsiteX14" fmla="*/ 229273 w 430914"/>
                <a:gd name="connsiteY14" fmla="*/ 892941 h 1264006"/>
                <a:gd name="connsiteX15" fmla="*/ 230385 w 430914"/>
                <a:gd name="connsiteY15" fmla="*/ 922282 h 1264006"/>
                <a:gd name="connsiteX16" fmla="*/ 231667 w 430914"/>
                <a:gd name="connsiteY16" fmla="*/ 917320 h 1264006"/>
                <a:gd name="connsiteX17" fmla="*/ 234746 w 430914"/>
                <a:gd name="connsiteY17" fmla="*/ 909194 h 1264006"/>
                <a:gd name="connsiteX18" fmla="*/ 235602 w 430914"/>
                <a:gd name="connsiteY18" fmla="*/ 907996 h 1264006"/>
                <a:gd name="connsiteX19" fmla="*/ 245097 w 430914"/>
                <a:gd name="connsiteY19" fmla="*/ 894481 h 1264006"/>
                <a:gd name="connsiteX20" fmla="*/ 246722 w 430914"/>
                <a:gd name="connsiteY20" fmla="*/ 892086 h 1264006"/>
                <a:gd name="connsiteX21" fmla="*/ 248348 w 430914"/>
                <a:gd name="connsiteY21" fmla="*/ 889092 h 1264006"/>
                <a:gd name="connsiteX22" fmla="*/ 243814 w 430914"/>
                <a:gd name="connsiteY22" fmla="*/ 884302 h 1264006"/>
                <a:gd name="connsiteX23" fmla="*/ 243814 w 430914"/>
                <a:gd name="connsiteY23" fmla="*/ 884302 h 1264006"/>
                <a:gd name="connsiteX24" fmla="*/ 82658 w 430914"/>
                <a:gd name="connsiteY24" fmla="*/ 636579 h 1264006"/>
                <a:gd name="connsiteX25" fmla="*/ 81546 w 430914"/>
                <a:gd name="connsiteY25" fmla="*/ 611602 h 1264006"/>
                <a:gd name="connsiteX26" fmla="*/ 71366 w 430914"/>
                <a:gd name="connsiteY26" fmla="*/ 600995 h 1264006"/>
                <a:gd name="connsiteX27" fmla="*/ 78295 w 430914"/>
                <a:gd name="connsiteY27" fmla="*/ 629480 h 1264006"/>
                <a:gd name="connsiteX28" fmla="*/ 82058 w 430914"/>
                <a:gd name="connsiteY28" fmla="*/ 641968 h 1264006"/>
                <a:gd name="connsiteX29" fmla="*/ 81546 w 430914"/>
                <a:gd name="connsiteY29" fmla="*/ 644706 h 1264006"/>
                <a:gd name="connsiteX30" fmla="*/ 76328 w 430914"/>
                <a:gd name="connsiteY30" fmla="*/ 644877 h 1264006"/>
                <a:gd name="connsiteX31" fmla="*/ 81546 w 430914"/>
                <a:gd name="connsiteY31" fmla="*/ 645390 h 1264006"/>
                <a:gd name="connsiteX32" fmla="*/ 84539 w 430914"/>
                <a:gd name="connsiteY32" fmla="*/ 652319 h 1264006"/>
                <a:gd name="connsiteX33" fmla="*/ 84282 w 430914"/>
                <a:gd name="connsiteY33" fmla="*/ 648384 h 1264006"/>
                <a:gd name="connsiteX34" fmla="*/ 82658 w 430914"/>
                <a:gd name="connsiteY34" fmla="*/ 636408 h 1264006"/>
                <a:gd name="connsiteX35" fmla="*/ 82658 w 430914"/>
                <a:gd name="connsiteY35" fmla="*/ 636408 h 1264006"/>
                <a:gd name="connsiteX36" fmla="*/ 79920 w 430914"/>
                <a:gd name="connsiteY36" fmla="*/ 554034 h 1264006"/>
                <a:gd name="connsiteX37" fmla="*/ 79920 w 430914"/>
                <a:gd name="connsiteY37" fmla="*/ 554034 h 1264006"/>
                <a:gd name="connsiteX38" fmla="*/ 77269 w 430914"/>
                <a:gd name="connsiteY38" fmla="*/ 548559 h 1264006"/>
                <a:gd name="connsiteX39" fmla="*/ 77867 w 430914"/>
                <a:gd name="connsiteY39" fmla="*/ 528885 h 1264006"/>
                <a:gd name="connsiteX40" fmla="*/ 75130 w 430914"/>
                <a:gd name="connsiteY40" fmla="*/ 556686 h 1264006"/>
                <a:gd name="connsiteX41" fmla="*/ 67517 w 430914"/>
                <a:gd name="connsiteY41" fmla="*/ 570800 h 1264006"/>
                <a:gd name="connsiteX42" fmla="*/ 69656 w 430914"/>
                <a:gd name="connsiteY42" fmla="*/ 582262 h 1264006"/>
                <a:gd name="connsiteX43" fmla="*/ 69998 w 430914"/>
                <a:gd name="connsiteY43" fmla="*/ 568062 h 1264006"/>
                <a:gd name="connsiteX44" fmla="*/ 80005 w 430914"/>
                <a:gd name="connsiteY44" fmla="*/ 553948 h 1264006"/>
                <a:gd name="connsiteX45" fmla="*/ 80005 w 430914"/>
                <a:gd name="connsiteY45" fmla="*/ 553948 h 1264006"/>
                <a:gd name="connsiteX46" fmla="*/ 78295 w 430914"/>
                <a:gd name="connsiteY46" fmla="*/ 512291 h 1264006"/>
                <a:gd name="connsiteX47" fmla="*/ 78209 w 430914"/>
                <a:gd name="connsiteY47" fmla="*/ 516396 h 1264006"/>
                <a:gd name="connsiteX48" fmla="*/ 78209 w 430914"/>
                <a:gd name="connsiteY48" fmla="*/ 515028 h 1264006"/>
                <a:gd name="connsiteX49" fmla="*/ 78466 w 430914"/>
                <a:gd name="connsiteY49" fmla="*/ 512462 h 1264006"/>
                <a:gd name="connsiteX50" fmla="*/ 78295 w 430914"/>
                <a:gd name="connsiteY50" fmla="*/ 512462 h 1264006"/>
                <a:gd name="connsiteX51" fmla="*/ 429093 w 430914"/>
                <a:gd name="connsiteY51" fmla="*/ 668657 h 1264006"/>
                <a:gd name="connsiteX52" fmla="*/ 428579 w 430914"/>
                <a:gd name="connsiteY52" fmla="*/ 681146 h 1264006"/>
                <a:gd name="connsiteX53" fmla="*/ 416603 w 430914"/>
                <a:gd name="connsiteY53" fmla="*/ 695516 h 1264006"/>
                <a:gd name="connsiteX54" fmla="*/ 406253 w 430914"/>
                <a:gd name="connsiteY54" fmla="*/ 703643 h 1264006"/>
                <a:gd name="connsiteX55" fmla="*/ 398128 w 430914"/>
                <a:gd name="connsiteY55" fmla="*/ 709887 h 1264006"/>
                <a:gd name="connsiteX56" fmla="*/ 394022 w 430914"/>
                <a:gd name="connsiteY56" fmla="*/ 708775 h 1264006"/>
                <a:gd name="connsiteX57" fmla="*/ 393166 w 430914"/>
                <a:gd name="connsiteY57" fmla="*/ 704412 h 1264006"/>
                <a:gd name="connsiteX58" fmla="*/ 386409 w 430914"/>
                <a:gd name="connsiteY58" fmla="*/ 701162 h 1264006"/>
                <a:gd name="connsiteX59" fmla="*/ 384783 w 430914"/>
                <a:gd name="connsiteY59" fmla="*/ 686791 h 1264006"/>
                <a:gd name="connsiteX60" fmla="*/ 384783 w 430914"/>
                <a:gd name="connsiteY60" fmla="*/ 667802 h 1264006"/>
                <a:gd name="connsiteX61" fmla="*/ 378539 w 430914"/>
                <a:gd name="connsiteY61" fmla="*/ 646844 h 1264006"/>
                <a:gd name="connsiteX62" fmla="*/ 378539 w 430914"/>
                <a:gd name="connsiteY62" fmla="*/ 622979 h 1264006"/>
                <a:gd name="connsiteX63" fmla="*/ 378539 w 430914"/>
                <a:gd name="connsiteY63" fmla="*/ 622979 h 1264006"/>
                <a:gd name="connsiteX64" fmla="*/ 378539 w 430914"/>
                <a:gd name="connsiteY64" fmla="*/ 622979 h 1264006"/>
                <a:gd name="connsiteX65" fmla="*/ 373578 w 430914"/>
                <a:gd name="connsiteY65" fmla="*/ 599284 h 1264006"/>
                <a:gd name="connsiteX66" fmla="*/ 372551 w 430914"/>
                <a:gd name="connsiteY66" fmla="*/ 595777 h 1264006"/>
                <a:gd name="connsiteX67" fmla="*/ 360062 w 430914"/>
                <a:gd name="connsiteY67" fmla="*/ 587138 h 1264006"/>
                <a:gd name="connsiteX68" fmla="*/ 354673 w 430914"/>
                <a:gd name="connsiteY68" fmla="*/ 566523 h 1264006"/>
                <a:gd name="connsiteX69" fmla="*/ 339448 w 430914"/>
                <a:gd name="connsiteY69" fmla="*/ 523667 h 1264006"/>
                <a:gd name="connsiteX70" fmla="*/ 332176 w 430914"/>
                <a:gd name="connsiteY70" fmla="*/ 506816 h 1264006"/>
                <a:gd name="connsiteX71" fmla="*/ 327044 w 430914"/>
                <a:gd name="connsiteY71" fmla="*/ 497407 h 1264006"/>
                <a:gd name="connsiteX72" fmla="*/ 322595 w 430914"/>
                <a:gd name="connsiteY72" fmla="*/ 493215 h 1264006"/>
                <a:gd name="connsiteX73" fmla="*/ 321911 w 430914"/>
                <a:gd name="connsiteY73" fmla="*/ 492788 h 1264006"/>
                <a:gd name="connsiteX74" fmla="*/ 314384 w 430914"/>
                <a:gd name="connsiteY74" fmla="*/ 489708 h 1264006"/>
                <a:gd name="connsiteX75" fmla="*/ 312417 w 430914"/>
                <a:gd name="connsiteY75" fmla="*/ 486372 h 1264006"/>
                <a:gd name="connsiteX76" fmla="*/ 313443 w 430914"/>
                <a:gd name="connsiteY76" fmla="*/ 483806 h 1264006"/>
                <a:gd name="connsiteX77" fmla="*/ 312844 w 430914"/>
                <a:gd name="connsiteY77" fmla="*/ 473627 h 1264006"/>
                <a:gd name="connsiteX78" fmla="*/ 304120 w 430914"/>
                <a:gd name="connsiteY78" fmla="*/ 459000 h 1264006"/>
                <a:gd name="connsiteX79" fmla="*/ 303008 w 430914"/>
                <a:gd name="connsiteY79" fmla="*/ 428633 h 1264006"/>
                <a:gd name="connsiteX80" fmla="*/ 301896 w 430914"/>
                <a:gd name="connsiteY80" fmla="*/ 419822 h 1264006"/>
                <a:gd name="connsiteX81" fmla="*/ 299757 w 430914"/>
                <a:gd name="connsiteY81" fmla="*/ 417769 h 1264006"/>
                <a:gd name="connsiteX82" fmla="*/ 298046 w 430914"/>
                <a:gd name="connsiteY82" fmla="*/ 420421 h 1264006"/>
                <a:gd name="connsiteX83" fmla="*/ 298131 w 430914"/>
                <a:gd name="connsiteY83" fmla="*/ 430258 h 1264006"/>
                <a:gd name="connsiteX84" fmla="*/ 305146 w 430914"/>
                <a:gd name="connsiteY84" fmla="*/ 492189 h 1264006"/>
                <a:gd name="connsiteX85" fmla="*/ 307199 w 430914"/>
                <a:gd name="connsiteY85" fmla="*/ 542828 h 1264006"/>
                <a:gd name="connsiteX86" fmla="*/ 310021 w 430914"/>
                <a:gd name="connsiteY86" fmla="*/ 553007 h 1264006"/>
                <a:gd name="connsiteX87" fmla="*/ 309679 w 430914"/>
                <a:gd name="connsiteY87" fmla="*/ 552836 h 1264006"/>
                <a:gd name="connsiteX88" fmla="*/ 312759 w 430914"/>
                <a:gd name="connsiteY88" fmla="*/ 564384 h 1264006"/>
                <a:gd name="connsiteX89" fmla="*/ 307883 w 430914"/>
                <a:gd name="connsiteY89" fmla="*/ 569260 h 1264006"/>
                <a:gd name="connsiteX90" fmla="*/ 311647 w 430914"/>
                <a:gd name="connsiteY90" fmla="*/ 582861 h 1264006"/>
                <a:gd name="connsiteX91" fmla="*/ 320885 w 430914"/>
                <a:gd name="connsiteY91" fmla="*/ 609464 h 1264006"/>
                <a:gd name="connsiteX92" fmla="*/ 325760 w 430914"/>
                <a:gd name="connsiteY92" fmla="*/ 627940 h 1264006"/>
                <a:gd name="connsiteX93" fmla="*/ 323622 w 430914"/>
                <a:gd name="connsiteY93" fmla="*/ 671394 h 1264006"/>
                <a:gd name="connsiteX94" fmla="*/ 339875 w 430914"/>
                <a:gd name="connsiteY94" fmla="*/ 745814 h 1264006"/>
                <a:gd name="connsiteX95" fmla="*/ 348600 w 430914"/>
                <a:gd name="connsiteY95" fmla="*/ 858726 h 1264006"/>
                <a:gd name="connsiteX96" fmla="*/ 334999 w 430914"/>
                <a:gd name="connsiteY96" fmla="*/ 900555 h 1264006"/>
                <a:gd name="connsiteX97" fmla="*/ 327984 w 430914"/>
                <a:gd name="connsiteY97" fmla="*/ 932632 h 1264006"/>
                <a:gd name="connsiteX98" fmla="*/ 310621 w 430914"/>
                <a:gd name="connsiteY98" fmla="*/ 953846 h 1264006"/>
                <a:gd name="connsiteX99" fmla="*/ 274779 w 430914"/>
                <a:gd name="connsiteY99" fmla="*/ 1023902 h 1264006"/>
                <a:gd name="connsiteX100" fmla="*/ 239451 w 430914"/>
                <a:gd name="connsiteY100" fmla="*/ 1074114 h 1264006"/>
                <a:gd name="connsiteX101" fmla="*/ 239451 w 430914"/>
                <a:gd name="connsiteY101" fmla="*/ 1074371 h 1264006"/>
                <a:gd name="connsiteX102" fmla="*/ 238939 w 430914"/>
                <a:gd name="connsiteY102" fmla="*/ 1087373 h 1264006"/>
                <a:gd name="connsiteX103" fmla="*/ 248946 w 430914"/>
                <a:gd name="connsiteY103" fmla="*/ 1149047 h 1264006"/>
                <a:gd name="connsiteX104" fmla="*/ 250828 w 430914"/>
                <a:gd name="connsiteY104" fmla="*/ 1156318 h 1264006"/>
                <a:gd name="connsiteX105" fmla="*/ 249545 w 430914"/>
                <a:gd name="connsiteY105" fmla="*/ 1171544 h 1264006"/>
                <a:gd name="connsiteX106" fmla="*/ 246551 w 430914"/>
                <a:gd name="connsiteY106" fmla="*/ 1194810 h 1264006"/>
                <a:gd name="connsiteX107" fmla="*/ 236201 w 430914"/>
                <a:gd name="connsiteY107" fmla="*/ 1216024 h 1264006"/>
                <a:gd name="connsiteX108" fmla="*/ 236714 w 430914"/>
                <a:gd name="connsiteY108" fmla="*/ 1223124 h 1264006"/>
                <a:gd name="connsiteX109" fmla="*/ 251341 w 430914"/>
                <a:gd name="connsiteY109" fmla="*/ 1259478 h 1264006"/>
                <a:gd name="connsiteX110" fmla="*/ 220376 w 430914"/>
                <a:gd name="connsiteY110" fmla="*/ 1263328 h 1264006"/>
                <a:gd name="connsiteX111" fmla="*/ 166059 w 430914"/>
                <a:gd name="connsiteY111" fmla="*/ 1256313 h 1264006"/>
                <a:gd name="connsiteX112" fmla="*/ 165545 w 430914"/>
                <a:gd name="connsiteY112" fmla="*/ 1245963 h 1264006"/>
                <a:gd name="connsiteX113" fmla="*/ 172645 w 430914"/>
                <a:gd name="connsiteY113" fmla="*/ 1223723 h 1264006"/>
                <a:gd name="connsiteX114" fmla="*/ 173158 w 430914"/>
                <a:gd name="connsiteY114" fmla="*/ 1201483 h 1264006"/>
                <a:gd name="connsiteX115" fmla="*/ 177521 w 430914"/>
                <a:gd name="connsiteY115" fmla="*/ 1188481 h 1264006"/>
                <a:gd name="connsiteX116" fmla="*/ 172132 w 430914"/>
                <a:gd name="connsiteY116" fmla="*/ 1150415 h 1264006"/>
                <a:gd name="connsiteX117" fmla="*/ 156905 w 430914"/>
                <a:gd name="connsiteY117" fmla="*/ 1092847 h 1264006"/>
                <a:gd name="connsiteX118" fmla="*/ 151431 w 430914"/>
                <a:gd name="connsiteY118" fmla="*/ 1071120 h 1264006"/>
                <a:gd name="connsiteX119" fmla="*/ 145957 w 430914"/>
                <a:gd name="connsiteY119" fmla="*/ 1048880 h 1264006"/>
                <a:gd name="connsiteX120" fmla="*/ 145443 w 430914"/>
                <a:gd name="connsiteY120" fmla="*/ 1015177 h 1264006"/>
                <a:gd name="connsiteX121" fmla="*/ 142193 w 430914"/>
                <a:gd name="connsiteY121" fmla="*/ 988575 h 1264006"/>
                <a:gd name="connsiteX122" fmla="*/ 134580 w 430914"/>
                <a:gd name="connsiteY122" fmla="*/ 935369 h 1264006"/>
                <a:gd name="connsiteX123" fmla="*/ 134067 w 430914"/>
                <a:gd name="connsiteY123" fmla="*/ 892514 h 1264006"/>
                <a:gd name="connsiteX124" fmla="*/ 132612 w 430914"/>
                <a:gd name="connsiteY124" fmla="*/ 884730 h 1264006"/>
                <a:gd name="connsiteX125" fmla="*/ 126368 w 430914"/>
                <a:gd name="connsiteY125" fmla="*/ 868734 h 1264006"/>
                <a:gd name="connsiteX126" fmla="*/ 125342 w 430914"/>
                <a:gd name="connsiteY126" fmla="*/ 865911 h 1264006"/>
                <a:gd name="connsiteX127" fmla="*/ 123203 w 430914"/>
                <a:gd name="connsiteY127" fmla="*/ 843072 h 1264006"/>
                <a:gd name="connsiteX128" fmla="*/ 107464 w 430914"/>
                <a:gd name="connsiteY128" fmla="*/ 773015 h 1264006"/>
                <a:gd name="connsiteX129" fmla="*/ 94548 w 430914"/>
                <a:gd name="connsiteY129" fmla="*/ 717158 h 1264006"/>
                <a:gd name="connsiteX130" fmla="*/ 92836 w 430914"/>
                <a:gd name="connsiteY130" fmla="*/ 717158 h 1264006"/>
                <a:gd name="connsiteX131" fmla="*/ 88988 w 430914"/>
                <a:gd name="connsiteY131" fmla="*/ 721691 h 1264006"/>
                <a:gd name="connsiteX132" fmla="*/ 83684 w 430914"/>
                <a:gd name="connsiteY132" fmla="*/ 724942 h 1264006"/>
                <a:gd name="connsiteX133" fmla="*/ 75130 w 430914"/>
                <a:gd name="connsiteY133" fmla="*/ 719467 h 1264006"/>
                <a:gd name="connsiteX134" fmla="*/ 68800 w 430914"/>
                <a:gd name="connsiteY134" fmla="*/ 721520 h 1264006"/>
                <a:gd name="connsiteX135" fmla="*/ 61273 w 430914"/>
                <a:gd name="connsiteY135" fmla="*/ 718270 h 1264006"/>
                <a:gd name="connsiteX136" fmla="*/ 55541 w 430914"/>
                <a:gd name="connsiteY136" fmla="*/ 721520 h 1264006"/>
                <a:gd name="connsiteX137" fmla="*/ 46218 w 430914"/>
                <a:gd name="connsiteY137" fmla="*/ 715618 h 1264006"/>
                <a:gd name="connsiteX138" fmla="*/ 38861 w 430914"/>
                <a:gd name="connsiteY138" fmla="*/ 716217 h 1264006"/>
                <a:gd name="connsiteX139" fmla="*/ 30906 w 430914"/>
                <a:gd name="connsiteY139" fmla="*/ 697056 h 1264006"/>
                <a:gd name="connsiteX140" fmla="*/ 31334 w 430914"/>
                <a:gd name="connsiteY140" fmla="*/ 654286 h 1264006"/>
                <a:gd name="connsiteX141" fmla="*/ 33044 w 430914"/>
                <a:gd name="connsiteY141" fmla="*/ 651463 h 1264006"/>
                <a:gd name="connsiteX142" fmla="*/ 30906 w 430914"/>
                <a:gd name="connsiteY142" fmla="*/ 653431 h 1264006"/>
                <a:gd name="connsiteX143" fmla="*/ 19529 w 430914"/>
                <a:gd name="connsiteY143" fmla="*/ 608865 h 1264006"/>
                <a:gd name="connsiteX144" fmla="*/ 540 w 430914"/>
                <a:gd name="connsiteY144" fmla="*/ 556172 h 1264006"/>
                <a:gd name="connsiteX145" fmla="*/ 9778 w 430914"/>
                <a:gd name="connsiteY145" fmla="*/ 506217 h 1264006"/>
                <a:gd name="connsiteX146" fmla="*/ 26 w 430914"/>
                <a:gd name="connsiteY146" fmla="*/ 485602 h 1264006"/>
                <a:gd name="connsiteX147" fmla="*/ 13028 w 430914"/>
                <a:gd name="connsiteY147" fmla="*/ 393305 h 1264006"/>
                <a:gd name="connsiteX148" fmla="*/ 30906 w 430914"/>
                <a:gd name="connsiteY148" fmla="*/ 268931 h 1264006"/>
                <a:gd name="connsiteX149" fmla="*/ 54772 w 430914"/>
                <a:gd name="connsiteY149" fmla="*/ 240703 h 1264006"/>
                <a:gd name="connsiteX150" fmla="*/ 70511 w 430914"/>
                <a:gd name="connsiteY150" fmla="*/ 231293 h 1264006"/>
                <a:gd name="connsiteX151" fmla="*/ 54772 w 430914"/>
                <a:gd name="connsiteY151" fmla="*/ 240703 h 1264006"/>
                <a:gd name="connsiteX152" fmla="*/ 59647 w 430914"/>
                <a:gd name="connsiteY152" fmla="*/ 230951 h 1264006"/>
                <a:gd name="connsiteX153" fmla="*/ 128079 w 430914"/>
                <a:gd name="connsiteY153" fmla="*/ 192373 h 1264006"/>
                <a:gd name="connsiteX154" fmla="*/ 128336 w 430914"/>
                <a:gd name="connsiteY154" fmla="*/ 192373 h 1264006"/>
                <a:gd name="connsiteX155" fmla="*/ 130217 w 430914"/>
                <a:gd name="connsiteY155" fmla="*/ 191261 h 1264006"/>
                <a:gd name="connsiteX156" fmla="*/ 141081 w 430914"/>
                <a:gd name="connsiteY156" fmla="*/ 174409 h 1264006"/>
                <a:gd name="connsiteX157" fmla="*/ 151004 w 430914"/>
                <a:gd name="connsiteY157" fmla="*/ 157900 h 1264006"/>
                <a:gd name="connsiteX158" fmla="*/ 150832 w 430914"/>
                <a:gd name="connsiteY158" fmla="*/ 144556 h 1264006"/>
                <a:gd name="connsiteX159" fmla="*/ 143219 w 430914"/>
                <a:gd name="connsiteY159" fmla="*/ 123428 h 1264006"/>
                <a:gd name="connsiteX160" fmla="*/ 133981 w 430914"/>
                <a:gd name="connsiteY160" fmla="*/ 123941 h 1264006"/>
                <a:gd name="connsiteX161" fmla="*/ 118241 w 430914"/>
                <a:gd name="connsiteY161" fmla="*/ 101102 h 1264006"/>
                <a:gd name="connsiteX162" fmla="*/ 122006 w 430914"/>
                <a:gd name="connsiteY162" fmla="*/ 85363 h 1264006"/>
                <a:gd name="connsiteX163" fmla="*/ 123630 w 430914"/>
                <a:gd name="connsiteY163" fmla="*/ 53884 h 1264006"/>
                <a:gd name="connsiteX164" fmla="*/ 175725 w 430914"/>
                <a:gd name="connsiteY164" fmla="*/ 679 h 1264006"/>
                <a:gd name="connsiteX165" fmla="*/ 233293 w 430914"/>
                <a:gd name="connsiteY165" fmla="*/ 24031 h 1264006"/>
                <a:gd name="connsiteX166" fmla="*/ 246893 w 430914"/>
                <a:gd name="connsiteY166" fmla="*/ 59872 h 1264006"/>
                <a:gd name="connsiteX167" fmla="*/ 248005 w 430914"/>
                <a:gd name="connsiteY167" fmla="*/ 75611 h 1264006"/>
                <a:gd name="connsiteX168" fmla="*/ 251854 w 430914"/>
                <a:gd name="connsiteY168" fmla="*/ 81599 h 1264006"/>
                <a:gd name="connsiteX169" fmla="*/ 249631 w 430914"/>
                <a:gd name="connsiteY169" fmla="*/ 103839 h 1264006"/>
                <a:gd name="connsiteX170" fmla="*/ 246893 w 430914"/>
                <a:gd name="connsiteY170" fmla="*/ 116328 h 1264006"/>
                <a:gd name="connsiteX171" fmla="*/ 240906 w 430914"/>
                <a:gd name="connsiteY171" fmla="*/ 118638 h 1264006"/>
                <a:gd name="connsiteX172" fmla="*/ 233550 w 430914"/>
                <a:gd name="connsiteY172" fmla="*/ 140194 h 1264006"/>
                <a:gd name="connsiteX173" fmla="*/ 232779 w 430914"/>
                <a:gd name="connsiteY173" fmla="*/ 160295 h 1264006"/>
                <a:gd name="connsiteX174" fmla="*/ 232779 w 430914"/>
                <a:gd name="connsiteY174" fmla="*/ 162006 h 1264006"/>
                <a:gd name="connsiteX175" fmla="*/ 232779 w 430914"/>
                <a:gd name="connsiteY175" fmla="*/ 162006 h 1264006"/>
                <a:gd name="connsiteX176" fmla="*/ 240906 w 430914"/>
                <a:gd name="connsiteY176" fmla="*/ 193485 h 1264006"/>
                <a:gd name="connsiteX177" fmla="*/ 246380 w 430914"/>
                <a:gd name="connsiteY177" fmla="*/ 207855 h 1264006"/>
                <a:gd name="connsiteX178" fmla="*/ 247321 w 430914"/>
                <a:gd name="connsiteY178" fmla="*/ 208711 h 1264006"/>
                <a:gd name="connsiteX179" fmla="*/ 251256 w 430914"/>
                <a:gd name="connsiteY179" fmla="*/ 211448 h 1264006"/>
                <a:gd name="connsiteX180" fmla="*/ 288038 w 430914"/>
                <a:gd name="connsiteY180" fmla="*/ 229155 h 1264006"/>
                <a:gd name="connsiteX181" fmla="*/ 304461 w 430914"/>
                <a:gd name="connsiteY181" fmla="*/ 234287 h 1264006"/>
                <a:gd name="connsiteX182" fmla="*/ 308824 w 430914"/>
                <a:gd name="connsiteY182" fmla="*/ 239163 h 1264006"/>
                <a:gd name="connsiteX183" fmla="*/ 316951 w 430914"/>
                <a:gd name="connsiteY183" fmla="*/ 243525 h 1264006"/>
                <a:gd name="connsiteX184" fmla="*/ 333288 w 430914"/>
                <a:gd name="connsiteY184" fmla="*/ 266878 h 1264006"/>
                <a:gd name="connsiteX185" fmla="*/ 345264 w 430914"/>
                <a:gd name="connsiteY185" fmla="*/ 304857 h 1264006"/>
                <a:gd name="connsiteX186" fmla="*/ 372380 w 430914"/>
                <a:gd name="connsiteY186" fmla="*/ 382527 h 1264006"/>
                <a:gd name="connsiteX187" fmla="*/ 390856 w 430914"/>
                <a:gd name="connsiteY187" fmla="*/ 454723 h 1264006"/>
                <a:gd name="connsiteX188" fmla="*/ 393594 w 430914"/>
                <a:gd name="connsiteY188" fmla="*/ 469949 h 1264006"/>
                <a:gd name="connsiteX189" fmla="*/ 409846 w 430914"/>
                <a:gd name="connsiteY189" fmla="*/ 543256 h 1264006"/>
                <a:gd name="connsiteX190" fmla="*/ 417460 w 430914"/>
                <a:gd name="connsiteY190" fmla="*/ 558995 h 1264006"/>
                <a:gd name="connsiteX191" fmla="*/ 419084 w 430914"/>
                <a:gd name="connsiteY191" fmla="*/ 571484 h 1264006"/>
                <a:gd name="connsiteX192" fmla="*/ 423961 w 430914"/>
                <a:gd name="connsiteY192" fmla="*/ 613826 h 1264006"/>
                <a:gd name="connsiteX193" fmla="*/ 425072 w 430914"/>
                <a:gd name="connsiteY193" fmla="*/ 621439 h 1264006"/>
                <a:gd name="connsiteX194" fmla="*/ 423618 w 430914"/>
                <a:gd name="connsiteY194" fmla="*/ 620327 h 1264006"/>
                <a:gd name="connsiteX195" fmla="*/ 430803 w 430914"/>
                <a:gd name="connsiteY195" fmla="*/ 649667 h 1264006"/>
                <a:gd name="connsiteX196" fmla="*/ 428922 w 430914"/>
                <a:gd name="connsiteY196" fmla="*/ 668657 h 1264006"/>
                <a:gd name="connsiteX197" fmla="*/ 428922 w 430914"/>
                <a:gd name="connsiteY197" fmla="*/ 668657 h 1264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</a:cxnLst>
              <a:rect l="l" t="t" r="r" b="b"/>
              <a:pathLst>
                <a:path w="430914" h="1264006">
                  <a:moveTo>
                    <a:pt x="406767" y="674388"/>
                  </a:moveTo>
                  <a:cubicBezTo>
                    <a:pt x="406767" y="671137"/>
                    <a:pt x="399581" y="656853"/>
                    <a:pt x="399838" y="657451"/>
                  </a:cubicBezTo>
                  <a:cubicBezTo>
                    <a:pt x="401891" y="662926"/>
                    <a:pt x="399667" y="667459"/>
                    <a:pt x="398983" y="670453"/>
                  </a:cubicBezTo>
                  <a:cubicBezTo>
                    <a:pt x="398383" y="673533"/>
                    <a:pt x="396502" y="682087"/>
                    <a:pt x="396160" y="683284"/>
                  </a:cubicBezTo>
                  <a:lnTo>
                    <a:pt x="396587" y="687561"/>
                  </a:lnTo>
                  <a:cubicBezTo>
                    <a:pt x="396587" y="687561"/>
                    <a:pt x="399240" y="687989"/>
                    <a:pt x="400693" y="686791"/>
                  </a:cubicBezTo>
                  <a:cubicBezTo>
                    <a:pt x="402148" y="685594"/>
                    <a:pt x="404115" y="682685"/>
                    <a:pt x="405569" y="680461"/>
                  </a:cubicBezTo>
                  <a:cubicBezTo>
                    <a:pt x="407023" y="678237"/>
                    <a:pt x="406767" y="677639"/>
                    <a:pt x="406767" y="674388"/>
                  </a:cubicBezTo>
                  <a:lnTo>
                    <a:pt x="406767" y="674388"/>
                  </a:lnTo>
                  <a:close/>
                  <a:moveTo>
                    <a:pt x="243728" y="884302"/>
                  </a:moveTo>
                  <a:cubicBezTo>
                    <a:pt x="242359" y="883447"/>
                    <a:pt x="240735" y="882164"/>
                    <a:pt x="239023" y="879854"/>
                  </a:cubicBezTo>
                  <a:lnTo>
                    <a:pt x="237912" y="878229"/>
                  </a:lnTo>
                  <a:cubicBezTo>
                    <a:pt x="235346" y="874208"/>
                    <a:pt x="232865" y="868049"/>
                    <a:pt x="230897" y="862318"/>
                  </a:cubicBezTo>
                  <a:cubicBezTo>
                    <a:pt x="228161" y="854705"/>
                    <a:pt x="226022" y="847606"/>
                    <a:pt x="226022" y="846750"/>
                  </a:cubicBezTo>
                  <a:cubicBezTo>
                    <a:pt x="226022" y="846750"/>
                    <a:pt x="228759" y="883104"/>
                    <a:pt x="229273" y="892941"/>
                  </a:cubicBezTo>
                  <a:cubicBezTo>
                    <a:pt x="229785" y="902693"/>
                    <a:pt x="230385" y="922282"/>
                    <a:pt x="230385" y="922282"/>
                  </a:cubicBezTo>
                  <a:cubicBezTo>
                    <a:pt x="230385" y="922282"/>
                    <a:pt x="230385" y="921341"/>
                    <a:pt x="231667" y="917320"/>
                  </a:cubicBezTo>
                  <a:cubicBezTo>
                    <a:pt x="232523" y="914412"/>
                    <a:pt x="233635" y="910905"/>
                    <a:pt x="234746" y="909194"/>
                  </a:cubicBezTo>
                  <a:lnTo>
                    <a:pt x="235602" y="907996"/>
                  </a:lnTo>
                  <a:cubicBezTo>
                    <a:pt x="238339" y="903463"/>
                    <a:pt x="242274" y="898587"/>
                    <a:pt x="245097" y="894481"/>
                  </a:cubicBezTo>
                  <a:cubicBezTo>
                    <a:pt x="245781" y="893113"/>
                    <a:pt x="246295" y="892514"/>
                    <a:pt x="246722" y="892086"/>
                  </a:cubicBezTo>
                  <a:lnTo>
                    <a:pt x="248348" y="889092"/>
                  </a:lnTo>
                  <a:cubicBezTo>
                    <a:pt x="249117" y="886441"/>
                    <a:pt x="246979" y="886441"/>
                    <a:pt x="243814" y="884302"/>
                  </a:cubicBezTo>
                  <a:lnTo>
                    <a:pt x="243814" y="884302"/>
                  </a:lnTo>
                  <a:close/>
                  <a:moveTo>
                    <a:pt x="82658" y="636579"/>
                  </a:moveTo>
                  <a:cubicBezTo>
                    <a:pt x="84282" y="633329"/>
                    <a:pt x="82144" y="614853"/>
                    <a:pt x="81546" y="611602"/>
                  </a:cubicBezTo>
                  <a:cubicBezTo>
                    <a:pt x="81203" y="609464"/>
                    <a:pt x="75045" y="604930"/>
                    <a:pt x="71366" y="600995"/>
                  </a:cubicBezTo>
                  <a:cubicBezTo>
                    <a:pt x="72992" y="609720"/>
                    <a:pt x="77012" y="625203"/>
                    <a:pt x="78295" y="629480"/>
                  </a:cubicBezTo>
                  <a:cubicBezTo>
                    <a:pt x="79920" y="634869"/>
                    <a:pt x="81032" y="635468"/>
                    <a:pt x="82058" y="641968"/>
                  </a:cubicBezTo>
                  <a:cubicBezTo>
                    <a:pt x="83170" y="648470"/>
                    <a:pt x="81546" y="644706"/>
                    <a:pt x="81546" y="644706"/>
                  </a:cubicBezTo>
                  <a:cubicBezTo>
                    <a:pt x="81546" y="644706"/>
                    <a:pt x="79493" y="644706"/>
                    <a:pt x="76328" y="644877"/>
                  </a:cubicBezTo>
                  <a:cubicBezTo>
                    <a:pt x="78124" y="645048"/>
                    <a:pt x="79834" y="645219"/>
                    <a:pt x="81546" y="645390"/>
                  </a:cubicBezTo>
                  <a:cubicBezTo>
                    <a:pt x="81546" y="645390"/>
                    <a:pt x="82829" y="648470"/>
                    <a:pt x="84539" y="652319"/>
                  </a:cubicBezTo>
                  <a:cubicBezTo>
                    <a:pt x="84282" y="650437"/>
                    <a:pt x="84197" y="649068"/>
                    <a:pt x="84282" y="648384"/>
                  </a:cubicBezTo>
                  <a:cubicBezTo>
                    <a:pt x="84796" y="644620"/>
                    <a:pt x="81032" y="639659"/>
                    <a:pt x="82658" y="636408"/>
                  </a:cubicBezTo>
                  <a:lnTo>
                    <a:pt x="82658" y="636408"/>
                  </a:lnTo>
                  <a:close/>
                  <a:moveTo>
                    <a:pt x="79920" y="554034"/>
                  </a:moveTo>
                  <a:lnTo>
                    <a:pt x="79920" y="554034"/>
                  </a:lnTo>
                  <a:cubicBezTo>
                    <a:pt x="76669" y="553521"/>
                    <a:pt x="76157" y="552922"/>
                    <a:pt x="77269" y="548559"/>
                  </a:cubicBezTo>
                  <a:cubicBezTo>
                    <a:pt x="77953" y="545651"/>
                    <a:pt x="77781" y="538038"/>
                    <a:pt x="77867" y="528885"/>
                  </a:cubicBezTo>
                  <a:cubicBezTo>
                    <a:pt x="77440" y="539321"/>
                    <a:pt x="76584" y="551724"/>
                    <a:pt x="75130" y="556686"/>
                  </a:cubicBezTo>
                  <a:cubicBezTo>
                    <a:pt x="72392" y="565924"/>
                    <a:pt x="68115" y="565924"/>
                    <a:pt x="67517" y="570800"/>
                  </a:cubicBezTo>
                  <a:cubicBezTo>
                    <a:pt x="67003" y="575590"/>
                    <a:pt x="68543" y="574136"/>
                    <a:pt x="69656" y="582262"/>
                  </a:cubicBezTo>
                  <a:cubicBezTo>
                    <a:pt x="69656" y="576274"/>
                    <a:pt x="69484" y="570286"/>
                    <a:pt x="69998" y="568062"/>
                  </a:cubicBezTo>
                  <a:cubicBezTo>
                    <a:pt x="71110" y="563700"/>
                    <a:pt x="83256" y="554547"/>
                    <a:pt x="80005" y="553948"/>
                  </a:cubicBezTo>
                  <a:lnTo>
                    <a:pt x="80005" y="553948"/>
                  </a:lnTo>
                  <a:close/>
                  <a:moveTo>
                    <a:pt x="78295" y="512291"/>
                  </a:moveTo>
                  <a:cubicBezTo>
                    <a:pt x="78295" y="512291"/>
                    <a:pt x="78295" y="513830"/>
                    <a:pt x="78209" y="516396"/>
                  </a:cubicBezTo>
                  <a:lnTo>
                    <a:pt x="78209" y="515028"/>
                  </a:lnTo>
                  <a:cubicBezTo>
                    <a:pt x="78209" y="515028"/>
                    <a:pt x="78466" y="512462"/>
                    <a:pt x="78466" y="512462"/>
                  </a:cubicBezTo>
                  <a:lnTo>
                    <a:pt x="78295" y="512462"/>
                  </a:lnTo>
                  <a:close/>
                  <a:moveTo>
                    <a:pt x="429093" y="668657"/>
                  </a:moveTo>
                  <a:cubicBezTo>
                    <a:pt x="427981" y="672763"/>
                    <a:pt x="429605" y="679777"/>
                    <a:pt x="428579" y="681146"/>
                  </a:cubicBezTo>
                  <a:cubicBezTo>
                    <a:pt x="427467" y="682514"/>
                    <a:pt x="419341" y="693378"/>
                    <a:pt x="416603" y="695516"/>
                  </a:cubicBezTo>
                  <a:cubicBezTo>
                    <a:pt x="413866" y="697740"/>
                    <a:pt x="408734" y="703129"/>
                    <a:pt x="406253" y="703643"/>
                  </a:cubicBezTo>
                  <a:cubicBezTo>
                    <a:pt x="403772" y="704156"/>
                    <a:pt x="399752" y="709117"/>
                    <a:pt x="398128" y="709887"/>
                  </a:cubicBezTo>
                  <a:cubicBezTo>
                    <a:pt x="396502" y="710657"/>
                    <a:pt x="395133" y="709887"/>
                    <a:pt x="394022" y="708775"/>
                  </a:cubicBezTo>
                  <a:lnTo>
                    <a:pt x="393166" y="704412"/>
                  </a:lnTo>
                  <a:cubicBezTo>
                    <a:pt x="392053" y="703557"/>
                    <a:pt x="387521" y="703044"/>
                    <a:pt x="386409" y="701162"/>
                  </a:cubicBezTo>
                  <a:cubicBezTo>
                    <a:pt x="385297" y="699280"/>
                    <a:pt x="384013" y="692779"/>
                    <a:pt x="384783" y="686791"/>
                  </a:cubicBezTo>
                  <a:cubicBezTo>
                    <a:pt x="385638" y="680803"/>
                    <a:pt x="385895" y="674816"/>
                    <a:pt x="384783" y="667802"/>
                  </a:cubicBezTo>
                  <a:cubicBezTo>
                    <a:pt x="383671" y="660702"/>
                    <a:pt x="377769" y="653174"/>
                    <a:pt x="378539" y="646844"/>
                  </a:cubicBezTo>
                  <a:cubicBezTo>
                    <a:pt x="379308" y="640600"/>
                    <a:pt x="378795" y="627598"/>
                    <a:pt x="378539" y="622979"/>
                  </a:cubicBezTo>
                  <a:lnTo>
                    <a:pt x="378539" y="622979"/>
                  </a:lnTo>
                  <a:cubicBezTo>
                    <a:pt x="378539" y="622979"/>
                    <a:pt x="378539" y="622979"/>
                    <a:pt x="378539" y="622979"/>
                  </a:cubicBezTo>
                  <a:cubicBezTo>
                    <a:pt x="378539" y="622979"/>
                    <a:pt x="375374" y="606726"/>
                    <a:pt x="373578" y="599284"/>
                  </a:cubicBezTo>
                  <a:cubicBezTo>
                    <a:pt x="373321" y="599541"/>
                    <a:pt x="372978" y="598857"/>
                    <a:pt x="372551" y="595777"/>
                  </a:cubicBezTo>
                  <a:cubicBezTo>
                    <a:pt x="371439" y="593639"/>
                    <a:pt x="364424" y="590901"/>
                    <a:pt x="360062" y="587138"/>
                  </a:cubicBezTo>
                  <a:cubicBezTo>
                    <a:pt x="355699" y="583374"/>
                    <a:pt x="355699" y="573537"/>
                    <a:pt x="354673" y="566523"/>
                  </a:cubicBezTo>
                  <a:cubicBezTo>
                    <a:pt x="353561" y="559508"/>
                    <a:pt x="344921" y="531794"/>
                    <a:pt x="339448" y="523667"/>
                  </a:cubicBezTo>
                  <a:cubicBezTo>
                    <a:pt x="336624" y="519390"/>
                    <a:pt x="334742" y="512889"/>
                    <a:pt x="332176" y="506816"/>
                  </a:cubicBezTo>
                  <a:cubicBezTo>
                    <a:pt x="329952" y="502368"/>
                    <a:pt x="328498" y="499545"/>
                    <a:pt x="327044" y="497407"/>
                  </a:cubicBezTo>
                  <a:cubicBezTo>
                    <a:pt x="325760" y="495781"/>
                    <a:pt x="324307" y="494327"/>
                    <a:pt x="322595" y="493215"/>
                  </a:cubicBezTo>
                  <a:lnTo>
                    <a:pt x="321911" y="492788"/>
                  </a:lnTo>
                  <a:cubicBezTo>
                    <a:pt x="319089" y="491419"/>
                    <a:pt x="316266" y="492189"/>
                    <a:pt x="314384" y="489708"/>
                  </a:cubicBezTo>
                  <a:cubicBezTo>
                    <a:pt x="313101" y="488938"/>
                    <a:pt x="312245" y="487997"/>
                    <a:pt x="312417" y="486372"/>
                  </a:cubicBezTo>
                  <a:lnTo>
                    <a:pt x="313443" y="483806"/>
                  </a:lnTo>
                  <a:cubicBezTo>
                    <a:pt x="313870" y="480470"/>
                    <a:pt x="314641" y="476107"/>
                    <a:pt x="312844" y="473627"/>
                  </a:cubicBezTo>
                  <a:cubicBezTo>
                    <a:pt x="310107" y="469863"/>
                    <a:pt x="305232" y="467126"/>
                    <a:pt x="304120" y="459000"/>
                  </a:cubicBezTo>
                  <a:cubicBezTo>
                    <a:pt x="303008" y="450873"/>
                    <a:pt x="304632" y="437272"/>
                    <a:pt x="303008" y="428633"/>
                  </a:cubicBezTo>
                  <a:cubicBezTo>
                    <a:pt x="302067" y="423757"/>
                    <a:pt x="302237" y="421277"/>
                    <a:pt x="301896" y="419822"/>
                  </a:cubicBezTo>
                  <a:cubicBezTo>
                    <a:pt x="301296" y="419309"/>
                    <a:pt x="300441" y="419309"/>
                    <a:pt x="299757" y="417769"/>
                  </a:cubicBezTo>
                  <a:cubicBezTo>
                    <a:pt x="298816" y="417427"/>
                    <a:pt x="298303" y="418539"/>
                    <a:pt x="298046" y="420421"/>
                  </a:cubicBezTo>
                  <a:cubicBezTo>
                    <a:pt x="298046" y="424099"/>
                    <a:pt x="298131" y="427435"/>
                    <a:pt x="298131" y="430258"/>
                  </a:cubicBezTo>
                  <a:cubicBezTo>
                    <a:pt x="298131" y="444372"/>
                    <a:pt x="304632" y="481325"/>
                    <a:pt x="305146" y="492189"/>
                  </a:cubicBezTo>
                  <a:cubicBezTo>
                    <a:pt x="305659" y="502796"/>
                    <a:pt x="306258" y="536669"/>
                    <a:pt x="307199" y="542828"/>
                  </a:cubicBezTo>
                  <a:cubicBezTo>
                    <a:pt x="308824" y="545822"/>
                    <a:pt x="310278" y="548730"/>
                    <a:pt x="310021" y="553007"/>
                  </a:cubicBezTo>
                  <a:lnTo>
                    <a:pt x="309679" y="552836"/>
                  </a:lnTo>
                  <a:cubicBezTo>
                    <a:pt x="311133" y="558567"/>
                    <a:pt x="312759" y="564384"/>
                    <a:pt x="312759" y="564384"/>
                  </a:cubicBezTo>
                  <a:cubicBezTo>
                    <a:pt x="312759" y="564384"/>
                    <a:pt x="306258" y="568148"/>
                    <a:pt x="307883" y="569260"/>
                  </a:cubicBezTo>
                  <a:cubicBezTo>
                    <a:pt x="309509" y="570372"/>
                    <a:pt x="310021" y="576360"/>
                    <a:pt x="311647" y="582861"/>
                  </a:cubicBezTo>
                  <a:cubicBezTo>
                    <a:pt x="313272" y="589362"/>
                    <a:pt x="318747" y="604075"/>
                    <a:pt x="320885" y="609464"/>
                  </a:cubicBezTo>
                  <a:cubicBezTo>
                    <a:pt x="323109" y="614853"/>
                    <a:pt x="325248" y="619814"/>
                    <a:pt x="325760" y="627940"/>
                  </a:cubicBezTo>
                  <a:cubicBezTo>
                    <a:pt x="326274" y="636066"/>
                    <a:pt x="322510" y="662156"/>
                    <a:pt x="323622" y="671394"/>
                  </a:cubicBezTo>
                  <a:cubicBezTo>
                    <a:pt x="324734" y="680632"/>
                    <a:pt x="337736" y="734351"/>
                    <a:pt x="339875" y="745814"/>
                  </a:cubicBezTo>
                  <a:cubicBezTo>
                    <a:pt x="342013" y="757190"/>
                    <a:pt x="349114" y="847349"/>
                    <a:pt x="348600" y="858726"/>
                  </a:cubicBezTo>
                  <a:cubicBezTo>
                    <a:pt x="348086" y="870188"/>
                    <a:pt x="336624" y="890803"/>
                    <a:pt x="334999" y="900555"/>
                  </a:cubicBezTo>
                  <a:cubicBezTo>
                    <a:pt x="333373" y="910306"/>
                    <a:pt x="329610" y="925019"/>
                    <a:pt x="327984" y="932632"/>
                  </a:cubicBezTo>
                  <a:cubicBezTo>
                    <a:pt x="326360" y="940245"/>
                    <a:pt x="315496" y="940245"/>
                    <a:pt x="310621" y="953846"/>
                  </a:cubicBezTo>
                  <a:cubicBezTo>
                    <a:pt x="305744" y="967361"/>
                    <a:pt x="288380" y="1004314"/>
                    <a:pt x="274779" y="1023902"/>
                  </a:cubicBezTo>
                  <a:cubicBezTo>
                    <a:pt x="261691" y="1042721"/>
                    <a:pt x="240051" y="1070693"/>
                    <a:pt x="239451" y="1074114"/>
                  </a:cubicBezTo>
                  <a:lnTo>
                    <a:pt x="239451" y="1074371"/>
                  </a:lnTo>
                  <a:cubicBezTo>
                    <a:pt x="240563" y="1075996"/>
                    <a:pt x="237313" y="1079845"/>
                    <a:pt x="238939" y="1087373"/>
                  </a:cubicBezTo>
                  <a:cubicBezTo>
                    <a:pt x="240392" y="1094045"/>
                    <a:pt x="246466" y="1133051"/>
                    <a:pt x="248946" y="1149047"/>
                  </a:cubicBezTo>
                  <a:cubicBezTo>
                    <a:pt x="250144" y="1153153"/>
                    <a:pt x="250828" y="1156318"/>
                    <a:pt x="250828" y="1156318"/>
                  </a:cubicBezTo>
                  <a:cubicBezTo>
                    <a:pt x="250572" y="1161707"/>
                    <a:pt x="250058" y="1166839"/>
                    <a:pt x="249545" y="1171544"/>
                  </a:cubicBezTo>
                  <a:cubicBezTo>
                    <a:pt x="248689" y="1180953"/>
                    <a:pt x="247150" y="1190704"/>
                    <a:pt x="246551" y="1194810"/>
                  </a:cubicBezTo>
                  <a:cubicBezTo>
                    <a:pt x="245439" y="1201910"/>
                    <a:pt x="236800" y="1214399"/>
                    <a:pt x="236201" y="1216024"/>
                  </a:cubicBezTo>
                  <a:cubicBezTo>
                    <a:pt x="235688" y="1217650"/>
                    <a:pt x="234062" y="1218761"/>
                    <a:pt x="236714" y="1223124"/>
                  </a:cubicBezTo>
                  <a:cubicBezTo>
                    <a:pt x="239451" y="1227487"/>
                    <a:pt x="250828" y="1254089"/>
                    <a:pt x="251341" y="1259478"/>
                  </a:cubicBezTo>
                  <a:cubicBezTo>
                    <a:pt x="251854" y="1264953"/>
                    <a:pt x="239366" y="1264354"/>
                    <a:pt x="220376" y="1263328"/>
                  </a:cubicBezTo>
                  <a:cubicBezTo>
                    <a:pt x="201387" y="1262216"/>
                    <a:pt x="167171" y="1258965"/>
                    <a:pt x="166059" y="1256313"/>
                  </a:cubicBezTo>
                  <a:cubicBezTo>
                    <a:pt x="165032" y="1253576"/>
                    <a:pt x="165545" y="1253576"/>
                    <a:pt x="165545" y="1245963"/>
                  </a:cubicBezTo>
                  <a:cubicBezTo>
                    <a:pt x="165545" y="1238350"/>
                    <a:pt x="171020" y="1235099"/>
                    <a:pt x="172645" y="1223723"/>
                  </a:cubicBezTo>
                  <a:cubicBezTo>
                    <a:pt x="174270" y="1212346"/>
                    <a:pt x="172645" y="1209609"/>
                    <a:pt x="173158" y="1201483"/>
                  </a:cubicBezTo>
                  <a:cubicBezTo>
                    <a:pt x="173672" y="1193356"/>
                    <a:pt x="177521" y="1194383"/>
                    <a:pt x="177521" y="1188481"/>
                  </a:cubicBezTo>
                  <a:cubicBezTo>
                    <a:pt x="177521" y="1182578"/>
                    <a:pt x="174270" y="1176505"/>
                    <a:pt x="172132" y="1150415"/>
                  </a:cubicBezTo>
                  <a:cubicBezTo>
                    <a:pt x="169993" y="1124326"/>
                    <a:pt x="159643" y="1100460"/>
                    <a:pt x="156905" y="1092847"/>
                  </a:cubicBezTo>
                  <a:cubicBezTo>
                    <a:pt x="154169" y="1085234"/>
                    <a:pt x="152030" y="1079246"/>
                    <a:pt x="151431" y="1071120"/>
                  </a:cubicBezTo>
                  <a:cubicBezTo>
                    <a:pt x="150918" y="1062994"/>
                    <a:pt x="148180" y="1055894"/>
                    <a:pt x="145957" y="1048880"/>
                  </a:cubicBezTo>
                  <a:cubicBezTo>
                    <a:pt x="143819" y="1041780"/>
                    <a:pt x="143819" y="1026041"/>
                    <a:pt x="145443" y="1015177"/>
                  </a:cubicBezTo>
                  <a:cubicBezTo>
                    <a:pt x="147068" y="1004314"/>
                    <a:pt x="145443" y="1000550"/>
                    <a:pt x="142193" y="988575"/>
                  </a:cubicBezTo>
                  <a:cubicBezTo>
                    <a:pt x="138942" y="976599"/>
                    <a:pt x="135692" y="949483"/>
                    <a:pt x="134580" y="935369"/>
                  </a:cubicBezTo>
                  <a:cubicBezTo>
                    <a:pt x="133468" y="921255"/>
                    <a:pt x="134067" y="900640"/>
                    <a:pt x="134067" y="892514"/>
                  </a:cubicBezTo>
                  <a:cubicBezTo>
                    <a:pt x="134067" y="890290"/>
                    <a:pt x="133468" y="887553"/>
                    <a:pt x="132612" y="884730"/>
                  </a:cubicBezTo>
                  <a:cubicBezTo>
                    <a:pt x="130474" y="880025"/>
                    <a:pt x="127737" y="872669"/>
                    <a:pt x="126368" y="868734"/>
                  </a:cubicBezTo>
                  <a:lnTo>
                    <a:pt x="125342" y="865911"/>
                  </a:lnTo>
                  <a:cubicBezTo>
                    <a:pt x="124230" y="861549"/>
                    <a:pt x="125342" y="853935"/>
                    <a:pt x="123203" y="843072"/>
                  </a:cubicBezTo>
                  <a:cubicBezTo>
                    <a:pt x="120979" y="832209"/>
                    <a:pt x="112340" y="797993"/>
                    <a:pt x="107464" y="773015"/>
                  </a:cubicBezTo>
                  <a:cubicBezTo>
                    <a:pt x="104384" y="757361"/>
                    <a:pt x="98568" y="735121"/>
                    <a:pt x="94548" y="717158"/>
                  </a:cubicBezTo>
                  <a:lnTo>
                    <a:pt x="92836" y="717158"/>
                  </a:lnTo>
                  <a:cubicBezTo>
                    <a:pt x="90014" y="716645"/>
                    <a:pt x="91212" y="719895"/>
                    <a:pt x="88988" y="721691"/>
                  </a:cubicBezTo>
                  <a:cubicBezTo>
                    <a:pt x="86763" y="723488"/>
                    <a:pt x="86164" y="725369"/>
                    <a:pt x="83684" y="724942"/>
                  </a:cubicBezTo>
                  <a:cubicBezTo>
                    <a:pt x="81203" y="724514"/>
                    <a:pt x="77354" y="719638"/>
                    <a:pt x="75130" y="719467"/>
                  </a:cubicBezTo>
                  <a:cubicBezTo>
                    <a:pt x="72906" y="719296"/>
                    <a:pt x="72735" y="721691"/>
                    <a:pt x="68800" y="721520"/>
                  </a:cubicBezTo>
                  <a:cubicBezTo>
                    <a:pt x="64950" y="721349"/>
                    <a:pt x="63497" y="717671"/>
                    <a:pt x="61273" y="718270"/>
                  </a:cubicBezTo>
                  <a:cubicBezTo>
                    <a:pt x="59049" y="718869"/>
                    <a:pt x="59476" y="721349"/>
                    <a:pt x="55541" y="721520"/>
                  </a:cubicBezTo>
                  <a:cubicBezTo>
                    <a:pt x="51692" y="721691"/>
                    <a:pt x="49468" y="715447"/>
                    <a:pt x="46218" y="715618"/>
                  </a:cubicBezTo>
                  <a:cubicBezTo>
                    <a:pt x="42967" y="715789"/>
                    <a:pt x="42112" y="717072"/>
                    <a:pt x="38861" y="716217"/>
                  </a:cubicBezTo>
                  <a:cubicBezTo>
                    <a:pt x="35611" y="715362"/>
                    <a:pt x="31334" y="701162"/>
                    <a:pt x="30906" y="697056"/>
                  </a:cubicBezTo>
                  <a:cubicBezTo>
                    <a:pt x="30479" y="692950"/>
                    <a:pt x="29708" y="662070"/>
                    <a:pt x="31334" y="654286"/>
                  </a:cubicBezTo>
                  <a:lnTo>
                    <a:pt x="33044" y="651463"/>
                  </a:lnTo>
                  <a:lnTo>
                    <a:pt x="30906" y="653431"/>
                  </a:lnTo>
                  <a:cubicBezTo>
                    <a:pt x="30906" y="653431"/>
                    <a:pt x="21154" y="612714"/>
                    <a:pt x="19529" y="608865"/>
                  </a:cubicBezTo>
                  <a:cubicBezTo>
                    <a:pt x="17904" y="605101"/>
                    <a:pt x="2165" y="566009"/>
                    <a:pt x="540" y="556172"/>
                  </a:cubicBezTo>
                  <a:cubicBezTo>
                    <a:pt x="-1086" y="546421"/>
                    <a:pt x="10291" y="513232"/>
                    <a:pt x="9778" y="506217"/>
                  </a:cubicBezTo>
                  <a:cubicBezTo>
                    <a:pt x="9264" y="499118"/>
                    <a:pt x="-572" y="491504"/>
                    <a:pt x="26" y="485602"/>
                  </a:cubicBezTo>
                  <a:cubicBezTo>
                    <a:pt x="540" y="479615"/>
                    <a:pt x="9778" y="414433"/>
                    <a:pt x="13028" y="393305"/>
                  </a:cubicBezTo>
                  <a:cubicBezTo>
                    <a:pt x="16279" y="372091"/>
                    <a:pt x="24405" y="291256"/>
                    <a:pt x="30906" y="268931"/>
                  </a:cubicBezTo>
                  <a:cubicBezTo>
                    <a:pt x="30906" y="268931"/>
                    <a:pt x="48271" y="242841"/>
                    <a:pt x="54772" y="240703"/>
                  </a:cubicBezTo>
                  <a:cubicBezTo>
                    <a:pt x="56482" y="240104"/>
                    <a:pt x="62556" y="236340"/>
                    <a:pt x="70511" y="231293"/>
                  </a:cubicBezTo>
                  <a:cubicBezTo>
                    <a:pt x="62898" y="232662"/>
                    <a:pt x="54772" y="240703"/>
                    <a:pt x="54772" y="240703"/>
                  </a:cubicBezTo>
                  <a:cubicBezTo>
                    <a:pt x="56396" y="236853"/>
                    <a:pt x="59647" y="230951"/>
                    <a:pt x="59647" y="230951"/>
                  </a:cubicBezTo>
                  <a:cubicBezTo>
                    <a:pt x="79236" y="222825"/>
                    <a:pt x="128079" y="192373"/>
                    <a:pt x="128079" y="192373"/>
                  </a:cubicBezTo>
                  <a:lnTo>
                    <a:pt x="128336" y="192373"/>
                  </a:lnTo>
                  <a:cubicBezTo>
                    <a:pt x="128336" y="192373"/>
                    <a:pt x="130217" y="191261"/>
                    <a:pt x="130217" y="191261"/>
                  </a:cubicBezTo>
                  <a:cubicBezTo>
                    <a:pt x="133981" y="189037"/>
                    <a:pt x="139969" y="180910"/>
                    <a:pt x="141081" y="174409"/>
                  </a:cubicBezTo>
                  <a:cubicBezTo>
                    <a:pt x="142107" y="168336"/>
                    <a:pt x="144503" y="159868"/>
                    <a:pt x="151004" y="157900"/>
                  </a:cubicBezTo>
                  <a:cubicBezTo>
                    <a:pt x="151261" y="154051"/>
                    <a:pt x="151602" y="146524"/>
                    <a:pt x="150832" y="144556"/>
                  </a:cubicBezTo>
                  <a:cubicBezTo>
                    <a:pt x="149720" y="141819"/>
                    <a:pt x="145957" y="124454"/>
                    <a:pt x="143219" y="123428"/>
                  </a:cubicBezTo>
                  <a:cubicBezTo>
                    <a:pt x="140482" y="122316"/>
                    <a:pt x="139456" y="126678"/>
                    <a:pt x="133981" y="123941"/>
                  </a:cubicBezTo>
                  <a:cubicBezTo>
                    <a:pt x="128592" y="121204"/>
                    <a:pt x="118241" y="107689"/>
                    <a:pt x="118241" y="101102"/>
                  </a:cubicBezTo>
                  <a:cubicBezTo>
                    <a:pt x="118241" y="94516"/>
                    <a:pt x="120380" y="85876"/>
                    <a:pt x="122006" y="85363"/>
                  </a:cubicBezTo>
                  <a:cubicBezTo>
                    <a:pt x="123630" y="84850"/>
                    <a:pt x="119867" y="64149"/>
                    <a:pt x="123630" y="53884"/>
                  </a:cubicBezTo>
                  <a:cubicBezTo>
                    <a:pt x="127395" y="43534"/>
                    <a:pt x="132270" y="11029"/>
                    <a:pt x="175725" y="679"/>
                  </a:cubicBezTo>
                  <a:cubicBezTo>
                    <a:pt x="188470" y="-2315"/>
                    <a:pt x="222943" y="4442"/>
                    <a:pt x="233293" y="24031"/>
                  </a:cubicBezTo>
                  <a:cubicBezTo>
                    <a:pt x="243643" y="43620"/>
                    <a:pt x="246295" y="47383"/>
                    <a:pt x="246893" y="59872"/>
                  </a:cubicBezTo>
                  <a:cubicBezTo>
                    <a:pt x="247407" y="72361"/>
                    <a:pt x="248005" y="72874"/>
                    <a:pt x="248005" y="75611"/>
                  </a:cubicBezTo>
                  <a:cubicBezTo>
                    <a:pt x="248005" y="78349"/>
                    <a:pt x="251854" y="78349"/>
                    <a:pt x="251854" y="81599"/>
                  </a:cubicBezTo>
                  <a:cubicBezTo>
                    <a:pt x="251854" y="84850"/>
                    <a:pt x="251341" y="98451"/>
                    <a:pt x="249631" y="103839"/>
                  </a:cubicBezTo>
                  <a:cubicBezTo>
                    <a:pt x="248005" y="109314"/>
                    <a:pt x="250486" y="114104"/>
                    <a:pt x="246893" y="116328"/>
                  </a:cubicBezTo>
                  <a:lnTo>
                    <a:pt x="240906" y="118638"/>
                  </a:lnTo>
                  <a:cubicBezTo>
                    <a:pt x="240906" y="118638"/>
                    <a:pt x="236286" y="132067"/>
                    <a:pt x="233550" y="140194"/>
                  </a:cubicBezTo>
                  <a:cubicBezTo>
                    <a:pt x="230812" y="148320"/>
                    <a:pt x="233293" y="155420"/>
                    <a:pt x="232779" y="160295"/>
                  </a:cubicBezTo>
                  <a:lnTo>
                    <a:pt x="232779" y="162006"/>
                  </a:lnTo>
                  <a:cubicBezTo>
                    <a:pt x="232779" y="162006"/>
                    <a:pt x="232779" y="162006"/>
                    <a:pt x="232779" y="162006"/>
                  </a:cubicBezTo>
                  <a:cubicBezTo>
                    <a:pt x="232779" y="162006"/>
                    <a:pt x="239794" y="180996"/>
                    <a:pt x="240906" y="193485"/>
                  </a:cubicBezTo>
                  <a:cubicBezTo>
                    <a:pt x="241590" y="201355"/>
                    <a:pt x="243728" y="205289"/>
                    <a:pt x="246380" y="207855"/>
                  </a:cubicBezTo>
                  <a:lnTo>
                    <a:pt x="247321" y="208711"/>
                  </a:lnTo>
                  <a:cubicBezTo>
                    <a:pt x="248605" y="209823"/>
                    <a:pt x="249972" y="210593"/>
                    <a:pt x="251256" y="211448"/>
                  </a:cubicBezTo>
                  <a:cubicBezTo>
                    <a:pt x="253565" y="212902"/>
                    <a:pt x="271443" y="221285"/>
                    <a:pt x="288038" y="229155"/>
                  </a:cubicBezTo>
                  <a:cubicBezTo>
                    <a:pt x="295907" y="231721"/>
                    <a:pt x="303349" y="234030"/>
                    <a:pt x="304461" y="234287"/>
                  </a:cubicBezTo>
                  <a:cubicBezTo>
                    <a:pt x="306600" y="234800"/>
                    <a:pt x="308824" y="239163"/>
                    <a:pt x="308824" y="239163"/>
                  </a:cubicBezTo>
                  <a:cubicBezTo>
                    <a:pt x="313443" y="241387"/>
                    <a:pt x="316522" y="243012"/>
                    <a:pt x="316951" y="243525"/>
                  </a:cubicBezTo>
                  <a:cubicBezTo>
                    <a:pt x="319175" y="245664"/>
                    <a:pt x="329952" y="259265"/>
                    <a:pt x="333288" y="266878"/>
                  </a:cubicBezTo>
                  <a:cubicBezTo>
                    <a:pt x="336538" y="274491"/>
                    <a:pt x="343639" y="292368"/>
                    <a:pt x="345264" y="304857"/>
                  </a:cubicBezTo>
                  <a:cubicBezTo>
                    <a:pt x="346889" y="317346"/>
                    <a:pt x="369728" y="368413"/>
                    <a:pt x="372380" y="382527"/>
                  </a:cubicBezTo>
                  <a:cubicBezTo>
                    <a:pt x="375117" y="396641"/>
                    <a:pt x="391968" y="445484"/>
                    <a:pt x="390856" y="454723"/>
                  </a:cubicBezTo>
                  <a:cubicBezTo>
                    <a:pt x="389745" y="463961"/>
                    <a:pt x="391370" y="465073"/>
                    <a:pt x="393594" y="469949"/>
                  </a:cubicBezTo>
                  <a:cubicBezTo>
                    <a:pt x="395818" y="474824"/>
                    <a:pt x="407708" y="532906"/>
                    <a:pt x="409846" y="543256"/>
                  </a:cubicBezTo>
                  <a:cubicBezTo>
                    <a:pt x="411985" y="553606"/>
                    <a:pt x="414209" y="554633"/>
                    <a:pt x="417460" y="558995"/>
                  </a:cubicBezTo>
                  <a:cubicBezTo>
                    <a:pt x="420710" y="563358"/>
                    <a:pt x="420196" y="566009"/>
                    <a:pt x="419084" y="571484"/>
                  </a:cubicBezTo>
                  <a:cubicBezTo>
                    <a:pt x="417972" y="576873"/>
                    <a:pt x="422849" y="606213"/>
                    <a:pt x="423961" y="613826"/>
                  </a:cubicBezTo>
                  <a:lnTo>
                    <a:pt x="425072" y="621439"/>
                  </a:lnTo>
                  <a:lnTo>
                    <a:pt x="423618" y="620327"/>
                  </a:lnTo>
                  <a:cubicBezTo>
                    <a:pt x="425243" y="625802"/>
                    <a:pt x="430290" y="643936"/>
                    <a:pt x="430803" y="649667"/>
                  </a:cubicBezTo>
                  <a:cubicBezTo>
                    <a:pt x="431317" y="656510"/>
                    <a:pt x="429948" y="664636"/>
                    <a:pt x="428922" y="668657"/>
                  </a:cubicBezTo>
                  <a:lnTo>
                    <a:pt x="428922" y="668657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7E597CAC-F48F-5BD0-48E4-325E3FD322CA}"/>
                </a:ext>
              </a:extLst>
            </p:cNvPr>
            <p:cNvSpPr/>
            <p:nvPr/>
          </p:nvSpPr>
          <p:spPr>
            <a:xfrm>
              <a:off x="782220" y="2461734"/>
              <a:ext cx="361409" cy="1171672"/>
            </a:xfrm>
            <a:custGeom>
              <a:avLst/>
              <a:gdLst>
                <a:gd name="connsiteX0" fmla="*/ 305889 w 361409"/>
                <a:gd name="connsiteY0" fmla="*/ 529441 h 1171672"/>
                <a:gd name="connsiteX1" fmla="*/ 305291 w 361409"/>
                <a:gd name="connsiteY1" fmla="*/ 528928 h 1171672"/>
                <a:gd name="connsiteX2" fmla="*/ 293144 w 361409"/>
                <a:gd name="connsiteY2" fmla="*/ 477348 h 1171672"/>
                <a:gd name="connsiteX3" fmla="*/ 292118 w 361409"/>
                <a:gd name="connsiteY3" fmla="*/ 462635 h 1171672"/>
                <a:gd name="connsiteX4" fmla="*/ 286301 w 361409"/>
                <a:gd name="connsiteY4" fmla="*/ 439454 h 1171672"/>
                <a:gd name="connsiteX5" fmla="*/ 282366 w 361409"/>
                <a:gd name="connsiteY5" fmla="*/ 427307 h 1171672"/>
                <a:gd name="connsiteX6" fmla="*/ 282109 w 361409"/>
                <a:gd name="connsiteY6" fmla="*/ 426880 h 1171672"/>
                <a:gd name="connsiteX7" fmla="*/ 281254 w 361409"/>
                <a:gd name="connsiteY7" fmla="*/ 424998 h 1171672"/>
                <a:gd name="connsiteX8" fmla="*/ 280997 w 361409"/>
                <a:gd name="connsiteY8" fmla="*/ 413108 h 1171672"/>
                <a:gd name="connsiteX9" fmla="*/ 279030 w 361409"/>
                <a:gd name="connsiteY9" fmla="*/ 369654 h 1171672"/>
                <a:gd name="connsiteX10" fmla="*/ 275352 w 361409"/>
                <a:gd name="connsiteY10" fmla="*/ 385564 h 1171672"/>
                <a:gd name="connsiteX11" fmla="*/ 277491 w 361409"/>
                <a:gd name="connsiteY11" fmla="*/ 399250 h 1171672"/>
                <a:gd name="connsiteX12" fmla="*/ 273898 w 361409"/>
                <a:gd name="connsiteY12" fmla="*/ 406008 h 1171672"/>
                <a:gd name="connsiteX13" fmla="*/ 272358 w 361409"/>
                <a:gd name="connsiteY13" fmla="*/ 406863 h 1171672"/>
                <a:gd name="connsiteX14" fmla="*/ 273641 w 361409"/>
                <a:gd name="connsiteY14" fmla="*/ 413621 h 1171672"/>
                <a:gd name="connsiteX15" fmla="*/ 274582 w 361409"/>
                <a:gd name="connsiteY15" fmla="*/ 415588 h 1171672"/>
                <a:gd name="connsiteX16" fmla="*/ 275951 w 361409"/>
                <a:gd name="connsiteY16" fmla="*/ 416358 h 1171672"/>
                <a:gd name="connsiteX17" fmla="*/ 276977 w 361409"/>
                <a:gd name="connsiteY17" fmla="*/ 417043 h 1171672"/>
                <a:gd name="connsiteX18" fmla="*/ 277832 w 361409"/>
                <a:gd name="connsiteY18" fmla="*/ 419438 h 1171672"/>
                <a:gd name="connsiteX19" fmla="*/ 279629 w 361409"/>
                <a:gd name="connsiteY19" fmla="*/ 446468 h 1171672"/>
                <a:gd name="connsiteX20" fmla="*/ 285788 w 361409"/>
                <a:gd name="connsiteY20" fmla="*/ 469136 h 1171672"/>
                <a:gd name="connsiteX21" fmla="*/ 299560 w 361409"/>
                <a:gd name="connsiteY21" fmla="*/ 508227 h 1171672"/>
                <a:gd name="connsiteX22" fmla="*/ 303153 w 361409"/>
                <a:gd name="connsiteY22" fmla="*/ 553221 h 1171672"/>
                <a:gd name="connsiteX23" fmla="*/ 303665 w 361409"/>
                <a:gd name="connsiteY23" fmla="*/ 552281 h 1171672"/>
                <a:gd name="connsiteX24" fmla="*/ 303665 w 361409"/>
                <a:gd name="connsiteY24" fmla="*/ 547576 h 1171672"/>
                <a:gd name="connsiteX25" fmla="*/ 304179 w 361409"/>
                <a:gd name="connsiteY25" fmla="*/ 539450 h 1171672"/>
                <a:gd name="connsiteX26" fmla="*/ 305975 w 361409"/>
                <a:gd name="connsiteY26" fmla="*/ 533633 h 1171672"/>
                <a:gd name="connsiteX27" fmla="*/ 305804 w 361409"/>
                <a:gd name="connsiteY27" fmla="*/ 529441 h 1171672"/>
                <a:gd name="connsiteX28" fmla="*/ 305804 w 361409"/>
                <a:gd name="connsiteY28" fmla="*/ 529441 h 1171672"/>
                <a:gd name="connsiteX29" fmla="*/ 91100 w 361409"/>
                <a:gd name="connsiteY29" fmla="*/ 384195 h 1171672"/>
                <a:gd name="connsiteX30" fmla="*/ 91698 w 361409"/>
                <a:gd name="connsiteY30" fmla="*/ 386334 h 1171672"/>
                <a:gd name="connsiteX31" fmla="*/ 91100 w 361409"/>
                <a:gd name="connsiteY31" fmla="*/ 384195 h 1171672"/>
                <a:gd name="connsiteX32" fmla="*/ 91100 w 361409"/>
                <a:gd name="connsiteY32" fmla="*/ 384195 h 1171672"/>
                <a:gd name="connsiteX33" fmla="*/ 90245 w 361409"/>
                <a:gd name="connsiteY33" fmla="*/ 413706 h 1171672"/>
                <a:gd name="connsiteX34" fmla="*/ 89817 w 361409"/>
                <a:gd name="connsiteY34" fmla="*/ 416957 h 1171672"/>
                <a:gd name="connsiteX35" fmla="*/ 90245 w 361409"/>
                <a:gd name="connsiteY35" fmla="*/ 413706 h 1171672"/>
                <a:gd name="connsiteX36" fmla="*/ 90245 w 361409"/>
                <a:gd name="connsiteY36" fmla="*/ 413706 h 1171672"/>
                <a:gd name="connsiteX37" fmla="*/ 88448 w 361409"/>
                <a:gd name="connsiteY37" fmla="*/ 413535 h 1171672"/>
                <a:gd name="connsiteX38" fmla="*/ 86053 w 361409"/>
                <a:gd name="connsiteY38" fmla="*/ 404040 h 1171672"/>
                <a:gd name="connsiteX39" fmla="*/ 88021 w 361409"/>
                <a:gd name="connsiteY39" fmla="*/ 389413 h 1171672"/>
                <a:gd name="connsiteX40" fmla="*/ 83658 w 361409"/>
                <a:gd name="connsiteY40" fmla="*/ 376411 h 1171672"/>
                <a:gd name="connsiteX41" fmla="*/ 83059 w 361409"/>
                <a:gd name="connsiteY41" fmla="*/ 377010 h 1171672"/>
                <a:gd name="connsiteX42" fmla="*/ 81348 w 361409"/>
                <a:gd name="connsiteY42" fmla="*/ 387874 h 1171672"/>
                <a:gd name="connsiteX43" fmla="*/ 79722 w 361409"/>
                <a:gd name="connsiteY43" fmla="*/ 404383 h 1171672"/>
                <a:gd name="connsiteX44" fmla="*/ 79467 w 361409"/>
                <a:gd name="connsiteY44" fmla="*/ 406863 h 1171672"/>
                <a:gd name="connsiteX45" fmla="*/ 78867 w 361409"/>
                <a:gd name="connsiteY45" fmla="*/ 410798 h 1171672"/>
                <a:gd name="connsiteX46" fmla="*/ 76814 w 361409"/>
                <a:gd name="connsiteY46" fmla="*/ 423287 h 1171672"/>
                <a:gd name="connsiteX47" fmla="*/ 75702 w 361409"/>
                <a:gd name="connsiteY47" fmla="*/ 430558 h 1171672"/>
                <a:gd name="connsiteX48" fmla="*/ 69287 w 361409"/>
                <a:gd name="connsiteY48" fmla="*/ 447495 h 1171672"/>
                <a:gd name="connsiteX49" fmla="*/ 63471 w 361409"/>
                <a:gd name="connsiteY49" fmla="*/ 465629 h 1171672"/>
                <a:gd name="connsiteX50" fmla="*/ 53633 w 361409"/>
                <a:gd name="connsiteY50" fmla="*/ 497278 h 1171672"/>
                <a:gd name="connsiteX51" fmla="*/ 63043 w 361409"/>
                <a:gd name="connsiteY51" fmla="*/ 472729 h 1171672"/>
                <a:gd name="connsiteX52" fmla="*/ 79210 w 361409"/>
                <a:gd name="connsiteY52" fmla="*/ 440908 h 1171672"/>
                <a:gd name="connsiteX53" fmla="*/ 79210 w 361409"/>
                <a:gd name="connsiteY53" fmla="*/ 440908 h 1171672"/>
                <a:gd name="connsiteX54" fmla="*/ 83999 w 361409"/>
                <a:gd name="connsiteY54" fmla="*/ 425767 h 1171672"/>
                <a:gd name="connsiteX55" fmla="*/ 88106 w 361409"/>
                <a:gd name="connsiteY55" fmla="*/ 419780 h 1171672"/>
                <a:gd name="connsiteX56" fmla="*/ 88276 w 361409"/>
                <a:gd name="connsiteY56" fmla="*/ 413535 h 1171672"/>
                <a:gd name="connsiteX57" fmla="*/ 88276 w 361409"/>
                <a:gd name="connsiteY57" fmla="*/ 413535 h 1171672"/>
                <a:gd name="connsiteX58" fmla="*/ 50126 w 361409"/>
                <a:gd name="connsiteY58" fmla="*/ 523026 h 1171672"/>
                <a:gd name="connsiteX59" fmla="*/ 50126 w 361409"/>
                <a:gd name="connsiteY59" fmla="*/ 526875 h 1171672"/>
                <a:gd name="connsiteX60" fmla="*/ 50126 w 361409"/>
                <a:gd name="connsiteY60" fmla="*/ 528586 h 1171672"/>
                <a:gd name="connsiteX61" fmla="*/ 50126 w 361409"/>
                <a:gd name="connsiteY61" fmla="*/ 523026 h 1171672"/>
                <a:gd name="connsiteX62" fmla="*/ 50126 w 361409"/>
                <a:gd name="connsiteY62" fmla="*/ 523026 h 1171672"/>
                <a:gd name="connsiteX63" fmla="*/ 353193 w 361409"/>
                <a:gd name="connsiteY63" fmla="*/ 510024 h 1171672"/>
                <a:gd name="connsiteX64" fmla="*/ 352679 w 361409"/>
                <a:gd name="connsiteY64" fmla="*/ 528928 h 1171672"/>
                <a:gd name="connsiteX65" fmla="*/ 353364 w 361409"/>
                <a:gd name="connsiteY65" fmla="*/ 536113 h 1171672"/>
                <a:gd name="connsiteX66" fmla="*/ 355075 w 361409"/>
                <a:gd name="connsiteY66" fmla="*/ 538936 h 1171672"/>
                <a:gd name="connsiteX67" fmla="*/ 354818 w 361409"/>
                <a:gd name="connsiteY67" fmla="*/ 545779 h 1171672"/>
                <a:gd name="connsiteX68" fmla="*/ 353193 w 361409"/>
                <a:gd name="connsiteY68" fmla="*/ 552623 h 1171672"/>
                <a:gd name="connsiteX69" fmla="*/ 350541 w 361409"/>
                <a:gd name="connsiteY69" fmla="*/ 557327 h 1171672"/>
                <a:gd name="connsiteX70" fmla="*/ 348488 w 361409"/>
                <a:gd name="connsiteY70" fmla="*/ 563914 h 1171672"/>
                <a:gd name="connsiteX71" fmla="*/ 342415 w 361409"/>
                <a:gd name="connsiteY71" fmla="*/ 566822 h 1171672"/>
                <a:gd name="connsiteX72" fmla="*/ 319490 w 361409"/>
                <a:gd name="connsiteY72" fmla="*/ 567592 h 1171672"/>
                <a:gd name="connsiteX73" fmla="*/ 312391 w 361409"/>
                <a:gd name="connsiteY73" fmla="*/ 561775 h 1171672"/>
                <a:gd name="connsiteX74" fmla="*/ 303922 w 361409"/>
                <a:gd name="connsiteY74" fmla="*/ 562289 h 1171672"/>
                <a:gd name="connsiteX75" fmla="*/ 303408 w 361409"/>
                <a:gd name="connsiteY75" fmla="*/ 562289 h 1171672"/>
                <a:gd name="connsiteX76" fmla="*/ 303580 w 361409"/>
                <a:gd name="connsiteY76" fmla="*/ 576916 h 1171672"/>
                <a:gd name="connsiteX77" fmla="*/ 299645 w 361409"/>
                <a:gd name="connsiteY77" fmla="*/ 635339 h 1171672"/>
                <a:gd name="connsiteX78" fmla="*/ 293742 w 361409"/>
                <a:gd name="connsiteY78" fmla="*/ 651506 h 1171672"/>
                <a:gd name="connsiteX79" fmla="*/ 285103 w 361409"/>
                <a:gd name="connsiteY79" fmla="*/ 668015 h 1171672"/>
                <a:gd name="connsiteX80" fmla="*/ 261409 w 361409"/>
                <a:gd name="connsiteY80" fmla="*/ 716944 h 1171672"/>
                <a:gd name="connsiteX81" fmla="*/ 231385 w 361409"/>
                <a:gd name="connsiteY81" fmla="*/ 806162 h 1171672"/>
                <a:gd name="connsiteX82" fmla="*/ 229759 w 361409"/>
                <a:gd name="connsiteY82" fmla="*/ 861420 h 1171672"/>
                <a:gd name="connsiteX83" fmla="*/ 203670 w 361409"/>
                <a:gd name="connsiteY83" fmla="*/ 945078 h 1171672"/>
                <a:gd name="connsiteX84" fmla="*/ 198965 w 361409"/>
                <a:gd name="connsiteY84" fmla="*/ 1002732 h 1171672"/>
                <a:gd name="connsiteX85" fmla="*/ 210000 w 361409"/>
                <a:gd name="connsiteY85" fmla="*/ 1052430 h 1171672"/>
                <a:gd name="connsiteX86" fmla="*/ 222660 w 361409"/>
                <a:gd name="connsiteY86" fmla="*/ 1080059 h 1171672"/>
                <a:gd name="connsiteX87" fmla="*/ 227364 w 361409"/>
                <a:gd name="connsiteY87" fmla="*/ 1118723 h 1171672"/>
                <a:gd name="connsiteX88" fmla="*/ 235234 w 361409"/>
                <a:gd name="connsiteY88" fmla="*/ 1148747 h 1171672"/>
                <a:gd name="connsiteX89" fmla="*/ 231299 w 361409"/>
                <a:gd name="connsiteY89" fmla="*/ 1169277 h 1171672"/>
                <a:gd name="connsiteX90" fmla="*/ 175270 w 361409"/>
                <a:gd name="connsiteY90" fmla="*/ 1171672 h 1171672"/>
                <a:gd name="connsiteX91" fmla="*/ 171336 w 361409"/>
                <a:gd name="connsiteY91" fmla="*/ 1129073 h 1171672"/>
                <a:gd name="connsiteX92" fmla="*/ 137377 w 361409"/>
                <a:gd name="connsiteY92" fmla="*/ 1123599 h 1171672"/>
                <a:gd name="connsiteX93" fmla="*/ 132586 w 361409"/>
                <a:gd name="connsiteY93" fmla="*/ 1016247 h 1171672"/>
                <a:gd name="connsiteX94" fmla="*/ 146786 w 361409"/>
                <a:gd name="connsiteY94" fmla="*/ 990157 h 1171672"/>
                <a:gd name="connsiteX95" fmla="*/ 118386 w 361409"/>
                <a:gd name="connsiteY95" fmla="*/ 874936 h 1171672"/>
                <a:gd name="connsiteX96" fmla="*/ 118386 w 361409"/>
                <a:gd name="connsiteY96" fmla="*/ 786488 h 1171672"/>
                <a:gd name="connsiteX97" fmla="*/ 94863 w 361409"/>
                <a:gd name="connsiteY97" fmla="*/ 700863 h 1171672"/>
                <a:gd name="connsiteX98" fmla="*/ 94863 w 361409"/>
                <a:gd name="connsiteY98" fmla="*/ 700863 h 1171672"/>
                <a:gd name="connsiteX99" fmla="*/ 72709 w 361409"/>
                <a:gd name="connsiteY99" fmla="*/ 657494 h 1171672"/>
                <a:gd name="connsiteX100" fmla="*/ 52950 w 361409"/>
                <a:gd name="connsiteY100" fmla="*/ 598728 h 1171672"/>
                <a:gd name="connsiteX101" fmla="*/ 46619 w 361409"/>
                <a:gd name="connsiteY101" fmla="*/ 559295 h 1171672"/>
                <a:gd name="connsiteX102" fmla="*/ 46363 w 361409"/>
                <a:gd name="connsiteY102" fmla="*/ 564256 h 1171672"/>
                <a:gd name="connsiteX103" fmla="*/ 40546 w 361409"/>
                <a:gd name="connsiteY103" fmla="*/ 610020 h 1171672"/>
                <a:gd name="connsiteX104" fmla="*/ 3251 w 361409"/>
                <a:gd name="connsiteY104" fmla="*/ 606256 h 1171672"/>
                <a:gd name="connsiteX105" fmla="*/ 16851 w 361409"/>
                <a:gd name="connsiteY105" fmla="*/ 611902 h 1171672"/>
                <a:gd name="connsiteX106" fmla="*/ 38407 w 361409"/>
                <a:gd name="connsiteY106" fmla="*/ 611645 h 1171672"/>
                <a:gd name="connsiteX107" fmla="*/ 39434 w 361409"/>
                <a:gd name="connsiteY107" fmla="*/ 616093 h 1171672"/>
                <a:gd name="connsiteX108" fmla="*/ 39690 w 361409"/>
                <a:gd name="connsiteY108" fmla="*/ 622679 h 1171672"/>
                <a:gd name="connsiteX109" fmla="*/ 43112 w 361409"/>
                <a:gd name="connsiteY109" fmla="*/ 624476 h 1171672"/>
                <a:gd name="connsiteX110" fmla="*/ 43368 w 361409"/>
                <a:gd name="connsiteY110" fmla="*/ 627897 h 1171672"/>
                <a:gd name="connsiteX111" fmla="*/ 38664 w 361409"/>
                <a:gd name="connsiteY111" fmla="*/ 634740 h 1171672"/>
                <a:gd name="connsiteX112" fmla="*/ 34985 w 361409"/>
                <a:gd name="connsiteY112" fmla="*/ 638932 h 1171672"/>
                <a:gd name="connsiteX113" fmla="*/ 31565 w 361409"/>
                <a:gd name="connsiteY113" fmla="*/ 647058 h 1171672"/>
                <a:gd name="connsiteX114" fmla="*/ 23951 w 361409"/>
                <a:gd name="connsiteY114" fmla="*/ 641242 h 1171672"/>
                <a:gd name="connsiteX115" fmla="*/ 18990 w 361409"/>
                <a:gd name="connsiteY115" fmla="*/ 639702 h 1171672"/>
                <a:gd name="connsiteX116" fmla="*/ 12403 w 361409"/>
                <a:gd name="connsiteY116" fmla="*/ 632089 h 1171672"/>
                <a:gd name="connsiteX117" fmla="*/ 7956 w 361409"/>
                <a:gd name="connsiteY117" fmla="*/ 623449 h 1171672"/>
                <a:gd name="connsiteX118" fmla="*/ 3165 w 361409"/>
                <a:gd name="connsiteY118" fmla="*/ 616350 h 1171672"/>
                <a:gd name="connsiteX119" fmla="*/ 1026 w 361409"/>
                <a:gd name="connsiteY119" fmla="*/ 610790 h 1171672"/>
                <a:gd name="connsiteX120" fmla="*/ 1283 w 361409"/>
                <a:gd name="connsiteY120" fmla="*/ 604545 h 1171672"/>
                <a:gd name="connsiteX121" fmla="*/ 0 w 361409"/>
                <a:gd name="connsiteY121" fmla="*/ 603091 h 1171672"/>
                <a:gd name="connsiteX122" fmla="*/ 1026 w 361409"/>
                <a:gd name="connsiteY122" fmla="*/ 564170 h 1171672"/>
                <a:gd name="connsiteX123" fmla="*/ 1540 w 361409"/>
                <a:gd name="connsiteY123" fmla="*/ 524651 h 1171672"/>
                <a:gd name="connsiteX124" fmla="*/ 3679 w 361409"/>
                <a:gd name="connsiteY124" fmla="*/ 506260 h 1171672"/>
                <a:gd name="connsiteX125" fmla="*/ 11035 w 361409"/>
                <a:gd name="connsiteY125" fmla="*/ 461010 h 1171672"/>
                <a:gd name="connsiteX126" fmla="*/ 16338 w 361409"/>
                <a:gd name="connsiteY126" fmla="*/ 418411 h 1171672"/>
                <a:gd name="connsiteX127" fmla="*/ 25319 w 361409"/>
                <a:gd name="connsiteY127" fmla="*/ 366831 h 1171672"/>
                <a:gd name="connsiteX128" fmla="*/ 32163 w 361409"/>
                <a:gd name="connsiteY128" fmla="*/ 298912 h 1171672"/>
                <a:gd name="connsiteX129" fmla="*/ 33703 w 361409"/>
                <a:gd name="connsiteY129" fmla="*/ 268888 h 1171672"/>
                <a:gd name="connsiteX130" fmla="*/ 40033 w 361409"/>
                <a:gd name="connsiteY130" fmla="*/ 230994 h 1171672"/>
                <a:gd name="connsiteX131" fmla="*/ 53205 w 361409"/>
                <a:gd name="connsiteY131" fmla="*/ 214656 h 1171672"/>
                <a:gd name="connsiteX132" fmla="*/ 112656 w 361409"/>
                <a:gd name="connsiteY132" fmla="*/ 186257 h 1171672"/>
                <a:gd name="connsiteX133" fmla="*/ 139515 w 361409"/>
                <a:gd name="connsiteY133" fmla="*/ 166754 h 1171672"/>
                <a:gd name="connsiteX134" fmla="*/ 140199 w 361409"/>
                <a:gd name="connsiteY134" fmla="*/ 166583 h 1171672"/>
                <a:gd name="connsiteX135" fmla="*/ 140628 w 361409"/>
                <a:gd name="connsiteY135" fmla="*/ 149389 h 1171672"/>
                <a:gd name="connsiteX136" fmla="*/ 122236 w 361409"/>
                <a:gd name="connsiteY136" fmla="*/ 132025 h 1171672"/>
                <a:gd name="connsiteX137" fmla="*/ 100680 w 361409"/>
                <a:gd name="connsiteY137" fmla="*/ 80444 h 1171672"/>
                <a:gd name="connsiteX138" fmla="*/ 114794 w 361409"/>
                <a:gd name="connsiteY138" fmla="*/ 23561 h 1171672"/>
                <a:gd name="connsiteX139" fmla="*/ 134382 w 361409"/>
                <a:gd name="connsiteY139" fmla="*/ 20481 h 1171672"/>
                <a:gd name="connsiteX140" fmla="*/ 181259 w 361409"/>
                <a:gd name="connsiteY140" fmla="*/ 465 h 1171672"/>
                <a:gd name="connsiteX141" fmla="*/ 246524 w 361409"/>
                <a:gd name="connsiteY141" fmla="*/ 68897 h 1171672"/>
                <a:gd name="connsiteX142" fmla="*/ 244985 w 361409"/>
                <a:gd name="connsiteY142" fmla="*/ 100974 h 1171672"/>
                <a:gd name="connsiteX143" fmla="*/ 224969 w 361409"/>
                <a:gd name="connsiteY143" fmla="*/ 129373 h 1171672"/>
                <a:gd name="connsiteX144" fmla="*/ 217099 w 361409"/>
                <a:gd name="connsiteY144" fmla="*/ 139894 h 1171672"/>
                <a:gd name="connsiteX145" fmla="*/ 214447 w 361409"/>
                <a:gd name="connsiteY145" fmla="*/ 163076 h 1171672"/>
                <a:gd name="connsiteX146" fmla="*/ 214618 w 361409"/>
                <a:gd name="connsiteY146" fmla="*/ 165214 h 1171672"/>
                <a:gd name="connsiteX147" fmla="*/ 215303 w 361409"/>
                <a:gd name="connsiteY147" fmla="*/ 165471 h 1171672"/>
                <a:gd name="connsiteX148" fmla="*/ 230187 w 361409"/>
                <a:gd name="connsiteY148" fmla="*/ 177190 h 1171672"/>
                <a:gd name="connsiteX149" fmla="*/ 245242 w 361409"/>
                <a:gd name="connsiteY149" fmla="*/ 190363 h 1171672"/>
                <a:gd name="connsiteX150" fmla="*/ 251486 w 361409"/>
                <a:gd name="connsiteY150" fmla="*/ 194640 h 1171672"/>
                <a:gd name="connsiteX151" fmla="*/ 281938 w 361409"/>
                <a:gd name="connsiteY151" fmla="*/ 200456 h 1171672"/>
                <a:gd name="connsiteX152" fmla="*/ 306146 w 361409"/>
                <a:gd name="connsiteY152" fmla="*/ 209951 h 1171672"/>
                <a:gd name="connsiteX153" fmla="*/ 315042 w 361409"/>
                <a:gd name="connsiteY153" fmla="*/ 226802 h 1171672"/>
                <a:gd name="connsiteX154" fmla="*/ 325564 w 361409"/>
                <a:gd name="connsiteY154" fmla="*/ 267348 h 1171672"/>
                <a:gd name="connsiteX155" fmla="*/ 330268 w 361409"/>
                <a:gd name="connsiteY155" fmla="*/ 304216 h 1171672"/>
                <a:gd name="connsiteX156" fmla="*/ 341816 w 361409"/>
                <a:gd name="connsiteY156" fmla="*/ 359474 h 1171672"/>
                <a:gd name="connsiteX157" fmla="*/ 351310 w 361409"/>
                <a:gd name="connsiteY157" fmla="*/ 411568 h 1171672"/>
                <a:gd name="connsiteX158" fmla="*/ 351310 w 361409"/>
                <a:gd name="connsiteY158" fmla="*/ 435262 h 1171672"/>
                <a:gd name="connsiteX159" fmla="*/ 353449 w 361409"/>
                <a:gd name="connsiteY159" fmla="*/ 456305 h 1171672"/>
                <a:gd name="connsiteX160" fmla="*/ 353449 w 361409"/>
                <a:gd name="connsiteY160" fmla="*/ 470505 h 1171672"/>
                <a:gd name="connsiteX161" fmla="*/ 361319 w 361409"/>
                <a:gd name="connsiteY161" fmla="*/ 489409 h 1171672"/>
                <a:gd name="connsiteX162" fmla="*/ 353449 w 361409"/>
                <a:gd name="connsiteY162" fmla="*/ 509938 h 1171672"/>
                <a:gd name="connsiteX163" fmla="*/ 353449 w 361409"/>
                <a:gd name="connsiteY163" fmla="*/ 509938 h 1171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361409" h="1171672">
                  <a:moveTo>
                    <a:pt x="305889" y="529441"/>
                  </a:moveTo>
                  <a:lnTo>
                    <a:pt x="305291" y="528928"/>
                  </a:lnTo>
                  <a:cubicBezTo>
                    <a:pt x="305291" y="528928"/>
                    <a:pt x="294769" y="486329"/>
                    <a:pt x="293144" y="477348"/>
                  </a:cubicBezTo>
                  <a:cubicBezTo>
                    <a:pt x="291604" y="468366"/>
                    <a:pt x="293657" y="466313"/>
                    <a:pt x="292118" y="462635"/>
                  </a:cubicBezTo>
                  <a:cubicBezTo>
                    <a:pt x="290578" y="458957"/>
                    <a:pt x="288953" y="444757"/>
                    <a:pt x="286301" y="439454"/>
                  </a:cubicBezTo>
                  <a:cubicBezTo>
                    <a:pt x="283649" y="434150"/>
                    <a:pt x="284505" y="431071"/>
                    <a:pt x="282366" y="427307"/>
                  </a:cubicBezTo>
                  <a:lnTo>
                    <a:pt x="282109" y="426880"/>
                  </a:lnTo>
                  <a:lnTo>
                    <a:pt x="281254" y="424998"/>
                  </a:lnTo>
                  <a:cubicBezTo>
                    <a:pt x="280570" y="422688"/>
                    <a:pt x="280997" y="420293"/>
                    <a:pt x="280997" y="413108"/>
                  </a:cubicBezTo>
                  <a:cubicBezTo>
                    <a:pt x="280997" y="403613"/>
                    <a:pt x="279030" y="369654"/>
                    <a:pt x="279030" y="369654"/>
                  </a:cubicBezTo>
                  <a:cubicBezTo>
                    <a:pt x="279030" y="369654"/>
                    <a:pt x="278944" y="379234"/>
                    <a:pt x="275352" y="385564"/>
                  </a:cubicBezTo>
                  <a:cubicBezTo>
                    <a:pt x="277063" y="390097"/>
                    <a:pt x="279030" y="395914"/>
                    <a:pt x="277491" y="399250"/>
                  </a:cubicBezTo>
                  <a:cubicBezTo>
                    <a:pt x="275522" y="403613"/>
                    <a:pt x="277063" y="404040"/>
                    <a:pt x="273898" y="406008"/>
                  </a:cubicBezTo>
                  <a:lnTo>
                    <a:pt x="272358" y="406863"/>
                  </a:lnTo>
                  <a:cubicBezTo>
                    <a:pt x="272700" y="409772"/>
                    <a:pt x="273128" y="412252"/>
                    <a:pt x="273641" y="413621"/>
                  </a:cubicBezTo>
                  <a:lnTo>
                    <a:pt x="274582" y="415588"/>
                  </a:lnTo>
                  <a:lnTo>
                    <a:pt x="275951" y="416358"/>
                  </a:lnTo>
                  <a:lnTo>
                    <a:pt x="276977" y="417043"/>
                  </a:lnTo>
                  <a:lnTo>
                    <a:pt x="277832" y="419438"/>
                  </a:lnTo>
                  <a:cubicBezTo>
                    <a:pt x="278773" y="424057"/>
                    <a:pt x="284505" y="437486"/>
                    <a:pt x="279629" y="446468"/>
                  </a:cubicBezTo>
                  <a:cubicBezTo>
                    <a:pt x="279629" y="446468"/>
                    <a:pt x="286129" y="464859"/>
                    <a:pt x="285788" y="469136"/>
                  </a:cubicBezTo>
                  <a:cubicBezTo>
                    <a:pt x="285360" y="473498"/>
                    <a:pt x="296822" y="496338"/>
                    <a:pt x="299560" y="508227"/>
                  </a:cubicBezTo>
                  <a:cubicBezTo>
                    <a:pt x="301441" y="516268"/>
                    <a:pt x="302553" y="535258"/>
                    <a:pt x="303153" y="553221"/>
                  </a:cubicBezTo>
                  <a:lnTo>
                    <a:pt x="303665" y="552281"/>
                  </a:lnTo>
                  <a:cubicBezTo>
                    <a:pt x="303665" y="551254"/>
                    <a:pt x="303922" y="549629"/>
                    <a:pt x="303665" y="547576"/>
                  </a:cubicBezTo>
                  <a:cubicBezTo>
                    <a:pt x="303408" y="545437"/>
                    <a:pt x="303922" y="541759"/>
                    <a:pt x="304179" y="539450"/>
                  </a:cubicBezTo>
                  <a:cubicBezTo>
                    <a:pt x="304435" y="537055"/>
                    <a:pt x="306318" y="535515"/>
                    <a:pt x="305975" y="533633"/>
                  </a:cubicBezTo>
                  <a:cubicBezTo>
                    <a:pt x="305804" y="532435"/>
                    <a:pt x="305547" y="531409"/>
                    <a:pt x="305804" y="529441"/>
                  </a:cubicBezTo>
                  <a:lnTo>
                    <a:pt x="305804" y="529441"/>
                  </a:lnTo>
                  <a:close/>
                  <a:moveTo>
                    <a:pt x="91100" y="384195"/>
                  </a:moveTo>
                  <a:lnTo>
                    <a:pt x="91698" y="386334"/>
                  </a:lnTo>
                  <a:lnTo>
                    <a:pt x="91100" y="384195"/>
                  </a:lnTo>
                  <a:lnTo>
                    <a:pt x="91100" y="384195"/>
                  </a:lnTo>
                  <a:close/>
                  <a:moveTo>
                    <a:pt x="90245" y="413706"/>
                  </a:moveTo>
                  <a:lnTo>
                    <a:pt x="89817" y="416957"/>
                  </a:lnTo>
                  <a:lnTo>
                    <a:pt x="90245" y="413706"/>
                  </a:lnTo>
                  <a:lnTo>
                    <a:pt x="90245" y="413706"/>
                  </a:lnTo>
                  <a:close/>
                  <a:moveTo>
                    <a:pt x="88448" y="413535"/>
                  </a:moveTo>
                  <a:cubicBezTo>
                    <a:pt x="87250" y="410798"/>
                    <a:pt x="86053" y="406778"/>
                    <a:pt x="86053" y="404040"/>
                  </a:cubicBezTo>
                  <a:cubicBezTo>
                    <a:pt x="86053" y="401303"/>
                    <a:pt x="89645" y="395743"/>
                    <a:pt x="88021" y="389413"/>
                  </a:cubicBezTo>
                  <a:cubicBezTo>
                    <a:pt x="86480" y="383083"/>
                    <a:pt x="85625" y="377609"/>
                    <a:pt x="83658" y="376411"/>
                  </a:cubicBezTo>
                  <a:lnTo>
                    <a:pt x="83059" y="377010"/>
                  </a:lnTo>
                  <a:cubicBezTo>
                    <a:pt x="82631" y="380346"/>
                    <a:pt x="82032" y="384110"/>
                    <a:pt x="81348" y="387874"/>
                  </a:cubicBezTo>
                  <a:cubicBezTo>
                    <a:pt x="80750" y="393348"/>
                    <a:pt x="80236" y="399678"/>
                    <a:pt x="79722" y="404383"/>
                  </a:cubicBezTo>
                  <a:lnTo>
                    <a:pt x="79467" y="406863"/>
                  </a:lnTo>
                  <a:cubicBezTo>
                    <a:pt x="79295" y="408660"/>
                    <a:pt x="79038" y="410028"/>
                    <a:pt x="78867" y="410798"/>
                  </a:cubicBezTo>
                  <a:cubicBezTo>
                    <a:pt x="78269" y="413535"/>
                    <a:pt x="77670" y="418326"/>
                    <a:pt x="76814" y="423287"/>
                  </a:cubicBezTo>
                  <a:cubicBezTo>
                    <a:pt x="76814" y="425425"/>
                    <a:pt x="76814" y="427136"/>
                    <a:pt x="75702" y="430558"/>
                  </a:cubicBezTo>
                  <a:cubicBezTo>
                    <a:pt x="74078" y="435861"/>
                    <a:pt x="72110" y="441165"/>
                    <a:pt x="69287" y="447495"/>
                  </a:cubicBezTo>
                  <a:cubicBezTo>
                    <a:pt x="67405" y="454167"/>
                    <a:pt x="65524" y="461352"/>
                    <a:pt x="63471" y="465629"/>
                  </a:cubicBezTo>
                  <a:cubicBezTo>
                    <a:pt x="60990" y="470590"/>
                    <a:pt x="56627" y="485389"/>
                    <a:pt x="53633" y="497278"/>
                  </a:cubicBezTo>
                  <a:cubicBezTo>
                    <a:pt x="57055" y="486586"/>
                    <a:pt x="61845" y="478203"/>
                    <a:pt x="63043" y="472729"/>
                  </a:cubicBezTo>
                  <a:cubicBezTo>
                    <a:pt x="65010" y="463661"/>
                    <a:pt x="78440" y="444073"/>
                    <a:pt x="79210" y="440908"/>
                  </a:cubicBezTo>
                  <a:lnTo>
                    <a:pt x="79210" y="440908"/>
                  </a:lnTo>
                  <a:cubicBezTo>
                    <a:pt x="77499" y="436289"/>
                    <a:pt x="82118" y="428932"/>
                    <a:pt x="83999" y="425767"/>
                  </a:cubicBezTo>
                  <a:cubicBezTo>
                    <a:pt x="85027" y="424057"/>
                    <a:pt x="86737" y="421918"/>
                    <a:pt x="88106" y="419780"/>
                  </a:cubicBezTo>
                  <a:cubicBezTo>
                    <a:pt x="88619" y="417470"/>
                    <a:pt x="88876" y="415075"/>
                    <a:pt x="88276" y="413535"/>
                  </a:cubicBezTo>
                  <a:lnTo>
                    <a:pt x="88276" y="413535"/>
                  </a:lnTo>
                  <a:close/>
                  <a:moveTo>
                    <a:pt x="50126" y="523026"/>
                  </a:moveTo>
                  <a:cubicBezTo>
                    <a:pt x="50126" y="524395"/>
                    <a:pt x="50126" y="525678"/>
                    <a:pt x="50126" y="526875"/>
                  </a:cubicBezTo>
                  <a:lnTo>
                    <a:pt x="50126" y="528586"/>
                  </a:lnTo>
                  <a:cubicBezTo>
                    <a:pt x="50212" y="526961"/>
                    <a:pt x="50126" y="525164"/>
                    <a:pt x="50126" y="523026"/>
                  </a:cubicBezTo>
                  <a:lnTo>
                    <a:pt x="50126" y="523026"/>
                  </a:lnTo>
                  <a:close/>
                  <a:moveTo>
                    <a:pt x="353193" y="510024"/>
                  </a:moveTo>
                  <a:cubicBezTo>
                    <a:pt x="351055" y="515841"/>
                    <a:pt x="351653" y="520545"/>
                    <a:pt x="352679" y="528928"/>
                  </a:cubicBezTo>
                  <a:cubicBezTo>
                    <a:pt x="353107" y="532606"/>
                    <a:pt x="353364" y="534830"/>
                    <a:pt x="353364" y="536113"/>
                  </a:cubicBezTo>
                  <a:lnTo>
                    <a:pt x="355075" y="538936"/>
                  </a:lnTo>
                  <a:cubicBezTo>
                    <a:pt x="355844" y="542101"/>
                    <a:pt x="356101" y="543898"/>
                    <a:pt x="354818" y="545779"/>
                  </a:cubicBezTo>
                  <a:cubicBezTo>
                    <a:pt x="353534" y="547661"/>
                    <a:pt x="354305" y="550484"/>
                    <a:pt x="353193" y="552623"/>
                  </a:cubicBezTo>
                  <a:cubicBezTo>
                    <a:pt x="352167" y="554761"/>
                    <a:pt x="351653" y="555788"/>
                    <a:pt x="350541" y="557327"/>
                  </a:cubicBezTo>
                  <a:cubicBezTo>
                    <a:pt x="349514" y="558867"/>
                    <a:pt x="350028" y="562631"/>
                    <a:pt x="348488" y="563914"/>
                  </a:cubicBezTo>
                  <a:cubicBezTo>
                    <a:pt x="346863" y="565197"/>
                    <a:pt x="345323" y="566052"/>
                    <a:pt x="342415" y="566822"/>
                  </a:cubicBezTo>
                  <a:cubicBezTo>
                    <a:pt x="339507" y="567592"/>
                    <a:pt x="324281" y="569474"/>
                    <a:pt x="319490" y="567592"/>
                  </a:cubicBezTo>
                  <a:cubicBezTo>
                    <a:pt x="314786" y="565796"/>
                    <a:pt x="313674" y="561775"/>
                    <a:pt x="312391" y="561775"/>
                  </a:cubicBezTo>
                  <a:cubicBezTo>
                    <a:pt x="311107" y="561775"/>
                    <a:pt x="306573" y="562032"/>
                    <a:pt x="303922" y="562289"/>
                  </a:cubicBezTo>
                  <a:lnTo>
                    <a:pt x="303408" y="562289"/>
                  </a:lnTo>
                  <a:cubicBezTo>
                    <a:pt x="303494" y="567507"/>
                    <a:pt x="303580" y="572553"/>
                    <a:pt x="303580" y="576916"/>
                  </a:cubicBezTo>
                  <a:cubicBezTo>
                    <a:pt x="303580" y="598215"/>
                    <a:pt x="301955" y="627470"/>
                    <a:pt x="299645" y="635339"/>
                  </a:cubicBezTo>
                  <a:cubicBezTo>
                    <a:pt x="297250" y="643209"/>
                    <a:pt x="294085" y="646802"/>
                    <a:pt x="293742" y="651506"/>
                  </a:cubicBezTo>
                  <a:cubicBezTo>
                    <a:pt x="293315" y="656211"/>
                    <a:pt x="288610" y="660146"/>
                    <a:pt x="285103" y="668015"/>
                  </a:cubicBezTo>
                  <a:cubicBezTo>
                    <a:pt x="281511" y="675885"/>
                    <a:pt x="263034" y="714977"/>
                    <a:pt x="261409" y="716944"/>
                  </a:cubicBezTo>
                  <a:cubicBezTo>
                    <a:pt x="261409" y="716944"/>
                    <a:pt x="233779" y="795897"/>
                    <a:pt x="231385" y="806162"/>
                  </a:cubicBezTo>
                  <a:cubicBezTo>
                    <a:pt x="229588" y="813860"/>
                    <a:pt x="235319" y="843286"/>
                    <a:pt x="229759" y="861420"/>
                  </a:cubicBezTo>
                  <a:cubicBezTo>
                    <a:pt x="224199" y="879555"/>
                    <a:pt x="208460" y="934043"/>
                    <a:pt x="203670" y="945078"/>
                  </a:cubicBezTo>
                  <a:cubicBezTo>
                    <a:pt x="198965" y="956113"/>
                    <a:pt x="199735" y="987677"/>
                    <a:pt x="198965" y="1002732"/>
                  </a:cubicBezTo>
                  <a:cubicBezTo>
                    <a:pt x="198195" y="1017701"/>
                    <a:pt x="205295" y="1038231"/>
                    <a:pt x="210000" y="1052430"/>
                  </a:cubicBezTo>
                  <a:cubicBezTo>
                    <a:pt x="214704" y="1066629"/>
                    <a:pt x="220264" y="1065860"/>
                    <a:pt x="222660" y="1080059"/>
                  </a:cubicBezTo>
                  <a:cubicBezTo>
                    <a:pt x="225055" y="1094259"/>
                    <a:pt x="224199" y="1109314"/>
                    <a:pt x="227364" y="1118723"/>
                  </a:cubicBezTo>
                  <a:cubicBezTo>
                    <a:pt x="230529" y="1128218"/>
                    <a:pt x="236003" y="1141648"/>
                    <a:pt x="235234" y="1148747"/>
                  </a:cubicBezTo>
                  <a:cubicBezTo>
                    <a:pt x="234464" y="1155847"/>
                    <a:pt x="234464" y="1169277"/>
                    <a:pt x="231299" y="1169277"/>
                  </a:cubicBezTo>
                  <a:cubicBezTo>
                    <a:pt x="228134" y="1169277"/>
                    <a:pt x="175270" y="1171672"/>
                    <a:pt x="175270" y="1171672"/>
                  </a:cubicBezTo>
                  <a:cubicBezTo>
                    <a:pt x="175270" y="1171672"/>
                    <a:pt x="168941" y="1155847"/>
                    <a:pt x="171336" y="1129073"/>
                  </a:cubicBezTo>
                  <a:cubicBezTo>
                    <a:pt x="171336" y="1129073"/>
                    <a:pt x="143707" y="1133008"/>
                    <a:pt x="137377" y="1123599"/>
                  </a:cubicBezTo>
                  <a:cubicBezTo>
                    <a:pt x="131046" y="1114104"/>
                    <a:pt x="129507" y="1027281"/>
                    <a:pt x="132586" y="1016247"/>
                  </a:cubicBezTo>
                  <a:cubicBezTo>
                    <a:pt x="135751" y="1005212"/>
                    <a:pt x="146016" y="992552"/>
                    <a:pt x="146786" y="990157"/>
                  </a:cubicBezTo>
                  <a:cubicBezTo>
                    <a:pt x="146786" y="990157"/>
                    <a:pt x="125487" y="915225"/>
                    <a:pt x="118386" y="874936"/>
                  </a:cubicBezTo>
                  <a:cubicBezTo>
                    <a:pt x="111287" y="834646"/>
                    <a:pt x="120782" y="800687"/>
                    <a:pt x="118386" y="786488"/>
                  </a:cubicBezTo>
                  <a:cubicBezTo>
                    <a:pt x="116077" y="772887"/>
                    <a:pt x="102219" y="717799"/>
                    <a:pt x="94863" y="700863"/>
                  </a:cubicBezTo>
                  <a:lnTo>
                    <a:pt x="94863" y="700863"/>
                  </a:lnTo>
                  <a:cubicBezTo>
                    <a:pt x="94863" y="700863"/>
                    <a:pt x="76643" y="666134"/>
                    <a:pt x="72709" y="657494"/>
                  </a:cubicBezTo>
                  <a:cubicBezTo>
                    <a:pt x="68774" y="648854"/>
                    <a:pt x="56884" y="622337"/>
                    <a:pt x="52950" y="598728"/>
                  </a:cubicBezTo>
                  <a:cubicBezTo>
                    <a:pt x="50212" y="582476"/>
                    <a:pt x="47560" y="569217"/>
                    <a:pt x="46619" y="559295"/>
                  </a:cubicBezTo>
                  <a:cubicBezTo>
                    <a:pt x="46619" y="561005"/>
                    <a:pt x="46534" y="562631"/>
                    <a:pt x="46363" y="564256"/>
                  </a:cubicBezTo>
                  <a:cubicBezTo>
                    <a:pt x="45849" y="572126"/>
                    <a:pt x="40546" y="610020"/>
                    <a:pt x="40546" y="610020"/>
                  </a:cubicBezTo>
                  <a:cubicBezTo>
                    <a:pt x="40546" y="610020"/>
                    <a:pt x="15910" y="615751"/>
                    <a:pt x="3251" y="606256"/>
                  </a:cubicBezTo>
                  <a:cubicBezTo>
                    <a:pt x="5646" y="608223"/>
                    <a:pt x="10264" y="611132"/>
                    <a:pt x="16851" y="611902"/>
                  </a:cubicBezTo>
                  <a:cubicBezTo>
                    <a:pt x="26860" y="612928"/>
                    <a:pt x="35242" y="613185"/>
                    <a:pt x="38407" y="611645"/>
                  </a:cubicBezTo>
                  <a:cubicBezTo>
                    <a:pt x="38407" y="611645"/>
                    <a:pt x="38664" y="614297"/>
                    <a:pt x="39434" y="616093"/>
                  </a:cubicBezTo>
                  <a:cubicBezTo>
                    <a:pt x="40203" y="617889"/>
                    <a:pt x="40717" y="621653"/>
                    <a:pt x="39690" y="622679"/>
                  </a:cubicBezTo>
                  <a:cubicBezTo>
                    <a:pt x="38578" y="623706"/>
                    <a:pt x="41572" y="623449"/>
                    <a:pt x="43112" y="624476"/>
                  </a:cubicBezTo>
                  <a:cubicBezTo>
                    <a:pt x="44651" y="625502"/>
                    <a:pt x="45763" y="626016"/>
                    <a:pt x="43368" y="627897"/>
                  </a:cubicBezTo>
                  <a:cubicBezTo>
                    <a:pt x="40974" y="629694"/>
                    <a:pt x="40460" y="632602"/>
                    <a:pt x="38664" y="634740"/>
                  </a:cubicBezTo>
                  <a:cubicBezTo>
                    <a:pt x="36782" y="636879"/>
                    <a:pt x="36012" y="638162"/>
                    <a:pt x="34985" y="638932"/>
                  </a:cubicBezTo>
                  <a:cubicBezTo>
                    <a:pt x="33959" y="639702"/>
                    <a:pt x="34216" y="647058"/>
                    <a:pt x="31565" y="647058"/>
                  </a:cubicBezTo>
                  <a:cubicBezTo>
                    <a:pt x="28912" y="647058"/>
                    <a:pt x="24978" y="643123"/>
                    <a:pt x="23951" y="641242"/>
                  </a:cubicBezTo>
                  <a:cubicBezTo>
                    <a:pt x="22925" y="639360"/>
                    <a:pt x="21042" y="640985"/>
                    <a:pt x="18990" y="639702"/>
                  </a:cubicBezTo>
                  <a:cubicBezTo>
                    <a:pt x="16851" y="638419"/>
                    <a:pt x="13772" y="634997"/>
                    <a:pt x="12403" y="632089"/>
                  </a:cubicBezTo>
                  <a:cubicBezTo>
                    <a:pt x="11121" y="629180"/>
                    <a:pt x="9752" y="624733"/>
                    <a:pt x="7956" y="623449"/>
                  </a:cubicBezTo>
                  <a:cubicBezTo>
                    <a:pt x="6159" y="622166"/>
                    <a:pt x="4277" y="619001"/>
                    <a:pt x="3165" y="616350"/>
                  </a:cubicBezTo>
                  <a:cubicBezTo>
                    <a:pt x="2138" y="613698"/>
                    <a:pt x="1369" y="612928"/>
                    <a:pt x="1026" y="610790"/>
                  </a:cubicBezTo>
                  <a:cubicBezTo>
                    <a:pt x="770" y="608822"/>
                    <a:pt x="1198" y="605144"/>
                    <a:pt x="1283" y="604545"/>
                  </a:cubicBezTo>
                  <a:lnTo>
                    <a:pt x="0" y="603091"/>
                  </a:lnTo>
                  <a:cubicBezTo>
                    <a:pt x="0" y="603091"/>
                    <a:pt x="514" y="572553"/>
                    <a:pt x="1026" y="564170"/>
                  </a:cubicBezTo>
                  <a:cubicBezTo>
                    <a:pt x="1540" y="555788"/>
                    <a:pt x="1540" y="526790"/>
                    <a:pt x="1540" y="524651"/>
                  </a:cubicBezTo>
                  <a:cubicBezTo>
                    <a:pt x="1540" y="522513"/>
                    <a:pt x="3079" y="510965"/>
                    <a:pt x="3679" y="506260"/>
                  </a:cubicBezTo>
                  <a:cubicBezTo>
                    <a:pt x="4191" y="501555"/>
                    <a:pt x="11548" y="469991"/>
                    <a:pt x="11035" y="461010"/>
                  </a:cubicBezTo>
                  <a:cubicBezTo>
                    <a:pt x="10521" y="452028"/>
                    <a:pt x="15226" y="427906"/>
                    <a:pt x="16338" y="418411"/>
                  </a:cubicBezTo>
                  <a:cubicBezTo>
                    <a:pt x="17365" y="408916"/>
                    <a:pt x="23695" y="386847"/>
                    <a:pt x="25319" y="366831"/>
                  </a:cubicBezTo>
                  <a:cubicBezTo>
                    <a:pt x="26860" y="346814"/>
                    <a:pt x="33189" y="311572"/>
                    <a:pt x="32163" y="298912"/>
                  </a:cubicBezTo>
                  <a:cubicBezTo>
                    <a:pt x="31137" y="286253"/>
                    <a:pt x="32163" y="279923"/>
                    <a:pt x="33703" y="268888"/>
                  </a:cubicBezTo>
                  <a:cubicBezTo>
                    <a:pt x="35328" y="257853"/>
                    <a:pt x="37381" y="242029"/>
                    <a:pt x="40033" y="230994"/>
                  </a:cubicBezTo>
                  <a:cubicBezTo>
                    <a:pt x="42684" y="219959"/>
                    <a:pt x="50554" y="216281"/>
                    <a:pt x="53205" y="214656"/>
                  </a:cubicBezTo>
                  <a:cubicBezTo>
                    <a:pt x="55858" y="213031"/>
                    <a:pt x="99483" y="191988"/>
                    <a:pt x="112656" y="186257"/>
                  </a:cubicBezTo>
                  <a:cubicBezTo>
                    <a:pt x="112656" y="186257"/>
                    <a:pt x="115821" y="171544"/>
                    <a:pt x="139515" y="166754"/>
                  </a:cubicBezTo>
                  <a:lnTo>
                    <a:pt x="140199" y="166583"/>
                  </a:lnTo>
                  <a:cubicBezTo>
                    <a:pt x="141311" y="161707"/>
                    <a:pt x="141995" y="153923"/>
                    <a:pt x="140628" y="149389"/>
                  </a:cubicBezTo>
                  <a:cubicBezTo>
                    <a:pt x="140628" y="149389"/>
                    <a:pt x="130105" y="142546"/>
                    <a:pt x="122236" y="132025"/>
                  </a:cubicBezTo>
                  <a:cubicBezTo>
                    <a:pt x="114366" y="121503"/>
                    <a:pt x="101193" y="96783"/>
                    <a:pt x="100680" y="80444"/>
                  </a:cubicBezTo>
                  <a:cubicBezTo>
                    <a:pt x="100166" y="64106"/>
                    <a:pt x="103759" y="29720"/>
                    <a:pt x="114794" y="23561"/>
                  </a:cubicBezTo>
                  <a:cubicBezTo>
                    <a:pt x="125743" y="17402"/>
                    <a:pt x="134382" y="20481"/>
                    <a:pt x="134382" y="20481"/>
                  </a:cubicBezTo>
                  <a:cubicBezTo>
                    <a:pt x="142252" y="10986"/>
                    <a:pt x="159103" y="-2700"/>
                    <a:pt x="181259" y="465"/>
                  </a:cubicBezTo>
                  <a:cubicBezTo>
                    <a:pt x="203328" y="3630"/>
                    <a:pt x="233352" y="17316"/>
                    <a:pt x="246524" y="68897"/>
                  </a:cubicBezTo>
                  <a:cubicBezTo>
                    <a:pt x="246524" y="68897"/>
                    <a:pt x="249690" y="87288"/>
                    <a:pt x="244985" y="100974"/>
                  </a:cubicBezTo>
                  <a:cubicBezTo>
                    <a:pt x="240195" y="114660"/>
                    <a:pt x="231812" y="125695"/>
                    <a:pt x="224969" y="129373"/>
                  </a:cubicBezTo>
                  <a:cubicBezTo>
                    <a:pt x="224969" y="129373"/>
                    <a:pt x="219666" y="136729"/>
                    <a:pt x="217099" y="139894"/>
                  </a:cubicBezTo>
                  <a:cubicBezTo>
                    <a:pt x="214447" y="143059"/>
                    <a:pt x="214447" y="156232"/>
                    <a:pt x="214447" y="163076"/>
                  </a:cubicBezTo>
                  <a:lnTo>
                    <a:pt x="214618" y="165214"/>
                  </a:lnTo>
                  <a:lnTo>
                    <a:pt x="215303" y="165471"/>
                  </a:lnTo>
                  <a:cubicBezTo>
                    <a:pt x="221034" y="167609"/>
                    <a:pt x="224884" y="172998"/>
                    <a:pt x="230187" y="177190"/>
                  </a:cubicBezTo>
                  <a:cubicBezTo>
                    <a:pt x="235405" y="181381"/>
                    <a:pt x="238912" y="186171"/>
                    <a:pt x="245242" y="190363"/>
                  </a:cubicBezTo>
                  <a:cubicBezTo>
                    <a:pt x="251572" y="194554"/>
                    <a:pt x="246183" y="193613"/>
                    <a:pt x="251486" y="194640"/>
                  </a:cubicBezTo>
                  <a:cubicBezTo>
                    <a:pt x="256704" y="195666"/>
                    <a:pt x="275095" y="198318"/>
                    <a:pt x="281938" y="200456"/>
                  </a:cubicBezTo>
                  <a:cubicBezTo>
                    <a:pt x="288782" y="202595"/>
                    <a:pt x="304008" y="208925"/>
                    <a:pt x="306146" y="209951"/>
                  </a:cubicBezTo>
                  <a:cubicBezTo>
                    <a:pt x="308285" y="211063"/>
                    <a:pt x="311364" y="217821"/>
                    <a:pt x="315042" y="226802"/>
                  </a:cubicBezTo>
                  <a:cubicBezTo>
                    <a:pt x="318720" y="235784"/>
                    <a:pt x="324024" y="259992"/>
                    <a:pt x="325564" y="267348"/>
                  </a:cubicBezTo>
                  <a:cubicBezTo>
                    <a:pt x="327103" y="274705"/>
                    <a:pt x="330268" y="293096"/>
                    <a:pt x="330268" y="304216"/>
                  </a:cubicBezTo>
                  <a:cubicBezTo>
                    <a:pt x="330268" y="315336"/>
                    <a:pt x="342329" y="347926"/>
                    <a:pt x="341816" y="359474"/>
                  </a:cubicBezTo>
                  <a:cubicBezTo>
                    <a:pt x="341303" y="371022"/>
                    <a:pt x="349686" y="401560"/>
                    <a:pt x="351310" y="411568"/>
                  </a:cubicBezTo>
                  <a:cubicBezTo>
                    <a:pt x="352936" y="421576"/>
                    <a:pt x="353449" y="431584"/>
                    <a:pt x="351310" y="435262"/>
                  </a:cubicBezTo>
                  <a:cubicBezTo>
                    <a:pt x="349172" y="438941"/>
                    <a:pt x="353449" y="449462"/>
                    <a:pt x="353449" y="456305"/>
                  </a:cubicBezTo>
                  <a:cubicBezTo>
                    <a:pt x="353449" y="463148"/>
                    <a:pt x="353963" y="468965"/>
                    <a:pt x="353449" y="470505"/>
                  </a:cubicBezTo>
                  <a:cubicBezTo>
                    <a:pt x="352936" y="472044"/>
                    <a:pt x="362431" y="485731"/>
                    <a:pt x="361319" y="489409"/>
                  </a:cubicBezTo>
                  <a:cubicBezTo>
                    <a:pt x="360292" y="493087"/>
                    <a:pt x="355503" y="504122"/>
                    <a:pt x="353449" y="509938"/>
                  </a:cubicBezTo>
                  <a:lnTo>
                    <a:pt x="353449" y="509938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1ECAB94-5C9F-3326-3F2E-92E4E5FAF854}"/>
                </a:ext>
              </a:extLst>
            </p:cNvPr>
            <p:cNvSpPr/>
            <p:nvPr/>
          </p:nvSpPr>
          <p:spPr>
            <a:xfrm>
              <a:off x="16478867" y="1718262"/>
              <a:ext cx="519707" cy="1245866"/>
            </a:xfrm>
            <a:custGeom>
              <a:avLst/>
              <a:gdLst>
                <a:gd name="connsiteX0" fmla="*/ 29427 w 519707"/>
                <a:gd name="connsiteY0" fmla="*/ 569283 h 1245866"/>
                <a:gd name="connsiteX1" fmla="*/ 27117 w 519707"/>
                <a:gd name="connsiteY1" fmla="*/ 577068 h 1245866"/>
                <a:gd name="connsiteX2" fmla="*/ 26861 w 519707"/>
                <a:gd name="connsiteY2" fmla="*/ 576041 h 1245866"/>
                <a:gd name="connsiteX3" fmla="*/ 24038 w 519707"/>
                <a:gd name="connsiteY3" fmla="*/ 573475 h 1245866"/>
                <a:gd name="connsiteX4" fmla="*/ 22755 w 519707"/>
                <a:gd name="connsiteY4" fmla="*/ 571679 h 1245866"/>
                <a:gd name="connsiteX5" fmla="*/ 26775 w 519707"/>
                <a:gd name="connsiteY5" fmla="*/ 565349 h 1245866"/>
                <a:gd name="connsiteX6" fmla="*/ 30026 w 519707"/>
                <a:gd name="connsiteY6" fmla="*/ 563723 h 1245866"/>
                <a:gd name="connsiteX7" fmla="*/ 30539 w 519707"/>
                <a:gd name="connsiteY7" fmla="*/ 564237 h 1245866"/>
                <a:gd name="connsiteX8" fmla="*/ 29513 w 519707"/>
                <a:gd name="connsiteY8" fmla="*/ 569198 h 1245866"/>
                <a:gd name="connsiteX9" fmla="*/ 29513 w 519707"/>
                <a:gd name="connsiteY9" fmla="*/ 569198 h 1245866"/>
                <a:gd name="connsiteX10" fmla="*/ 24466 w 519707"/>
                <a:gd name="connsiteY10" fmla="*/ 581772 h 1245866"/>
                <a:gd name="connsiteX11" fmla="*/ 21557 w 519707"/>
                <a:gd name="connsiteY11" fmla="*/ 581259 h 1245866"/>
                <a:gd name="connsiteX12" fmla="*/ 17794 w 519707"/>
                <a:gd name="connsiteY12" fmla="*/ 580147 h 1245866"/>
                <a:gd name="connsiteX13" fmla="*/ 18136 w 519707"/>
                <a:gd name="connsiteY13" fmla="*/ 577837 h 1245866"/>
                <a:gd name="connsiteX14" fmla="*/ 20103 w 519707"/>
                <a:gd name="connsiteY14" fmla="*/ 578008 h 1245866"/>
                <a:gd name="connsiteX15" fmla="*/ 25236 w 519707"/>
                <a:gd name="connsiteY15" fmla="*/ 579719 h 1245866"/>
                <a:gd name="connsiteX16" fmla="*/ 24466 w 519707"/>
                <a:gd name="connsiteY16" fmla="*/ 581858 h 1245866"/>
                <a:gd name="connsiteX17" fmla="*/ 24466 w 519707"/>
                <a:gd name="connsiteY17" fmla="*/ 581858 h 1245866"/>
                <a:gd name="connsiteX18" fmla="*/ 77073 w 519707"/>
                <a:gd name="connsiteY18" fmla="*/ 469373 h 1245866"/>
                <a:gd name="connsiteX19" fmla="*/ 59280 w 519707"/>
                <a:gd name="connsiteY19" fmla="*/ 490502 h 1245866"/>
                <a:gd name="connsiteX20" fmla="*/ 45936 w 519707"/>
                <a:gd name="connsiteY20" fmla="*/ 504958 h 1245866"/>
                <a:gd name="connsiteX21" fmla="*/ 11122 w 519707"/>
                <a:gd name="connsiteY21" fmla="*/ 536094 h 1245866"/>
                <a:gd name="connsiteX22" fmla="*/ 5562 w 519707"/>
                <a:gd name="connsiteY22" fmla="*/ 544734 h 1245866"/>
                <a:gd name="connsiteX23" fmla="*/ 1 w 519707"/>
                <a:gd name="connsiteY23" fmla="*/ 572791 h 1245866"/>
                <a:gd name="connsiteX24" fmla="*/ 3081 w 519707"/>
                <a:gd name="connsiteY24" fmla="*/ 585194 h 1245866"/>
                <a:gd name="connsiteX25" fmla="*/ 3936 w 519707"/>
                <a:gd name="connsiteY25" fmla="*/ 599735 h 1245866"/>
                <a:gd name="connsiteX26" fmla="*/ 6075 w 519707"/>
                <a:gd name="connsiteY26" fmla="*/ 609230 h 1245866"/>
                <a:gd name="connsiteX27" fmla="*/ 12576 w 519707"/>
                <a:gd name="connsiteY27" fmla="*/ 608033 h 1245866"/>
                <a:gd name="connsiteX28" fmla="*/ 15570 w 519707"/>
                <a:gd name="connsiteY28" fmla="*/ 596827 h 1245866"/>
                <a:gd name="connsiteX29" fmla="*/ 24209 w 519707"/>
                <a:gd name="connsiteY29" fmla="*/ 602387 h 1245866"/>
                <a:gd name="connsiteX30" fmla="*/ 28230 w 519707"/>
                <a:gd name="connsiteY30" fmla="*/ 599051 h 1245866"/>
                <a:gd name="connsiteX31" fmla="*/ 19590 w 519707"/>
                <a:gd name="connsiteY31" fmla="*/ 589043 h 1245866"/>
                <a:gd name="connsiteX32" fmla="*/ 23183 w 519707"/>
                <a:gd name="connsiteY32" fmla="*/ 589813 h 1245866"/>
                <a:gd name="connsiteX33" fmla="*/ 27716 w 519707"/>
                <a:gd name="connsiteY33" fmla="*/ 594261 h 1245866"/>
                <a:gd name="connsiteX34" fmla="*/ 33704 w 519707"/>
                <a:gd name="connsiteY34" fmla="*/ 593406 h 1245866"/>
                <a:gd name="connsiteX35" fmla="*/ 39606 w 519707"/>
                <a:gd name="connsiteY35" fmla="*/ 578522 h 1245866"/>
                <a:gd name="connsiteX36" fmla="*/ 43370 w 519707"/>
                <a:gd name="connsiteY36" fmla="*/ 569882 h 1245866"/>
                <a:gd name="connsiteX37" fmla="*/ 47818 w 519707"/>
                <a:gd name="connsiteY37" fmla="*/ 561927 h 1245866"/>
                <a:gd name="connsiteX38" fmla="*/ 50812 w 519707"/>
                <a:gd name="connsiteY38" fmla="*/ 553459 h 1245866"/>
                <a:gd name="connsiteX39" fmla="*/ 52095 w 519707"/>
                <a:gd name="connsiteY39" fmla="*/ 551406 h 1245866"/>
                <a:gd name="connsiteX40" fmla="*/ 67064 w 519707"/>
                <a:gd name="connsiteY40" fmla="*/ 534725 h 1245866"/>
                <a:gd name="connsiteX41" fmla="*/ 83488 w 519707"/>
                <a:gd name="connsiteY41" fmla="*/ 512827 h 1245866"/>
                <a:gd name="connsiteX42" fmla="*/ 133785 w 519707"/>
                <a:gd name="connsiteY42" fmla="*/ 474505 h 1245866"/>
                <a:gd name="connsiteX43" fmla="*/ 181516 w 519707"/>
                <a:gd name="connsiteY43" fmla="*/ 427801 h 1245866"/>
                <a:gd name="connsiteX44" fmla="*/ 185451 w 519707"/>
                <a:gd name="connsiteY44" fmla="*/ 431993 h 1245866"/>
                <a:gd name="connsiteX45" fmla="*/ 198795 w 519707"/>
                <a:gd name="connsiteY45" fmla="*/ 423610 h 1245866"/>
                <a:gd name="connsiteX46" fmla="*/ 209573 w 519707"/>
                <a:gd name="connsiteY46" fmla="*/ 413174 h 1245866"/>
                <a:gd name="connsiteX47" fmla="*/ 208889 w 519707"/>
                <a:gd name="connsiteY47" fmla="*/ 396323 h 1245866"/>
                <a:gd name="connsiteX48" fmla="*/ 213850 w 519707"/>
                <a:gd name="connsiteY48" fmla="*/ 375707 h 1245866"/>
                <a:gd name="connsiteX49" fmla="*/ 225398 w 519707"/>
                <a:gd name="connsiteY49" fmla="*/ 339524 h 1245866"/>
                <a:gd name="connsiteX50" fmla="*/ 230787 w 519707"/>
                <a:gd name="connsiteY50" fmla="*/ 344913 h 1245866"/>
                <a:gd name="connsiteX51" fmla="*/ 232070 w 519707"/>
                <a:gd name="connsiteY51" fmla="*/ 374082 h 1245866"/>
                <a:gd name="connsiteX52" fmla="*/ 227451 w 519707"/>
                <a:gd name="connsiteY52" fmla="*/ 391104 h 1245866"/>
                <a:gd name="connsiteX53" fmla="*/ 227109 w 519707"/>
                <a:gd name="connsiteY53" fmla="*/ 391875 h 1245866"/>
                <a:gd name="connsiteX54" fmla="*/ 214535 w 519707"/>
                <a:gd name="connsiteY54" fmla="*/ 416510 h 1245866"/>
                <a:gd name="connsiteX55" fmla="*/ 204526 w 519707"/>
                <a:gd name="connsiteY55" fmla="*/ 445251 h 1245866"/>
                <a:gd name="connsiteX56" fmla="*/ 204099 w 519707"/>
                <a:gd name="connsiteY56" fmla="*/ 471084 h 1245866"/>
                <a:gd name="connsiteX57" fmla="*/ 212824 w 519707"/>
                <a:gd name="connsiteY57" fmla="*/ 476901 h 1245866"/>
                <a:gd name="connsiteX58" fmla="*/ 218469 w 519707"/>
                <a:gd name="connsiteY58" fmla="*/ 479039 h 1245866"/>
                <a:gd name="connsiteX59" fmla="*/ 214791 w 519707"/>
                <a:gd name="connsiteY59" fmla="*/ 516078 h 1245866"/>
                <a:gd name="connsiteX60" fmla="*/ 203671 w 519707"/>
                <a:gd name="connsiteY60" fmla="*/ 682794 h 1245866"/>
                <a:gd name="connsiteX61" fmla="*/ 251488 w 519707"/>
                <a:gd name="connsiteY61" fmla="*/ 832745 h 1245866"/>
                <a:gd name="connsiteX62" fmla="*/ 252771 w 519707"/>
                <a:gd name="connsiteY62" fmla="*/ 836509 h 1245866"/>
                <a:gd name="connsiteX63" fmla="*/ 252600 w 519707"/>
                <a:gd name="connsiteY63" fmla="*/ 836509 h 1245866"/>
                <a:gd name="connsiteX64" fmla="*/ 252771 w 519707"/>
                <a:gd name="connsiteY64" fmla="*/ 836509 h 1245866"/>
                <a:gd name="connsiteX65" fmla="*/ 254824 w 519707"/>
                <a:gd name="connsiteY65" fmla="*/ 863796 h 1245866"/>
                <a:gd name="connsiteX66" fmla="*/ 259272 w 519707"/>
                <a:gd name="connsiteY66" fmla="*/ 979360 h 1245866"/>
                <a:gd name="connsiteX67" fmla="*/ 280400 w 519707"/>
                <a:gd name="connsiteY67" fmla="*/ 1087140 h 1245866"/>
                <a:gd name="connsiteX68" fmla="*/ 275952 w 519707"/>
                <a:gd name="connsiteY68" fmla="*/ 1168231 h 1245866"/>
                <a:gd name="connsiteX69" fmla="*/ 289296 w 519707"/>
                <a:gd name="connsiteY69" fmla="*/ 1242650 h 1245866"/>
                <a:gd name="connsiteX70" fmla="*/ 345923 w 519707"/>
                <a:gd name="connsiteY70" fmla="*/ 1244874 h 1245866"/>
                <a:gd name="connsiteX71" fmla="*/ 351483 w 519707"/>
                <a:gd name="connsiteY71" fmla="*/ 1219298 h 1245866"/>
                <a:gd name="connsiteX72" fmla="*/ 344811 w 519707"/>
                <a:gd name="connsiteY72" fmla="*/ 1197058 h 1245866"/>
                <a:gd name="connsiteX73" fmla="*/ 352595 w 519707"/>
                <a:gd name="connsiteY73" fmla="*/ 1193722 h 1245866"/>
                <a:gd name="connsiteX74" fmla="*/ 369276 w 519707"/>
                <a:gd name="connsiteY74" fmla="*/ 1160362 h 1245866"/>
                <a:gd name="connsiteX75" fmla="*/ 360379 w 519707"/>
                <a:gd name="connsiteY75" fmla="*/ 1084830 h 1245866"/>
                <a:gd name="connsiteX76" fmla="*/ 368164 w 519707"/>
                <a:gd name="connsiteY76" fmla="*/ 1002627 h 1245866"/>
                <a:gd name="connsiteX77" fmla="*/ 385956 w 519707"/>
                <a:gd name="connsiteY77" fmla="*/ 820427 h 1245866"/>
                <a:gd name="connsiteX78" fmla="*/ 431463 w 519707"/>
                <a:gd name="connsiteY78" fmla="*/ 685959 h 1245866"/>
                <a:gd name="connsiteX79" fmla="*/ 447031 w 519707"/>
                <a:gd name="connsiteY79" fmla="*/ 550379 h 1245866"/>
                <a:gd name="connsiteX80" fmla="*/ 421455 w 519707"/>
                <a:gd name="connsiteY80" fmla="*/ 462616 h 1245866"/>
                <a:gd name="connsiteX81" fmla="*/ 417007 w 519707"/>
                <a:gd name="connsiteY81" fmla="*/ 462445 h 1245866"/>
                <a:gd name="connsiteX82" fmla="*/ 425390 w 519707"/>
                <a:gd name="connsiteY82" fmla="*/ 457996 h 1245866"/>
                <a:gd name="connsiteX83" fmla="*/ 436253 w 519707"/>
                <a:gd name="connsiteY83" fmla="*/ 454233 h 1245866"/>
                <a:gd name="connsiteX84" fmla="*/ 428212 w 519707"/>
                <a:gd name="connsiteY84" fmla="*/ 424123 h 1245866"/>
                <a:gd name="connsiteX85" fmla="*/ 427015 w 519707"/>
                <a:gd name="connsiteY85" fmla="*/ 418135 h 1245866"/>
                <a:gd name="connsiteX86" fmla="*/ 423679 w 519707"/>
                <a:gd name="connsiteY86" fmla="*/ 400343 h 1245866"/>
                <a:gd name="connsiteX87" fmla="*/ 425047 w 519707"/>
                <a:gd name="connsiteY87" fmla="*/ 395210 h 1245866"/>
                <a:gd name="connsiteX88" fmla="*/ 430950 w 519707"/>
                <a:gd name="connsiteY88" fmla="*/ 373398 h 1245866"/>
                <a:gd name="connsiteX89" fmla="*/ 434115 w 519707"/>
                <a:gd name="connsiteY89" fmla="*/ 368437 h 1245866"/>
                <a:gd name="connsiteX90" fmla="*/ 438734 w 519707"/>
                <a:gd name="connsiteY90" fmla="*/ 382209 h 1245866"/>
                <a:gd name="connsiteX91" fmla="*/ 439161 w 519707"/>
                <a:gd name="connsiteY91" fmla="*/ 403508 h 1245866"/>
                <a:gd name="connsiteX92" fmla="*/ 443353 w 519707"/>
                <a:gd name="connsiteY92" fmla="*/ 408469 h 1245866"/>
                <a:gd name="connsiteX93" fmla="*/ 446432 w 519707"/>
                <a:gd name="connsiteY93" fmla="*/ 407956 h 1245866"/>
                <a:gd name="connsiteX94" fmla="*/ 448827 w 519707"/>
                <a:gd name="connsiteY94" fmla="*/ 432591 h 1245866"/>
                <a:gd name="connsiteX95" fmla="*/ 454644 w 519707"/>
                <a:gd name="connsiteY95" fmla="*/ 490929 h 1245866"/>
                <a:gd name="connsiteX96" fmla="*/ 477996 w 519707"/>
                <a:gd name="connsiteY96" fmla="*/ 580062 h 1245866"/>
                <a:gd name="connsiteX97" fmla="*/ 471581 w 519707"/>
                <a:gd name="connsiteY97" fmla="*/ 614021 h 1245866"/>
                <a:gd name="connsiteX98" fmla="*/ 469785 w 519707"/>
                <a:gd name="connsiteY98" fmla="*/ 648407 h 1245866"/>
                <a:gd name="connsiteX99" fmla="*/ 476799 w 519707"/>
                <a:gd name="connsiteY99" fmla="*/ 648407 h 1245866"/>
                <a:gd name="connsiteX100" fmla="*/ 481760 w 519707"/>
                <a:gd name="connsiteY100" fmla="*/ 626937 h 1245866"/>
                <a:gd name="connsiteX101" fmla="*/ 488004 w 519707"/>
                <a:gd name="connsiteY101" fmla="*/ 636774 h 1245866"/>
                <a:gd name="connsiteX102" fmla="*/ 482188 w 519707"/>
                <a:gd name="connsiteY102" fmla="*/ 658415 h 1245866"/>
                <a:gd name="connsiteX103" fmla="*/ 473805 w 519707"/>
                <a:gd name="connsiteY103" fmla="*/ 675951 h 1245866"/>
                <a:gd name="connsiteX104" fmla="*/ 486294 w 519707"/>
                <a:gd name="connsiteY104" fmla="*/ 674240 h 1245866"/>
                <a:gd name="connsiteX105" fmla="*/ 492110 w 519707"/>
                <a:gd name="connsiteY105" fmla="*/ 675096 h 1245866"/>
                <a:gd name="connsiteX106" fmla="*/ 502119 w 519707"/>
                <a:gd name="connsiteY106" fmla="*/ 669279 h 1245866"/>
                <a:gd name="connsiteX107" fmla="*/ 512896 w 519707"/>
                <a:gd name="connsiteY107" fmla="*/ 655080 h 1245866"/>
                <a:gd name="connsiteX108" fmla="*/ 518713 w 519707"/>
                <a:gd name="connsiteY108" fmla="*/ 614277 h 1245866"/>
                <a:gd name="connsiteX109" fmla="*/ 508705 w 519707"/>
                <a:gd name="connsiteY109" fmla="*/ 571764 h 1245866"/>
                <a:gd name="connsiteX110" fmla="*/ 505369 w 519707"/>
                <a:gd name="connsiteY110" fmla="*/ 482632 h 1245866"/>
                <a:gd name="connsiteX111" fmla="*/ 490400 w 519707"/>
                <a:gd name="connsiteY111" fmla="*/ 399316 h 1245866"/>
                <a:gd name="connsiteX112" fmla="*/ 476200 w 519707"/>
                <a:gd name="connsiteY112" fmla="*/ 401883 h 1245866"/>
                <a:gd name="connsiteX113" fmla="*/ 501691 w 519707"/>
                <a:gd name="connsiteY113" fmla="*/ 392986 h 1245866"/>
                <a:gd name="connsiteX114" fmla="*/ 506310 w 519707"/>
                <a:gd name="connsiteY114" fmla="*/ 368437 h 1245866"/>
                <a:gd name="connsiteX115" fmla="*/ 502119 w 519707"/>
                <a:gd name="connsiteY115" fmla="*/ 358001 h 1245866"/>
                <a:gd name="connsiteX116" fmla="*/ 499638 w 519707"/>
                <a:gd name="connsiteY116" fmla="*/ 355520 h 1245866"/>
                <a:gd name="connsiteX117" fmla="*/ 495874 w 519707"/>
                <a:gd name="connsiteY117" fmla="*/ 310526 h 1245866"/>
                <a:gd name="connsiteX118" fmla="*/ 487919 w 519707"/>
                <a:gd name="connsiteY118" fmla="*/ 256808 h 1245866"/>
                <a:gd name="connsiteX119" fmla="*/ 411276 w 519707"/>
                <a:gd name="connsiteY119" fmla="*/ 193508 h 1245866"/>
                <a:gd name="connsiteX120" fmla="*/ 410163 w 519707"/>
                <a:gd name="connsiteY120" fmla="*/ 192567 h 1245866"/>
                <a:gd name="connsiteX121" fmla="*/ 415381 w 519707"/>
                <a:gd name="connsiteY121" fmla="*/ 189146 h 1245866"/>
                <a:gd name="connsiteX122" fmla="*/ 422567 w 519707"/>
                <a:gd name="connsiteY122" fmla="*/ 184698 h 1245866"/>
                <a:gd name="connsiteX123" fmla="*/ 423679 w 519707"/>
                <a:gd name="connsiteY123" fmla="*/ 172465 h 1245866"/>
                <a:gd name="connsiteX124" fmla="*/ 419231 w 519707"/>
                <a:gd name="connsiteY124" fmla="*/ 161345 h 1245866"/>
                <a:gd name="connsiteX125" fmla="*/ 422567 w 519707"/>
                <a:gd name="connsiteY125" fmla="*/ 148258 h 1245866"/>
                <a:gd name="connsiteX126" fmla="*/ 409479 w 519707"/>
                <a:gd name="connsiteY126" fmla="*/ 142441 h 1245866"/>
                <a:gd name="connsiteX127" fmla="*/ 415895 w 519707"/>
                <a:gd name="connsiteY127" fmla="*/ 140816 h 1245866"/>
                <a:gd name="connsiteX128" fmla="*/ 406143 w 519707"/>
                <a:gd name="connsiteY128" fmla="*/ 135256 h 1245866"/>
                <a:gd name="connsiteX129" fmla="*/ 405288 w 519707"/>
                <a:gd name="connsiteY129" fmla="*/ 124392 h 1245866"/>
                <a:gd name="connsiteX130" fmla="*/ 410848 w 519707"/>
                <a:gd name="connsiteY130" fmla="*/ 113871 h 1245866"/>
                <a:gd name="connsiteX131" fmla="*/ 413328 w 519707"/>
                <a:gd name="connsiteY131" fmla="*/ 119175 h 1245866"/>
                <a:gd name="connsiteX132" fmla="*/ 413072 w 519707"/>
                <a:gd name="connsiteY132" fmla="*/ 107798 h 1245866"/>
                <a:gd name="connsiteX133" fmla="*/ 406400 w 519707"/>
                <a:gd name="connsiteY133" fmla="*/ 45610 h 1245866"/>
                <a:gd name="connsiteX134" fmla="*/ 333092 w 519707"/>
                <a:gd name="connsiteY134" fmla="*/ 103 h 1245866"/>
                <a:gd name="connsiteX135" fmla="*/ 292547 w 519707"/>
                <a:gd name="connsiteY135" fmla="*/ 21232 h 1245866"/>
                <a:gd name="connsiteX136" fmla="*/ 270905 w 519707"/>
                <a:gd name="connsiteY136" fmla="*/ 51256 h 1245866"/>
                <a:gd name="connsiteX137" fmla="*/ 259272 w 519707"/>
                <a:gd name="connsiteY137" fmla="*/ 110107 h 1245866"/>
                <a:gd name="connsiteX138" fmla="*/ 264233 w 519707"/>
                <a:gd name="connsiteY138" fmla="*/ 133459 h 1245866"/>
                <a:gd name="connsiteX139" fmla="*/ 263634 w 519707"/>
                <a:gd name="connsiteY139" fmla="*/ 142356 h 1245866"/>
                <a:gd name="connsiteX140" fmla="*/ 253626 w 519707"/>
                <a:gd name="connsiteY140" fmla="*/ 141757 h 1245866"/>
                <a:gd name="connsiteX141" fmla="*/ 261410 w 519707"/>
                <a:gd name="connsiteY141" fmla="*/ 152877 h 1245866"/>
                <a:gd name="connsiteX142" fmla="*/ 270820 w 519707"/>
                <a:gd name="connsiteY142" fmla="*/ 160062 h 1245866"/>
                <a:gd name="connsiteX143" fmla="*/ 265260 w 519707"/>
                <a:gd name="connsiteY143" fmla="*/ 164510 h 1245866"/>
                <a:gd name="connsiteX144" fmla="*/ 275781 w 519707"/>
                <a:gd name="connsiteY144" fmla="*/ 166734 h 1245866"/>
                <a:gd name="connsiteX145" fmla="*/ 276294 w 519707"/>
                <a:gd name="connsiteY145" fmla="*/ 172808 h 1245866"/>
                <a:gd name="connsiteX146" fmla="*/ 266286 w 519707"/>
                <a:gd name="connsiteY146" fmla="*/ 174519 h 1245866"/>
                <a:gd name="connsiteX147" fmla="*/ 270135 w 519707"/>
                <a:gd name="connsiteY147" fmla="*/ 181704 h 1245866"/>
                <a:gd name="connsiteX148" fmla="*/ 269023 w 519707"/>
                <a:gd name="connsiteY148" fmla="*/ 188889 h 1245866"/>
                <a:gd name="connsiteX149" fmla="*/ 260127 w 519707"/>
                <a:gd name="connsiteY149" fmla="*/ 182217 h 1245866"/>
                <a:gd name="connsiteX150" fmla="*/ 257390 w 519707"/>
                <a:gd name="connsiteY150" fmla="*/ 196673 h 1245866"/>
                <a:gd name="connsiteX151" fmla="*/ 257475 w 519707"/>
                <a:gd name="connsiteY151" fmla="*/ 196673 h 1245866"/>
                <a:gd name="connsiteX152" fmla="*/ 248066 w 519707"/>
                <a:gd name="connsiteY152" fmla="*/ 200266 h 1245866"/>
                <a:gd name="connsiteX153" fmla="*/ 192209 w 519707"/>
                <a:gd name="connsiteY153" fmla="*/ 231488 h 1245866"/>
                <a:gd name="connsiteX154" fmla="*/ 170909 w 519707"/>
                <a:gd name="connsiteY154" fmla="*/ 278962 h 1245866"/>
                <a:gd name="connsiteX155" fmla="*/ 160559 w 519707"/>
                <a:gd name="connsiteY155" fmla="*/ 325239 h 1245866"/>
                <a:gd name="connsiteX156" fmla="*/ 150551 w 519707"/>
                <a:gd name="connsiteY156" fmla="*/ 338156 h 1245866"/>
                <a:gd name="connsiteX157" fmla="*/ 142168 w 519707"/>
                <a:gd name="connsiteY157" fmla="*/ 341064 h 1245866"/>
                <a:gd name="connsiteX158" fmla="*/ 133871 w 519707"/>
                <a:gd name="connsiteY158" fmla="*/ 351072 h 1245866"/>
                <a:gd name="connsiteX159" fmla="*/ 128824 w 519707"/>
                <a:gd name="connsiteY159" fmla="*/ 359027 h 1245866"/>
                <a:gd name="connsiteX160" fmla="*/ 146616 w 519707"/>
                <a:gd name="connsiteY160" fmla="*/ 382978 h 1245866"/>
                <a:gd name="connsiteX161" fmla="*/ 133358 w 519707"/>
                <a:gd name="connsiteY161" fmla="*/ 397777 h 1245866"/>
                <a:gd name="connsiteX162" fmla="*/ 76730 w 519707"/>
                <a:gd name="connsiteY162" fmla="*/ 469459 h 1245866"/>
                <a:gd name="connsiteX163" fmla="*/ 76730 w 519707"/>
                <a:gd name="connsiteY163" fmla="*/ 469459 h 1245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519707" h="1245866">
                  <a:moveTo>
                    <a:pt x="29427" y="569283"/>
                  </a:moveTo>
                  <a:cubicBezTo>
                    <a:pt x="28999" y="571422"/>
                    <a:pt x="27117" y="577068"/>
                    <a:pt x="27117" y="577068"/>
                  </a:cubicBezTo>
                  <a:lnTo>
                    <a:pt x="26861" y="576041"/>
                  </a:lnTo>
                  <a:lnTo>
                    <a:pt x="24038" y="573475"/>
                  </a:lnTo>
                  <a:lnTo>
                    <a:pt x="22755" y="571679"/>
                  </a:lnTo>
                  <a:cubicBezTo>
                    <a:pt x="23097" y="570823"/>
                    <a:pt x="24893" y="565776"/>
                    <a:pt x="26775" y="565349"/>
                  </a:cubicBezTo>
                  <a:lnTo>
                    <a:pt x="30026" y="563723"/>
                  </a:lnTo>
                  <a:lnTo>
                    <a:pt x="30539" y="564237"/>
                  </a:lnTo>
                  <a:cubicBezTo>
                    <a:pt x="30197" y="565605"/>
                    <a:pt x="29855" y="567744"/>
                    <a:pt x="29513" y="569198"/>
                  </a:cubicBezTo>
                  <a:lnTo>
                    <a:pt x="29513" y="569198"/>
                  </a:lnTo>
                  <a:close/>
                  <a:moveTo>
                    <a:pt x="24466" y="581772"/>
                  </a:moveTo>
                  <a:lnTo>
                    <a:pt x="21557" y="581259"/>
                  </a:lnTo>
                  <a:lnTo>
                    <a:pt x="17794" y="580147"/>
                  </a:lnTo>
                  <a:lnTo>
                    <a:pt x="18136" y="577837"/>
                  </a:lnTo>
                  <a:lnTo>
                    <a:pt x="20103" y="578008"/>
                  </a:lnTo>
                  <a:lnTo>
                    <a:pt x="25236" y="579719"/>
                  </a:lnTo>
                  <a:lnTo>
                    <a:pt x="24466" y="581858"/>
                  </a:lnTo>
                  <a:lnTo>
                    <a:pt x="24466" y="581858"/>
                  </a:lnTo>
                  <a:close/>
                  <a:moveTo>
                    <a:pt x="77073" y="469373"/>
                  </a:moveTo>
                  <a:cubicBezTo>
                    <a:pt x="58767" y="492725"/>
                    <a:pt x="63472" y="485455"/>
                    <a:pt x="59280" y="490502"/>
                  </a:cubicBezTo>
                  <a:cubicBezTo>
                    <a:pt x="55089" y="495463"/>
                    <a:pt x="48417" y="503247"/>
                    <a:pt x="45936" y="504958"/>
                  </a:cubicBezTo>
                  <a:cubicBezTo>
                    <a:pt x="43712" y="506412"/>
                    <a:pt x="16168" y="527113"/>
                    <a:pt x="11122" y="536094"/>
                  </a:cubicBezTo>
                  <a:cubicBezTo>
                    <a:pt x="8641" y="539174"/>
                    <a:pt x="6331" y="542424"/>
                    <a:pt x="5562" y="544734"/>
                  </a:cubicBezTo>
                  <a:cubicBezTo>
                    <a:pt x="3594" y="550379"/>
                    <a:pt x="-84" y="566632"/>
                    <a:pt x="1" y="572791"/>
                  </a:cubicBezTo>
                  <a:cubicBezTo>
                    <a:pt x="1" y="578949"/>
                    <a:pt x="1883" y="582114"/>
                    <a:pt x="3081" y="585194"/>
                  </a:cubicBezTo>
                  <a:cubicBezTo>
                    <a:pt x="4278" y="588273"/>
                    <a:pt x="3594" y="595715"/>
                    <a:pt x="3936" y="599735"/>
                  </a:cubicBezTo>
                  <a:cubicBezTo>
                    <a:pt x="4278" y="603670"/>
                    <a:pt x="3936" y="608289"/>
                    <a:pt x="6075" y="609230"/>
                  </a:cubicBezTo>
                  <a:cubicBezTo>
                    <a:pt x="8213" y="610171"/>
                    <a:pt x="10865" y="611454"/>
                    <a:pt x="12576" y="608033"/>
                  </a:cubicBezTo>
                  <a:cubicBezTo>
                    <a:pt x="14287" y="604611"/>
                    <a:pt x="15570" y="596827"/>
                    <a:pt x="15570" y="596827"/>
                  </a:cubicBezTo>
                  <a:cubicBezTo>
                    <a:pt x="15570" y="596827"/>
                    <a:pt x="22413" y="601960"/>
                    <a:pt x="24209" y="602387"/>
                  </a:cubicBezTo>
                  <a:cubicBezTo>
                    <a:pt x="26005" y="602815"/>
                    <a:pt x="28828" y="600420"/>
                    <a:pt x="28230" y="599051"/>
                  </a:cubicBezTo>
                  <a:cubicBezTo>
                    <a:pt x="27716" y="597683"/>
                    <a:pt x="19248" y="591951"/>
                    <a:pt x="19590" y="589043"/>
                  </a:cubicBezTo>
                  <a:lnTo>
                    <a:pt x="23183" y="589813"/>
                  </a:lnTo>
                  <a:cubicBezTo>
                    <a:pt x="23183" y="589813"/>
                    <a:pt x="25407" y="593491"/>
                    <a:pt x="27716" y="594261"/>
                  </a:cubicBezTo>
                  <a:cubicBezTo>
                    <a:pt x="30026" y="594945"/>
                    <a:pt x="31566" y="595886"/>
                    <a:pt x="33704" y="593406"/>
                  </a:cubicBezTo>
                  <a:cubicBezTo>
                    <a:pt x="35843" y="590925"/>
                    <a:pt x="39093" y="581601"/>
                    <a:pt x="39606" y="578522"/>
                  </a:cubicBezTo>
                  <a:cubicBezTo>
                    <a:pt x="40120" y="575442"/>
                    <a:pt x="41916" y="572448"/>
                    <a:pt x="43370" y="569882"/>
                  </a:cubicBezTo>
                  <a:cubicBezTo>
                    <a:pt x="44910" y="567402"/>
                    <a:pt x="46792" y="564065"/>
                    <a:pt x="47818" y="561927"/>
                  </a:cubicBezTo>
                  <a:cubicBezTo>
                    <a:pt x="48502" y="560473"/>
                    <a:pt x="49871" y="556453"/>
                    <a:pt x="50812" y="553459"/>
                  </a:cubicBezTo>
                  <a:lnTo>
                    <a:pt x="52095" y="551406"/>
                  </a:lnTo>
                  <a:cubicBezTo>
                    <a:pt x="55688" y="543622"/>
                    <a:pt x="62103" y="543878"/>
                    <a:pt x="67064" y="534725"/>
                  </a:cubicBezTo>
                  <a:cubicBezTo>
                    <a:pt x="72026" y="525573"/>
                    <a:pt x="76816" y="520269"/>
                    <a:pt x="83488" y="512827"/>
                  </a:cubicBezTo>
                  <a:cubicBezTo>
                    <a:pt x="90160" y="505300"/>
                    <a:pt x="112914" y="489475"/>
                    <a:pt x="133785" y="474505"/>
                  </a:cubicBezTo>
                  <a:cubicBezTo>
                    <a:pt x="152604" y="460905"/>
                    <a:pt x="175956" y="435158"/>
                    <a:pt x="181516" y="427801"/>
                  </a:cubicBezTo>
                  <a:cubicBezTo>
                    <a:pt x="183398" y="430025"/>
                    <a:pt x="184767" y="431565"/>
                    <a:pt x="185451" y="431993"/>
                  </a:cubicBezTo>
                  <a:cubicBezTo>
                    <a:pt x="190498" y="435329"/>
                    <a:pt x="196315" y="426176"/>
                    <a:pt x="198795" y="423610"/>
                  </a:cubicBezTo>
                  <a:cubicBezTo>
                    <a:pt x="201276" y="421129"/>
                    <a:pt x="208803" y="414885"/>
                    <a:pt x="209573" y="413174"/>
                  </a:cubicBezTo>
                  <a:cubicBezTo>
                    <a:pt x="210429" y="411463"/>
                    <a:pt x="210172" y="400428"/>
                    <a:pt x="208889" y="396323"/>
                  </a:cubicBezTo>
                  <a:cubicBezTo>
                    <a:pt x="207606" y="392131"/>
                    <a:pt x="208034" y="385716"/>
                    <a:pt x="213850" y="375707"/>
                  </a:cubicBezTo>
                  <a:cubicBezTo>
                    <a:pt x="219667" y="365699"/>
                    <a:pt x="221634" y="343203"/>
                    <a:pt x="225398" y="339524"/>
                  </a:cubicBezTo>
                  <a:cubicBezTo>
                    <a:pt x="229162" y="335761"/>
                    <a:pt x="229590" y="338327"/>
                    <a:pt x="230787" y="344913"/>
                  </a:cubicBezTo>
                  <a:cubicBezTo>
                    <a:pt x="231728" y="350131"/>
                    <a:pt x="233439" y="362021"/>
                    <a:pt x="232070" y="374082"/>
                  </a:cubicBezTo>
                  <a:cubicBezTo>
                    <a:pt x="230873" y="380241"/>
                    <a:pt x="229162" y="386486"/>
                    <a:pt x="227451" y="391104"/>
                  </a:cubicBezTo>
                  <a:lnTo>
                    <a:pt x="227109" y="391875"/>
                  </a:lnTo>
                  <a:cubicBezTo>
                    <a:pt x="222490" y="402225"/>
                    <a:pt x="216588" y="408640"/>
                    <a:pt x="214535" y="416510"/>
                  </a:cubicBezTo>
                  <a:cubicBezTo>
                    <a:pt x="212054" y="426090"/>
                    <a:pt x="204954" y="433618"/>
                    <a:pt x="204526" y="445251"/>
                  </a:cubicBezTo>
                  <a:cubicBezTo>
                    <a:pt x="204099" y="456884"/>
                    <a:pt x="201618" y="468176"/>
                    <a:pt x="204099" y="471084"/>
                  </a:cubicBezTo>
                  <a:cubicBezTo>
                    <a:pt x="206579" y="473992"/>
                    <a:pt x="208718" y="476131"/>
                    <a:pt x="212824" y="476901"/>
                  </a:cubicBezTo>
                  <a:cubicBezTo>
                    <a:pt x="215732" y="477499"/>
                    <a:pt x="216416" y="479039"/>
                    <a:pt x="218469" y="479039"/>
                  </a:cubicBezTo>
                  <a:cubicBezTo>
                    <a:pt x="219154" y="485113"/>
                    <a:pt x="219838" y="499911"/>
                    <a:pt x="214791" y="516078"/>
                  </a:cubicBezTo>
                  <a:cubicBezTo>
                    <a:pt x="208119" y="537206"/>
                    <a:pt x="191439" y="630530"/>
                    <a:pt x="203671" y="682794"/>
                  </a:cubicBezTo>
                  <a:cubicBezTo>
                    <a:pt x="215903" y="734973"/>
                    <a:pt x="243704" y="785014"/>
                    <a:pt x="251488" y="832745"/>
                  </a:cubicBezTo>
                  <a:cubicBezTo>
                    <a:pt x="251488" y="832745"/>
                    <a:pt x="252086" y="833515"/>
                    <a:pt x="252771" y="836509"/>
                  </a:cubicBezTo>
                  <a:lnTo>
                    <a:pt x="252600" y="836509"/>
                  </a:lnTo>
                  <a:cubicBezTo>
                    <a:pt x="252600" y="836509"/>
                    <a:pt x="252771" y="836509"/>
                    <a:pt x="252771" y="836509"/>
                  </a:cubicBezTo>
                  <a:cubicBezTo>
                    <a:pt x="253712" y="840529"/>
                    <a:pt x="254824" y="848570"/>
                    <a:pt x="254824" y="863796"/>
                  </a:cubicBezTo>
                  <a:cubicBezTo>
                    <a:pt x="254824" y="890484"/>
                    <a:pt x="252600" y="953784"/>
                    <a:pt x="259272" y="979360"/>
                  </a:cubicBezTo>
                  <a:cubicBezTo>
                    <a:pt x="265944" y="1004936"/>
                    <a:pt x="279288" y="1064899"/>
                    <a:pt x="280400" y="1087140"/>
                  </a:cubicBezTo>
                  <a:cubicBezTo>
                    <a:pt x="281512" y="1109380"/>
                    <a:pt x="273728" y="1149327"/>
                    <a:pt x="275952" y="1168231"/>
                  </a:cubicBezTo>
                  <a:cubicBezTo>
                    <a:pt x="278176" y="1187136"/>
                    <a:pt x="283736" y="1237091"/>
                    <a:pt x="289296" y="1242650"/>
                  </a:cubicBezTo>
                  <a:cubicBezTo>
                    <a:pt x="294856" y="1248211"/>
                    <a:pt x="345923" y="1244874"/>
                    <a:pt x="345923" y="1244874"/>
                  </a:cubicBezTo>
                  <a:cubicBezTo>
                    <a:pt x="345923" y="1244874"/>
                    <a:pt x="349259" y="1227083"/>
                    <a:pt x="351483" y="1219298"/>
                  </a:cubicBezTo>
                  <a:cubicBezTo>
                    <a:pt x="353707" y="1211514"/>
                    <a:pt x="344811" y="1204500"/>
                    <a:pt x="344811" y="1197058"/>
                  </a:cubicBezTo>
                  <a:cubicBezTo>
                    <a:pt x="344811" y="1193722"/>
                    <a:pt x="352595" y="1193722"/>
                    <a:pt x="352595" y="1193722"/>
                  </a:cubicBezTo>
                  <a:cubicBezTo>
                    <a:pt x="352595" y="1193722"/>
                    <a:pt x="367052" y="1168146"/>
                    <a:pt x="369276" y="1160362"/>
                  </a:cubicBezTo>
                  <a:cubicBezTo>
                    <a:pt x="371500" y="1152577"/>
                    <a:pt x="359267" y="1103734"/>
                    <a:pt x="360379" y="1084830"/>
                  </a:cubicBezTo>
                  <a:cubicBezTo>
                    <a:pt x="361492" y="1065926"/>
                    <a:pt x="355931" y="1053694"/>
                    <a:pt x="368164" y="1002627"/>
                  </a:cubicBezTo>
                  <a:cubicBezTo>
                    <a:pt x="380396" y="951474"/>
                    <a:pt x="383732" y="846004"/>
                    <a:pt x="385956" y="820427"/>
                  </a:cubicBezTo>
                  <a:cubicBezTo>
                    <a:pt x="385956" y="820427"/>
                    <a:pt x="418204" y="731552"/>
                    <a:pt x="431463" y="685959"/>
                  </a:cubicBezTo>
                  <a:cubicBezTo>
                    <a:pt x="444807" y="640452"/>
                    <a:pt x="450367" y="599308"/>
                    <a:pt x="447031" y="550379"/>
                  </a:cubicBezTo>
                  <a:cubicBezTo>
                    <a:pt x="443695" y="501536"/>
                    <a:pt x="417007" y="497088"/>
                    <a:pt x="421455" y="462616"/>
                  </a:cubicBezTo>
                  <a:cubicBezTo>
                    <a:pt x="421455" y="462616"/>
                    <a:pt x="419829" y="462616"/>
                    <a:pt x="417007" y="462445"/>
                  </a:cubicBezTo>
                  <a:cubicBezTo>
                    <a:pt x="419658" y="460221"/>
                    <a:pt x="421711" y="458595"/>
                    <a:pt x="425390" y="457996"/>
                  </a:cubicBezTo>
                  <a:cubicBezTo>
                    <a:pt x="431206" y="457141"/>
                    <a:pt x="433772" y="460050"/>
                    <a:pt x="436253" y="454233"/>
                  </a:cubicBezTo>
                  <a:cubicBezTo>
                    <a:pt x="438477" y="448929"/>
                    <a:pt x="434628" y="435072"/>
                    <a:pt x="428212" y="424123"/>
                  </a:cubicBezTo>
                  <a:cubicBezTo>
                    <a:pt x="427699" y="421728"/>
                    <a:pt x="427357" y="419589"/>
                    <a:pt x="427015" y="418135"/>
                  </a:cubicBezTo>
                  <a:cubicBezTo>
                    <a:pt x="425304" y="409239"/>
                    <a:pt x="421455" y="407614"/>
                    <a:pt x="423679" y="400343"/>
                  </a:cubicBezTo>
                  <a:cubicBezTo>
                    <a:pt x="424106" y="399060"/>
                    <a:pt x="424534" y="397263"/>
                    <a:pt x="425047" y="395210"/>
                  </a:cubicBezTo>
                  <a:cubicBezTo>
                    <a:pt x="427357" y="388196"/>
                    <a:pt x="428982" y="379044"/>
                    <a:pt x="430950" y="373398"/>
                  </a:cubicBezTo>
                  <a:cubicBezTo>
                    <a:pt x="431976" y="370661"/>
                    <a:pt x="433088" y="368779"/>
                    <a:pt x="434115" y="368437"/>
                  </a:cubicBezTo>
                  <a:cubicBezTo>
                    <a:pt x="437878" y="367581"/>
                    <a:pt x="437878" y="372628"/>
                    <a:pt x="438734" y="382209"/>
                  </a:cubicBezTo>
                  <a:cubicBezTo>
                    <a:pt x="439589" y="391789"/>
                    <a:pt x="437878" y="399744"/>
                    <a:pt x="439161" y="403508"/>
                  </a:cubicBezTo>
                  <a:cubicBezTo>
                    <a:pt x="440444" y="407272"/>
                    <a:pt x="443353" y="408469"/>
                    <a:pt x="443353" y="408469"/>
                  </a:cubicBezTo>
                  <a:cubicBezTo>
                    <a:pt x="443353" y="408469"/>
                    <a:pt x="444550" y="408298"/>
                    <a:pt x="446432" y="407956"/>
                  </a:cubicBezTo>
                  <a:cubicBezTo>
                    <a:pt x="446945" y="409410"/>
                    <a:pt x="448827" y="415996"/>
                    <a:pt x="448827" y="432591"/>
                  </a:cubicBezTo>
                  <a:cubicBezTo>
                    <a:pt x="448827" y="451752"/>
                    <a:pt x="450538" y="464241"/>
                    <a:pt x="454644" y="490929"/>
                  </a:cubicBezTo>
                  <a:cubicBezTo>
                    <a:pt x="458836" y="517617"/>
                    <a:pt x="473805" y="557565"/>
                    <a:pt x="477996" y="580062"/>
                  </a:cubicBezTo>
                  <a:cubicBezTo>
                    <a:pt x="482188" y="602558"/>
                    <a:pt x="473035" y="605638"/>
                    <a:pt x="471581" y="614021"/>
                  </a:cubicBezTo>
                  <a:cubicBezTo>
                    <a:pt x="469699" y="625226"/>
                    <a:pt x="469271" y="633267"/>
                    <a:pt x="469785" y="648407"/>
                  </a:cubicBezTo>
                  <a:cubicBezTo>
                    <a:pt x="469956" y="654395"/>
                    <a:pt x="474318" y="650888"/>
                    <a:pt x="476799" y="648407"/>
                  </a:cubicBezTo>
                  <a:cubicBezTo>
                    <a:pt x="479279" y="645927"/>
                    <a:pt x="481760" y="626937"/>
                    <a:pt x="481760" y="626937"/>
                  </a:cubicBezTo>
                  <a:cubicBezTo>
                    <a:pt x="481760" y="626937"/>
                    <a:pt x="486294" y="628477"/>
                    <a:pt x="488004" y="636774"/>
                  </a:cubicBezTo>
                  <a:cubicBezTo>
                    <a:pt x="489715" y="645071"/>
                    <a:pt x="487149" y="650118"/>
                    <a:pt x="482188" y="658415"/>
                  </a:cubicBezTo>
                  <a:cubicBezTo>
                    <a:pt x="477226" y="666713"/>
                    <a:pt x="470554" y="670049"/>
                    <a:pt x="473805" y="675951"/>
                  </a:cubicBezTo>
                  <a:cubicBezTo>
                    <a:pt x="477141" y="681768"/>
                    <a:pt x="482188" y="677662"/>
                    <a:pt x="486294" y="674240"/>
                  </a:cubicBezTo>
                  <a:cubicBezTo>
                    <a:pt x="490485" y="670904"/>
                    <a:pt x="486294" y="674240"/>
                    <a:pt x="492110" y="675096"/>
                  </a:cubicBezTo>
                  <a:cubicBezTo>
                    <a:pt x="497927" y="675951"/>
                    <a:pt x="498782" y="672615"/>
                    <a:pt x="502119" y="669279"/>
                  </a:cubicBezTo>
                  <a:cubicBezTo>
                    <a:pt x="505455" y="665943"/>
                    <a:pt x="507080" y="665088"/>
                    <a:pt x="512896" y="655080"/>
                  </a:cubicBezTo>
                  <a:cubicBezTo>
                    <a:pt x="518713" y="645071"/>
                    <a:pt x="521279" y="634294"/>
                    <a:pt x="518713" y="614277"/>
                  </a:cubicBezTo>
                  <a:cubicBezTo>
                    <a:pt x="516232" y="594261"/>
                    <a:pt x="509560" y="582628"/>
                    <a:pt x="508705" y="571764"/>
                  </a:cubicBezTo>
                  <a:cubicBezTo>
                    <a:pt x="507850" y="560900"/>
                    <a:pt x="506994" y="513426"/>
                    <a:pt x="505369" y="482632"/>
                  </a:cubicBezTo>
                  <a:cubicBezTo>
                    <a:pt x="503744" y="451838"/>
                    <a:pt x="489544" y="424294"/>
                    <a:pt x="490400" y="399316"/>
                  </a:cubicBezTo>
                  <a:cubicBezTo>
                    <a:pt x="490400" y="399316"/>
                    <a:pt x="484326" y="400428"/>
                    <a:pt x="476200" y="401883"/>
                  </a:cubicBezTo>
                  <a:cubicBezTo>
                    <a:pt x="486550" y="399231"/>
                    <a:pt x="496473" y="398204"/>
                    <a:pt x="501691" y="392986"/>
                  </a:cubicBezTo>
                  <a:cubicBezTo>
                    <a:pt x="507080" y="387598"/>
                    <a:pt x="506310" y="372543"/>
                    <a:pt x="506310" y="368437"/>
                  </a:cubicBezTo>
                  <a:cubicBezTo>
                    <a:pt x="506310" y="364331"/>
                    <a:pt x="502119" y="358001"/>
                    <a:pt x="502119" y="358001"/>
                  </a:cubicBezTo>
                  <a:lnTo>
                    <a:pt x="499638" y="355520"/>
                  </a:lnTo>
                  <a:cubicBezTo>
                    <a:pt x="499638" y="355520"/>
                    <a:pt x="497585" y="322587"/>
                    <a:pt x="495874" y="310526"/>
                  </a:cubicBezTo>
                  <a:cubicBezTo>
                    <a:pt x="495874" y="310526"/>
                    <a:pt x="492966" y="269724"/>
                    <a:pt x="487919" y="256808"/>
                  </a:cubicBezTo>
                  <a:cubicBezTo>
                    <a:pt x="482958" y="243891"/>
                    <a:pt x="483727" y="228066"/>
                    <a:pt x="411276" y="193508"/>
                  </a:cubicBezTo>
                  <a:lnTo>
                    <a:pt x="410163" y="192567"/>
                  </a:lnTo>
                  <a:cubicBezTo>
                    <a:pt x="411104" y="192054"/>
                    <a:pt x="412216" y="190685"/>
                    <a:pt x="415381" y="189146"/>
                  </a:cubicBezTo>
                  <a:cubicBezTo>
                    <a:pt x="420343" y="186665"/>
                    <a:pt x="420685" y="188889"/>
                    <a:pt x="422567" y="184698"/>
                  </a:cubicBezTo>
                  <a:cubicBezTo>
                    <a:pt x="424534" y="180506"/>
                    <a:pt x="426758" y="176914"/>
                    <a:pt x="423679" y="172465"/>
                  </a:cubicBezTo>
                  <a:cubicBezTo>
                    <a:pt x="420599" y="168018"/>
                    <a:pt x="416750" y="168018"/>
                    <a:pt x="419231" y="161345"/>
                  </a:cubicBezTo>
                  <a:cubicBezTo>
                    <a:pt x="421711" y="154673"/>
                    <a:pt x="423422" y="152706"/>
                    <a:pt x="422567" y="148258"/>
                  </a:cubicBezTo>
                  <a:cubicBezTo>
                    <a:pt x="421711" y="143810"/>
                    <a:pt x="410591" y="148001"/>
                    <a:pt x="409479" y="142441"/>
                  </a:cubicBezTo>
                  <a:cubicBezTo>
                    <a:pt x="409479" y="142441"/>
                    <a:pt x="413927" y="143553"/>
                    <a:pt x="415895" y="140816"/>
                  </a:cubicBezTo>
                  <a:cubicBezTo>
                    <a:pt x="415895" y="140816"/>
                    <a:pt x="408367" y="139191"/>
                    <a:pt x="406143" y="135256"/>
                  </a:cubicBezTo>
                  <a:cubicBezTo>
                    <a:pt x="403919" y="131407"/>
                    <a:pt x="402807" y="129696"/>
                    <a:pt x="405288" y="124392"/>
                  </a:cubicBezTo>
                  <a:cubicBezTo>
                    <a:pt x="407768" y="119089"/>
                    <a:pt x="409479" y="117207"/>
                    <a:pt x="410848" y="113871"/>
                  </a:cubicBezTo>
                  <a:cubicBezTo>
                    <a:pt x="410848" y="113871"/>
                    <a:pt x="410591" y="118062"/>
                    <a:pt x="413328" y="119175"/>
                  </a:cubicBezTo>
                  <a:cubicBezTo>
                    <a:pt x="413328" y="119175"/>
                    <a:pt x="409992" y="111989"/>
                    <a:pt x="413072" y="107798"/>
                  </a:cubicBezTo>
                  <a:cubicBezTo>
                    <a:pt x="416151" y="103606"/>
                    <a:pt x="420001" y="62804"/>
                    <a:pt x="406400" y="45610"/>
                  </a:cubicBezTo>
                  <a:cubicBezTo>
                    <a:pt x="392799" y="28417"/>
                    <a:pt x="379455" y="5321"/>
                    <a:pt x="333092" y="103"/>
                  </a:cubicBezTo>
                  <a:cubicBezTo>
                    <a:pt x="324196" y="-923"/>
                    <a:pt x="307003" y="5663"/>
                    <a:pt x="292547" y="21232"/>
                  </a:cubicBezTo>
                  <a:cubicBezTo>
                    <a:pt x="278090" y="36800"/>
                    <a:pt x="274754" y="39024"/>
                    <a:pt x="270905" y="51256"/>
                  </a:cubicBezTo>
                  <a:cubicBezTo>
                    <a:pt x="267056" y="63488"/>
                    <a:pt x="258673" y="95737"/>
                    <a:pt x="259272" y="110107"/>
                  </a:cubicBezTo>
                  <a:cubicBezTo>
                    <a:pt x="259785" y="124564"/>
                    <a:pt x="262009" y="129012"/>
                    <a:pt x="264233" y="133459"/>
                  </a:cubicBezTo>
                  <a:cubicBezTo>
                    <a:pt x="266457" y="137908"/>
                    <a:pt x="268082" y="141244"/>
                    <a:pt x="263634" y="142356"/>
                  </a:cubicBezTo>
                  <a:cubicBezTo>
                    <a:pt x="259186" y="143468"/>
                    <a:pt x="253626" y="141757"/>
                    <a:pt x="253626" y="141757"/>
                  </a:cubicBezTo>
                  <a:cubicBezTo>
                    <a:pt x="253626" y="141757"/>
                    <a:pt x="254738" y="151166"/>
                    <a:pt x="261410" y="152877"/>
                  </a:cubicBezTo>
                  <a:cubicBezTo>
                    <a:pt x="268082" y="154588"/>
                    <a:pt x="269194" y="160062"/>
                    <a:pt x="270820" y="160062"/>
                  </a:cubicBezTo>
                  <a:cubicBezTo>
                    <a:pt x="272445" y="160062"/>
                    <a:pt x="265260" y="164510"/>
                    <a:pt x="265260" y="164510"/>
                  </a:cubicBezTo>
                  <a:cubicBezTo>
                    <a:pt x="265260" y="164510"/>
                    <a:pt x="271333" y="168360"/>
                    <a:pt x="275781" y="166734"/>
                  </a:cubicBezTo>
                  <a:cubicBezTo>
                    <a:pt x="280229" y="165109"/>
                    <a:pt x="279630" y="173407"/>
                    <a:pt x="276294" y="172808"/>
                  </a:cubicBezTo>
                  <a:cubicBezTo>
                    <a:pt x="272958" y="172209"/>
                    <a:pt x="266286" y="169985"/>
                    <a:pt x="266286" y="174519"/>
                  </a:cubicBezTo>
                  <a:cubicBezTo>
                    <a:pt x="266286" y="179052"/>
                    <a:pt x="268510" y="177854"/>
                    <a:pt x="270135" y="181704"/>
                  </a:cubicBezTo>
                  <a:cubicBezTo>
                    <a:pt x="271761" y="185553"/>
                    <a:pt x="274754" y="190771"/>
                    <a:pt x="269023" y="188889"/>
                  </a:cubicBezTo>
                  <a:cubicBezTo>
                    <a:pt x="256449" y="184869"/>
                    <a:pt x="262351" y="181019"/>
                    <a:pt x="260127" y="182217"/>
                  </a:cubicBezTo>
                  <a:cubicBezTo>
                    <a:pt x="259101" y="182816"/>
                    <a:pt x="252343" y="191626"/>
                    <a:pt x="257390" y="196673"/>
                  </a:cubicBezTo>
                  <a:lnTo>
                    <a:pt x="257475" y="196673"/>
                  </a:lnTo>
                  <a:cubicBezTo>
                    <a:pt x="254567" y="197357"/>
                    <a:pt x="251060" y="198384"/>
                    <a:pt x="248066" y="200266"/>
                  </a:cubicBezTo>
                  <a:cubicBezTo>
                    <a:pt x="243447" y="203174"/>
                    <a:pt x="198025" y="221137"/>
                    <a:pt x="192209" y="231488"/>
                  </a:cubicBezTo>
                  <a:cubicBezTo>
                    <a:pt x="186392" y="241924"/>
                    <a:pt x="173476" y="268184"/>
                    <a:pt x="170909" y="278962"/>
                  </a:cubicBezTo>
                  <a:cubicBezTo>
                    <a:pt x="168429" y="289826"/>
                    <a:pt x="164665" y="315659"/>
                    <a:pt x="160559" y="325239"/>
                  </a:cubicBezTo>
                  <a:cubicBezTo>
                    <a:pt x="156368" y="334820"/>
                    <a:pt x="150979" y="336872"/>
                    <a:pt x="150551" y="338156"/>
                  </a:cubicBezTo>
                  <a:lnTo>
                    <a:pt x="142168" y="341064"/>
                  </a:lnTo>
                  <a:cubicBezTo>
                    <a:pt x="142168" y="341064"/>
                    <a:pt x="136351" y="348164"/>
                    <a:pt x="133871" y="351072"/>
                  </a:cubicBezTo>
                  <a:cubicBezTo>
                    <a:pt x="131390" y="353980"/>
                    <a:pt x="128824" y="359027"/>
                    <a:pt x="128824" y="359027"/>
                  </a:cubicBezTo>
                  <a:cubicBezTo>
                    <a:pt x="128824" y="359027"/>
                    <a:pt x="136779" y="369805"/>
                    <a:pt x="146616" y="382978"/>
                  </a:cubicBezTo>
                  <a:cubicBezTo>
                    <a:pt x="143451" y="386571"/>
                    <a:pt x="134812" y="396152"/>
                    <a:pt x="133358" y="397777"/>
                  </a:cubicBezTo>
                  <a:cubicBezTo>
                    <a:pt x="126685" y="404962"/>
                    <a:pt x="95036" y="446107"/>
                    <a:pt x="76730" y="469459"/>
                  </a:cubicBezTo>
                  <a:lnTo>
                    <a:pt x="76730" y="469459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B89D1A3E-B4CE-E7B6-7899-F579E3D34E08}"/>
                </a:ext>
              </a:extLst>
            </p:cNvPr>
            <p:cNvSpPr/>
            <p:nvPr/>
          </p:nvSpPr>
          <p:spPr>
            <a:xfrm>
              <a:off x="-5688913" y="2588205"/>
              <a:ext cx="440268" cy="1276854"/>
            </a:xfrm>
            <a:custGeom>
              <a:avLst/>
              <a:gdLst>
                <a:gd name="connsiteX0" fmla="*/ 12011 w 440268"/>
                <a:gd name="connsiteY0" fmla="*/ 781483 h 1276854"/>
                <a:gd name="connsiteX1" fmla="*/ 1747 w 440268"/>
                <a:gd name="connsiteY1" fmla="*/ 815186 h 1276854"/>
                <a:gd name="connsiteX2" fmla="*/ 635 w 440268"/>
                <a:gd name="connsiteY2" fmla="*/ 852310 h 1276854"/>
                <a:gd name="connsiteX3" fmla="*/ 11498 w 440268"/>
                <a:gd name="connsiteY3" fmla="*/ 859752 h 1276854"/>
                <a:gd name="connsiteX4" fmla="*/ 18940 w 440268"/>
                <a:gd name="connsiteY4" fmla="*/ 937422 h 1276854"/>
                <a:gd name="connsiteX5" fmla="*/ 22960 w 440268"/>
                <a:gd name="connsiteY5" fmla="*/ 1004827 h 1276854"/>
                <a:gd name="connsiteX6" fmla="*/ 49221 w 440268"/>
                <a:gd name="connsiteY6" fmla="*/ 1018513 h 1276854"/>
                <a:gd name="connsiteX7" fmla="*/ 76081 w 440268"/>
                <a:gd name="connsiteY7" fmla="*/ 989943 h 1276854"/>
                <a:gd name="connsiteX8" fmla="*/ 86345 w 440268"/>
                <a:gd name="connsiteY8" fmla="*/ 915096 h 1276854"/>
                <a:gd name="connsiteX9" fmla="*/ 82325 w 440268"/>
                <a:gd name="connsiteY9" fmla="*/ 823654 h 1276854"/>
                <a:gd name="connsiteX10" fmla="*/ 68468 w 440268"/>
                <a:gd name="connsiteY10" fmla="*/ 721092 h 1276854"/>
                <a:gd name="connsiteX11" fmla="*/ 71975 w 440268"/>
                <a:gd name="connsiteY11" fmla="*/ 716901 h 1276854"/>
                <a:gd name="connsiteX12" fmla="*/ 77449 w 440268"/>
                <a:gd name="connsiteY12" fmla="*/ 708090 h 1276854"/>
                <a:gd name="connsiteX13" fmla="*/ 74883 w 440268"/>
                <a:gd name="connsiteY13" fmla="*/ 697312 h 1276854"/>
                <a:gd name="connsiteX14" fmla="*/ 71975 w 440268"/>
                <a:gd name="connsiteY14" fmla="*/ 693035 h 1276854"/>
                <a:gd name="connsiteX15" fmla="*/ 70948 w 440268"/>
                <a:gd name="connsiteY15" fmla="*/ 688245 h 1276854"/>
                <a:gd name="connsiteX16" fmla="*/ 66586 w 440268"/>
                <a:gd name="connsiteY16" fmla="*/ 685679 h 1276854"/>
                <a:gd name="connsiteX17" fmla="*/ 59400 w 440268"/>
                <a:gd name="connsiteY17" fmla="*/ 669255 h 1276854"/>
                <a:gd name="connsiteX18" fmla="*/ 54952 w 440268"/>
                <a:gd name="connsiteY18" fmla="*/ 661899 h 1276854"/>
                <a:gd name="connsiteX19" fmla="*/ 51445 w 440268"/>
                <a:gd name="connsiteY19" fmla="*/ 657622 h 1276854"/>
                <a:gd name="connsiteX20" fmla="*/ 51017 w 440268"/>
                <a:gd name="connsiteY20" fmla="*/ 657622 h 1276854"/>
                <a:gd name="connsiteX21" fmla="*/ 51958 w 440268"/>
                <a:gd name="connsiteY21" fmla="*/ 657194 h 1276854"/>
                <a:gd name="connsiteX22" fmla="*/ 55123 w 440268"/>
                <a:gd name="connsiteY22" fmla="*/ 603475 h 1276854"/>
                <a:gd name="connsiteX23" fmla="*/ 54781 w 440268"/>
                <a:gd name="connsiteY23" fmla="*/ 598001 h 1276854"/>
                <a:gd name="connsiteX24" fmla="*/ 65046 w 440268"/>
                <a:gd name="connsiteY24" fmla="*/ 592270 h 1276854"/>
                <a:gd name="connsiteX25" fmla="*/ 65901 w 440268"/>
                <a:gd name="connsiteY25" fmla="*/ 571997 h 1276854"/>
                <a:gd name="connsiteX26" fmla="*/ 65730 w 440268"/>
                <a:gd name="connsiteY26" fmla="*/ 571398 h 1276854"/>
                <a:gd name="connsiteX27" fmla="*/ 61881 w 440268"/>
                <a:gd name="connsiteY27" fmla="*/ 567463 h 1276854"/>
                <a:gd name="connsiteX28" fmla="*/ 64191 w 440268"/>
                <a:gd name="connsiteY28" fmla="*/ 563956 h 1276854"/>
                <a:gd name="connsiteX29" fmla="*/ 76765 w 440268"/>
                <a:gd name="connsiteY29" fmla="*/ 544282 h 1276854"/>
                <a:gd name="connsiteX30" fmla="*/ 77022 w 440268"/>
                <a:gd name="connsiteY30" fmla="*/ 534017 h 1276854"/>
                <a:gd name="connsiteX31" fmla="*/ 83266 w 440268"/>
                <a:gd name="connsiteY31" fmla="*/ 505789 h 1276854"/>
                <a:gd name="connsiteX32" fmla="*/ 85832 w 440268"/>
                <a:gd name="connsiteY32" fmla="*/ 481239 h 1276854"/>
                <a:gd name="connsiteX33" fmla="*/ 93274 w 440268"/>
                <a:gd name="connsiteY33" fmla="*/ 460368 h 1276854"/>
                <a:gd name="connsiteX34" fmla="*/ 98406 w 440268"/>
                <a:gd name="connsiteY34" fmla="*/ 443516 h 1276854"/>
                <a:gd name="connsiteX35" fmla="*/ 102427 w 440268"/>
                <a:gd name="connsiteY35" fmla="*/ 426066 h 1276854"/>
                <a:gd name="connsiteX36" fmla="*/ 103881 w 440268"/>
                <a:gd name="connsiteY36" fmla="*/ 413235 h 1276854"/>
                <a:gd name="connsiteX37" fmla="*/ 107131 w 440268"/>
                <a:gd name="connsiteY37" fmla="*/ 412637 h 1276854"/>
                <a:gd name="connsiteX38" fmla="*/ 109441 w 440268"/>
                <a:gd name="connsiteY38" fmla="*/ 423842 h 1276854"/>
                <a:gd name="connsiteX39" fmla="*/ 106704 w 440268"/>
                <a:gd name="connsiteY39" fmla="*/ 437529 h 1276854"/>
                <a:gd name="connsiteX40" fmla="*/ 100374 w 440268"/>
                <a:gd name="connsiteY40" fmla="*/ 473541 h 1276854"/>
                <a:gd name="connsiteX41" fmla="*/ 95840 w 440268"/>
                <a:gd name="connsiteY41" fmla="*/ 487826 h 1276854"/>
                <a:gd name="connsiteX42" fmla="*/ 93274 w 440268"/>
                <a:gd name="connsiteY42" fmla="*/ 497577 h 1276854"/>
                <a:gd name="connsiteX43" fmla="*/ 87885 w 440268"/>
                <a:gd name="connsiteY43" fmla="*/ 511862 h 1276854"/>
                <a:gd name="connsiteX44" fmla="*/ 83608 w 440268"/>
                <a:gd name="connsiteY44" fmla="*/ 534445 h 1276854"/>
                <a:gd name="connsiteX45" fmla="*/ 92419 w 440268"/>
                <a:gd name="connsiteY45" fmla="*/ 539577 h 1276854"/>
                <a:gd name="connsiteX46" fmla="*/ 99433 w 440268"/>
                <a:gd name="connsiteY46" fmla="*/ 540176 h 1276854"/>
                <a:gd name="connsiteX47" fmla="*/ 98663 w 440268"/>
                <a:gd name="connsiteY47" fmla="*/ 540433 h 1276854"/>
                <a:gd name="connsiteX48" fmla="*/ 91820 w 440268"/>
                <a:gd name="connsiteY48" fmla="*/ 571312 h 1276854"/>
                <a:gd name="connsiteX49" fmla="*/ 82410 w 440268"/>
                <a:gd name="connsiteY49" fmla="*/ 638119 h 1276854"/>
                <a:gd name="connsiteX50" fmla="*/ 101229 w 440268"/>
                <a:gd name="connsiteY50" fmla="*/ 737516 h 1276854"/>
                <a:gd name="connsiteX51" fmla="*/ 115771 w 440268"/>
                <a:gd name="connsiteY51" fmla="*/ 810310 h 1276854"/>
                <a:gd name="connsiteX52" fmla="*/ 124325 w 440268"/>
                <a:gd name="connsiteY52" fmla="*/ 944864 h 1276854"/>
                <a:gd name="connsiteX53" fmla="*/ 126036 w 440268"/>
                <a:gd name="connsiteY53" fmla="*/ 1039983 h 1276854"/>
                <a:gd name="connsiteX54" fmla="*/ 132023 w 440268"/>
                <a:gd name="connsiteY54" fmla="*/ 1083694 h 1276854"/>
                <a:gd name="connsiteX55" fmla="*/ 123469 w 440268"/>
                <a:gd name="connsiteY55" fmla="*/ 1183091 h 1276854"/>
                <a:gd name="connsiteX56" fmla="*/ 143999 w 440268"/>
                <a:gd name="connsiteY56" fmla="*/ 1200199 h 1276854"/>
                <a:gd name="connsiteX57" fmla="*/ 146565 w 440268"/>
                <a:gd name="connsiteY57" fmla="*/ 1232790 h 1276854"/>
                <a:gd name="connsiteX58" fmla="*/ 144854 w 440268"/>
                <a:gd name="connsiteY58" fmla="*/ 1270512 h 1276854"/>
                <a:gd name="connsiteX59" fmla="*/ 224577 w 440268"/>
                <a:gd name="connsiteY59" fmla="*/ 1269657 h 1276854"/>
                <a:gd name="connsiteX60" fmla="*/ 220300 w 440268"/>
                <a:gd name="connsiteY60" fmla="*/ 1233645 h 1276854"/>
                <a:gd name="connsiteX61" fmla="*/ 238263 w 440268"/>
                <a:gd name="connsiteY61" fmla="*/ 1211405 h 1276854"/>
                <a:gd name="connsiteX62" fmla="*/ 241685 w 440268"/>
                <a:gd name="connsiteY62" fmla="*/ 1192586 h 1276854"/>
                <a:gd name="connsiteX63" fmla="*/ 247673 w 440268"/>
                <a:gd name="connsiteY63" fmla="*/ 1117140 h 1276854"/>
                <a:gd name="connsiteX64" fmla="*/ 228854 w 440268"/>
                <a:gd name="connsiteY64" fmla="*/ 1047768 h 1276854"/>
                <a:gd name="connsiteX65" fmla="*/ 240830 w 440268"/>
                <a:gd name="connsiteY65" fmla="*/ 1026383 h 1276854"/>
                <a:gd name="connsiteX66" fmla="*/ 267347 w 440268"/>
                <a:gd name="connsiteY66" fmla="*/ 947515 h 1276854"/>
                <a:gd name="connsiteX67" fmla="*/ 282744 w 440268"/>
                <a:gd name="connsiteY67" fmla="*/ 871214 h 1276854"/>
                <a:gd name="connsiteX68" fmla="*/ 294720 w 440268"/>
                <a:gd name="connsiteY68" fmla="*/ 734949 h 1276854"/>
                <a:gd name="connsiteX69" fmla="*/ 308406 w 440268"/>
                <a:gd name="connsiteY69" fmla="*/ 634697 h 1276854"/>
                <a:gd name="connsiteX70" fmla="*/ 307551 w 440268"/>
                <a:gd name="connsiteY70" fmla="*/ 579610 h 1276854"/>
                <a:gd name="connsiteX71" fmla="*/ 316190 w 440268"/>
                <a:gd name="connsiteY71" fmla="*/ 573536 h 1276854"/>
                <a:gd name="connsiteX72" fmla="*/ 325343 w 440268"/>
                <a:gd name="connsiteY72" fmla="*/ 537011 h 1276854"/>
                <a:gd name="connsiteX73" fmla="*/ 322520 w 440268"/>
                <a:gd name="connsiteY73" fmla="*/ 506131 h 1276854"/>
                <a:gd name="connsiteX74" fmla="*/ 327139 w 440268"/>
                <a:gd name="connsiteY74" fmla="*/ 460966 h 1276854"/>
                <a:gd name="connsiteX75" fmla="*/ 335950 w 440268"/>
                <a:gd name="connsiteY75" fmla="*/ 442661 h 1276854"/>
                <a:gd name="connsiteX76" fmla="*/ 345359 w 440268"/>
                <a:gd name="connsiteY76" fmla="*/ 448392 h 1276854"/>
                <a:gd name="connsiteX77" fmla="*/ 354255 w 440268"/>
                <a:gd name="connsiteY77" fmla="*/ 473797 h 1276854"/>
                <a:gd name="connsiteX78" fmla="*/ 360842 w 440268"/>
                <a:gd name="connsiteY78" fmla="*/ 489195 h 1276854"/>
                <a:gd name="connsiteX79" fmla="*/ 379404 w 440268"/>
                <a:gd name="connsiteY79" fmla="*/ 501170 h 1276854"/>
                <a:gd name="connsiteX80" fmla="*/ 412850 w 440268"/>
                <a:gd name="connsiteY80" fmla="*/ 494583 h 1276854"/>
                <a:gd name="connsiteX81" fmla="*/ 427135 w 440268"/>
                <a:gd name="connsiteY81" fmla="*/ 472856 h 1276854"/>
                <a:gd name="connsiteX82" fmla="*/ 435432 w 440268"/>
                <a:gd name="connsiteY82" fmla="*/ 452583 h 1276854"/>
                <a:gd name="connsiteX83" fmla="*/ 439110 w 440268"/>
                <a:gd name="connsiteY83" fmla="*/ 438897 h 1276854"/>
                <a:gd name="connsiteX84" fmla="*/ 437399 w 440268"/>
                <a:gd name="connsiteY84" fmla="*/ 417170 h 1276854"/>
                <a:gd name="connsiteX85" fmla="*/ 431155 w 440268"/>
                <a:gd name="connsiteY85" fmla="*/ 396299 h 1276854"/>
                <a:gd name="connsiteX86" fmla="*/ 420035 w 440268"/>
                <a:gd name="connsiteY86" fmla="*/ 381757 h 1276854"/>
                <a:gd name="connsiteX87" fmla="*/ 410626 w 440268"/>
                <a:gd name="connsiteY87" fmla="*/ 367215 h 1276854"/>
                <a:gd name="connsiteX88" fmla="*/ 404039 w 440268"/>
                <a:gd name="connsiteY88" fmla="*/ 338645 h 1276854"/>
                <a:gd name="connsiteX89" fmla="*/ 400874 w 440268"/>
                <a:gd name="connsiteY89" fmla="*/ 314095 h 1276854"/>
                <a:gd name="connsiteX90" fmla="*/ 394886 w 440268"/>
                <a:gd name="connsiteY90" fmla="*/ 282360 h 1276854"/>
                <a:gd name="connsiteX91" fmla="*/ 359730 w 440268"/>
                <a:gd name="connsiteY91" fmla="*/ 243782 h 1276854"/>
                <a:gd name="connsiteX92" fmla="*/ 303188 w 440268"/>
                <a:gd name="connsiteY92" fmla="*/ 217179 h 1276854"/>
                <a:gd name="connsiteX93" fmla="*/ 290614 w 440268"/>
                <a:gd name="connsiteY93" fmla="*/ 206914 h 1276854"/>
                <a:gd name="connsiteX94" fmla="*/ 289245 w 440268"/>
                <a:gd name="connsiteY94" fmla="*/ 204348 h 1276854"/>
                <a:gd name="connsiteX95" fmla="*/ 303445 w 440268"/>
                <a:gd name="connsiteY95" fmla="*/ 192372 h 1276854"/>
                <a:gd name="connsiteX96" fmla="*/ 318927 w 440268"/>
                <a:gd name="connsiteY96" fmla="*/ 170132 h 1276854"/>
                <a:gd name="connsiteX97" fmla="*/ 324060 w 440268"/>
                <a:gd name="connsiteY97" fmla="*/ 159440 h 1276854"/>
                <a:gd name="connsiteX98" fmla="*/ 330475 w 440268"/>
                <a:gd name="connsiteY98" fmla="*/ 152596 h 1276854"/>
                <a:gd name="connsiteX99" fmla="*/ 336035 w 440268"/>
                <a:gd name="connsiteY99" fmla="*/ 143615 h 1276854"/>
                <a:gd name="connsiteX100" fmla="*/ 345872 w 440268"/>
                <a:gd name="connsiteY100" fmla="*/ 116157 h 1276854"/>
                <a:gd name="connsiteX101" fmla="*/ 347583 w 440268"/>
                <a:gd name="connsiteY101" fmla="*/ 52772 h 1276854"/>
                <a:gd name="connsiteX102" fmla="*/ 320980 w 440268"/>
                <a:gd name="connsiteY102" fmla="*/ 15049 h 1276854"/>
                <a:gd name="connsiteX103" fmla="*/ 293522 w 440268"/>
                <a:gd name="connsiteY103" fmla="*/ 13338 h 1276854"/>
                <a:gd name="connsiteX104" fmla="*/ 255371 w 440268"/>
                <a:gd name="connsiteY104" fmla="*/ 507 h 1276854"/>
                <a:gd name="connsiteX105" fmla="*/ 196691 w 440268"/>
                <a:gd name="connsiteY105" fmla="*/ 71163 h 1276854"/>
                <a:gd name="connsiteX106" fmla="*/ 194553 w 440268"/>
                <a:gd name="connsiteY106" fmla="*/ 93916 h 1276854"/>
                <a:gd name="connsiteX107" fmla="*/ 191559 w 440268"/>
                <a:gd name="connsiteY107" fmla="*/ 111880 h 1276854"/>
                <a:gd name="connsiteX108" fmla="*/ 194125 w 440268"/>
                <a:gd name="connsiteY108" fmla="*/ 128560 h 1276854"/>
                <a:gd name="connsiteX109" fmla="*/ 199257 w 440268"/>
                <a:gd name="connsiteY109" fmla="*/ 140963 h 1276854"/>
                <a:gd name="connsiteX110" fmla="*/ 209950 w 440268"/>
                <a:gd name="connsiteY110" fmla="*/ 146095 h 1276854"/>
                <a:gd name="connsiteX111" fmla="*/ 205331 w 440268"/>
                <a:gd name="connsiteY111" fmla="*/ 168935 h 1276854"/>
                <a:gd name="connsiteX112" fmla="*/ 189677 w 440268"/>
                <a:gd name="connsiteY112" fmla="*/ 180397 h 1276854"/>
                <a:gd name="connsiteX113" fmla="*/ 181979 w 440268"/>
                <a:gd name="connsiteY113" fmla="*/ 199558 h 1276854"/>
                <a:gd name="connsiteX114" fmla="*/ 175392 w 440268"/>
                <a:gd name="connsiteY114" fmla="*/ 202124 h 1276854"/>
                <a:gd name="connsiteX115" fmla="*/ 146223 w 440268"/>
                <a:gd name="connsiteY115" fmla="*/ 218376 h 1276854"/>
                <a:gd name="connsiteX116" fmla="*/ 70264 w 440268"/>
                <a:gd name="connsiteY116" fmla="*/ 258922 h 1276854"/>
                <a:gd name="connsiteX117" fmla="*/ 64875 w 440268"/>
                <a:gd name="connsiteY117" fmla="*/ 270898 h 1276854"/>
                <a:gd name="connsiteX118" fmla="*/ 52301 w 440268"/>
                <a:gd name="connsiteY118" fmla="*/ 308022 h 1276854"/>
                <a:gd name="connsiteX119" fmla="*/ 48622 w 440268"/>
                <a:gd name="connsiteY119" fmla="*/ 346600 h 1276854"/>
                <a:gd name="connsiteX120" fmla="*/ 38016 w 440268"/>
                <a:gd name="connsiteY120" fmla="*/ 379704 h 1276854"/>
                <a:gd name="connsiteX121" fmla="*/ 28350 w 440268"/>
                <a:gd name="connsiteY121" fmla="*/ 413150 h 1276854"/>
                <a:gd name="connsiteX122" fmla="*/ 19796 w 440268"/>
                <a:gd name="connsiteY122" fmla="*/ 463704 h 1276854"/>
                <a:gd name="connsiteX123" fmla="*/ 14920 w 440268"/>
                <a:gd name="connsiteY123" fmla="*/ 486885 h 1276854"/>
                <a:gd name="connsiteX124" fmla="*/ 16032 w 440268"/>
                <a:gd name="connsiteY124" fmla="*/ 499203 h 1276854"/>
                <a:gd name="connsiteX125" fmla="*/ 16288 w 440268"/>
                <a:gd name="connsiteY125" fmla="*/ 512889 h 1276854"/>
                <a:gd name="connsiteX126" fmla="*/ 10301 w 440268"/>
                <a:gd name="connsiteY126" fmla="*/ 531194 h 1276854"/>
                <a:gd name="connsiteX127" fmla="*/ 9445 w 440268"/>
                <a:gd name="connsiteY127" fmla="*/ 554376 h 1276854"/>
                <a:gd name="connsiteX128" fmla="*/ 4570 w 440268"/>
                <a:gd name="connsiteY128" fmla="*/ 579524 h 1276854"/>
                <a:gd name="connsiteX129" fmla="*/ 9189 w 440268"/>
                <a:gd name="connsiteY129" fmla="*/ 603219 h 1276854"/>
                <a:gd name="connsiteX130" fmla="*/ 12011 w 440268"/>
                <a:gd name="connsiteY130" fmla="*/ 631190 h 1276854"/>
                <a:gd name="connsiteX131" fmla="*/ 11755 w 440268"/>
                <a:gd name="connsiteY131" fmla="*/ 656595 h 1276854"/>
                <a:gd name="connsiteX132" fmla="*/ 14150 w 440268"/>
                <a:gd name="connsiteY132" fmla="*/ 657108 h 1276854"/>
                <a:gd name="connsiteX133" fmla="*/ 9189 w 440268"/>
                <a:gd name="connsiteY133" fmla="*/ 675585 h 1276854"/>
                <a:gd name="connsiteX134" fmla="*/ 4570 w 440268"/>
                <a:gd name="connsiteY134" fmla="*/ 686791 h 1276854"/>
                <a:gd name="connsiteX135" fmla="*/ 3543 w 440268"/>
                <a:gd name="connsiteY135" fmla="*/ 695174 h 1276854"/>
                <a:gd name="connsiteX136" fmla="*/ 5853 w 440268"/>
                <a:gd name="connsiteY136" fmla="*/ 704412 h 1276854"/>
                <a:gd name="connsiteX137" fmla="*/ 9189 w 440268"/>
                <a:gd name="connsiteY137" fmla="*/ 708261 h 1276854"/>
                <a:gd name="connsiteX138" fmla="*/ 12097 w 440268"/>
                <a:gd name="connsiteY138" fmla="*/ 713907 h 1276854"/>
                <a:gd name="connsiteX139" fmla="*/ 12696 w 440268"/>
                <a:gd name="connsiteY139" fmla="*/ 718526 h 1276854"/>
                <a:gd name="connsiteX140" fmla="*/ 15861 w 440268"/>
                <a:gd name="connsiteY140" fmla="*/ 724171 h 1276854"/>
                <a:gd name="connsiteX141" fmla="*/ 15262 w 440268"/>
                <a:gd name="connsiteY141" fmla="*/ 761980 h 1276854"/>
                <a:gd name="connsiteX142" fmla="*/ 11840 w 440268"/>
                <a:gd name="connsiteY142" fmla="*/ 781397 h 1276854"/>
                <a:gd name="connsiteX143" fmla="*/ 11840 w 440268"/>
                <a:gd name="connsiteY143" fmla="*/ 781397 h 1276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</a:cxnLst>
              <a:rect l="l" t="t" r="r" b="b"/>
              <a:pathLst>
                <a:path w="440268" h="1276854">
                  <a:moveTo>
                    <a:pt x="12011" y="781483"/>
                  </a:moveTo>
                  <a:cubicBezTo>
                    <a:pt x="11413" y="786615"/>
                    <a:pt x="2260" y="803210"/>
                    <a:pt x="1747" y="815186"/>
                  </a:cubicBezTo>
                  <a:cubicBezTo>
                    <a:pt x="1148" y="827161"/>
                    <a:pt x="-1076" y="852909"/>
                    <a:pt x="635" y="852310"/>
                  </a:cubicBezTo>
                  <a:cubicBezTo>
                    <a:pt x="2346" y="851711"/>
                    <a:pt x="8077" y="856330"/>
                    <a:pt x="11498" y="859752"/>
                  </a:cubicBezTo>
                  <a:cubicBezTo>
                    <a:pt x="14920" y="863173"/>
                    <a:pt x="17229" y="915181"/>
                    <a:pt x="18940" y="937422"/>
                  </a:cubicBezTo>
                  <a:cubicBezTo>
                    <a:pt x="20651" y="959662"/>
                    <a:pt x="12097" y="994562"/>
                    <a:pt x="22960" y="1004827"/>
                  </a:cubicBezTo>
                  <a:cubicBezTo>
                    <a:pt x="33824" y="1015091"/>
                    <a:pt x="30402" y="1022533"/>
                    <a:pt x="49221" y="1018513"/>
                  </a:cubicBezTo>
                  <a:cubicBezTo>
                    <a:pt x="68040" y="1014493"/>
                    <a:pt x="73771" y="1015690"/>
                    <a:pt x="76081" y="989943"/>
                  </a:cubicBezTo>
                  <a:cubicBezTo>
                    <a:pt x="78390" y="964196"/>
                    <a:pt x="85233" y="927670"/>
                    <a:pt x="86345" y="915096"/>
                  </a:cubicBezTo>
                  <a:cubicBezTo>
                    <a:pt x="87457" y="902521"/>
                    <a:pt x="85747" y="859153"/>
                    <a:pt x="82325" y="823654"/>
                  </a:cubicBezTo>
                  <a:cubicBezTo>
                    <a:pt x="79417" y="793715"/>
                    <a:pt x="72830" y="742905"/>
                    <a:pt x="68468" y="721092"/>
                  </a:cubicBezTo>
                  <a:cubicBezTo>
                    <a:pt x="69409" y="720664"/>
                    <a:pt x="70606" y="718868"/>
                    <a:pt x="71975" y="716901"/>
                  </a:cubicBezTo>
                  <a:cubicBezTo>
                    <a:pt x="73685" y="714420"/>
                    <a:pt x="76850" y="711255"/>
                    <a:pt x="77449" y="708090"/>
                  </a:cubicBezTo>
                  <a:cubicBezTo>
                    <a:pt x="78048" y="704925"/>
                    <a:pt x="76594" y="699622"/>
                    <a:pt x="74883" y="697312"/>
                  </a:cubicBezTo>
                  <a:cubicBezTo>
                    <a:pt x="73172" y="695003"/>
                    <a:pt x="72402" y="694746"/>
                    <a:pt x="71975" y="693035"/>
                  </a:cubicBezTo>
                  <a:cubicBezTo>
                    <a:pt x="71547" y="691324"/>
                    <a:pt x="71547" y="689100"/>
                    <a:pt x="70948" y="688245"/>
                  </a:cubicBezTo>
                  <a:cubicBezTo>
                    <a:pt x="70349" y="687389"/>
                    <a:pt x="68810" y="687817"/>
                    <a:pt x="66586" y="685679"/>
                  </a:cubicBezTo>
                  <a:cubicBezTo>
                    <a:pt x="64447" y="683540"/>
                    <a:pt x="61539" y="673447"/>
                    <a:pt x="59400" y="669255"/>
                  </a:cubicBezTo>
                  <a:cubicBezTo>
                    <a:pt x="57262" y="665064"/>
                    <a:pt x="57775" y="664636"/>
                    <a:pt x="54952" y="661899"/>
                  </a:cubicBezTo>
                  <a:cubicBezTo>
                    <a:pt x="52044" y="659162"/>
                    <a:pt x="51873" y="657707"/>
                    <a:pt x="51445" y="657622"/>
                  </a:cubicBezTo>
                  <a:lnTo>
                    <a:pt x="51017" y="657622"/>
                  </a:lnTo>
                  <a:cubicBezTo>
                    <a:pt x="51017" y="657622"/>
                    <a:pt x="51958" y="657194"/>
                    <a:pt x="51958" y="657194"/>
                  </a:cubicBezTo>
                  <a:cubicBezTo>
                    <a:pt x="51958" y="657194"/>
                    <a:pt x="55123" y="606384"/>
                    <a:pt x="55123" y="603475"/>
                  </a:cubicBezTo>
                  <a:cubicBezTo>
                    <a:pt x="55123" y="600567"/>
                    <a:pt x="51702" y="599711"/>
                    <a:pt x="54781" y="598001"/>
                  </a:cubicBezTo>
                  <a:cubicBezTo>
                    <a:pt x="57946" y="596290"/>
                    <a:pt x="62480" y="595691"/>
                    <a:pt x="65046" y="592270"/>
                  </a:cubicBezTo>
                  <a:cubicBezTo>
                    <a:pt x="67612" y="588848"/>
                    <a:pt x="67612" y="578583"/>
                    <a:pt x="65901" y="571997"/>
                  </a:cubicBezTo>
                  <a:lnTo>
                    <a:pt x="65730" y="571398"/>
                  </a:lnTo>
                  <a:cubicBezTo>
                    <a:pt x="66072" y="569602"/>
                    <a:pt x="63335" y="568147"/>
                    <a:pt x="61881" y="567463"/>
                  </a:cubicBezTo>
                  <a:cubicBezTo>
                    <a:pt x="61710" y="567035"/>
                    <a:pt x="62223" y="566180"/>
                    <a:pt x="64191" y="563956"/>
                  </a:cubicBezTo>
                  <a:cubicBezTo>
                    <a:pt x="69665" y="557712"/>
                    <a:pt x="75909" y="548815"/>
                    <a:pt x="76765" y="544282"/>
                  </a:cubicBezTo>
                  <a:cubicBezTo>
                    <a:pt x="77620" y="539748"/>
                    <a:pt x="74797" y="537695"/>
                    <a:pt x="77022" y="534017"/>
                  </a:cubicBezTo>
                  <a:cubicBezTo>
                    <a:pt x="79331" y="530339"/>
                    <a:pt x="83608" y="518877"/>
                    <a:pt x="83266" y="505789"/>
                  </a:cubicBezTo>
                  <a:cubicBezTo>
                    <a:pt x="83009" y="492616"/>
                    <a:pt x="80956" y="494926"/>
                    <a:pt x="85832" y="481239"/>
                  </a:cubicBezTo>
                  <a:cubicBezTo>
                    <a:pt x="90708" y="467553"/>
                    <a:pt x="92419" y="476107"/>
                    <a:pt x="93274" y="460368"/>
                  </a:cubicBezTo>
                  <a:cubicBezTo>
                    <a:pt x="94129" y="444628"/>
                    <a:pt x="94643" y="450958"/>
                    <a:pt x="98406" y="443516"/>
                  </a:cubicBezTo>
                  <a:cubicBezTo>
                    <a:pt x="102170" y="436074"/>
                    <a:pt x="101315" y="433508"/>
                    <a:pt x="102427" y="426066"/>
                  </a:cubicBezTo>
                  <a:cubicBezTo>
                    <a:pt x="103539" y="418624"/>
                    <a:pt x="102170" y="418624"/>
                    <a:pt x="103881" y="413235"/>
                  </a:cubicBezTo>
                  <a:cubicBezTo>
                    <a:pt x="103881" y="413235"/>
                    <a:pt x="105506" y="411781"/>
                    <a:pt x="107131" y="412637"/>
                  </a:cubicBezTo>
                  <a:cubicBezTo>
                    <a:pt x="107901" y="416229"/>
                    <a:pt x="108757" y="420164"/>
                    <a:pt x="109441" y="423842"/>
                  </a:cubicBezTo>
                  <a:cubicBezTo>
                    <a:pt x="109013" y="427692"/>
                    <a:pt x="108072" y="432311"/>
                    <a:pt x="106704" y="437529"/>
                  </a:cubicBezTo>
                  <a:cubicBezTo>
                    <a:pt x="103795" y="448392"/>
                    <a:pt x="103282" y="463789"/>
                    <a:pt x="100374" y="473541"/>
                  </a:cubicBezTo>
                  <a:cubicBezTo>
                    <a:pt x="97551" y="483207"/>
                    <a:pt x="96097" y="480641"/>
                    <a:pt x="95840" y="487826"/>
                  </a:cubicBezTo>
                  <a:cubicBezTo>
                    <a:pt x="95498" y="495011"/>
                    <a:pt x="96696" y="488424"/>
                    <a:pt x="93274" y="497577"/>
                  </a:cubicBezTo>
                  <a:cubicBezTo>
                    <a:pt x="89852" y="506730"/>
                    <a:pt x="88655" y="503565"/>
                    <a:pt x="87885" y="511862"/>
                  </a:cubicBezTo>
                  <a:cubicBezTo>
                    <a:pt x="87030" y="520160"/>
                    <a:pt x="79331" y="528970"/>
                    <a:pt x="83608" y="534445"/>
                  </a:cubicBezTo>
                  <a:cubicBezTo>
                    <a:pt x="87885" y="539919"/>
                    <a:pt x="85918" y="540433"/>
                    <a:pt x="92419" y="539577"/>
                  </a:cubicBezTo>
                  <a:cubicBezTo>
                    <a:pt x="94728" y="539321"/>
                    <a:pt x="97123" y="539577"/>
                    <a:pt x="99433" y="540176"/>
                  </a:cubicBezTo>
                  <a:lnTo>
                    <a:pt x="98663" y="540433"/>
                  </a:lnTo>
                  <a:cubicBezTo>
                    <a:pt x="98663" y="540433"/>
                    <a:pt x="96097" y="553264"/>
                    <a:pt x="91820" y="571312"/>
                  </a:cubicBezTo>
                  <a:cubicBezTo>
                    <a:pt x="87543" y="589276"/>
                    <a:pt x="78133" y="603903"/>
                    <a:pt x="82410" y="638119"/>
                  </a:cubicBezTo>
                  <a:cubicBezTo>
                    <a:pt x="86687" y="672420"/>
                    <a:pt x="91820" y="716131"/>
                    <a:pt x="101229" y="737516"/>
                  </a:cubicBezTo>
                  <a:cubicBezTo>
                    <a:pt x="110638" y="758901"/>
                    <a:pt x="111494" y="770106"/>
                    <a:pt x="115771" y="810310"/>
                  </a:cubicBezTo>
                  <a:cubicBezTo>
                    <a:pt x="120048" y="850599"/>
                    <a:pt x="121759" y="902864"/>
                    <a:pt x="124325" y="944864"/>
                  </a:cubicBezTo>
                  <a:cubicBezTo>
                    <a:pt x="126891" y="986863"/>
                    <a:pt x="121759" y="1022876"/>
                    <a:pt x="126036" y="1039983"/>
                  </a:cubicBezTo>
                  <a:cubicBezTo>
                    <a:pt x="130313" y="1057091"/>
                    <a:pt x="139722" y="1058802"/>
                    <a:pt x="132023" y="1083694"/>
                  </a:cubicBezTo>
                  <a:cubicBezTo>
                    <a:pt x="124325" y="1108586"/>
                    <a:pt x="120903" y="1171971"/>
                    <a:pt x="123469" y="1183091"/>
                  </a:cubicBezTo>
                  <a:cubicBezTo>
                    <a:pt x="126036" y="1194211"/>
                    <a:pt x="138011" y="1191645"/>
                    <a:pt x="143999" y="1200199"/>
                  </a:cubicBezTo>
                  <a:cubicBezTo>
                    <a:pt x="149987" y="1208753"/>
                    <a:pt x="149131" y="1216452"/>
                    <a:pt x="146565" y="1232790"/>
                  </a:cubicBezTo>
                  <a:cubicBezTo>
                    <a:pt x="143999" y="1249042"/>
                    <a:pt x="126036" y="1263584"/>
                    <a:pt x="144854" y="1270512"/>
                  </a:cubicBezTo>
                  <a:cubicBezTo>
                    <a:pt x="163759" y="1277356"/>
                    <a:pt x="212602" y="1280777"/>
                    <a:pt x="224577" y="1269657"/>
                  </a:cubicBezTo>
                  <a:cubicBezTo>
                    <a:pt x="236553" y="1258537"/>
                    <a:pt x="213457" y="1247417"/>
                    <a:pt x="220300" y="1233645"/>
                  </a:cubicBezTo>
                  <a:cubicBezTo>
                    <a:pt x="227143" y="1219959"/>
                    <a:pt x="234842" y="1215682"/>
                    <a:pt x="238263" y="1211405"/>
                  </a:cubicBezTo>
                  <a:cubicBezTo>
                    <a:pt x="241685" y="1207128"/>
                    <a:pt x="238263" y="1207983"/>
                    <a:pt x="241685" y="1192586"/>
                  </a:cubicBezTo>
                  <a:cubicBezTo>
                    <a:pt x="245107" y="1177103"/>
                    <a:pt x="248528" y="1138610"/>
                    <a:pt x="247673" y="1117140"/>
                  </a:cubicBezTo>
                  <a:cubicBezTo>
                    <a:pt x="246817" y="1095755"/>
                    <a:pt x="223722" y="1060598"/>
                    <a:pt x="228854" y="1047768"/>
                  </a:cubicBezTo>
                  <a:cubicBezTo>
                    <a:pt x="233986" y="1034937"/>
                    <a:pt x="234842" y="1038358"/>
                    <a:pt x="240830" y="1026383"/>
                  </a:cubicBezTo>
                  <a:cubicBezTo>
                    <a:pt x="246817" y="1014407"/>
                    <a:pt x="257082" y="970696"/>
                    <a:pt x="267347" y="947515"/>
                  </a:cubicBezTo>
                  <a:cubicBezTo>
                    <a:pt x="277612" y="924334"/>
                    <a:pt x="281889" y="896961"/>
                    <a:pt x="282744" y="871214"/>
                  </a:cubicBezTo>
                  <a:cubicBezTo>
                    <a:pt x="283599" y="845467"/>
                    <a:pt x="293009" y="755565"/>
                    <a:pt x="294720" y="734949"/>
                  </a:cubicBezTo>
                  <a:cubicBezTo>
                    <a:pt x="296430" y="714334"/>
                    <a:pt x="309261" y="662070"/>
                    <a:pt x="308406" y="634697"/>
                  </a:cubicBezTo>
                  <a:cubicBezTo>
                    <a:pt x="307551" y="607667"/>
                    <a:pt x="306695" y="586795"/>
                    <a:pt x="307551" y="579610"/>
                  </a:cubicBezTo>
                  <a:cubicBezTo>
                    <a:pt x="311058" y="577642"/>
                    <a:pt x="314051" y="575589"/>
                    <a:pt x="316190" y="573536"/>
                  </a:cubicBezTo>
                  <a:cubicBezTo>
                    <a:pt x="333041" y="557284"/>
                    <a:pt x="327909" y="556942"/>
                    <a:pt x="325343" y="537011"/>
                  </a:cubicBezTo>
                  <a:cubicBezTo>
                    <a:pt x="322777" y="516995"/>
                    <a:pt x="317302" y="530681"/>
                    <a:pt x="322520" y="506131"/>
                  </a:cubicBezTo>
                  <a:cubicBezTo>
                    <a:pt x="327652" y="481581"/>
                    <a:pt x="328764" y="472685"/>
                    <a:pt x="327139" y="460966"/>
                  </a:cubicBezTo>
                  <a:cubicBezTo>
                    <a:pt x="325428" y="449247"/>
                    <a:pt x="336292" y="448135"/>
                    <a:pt x="335950" y="442661"/>
                  </a:cubicBezTo>
                  <a:cubicBezTo>
                    <a:pt x="335950" y="442661"/>
                    <a:pt x="341424" y="438983"/>
                    <a:pt x="345359" y="448392"/>
                  </a:cubicBezTo>
                  <a:cubicBezTo>
                    <a:pt x="349379" y="457801"/>
                    <a:pt x="350491" y="463276"/>
                    <a:pt x="354255" y="473797"/>
                  </a:cubicBezTo>
                  <a:cubicBezTo>
                    <a:pt x="357933" y="484319"/>
                    <a:pt x="349379" y="478930"/>
                    <a:pt x="360842" y="489195"/>
                  </a:cubicBezTo>
                  <a:cubicBezTo>
                    <a:pt x="372218" y="499459"/>
                    <a:pt x="371705" y="500657"/>
                    <a:pt x="379404" y="501170"/>
                  </a:cubicBezTo>
                  <a:cubicBezTo>
                    <a:pt x="387102" y="501769"/>
                    <a:pt x="401986" y="500913"/>
                    <a:pt x="412850" y="494583"/>
                  </a:cubicBezTo>
                  <a:cubicBezTo>
                    <a:pt x="423713" y="488339"/>
                    <a:pt x="423970" y="482864"/>
                    <a:pt x="427135" y="472856"/>
                  </a:cubicBezTo>
                  <a:cubicBezTo>
                    <a:pt x="430300" y="462848"/>
                    <a:pt x="431412" y="459427"/>
                    <a:pt x="435432" y="452583"/>
                  </a:cubicBezTo>
                  <a:cubicBezTo>
                    <a:pt x="439452" y="445740"/>
                    <a:pt x="439452" y="445997"/>
                    <a:pt x="439110" y="438897"/>
                  </a:cubicBezTo>
                  <a:cubicBezTo>
                    <a:pt x="438768" y="431712"/>
                    <a:pt x="442874" y="427777"/>
                    <a:pt x="437399" y="417170"/>
                  </a:cubicBezTo>
                  <a:cubicBezTo>
                    <a:pt x="432011" y="406649"/>
                    <a:pt x="437656" y="404596"/>
                    <a:pt x="431155" y="396299"/>
                  </a:cubicBezTo>
                  <a:cubicBezTo>
                    <a:pt x="424569" y="388001"/>
                    <a:pt x="428589" y="394588"/>
                    <a:pt x="420035" y="381757"/>
                  </a:cubicBezTo>
                  <a:cubicBezTo>
                    <a:pt x="411481" y="368926"/>
                    <a:pt x="414646" y="379447"/>
                    <a:pt x="410626" y="367215"/>
                  </a:cubicBezTo>
                  <a:cubicBezTo>
                    <a:pt x="406605" y="354983"/>
                    <a:pt x="406092" y="356351"/>
                    <a:pt x="404039" y="338645"/>
                  </a:cubicBezTo>
                  <a:cubicBezTo>
                    <a:pt x="402072" y="320938"/>
                    <a:pt x="403184" y="325215"/>
                    <a:pt x="400874" y="314095"/>
                  </a:cubicBezTo>
                  <a:cubicBezTo>
                    <a:pt x="398565" y="302975"/>
                    <a:pt x="406006" y="300409"/>
                    <a:pt x="394886" y="282360"/>
                  </a:cubicBezTo>
                  <a:cubicBezTo>
                    <a:pt x="383766" y="264396"/>
                    <a:pt x="377436" y="252934"/>
                    <a:pt x="359730" y="243782"/>
                  </a:cubicBezTo>
                  <a:cubicBezTo>
                    <a:pt x="342023" y="234629"/>
                    <a:pt x="308577" y="221199"/>
                    <a:pt x="303188" y="217179"/>
                  </a:cubicBezTo>
                  <a:cubicBezTo>
                    <a:pt x="297799" y="213158"/>
                    <a:pt x="291469" y="208026"/>
                    <a:pt x="290614" y="206914"/>
                  </a:cubicBezTo>
                  <a:lnTo>
                    <a:pt x="289245" y="204348"/>
                  </a:lnTo>
                  <a:cubicBezTo>
                    <a:pt x="294377" y="200156"/>
                    <a:pt x="300109" y="195452"/>
                    <a:pt x="303445" y="192372"/>
                  </a:cubicBezTo>
                  <a:cubicBezTo>
                    <a:pt x="309432" y="186812"/>
                    <a:pt x="312426" y="183818"/>
                    <a:pt x="318927" y="170132"/>
                  </a:cubicBezTo>
                  <a:cubicBezTo>
                    <a:pt x="325343" y="156446"/>
                    <a:pt x="324060" y="159440"/>
                    <a:pt x="324060" y="159440"/>
                  </a:cubicBezTo>
                  <a:cubicBezTo>
                    <a:pt x="324060" y="159440"/>
                    <a:pt x="327909" y="154735"/>
                    <a:pt x="330475" y="152596"/>
                  </a:cubicBezTo>
                  <a:cubicBezTo>
                    <a:pt x="333041" y="150458"/>
                    <a:pt x="335180" y="147892"/>
                    <a:pt x="336035" y="143615"/>
                  </a:cubicBezTo>
                  <a:cubicBezTo>
                    <a:pt x="336891" y="139338"/>
                    <a:pt x="342023" y="129073"/>
                    <a:pt x="345872" y="116157"/>
                  </a:cubicBezTo>
                  <a:cubicBezTo>
                    <a:pt x="349721" y="103326"/>
                    <a:pt x="359986" y="73729"/>
                    <a:pt x="347583" y="52772"/>
                  </a:cubicBezTo>
                  <a:cubicBezTo>
                    <a:pt x="335180" y="31729"/>
                    <a:pt x="332186" y="20181"/>
                    <a:pt x="320980" y="15049"/>
                  </a:cubicBezTo>
                  <a:cubicBezTo>
                    <a:pt x="309860" y="9916"/>
                    <a:pt x="302589" y="20181"/>
                    <a:pt x="293522" y="13338"/>
                  </a:cubicBezTo>
                  <a:cubicBezTo>
                    <a:pt x="287278" y="8548"/>
                    <a:pt x="274276" y="-2487"/>
                    <a:pt x="255371" y="507"/>
                  </a:cubicBezTo>
                  <a:cubicBezTo>
                    <a:pt x="236553" y="3501"/>
                    <a:pt x="198402" y="29676"/>
                    <a:pt x="196691" y="71163"/>
                  </a:cubicBezTo>
                  <a:cubicBezTo>
                    <a:pt x="196691" y="71163"/>
                    <a:pt x="194553" y="86988"/>
                    <a:pt x="194553" y="93916"/>
                  </a:cubicBezTo>
                  <a:cubicBezTo>
                    <a:pt x="194553" y="100845"/>
                    <a:pt x="190703" y="105892"/>
                    <a:pt x="191559" y="111880"/>
                  </a:cubicBezTo>
                  <a:cubicBezTo>
                    <a:pt x="192414" y="117867"/>
                    <a:pt x="191559" y="125566"/>
                    <a:pt x="194125" y="128560"/>
                  </a:cubicBezTo>
                  <a:cubicBezTo>
                    <a:pt x="196691" y="131554"/>
                    <a:pt x="194980" y="138397"/>
                    <a:pt x="199257" y="140963"/>
                  </a:cubicBezTo>
                  <a:cubicBezTo>
                    <a:pt x="203534" y="143529"/>
                    <a:pt x="208239" y="146523"/>
                    <a:pt x="209950" y="146095"/>
                  </a:cubicBezTo>
                  <a:cubicBezTo>
                    <a:pt x="211661" y="145668"/>
                    <a:pt x="207042" y="162348"/>
                    <a:pt x="205331" y="168935"/>
                  </a:cubicBezTo>
                  <a:cubicBezTo>
                    <a:pt x="201225" y="170731"/>
                    <a:pt x="192072" y="175093"/>
                    <a:pt x="189677" y="180397"/>
                  </a:cubicBezTo>
                  <a:cubicBezTo>
                    <a:pt x="186512" y="187240"/>
                    <a:pt x="181979" y="196649"/>
                    <a:pt x="181979" y="199558"/>
                  </a:cubicBezTo>
                  <a:cubicBezTo>
                    <a:pt x="181979" y="202466"/>
                    <a:pt x="178300" y="200670"/>
                    <a:pt x="175392" y="202124"/>
                  </a:cubicBezTo>
                  <a:cubicBezTo>
                    <a:pt x="172484" y="203578"/>
                    <a:pt x="161962" y="211875"/>
                    <a:pt x="146223" y="218376"/>
                  </a:cubicBezTo>
                  <a:cubicBezTo>
                    <a:pt x="130484" y="224963"/>
                    <a:pt x="76252" y="253191"/>
                    <a:pt x="70264" y="258922"/>
                  </a:cubicBezTo>
                  <a:cubicBezTo>
                    <a:pt x="64276" y="264653"/>
                    <a:pt x="66243" y="268331"/>
                    <a:pt x="64875" y="270898"/>
                  </a:cubicBezTo>
                  <a:cubicBezTo>
                    <a:pt x="63421" y="273464"/>
                    <a:pt x="54268" y="299724"/>
                    <a:pt x="52301" y="308022"/>
                  </a:cubicBezTo>
                  <a:cubicBezTo>
                    <a:pt x="50333" y="316319"/>
                    <a:pt x="51189" y="338559"/>
                    <a:pt x="48622" y="346600"/>
                  </a:cubicBezTo>
                  <a:cubicBezTo>
                    <a:pt x="46056" y="354641"/>
                    <a:pt x="42378" y="368327"/>
                    <a:pt x="38016" y="379704"/>
                  </a:cubicBezTo>
                  <a:cubicBezTo>
                    <a:pt x="33739" y="391166"/>
                    <a:pt x="28863" y="405965"/>
                    <a:pt x="28350" y="413150"/>
                  </a:cubicBezTo>
                  <a:cubicBezTo>
                    <a:pt x="27751" y="420335"/>
                    <a:pt x="21763" y="457117"/>
                    <a:pt x="19796" y="463704"/>
                  </a:cubicBezTo>
                  <a:cubicBezTo>
                    <a:pt x="17828" y="470290"/>
                    <a:pt x="14064" y="480812"/>
                    <a:pt x="14920" y="486885"/>
                  </a:cubicBezTo>
                  <a:cubicBezTo>
                    <a:pt x="14920" y="486885"/>
                    <a:pt x="12354" y="492274"/>
                    <a:pt x="16032" y="499203"/>
                  </a:cubicBezTo>
                  <a:cubicBezTo>
                    <a:pt x="19710" y="506046"/>
                    <a:pt x="18598" y="506388"/>
                    <a:pt x="16288" y="512889"/>
                  </a:cubicBezTo>
                  <a:cubicBezTo>
                    <a:pt x="13979" y="519475"/>
                    <a:pt x="10557" y="521186"/>
                    <a:pt x="10301" y="531194"/>
                  </a:cubicBezTo>
                  <a:cubicBezTo>
                    <a:pt x="10044" y="541202"/>
                    <a:pt x="10899" y="546078"/>
                    <a:pt x="9445" y="554376"/>
                  </a:cubicBezTo>
                  <a:cubicBezTo>
                    <a:pt x="7991" y="562673"/>
                    <a:pt x="3115" y="568661"/>
                    <a:pt x="4570" y="579524"/>
                  </a:cubicBezTo>
                  <a:cubicBezTo>
                    <a:pt x="6024" y="590388"/>
                    <a:pt x="7392" y="594921"/>
                    <a:pt x="9189" y="603219"/>
                  </a:cubicBezTo>
                  <a:cubicBezTo>
                    <a:pt x="10899" y="611516"/>
                    <a:pt x="13209" y="611773"/>
                    <a:pt x="12011" y="631190"/>
                  </a:cubicBezTo>
                  <a:cubicBezTo>
                    <a:pt x="10899" y="650608"/>
                    <a:pt x="11755" y="656595"/>
                    <a:pt x="11755" y="656595"/>
                  </a:cubicBezTo>
                  <a:cubicBezTo>
                    <a:pt x="11755" y="656595"/>
                    <a:pt x="12696" y="656766"/>
                    <a:pt x="14150" y="657108"/>
                  </a:cubicBezTo>
                  <a:cubicBezTo>
                    <a:pt x="13808" y="658306"/>
                    <a:pt x="9873" y="671736"/>
                    <a:pt x="9189" y="675585"/>
                  </a:cubicBezTo>
                  <a:cubicBezTo>
                    <a:pt x="8504" y="679605"/>
                    <a:pt x="5682" y="682685"/>
                    <a:pt x="4570" y="686791"/>
                  </a:cubicBezTo>
                  <a:cubicBezTo>
                    <a:pt x="3457" y="690982"/>
                    <a:pt x="1832" y="692864"/>
                    <a:pt x="3543" y="695174"/>
                  </a:cubicBezTo>
                  <a:cubicBezTo>
                    <a:pt x="5254" y="697483"/>
                    <a:pt x="4398" y="702102"/>
                    <a:pt x="5853" y="704412"/>
                  </a:cubicBezTo>
                  <a:cubicBezTo>
                    <a:pt x="7307" y="706722"/>
                    <a:pt x="7478" y="706550"/>
                    <a:pt x="9189" y="708261"/>
                  </a:cubicBezTo>
                  <a:cubicBezTo>
                    <a:pt x="10899" y="709972"/>
                    <a:pt x="11327" y="710998"/>
                    <a:pt x="12097" y="713907"/>
                  </a:cubicBezTo>
                  <a:cubicBezTo>
                    <a:pt x="12781" y="716815"/>
                    <a:pt x="10814" y="716216"/>
                    <a:pt x="12696" y="718526"/>
                  </a:cubicBezTo>
                  <a:cubicBezTo>
                    <a:pt x="14578" y="720835"/>
                    <a:pt x="15176" y="721263"/>
                    <a:pt x="15861" y="724171"/>
                  </a:cubicBezTo>
                  <a:cubicBezTo>
                    <a:pt x="15861" y="724171"/>
                    <a:pt x="15262" y="752913"/>
                    <a:pt x="15262" y="761980"/>
                  </a:cubicBezTo>
                  <a:cubicBezTo>
                    <a:pt x="15262" y="771047"/>
                    <a:pt x="12439" y="776265"/>
                    <a:pt x="11840" y="781397"/>
                  </a:cubicBezTo>
                  <a:lnTo>
                    <a:pt x="11840" y="781397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F7F1CDF9-E3AA-29C4-EBE2-D2FAA9EDD30B}"/>
                </a:ext>
              </a:extLst>
            </p:cNvPr>
            <p:cNvSpPr/>
            <p:nvPr/>
          </p:nvSpPr>
          <p:spPr>
            <a:xfrm>
              <a:off x="-5202413" y="2626945"/>
              <a:ext cx="384590" cy="1235218"/>
            </a:xfrm>
            <a:custGeom>
              <a:avLst/>
              <a:gdLst>
                <a:gd name="connsiteX0" fmla="*/ 112570 w 384590"/>
                <a:gd name="connsiteY0" fmla="*/ 189730 h 1235218"/>
                <a:gd name="connsiteX1" fmla="*/ 112485 w 384590"/>
                <a:gd name="connsiteY1" fmla="*/ 189730 h 1235218"/>
                <a:gd name="connsiteX2" fmla="*/ 112570 w 384590"/>
                <a:gd name="connsiteY2" fmla="*/ 189730 h 1235218"/>
                <a:gd name="connsiteX3" fmla="*/ 112570 w 384590"/>
                <a:gd name="connsiteY3" fmla="*/ 189730 h 1235218"/>
                <a:gd name="connsiteX4" fmla="*/ 201531 w 384590"/>
                <a:gd name="connsiteY4" fmla="*/ 876270 h 1235218"/>
                <a:gd name="connsiteX5" fmla="*/ 203755 w 384590"/>
                <a:gd name="connsiteY5" fmla="*/ 814425 h 1235218"/>
                <a:gd name="connsiteX6" fmla="*/ 204097 w 384590"/>
                <a:gd name="connsiteY6" fmla="*/ 803305 h 1235218"/>
                <a:gd name="connsiteX7" fmla="*/ 210342 w 384590"/>
                <a:gd name="connsiteY7" fmla="*/ 804331 h 1235218"/>
                <a:gd name="connsiteX8" fmla="*/ 210000 w 384590"/>
                <a:gd name="connsiteY8" fmla="*/ 808779 h 1235218"/>
                <a:gd name="connsiteX9" fmla="*/ 207091 w 384590"/>
                <a:gd name="connsiteY9" fmla="*/ 842568 h 1235218"/>
                <a:gd name="connsiteX10" fmla="*/ 208203 w 384590"/>
                <a:gd name="connsiteY10" fmla="*/ 880205 h 1235218"/>
                <a:gd name="connsiteX11" fmla="*/ 205979 w 384590"/>
                <a:gd name="connsiteY11" fmla="*/ 897655 h 1235218"/>
                <a:gd name="connsiteX12" fmla="*/ 202044 w 384590"/>
                <a:gd name="connsiteY12" fmla="*/ 903300 h 1235218"/>
                <a:gd name="connsiteX13" fmla="*/ 201446 w 384590"/>
                <a:gd name="connsiteY13" fmla="*/ 876356 h 1235218"/>
                <a:gd name="connsiteX14" fmla="*/ 201446 w 384590"/>
                <a:gd name="connsiteY14" fmla="*/ 876356 h 1235218"/>
                <a:gd name="connsiteX15" fmla="*/ 6501 w 384590"/>
                <a:gd name="connsiteY15" fmla="*/ 691334 h 1235218"/>
                <a:gd name="connsiteX16" fmla="*/ 15483 w 384590"/>
                <a:gd name="connsiteY16" fmla="*/ 704849 h 1235218"/>
                <a:gd name="connsiteX17" fmla="*/ 24464 w 384590"/>
                <a:gd name="connsiteY17" fmla="*/ 713830 h 1235218"/>
                <a:gd name="connsiteX18" fmla="*/ 49784 w 384590"/>
                <a:gd name="connsiteY18" fmla="*/ 723924 h 1235218"/>
                <a:gd name="connsiteX19" fmla="*/ 49784 w 384590"/>
                <a:gd name="connsiteY19" fmla="*/ 716055 h 1235218"/>
                <a:gd name="connsiteX20" fmla="*/ 51495 w 384590"/>
                <a:gd name="connsiteY20" fmla="*/ 711521 h 1235218"/>
                <a:gd name="connsiteX21" fmla="*/ 40204 w 384590"/>
                <a:gd name="connsiteY21" fmla="*/ 707073 h 1235218"/>
                <a:gd name="connsiteX22" fmla="*/ 47560 w 384590"/>
                <a:gd name="connsiteY22" fmla="*/ 700743 h 1235218"/>
                <a:gd name="connsiteX23" fmla="*/ 35670 w 384590"/>
                <a:gd name="connsiteY23" fmla="*/ 696894 h 1235218"/>
                <a:gd name="connsiteX24" fmla="*/ 31136 w 384590"/>
                <a:gd name="connsiteY24" fmla="*/ 683378 h 1235218"/>
                <a:gd name="connsiteX25" fmla="*/ 36782 w 384590"/>
                <a:gd name="connsiteY25" fmla="*/ 666527 h 1235218"/>
                <a:gd name="connsiteX26" fmla="*/ 40118 w 384590"/>
                <a:gd name="connsiteY26" fmla="*/ 683977 h 1235218"/>
                <a:gd name="connsiteX27" fmla="*/ 49698 w 384590"/>
                <a:gd name="connsiteY27" fmla="*/ 700315 h 1235218"/>
                <a:gd name="connsiteX28" fmla="*/ 55857 w 384590"/>
                <a:gd name="connsiteY28" fmla="*/ 696979 h 1235218"/>
                <a:gd name="connsiteX29" fmla="*/ 50212 w 384590"/>
                <a:gd name="connsiteY29" fmla="*/ 672857 h 1235218"/>
                <a:gd name="connsiteX30" fmla="*/ 49100 w 384590"/>
                <a:gd name="connsiteY30" fmla="*/ 654295 h 1235218"/>
                <a:gd name="connsiteX31" fmla="*/ 44566 w 384590"/>
                <a:gd name="connsiteY31" fmla="*/ 635733 h 1235218"/>
                <a:gd name="connsiteX32" fmla="*/ 33360 w 384590"/>
                <a:gd name="connsiteY32" fmla="*/ 587916 h 1235218"/>
                <a:gd name="connsiteX33" fmla="*/ 57483 w 384590"/>
                <a:gd name="connsiteY33" fmla="*/ 496902 h 1235218"/>
                <a:gd name="connsiteX34" fmla="*/ 77755 w 384590"/>
                <a:gd name="connsiteY34" fmla="*/ 408112 h 1235218"/>
                <a:gd name="connsiteX35" fmla="*/ 81263 w 384590"/>
                <a:gd name="connsiteY35" fmla="*/ 349689 h 1235218"/>
                <a:gd name="connsiteX36" fmla="*/ 81519 w 384590"/>
                <a:gd name="connsiteY36" fmla="*/ 357045 h 1235218"/>
                <a:gd name="connsiteX37" fmla="*/ 81348 w 384590"/>
                <a:gd name="connsiteY37" fmla="*/ 366369 h 1235218"/>
                <a:gd name="connsiteX38" fmla="*/ 81177 w 384590"/>
                <a:gd name="connsiteY38" fmla="*/ 377831 h 1235218"/>
                <a:gd name="connsiteX39" fmla="*/ 85368 w 384590"/>
                <a:gd name="connsiteY39" fmla="*/ 412389 h 1235218"/>
                <a:gd name="connsiteX40" fmla="*/ 93837 w 384590"/>
                <a:gd name="connsiteY40" fmla="*/ 432576 h 1235218"/>
                <a:gd name="connsiteX41" fmla="*/ 93837 w 384590"/>
                <a:gd name="connsiteY41" fmla="*/ 433261 h 1235218"/>
                <a:gd name="connsiteX42" fmla="*/ 93238 w 384590"/>
                <a:gd name="connsiteY42" fmla="*/ 436255 h 1235218"/>
                <a:gd name="connsiteX43" fmla="*/ 76986 w 384590"/>
                <a:gd name="connsiteY43" fmla="*/ 482361 h 1235218"/>
                <a:gd name="connsiteX44" fmla="*/ 80065 w 384590"/>
                <a:gd name="connsiteY44" fmla="*/ 483473 h 1235218"/>
                <a:gd name="connsiteX45" fmla="*/ 72195 w 384590"/>
                <a:gd name="connsiteY45" fmla="*/ 494165 h 1235218"/>
                <a:gd name="connsiteX46" fmla="*/ 53633 w 384590"/>
                <a:gd name="connsiteY46" fmla="*/ 599293 h 1235218"/>
                <a:gd name="connsiteX47" fmla="*/ 68261 w 384590"/>
                <a:gd name="connsiteY47" fmla="*/ 682438 h 1235218"/>
                <a:gd name="connsiteX48" fmla="*/ 90159 w 384590"/>
                <a:gd name="connsiteY48" fmla="*/ 794836 h 1235218"/>
                <a:gd name="connsiteX49" fmla="*/ 113169 w 384590"/>
                <a:gd name="connsiteY49" fmla="*/ 796462 h 1235218"/>
                <a:gd name="connsiteX50" fmla="*/ 122236 w 384590"/>
                <a:gd name="connsiteY50" fmla="*/ 830250 h 1235218"/>
                <a:gd name="connsiteX51" fmla="*/ 126770 w 384590"/>
                <a:gd name="connsiteY51" fmla="*/ 884739 h 1235218"/>
                <a:gd name="connsiteX52" fmla="*/ 132330 w 384590"/>
                <a:gd name="connsiteY52" fmla="*/ 987643 h 1235218"/>
                <a:gd name="connsiteX53" fmla="*/ 139686 w 384590"/>
                <a:gd name="connsiteY53" fmla="*/ 1019121 h 1235218"/>
                <a:gd name="connsiteX54" fmla="*/ 137462 w 384590"/>
                <a:gd name="connsiteY54" fmla="*/ 1033748 h 1235218"/>
                <a:gd name="connsiteX55" fmla="*/ 150977 w 384590"/>
                <a:gd name="connsiteY55" fmla="*/ 1079255 h 1235218"/>
                <a:gd name="connsiteX56" fmla="*/ 144818 w 384590"/>
                <a:gd name="connsiteY56" fmla="*/ 1119716 h 1235218"/>
                <a:gd name="connsiteX57" fmla="*/ 150464 w 384590"/>
                <a:gd name="connsiteY57" fmla="*/ 1153418 h 1235218"/>
                <a:gd name="connsiteX58" fmla="*/ 168427 w 384590"/>
                <a:gd name="connsiteY58" fmla="*/ 1179251 h 1235218"/>
                <a:gd name="connsiteX59" fmla="*/ 174586 w 384590"/>
                <a:gd name="connsiteY59" fmla="*/ 1201149 h 1235218"/>
                <a:gd name="connsiteX60" fmla="*/ 176810 w 384590"/>
                <a:gd name="connsiteY60" fmla="*/ 1221935 h 1235218"/>
                <a:gd name="connsiteX61" fmla="*/ 241478 w 384590"/>
                <a:gd name="connsiteY61" fmla="*/ 1234339 h 1235218"/>
                <a:gd name="connsiteX62" fmla="*/ 252170 w 384590"/>
                <a:gd name="connsiteY62" fmla="*/ 1223646 h 1235218"/>
                <a:gd name="connsiteX63" fmla="*/ 236431 w 384590"/>
                <a:gd name="connsiteY63" fmla="*/ 1187634 h 1235218"/>
                <a:gd name="connsiteX64" fmla="*/ 229674 w 384590"/>
                <a:gd name="connsiteY64" fmla="*/ 1161202 h 1235218"/>
                <a:gd name="connsiteX65" fmla="*/ 222403 w 384590"/>
                <a:gd name="connsiteY65" fmla="*/ 1144950 h 1235218"/>
                <a:gd name="connsiteX66" fmla="*/ 215132 w 384590"/>
                <a:gd name="connsiteY66" fmla="*/ 1115695 h 1235218"/>
                <a:gd name="connsiteX67" fmla="*/ 203926 w 384590"/>
                <a:gd name="connsiteY67" fmla="*/ 1047691 h 1235218"/>
                <a:gd name="connsiteX68" fmla="*/ 209572 w 384590"/>
                <a:gd name="connsiteY68" fmla="*/ 1029728 h 1235218"/>
                <a:gd name="connsiteX69" fmla="*/ 253967 w 384590"/>
                <a:gd name="connsiteY69" fmla="*/ 968995 h 1235218"/>
                <a:gd name="connsiteX70" fmla="*/ 276464 w 384590"/>
                <a:gd name="connsiteY70" fmla="*/ 918954 h 1235218"/>
                <a:gd name="connsiteX71" fmla="*/ 280399 w 384590"/>
                <a:gd name="connsiteY71" fmla="*/ 899280 h 1235218"/>
                <a:gd name="connsiteX72" fmla="*/ 293914 w 384590"/>
                <a:gd name="connsiteY72" fmla="*/ 842482 h 1235218"/>
                <a:gd name="connsiteX73" fmla="*/ 300073 w 384590"/>
                <a:gd name="connsiteY73" fmla="*/ 809293 h 1235218"/>
                <a:gd name="connsiteX74" fmla="*/ 298533 w 384590"/>
                <a:gd name="connsiteY74" fmla="*/ 809122 h 1235218"/>
                <a:gd name="connsiteX75" fmla="*/ 314358 w 384590"/>
                <a:gd name="connsiteY75" fmla="*/ 809720 h 1235218"/>
                <a:gd name="connsiteX76" fmla="*/ 315726 w 384590"/>
                <a:gd name="connsiteY76" fmla="*/ 809720 h 1235218"/>
                <a:gd name="connsiteX77" fmla="*/ 315042 w 384590"/>
                <a:gd name="connsiteY77" fmla="*/ 809720 h 1235218"/>
                <a:gd name="connsiteX78" fmla="*/ 317950 w 384590"/>
                <a:gd name="connsiteY78" fmla="*/ 809293 h 1235218"/>
                <a:gd name="connsiteX79" fmla="*/ 316240 w 384590"/>
                <a:gd name="connsiteY79" fmla="*/ 680043 h 1235218"/>
                <a:gd name="connsiteX80" fmla="*/ 321885 w 384590"/>
                <a:gd name="connsiteY80" fmla="*/ 624955 h 1235218"/>
                <a:gd name="connsiteX81" fmla="*/ 327189 w 384590"/>
                <a:gd name="connsiteY81" fmla="*/ 611012 h 1235218"/>
                <a:gd name="connsiteX82" fmla="*/ 328044 w 384590"/>
                <a:gd name="connsiteY82" fmla="*/ 605880 h 1235218"/>
                <a:gd name="connsiteX83" fmla="*/ 328643 w 384590"/>
                <a:gd name="connsiteY83" fmla="*/ 587318 h 1235218"/>
                <a:gd name="connsiteX84" fmla="*/ 315128 w 384590"/>
                <a:gd name="connsiteY84" fmla="*/ 528894 h 1235218"/>
                <a:gd name="connsiteX85" fmla="*/ 293229 w 384590"/>
                <a:gd name="connsiteY85" fmla="*/ 487835 h 1235218"/>
                <a:gd name="connsiteX86" fmla="*/ 292545 w 384590"/>
                <a:gd name="connsiteY86" fmla="*/ 487493 h 1235218"/>
                <a:gd name="connsiteX87" fmla="*/ 295454 w 384590"/>
                <a:gd name="connsiteY87" fmla="*/ 484756 h 1235218"/>
                <a:gd name="connsiteX88" fmla="*/ 289038 w 384590"/>
                <a:gd name="connsiteY88" fmla="*/ 463456 h 1235218"/>
                <a:gd name="connsiteX89" fmla="*/ 288696 w 384590"/>
                <a:gd name="connsiteY89" fmla="*/ 461489 h 1235218"/>
                <a:gd name="connsiteX90" fmla="*/ 288696 w 384590"/>
                <a:gd name="connsiteY90" fmla="*/ 420601 h 1235218"/>
                <a:gd name="connsiteX91" fmla="*/ 288268 w 384590"/>
                <a:gd name="connsiteY91" fmla="*/ 407941 h 1235218"/>
                <a:gd name="connsiteX92" fmla="*/ 288696 w 384590"/>
                <a:gd name="connsiteY92" fmla="*/ 389807 h 1235218"/>
                <a:gd name="connsiteX93" fmla="*/ 288525 w 384590"/>
                <a:gd name="connsiteY93" fmla="*/ 388952 h 1235218"/>
                <a:gd name="connsiteX94" fmla="*/ 289551 w 384590"/>
                <a:gd name="connsiteY94" fmla="*/ 383220 h 1235218"/>
                <a:gd name="connsiteX95" fmla="*/ 292887 w 384590"/>
                <a:gd name="connsiteY95" fmla="*/ 375522 h 1235218"/>
                <a:gd name="connsiteX96" fmla="*/ 293315 w 384590"/>
                <a:gd name="connsiteY96" fmla="*/ 374239 h 1235218"/>
                <a:gd name="connsiteX97" fmla="*/ 293743 w 384590"/>
                <a:gd name="connsiteY97" fmla="*/ 373469 h 1235218"/>
                <a:gd name="connsiteX98" fmla="*/ 297934 w 384590"/>
                <a:gd name="connsiteY98" fmla="*/ 360809 h 1235218"/>
                <a:gd name="connsiteX99" fmla="*/ 299731 w 384590"/>
                <a:gd name="connsiteY99" fmla="*/ 353624 h 1235218"/>
                <a:gd name="connsiteX100" fmla="*/ 297934 w 384590"/>
                <a:gd name="connsiteY100" fmla="*/ 363375 h 1235218"/>
                <a:gd name="connsiteX101" fmla="*/ 305975 w 384590"/>
                <a:gd name="connsiteY101" fmla="*/ 427016 h 1235218"/>
                <a:gd name="connsiteX102" fmla="*/ 332920 w 384590"/>
                <a:gd name="connsiteY102" fmla="*/ 525644 h 1235218"/>
                <a:gd name="connsiteX103" fmla="*/ 346007 w 384590"/>
                <a:gd name="connsiteY103" fmla="*/ 575000 h 1235218"/>
                <a:gd name="connsiteX104" fmla="*/ 338822 w 384590"/>
                <a:gd name="connsiteY104" fmla="*/ 594417 h 1235218"/>
                <a:gd name="connsiteX105" fmla="*/ 338394 w 384590"/>
                <a:gd name="connsiteY105" fmla="*/ 612980 h 1235218"/>
                <a:gd name="connsiteX106" fmla="*/ 341303 w 384590"/>
                <a:gd name="connsiteY106" fmla="*/ 630686 h 1235218"/>
                <a:gd name="connsiteX107" fmla="*/ 347205 w 384590"/>
                <a:gd name="connsiteY107" fmla="*/ 644629 h 1235218"/>
                <a:gd name="connsiteX108" fmla="*/ 356101 w 384590"/>
                <a:gd name="connsiteY108" fmla="*/ 642491 h 1235218"/>
                <a:gd name="connsiteX109" fmla="*/ 355246 w 384590"/>
                <a:gd name="connsiteY109" fmla="*/ 648393 h 1235218"/>
                <a:gd name="connsiteX110" fmla="*/ 341730 w 384590"/>
                <a:gd name="connsiteY110" fmla="*/ 662763 h 1235218"/>
                <a:gd name="connsiteX111" fmla="*/ 330781 w 384590"/>
                <a:gd name="connsiteY111" fmla="*/ 670377 h 1235218"/>
                <a:gd name="connsiteX112" fmla="*/ 334545 w 384590"/>
                <a:gd name="connsiteY112" fmla="*/ 674568 h 1235218"/>
                <a:gd name="connsiteX113" fmla="*/ 339164 w 384590"/>
                <a:gd name="connsiteY113" fmla="*/ 677562 h 1235218"/>
                <a:gd name="connsiteX114" fmla="*/ 353535 w 384590"/>
                <a:gd name="connsiteY114" fmla="*/ 674996 h 1235218"/>
                <a:gd name="connsiteX115" fmla="*/ 375005 w 384590"/>
                <a:gd name="connsiteY115" fmla="*/ 664902 h 1235218"/>
                <a:gd name="connsiteX116" fmla="*/ 383046 w 384590"/>
                <a:gd name="connsiteY116" fmla="*/ 643004 h 1235218"/>
                <a:gd name="connsiteX117" fmla="*/ 381763 w 384590"/>
                <a:gd name="connsiteY117" fmla="*/ 624442 h 1235218"/>
                <a:gd name="connsiteX118" fmla="*/ 376716 w 384590"/>
                <a:gd name="connsiteY118" fmla="*/ 585265 h 1235218"/>
                <a:gd name="connsiteX119" fmla="*/ 374150 w 384590"/>
                <a:gd name="connsiteY119" fmla="*/ 562939 h 1235218"/>
                <a:gd name="connsiteX120" fmla="*/ 370386 w 384590"/>
                <a:gd name="connsiteY120" fmla="*/ 482018 h 1235218"/>
                <a:gd name="connsiteX121" fmla="*/ 357299 w 384590"/>
                <a:gd name="connsiteY121" fmla="*/ 410764 h 1235218"/>
                <a:gd name="connsiteX122" fmla="*/ 348060 w 384590"/>
                <a:gd name="connsiteY122" fmla="*/ 360980 h 1235218"/>
                <a:gd name="connsiteX123" fmla="*/ 345152 w 384590"/>
                <a:gd name="connsiteY123" fmla="*/ 298707 h 1235218"/>
                <a:gd name="connsiteX124" fmla="*/ 364484 w 384590"/>
                <a:gd name="connsiteY124" fmla="*/ 280060 h 1235218"/>
                <a:gd name="connsiteX125" fmla="*/ 312219 w 384590"/>
                <a:gd name="connsiteY125" fmla="*/ 211799 h 1235218"/>
                <a:gd name="connsiteX126" fmla="*/ 259955 w 384590"/>
                <a:gd name="connsiteY126" fmla="*/ 192382 h 1235218"/>
                <a:gd name="connsiteX127" fmla="*/ 259014 w 384590"/>
                <a:gd name="connsiteY127" fmla="*/ 191184 h 1235218"/>
                <a:gd name="connsiteX128" fmla="*/ 252256 w 384590"/>
                <a:gd name="connsiteY128" fmla="*/ 115310 h 1235218"/>
                <a:gd name="connsiteX129" fmla="*/ 249091 w 384590"/>
                <a:gd name="connsiteY129" fmla="*/ 68007 h 1235218"/>
                <a:gd name="connsiteX130" fmla="*/ 241735 w 384590"/>
                <a:gd name="connsiteY130" fmla="*/ 27034 h 1235218"/>
                <a:gd name="connsiteX131" fmla="*/ 217527 w 384590"/>
                <a:gd name="connsiteY131" fmla="*/ 4965 h 1235218"/>
                <a:gd name="connsiteX132" fmla="*/ 201189 w 384590"/>
                <a:gd name="connsiteY132" fmla="*/ 5478 h 1235218"/>
                <a:gd name="connsiteX133" fmla="*/ 173816 w 384590"/>
                <a:gd name="connsiteY133" fmla="*/ 1286 h 1235218"/>
                <a:gd name="connsiteX134" fmla="*/ 124375 w 384590"/>
                <a:gd name="connsiteY134" fmla="*/ 43372 h 1235218"/>
                <a:gd name="connsiteX135" fmla="*/ 111715 w 384590"/>
                <a:gd name="connsiteY135" fmla="*/ 122752 h 1235218"/>
                <a:gd name="connsiteX136" fmla="*/ 111201 w 384590"/>
                <a:gd name="connsiteY136" fmla="*/ 177412 h 1235218"/>
                <a:gd name="connsiteX137" fmla="*/ 104871 w 384590"/>
                <a:gd name="connsiteY137" fmla="*/ 194349 h 1235218"/>
                <a:gd name="connsiteX138" fmla="*/ 102305 w 384590"/>
                <a:gd name="connsiteY138" fmla="*/ 196316 h 1235218"/>
                <a:gd name="connsiteX139" fmla="*/ 77670 w 384590"/>
                <a:gd name="connsiteY139" fmla="*/ 205897 h 1235218"/>
                <a:gd name="connsiteX140" fmla="*/ 59963 w 384590"/>
                <a:gd name="connsiteY140" fmla="*/ 212654 h 1235218"/>
                <a:gd name="connsiteX141" fmla="*/ 33788 w 384590"/>
                <a:gd name="connsiteY141" fmla="*/ 253115 h 1235218"/>
                <a:gd name="connsiteX142" fmla="*/ 14371 w 384590"/>
                <a:gd name="connsiteY142" fmla="*/ 289383 h 1235218"/>
                <a:gd name="connsiteX143" fmla="*/ 25320 w 384590"/>
                <a:gd name="connsiteY143" fmla="*/ 303754 h 1235218"/>
                <a:gd name="connsiteX144" fmla="*/ 26945 w 384590"/>
                <a:gd name="connsiteY144" fmla="*/ 304695 h 1235218"/>
                <a:gd name="connsiteX145" fmla="*/ 28656 w 384590"/>
                <a:gd name="connsiteY145" fmla="*/ 328475 h 1235218"/>
                <a:gd name="connsiteX146" fmla="*/ 26945 w 384590"/>
                <a:gd name="connsiteY146" fmla="*/ 408882 h 1235218"/>
                <a:gd name="connsiteX147" fmla="*/ 15141 w 384590"/>
                <a:gd name="connsiteY147" fmla="*/ 484756 h 1235218"/>
                <a:gd name="connsiteX148" fmla="*/ 8383 w 384590"/>
                <a:gd name="connsiteY148" fmla="*/ 585949 h 1235218"/>
                <a:gd name="connsiteX149" fmla="*/ 5560 w 384590"/>
                <a:gd name="connsiteY149" fmla="*/ 604511 h 1235218"/>
                <a:gd name="connsiteX150" fmla="*/ 6159 w 384590"/>
                <a:gd name="connsiteY150" fmla="*/ 621362 h 1235218"/>
                <a:gd name="connsiteX151" fmla="*/ 0 w 384590"/>
                <a:gd name="connsiteY151" fmla="*/ 656177 h 1235218"/>
                <a:gd name="connsiteX152" fmla="*/ 6159 w 384590"/>
                <a:gd name="connsiteY152" fmla="*/ 691590 h 1235218"/>
                <a:gd name="connsiteX153" fmla="*/ 6159 w 384590"/>
                <a:gd name="connsiteY153" fmla="*/ 691590 h 1235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</a:cxnLst>
              <a:rect l="l" t="t" r="r" b="b"/>
              <a:pathLst>
                <a:path w="384590" h="1235218">
                  <a:moveTo>
                    <a:pt x="112570" y="189730"/>
                  </a:moveTo>
                  <a:lnTo>
                    <a:pt x="112485" y="189730"/>
                  </a:lnTo>
                  <a:cubicBezTo>
                    <a:pt x="112485" y="189730"/>
                    <a:pt x="112570" y="189730"/>
                    <a:pt x="112570" y="189730"/>
                  </a:cubicBezTo>
                  <a:lnTo>
                    <a:pt x="112570" y="189730"/>
                  </a:lnTo>
                  <a:close/>
                  <a:moveTo>
                    <a:pt x="201531" y="876270"/>
                  </a:moveTo>
                  <a:cubicBezTo>
                    <a:pt x="204354" y="868400"/>
                    <a:pt x="208802" y="850437"/>
                    <a:pt x="203755" y="814425"/>
                  </a:cubicBezTo>
                  <a:lnTo>
                    <a:pt x="204097" y="803305"/>
                  </a:lnTo>
                  <a:cubicBezTo>
                    <a:pt x="205038" y="803647"/>
                    <a:pt x="207006" y="804246"/>
                    <a:pt x="210342" y="804331"/>
                  </a:cubicBezTo>
                  <a:cubicBezTo>
                    <a:pt x="210342" y="805700"/>
                    <a:pt x="210171" y="807240"/>
                    <a:pt x="210000" y="808779"/>
                  </a:cubicBezTo>
                  <a:cubicBezTo>
                    <a:pt x="209572" y="812714"/>
                    <a:pt x="207091" y="825716"/>
                    <a:pt x="207091" y="842568"/>
                  </a:cubicBezTo>
                  <a:cubicBezTo>
                    <a:pt x="207091" y="859419"/>
                    <a:pt x="204867" y="870111"/>
                    <a:pt x="208203" y="880205"/>
                  </a:cubicBezTo>
                  <a:cubicBezTo>
                    <a:pt x="211539" y="890299"/>
                    <a:pt x="209914" y="892009"/>
                    <a:pt x="205979" y="897655"/>
                  </a:cubicBezTo>
                  <a:lnTo>
                    <a:pt x="202044" y="903300"/>
                  </a:lnTo>
                  <a:cubicBezTo>
                    <a:pt x="202044" y="903300"/>
                    <a:pt x="198623" y="884225"/>
                    <a:pt x="201446" y="876356"/>
                  </a:cubicBezTo>
                  <a:lnTo>
                    <a:pt x="201446" y="876356"/>
                  </a:lnTo>
                  <a:close/>
                  <a:moveTo>
                    <a:pt x="6501" y="691334"/>
                  </a:moveTo>
                  <a:cubicBezTo>
                    <a:pt x="9837" y="703651"/>
                    <a:pt x="13772" y="700829"/>
                    <a:pt x="15483" y="704849"/>
                  </a:cubicBezTo>
                  <a:cubicBezTo>
                    <a:pt x="17193" y="708784"/>
                    <a:pt x="20530" y="712120"/>
                    <a:pt x="24464" y="713830"/>
                  </a:cubicBezTo>
                  <a:cubicBezTo>
                    <a:pt x="28399" y="715541"/>
                    <a:pt x="46961" y="723411"/>
                    <a:pt x="49784" y="723924"/>
                  </a:cubicBezTo>
                  <a:cubicBezTo>
                    <a:pt x="52607" y="724438"/>
                    <a:pt x="52008" y="718279"/>
                    <a:pt x="49784" y="716055"/>
                  </a:cubicBezTo>
                  <a:cubicBezTo>
                    <a:pt x="47560" y="713830"/>
                    <a:pt x="51495" y="713830"/>
                    <a:pt x="51495" y="711521"/>
                  </a:cubicBezTo>
                  <a:cubicBezTo>
                    <a:pt x="51495" y="709212"/>
                    <a:pt x="43112" y="706474"/>
                    <a:pt x="40204" y="707073"/>
                  </a:cubicBezTo>
                  <a:cubicBezTo>
                    <a:pt x="39776" y="706303"/>
                    <a:pt x="47988" y="704079"/>
                    <a:pt x="47560" y="700743"/>
                  </a:cubicBezTo>
                  <a:cubicBezTo>
                    <a:pt x="47132" y="697407"/>
                    <a:pt x="41316" y="698604"/>
                    <a:pt x="35670" y="696894"/>
                  </a:cubicBezTo>
                  <a:cubicBezTo>
                    <a:pt x="35670" y="696894"/>
                    <a:pt x="29511" y="686800"/>
                    <a:pt x="31136" y="683378"/>
                  </a:cubicBezTo>
                  <a:cubicBezTo>
                    <a:pt x="32847" y="680043"/>
                    <a:pt x="35071" y="667639"/>
                    <a:pt x="36782" y="666527"/>
                  </a:cubicBezTo>
                  <a:cubicBezTo>
                    <a:pt x="38493" y="665415"/>
                    <a:pt x="37894" y="677733"/>
                    <a:pt x="40118" y="683977"/>
                  </a:cubicBezTo>
                  <a:cubicBezTo>
                    <a:pt x="42342" y="690136"/>
                    <a:pt x="46876" y="698006"/>
                    <a:pt x="49698" y="700315"/>
                  </a:cubicBezTo>
                  <a:cubicBezTo>
                    <a:pt x="52521" y="702539"/>
                    <a:pt x="56456" y="700829"/>
                    <a:pt x="55857" y="696979"/>
                  </a:cubicBezTo>
                  <a:cubicBezTo>
                    <a:pt x="55259" y="693044"/>
                    <a:pt x="49100" y="679016"/>
                    <a:pt x="50212" y="672857"/>
                  </a:cubicBezTo>
                  <a:cubicBezTo>
                    <a:pt x="51324" y="666698"/>
                    <a:pt x="50212" y="659342"/>
                    <a:pt x="49100" y="654295"/>
                  </a:cubicBezTo>
                  <a:cubicBezTo>
                    <a:pt x="47988" y="649248"/>
                    <a:pt x="45764" y="640780"/>
                    <a:pt x="44566" y="635733"/>
                  </a:cubicBezTo>
                  <a:cubicBezTo>
                    <a:pt x="43454" y="630686"/>
                    <a:pt x="28827" y="609301"/>
                    <a:pt x="33360" y="587916"/>
                  </a:cubicBezTo>
                  <a:cubicBezTo>
                    <a:pt x="37808" y="566531"/>
                    <a:pt x="50810" y="527183"/>
                    <a:pt x="57483" y="496902"/>
                  </a:cubicBezTo>
                  <a:cubicBezTo>
                    <a:pt x="64240" y="466536"/>
                    <a:pt x="74933" y="441815"/>
                    <a:pt x="77755" y="408112"/>
                  </a:cubicBezTo>
                  <a:cubicBezTo>
                    <a:pt x="79808" y="383135"/>
                    <a:pt x="81006" y="361493"/>
                    <a:pt x="81263" y="349689"/>
                  </a:cubicBezTo>
                  <a:cubicBezTo>
                    <a:pt x="81434" y="351998"/>
                    <a:pt x="81519" y="354479"/>
                    <a:pt x="81519" y="357045"/>
                  </a:cubicBezTo>
                  <a:cubicBezTo>
                    <a:pt x="81434" y="359954"/>
                    <a:pt x="81348" y="363118"/>
                    <a:pt x="81348" y="366369"/>
                  </a:cubicBezTo>
                  <a:cubicBezTo>
                    <a:pt x="81263" y="370218"/>
                    <a:pt x="81177" y="374068"/>
                    <a:pt x="81177" y="377831"/>
                  </a:cubicBezTo>
                  <a:cubicBezTo>
                    <a:pt x="81177" y="392972"/>
                    <a:pt x="80322" y="400585"/>
                    <a:pt x="85368" y="412389"/>
                  </a:cubicBezTo>
                  <a:cubicBezTo>
                    <a:pt x="90415" y="424194"/>
                    <a:pt x="94607" y="421627"/>
                    <a:pt x="93837" y="432576"/>
                  </a:cubicBezTo>
                  <a:lnTo>
                    <a:pt x="93837" y="433261"/>
                  </a:lnTo>
                  <a:cubicBezTo>
                    <a:pt x="93837" y="433261"/>
                    <a:pt x="93238" y="436255"/>
                    <a:pt x="93238" y="436255"/>
                  </a:cubicBezTo>
                  <a:cubicBezTo>
                    <a:pt x="90330" y="449428"/>
                    <a:pt x="78525" y="476202"/>
                    <a:pt x="76986" y="482361"/>
                  </a:cubicBezTo>
                  <a:cubicBezTo>
                    <a:pt x="76986" y="482361"/>
                    <a:pt x="78012" y="482788"/>
                    <a:pt x="80065" y="483473"/>
                  </a:cubicBezTo>
                  <a:cubicBezTo>
                    <a:pt x="80065" y="483473"/>
                    <a:pt x="77242" y="485184"/>
                    <a:pt x="72195" y="494165"/>
                  </a:cubicBezTo>
                  <a:cubicBezTo>
                    <a:pt x="67149" y="503147"/>
                    <a:pt x="50297" y="544719"/>
                    <a:pt x="53633" y="599293"/>
                  </a:cubicBezTo>
                  <a:cubicBezTo>
                    <a:pt x="57055" y="653782"/>
                    <a:pt x="64924" y="665586"/>
                    <a:pt x="68261" y="682438"/>
                  </a:cubicBezTo>
                  <a:cubicBezTo>
                    <a:pt x="71597" y="699289"/>
                    <a:pt x="88448" y="788079"/>
                    <a:pt x="90159" y="794836"/>
                  </a:cubicBezTo>
                  <a:cubicBezTo>
                    <a:pt x="90159" y="794836"/>
                    <a:pt x="99568" y="795521"/>
                    <a:pt x="113169" y="796462"/>
                  </a:cubicBezTo>
                  <a:cubicBezTo>
                    <a:pt x="116248" y="804673"/>
                    <a:pt x="120525" y="817761"/>
                    <a:pt x="122236" y="830250"/>
                  </a:cubicBezTo>
                  <a:cubicBezTo>
                    <a:pt x="125059" y="850437"/>
                    <a:pt x="126171" y="855570"/>
                    <a:pt x="126770" y="884739"/>
                  </a:cubicBezTo>
                  <a:cubicBezTo>
                    <a:pt x="127368" y="913993"/>
                    <a:pt x="123947" y="951631"/>
                    <a:pt x="132330" y="987643"/>
                  </a:cubicBezTo>
                  <a:cubicBezTo>
                    <a:pt x="140798" y="1023569"/>
                    <a:pt x="139686" y="1019121"/>
                    <a:pt x="139686" y="1019121"/>
                  </a:cubicBezTo>
                  <a:cubicBezTo>
                    <a:pt x="139686" y="1019121"/>
                    <a:pt x="135751" y="1026392"/>
                    <a:pt x="137462" y="1033748"/>
                  </a:cubicBezTo>
                  <a:cubicBezTo>
                    <a:pt x="139173" y="1041105"/>
                    <a:pt x="149266" y="1063003"/>
                    <a:pt x="150977" y="1079255"/>
                  </a:cubicBezTo>
                  <a:cubicBezTo>
                    <a:pt x="152688" y="1095593"/>
                    <a:pt x="148753" y="1106799"/>
                    <a:pt x="144818" y="1119716"/>
                  </a:cubicBezTo>
                  <a:cubicBezTo>
                    <a:pt x="140884" y="1132632"/>
                    <a:pt x="143706" y="1143838"/>
                    <a:pt x="150464" y="1153418"/>
                  </a:cubicBezTo>
                  <a:cubicBezTo>
                    <a:pt x="157222" y="1162999"/>
                    <a:pt x="166203" y="1174803"/>
                    <a:pt x="168427" y="1179251"/>
                  </a:cubicBezTo>
                  <a:cubicBezTo>
                    <a:pt x="170651" y="1183785"/>
                    <a:pt x="174073" y="1192766"/>
                    <a:pt x="174586" y="1201149"/>
                  </a:cubicBezTo>
                  <a:cubicBezTo>
                    <a:pt x="175185" y="1209618"/>
                    <a:pt x="170651" y="1215776"/>
                    <a:pt x="176810" y="1221935"/>
                  </a:cubicBezTo>
                  <a:cubicBezTo>
                    <a:pt x="182969" y="1228094"/>
                    <a:pt x="212224" y="1238273"/>
                    <a:pt x="241478" y="1234339"/>
                  </a:cubicBezTo>
                  <a:cubicBezTo>
                    <a:pt x="241478" y="1234339"/>
                    <a:pt x="252684" y="1232628"/>
                    <a:pt x="252170" y="1223646"/>
                  </a:cubicBezTo>
                  <a:cubicBezTo>
                    <a:pt x="251572" y="1214664"/>
                    <a:pt x="243189" y="1200037"/>
                    <a:pt x="236431" y="1187634"/>
                  </a:cubicBezTo>
                  <a:cubicBezTo>
                    <a:pt x="229674" y="1175231"/>
                    <a:pt x="230786" y="1167361"/>
                    <a:pt x="229674" y="1161202"/>
                  </a:cubicBezTo>
                  <a:cubicBezTo>
                    <a:pt x="228562" y="1155044"/>
                    <a:pt x="225140" y="1154445"/>
                    <a:pt x="222403" y="1144950"/>
                  </a:cubicBezTo>
                  <a:cubicBezTo>
                    <a:pt x="219580" y="1135369"/>
                    <a:pt x="218981" y="1124164"/>
                    <a:pt x="215132" y="1115695"/>
                  </a:cubicBezTo>
                  <a:cubicBezTo>
                    <a:pt x="211197" y="1107227"/>
                    <a:pt x="201617" y="1062319"/>
                    <a:pt x="203926" y="1047691"/>
                  </a:cubicBezTo>
                  <a:cubicBezTo>
                    <a:pt x="206150" y="1033064"/>
                    <a:pt x="206150" y="1033663"/>
                    <a:pt x="209572" y="1029728"/>
                  </a:cubicBezTo>
                  <a:cubicBezTo>
                    <a:pt x="212908" y="1025793"/>
                    <a:pt x="244985" y="983109"/>
                    <a:pt x="253967" y="968995"/>
                  </a:cubicBezTo>
                  <a:cubicBezTo>
                    <a:pt x="262949" y="954966"/>
                    <a:pt x="272529" y="938030"/>
                    <a:pt x="276464" y="918954"/>
                  </a:cubicBezTo>
                  <a:cubicBezTo>
                    <a:pt x="278688" y="909374"/>
                    <a:pt x="276464" y="904327"/>
                    <a:pt x="280399" y="899280"/>
                  </a:cubicBezTo>
                  <a:cubicBezTo>
                    <a:pt x="284333" y="894233"/>
                    <a:pt x="290492" y="859932"/>
                    <a:pt x="293914" y="842482"/>
                  </a:cubicBezTo>
                  <a:cubicBezTo>
                    <a:pt x="297250" y="825032"/>
                    <a:pt x="298447" y="811602"/>
                    <a:pt x="300073" y="809293"/>
                  </a:cubicBezTo>
                  <a:lnTo>
                    <a:pt x="298533" y="809122"/>
                  </a:lnTo>
                  <a:cubicBezTo>
                    <a:pt x="305205" y="809635"/>
                    <a:pt x="310765" y="809891"/>
                    <a:pt x="314358" y="809720"/>
                  </a:cubicBezTo>
                  <a:lnTo>
                    <a:pt x="315726" y="809720"/>
                  </a:lnTo>
                  <a:cubicBezTo>
                    <a:pt x="315726" y="809720"/>
                    <a:pt x="315042" y="809720"/>
                    <a:pt x="315042" y="809720"/>
                  </a:cubicBezTo>
                  <a:lnTo>
                    <a:pt x="317950" y="809293"/>
                  </a:lnTo>
                  <a:cubicBezTo>
                    <a:pt x="317950" y="809293"/>
                    <a:pt x="312305" y="705875"/>
                    <a:pt x="316240" y="680043"/>
                  </a:cubicBezTo>
                  <a:cubicBezTo>
                    <a:pt x="320175" y="654209"/>
                    <a:pt x="318464" y="628291"/>
                    <a:pt x="321885" y="624955"/>
                  </a:cubicBezTo>
                  <a:cubicBezTo>
                    <a:pt x="324280" y="622560"/>
                    <a:pt x="326162" y="616059"/>
                    <a:pt x="327189" y="611012"/>
                  </a:cubicBezTo>
                  <a:cubicBezTo>
                    <a:pt x="327702" y="609301"/>
                    <a:pt x="327959" y="607591"/>
                    <a:pt x="328044" y="605880"/>
                  </a:cubicBezTo>
                  <a:cubicBezTo>
                    <a:pt x="328643" y="601432"/>
                    <a:pt x="332578" y="597411"/>
                    <a:pt x="328643" y="587318"/>
                  </a:cubicBezTo>
                  <a:cubicBezTo>
                    <a:pt x="324708" y="577224"/>
                    <a:pt x="320773" y="544034"/>
                    <a:pt x="315128" y="528894"/>
                  </a:cubicBezTo>
                  <a:cubicBezTo>
                    <a:pt x="309482" y="513754"/>
                    <a:pt x="298276" y="492369"/>
                    <a:pt x="293229" y="487835"/>
                  </a:cubicBezTo>
                  <a:lnTo>
                    <a:pt x="292545" y="487493"/>
                  </a:lnTo>
                  <a:cubicBezTo>
                    <a:pt x="294342" y="485868"/>
                    <a:pt x="295454" y="484756"/>
                    <a:pt x="295454" y="484756"/>
                  </a:cubicBezTo>
                  <a:cubicBezTo>
                    <a:pt x="295454" y="484756"/>
                    <a:pt x="291775" y="475004"/>
                    <a:pt x="289038" y="463456"/>
                  </a:cubicBezTo>
                  <a:lnTo>
                    <a:pt x="288696" y="461489"/>
                  </a:lnTo>
                  <a:cubicBezTo>
                    <a:pt x="286215" y="446348"/>
                    <a:pt x="286557" y="444210"/>
                    <a:pt x="288696" y="420601"/>
                  </a:cubicBezTo>
                  <a:cubicBezTo>
                    <a:pt x="290834" y="396992"/>
                    <a:pt x="288696" y="420601"/>
                    <a:pt x="288268" y="407941"/>
                  </a:cubicBezTo>
                  <a:cubicBezTo>
                    <a:pt x="287841" y="395281"/>
                    <a:pt x="289979" y="395709"/>
                    <a:pt x="288696" y="389807"/>
                  </a:cubicBezTo>
                  <a:lnTo>
                    <a:pt x="288525" y="388952"/>
                  </a:lnTo>
                  <a:cubicBezTo>
                    <a:pt x="288781" y="387070"/>
                    <a:pt x="289124" y="385102"/>
                    <a:pt x="289551" y="383220"/>
                  </a:cubicBezTo>
                  <a:cubicBezTo>
                    <a:pt x="290407" y="381509"/>
                    <a:pt x="291690" y="379457"/>
                    <a:pt x="292887" y="375522"/>
                  </a:cubicBezTo>
                  <a:lnTo>
                    <a:pt x="293315" y="374239"/>
                  </a:lnTo>
                  <a:lnTo>
                    <a:pt x="293743" y="373469"/>
                  </a:lnTo>
                  <a:cubicBezTo>
                    <a:pt x="298790" y="365000"/>
                    <a:pt x="294598" y="373469"/>
                    <a:pt x="297934" y="360809"/>
                  </a:cubicBezTo>
                  <a:cubicBezTo>
                    <a:pt x="298533" y="358585"/>
                    <a:pt x="299132" y="356104"/>
                    <a:pt x="299731" y="353624"/>
                  </a:cubicBezTo>
                  <a:cubicBezTo>
                    <a:pt x="298790" y="359355"/>
                    <a:pt x="297934" y="363375"/>
                    <a:pt x="297934" y="363375"/>
                  </a:cubicBezTo>
                  <a:cubicBezTo>
                    <a:pt x="303409" y="381937"/>
                    <a:pt x="302126" y="394597"/>
                    <a:pt x="305975" y="427016"/>
                  </a:cubicBezTo>
                  <a:cubicBezTo>
                    <a:pt x="309739" y="459522"/>
                    <a:pt x="326248" y="502462"/>
                    <a:pt x="332920" y="525644"/>
                  </a:cubicBezTo>
                  <a:cubicBezTo>
                    <a:pt x="339678" y="548825"/>
                    <a:pt x="346007" y="568242"/>
                    <a:pt x="346007" y="575000"/>
                  </a:cubicBezTo>
                  <a:cubicBezTo>
                    <a:pt x="346007" y="581757"/>
                    <a:pt x="340105" y="589798"/>
                    <a:pt x="338822" y="594417"/>
                  </a:cubicBezTo>
                  <a:cubicBezTo>
                    <a:pt x="337539" y="599037"/>
                    <a:pt x="336684" y="606649"/>
                    <a:pt x="338394" y="612980"/>
                  </a:cubicBezTo>
                  <a:cubicBezTo>
                    <a:pt x="340105" y="619309"/>
                    <a:pt x="341303" y="626495"/>
                    <a:pt x="341303" y="630686"/>
                  </a:cubicBezTo>
                  <a:cubicBezTo>
                    <a:pt x="341303" y="634878"/>
                    <a:pt x="343869" y="643346"/>
                    <a:pt x="347205" y="644629"/>
                  </a:cubicBezTo>
                  <a:cubicBezTo>
                    <a:pt x="350627" y="645912"/>
                    <a:pt x="356101" y="642491"/>
                    <a:pt x="356101" y="642491"/>
                  </a:cubicBezTo>
                  <a:cubicBezTo>
                    <a:pt x="356101" y="642491"/>
                    <a:pt x="357812" y="643774"/>
                    <a:pt x="355246" y="648393"/>
                  </a:cubicBezTo>
                  <a:cubicBezTo>
                    <a:pt x="352679" y="653012"/>
                    <a:pt x="346435" y="660197"/>
                    <a:pt x="341730" y="662763"/>
                  </a:cubicBezTo>
                  <a:cubicBezTo>
                    <a:pt x="337111" y="665330"/>
                    <a:pt x="333262" y="667383"/>
                    <a:pt x="330781" y="670377"/>
                  </a:cubicBezTo>
                  <a:cubicBezTo>
                    <a:pt x="328301" y="673370"/>
                    <a:pt x="334545" y="674568"/>
                    <a:pt x="334545" y="674568"/>
                  </a:cubicBezTo>
                  <a:cubicBezTo>
                    <a:pt x="334545" y="676706"/>
                    <a:pt x="339164" y="677562"/>
                    <a:pt x="339164" y="677562"/>
                  </a:cubicBezTo>
                  <a:cubicBezTo>
                    <a:pt x="339164" y="677562"/>
                    <a:pt x="345494" y="676706"/>
                    <a:pt x="353535" y="674996"/>
                  </a:cubicBezTo>
                  <a:cubicBezTo>
                    <a:pt x="361576" y="673285"/>
                    <a:pt x="372525" y="667810"/>
                    <a:pt x="375005" y="664902"/>
                  </a:cubicBezTo>
                  <a:cubicBezTo>
                    <a:pt x="377571" y="661908"/>
                    <a:pt x="379197" y="652670"/>
                    <a:pt x="383046" y="643004"/>
                  </a:cubicBezTo>
                  <a:cubicBezTo>
                    <a:pt x="386810" y="633338"/>
                    <a:pt x="382618" y="632910"/>
                    <a:pt x="381763" y="624442"/>
                  </a:cubicBezTo>
                  <a:cubicBezTo>
                    <a:pt x="380907" y="615973"/>
                    <a:pt x="374578" y="596214"/>
                    <a:pt x="376716" y="585265"/>
                  </a:cubicBezTo>
                  <a:cubicBezTo>
                    <a:pt x="378855" y="574316"/>
                    <a:pt x="375433" y="576454"/>
                    <a:pt x="374150" y="562939"/>
                  </a:cubicBezTo>
                  <a:cubicBezTo>
                    <a:pt x="372867" y="549424"/>
                    <a:pt x="370386" y="482018"/>
                    <a:pt x="370386" y="482018"/>
                  </a:cubicBezTo>
                  <a:cubicBezTo>
                    <a:pt x="370386" y="449941"/>
                    <a:pt x="360720" y="426332"/>
                    <a:pt x="357299" y="410764"/>
                  </a:cubicBezTo>
                  <a:cubicBezTo>
                    <a:pt x="353877" y="395196"/>
                    <a:pt x="349686" y="377489"/>
                    <a:pt x="348060" y="360980"/>
                  </a:cubicBezTo>
                  <a:cubicBezTo>
                    <a:pt x="346521" y="345925"/>
                    <a:pt x="345323" y="305379"/>
                    <a:pt x="345152" y="298707"/>
                  </a:cubicBezTo>
                  <a:cubicBezTo>
                    <a:pt x="354904" y="291779"/>
                    <a:pt x="359950" y="283994"/>
                    <a:pt x="364484" y="280060"/>
                  </a:cubicBezTo>
                  <a:cubicBezTo>
                    <a:pt x="364484" y="280060"/>
                    <a:pt x="331637" y="224373"/>
                    <a:pt x="312219" y="211799"/>
                  </a:cubicBezTo>
                  <a:cubicBezTo>
                    <a:pt x="292802" y="199139"/>
                    <a:pt x="275950" y="214365"/>
                    <a:pt x="259955" y="192382"/>
                  </a:cubicBezTo>
                  <a:lnTo>
                    <a:pt x="259014" y="191184"/>
                  </a:lnTo>
                  <a:cubicBezTo>
                    <a:pt x="257132" y="175958"/>
                    <a:pt x="251828" y="130964"/>
                    <a:pt x="252256" y="115310"/>
                  </a:cubicBezTo>
                  <a:cubicBezTo>
                    <a:pt x="252769" y="96406"/>
                    <a:pt x="249091" y="84260"/>
                    <a:pt x="249091" y="68007"/>
                  </a:cubicBezTo>
                  <a:cubicBezTo>
                    <a:pt x="249091" y="51755"/>
                    <a:pt x="249091" y="36443"/>
                    <a:pt x="241735" y="27034"/>
                  </a:cubicBezTo>
                  <a:cubicBezTo>
                    <a:pt x="234378" y="17624"/>
                    <a:pt x="225995" y="8643"/>
                    <a:pt x="217527" y="4965"/>
                  </a:cubicBezTo>
                  <a:cubicBezTo>
                    <a:pt x="209144" y="1286"/>
                    <a:pt x="201189" y="5478"/>
                    <a:pt x="201189" y="5478"/>
                  </a:cubicBezTo>
                  <a:cubicBezTo>
                    <a:pt x="197511" y="1286"/>
                    <a:pt x="185450" y="-1879"/>
                    <a:pt x="173816" y="1286"/>
                  </a:cubicBezTo>
                  <a:cubicBezTo>
                    <a:pt x="162268" y="4451"/>
                    <a:pt x="131218" y="21217"/>
                    <a:pt x="124375" y="43372"/>
                  </a:cubicBezTo>
                  <a:cubicBezTo>
                    <a:pt x="117531" y="65441"/>
                    <a:pt x="114880" y="89135"/>
                    <a:pt x="111715" y="122752"/>
                  </a:cubicBezTo>
                  <a:cubicBezTo>
                    <a:pt x="108550" y="156370"/>
                    <a:pt x="113340" y="165351"/>
                    <a:pt x="111201" y="177412"/>
                  </a:cubicBezTo>
                  <a:cubicBezTo>
                    <a:pt x="111201" y="177412"/>
                    <a:pt x="111201" y="188276"/>
                    <a:pt x="104871" y="194349"/>
                  </a:cubicBezTo>
                  <a:lnTo>
                    <a:pt x="102305" y="196316"/>
                  </a:lnTo>
                  <a:cubicBezTo>
                    <a:pt x="97087" y="201705"/>
                    <a:pt x="84427" y="205897"/>
                    <a:pt x="77670" y="205897"/>
                  </a:cubicBezTo>
                  <a:cubicBezTo>
                    <a:pt x="70912" y="205897"/>
                    <a:pt x="65865" y="208463"/>
                    <a:pt x="59963" y="212654"/>
                  </a:cubicBezTo>
                  <a:cubicBezTo>
                    <a:pt x="54061" y="216846"/>
                    <a:pt x="44823" y="237119"/>
                    <a:pt x="33788" y="253115"/>
                  </a:cubicBezTo>
                  <a:cubicBezTo>
                    <a:pt x="22839" y="269196"/>
                    <a:pt x="16937" y="287673"/>
                    <a:pt x="14371" y="289383"/>
                  </a:cubicBezTo>
                  <a:cubicBezTo>
                    <a:pt x="11804" y="291094"/>
                    <a:pt x="25320" y="303754"/>
                    <a:pt x="25320" y="303754"/>
                  </a:cubicBezTo>
                  <a:lnTo>
                    <a:pt x="26945" y="304695"/>
                  </a:lnTo>
                  <a:cubicBezTo>
                    <a:pt x="27116" y="310854"/>
                    <a:pt x="27458" y="319408"/>
                    <a:pt x="28656" y="328475"/>
                  </a:cubicBezTo>
                  <a:cubicBezTo>
                    <a:pt x="30880" y="345925"/>
                    <a:pt x="30367" y="392544"/>
                    <a:pt x="26945" y="408882"/>
                  </a:cubicBezTo>
                  <a:cubicBezTo>
                    <a:pt x="23523" y="425220"/>
                    <a:pt x="18477" y="456613"/>
                    <a:pt x="15141" y="484756"/>
                  </a:cubicBezTo>
                  <a:cubicBezTo>
                    <a:pt x="11719" y="512898"/>
                    <a:pt x="9495" y="576882"/>
                    <a:pt x="8383" y="585949"/>
                  </a:cubicBezTo>
                  <a:cubicBezTo>
                    <a:pt x="7271" y="594931"/>
                    <a:pt x="4448" y="599464"/>
                    <a:pt x="5560" y="604511"/>
                  </a:cubicBezTo>
                  <a:cubicBezTo>
                    <a:pt x="6672" y="609558"/>
                    <a:pt x="5560" y="614091"/>
                    <a:pt x="6159" y="621362"/>
                  </a:cubicBezTo>
                  <a:cubicBezTo>
                    <a:pt x="6758" y="628633"/>
                    <a:pt x="0" y="643859"/>
                    <a:pt x="0" y="656177"/>
                  </a:cubicBezTo>
                  <a:cubicBezTo>
                    <a:pt x="0" y="668495"/>
                    <a:pt x="2823" y="679187"/>
                    <a:pt x="6159" y="691590"/>
                  </a:cubicBezTo>
                  <a:lnTo>
                    <a:pt x="6159" y="691590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27ED03F9-1494-3A5D-ADCB-754DC3AD5CD6}"/>
                </a:ext>
              </a:extLst>
            </p:cNvPr>
            <p:cNvSpPr/>
            <p:nvPr/>
          </p:nvSpPr>
          <p:spPr>
            <a:xfrm>
              <a:off x="17058786" y="1728526"/>
              <a:ext cx="320590" cy="1196764"/>
            </a:xfrm>
            <a:custGeom>
              <a:avLst/>
              <a:gdLst>
                <a:gd name="connsiteX0" fmla="*/ 104583 w 320590"/>
                <a:gd name="connsiteY0" fmla="*/ 200077 h 1196764"/>
                <a:gd name="connsiteX1" fmla="*/ 96970 w 320590"/>
                <a:gd name="connsiteY1" fmla="*/ 204354 h 1196764"/>
                <a:gd name="connsiteX2" fmla="*/ 74387 w 320590"/>
                <a:gd name="connsiteY2" fmla="*/ 198110 h 1196764"/>
                <a:gd name="connsiteX3" fmla="*/ 42310 w 320590"/>
                <a:gd name="connsiteY3" fmla="*/ 215559 h 1196764"/>
                <a:gd name="connsiteX4" fmla="*/ 8608 w 320590"/>
                <a:gd name="connsiteY4" fmla="*/ 253111 h 1196764"/>
                <a:gd name="connsiteX5" fmla="*/ 995 w 320590"/>
                <a:gd name="connsiteY5" fmla="*/ 276464 h 1196764"/>
                <a:gd name="connsiteX6" fmla="*/ 7496 w 320590"/>
                <a:gd name="connsiteY6" fmla="*/ 292203 h 1196764"/>
                <a:gd name="connsiteX7" fmla="*/ 10746 w 320590"/>
                <a:gd name="connsiteY7" fmla="*/ 294427 h 1196764"/>
                <a:gd name="connsiteX8" fmla="*/ 9634 w 320590"/>
                <a:gd name="connsiteY8" fmla="*/ 323168 h 1196764"/>
                <a:gd name="connsiteX9" fmla="*/ 4160 w 320590"/>
                <a:gd name="connsiteY9" fmla="*/ 391686 h 1196764"/>
                <a:gd name="connsiteX10" fmla="*/ 7410 w 320590"/>
                <a:gd name="connsiteY10" fmla="*/ 442838 h 1196764"/>
                <a:gd name="connsiteX11" fmla="*/ 20498 w 320590"/>
                <a:gd name="connsiteY11" fmla="*/ 464651 h 1196764"/>
                <a:gd name="connsiteX12" fmla="*/ 50950 w 320590"/>
                <a:gd name="connsiteY12" fmla="*/ 466276 h 1196764"/>
                <a:gd name="connsiteX13" fmla="*/ 54542 w 320590"/>
                <a:gd name="connsiteY13" fmla="*/ 467217 h 1196764"/>
                <a:gd name="connsiteX14" fmla="*/ 55911 w 320590"/>
                <a:gd name="connsiteY14" fmla="*/ 472264 h 1196764"/>
                <a:gd name="connsiteX15" fmla="*/ 64550 w 320590"/>
                <a:gd name="connsiteY15" fmla="*/ 478679 h 1196764"/>
                <a:gd name="connsiteX16" fmla="*/ 60530 w 320590"/>
                <a:gd name="connsiteY16" fmla="*/ 478166 h 1196764"/>
                <a:gd name="connsiteX17" fmla="*/ 45817 w 320590"/>
                <a:gd name="connsiteY17" fmla="*/ 540182 h 1196764"/>
                <a:gd name="connsiteX18" fmla="*/ 37605 w 320590"/>
                <a:gd name="connsiteY18" fmla="*/ 623497 h 1196764"/>
                <a:gd name="connsiteX19" fmla="*/ 72677 w 320590"/>
                <a:gd name="connsiteY19" fmla="*/ 758222 h 1196764"/>
                <a:gd name="connsiteX20" fmla="*/ 92265 w 320590"/>
                <a:gd name="connsiteY20" fmla="*/ 839827 h 1196764"/>
                <a:gd name="connsiteX21" fmla="*/ 93121 w 320590"/>
                <a:gd name="connsiteY21" fmla="*/ 845558 h 1196764"/>
                <a:gd name="connsiteX22" fmla="*/ 103556 w 320590"/>
                <a:gd name="connsiteY22" fmla="*/ 853257 h 1196764"/>
                <a:gd name="connsiteX23" fmla="*/ 103728 w 320590"/>
                <a:gd name="connsiteY23" fmla="*/ 855737 h 1196764"/>
                <a:gd name="connsiteX24" fmla="*/ 106978 w 320590"/>
                <a:gd name="connsiteY24" fmla="*/ 872845 h 1196764"/>
                <a:gd name="connsiteX25" fmla="*/ 111084 w 320590"/>
                <a:gd name="connsiteY25" fmla="*/ 906719 h 1196764"/>
                <a:gd name="connsiteX26" fmla="*/ 128620 w 320590"/>
                <a:gd name="connsiteY26" fmla="*/ 971643 h 1196764"/>
                <a:gd name="connsiteX27" fmla="*/ 131442 w 320590"/>
                <a:gd name="connsiteY27" fmla="*/ 1001497 h 1196764"/>
                <a:gd name="connsiteX28" fmla="*/ 132298 w 320590"/>
                <a:gd name="connsiteY28" fmla="*/ 1053334 h 1196764"/>
                <a:gd name="connsiteX29" fmla="*/ 126139 w 320590"/>
                <a:gd name="connsiteY29" fmla="*/ 1086438 h 1196764"/>
                <a:gd name="connsiteX30" fmla="*/ 119210 w 320590"/>
                <a:gd name="connsiteY30" fmla="*/ 1107224 h 1196764"/>
                <a:gd name="connsiteX31" fmla="*/ 118013 w 320590"/>
                <a:gd name="connsiteY31" fmla="*/ 1117830 h 1196764"/>
                <a:gd name="connsiteX32" fmla="*/ 107833 w 320590"/>
                <a:gd name="connsiteY32" fmla="*/ 1127240 h 1196764"/>
                <a:gd name="connsiteX33" fmla="*/ 91068 w 320590"/>
                <a:gd name="connsiteY33" fmla="*/ 1138275 h 1196764"/>
                <a:gd name="connsiteX34" fmla="*/ 95943 w 320590"/>
                <a:gd name="connsiteY34" fmla="*/ 1161969 h 1196764"/>
                <a:gd name="connsiteX35" fmla="*/ 110656 w 320590"/>
                <a:gd name="connsiteY35" fmla="*/ 1176681 h 1196764"/>
                <a:gd name="connsiteX36" fmla="*/ 115960 w 320590"/>
                <a:gd name="connsiteY36" fmla="*/ 1186861 h 1196764"/>
                <a:gd name="connsiteX37" fmla="*/ 118782 w 320590"/>
                <a:gd name="connsiteY37" fmla="*/ 1192592 h 1196764"/>
                <a:gd name="connsiteX38" fmla="*/ 126567 w 320590"/>
                <a:gd name="connsiteY38" fmla="*/ 1196698 h 1196764"/>
                <a:gd name="connsiteX39" fmla="*/ 148636 w 320590"/>
                <a:gd name="connsiteY39" fmla="*/ 1186861 h 1196764"/>
                <a:gd name="connsiteX40" fmla="*/ 154367 w 320590"/>
                <a:gd name="connsiteY40" fmla="*/ 1178307 h 1196764"/>
                <a:gd name="connsiteX41" fmla="*/ 175581 w 320590"/>
                <a:gd name="connsiteY41" fmla="*/ 1172576 h 1196764"/>
                <a:gd name="connsiteX42" fmla="*/ 192689 w 320590"/>
                <a:gd name="connsiteY42" fmla="*/ 1162396 h 1196764"/>
                <a:gd name="connsiteX43" fmla="*/ 205776 w 320590"/>
                <a:gd name="connsiteY43" fmla="*/ 1147684 h 1196764"/>
                <a:gd name="connsiteX44" fmla="*/ 215955 w 320590"/>
                <a:gd name="connsiteY44" fmla="*/ 1137505 h 1196764"/>
                <a:gd name="connsiteX45" fmla="*/ 212277 w 320590"/>
                <a:gd name="connsiteY45" fmla="*/ 1097900 h 1196764"/>
                <a:gd name="connsiteX46" fmla="*/ 198762 w 320590"/>
                <a:gd name="connsiteY46" fmla="*/ 1019973 h 1196764"/>
                <a:gd name="connsiteX47" fmla="*/ 220831 w 320590"/>
                <a:gd name="connsiteY47" fmla="*/ 905692 h 1196764"/>
                <a:gd name="connsiteX48" fmla="*/ 221259 w 320590"/>
                <a:gd name="connsiteY48" fmla="*/ 859416 h 1196764"/>
                <a:gd name="connsiteX49" fmla="*/ 222884 w 320590"/>
                <a:gd name="connsiteY49" fmla="*/ 859587 h 1196764"/>
                <a:gd name="connsiteX50" fmla="*/ 272668 w 320590"/>
                <a:gd name="connsiteY50" fmla="*/ 711004 h 1196764"/>
                <a:gd name="connsiteX51" fmla="*/ 293112 w 320590"/>
                <a:gd name="connsiteY51" fmla="*/ 561567 h 1196764"/>
                <a:gd name="connsiteX52" fmla="*/ 283018 w 320590"/>
                <a:gd name="connsiteY52" fmla="*/ 483982 h 1196764"/>
                <a:gd name="connsiteX53" fmla="*/ 283189 w 320590"/>
                <a:gd name="connsiteY53" fmla="*/ 483982 h 1196764"/>
                <a:gd name="connsiteX54" fmla="*/ 294737 w 320590"/>
                <a:gd name="connsiteY54" fmla="*/ 501176 h 1196764"/>
                <a:gd name="connsiteX55" fmla="*/ 295593 w 320590"/>
                <a:gd name="connsiteY55" fmla="*/ 447286 h 1196764"/>
                <a:gd name="connsiteX56" fmla="*/ 296448 w 320590"/>
                <a:gd name="connsiteY56" fmla="*/ 488088 h 1196764"/>
                <a:gd name="connsiteX57" fmla="*/ 298929 w 320590"/>
                <a:gd name="connsiteY57" fmla="*/ 439074 h 1196764"/>
                <a:gd name="connsiteX58" fmla="*/ 297731 w 320590"/>
                <a:gd name="connsiteY58" fmla="*/ 434113 h 1196764"/>
                <a:gd name="connsiteX59" fmla="*/ 307397 w 320590"/>
                <a:gd name="connsiteY59" fmla="*/ 422223 h 1196764"/>
                <a:gd name="connsiteX60" fmla="*/ 315609 w 320590"/>
                <a:gd name="connsiteY60" fmla="*/ 334631 h 1196764"/>
                <a:gd name="connsiteX61" fmla="*/ 307996 w 320590"/>
                <a:gd name="connsiteY61" fmla="*/ 272614 h 1196764"/>
                <a:gd name="connsiteX62" fmla="*/ 320485 w 320590"/>
                <a:gd name="connsiteY62" fmla="*/ 264403 h 1196764"/>
                <a:gd name="connsiteX63" fmla="*/ 292684 w 320590"/>
                <a:gd name="connsiteY63" fmla="*/ 214362 h 1196764"/>
                <a:gd name="connsiteX64" fmla="*/ 270187 w 320590"/>
                <a:gd name="connsiteY64" fmla="*/ 204354 h 1196764"/>
                <a:gd name="connsiteX65" fmla="*/ 261463 w 320590"/>
                <a:gd name="connsiteY65" fmla="*/ 182884 h 1196764"/>
                <a:gd name="connsiteX66" fmla="*/ 254961 w 320590"/>
                <a:gd name="connsiteY66" fmla="*/ 157564 h 1196764"/>
                <a:gd name="connsiteX67" fmla="*/ 253336 w 320590"/>
                <a:gd name="connsiteY67" fmla="*/ 126513 h 1196764"/>
                <a:gd name="connsiteX68" fmla="*/ 241104 w 320590"/>
                <a:gd name="connsiteY68" fmla="*/ 75104 h 1196764"/>
                <a:gd name="connsiteX69" fmla="*/ 174982 w 320590"/>
                <a:gd name="connsiteY69" fmla="*/ 0 h 1196764"/>
                <a:gd name="connsiteX70" fmla="*/ 96628 w 320590"/>
                <a:gd name="connsiteY70" fmla="*/ 109405 h 1196764"/>
                <a:gd name="connsiteX71" fmla="*/ 99108 w 320590"/>
                <a:gd name="connsiteY71" fmla="*/ 173902 h 1196764"/>
                <a:gd name="connsiteX72" fmla="*/ 96628 w 320590"/>
                <a:gd name="connsiteY72" fmla="*/ 138745 h 1196764"/>
                <a:gd name="connsiteX73" fmla="*/ 117842 w 320590"/>
                <a:gd name="connsiteY73" fmla="*/ 189384 h 1196764"/>
                <a:gd name="connsiteX74" fmla="*/ 104754 w 320590"/>
                <a:gd name="connsiteY74" fmla="*/ 199991 h 1196764"/>
                <a:gd name="connsiteX75" fmla="*/ 104754 w 320590"/>
                <a:gd name="connsiteY75" fmla="*/ 199991 h 119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20590" h="1196764">
                  <a:moveTo>
                    <a:pt x="104583" y="200077"/>
                  </a:moveTo>
                  <a:cubicBezTo>
                    <a:pt x="102017" y="201617"/>
                    <a:pt x="99451" y="202985"/>
                    <a:pt x="96970" y="204354"/>
                  </a:cubicBezTo>
                  <a:cubicBezTo>
                    <a:pt x="95601" y="202814"/>
                    <a:pt x="88844" y="196228"/>
                    <a:pt x="74387" y="198110"/>
                  </a:cubicBezTo>
                  <a:cubicBezTo>
                    <a:pt x="58049" y="200333"/>
                    <a:pt x="55312" y="208973"/>
                    <a:pt x="42310" y="215559"/>
                  </a:cubicBezTo>
                  <a:cubicBezTo>
                    <a:pt x="29223" y="222146"/>
                    <a:pt x="11259" y="236773"/>
                    <a:pt x="8608" y="253111"/>
                  </a:cubicBezTo>
                  <a:cubicBezTo>
                    <a:pt x="5870" y="269450"/>
                    <a:pt x="4245" y="271075"/>
                    <a:pt x="995" y="276464"/>
                  </a:cubicBezTo>
                  <a:cubicBezTo>
                    <a:pt x="-2256" y="281938"/>
                    <a:pt x="3133" y="287926"/>
                    <a:pt x="7496" y="292203"/>
                  </a:cubicBezTo>
                  <a:cubicBezTo>
                    <a:pt x="8265" y="292973"/>
                    <a:pt x="9378" y="293743"/>
                    <a:pt x="10746" y="294427"/>
                  </a:cubicBezTo>
                  <a:cubicBezTo>
                    <a:pt x="10575" y="295796"/>
                    <a:pt x="8608" y="316325"/>
                    <a:pt x="9634" y="323168"/>
                  </a:cubicBezTo>
                  <a:cubicBezTo>
                    <a:pt x="10746" y="330268"/>
                    <a:pt x="2534" y="366109"/>
                    <a:pt x="4160" y="391686"/>
                  </a:cubicBezTo>
                  <a:cubicBezTo>
                    <a:pt x="5785" y="417262"/>
                    <a:pt x="4673" y="435225"/>
                    <a:pt x="7410" y="442838"/>
                  </a:cubicBezTo>
                  <a:cubicBezTo>
                    <a:pt x="10147" y="450451"/>
                    <a:pt x="12885" y="463539"/>
                    <a:pt x="20498" y="464651"/>
                  </a:cubicBezTo>
                  <a:cubicBezTo>
                    <a:pt x="28111" y="465763"/>
                    <a:pt x="42225" y="463539"/>
                    <a:pt x="50950" y="466276"/>
                  </a:cubicBezTo>
                  <a:cubicBezTo>
                    <a:pt x="51891" y="466533"/>
                    <a:pt x="53088" y="466875"/>
                    <a:pt x="54542" y="467217"/>
                  </a:cubicBezTo>
                  <a:cubicBezTo>
                    <a:pt x="54799" y="469698"/>
                    <a:pt x="55227" y="471494"/>
                    <a:pt x="55911" y="472264"/>
                  </a:cubicBezTo>
                  <a:cubicBezTo>
                    <a:pt x="57536" y="474146"/>
                    <a:pt x="59760" y="476455"/>
                    <a:pt x="64550" y="478679"/>
                  </a:cubicBezTo>
                  <a:cubicBezTo>
                    <a:pt x="62070" y="478337"/>
                    <a:pt x="60530" y="478166"/>
                    <a:pt x="60530" y="478166"/>
                  </a:cubicBezTo>
                  <a:cubicBezTo>
                    <a:pt x="60530" y="478166"/>
                    <a:pt x="51548" y="508361"/>
                    <a:pt x="45817" y="540182"/>
                  </a:cubicBezTo>
                  <a:cubicBezTo>
                    <a:pt x="40086" y="572003"/>
                    <a:pt x="35210" y="582610"/>
                    <a:pt x="37605" y="623497"/>
                  </a:cubicBezTo>
                  <a:cubicBezTo>
                    <a:pt x="40086" y="664300"/>
                    <a:pt x="55569" y="705102"/>
                    <a:pt x="72677" y="758222"/>
                  </a:cubicBezTo>
                  <a:cubicBezTo>
                    <a:pt x="89870" y="811257"/>
                    <a:pt x="90640" y="827595"/>
                    <a:pt x="92265" y="839827"/>
                  </a:cubicBezTo>
                  <a:lnTo>
                    <a:pt x="93121" y="845558"/>
                  </a:lnTo>
                  <a:cubicBezTo>
                    <a:pt x="93121" y="845558"/>
                    <a:pt x="96713" y="849921"/>
                    <a:pt x="103556" y="853257"/>
                  </a:cubicBezTo>
                  <a:lnTo>
                    <a:pt x="103728" y="855737"/>
                  </a:lnTo>
                  <a:cubicBezTo>
                    <a:pt x="103728" y="855737"/>
                    <a:pt x="106978" y="866344"/>
                    <a:pt x="106978" y="872845"/>
                  </a:cubicBezTo>
                  <a:cubicBezTo>
                    <a:pt x="106978" y="879346"/>
                    <a:pt x="108603" y="891664"/>
                    <a:pt x="111084" y="906719"/>
                  </a:cubicBezTo>
                  <a:cubicBezTo>
                    <a:pt x="113565" y="921859"/>
                    <a:pt x="123744" y="956931"/>
                    <a:pt x="128620" y="971643"/>
                  </a:cubicBezTo>
                  <a:cubicBezTo>
                    <a:pt x="128620" y="971643"/>
                    <a:pt x="128620" y="973269"/>
                    <a:pt x="131442" y="1001497"/>
                  </a:cubicBezTo>
                  <a:cubicBezTo>
                    <a:pt x="134351" y="1029639"/>
                    <a:pt x="132298" y="1038279"/>
                    <a:pt x="132298" y="1053334"/>
                  </a:cubicBezTo>
                  <a:cubicBezTo>
                    <a:pt x="132298" y="1068389"/>
                    <a:pt x="127764" y="1080279"/>
                    <a:pt x="126139" y="1086438"/>
                  </a:cubicBezTo>
                  <a:cubicBezTo>
                    <a:pt x="124514" y="1092596"/>
                    <a:pt x="119210" y="1100295"/>
                    <a:pt x="119210" y="1107224"/>
                  </a:cubicBezTo>
                  <a:cubicBezTo>
                    <a:pt x="119210" y="1114152"/>
                    <a:pt x="120066" y="1114580"/>
                    <a:pt x="118013" y="1117830"/>
                  </a:cubicBezTo>
                  <a:cubicBezTo>
                    <a:pt x="115960" y="1121081"/>
                    <a:pt x="112282" y="1124332"/>
                    <a:pt x="107833" y="1127240"/>
                  </a:cubicBezTo>
                  <a:cubicBezTo>
                    <a:pt x="103385" y="1130063"/>
                    <a:pt x="93548" y="1132116"/>
                    <a:pt x="91068" y="1138275"/>
                  </a:cubicBezTo>
                  <a:cubicBezTo>
                    <a:pt x="88587" y="1144433"/>
                    <a:pt x="88587" y="1155810"/>
                    <a:pt x="95943" y="1161969"/>
                  </a:cubicBezTo>
                  <a:cubicBezTo>
                    <a:pt x="103300" y="1168042"/>
                    <a:pt x="107406" y="1171806"/>
                    <a:pt x="110656" y="1176681"/>
                  </a:cubicBezTo>
                  <a:cubicBezTo>
                    <a:pt x="113907" y="1181557"/>
                    <a:pt x="112709" y="1182070"/>
                    <a:pt x="115960" y="1186861"/>
                  </a:cubicBezTo>
                  <a:cubicBezTo>
                    <a:pt x="117585" y="1189342"/>
                    <a:pt x="117157" y="1188914"/>
                    <a:pt x="118782" y="1192592"/>
                  </a:cubicBezTo>
                  <a:cubicBezTo>
                    <a:pt x="120408" y="1196270"/>
                    <a:pt x="120408" y="1195843"/>
                    <a:pt x="126567" y="1196698"/>
                  </a:cubicBezTo>
                  <a:cubicBezTo>
                    <a:pt x="132725" y="1197468"/>
                    <a:pt x="142905" y="1191394"/>
                    <a:pt x="148636" y="1186861"/>
                  </a:cubicBezTo>
                  <a:cubicBezTo>
                    <a:pt x="154367" y="1182413"/>
                    <a:pt x="147011" y="1181985"/>
                    <a:pt x="154367" y="1178307"/>
                  </a:cubicBezTo>
                  <a:cubicBezTo>
                    <a:pt x="161723" y="1174629"/>
                    <a:pt x="170705" y="1172234"/>
                    <a:pt x="175581" y="1172576"/>
                  </a:cubicBezTo>
                  <a:cubicBezTo>
                    <a:pt x="180457" y="1173003"/>
                    <a:pt x="188241" y="1170523"/>
                    <a:pt x="192689" y="1162396"/>
                  </a:cubicBezTo>
                  <a:cubicBezTo>
                    <a:pt x="197222" y="1154270"/>
                    <a:pt x="198420" y="1152987"/>
                    <a:pt x="205776" y="1147684"/>
                  </a:cubicBezTo>
                  <a:cubicBezTo>
                    <a:pt x="213133" y="1142380"/>
                    <a:pt x="215955" y="1140327"/>
                    <a:pt x="215955" y="1137505"/>
                  </a:cubicBezTo>
                  <a:cubicBezTo>
                    <a:pt x="215955" y="1134682"/>
                    <a:pt x="218436" y="1108164"/>
                    <a:pt x="212277" y="1097900"/>
                  </a:cubicBezTo>
                  <a:cubicBezTo>
                    <a:pt x="206118" y="1087721"/>
                    <a:pt x="197564" y="1053419"/>
                    <a:pt x="198762" y="1019973"/>
                  </a:cubicBezTo>
                  <a:cubicBezTo>
                    <a:pt x="199960" y="986527"/>
                    <a:pt x="222884" y="960352"/>
                    <a:pt x="220831" y="905692"/>
                  </a:cubicBezTo>
                  <a:cubicBezTo>
                    <a:pt x="220831" y="905692"/>
                    <a:pt x="223654" y="868397"/>
                    <a:pt x="221259" y="859416"/>
                  </a:cubicBezTo>
                  <a:lnTo>
                    <a:pt x="222884" y="859587"/>
                  </a:lnTo>
                  <a:cubicBezTo>
                    <a:pt x="225279" y="859587"/>
                    <a:pt x="244098" y="769770"/>
                    <a:pt x="272668" y="711004"/>
                  </a:cubicBezTo>
                  <a:cubicBezTo>
                    <a:pt x="301238" y="652239"/>
                    <a:pt x="296363" y="595099"/>
                    <a:pt x="293112" y="561567"/>
                  </a:cubicBezTo>
                  <a:cubicBezTo>
                    <a:pt x="289947" y="529490"/>
                    <a:pt x="286868" y="496728"/>
                    <a:pt x="283018" y="483982"/>
                  </a:cubicBezTo>
                  <a:lnTo>
                    <a:pt x="283189" y="483982"/>
                  </a:lnTo>
                  <a:cubicBezTo>
                    <a:pt x="287980" y="494418"/>
                    <a:pt x="294737" y="501176"/>
                    <a:pt x="294737" y="501176"/>
                  </a:cubicBezTo>
                  <a:cubicBezTo>
                    <a:pt x="285756" y="484838"/>
                    <a:pt x="295593" y="447286"/>
                    <a:pt x="295593" y="447286"/>
                  </a:cubicBezTo>
                  <a:cubicBezTo>
                    <a:pt x="301324" y="455412"/>
                    <a:pt x="296448" y="488088"/>
                    <a:pt x="296448" y="488088"/>
                  </a:cubicBezTo>
                  <a:cubicBezTo>
                    <a:pt x="301324" y="477482"/>
                    <a:pt x="302179" y="460288"/>
                    <a:pt x="298929" y="439074"/>
                  </a:cubicBezTo>
                  <a:cubicBezTo>
                    <a:pt x="298672" y="437364"/>
                    <a:pt x="298244" y="435738"/>
                    <a:pt x="297731" y="434113"/>
                  </a:cubicBezTo>
                  <a:cubicBezTo>
                    <a:pt x="301837" y="430948"/>
                    <a:pt x="304232" y="427013"/>
                    <a:pt x="307397" y="422223"/>
                  </a:cubicBezTo>
                  <a:cubicBezTo>
                    <a:pt x="313385" y="412985"/>
                    <a:pt x="317747" y="355246"/>
                    <a:pt x="315609" y="334631"/>
                  </a:cubicBezTo>
                  <a:cubicBezTo>
                    <a:pt x="313470" y="313930"/>
                    <a:pt x="310135" y="276378"/>
                    <a:pt x="307996" y="272614"/>
                  </a:cubicBezTo>
                  <a:cubicBezTo>
                    <a:pt x="312358" y="271502"/>
                    <a:pt x="318859" y="272101"/>
                    <a:pt x="320485" y="264403"/>
                  </a:cubicBezTo>
                  <a:cubicBezTo>
                    <a:pt x="322110" y="256790"/>
                    <a:pt x="304660" y="224712"/>
                    <a:pt x="292684" y="214362"/>
                  </a:cubicBezTo>
                  <a:cubicBezTo>
                    <a:pt x="285927" y="208460"/>
                    <a:pt x="277544" y="205637"/>
                    <a:pt x="270187" y="204354"/>
                  </a:cubicBezTo>
                  <a:cubicBezTo>
                    <a:pt x="266424" y="196399"/>
                    <a:pt x="262489" y="189128"/>
                    <a:pt x="261463" y="182884"/>
                  </a:cubicBezTo>
                  <a:cubicBezTo>
                    <a:pt x="258982" y="168171"/>
                    <a:pt x="254961" y="169796"/>
                    <a:pt x="254961" y="157564"/>
                  </a:cubicBezTo>
                  <a:cubicBezTo>
                    <a:pt x="254961" y="145332"/>
                    <a:pt x="258212" y="137120"/>
                    <a:pt x="253336" y="126513"/>
                  </a:cubicBezTo>
                  <a:cubicBezTo>
                    <a:pt x="248460" y="115906"/>
                    <a:pt x="245980" y="101193"/>
                    <a:pt x="241104" y="75104"/>
                  </a:cubicBezTo>
                  <a:cubicBezTo>
                    <a:pt x="236228" y="49014"/>
                    <a:pt x="220660" y="0"/>
                    <a:pt x="174982" y="0"/>
                  </a:cubicBezTo>
                  <a:cubicBezTo>
                    <a:pt x="129304" y="0"/>
                    <a:pt x="105609" y="67747"/>
                    <a:pt x="96628" y="109405"/>
                  </a:cubicBezTo>
                  <a:cubicBezTo>
                    <a:pt x="87646" y="151063"/>
                    <a:pt x="99108" y="173902"/>
                    <a:pt x="99108" y="173902"/>
                  </a:cubicBezTo>
                  <a:cubicBezTo>
                    <a:pt x="96628" y="164920"/>
                    <a:pt x="96628" y="138745"/>
                    <a:pt x="96628" y="138745"/>
                  </a:cubicBezTo>
                  <a:cubicBezTo>
                    <a:pt x="100734" y="164065"/>
                    <a:pt x="117842" y="189384"/>
                    <a:pt x="117842" y="189384"/>
                  </a:cubicBezTo>
                  <a:cubicBezTo>
                    <a:pt x="117842" y="189384"/>
                    <a:pt x="116216" y="193490"/>
                    <a:pt x="104754" y="199991"/>
                  </a:cubicBezTo>
                  <a:lnTo>
                    <a:pt x="104754" y="199991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54A2486C-D396-6C1E-36F3-75B75749EC3A}"/>
                </a:ext>
              </a:extLst>
            </p:cNvPr>
            <p:cNvSpPr/>
            <p:nvPr/>
          </p:nvSpPr>
          <p:spPr>
            <a:xfrm>
              <a:off x="-4405287" y="2623568"/>
              <a:ext cx="335839" cy="1247644"/>
            </a:xfrm>
            <a:custGeom>
              <a:avLst/>
              <a:gdLst>
                <a:gd name="connsiteX0" fmla="*/ 32607 w 335839"/>
                <a:gd name="connsiteY0" fmla="*/ 518157 h 1247644"/>
                <a:gd name="connsiteX1" fmla="*/ 32436 w 335839"/>
                <a:gd name="connsiteY1" fmla="*/ 518584 h 1247644"/>
                <a:gd name="connsiteX2" fmla="*/ 30041 w 335839"/>
                <a:gd name="connsiteY2" fmla="*/ 515077 h 1247644"/>
                <a:gd name="connsiteX3" fmla="*/ 32607 w 335839"/>
                <a:gd name="connsiteY3" fmla="*/ 518157 h 1247644"/>
                <a:gd name="connsiteX4" fmla="*/ 32607 w 335839"/>
                <a:gd name="connsiteY4" fmla="*/ 518157 h 1247644"/>
                <a:gd name="connsiteX5" fmla="*/ 48175 w 335839"/>
                <a:gd name="connsiteY5" fmla="*/ 471281 h 1247644"/>
                <a:gd name="connsiteX6" fmla="*/ 49459 w 335839"/>
                <a:gd name="connsiteY6" fmla="*/ 468116 h 1247644"/>
                <a:gd name="connsiteX7" fmla="*/ 49972 w 335839"/>
                <a:gd name="connsiteY7" fmla="*/ 468287 h 1247644"/>
                <a:gd name="connsiteX8" fmla="*/ 40135 w 335839"/>
                <a:gd name="connsiteY8" fmla="*/ 487020 h 1247644"/>
                <a:gd name="connsiteX9" fmla="*/ 48175 w 335839"/>
                <a:gd name="connsiteY9" fmla="*/ 471281 h 1247644"/>
                <a:gd name="connsiteX10" fmla="*/ 48175 w 335839"/>
                <a:gd name="connsiteY10" fmla="*/ 471281 h 1247644"/>
                <a:gd name="connsiteX11" fmla="*/ 137650 w 335839"/>
                <a:gd name="connsiteY11" fmla="*/ 803859 h 1247644"/>
                <a:gd name="connsiteX12" fmla="*/ 133801 w 335839"/>
                <a:gd name="connsiteY12" fmla="*/ 825671 h 1247644"/>
                <a:gd name="connsiteX13" fmla="*/ 130978 w 335839"/>
                <a:gd name="connsiteY13" fmla="*/ 803431 h 1247644"/>
                <a:gd name="connsiteX14" fmla="*/ 137650 w 335839"/>
                <a:gd name="connsiteY14" fmla="*/ 803859 h 1247644"/>
                <a:gd name="connsiteX15" fmla="*/ 137650 w 335839"/>
                <a:gd name="connsiteY15" fmla="*/ 803859 h 1247644"/>
                <a:gd name="connsiteX16" fmla="*/ 143467 w 335839"/>
                <a:gd name="connsiteY16" fmla="*/ 915830 h 1247644"/>
                <a:gd name="connsiteX17" fmla="*/ 138505 w 335839"/>
                <a:gd name="connsiteY17" fmla="*/ 905907 h 1247644"/>
                <a:gd name="connsiteX18" fmla="*/ 133715 w 335839"/>
                <a:gd name="connsiteY18" fmla="*/ 894873 h 1247644"/>
                <a:gd name="connsiteX19" fmla="*/ 135426 w 335839"/>
                <a:gd name="connsiteY19" fmla="*/ 878449 h 1247644"/>
                <a:gd name="connsiteX20" fmla="*/ 136880 w 335839"/>
                <a:gd name="connsiteY20" fmla="*/ 880844 h 1247644"/>
                <a:gd name="connsiteX21" fmla="*/ 142953 w 335839"/>
                <a:gd name="connsiteY21" fmla="*/ 900347 h 1247644"/>
                <a:gd name="connsiteX22" fmla="*/ 143381 w 335839"/>
                <a:gd name="connsiteY22" fmla="*/ 915915 h 1247644"/>
                <a:gd name="connsiteX23" fmla="*/ 143381 w 335839"/>
                <a:gd name="connsiteY23" fmla="*/ 915915 h 1247644"/>
                <a:gd name="connsiteX24" fmla="*/ 258175 w 335839"/>
                <a:gd name="connsiteY24" fmla="*/ 444593 h 1247644"/>
                <a:gd name="connsiteX25" fmla="*/ 261682 w 335839"/>
                <a:gd name="connsiteY25" fmla="*/ 435354 h 1247644"/>
                <a:gd name="connsiteX26" fmla="*/ 263821 w 335839"/>
                <a:gd name="connsiteY26" fmla="*/ 418503 h 1247644"/>
                <a:gd name="connsiteX27" fmla="*/ 265189 w 335839"/>
                <a:gd name="connsiteY27" fmla="*/ 406955 h 1247644"/>
                <a:gd name="connsiteX28" fmla="*/ 268611 w 335839"/>
                <a:gd name="connsiteY28" fmla="*/ 392585 h 1247644"/>
                <a:gd name="connsiteX29" fmla="*/ 272118 w 335839"/>
                <a:gd name="connsiteY29" fmla="*/ 346735 h 1247644"/>
                <a:gd name="connsiteX30" fmla="*/ 278448 w 335839"/>
                <a:gd name="connsiteY30" fmla="*/ 381037 h 1247644"/>
                <a:gd name="connsiteX31" fmla="*/ 278106 w 335839"/>
                <a:gd name="connsiteY31" fmla="*/ 384031 h 1247644"/>
                <a:gd name="connsiteX32" fmla="*/ 269808 w 335839"/>
                <a:gd name="connsiteY32" fmla="*/ 452206 h 1247644"/>
                <a:gd name="connsiteX33" fmla="*/ 276737 w 335839"/>
                <a:gd name="connsiteY33" fmla="*/ 456568 h 1247644"/>
                <a:gd name="connsiteX34" fmla="*/ 276994 w 335839"/>
                <a:gd name="connsiteY34" fmla="*/ 456568 h 1247644"/>
                <a:gd name="connsiteX35" fmla="*/ 275882 w 335839"/>
                <a:gd name="connsiteY35" fmla="*/ 467175 h 1247644"/>
                <a:gd name="connsiteX36" fmla="*/ 269381 w 335839"/>
                <a:gd name="connsiteY36" fmla="*/ 555794 h 1247644"/>
                <a:gd name="connsiteX37" fmla="*/ 258603 w 335839"/>
                <a:gd name="connsiteY37" fmla="*/ 515505 h 1247644"/>
                <a:gd name="connsiteX38" fmla="*/ 258517 w 335839"/>
                <a:gd name="connsiteY38" fmla="*/ 515505 h 1247644"/>
                <a:gd name="connsiteX39" fmla="*/ 261768 w 335839"/>
                <a:gd name="connsiteY39" fmla="*/ 504898 h 1247644"/>
                <a:gd name="connsiteX40" fmla="*/ 255609 w 335839"/>
                <a:gd name="connsiteY40" fmla="*/ 466405 h 1247644"/>
                <a:gd name="connsiteX41" fmla="*/ 256122 w 335839"/>
                <a:gd name="connsiteY41" fmla="*/ 465122 h 1247644"/>
                <a:gd name="connsiteX42" fmla="*/ 255267 w 335839"/>
                <a:gd name="connsiteY42" fmla="*/ 463582 h 1247644"/>
                <a:gd name="connsiteX43" fmla="*/ 253984 w 335839"/>
                <a:gd name="connsiteY43" fmla="*/ 451521 h 1247644"/>
                <a:gd name="connsiteX44" fmla="*/ 258261 w 335839"/>
                <a:gd name="connsiteY44" fmla="*/ 444507 h 1247644"/>
                <a:gd name="connsiteX45" fmla="*/ 258261 w 335839"/>
                <a:gd name="connsiteY45" fmla="*/ 444507 h 1247644"/>
                <a:gd name="connsiteX46" fmla="*/ 13618 w 335839"/>
                <a:gd name="connsiteY46" fmla="*/ 607289 h 1247644"/>
                <a:gd name="connsiteX47" fmla="*/ 188 w 335839"/>
                <a:gd name="connsiteY47" fmla="*/ 647578 h 1247644"/>
                <a:gd name="connsiteX48" fmla="*/ 6261 w 335839"/>
                <a:gd name="connsiteY48" fmla="*/ 677431 h 1247644"/>
                <a:gd name="connsiteX49" fmla="*/ 23968 w 335839"/>
                <a:gd name="connsiteY49" fmla="*/ 695565 h 1247644"/>
                <a:gd name="connsiteX50" fmla="*/ 31752 w 335839"/>
                <a:gd name="connsiteY50" fmla="*/ 688979 h 1247644"/>
                <a:gd name="connsiteX51" fmla="*/ 31752 w 335839"/>
                <a:gd name="connsiteY51" fmla="*/ 689492 h 1247644"/>
                <a:gd name="connsiteX52" fmla="*/ 34831 w 335839"/>
                <a:gd name="connsiteY52" fmla="*/ 798812 h 1247644"/>
                <a:gd name="connsiteX53" fmla="*/ 52025 w 335839"/>
                <a:gd name="connsiteY53" fmla="*/ 799325 h 1247644"/>
                <a:gd name="connsiteX54" fmla="*/ 52196 w 335839"/>
                <a:gd name="connsiteY54" fmla="*/ 801036 h 1247644"/>
                <a:gd name="connsiteX55" fmla="*/ 64343 w 335839"/>
                <a:gd name="connsiteY55" fmla="*/ 879647 h 1247644"/>
                <a:gd name="connsiteX56" fmla="*/ 71271 w 335839"/>
                <a:gd name="connsiteY56" fmla="*/ 936274 h 1247644"/>
                <a:gd name="connsiteX57" fmla="*/ 123964 w 335839"/>
                <a:gd name="connsiteY57" fmla="*/ 1047390 h 1247644"/>
                <a:gd name="connsiteX58" fmla="*/ 124391 w 335839"/>
                <a:gd name="connsiteY58" fmla="*/ 1078526 h 1247644"/>
                <a:gd name="connsiteX59" fmla="*/ 107540 w 335839"/>
                <a:gd name="connsiteY59" fmla="*/ 1129508 h 1247644"/>
                <a:gd name="connsiteX60" fmla="*/ 99328 w 335839"/>
                <a:gd name="connsiteY60" fmla="*/ 1164066 h 1247644"/>
                <a:gd name="connsiteX61" fmla="*/ 101039 w 335839"/>
                <a:gd name="connsiteY61" fmla="*/ 1185279 h 1247644"/>
                <a:gd name="connsiteX62" fmla="*/ 93255 w 335839"/>
                <a:gd name="connsiteY62" fmla="*/ 1202986 h 1247644"/>
                <a:gd name="connsiteX63" fmla="*/ 78542 w 335839"/>
                <a:gd name="connsiteY63" fmla="*/ 1216416 h 1247644"/>
                <a:gd name="connsiteX64" fmla="*/ 75121 w 335839"/>
                <a:gd name="connsiteY64" fmla="*/ 1238485 h 1247644"/>
                <a:gd name="connsiteX65" fmla="*/ 85043 w 335839"/>
                <a:gd name="connsiteY65" fmla="*/ 1246697 h 1247644"/>
                <a:gd name="connsiteX66" fmla="*/ 147316 w 335839"/>
                <a:gd name="connsiteY66" fmla="*/ 1241051 h 1247644"/>
                <a:gd name="connsiteX67" fmla="*/ 160318 w 335839"/>
                <a:gd name="connsiteY67" fmla="*/ 1205638 h 1247644"/>
                <a:gd name="connsiteX68" fmla="*/ 171524 w 335839"/>
                <a:gd name="connsiteY68" fmla="*/ 1190069 h 1247644"/>
                <a:gd name="connsiteX69" fmla="*/ 168102 w 335839"/>
                <a:gd name="connsiteY69" fmla="*/ 1166717 h 1247644"/>
                <a:gd name="connsiteX70" fmla="*/ 169813 w 335839"/>
                <a:gd name="connsiteY70" fmla="*/ 1148155 h 1247644"/>
                <a:gd name="connsiteX71" fmla="*/ 175458 w 335839"/>
                <a:gd name="connsiteY71" fmla="*/ 1102306 h 1247644"/>
                <a:gd name="connsiteX72" fmla="*/ 198383 w 335839"/>
                <a:gd name="connsiteY72" fmla="*/ 1021899 h 1247644"/>
                <a:gd name="connsiteX73" fmla="*/ 207878 w 335839"/>
                <a:gd name="connsiteY73" fmla="*/ 888372 h 1247644"/>
                <a:gd name="connsiteX74" fmla="*/ 209589 w 335839"/>
                <a:gd name="connsiteY74" fmla="*/ 839101 h 1247644"/>
                <a:gd name="connsiteX75" fmla="*/ 220880 w 335839"/>
                <a:gd name="connsiteY75" fmla="*/ 800608 h 1247644"/>
                <a:gd name="connsiteX76" fmla="*/ 231658 w 335839"/>
                <a:gd name="connsiteY76" fmla="*/ 801463 h 1247644"/>
                <a:gd name="connsiteX77" fmla="*/ 255438 w 335839"/>
                <a:gd name="connsiteY77" fmla="*/ 718062 h 1247644"/>
                <a:gd name="connsiteX78" fmla="*/ 274085 w 335839"/>
                <a:gd name="connsiteY78" fmla="*/ 651513 h 1247644"/>
                <a:gd name="connsiteX79" fmla="*/ 274428 w 335839"/>
                <a:gd name="connsiteY79" fmla="*/ 651170 h 1247644"/>
                <a:gd name="connsiteX80" fmla="*/ 279817 w 335839"/>
                <a:gd name="connsiteY80" fmla="*/ 642189 h 1247644"/>
                <a:gd name="connsiteX81" fmla="*/ 285976 w 335839"/>
                <a:gd name="connsiteY81" fmla="*/ 636714 h 1247644"/>
                <a:gd name="connsiteX82" fmla="*/ 288713 w 335839"/>
                <a:gd name="connsiteY82" fmla="*/ 629101 h 1247644"/>
                <a:gd name="connsiteX83" fmla="*/ 292819 w 335839"/>
                <a:gd name="connsiteY83" fmla="*/ 621916 h 1247644"/>
                <a:gd name="connsiteX84" fmla="*/ 294016 w 335839"/>
                <a:gd name="connsiteY84" fmla="*/ 600531 h 1247644"/>
                <a:gd name="connsiteX85" fmla="*/ 296668 w 335839"/>
                <a:gd name="connsiteY85" fmla="*/ 586246 h 1247644"/>
                <a:gd name="connsiteX86" fmla="*/ 296411 w 335839"/>
                <a:gd name="connsiteY86" fmla="*/ 576580 h 1247644"/>
                <a:gd name="connsiteX87" fmla="*/ 296411 w 335839"/>
                <a:gd name="connsiteY87" fmla="*/ 576580 h 1247644"/>
                <a:gd name="connsiteX88" fmla="*/ 311210 w 335839"/>
                <a:gd name="connsiteY88" fmla="*/ 519440 h 1247644"/>
                <a:gd name="connsiteX89" fmla="*/ 319849 w 335839"/>
                <a:gd name="connsiteY89" fmla="*/ 458792 h 1247644"/>
                <a:gd name="connsiteX90" fmla="*/ 330798 w 335839"/>
                <a:gd name="connsiteY90" fmla="*/ 452719 h 1247644"/>
                <a:gd name="connsiteX91" fmla="*/ 331226 w 335839"/>
                <a:gd name="connsiteY91" fmla="*/ 443652 h 1247644"/>
                <a:gd name="connsiteX92" fmla="*/ 335246 w 335839"/>
                <a:gd name="connsiteY92" fmla="*/ 394381 h 1247644"/>
                <a:gd name="connsiteX93" fmla="*/ 329173 w 335839"/>
                <a:gd name="connsiteY93" fmla="*/ 329542 h 1247644"/>
                <a:gd name="connsiteX94" fmla="*/ 328317 w 335839"/>
                <a:gd name="connsiteY94" fmla="*/ 289766 h 1247644"/>
                <a:gd name="connsiteX95" fmla="*/ 323955 w 335839"/>
                <a:gd name="connsiteY95" fmla="*/ 253497 h 1247644"/>
                <a:gd name="connsiteX96" fmla="*/ 314460 w 335839"/>
                <a:gd name="connsiteY96" fmla="*/ 234508 h 1247644"/>
                <a:gd name="connsiteX97" fmla="*/ 307531 w 335839"/>
                <a:gd name="connsiteY97" fmla="*/ 220650 h 1247644"/>
                <a:gd name="connsiteX98" fmla="*/ 299747 w 335839"/>
                <a:gd name="connsiteY98" fmla="*/ 207648 h 1247644"/>
                <a:gd name="connsiteX99" fmla="*/ 291108 w 335839"/>
                <a:gd name="connsiteY99" fmla="*/ 201575 h 1247644"/>
                <a:gd name="connsiteX100" fmla="*/ 260399 w 335839"/>
                <a:gd name="connsiteY100" fmla="*/ 182671 h 1247644"/>
                <a:gd name="connsiteX101" fmla="*/ 256293 w 335839"/>
                <a:gd name="connsiteY101" fmla="*/ 153673 h 1247644"/>
                <a:gd name="connsiteX102" fmla="*/ 251075 w 335839"/>
                <a:gd name="connsiteY102" fmla="*/ 115608 h 1247644"/>
                <a:gd name="connsiteX103" fmla="*/ 247654 w 335839"/>
                <a:gd name="connsiteY103" fmla="*/ 79339 h 1247644"/>
                <a:gd name="connsiteX104" fmla="*/ 234395 w 335839"/>
                <a:gd name="connsiteY104" fmla="*/ 28614 h 1247644"/>
                <a:gd name="connsiteX105" fmla="*/ 207279 w 335839"/>
                <a:gd name="connsiteY105" fmla="*/ 3294 h 1247644"/>
                <a:gd name="connsiteX106" fmla="*/ 192908 w 335839"/>
                <a:gd name="connsiteY106" fmla="*/ 2695 h 1247644"/>
                <a:gd name="connsiteX107" fmla="*/ 137564 w 335839"/>
                <a:gd name="connsiteY107" fmla="*/ 8512 h 1247644"/>
                <a:gd name="connsiteX108" fmla="*/ 107540 w 335839"/>
                <a:gd name="connsiteY108" fmla="*/ 70785 h 1247644"/>
                <a:gd name="connsiteX109" fmla="*/ 104118 w 335839"/>
                <a:gd name="connsiteY109" fmla="*/ 117490 h 1247644"/>
                <a:gd name="connsiteX110" fmla="*/ 108139 w 335839"/>
                <a:gd name="connsiteY110" fmla="*/ 180874 h 1247644"/>
                <a:gd name="connsiteX111" fmla="*/ 108481 w 335839"/>
                <a:gd name="connsiteY111" fmla="*/ 183184 h 1247644"/>
                <a:gd name="connsiteX112" fmla="*/ 95735 w 335839"/>
                <a:gd name="connsiteY112" fmla="*/ 189086 h 1247644"/>
                <a:gd name="connsiteX113" fmla="*/ 49459 w 335839"/>
                <a:gd name="connsiteY113" fmla="*/ 212866 h 1247644"/>
                <a:gd name="connsiteX114" fmla="*/ 34318 w 335839"/>
                <a:gd name="connsiteY114" fmla="*/ 232711 h 1247644"/>
                <a:gd name="connsiteX115" fmla="*/ 30897 w 335839"/>
                <a:gd name="connsiteY115" fmla="*/ 289338 h 1247644"/>
                <a:gd name="connsiteX116" fmla="*/ 34318 w 335839"/>
                <a:gd name="connsiteY116" fmla="*/ 365383 h 1247644"/>
                <a:gd name="connsiteX117" fmla="*/ 29528 w 335839"/>
                <a:gd name="connsiteY117" fmla="*/ 389163 h 1247644"/>
                <a:gd name="connsiteX118" fmla="*/ 32094 w 335839"/>
                <a:gd name="connsiteY118" fmla="*/ 400796 h 1247644"/>
                <a:gd name="connsiteX119" fmla="*/ 31666 w 335839"/>
                <a:gd name="connsiteY119" fmla="*/ 429794 h 1247644"/>
                <a:gd name="connsiteX120" fmla="*/ 24738 w 335839"/>
                <a:gd name="connsiteY120" fmla="*/ 448356 h 1247644"/>
                <a:gd name="connsiteX121" fmla="*/ 27304 w 335839"/>
                <a:gd name="connsiteY121" fmla="*/ 456996 h 1247644"/>
                <a:gd name="connsiteX122" fmla="*/ 31495 w 335839"/>
                <a:gd name="connsiteY122" fmla="*/ 459134 h 1247644"/>
                <a:gd name="connsiteX123" fmla="*/ 24652 w 335839"/>
                <a:gd name="connsiteY123" fmla="*/ 521407 h 1247644"/>
                <a:gd name="connsiteX124" fmla="*/ 13446 w 335839"/>
                <a:gd name="connsiteY124" fmla="*/ 607289 h 1247644"/>
                <a:gd name="connsiteX125" fmla="*/ 13446 w 335839"/>
                <a:gd name="connsiteY125" fmla="*/ 607289 h 124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335839" h="1247644">
                  <a:moveTo>
                    <a:pt x="32607" y="518157"/>
                  </a:moveTo>
                  <a:lnTo>
                    <a:pt x="32436" y="518584"/>
                  </a:lnTo>
                  <a:cubicBezTo>
                    <a:pt x="31324" y="518242"/>
                    <a:pt x="30127" y="517301"/>
                    <a:pt x="30041" y="515077"/>
                  </a:cubicBezTo>
                  <a:cubicBezTo>
                    <a:pt x="30383" y="516275"/>
                    <a:pt x="31068" y="517387"/>
                    <a:pt x="32607" y="518157"/>
                  </a:cubicBezTo>
                  <a:lnTo>
                    <a:pt x="32607" y="518157"/>
                  </a:lnTo>
                  <a:close/>
                  <a:moveTo>
                    <a:pt x="48175" y="471281"/>
                  </a:moveTo>
                  <a:lnTo>
                    <a:pt x="49459" y="468116"/>
                  </a:lnTo>
                  <a:lnTo>
                    <a:pt x="49972" y="468287"/>
                  </a:lnTo>
                  <a:cubicBezTo>
                    <a:pt x="49972" y="468287"/>
                    <a:pt x="45096" y="477183"/>
                    <a:pt x="40135" y="487020"/>
                  </a:cubicBezTo>
                  <a:cubicBezTo>
                    <a:pt x="42958" y="481203"/>
                    <a:pt x="46892" y="473591"/>
                    <a:pt x="48175" y="471281"/>
                  </a:cubicBezTo>
                  <a:lnTo>
                    <a:pt x="48175" y="471281"/>
                  </a:lnTo>
                  <a:close/>
                  <a:moveTo>
                    <a:pt x="137650" y="803859"/>
                  </a:moveTo>
                  <a:lnTo>
                    <a:pt x="133801" y="825671"/>
                  </a:lnTo>
                  <a:cubicBezTo>
                    <a:pt x="132689" y="819854"/>
                    <a:pt x="130978" y="803431"/>
                    <a:pt x="130978" y="803431"/>
                  </a:cubicBezTo>
                  <a:lnTo>
                    <a:pt x="137650" y="803859"/>
                  </a:lnTo>
                  <a:lnTo>
                    <a:pt x="137650" y="803859"/>
                  </a:lnTo>
                  <a:close/>
                  <a:moveTo>
                    <a:pt x="143467" y="915830"/>
                  </a:moveTo>
                  <a:cubicBezTo>
                    <a:pt x="143467" y="915830"/>
                    <a:pt x="140473" y="909158"/>
                    <a:pt x="138505" y="905907"/>
                  </a:cubicBezTo>
                  <a:cubicBezTo>
                    <a:pt x="136538" y="902657"/>
                    <a:pt x="134143" y="898807"/>
                    <a:pt x="133715" y="894873"/>
                  </a:cubicBezTo>
                  <a:cubicBezTo>
                    <a:pt x="133287" y="890938"/>
                    <a:pt x="135426" y="878449"/>
                    <a:pt x="135426" y="878449"/>
                  </a:cubicBezTo>
                  <a:cubicBezTo>
                    <a:pt x="135426" y="878449"/>
                    <a:pt x="136452" y="878449"/>
                    <a:pt x="136880" y="880844"/>
                  </a:cubicBezTo>
                  <a:cubicBezTo>
                    <a:pt x="137308" y="883239"/>
                    <a:pt x="141243" y="893846"/>
                    <a:pt x="142953" y="900347"/>
                  </a:cubicBezTo>
                  <a:cubicBezTo>
                    <a:pt x="144664" y="906848"/>
                    <a:pt x="143381" y="915915"/>
                    <a:pt x="143381" y="915915"/>
                  </a:cubicBezTo>
                  <a:lnTo>
                    <a:pt x="143381" y="915915"/>
                  </a:lnTo>
                  <a:close/>
                  <a:moveTo>
                    <a:pt x="258175" y="444593"/>
                  </a:moveTo>
                  <a:cubicBezTo>
                    <a:pt x="260485" y="442026"/>
                    <a:pt x="259715" y="440914"/>
                    <a:pt x="261682" y="435354"/>
                  </a:cubicBezTo>
                  <a:cubicBezTo>
                    <a:pt x="264248" y="427998"/>
                    <a:pt x="262110" y="429281"/>
                    <a:pt x="263821" y="418503"/>
                  </a:cubicBezTo>
                  <a:cubicBezTo>
                    <a:pt x="264933" y="411745"/>
                    <a:pt x="265104" y="409521"/>
                    <a:pt x="265189" y="406955"/>
                  </a:cubicBezTo>
                  <a:cubicBezTo>
                    <a:pt x="266130" y="401994"/>
                    <a:pt x="267242" y="397033"/>
                    <a:pt x="268611" y="392585"/>
                  </a:cubicBezTo>
                  <a:cubicBezTo>
                    <a:pt x="272973" y="378727"/>
                    <a:pt x="272118" y="346735"/>
                    <a:pt x="272118" y="346735"/>
                  </a:cubicBezTo>
                  <a:cubicBezTo>
                    <a:pt x="273572" y="353322"/>
                    <a:pt x="278106" y="373338"/>
                    <a:pt x="278448" y="381037"/>
                  </a:cubicBezTo>
                  <a:lnTo>
                    <a:pt x="278106" y="384031"/>
                  </a:lnTo>
                  <a:cubicBezTo>
                    <a:pt x="276310" y="387794"/>
                    <a:pt x="269808" y="441941"/>
                    <a:pt x="269808" y="452206"/>
                  </a:cubicBezTo>
                  <a:cubicBezTo>
                    <a:pt x="269808" y="462470"/>
                    <a:pt x="276737" y="456568"/>
                    <a:pt x="276737" y="456568"/>
                  </a:cubicBezTo>
                  <a:lnTo>
                    <a:pt x="276994" y="456568"/>
                  </a:lnTo>
                  <a:cubicBezTo>
                    <a:pt x="276566" y="459134"/>
                    <a:pt x="276139" y="462556"/>
                    <a:pt x="275882" y="467175"/>
                  </a:cubicBezTo>
                  <a:cubicBezTo>
                    <a:pt x="274941" y="484454"/>
                    <a:pt x="282041" y="487362"/>
                    <a:pt x="269381" y="555794"/>
                  </a:cubicBezTo>
                  <a:cubicBezTo>
                    <a:pt x="264591" y="529277"/>
                    <a:pt x="258603" y="515505"/>
                    <a:pt x="258603" y="515505"/>
                  </a:cubicBezTo>
                  <a:lnTo>
                    <a:pt x="258517" y="515505"/>
                  </a:lnTo>
                  <a:cubicBezTo>
                    <a:pt x="260912" y="513110"/>
                    <a:pt x="263136" y="509346"/>
                    <a:pt x="261768" y="504898"/>
                  </a:cubicBezTo>
                  <a:cubicBezTo>
                    <a:pt x="260057" y="499338"/>
                    <a:pt x="257320" y="480263"/>
                    <a:pt x="255609" y="466405"/>
                  </a:cubicBezTo>
                  <a:lnTo>
                    <a:pt x="256122" y="465122"/>
                  </a:lnTo>
                  <a:lnTo>
                    <a:pt x="255267" y="463582"/>
                  </a:lnTo>
                  <a:cubicBezTo>
                    <a:pt x="254497" y="457338"/>
                    <a:pt x="253984" y="452633"/>
                    <a:pt x="253984" y="451521"/>
                  </a:cubicBezTo>
                  <a:cubicBezTo>
                    <a:pt x="255523" y="449383"/>
                    <a:pt x="256977" y="447073"/>
                    <a:pt x="258261" y="444507"/>
                  </a:cubicBezTo>
                  <a:lnTo>
                    <a:pt x="258261" y="444507"/>
                  </a:lnTo>
                  <a:close/>
                  <a:moveTo>
                    <a:pt x="13618" y="607289"/>
                  </a:moveTo>
                  <a:cubicBezTo>
                    <a:pt x="10624" y="619778"/>
                    <a:pt x="1471" y="634661"/>
                    <a:pt x="188" y="647578"/>
                  </a:cubicBezTo>
                  <a:cubicBezTo>
                    <a:pt x="-1095" y="660580"/>
                    <a:pt x="4551" y="673496"/>
                    <a:pt x="6261" y="677431"/>
                  </a:cubicBezTo>
                  <a:cubicBezTo>
                    <a:pt x="7972" y="681281"/>
                    <a:pt x="17980" y="695565"/>
                    <a:pt x="23968" y="695565"/>
                  </a:cubicBezTo>
                  <a:cubicBezTo>
                    <a:pt x="27817" y="695565"/>
                    <a:pt x="30127" y="692315"/>
                    <a:pt x="31752" y="688979"/>
                  </a:cubicBezTo>
                  <a:lnTo>
                    <a:pt x="31752" y="689492"/>
                  </a:lnTo>
                  <a:cubicBezTo>
                    <a:pt x="32607" y="711134"/>
                    <a:pt x="29015" y="796930"/>
                    <a:pt x="34831" y="798812"/>
                  </a:cubicBezTo>
                  <a:cubicBezTo>
                    <a:pt x="37226" y="799582"/>
                    <a:pt x="43557" y="799667"/>
                    <a:pt x="52025" y="799325"/>
                  </a:cubicBezTo>
                  <a:lnTo>
                    <a:pt x="52196" y="801036"/>
                  </a:lnTo>
                  <a:cubicBezTo>
                    <a:pt x="52196" y="801036"/>
                    <a:pt x="61263" y="859374"/>
                    <a:pt x="64343" y="879647"/>
                  </a:cubicBezTo>
                  <a:cubicBezTo>
                    <a:pt x="67337" y="900005"/>
                    <a:pt x="67337" y="924640"/>
                    <a:pt x="71271" y="936274"/>
                  </a:cubicBezTo>
                  <a:cubicBezTo>
                    <a:pt x="75121" y="947907"/>
                    <a:pt x="119259" y="1036098"/>
                    <a:pt x="123964" y="1047390"/>
                  </a:cubicBezTo>
                  <a:cubicBezTo>
                    <a:pt x="128754" y="1058595"/>
                    <a:pt x="126102" y="1071170"/>
                    <a:pt x="124391" y="1078526"/>
                  </a:cubicBezTo>
                  <a:cubicBezTo>
                    <a:pt x="122681" y="1085882"/>
                    <a:pt x="110534" y="1116591"/>
                    <a:pt x="107540" y="1129508"/>
                  </a:cubicBezTo>
                  <a:cubicBezTo>
                    <a:pt x="104546" y="1142510"/>
                    <a:pt x="98901" y="1152432"/>
                    <a:pt x="99328" y="1164066"/>
                  </a:cubicBezTo>
                  <a:cubicBezTo>
                    <a:pt x="99756" y="1175699"/>
                    <a:pt x="99756" y="1183055"/>
                    <a:pt x="101039" y="1185279"/>
                  </a:cubicBezTo>
                  <a:cubicBezTo>
                    <a:pt x="102322" y="1187418"/>
                    <a:pt x="97104" y="1198709"/>
                    <a:pt x="93255" y="1202986"/>
                  </a:cubicBezTo>
                  <a:cubicBezTo>
                    <a:pt x="89406" y="1207349"/>
                    <a:pt x="83332" y="1207349"/>
                    <a:pt x="78542" y="1216416"/>
                  </a:cubicBezTo>
                  <a:cubicBezTo>
                    <a:pt x="73837" y="1225483"/>
                    <a:pt x="70330" y="1233267"/>
                    <a:pt x="75121" y="1238485"/>
                  </a:cubicBezTo>
                  <a:cubicBezTo>
                    <a:pt x="79911" y="1243703"/>
                    <a:pt x="82477" y="1246269"/>
                    <a:pt x="85043" y="1246697"/>
                  </a:cubicBezTo>
                  <a:cubicBezTo>
                    <a:pt x="87609" y="1247124"/>
                    <a:pt x="130379" y="1250546"/>
                    <a:pt x="147316" y="1241051"/>
                  </a:cubicBezTo>
                  <a:cubicBezTo>
                    <a:pt x="147316" y="1241051"/>
                    <a:pt x="147744" y="1216844"/>
                    <a:pt x="160318" y="1205638"/>
                  </a:cubicBezTo>
                  <a:cubicBezTo>
                    <a:pt x="165964" y="1200933"/>
                    <a:pt x="166819" y="1194432"/>
                    <a:pt x="171524" y="1190069"/>
                  </a:cubicBezTo>
                  <a:cubicBezTo>
                    <a:pt x="176314" y="1185707"/>
                    <a:pt x="170241" y="1173646"/>
                    <a:pt x="168102" y="1166717"/>
                  </a:cubicBezTo>
                  <a:cubicBezTo>
                    <a:pt x="168102" y="1166717"/>
                    <a:pt x="168957" y="1157650"/>
                    <a:pt x="169813" y="1148155"/>
                  </a:cubicBezTo>
                  <a:cubicBezTo>
                    <a:pt x="170668" y="1138660"/>
                    <a:pt x="167161" y="1123520"/>
                    <a:pt x="175458" y="1102306"/>
                  </a:cubicBezTo>
                  <a:cubicBezTo>
                    <a:pt x="183670" y="1081092"/>
                    <a:pt x="191454" y="1046962"/>
                    <a:pt x="198383" y="1021899"/>
                  </a:cubicBezTo>
                  <a:cubicBezTo>
                    <a:pt x="205312" y="996836"/>
                    <a:pt x="215234" y="943203"/>
                    <a:pt x="207878" y="888372"/>
                  </a:cubicBezTo>
                  <a:cubicBezTo>
                    <a:pt x="207878" y="888372"/>
                    <a:pt x="203515" y="862881"/>
                    <a:pt x="209589" y="839101"/>
                  </a:cubicBezTo>
                  <a:cubicBezTo>
                    <a:pt x="214807" y="818571"/>
                    <a:pt x="219597" y="804201"/>
                    <a:pt x="220880" y="800608"/>
                  </a:cubicBezTo>
                  <a:cubicBezTo>
                    <a:pt x="227552" y="801121"/>
                    <a:pt x="231658" y="801463"/>
                    <a:pt x="231658" y="801463"/>
                  </a:cubicBezTo>
                  <a:cubicBezTo>
                    <a:pt x="233369" y="783757"/>
                    <a:pt x="245088" y="759977"/>
                    <a:pt x="255438" y="718062"/>
                  </a:cubicBezTo>
                  <a:cubicBezTo>
                    <a:pt x="263564" y="685215"/>
                    <a:pt x="271091" y="673411"/>
                    <a:pt x="274085" y="651513"/>
                  </a:cubicBezTo>
                  <a:lnTo>
                    <a:pt x="274428" y="651170"/>
                  </a:lnTo>
                  <a:cubicBezTo>
                    <a:pt x="277593" y="648177"/>
                    <a:pt x="278020" y="643472"/>
                    <a:pt x="279817" y="642189"/>
                  </a:cubicBezTo>
                  <a:cubicBezTo>
                    <a:pt x="281699" y="640906"/>
                    <a:pt x="284949" y="638682"/>
                    <a:pt x="285976" y="636714"/>
                  </a:cubicBezTo>
                  <a:cubicBezTo>
                    <a:pt x="286916" y="634832"/>
                    <a:pt x="287344" y="631240"/>
                    <a:pt x="288713" y="629101"/>
                  </a:cubicBezTo>
                  <a:cubicBezTo>
                    <a:pt x="290081" y="626963"/>
                    <a:pt x="292305" y="623627"/>
                    <a:pt x="292819" y="621916"/>
                  </a:cubicBezTo>
                  <a:cubicBezTo>
                    <a:pt x="293332" y="620205"/>
                    <a:pt x="293760" y="607118"/>
                    <a:pt x="294016" y="600531"/>
                  </a:cubicBezTo>
                  <a:cubicBezTo>
                    <a:pt x="294273" y="593945"/>
                    <a:pt x="295898" y="588641"/>
                    <a:pt x="296668" y="586246"/>
                  </a:cubicBezTo>
                  <a:cubicBezTo>
                    <a:pt x="297438" y="583851"/>
                    <a:pt x="296411" y="576580"/>
                    <a:pt x="296411" y="576580"/>
                  </a:cubicBezTo>
                  <a:lnTo>
                    <a:pt x="296411" y="576580"/>
                  </a:lnTo>
                  <a:cubicBezTo>
                    <a:pt x="299405" y="564348"/>
                    <a:pt x="306676" y="544075"/>
                    <a:pt x="311210" y="519440"/>
                  </a:cubicBezTo>
                  <a:cubicBezTo>
                    <a:pt x="315486" y="496173"/>
                    <a:pt x="318908" y="467089"/>
                    <a:pt x="319849" y="458792"/>
                  </a:cubicBezTo>
                  <a:cubicBezTo>
                    <a:pt x="326265" y="456910"/>
                    <a:pt x="330285" y="454344"/>
                    <a:pt x="330798" y="452719"/>
                  </a:cubicBezTo>
                  <a:cubicBezTo>
                    <a:pt x="331654" y="450067"/>
                    <a:pt x="331226" y="450580"/>
                    <a:pt x="331226" y="443652"/>
                  </a:cubicBezTo>
                  <a:cubicBezTo>
                    <a:pt x="331226" y="436723"/>
                    <a:pt x="337812" y="403876"/>
                    <a:pt x="335246" y="394381"/>
                  </a:cubicBezTo>
                  <a:cubicBezTo>
                    <a:pt x="332680" y="384886"/>
                    <a:pt x="329173" y="333904"/>
                    <a:pt x="329173" y="329542"/>
                  </a:cubicBezTo>
                  <a:cubicBezTo>
                    <a:pt x="329173" y="325179"/>
                    <a:pt x="331739" y="299261"/>
                    <a:pt x="328317" y="289766"/>
                  </a:cubicBezTo>
                  <a:cubicBezTo>
                    <a:pt x="324896" y="280271"/>
                    <a:pt x="323955" y="253497"/>
                    <a:pt x="323955" y="253497"/>
                  </a:cubicBezTo>
                  <a:cubicBezTo>
                    <a:pt x="323955" y="250931"/>
                    <a:pt x="318823" y="238784"/>
                    <a:pt x="314460" y="234508"/>
                  </a:cubicBezTo>
                  <a:cubicBezTo>
                    <a:pt x="310097" y="230145"/>
                    <a:pt x="310097" y="223302"/>
                    <a:pt x="307531" y="220650"/>
                  </a:cubicBezTo>
                  <a:cubicBezTo>
                    <a:pt x="304965" y="218084"/>
                    <a:pt x="302399" y="208503"/>
                    <a:pt x="299747" y="207648"/>
                  </a:cubicBezTo>
                  <a:cubicBezTo>
                    <a:pt x="297181" y="206793"/>
                    <a:pt x="297181" y="210214"/>
                    <a:pt x="291108" y="201575"/>
                  </a:cubicBezTo>
                  <a:cubicBezTo>
                    <a:pt x="287173" y="195929"/>
                    <a:pt x="271091" y="187717"/>
                    <a:pt x="260399" y="182671"/>
                  </a:cubicBezTo>
                  <a:cubicBezTo>
                    <a:pt x="261083" y="167188"/>
                    <a:pt x="257405" y="168557"/>
                    <a:pt x="256293" y="153673"/>
                  </a:cubicBezTo>
                  <a:cubicBezTo>
                    <a:pt x="255096" y="138105"/>
                    <a:pt x="253385" y="124247"/>
                    <a:pt x="251075" y="115608"/>
                  </a:cubicBezTo>
                  <a:cubicBezTo>
                    <a:pt x="248766" y="106968"/>
                    <a:pt x="248766" y="91400"/>
                    <a:pt x="247654" y="79339"/>
                  </a:cubicBezTo>
                  <a:cubicBezTo>
                    <a:pt x="246456" y="67192"/>
                    <a:pt x="240126" y="35543"/>
                    <a:pt x="234395" y="28614"/>
                  </a:cubicBezTo>
                  <a:cubicBezTo>
                    <a:pt x="228664" y="21685"/>
                    <a:pt x="218228" y="2695"/>
                    <a:pt x="207279" y="3294"/>
                  </a:cubicBezTo>
                  <a:cubicBezTo>
                    <a:pt x="196330" y="3893"/>
                    <a:pt x="192908" y="2695"/>
                    <a:pt x="192908" y="2695"/>
                  </a:cubicBezTo>
                  <a:cubicBezTo>
                    <a:pt x="173919" y="-1325"/>
                    <a:pt x="161772" y="-1924"/>
                    <a:pt x="137564" y="8512"/>
                  </a:cubicBezTo>
                  <a:cubicBezTo>
                    <a:pt x="113357" y="18862"/>
                    <a:pt x="108738" y="53420"/>
                    <a:pt x="107540" y="70785"/>
                  </a:cubicBezTo>
                  <a:cubicBezTo>
                    <a:pt x="106428" y="88064"/>
                    <a:pt x="104118" y="76003"/>
                    <a:pt x="104118" y="117490"/>
                  </a:cubicBezTo>
                  <a:cubicBezTo>
                    <a:pt x="104118" y="158976"/>
                    <a:pt x="107540" y="178565"/>
                    <a:pt x="108139" y="180874"/>
                  </a:cubicBezTo>
                  <a:lnTo>
                    <a:pt x="108481" y="183184"/>
                  </a:lnTo>
                  <a:cubicBezTo>
                    <a:pt x="102237" y="186948"/>
                    <a:pt x="103862" y="186948"/>
                    <a:pt x="95735" y="189086"/>
                  </a:cubicBezTo>
                  <a:cubicBezTo>
                    <a:pt x="87524" y="191225"/>
                    <a:pt x="58184" y="206365"/>
                    <a:pt x="49459" y="212866"/>
                  </a:cubicBezTo>
                  <a:cubicBezTo>
                    <a:pt x="40819" y="219367"/>
                    <a:pt x="35174" y="222361"/>
                    <a:pt x="34318" y="232711"/>
                  </a:cubicBezTo>
                  <a:cubicBezTo>
                    <a:pt x="33463" y="243061"/>
                    <a:pt x="28672" y="272915"/>
                    <a:pt x="30897" y="289338"/>
                  </a:cubicBezTo>
                  <a:cubicBezTo>
                    <a:pt x="33035" y="305762"/>
                    <a:pt x="35601" y="347249"/>
                    <a:pt x="34318" y="365383"/>
                  </a:cubicBezTo>
                  <a:cubicBezTo>
                    <a:pt x="33035" y="383517"/>
                    <a:pt x="28245" y="384373"/>
                    <a:pt x="29528" y="389163"/>
                  </a:cubicBezTo>
                  <a:cubicBezTo>
                    <a:pt x="30811" y="393953"/>
                    <a:pt x="29956" y="389591"/>
                    <a:pt x="32094" y="400796"/>
                  </a:cubicBezTo>
                  <a:cubicBezTo>
                    <a:pt x="34232" y="412088"/>
                    <a:pt x="33377" y="420727"/>
                    <a:pt x="31666" y="429794"/>
                  </a:cubicBezTo>
                  <a:cubicBezTo>
                    <a:pt x="29956" y="438862"/>
                    <a:pt x="23882" y="441941"/>
                    <a:pt x="24738" y="448356"/>
                  </a:cubicBezTo>
                  <a:cubicBezTo>
                    <a:pt x="25593" y="454857"/>
                    <a:pt x="25593" y="456140"/>
                    <a:pt x="27304" y="456996"/>
                  </a:cubicBezTo>
                  <a:cubicBezTo>
                    <a:pt x="27732" y="457253"/>
                    <a:pt x="29357" y="458022"/>
                    <a:pt x="31495" y="459134"/>
                  </a:cubicBezTo>
                  <a:cubicBezTo>
                    <a:pt x="30212" y="470340"/>
                    <a:pt x="27047" y="498910"/>
                    <a:pt x="24652" y="521407"/>
                  </a:cubicBezTo>
                  <a:cubicBezTo>
                    <a:pt x="21573" y="549892"/>
                    <a:pt x="16440" y="594714"/>
                    <a:pt x="13446" y="607289"/>
                  </a:cubicBezTo>
                  <a:lnTo>
                    <a:pt x="13446" y="607289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98A1B772-68AD-D70B-DC7D-5C4CAD46AC3E}"/>
                </a:ext>
              </a:extLst>
            </p:cNvPr>
            <p:cNvSpPr/>
            <p:nvPr/>
          </p:nvSpPr>
          <p:spPr>
            <a:xfrm>
              <a:off x="-2991466" y="2609398"/>
              <a:ext cx="555719" cy="1251970"/>
            </a:xfrm>
            <a:custGeom>
              <a:avLst/>
              <a:gdLst>
                <a:gd name="connsiteX0" fmla="*/ 103837 w 555719"/>
                <a:gd name="connsiteY0" fmla="*/ 470568 h 1251970"/>
                <a:gd name="connsiteX1" fmla="*/ 104094 w 555719"/>
                <a:gd name="connsiteY1" fmla="*/ 470055 h 1251970"/>
                <a:gd name="connsiteX2" fmla="*/ 105890 w 555719"/>
                <a:gd name="connsiteY2" fmla="*/ 468344 h 1251970"/>
                <a:gd name="connsiteX3" fmla="*/ 114017 w 555719"/>
                <a:gd name="connsiteY3" fmla="*/ 460987 h 1251970"/>
                <a:gd name="connsiteX4" fmla="*/ 111450 w 555719"/>
                <a:gd name="connsiteY4" fmla="*/ 483826 h 1251970"/>
                <a:gd name="connsiteX5" fmla="*/ 100929 w 555719"/>
                <a:gd name="connsiteY5" fmla="*/ 475444 h 1251970"/>
                <a:gd name="connsiteX6" fmla="*/ 103923 w 555719"/>
                <a:gd name="connsiteY6" fmla="*/ 470482 h 1251970"/>
                <a:gd name="connsiteX7" fmla="*/ 103923 w 555719"/>
                <a:gd name="connsiteY7" fmla="*/ 470482 h 1251970"/>
                <a:gd name="connsiteX8" fmla="*/ 10257 w 555719"/>
                <a:gd name="connsiteY8" fmla="*/ 519924 h 1251970"/>
                <a:gd name="connsiteX9" fmla="*/ 249 w 555719"/>
                <a:gd name="connsiteY9" fmla="*/ 551488 h 1251970"/>
                <a:gd name="connsiteX10" fmla="*/ 6921 w 555719"/>
                <a:gd name="connsiteY10" fmla="*/ 603924 h 1251970"/>
                <a:gd name="connsiteX11" fmla="*/ 10428 w 555719"/>
                <a:gd name="connsiteY11" fmla="*/ 619749 h 1251970"/>
                <a:gd name="connsiteX12" fmla="*/ 9060 w 555719"/>
                <a:gd name="connsiteY12" fmla="*/ 620262 h 1251970"/>
                <a:gd name="connsiteX13" fmla="*/ 10343 w 555719"/>
                <a:gd name="connsiteY13" fmla="*/ 622058 h 1251970"/>
                <a:gd name="connsiteX14" fmla="*/ 5553 w 555719"/>
                <a:gd name="connsiteY14" fmla="*/ 624111 h 1251970"/>
                <a:gd name="connsiteX15" fmla="*/ 22746 w 555719"/>
                <a:gd name="connsiteY15" fmla="*/ 699472 h 1251970"/>
                <a:gd name="connsiteX16" fmla="*/ 50888 w 555719"/>
                <a:gd name="connsiteY16" fmla="*/ 716579 h 1251970"/>
                <a:gd name="connsiteX17" fmla="*/ 61837 w 555719"/>
                <a:gd name="connsiteY17" fmla="*/ 721113 h 1251970"/>
                <a:gd name="connsiteX18" fmla="*/ 84591 w 555719"/>
                <a:gd name="connsiteY18" fmla="*/ 723252 h 1251970"/>
                <a:gd name="connsiteX19" fmla="*/ 98705 w 555719"/>
                <a:gd name="connsiteY19" fmla="*/ 723850 h 1251970"/>
                <a:gd name="connsiteX20" fmla="*/ 124196 w 555719"/>
                <a:gd name="connsiteY20" fmla="*/ 706657 h 1251970"/>
                <a:gd name="connsiteX21" fmla="*/ 130782 w 555719"/>
                <a:gd name="connsiteY21" fmla="*/ 684160 h 1251970"/>
                <a:gd name="connsiteX22" fmla="*/ 147548 w 555719"/>
                <a:gd name="connsiteY22" fmla="*/ 738563 h 1251970"/>
                <a:gd name="connsiteX23" fmla="*/ 164143 w 555719"/>
                <a:gd name="connsiteY23" fmla="*/ 849166 h 1251970"/>
                <a:gd name="connsiteX24" fmla="*/ 173295 w 555719"/>
                <a:gd name="connsiteY24" fmla="*/ 1002196 h 1251970"/>
                <a:gd name="connsiteX25" fmla="*/ 174151 w 555719"/>
                <a:gd name="connsiteY25" fmla="*/ 1016310 h 1251970"/>
                <a:gd name="connsiteX26" fmla="*/ 157471 w 555719"/>
                <a:gd name="connsiteY26" fmla="*/ 1031279 h 1251970"/>
                <a:gd name="connsiteX27" fmla="*/ 175776 w 555719"/>
                <a:gd name="connsiteY27" fmla="*/ 1077813 h 1251970"/>
                <a:gd name="connsiteX28" fmla="*/ 182448 w 555719"/>
                <a:gd name="connsiteY28" fmla="*/ 1076957 h 1251970"/>
                <a:gd name="connsiteX29" fmla="*/ 185784 w 555719"/>
                <a:gd name="connsiteY29" fmla="*/ 1090216 h 1251970"/>
                <a:gd name="connsiteX30" fmla="*/ 184929 w 555719"/>
                <a:gd name="connsiteY30" fmla="*/ 1106896 h 1251970"/>
                <a:gd name="connsiteX31" fmla="*/ 188265 w 555719"/>
                <a:gd name="connsiteY31" fmla="*/ 1126827 h 1251970"/>
                <a:gd name="connsiteX32" fmla="*/ 191601 w 555719"/>
                <a:gd name="connsiteY32" fmla="*/ 1161727 h 1251970"/>
                <a:gd name="connsiteX33" fmla="*/ 195792 w 555719"/>
                <a:gd name="connsiteY33" fmla="*/ 1186705 h 1251970"/>
                <a:gd name="connsiteX34" fmla="*/ 204090 w 555719"/>
                <a:gd name="connsiteY34" fmla="*/ 1213307 h 1251970"/>
                <a:gd name="connsiteX35" fmla="*/ 209051 w 555719"/>
                <a:gd name="connsiteY35" fmla="*/ 1224086 h 1251970"/>
                <a:gd name="connsiteX36" fmla="*/ 209906 w 555719"/>
                <a:gd name="connsiteY36" fmla="*/ 1239910 h 1251970"/>
                <a:gd name="connsiteX37" fmla="*/ 286379 w 555719"/>
                <a:gd name="connsiteY37" fmla="*/ 1251543 h 1251970"/>
                <a:gd name="connsiteX38" fmla="*/ 311356 w 555719"/>
                <a:gd name="connsiteY38" fmla="*/ 1235548 h 1251970"/>
                <a:gd name="connsiteX39" fmla="*/ 288945 w 555719"/>
                <a:gd name="connsiteY39" fmla="*/ 1212880 h 1251970"/>
                <a:gd name="connsiteX40" fmla="*/ 295617 w 555719"/>
                <a:gd name="connsiteY40" fmla="*/ 1212880 h 1251970"/>
                <a:gd name="connsiteX41" fmla="*/ 300578 w 555719"/>
                <a:gd name="connsiteY41" fmla="*/ 1148212 h 1251970"/>
                <a:gd name="connsiteX42" fmla="*/ 294762 w 555719"/>
                <a:gd name="connsiteY42" fmla="*/ 1102961 h 1251970"/>
                <a:gd name="connsiteX43" fmla="*/ 300578 w 555719"/>
                <a:gd name="connsiteY43" fmla="*/ 1041287 h 1251970"/>
                <a:gd name="connsiteX44" fmla="*/ 338045 w 555719"/>
                <a:gd name="connsiteY44" fmla="*/ 997149 h 1251970"/>
                <a:gd name="connsiteX45" fmla="*/ 372945 w 555719"/>
                <a:gd name="connsiteY45" fmla="*/ 915630 h 1251970"/>
                <a:gd name="connsiteX46" fmla="*/ 402883 w 555719"/>
                <a:gd name="connsiteY46" fmla="*/ 795875 h 1251970"/>
                <a:gd name="connsiteX47" fmla="*/ 409556 w 555719"/>
                <a:gd name="connsiteY47" fmla="*/ 684417 h 1251970"/>
                <a:gd name="connsiteX48" fmla="*/ 406220 w 555719"/>
                <a:gd name="connsiteY48" fmla="*/ 628730 h 1251970"/>
                <a:gd name="connsiteX49" fmla="*/ 375425 w 555719"/>
                <a:gd name="connsiteY49" fmla="*/ 583822 h 1251970"/>
                <a:gd name="connsiteX50" fmla="*/ 369780 w 555719"/>
                <a:gd name="connsiteY50" fmla="*/ 564576 h 1251970"/>
                <a:gd name="connsiteX51" fmla="*/ 376281 w 555719"/>
                <a:gd name="connsiteY51" fmla="*/ 562180 h 1251970"/>
                <a:gd name="connsiteX52" fmla="*/ 387059 w 555719"/>
                <a:gd name="connsiteY52" fmla="*/ 463211 h 1251970"/>
                <a:gd name="connsiteX53" fmla="*/ 393560 w 555719"/>
                <a:gd name="connsiteY53" fmla="*/ 452177 h 1251970"/>
                <a:gd name="connsiteX54" fmla="*/ 393303 w 555719"/>
                <a:gd name="connsiteY54" fmla="*/ 464409 h 1251970"/>
                <a:gd name="connsiteX55" fmla="*/ 399548 w 555719"/>
                <a:gd name="connsiteY55" fmla="*/ 472877 h 1251970"/>
                <a:gd name="connsiteX56" fmla="*/ 414517 w 555719"/>
                <a:gd name="connsiteY56" fmla="*/ 481517 h 1251970"/>
                <a:gd name="connsiteX57" fmla="*/ 433678 w 555719"/>
                <a:gd name="connsiteY57" fmla="*/ 495631 h 1251970"/>
                <a:gd name="connsiteX58" fmla="*/ 436158 w 555719"/>
                <a:gd name="connsiteY58" fmla="*/ 502303 h 1251970"/>
                <a:gd name="connsiteX59" fmla="*/ 444456 w 555719"/>
                <a:gd name="connsiteY59" fmla="*/ 513167 h 1251970"/>
                <a:gd name="connsiteX60" fmla="*/ 462761 w 555719"/>
                <a:gd name="connsiteY60" fmla="*/ 524800 h 1251970"/>
                <a:gd name="connsiteX61" fmla="*/ 486883 w 555719"/>
                <a:gd name="connsiteY61" fmla="*/ 568083 h 1251970"/>
                <a:gd name="connsiteX62" fmla="*/ 488680 w 555719"/>
                <a:gd name="connsiteY62" fmla="*/ 572531 h 1251970"/>
                <a:gd name="connsiteX63" fmla="*/ 489792 w 555719"/>
                <a:gd name="connsiteY63" fmla="*/ 582625 h 1251970"/>
                <a:gd name="connsiteX64" fmla="*/ 497661 w 555719"/>
                <a:gd name="connsiteY64" fmla="*/ 594686 h 1251970"/>
                <a:gd name="connsiteX65" fmla="*/ 498859 w 555719"/>
                <a:gd name="connsiteY65" fmla="*/ 606319 h 1251970"/>
                <a:gd name="connsiteX66" fmla="*/ 506729 w 555719"/>
                <a:gd name="connsiteY66" fmla="*/ 612563 h 1251970"/>
                <a:gd name="connsiteX67" fmla="*/ 517079 w 555719"/>
                <a:gd name="connsiteY67" fmla="*/ 601358 h 1251970"/>
                <a:gd name="connsiteX68" fmla="*/ 519987 w 555719"/>
                <a:gd name="connsiteY68" fmla="*/ 602641 h 1251970"/>
                <a:gd name="connsiteX69" fmla="*/ 512032 w 555719"/>
                <a:gd name="connsiteY69" fmla="*/ 616327 h 1251970"/>
                <a:gd name="connsiteX70" fmla="*/ 507498 w 555719"/>
                <a:gd name="connsiteY70" fmla="*/ 627533 h 1251970"/>
                <a:gd name="connsiteX71" fmla="*/ 505018 w 555719"/>
                <a:gd name="connsiteY71" fmla="*/ 637969 h 1251970"/>
                <a:gd name="connsiteX72" fmla="*/ 515368 w 555719"/>
                <a:gd name="connsiteY72" fmla="*/ 641305 h 1251970"/>
                <a:gd name="connsiteX73" fmla="*/ 516223 w 555719"/>
                <a:gd name="connsiteY73" fmla="*/ 648746 h 1251970"/>
                <a:gd name="connsiteX74" fmla="*/ 528712 w 555719"/>
                <a:gd name="connsiteY74" fmla="*/ 645838 h 1251970"/>
                <a:gd name="connsiteX75" fmla="*/ 551551 w 555719"/>
                <a:gd name="connsiteY75" fmla="*/ 630441 h 1251970"/>
                <a:gd name="connsiteX76" fmla="*/ 554887 w 555719"/>
                <a:gd name="connsiteY76" fmla="*/ 610510 h 1251970"/>
                <a:gd name="connsiteX77" fmla="*/ 553947 w 555719"/>
                <a:gd name="connsiteY77" fmla="*/ 586303 h 1251970"/>
                <a:gd name="connsiteX78" fmla="*/ 545991 w 555719"/>
                <a:gd name="connsiteY78" fmla="*/ 572873 h 1251970"/>
                <a:gd name="connsiteX79" fmla="*/ 546590 w 555719"/>
                <a:gd name="connsiteY79" fmla="*/ 545586 h 1251970"/>
                <a:gd name="connsiteX80" fmla="*/ 522468 w 555719"/>
                <a:gd name="connsiteY80" fmla="*/ 460731 h 1251970"/>
                <a:gd name="connsiteX81" fmla="*/ 512460 w 555719"/>
                <a:gd name="connsiteY81" fmla="*/ 428311 h 1251970"/>
                <a:gd name="connsiteX82" fmla="*/ 495010 w 555719"/>
                <a:gd name="connsiteY82" fmla="*/ 401709 h 1251970"/>
                <a:gd name="connsiteX83" fmla="*/ 441804 w 555719"/>
                <a:gd name="connsiteY83" fmla="*/ 285289 h 1251970"/>
                <a:gd name="connsiteX84" fmla="*/ 410154 w 555719"/>
                <a:gd name="connsiteY84" fmla="*/ 240381 h 1251970"/>
                <a:gd name="connsiteX85" fmla="*/ 322049 w 555719"/>
                <a:gd name="connsiteY85" fmla="*/ 199664 h 1251970"/>
                <a:gd name="connsiteX86" fmla="*/ 306224 w 555719"/>
                <a:gd name="connsiteY86" fmla="*/ 184695 h 1251970"/>
                <a:gd name="connsiteX87" fmla="*/ 303059 w 555719"/>
                <a:gd name="connsiteY87" fmla="*/ 184181 h 1251970"/>
                <a:gd name="connsiteX88" fmla="*/ 308790 w 555719"/>
                <a:gd name="connsiteY88" fmla="*/ 165534 h 1251970"/>
                <a:gd name="connsiteX89" fmla="*/ 307079 w 555719"/>
                <a:gd name="connsiteY89" fmla="*/ 95648 h 1251970"/>
                <a:gd name="connsiteX90" fmla="*/ 300407 w 555719"/>
                <a:gd name="connsiteY90" fmla="*/ 53220 h 1251970"/>
                <a:gd name="connsiteX91" fmla="*/ 248057 w 555719"/>
                <a:gd name="connsiteY91" fmla="*/ 15 h 1251970"/>
                <a:gd name="connsiteX92" fmla="*/ 225560 w 555719"/>
                <a:gd name="connsiteY92" fmla="*/ 7542 h 1251970"/>
                <a:gd name="connsiteX93" fmla="*/ 200583 w 555719"/>
                <a:gd name="connsiteY93" fmla="*/ 10023 h 1251970"/>
                <a:gd name="connsiteX94" fmla="*/ 155674 w 555719"/>
                <a:gd name="connsiteY94" fmla="*/ 74092 h 1251970"/>
                <a:gd name="connsiteX95" fmla="*/ 171499 w 555719"/>
                <a:gd name="connsiteY95" fmla="*/ 123192 h 1251970"/>
                <a:gd name="connsiteX96" fmla="*/ 187324 w 555719"/>
                <a:gd name="connsiteY96" fmla="*/ 152275 h 1251970"/>
                <a:gd name="connsiteX97" fmla="*/ 196477 w 555719"/>
                <a:gd name="connsiteY97" fmla="*/ 157236 h 1251970"/>
                <a:gd name="connsiteX98" fmla="*/ 203149 w 555719"/>
                <a:gd name="connsiteY98" fmla="*/ 176397 h 1251970"/>
                <a:gd name="connsiteX99" fmla="*/ 204517 w 555719"/>
                <a:gd name="connsiteY99" fmla="*/ 178194 h 1251970"/>
                <a:gd name="connsiteX100" fmla="*/ 190746 w 555719"/>
                <a:gd name="connsiteY100" fmla="*/ 188886 h 1251970"/>
                <a:gd name="connsiteX101" fmla="*/ 138909 w 555719"/>
                <a:gd name="connsiteY101" fmla="*/ 201888 h 1251970"/>
                <a:gd name="connsiteX102" fmla="*/ 132493 w 555719"/>
                <a:gd name="connsiteY102" fmla="*/ 196157 h 1251970"/>
                <a:gd name="connsiteX103" fmla="*/ 109226 w 555719"/>
                <a:gd name="connsiteY103" fmla="*/ 198894 h 1251970"/>
                <a:gd name="connsiteX104" fmla="*/ 97422 w 555719"/>
                <a:gd name="connsiteY104" fmla="*/ 218312 h 1251970"/>
                <a:gd name="connsiteX105" fmla="*/ 97593 w 555719"/>
                <a:gd name="connsiteY105" fmla="*/ 220022 h 1251970"/>
                <a:gd name="connsiteX106" fmla="*/ 89210 w 555719"/>
                <a:gd name="connsiteY106" fmla="*/ 228063 h 1251970"/>
                <a:gd name="connsiteX107" fmla="*/ 54310 w 555719"/>
                <a:gd name="connsiteY107" fmla="*/ 317024 h 1251970"/>
                <a:gd name="connsiteX108" fmla="*/ 26082 w 555719"/>
                <a:gd name="connsiteY108" fmla="*/ 420185 h 1251970"/>
                <a:gd name="connsiteX109" fmla="*/ 8632 w 555719"/>
                <a:gd name="connsiteY109" fmla="*/ 467574 h 1251970"/>
                <a:gd name="connsiteX110" fmla="*/ 17785 w 555719"/>
                <a:gd name="connsiteY110" fmla="*/ 490071 h 1251970"/>
                <a:gd name="connsiteX111" fmla="*/ 10257 w 555719"/>
                <a:gd name="connsiteY111" fmla="*/ 520010 h 1251970"/>
                <a:gd name="connsiteX112" fmla="*/ 10257 w 555719"/>
                <a:gd name="connsiteY112" fmla="*/ 520010 h 1251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555719" h="1251970">
                  <a:moveTo>
                    <a:pt x="103837" y="470568"/>
                  </a:moveTo>
                  <a:lnTo>
                    <a:pt x="104094" y="470055"/>
                  </a:lnTo>
                  <a:lnTo>
                    <a:pt x="105890" y="468344"/>
                  </a:lnTo>
                  <a:cubicBezTo>
                    <a:pt x="114188" y="460902"/>
                    <a:pt x="101100" y="469028"/>
                    <a:pt x="114017" y="460987"/>
                  </a:cubicBezTo>
                  <a:cubicBezTo>
                    <a:pt x="112648" y="473562"/>
                    <a:pt x="111450" y="483826"/>
                    <a:pt x="111450" y="483826"/>
                  </a:cubicBezTo>
                  <a:cubicBezTo>
                    <a:pt x="111450" y="483826"/>
                    <a:pt x="104778" y="478865"/>
                    <a:pt x="100929" y="475444"/>
                  </a:cubicBezTo>
                  <a:cubicBezTo>
                    <a:pt x="101613" y="474502"/>
                    <a:pt x="102469" y="472963"/>
                    <a:pt x="103923" y="470482"/>
                  </a:cubicBezTo>
                  <a:lnTo>
                    <a:pt x="103923" y="470482"/>
                  </a:lnTo>
                  <a:close/>
                  <a:moveTo>
                    <a:pt x="10257" y="519924"/>
                  </a:moveTo>
                  <a:cubicBezTo>
                    <a:pt x="5296" y="534893"/>
                    <a:pt x="-1376" y="533183"/>
                    <a:pt x="249" y="551488"/>
                  </a:cubicBezTo>
                  <a:cubicBezTo>
                    <a:pt x="1960" y="569794"/>
                    <a:pt x="5210" y="593060"/>
                    <a:pt x="6921" y="603924"/>
                  </a:cubicBezTo>
                  <a:cubicBezTo>
                    <a:pt x="7862" y="609997"/>
                    <a:pt x="9316" y="615814"/>
                    <a:pt x="10428" y="619749"/>
                  </a:cubicBezTo>
                  <a:lnTo>
                    <a:pt x="9060" y="620262"/>
                  </a:lnTo>
                  <a:lnTo>
                    <a:pt x="10343" y="622058"/>
                  </a:lnTo>
                  <a:cubicBezTo>
                    <a:pt x="8888" y="620775"/>
                    <a:pt x="7434" y="617011"/>
                    <a:pt x="5553" y="624111"/>
                  </a:cubicBezTo>
                  <a:cubicBezTo>
                    <a:pt x="3328" y="632408"/>
                    <a:pt x="12225" y="681765"/>
                    <a:pt x="22746" y="699472"/>
                  </a:cubicBezTo>
                  <a:cubicBezTo>
                    <a:pt x="27194" y="706999"/>
                    <a:pt x="38228" y="712644"/>
                    <a:pt x="50888" y="716579"/>
                  </a:cubicBezTo>
                  <a:cubicBezTo>
                    <a:pt x="54738" y="718632"/>
                    <a:pt x="58758" y="720429"/>
                    <a:pt x="61837" y="721113"/>
                  </a:cubicBezTo>
                  <a:cubicBezTo>
                    <a:pt x="69279" y="722738"/>
                    <a:pt x="81597" y="726074"/>
                    <a:pt x="84591" y="723252"/>
                  </a:cubicBezTo>
                  <a:cubicBezTo>
                    <a:pt x="90151" y="723765"/>
                    <a:pt x="94941" y="724021"/>
                    <a:pt x="98705" y="723850"/>
                  </a:cubicBezTo>
                  <a:cubicBezTo>
                    <a:pt x="117011" y="723337"/>
                    <a:pt x="115385" y="718290"/>
                    <a:pt x="124196" y="706657"/>
                  </a:cubicBezTo>
                  <a:cubicBezTo>
                    <a:pt x="129670" y="699472"/>
                    <a:pt x="130953" y="693569"/>
                    <a:pt x="130782" y="684160"/>
                  </a:cubicBezTo>
                  <a:cubicBezTo>
                    <a:pt x="137540" y="703064"/>
                    <a:pt x="145324" y="722054"/>
                    <a:pt x="147548" y="738563"/>
                  </a:cubicBezTo>
                  <a:cubicBezTo>
                    <a:pt x="151740" y="769357"/>
                    <a:pt x="163287" y="818371"/>
                    <a:pt x="164143" y="849166"/>
                  </a:cubicBezTo>
                  <a:cubicBezTo>
                    <a:pt x="164998" y="879960"/>
                    <a:pt x="172440" y="988082"/>
                    <a:pt x="173295" y="1002196"/>
                  </a:cubicBezTo>
                  <a:cubicBezTo>
                    <a:pt x="173869" y="1011605"/>
                    <a:pt x="174151" y="1016310"/>
                    <a:pt x="174151" y="1016310"/>
                  </a:cubicBezTo>
                  <a:cubicBezTo>
                    <a:pt x="174151" y="1016310"/>
                    <a:pt x="156701" y="1026318"/>
                    <a:pt x="157471" y="1031279"/>
                  </a:cubicBezTo>
                  <a:cubicBezTo>
                    <a:pt x="158326" y="1036241"/>
                    <a:pt x="175776" y="1077813"/>
                    <a:pt x="175776" y="1077813"/>
                  </a:cubicBezTo>
                  <a:lnTo>
                    <a:pt x="182448" y="1076957"/>
                  </a:lnTo>
                  <a:lnTo>
                    <a:pt x="185784" y="1090216"/>
                  </a:lnTo>
                  <a:lnTo>
                    <a:pt x="184929" y="1106896"/>
                  </a:lnTo>
                  <a:cubicBezTo>
                    <a:pt x="184929" y="1106896"/>
                    <a:pt x="187409" y="1119385"/>
                    <a:pt x="188265" y="1126827"/>
                  </a:cubicBezTo>
                  <a:cubicBezTo>
                    <a:pt x="189120" y="1134269"/>
                    <a:pt x="186640" y="1150094"/>
                    <a:pt x="191601" y="1161727"/>
                  </a:cubicBezTo>
                  <a:cubicBezTo>
                    <a:pt x="196562" y="1173360"/>
                    <a:pt x="192456" y="1170880"/>
                    <a:pt x="195792" y="1186705"/>
                  </a:cubicBezTo>
                  <a:cubicBezTo>
                    <a:pt x="199129" y="1202529"/>
                    <a:pt x="197503" y="1208346"/>
                    <a:pt x="204090" y="1213307"/>
                  </a:cubicBezTo>
                  <a:cubicBezTo>
                    <a:pt x="210762" y="1218269"/>
                    <a:pt x="208281" y="1213307"/>
                    <a:pt x="209051" y="1224086"/>
                  </a:cubicBezTo>
                  <a:cubicBezTo>
                    <a:pt x="209906" y="1234949"/>
                    <a:pt x="204860" y="1229902"/>
                    <a:pt x="209906" y="1239910"/>
                  </a:cubicBezTo>
                  <a:cubicBezTo>
                    <a:pt x="214868" y="1249918"/>
                    <a:pt x="244037" y="1253254"/>
                    <a:pt x="286379" y="1251543"/>
                  </a:cubicBezTo>
                  <a:cubicBezTo>
                    <a:pt x="328806" y="1249833"/>
                    <a:pt x="311356" y="1235548"/>
                    <a:pt x="311356" y="1235548"/>
                  </a:cubicBezTo>
                  <a:cubicBezTo>
                    <a:pt x="311356" y="1235548"/>
                    <a:pt x="287234" y="1219466"/>
                    <a:pt x="288945" y="1212880"/>
                  </a:cubicBezTo>
                  <a:lnTo>
                    <a:pt x="295617" y="1212880"/>
                  </a:lnTo>
                  <a:cubicBezTo>
                    <a:pt x="295617" y="1212880"/>
                    <a:pt x="303914" y="1168142"/>
                    <a:pt x="300578" y="1148212"/>
                  </a:cubicBezTo>
                  <a:cubicBezTo>
                    <a:pt x="297242" y="1128281"/>
                    <a:pt x="294762" y="1124603"/>
                    <a:pt x="294762" y="1102961"/>
                  </a:cubicBezTo>
                  <a:cubicBezTo>
                    <a:pt x="294762" y="1081320"/>
                    <a:pt x="293136" y="1054546"/>
                    <a:pt x="300578" y="1041287"/>
                  </a:cubicBezTo>
                  <a:cubicBezTo>
                    <a:pt x="308106" y="1027943"/>
                    <a:pt x="323075" y="1011263"/>
                    <a:pt x="338045" y="997149"/>
                  </a:cubicBezTo>
                  <a:cubicBezTo>
                    <a:pt x="353014" y="983035"/>
                    <a:pt x="362167" y="932225"/>
                    <a:pt x="372945" y="915630"/>
                  </a:cubicBezTo>
                  <a:cubicBezTo>
                    <a:pt x="383808" y="898950"/>
                    <a:pt x="395356" y="824958"/>
                    <a:pt x="402883" y="795875"/>
                  </a:cubicBezTo>
                  <a:cubicBezTo>
                    <a:pt x="410325" y="766791"/>
                    <a:pt x="406220" y="700241"/>
                    <a:pt x="409556" y="684417"/>
                  </a:cubicBezTo>
                  <a:cubicBezTo>
                    <a:pt x="412892" y="668592"/>
                    <a:pt x="414517" y="653622"/>
                    <a:pt x="406220" y="628730"/>
                  </a:cubicBezTo>
                  <a:cubicBezTo>
                    <a:pt x="397922" y="603753"/>
                    <a:pt x="379617" y="588783"/>
                    <a:pt x="375425" y="583822"/>
                  </a:cubicBezTo>
                  <a:cubicBezTo>
                    <a:pt x="372089" y="579802"/>
                    <a:pt x="370293" y="568682"/>
                    <a:pt x="369780" y="564576"/>
                  </a:cubicBezTo>
                  <a:cubicBezTo>
                    <a:pt x="374399" y="562694"/>
                    <a:pt x="376281" y="562180"/>
                    <a:pt x="376281" y="562180"/>
                  </a:cubicBezTo>
                  <a:cubicBezTo>
                    <a:pt x="376281" y="562180"/>
                    <a:pt x="381242" y="476556"/>
                    <a:pt x="387059" y="463211"/>
                  </a:cubicBezTo>
                  <a:cubicBezTo>
                    <a:pt x="389711" y="457138"/>
                    <a:pt x="391849" y="454144"/>
                    <a:pt x="393560" y="452177"/>
                  </a:cubicBezTo>
                  <a:cubicBezTo>
                    <a:pt x="393046" y="456368"/>
                    <a:pt x="392619" y="461501"/>
                    <a:pt x="393303" y="464409"/>
                  </a:cubicBezTo>
                  <a:cubicBezTo>
                    <a:pt x="394159" y="468087"/>
                    <a:pt x="397067" y="471081"/>
                    <a:pt x="399548" y="472877"/>
                  </a:cubicBezTo>
                  <a:cubicBezTo>
                    <a:pt x="402627" y="477667"/>
                    <a:pt x="406818" y="478694"/>
                    <a:pt x="414517" y="481517"/>
                  </a:cubicBezTo>
                  <a:cubicBezTo>
                    <a:pt x="423670" y="484853"/>
                    <a:pt x="431112" y="489044"/>
                    <a:pt x="433678" y="495631"/>
                  </a:cubicBezTo>
                  <a:cubicBezTo>
                    <a:pt x="436158" y="502303"/>
                    <a:pt x="431197" y="495631"/>
                    <a:pt x="436158" y="502303"/>
                  </a:cubicBezTo>
                  <a:cubicBezTo>
                    <a:pt x="441120" y="508975"/>
                    <a:pt x="443686" y="508975"/>
                    <a:pt x="444456" y="513167"/>
                  </a:cubicBezTo>
                  <a:cubicBezTo>
                    <a:pt x="445311" y="517358"/>
                    <a:pt x="457714" y="515647"/>
                    <a:pt x="462761" y="524800"/>
                  </a:cubicBezTo>
                  <a:cubicBezTo>
                    <a:pt x="467723" y="533953"/>
                    <a:pt x="481922" y="554739"/>
                    <a:pt x="486883" y="568083"/>
                  </a:cubicBezTo>
                  <a:cubicBezTo>
                    <a:pt x="487568" y="569879"/>
                    <a:pt x="488167" y="571333"/>
                    <a:pt x="488680" y="572531"/>
                  </a:cubicBezTo>
                  <a:cubicBezTo>
                    <a:pt x="488509" y="575525"/>
                    <a:pt x="488851" y="579203"/>
                    <a:pt x="489792" y="582625"/>
                  </a:cubicBezTo>
                  <a:cubicBezTo>
                    <a:pt x="491075" y="587244"/>
                    <a:pt x="496464" y="588869"/>
                    <a:pt x="497661" y="594686"/>
                  </a:cubicBezTo>
                  <a:cubicBezTo>
                    <a:pt x="498859" y="600502"/>
                    <a:pt x="496378" y="601358"/>
                    <a:pt x="498859" y="606319"/>
                  </a:cubicBezTo>
                  <a:cubicBezTo>
                    <a:pt x="501340" y="611280"/>
                    <a:pt x="501340" y="615044"/>
                    <a:pt x="506729" y="612563"/>
                  </a:cubicBezTo>
                  <a:cubicBezTo>
                    <a:pt x="512118" y="610083"/>
                    <a:pt x="516309" y="604266"/>
                    <a:pt x="517079" y="601358"/>
                  </a:cubicBezTo>
                  <a:cubicBezTo>
                    <a:pt x="517934" y="598449"/>
                    <a:pt x="519987" y="600502"/>
                    <a:pt x="519987" y="602641"/>
                  </a:cubicBezTo>
                  <a:cubicBezTo>
                    <a:pt x="519987" y="604779"/>
                    <a:pt x="518704" y="613077"/>
                    <a:pt x="512032" y="616327"/>
                  </a:cubicBezTo>
                  <a:cubicBezTo>
                    <a:pt x="505360" y="619663"/>
                    <a:pt x="505788" y="625908"/>
                    <a:pt x="507498" y="627533"/>
                  </a:cubicBezTo>
                  <a:cubicBezTo>
                    <a:pt x="509123" y="629243"/>
                    <a:pt x="503307" y="634205"/>
                    <a:pt x="505018" y="637969"/>
                  </a:cubicBezTo>
                  <a:cubicBezTo>
                    <a:pt x="506643" y="641732"/>
                    <a:pt x="511690" y="642074"/>
                    <a:pt x="515368" y="641305"/>
                  </a:cubicBezTo>
                  <a:cubicBezTo>
                    <a:pt x="519132" y="640449"/>
                    <a:pt x="514085" y="647121"/>
                    <a:pt x="516223" y="648746"/>
                  </a:cubicBezTo>
                  <a:cubicBezTo>
                    <a:pt x="518276" y="650372"/>
                    <a:pt x="524093" y="647463"/>
                    <a:pt x="528712" y="645838"/>
                  </a:cubicBezTo>
                  <a:cubicBezTo>
                    <a:pt x="533246" y="644213"/>
                    <a:pt x="549498" y="634632"/>
                    <a:pt x="551551" y="630441"/>
                  </a:cubicBezTo>
                  <a:cubicBezTo>
                    <a:pt x="553604" y="626250"/>
                    <a:pt x="554887" y="617097"/>
                    <a:pt x="554887" y="610510"/>
                  </a:cubicBezTo>
                  <a:cubicBezTo>
                    <a:pt x="554887" y="603924"/>
                    <a:pt x="557282" y="596311"/>
                    <a:pt x="553947" y="586303"/>
                  </a:cubicBezTo>
                  <a:cubicBezTo>
                    <a:pt x="551722" y="579545"/>
                    <a:pt x="548814" y="575525"/>
                    <a:pt x="545991" y="572873"/>
                  </a:cubicBezTo>
                  <a:cubicBezTo>
                    <a:pt x="546419" y="567741"/>
                    <a:pt x="547189" y="556193"/>
                    <a:pt x="546590" y="545586"/>
                  </a:cubicBezTo>
                  <a:cubicBezTo>
                    <a:pt x="545735" y="531472"/>
                    <a:pt x="531620" y="482372"/>
                    <a:pt x="522468" y="460731"/>
                  </a:cubicBezTo>
                  <a:cubicBezTo>
                    <a:pt x="513315" y="439089"/>
                    <a:pt x="515026" y="439944"/>
                    <a:pt x="512460" y="428311"/>
                  </a:cubicBezTo>
                  <a:cubicBezTo>
                    <a:pt x="509979" y="416678"/>
                    <a:pt x="504162" y="417533"/>
                    <a:pt x="495010" y="401709"/>
                  </a:cubicBezTo>
                  <a:cubicBezTo>
                    <a:pt x="485857" y="385884"/>
                    <a:pt x="450957" y="302739"/>
                    <a:pt x="441804" y="285289"/>
                  </a:cubicBezTo>
                  <a:cubicBezTo>
                    <a:pt x="432651" y="267839"/>
                    <a:pt x="422643" y="248678"/>
                    <a:pt x="410154" y="240381"/>
                  </a:cubicBezTo>
                  <a:cubicBezTo>
                    <a:pt x="397666" y="232083"/>
                    <a:pt x="336163" y="206251"/>
                    <a:pt x="322049" y="199664"/>
                  </a:cubicBezTo>
                  <a:cubicBezTo>
                    <a:pt x="307935" y="192992"/>
                    <a:pt x="306224" y="184695"/>
                    <a:pt x="306224" y="184695"/>
                  </a:cubicBezTo>
                  <a:cubicBezTo>
                    <a:pt x="306224" y="184695"/>
                    <a:pt x="305112" y="184524"/>
                    <a:pt x="303059" y="184181"/>
                  </a:cubicBezTo>
                  <a:cubicBezTo>
                    <a:pt x="305539" y="174772"/>
                    <a:pt x="307935" y="177766"/>
                    <a:pt x="308790" y="165534"/>
                  </a:cubicBezTo>
                  <a:cubicBezTo>
                    <a:pt x="309645" y="153045"/>
                    <a:pt x="307935" y="109847"/>
                    <a:pt x="307079" y="95648"/>
                  </a:cubicBezTo>
                  <a:cubicBezTo>
                    <a:pt x="306224" y="81534"/>
                    <a:pt x="308790" y="70670"/>
                    <a:pt x="300407" y="53220"/>
                  </a:cubicBezTo>
                  <a:cubicBezTo>
                    <a:pt x="292110" y="35770"/>
                    <a:pt x="266362" y="-841"/>
                    <a:pt x="248057" y="15"/>
                  </a:cubicBezTo>
                  <a:cubicBezTo>
                    <a:pt x="229752" y="870"/>
                    <a:pt x="225560" y="7542"/>
                    <a:pt x="225560" y="7542"/>
                  </a:cubicBezTo>
                  <a:cubicBezTo>
                    <a:pt x="220599" y="6687"/>
                    <a:pt x="211446" y="4206"/>
                    <a:pt x="200583" y="10023"/>
                  </a:cubicBezTo>
                  <a:cubicBezTo>
                    <a:pt x="189719" y="15840"/>
                    <a:pt x="151483" y="39962"/>
                    <a:pt x="155674" y="74092"/>
                  </a:cubicBezTo>
                  <a:cubicBezTo>
                    <a:pt x="159780" y="108222"/>
                    <a:pt x="169788" y="119000"/>
                    <a:pt x="171499" y="123192"/>
                  </a:cubicBezTo>
                  <a:cubicBezTo>
                    <a:pt x="173124" y="127383"/>
                    <a:pt x="178171" y="147314"/>
                    <a:pt x="187324" y="152275"/>
                  </a:cubicBezTo>
                  <a:lnTo>
                    <a:pt x="196477" y="157236"/>
                  </a:lnTo>
                  <a:cubicBezTo>
                    <a:pt x="196477" y="157236"/>
                    <a:pt x="200668" y="172206"/>
                    <a:pt x="203149" y="176397"/>
                  </a:cubicBezTo>
                  <a:lnTo>
                    <a:pt x="204517" y="178194"/>
                  </a:lnTo>
                  <a:cubicBezTo>
                    <a:pt x="201438" y="180845"/>
                    <a:pt x="195450" y="185892"/>
                    <a:pt x="190746" y="188886"/>
                  </a:cubicBezTo>
                  <a:cubicBezTo>
                    <a:pt x="185186" y="192393"/>
                    <a:pt x="155503" y="198124"/>
                    <a:pt x="138909" y="201888"/>
                  </a:cubicBezTo>
                  <a:cubicBezTo>
                    <a:pt x="136342" y="199065"/>
                    <a:pt x="133776" y="197440"/>
                    <a:pt x="132493" y="196157"/>
                  </a:cubicBezTo>
                  <a:cubicBezTo>
                    <a:pt x="129157" y="192821"/>
                    <a:pt x="114188" y="197269"/>
                    <a:pt x="109226" y="198894"/>
                  </a:cubicBezTo>
                  <a:cubicBezTo>
                    <a:pt x="104265" y="200605"/>
                    <a:pt x="97422" y="218312"/>
                    <a:pt x="97422" y="218312"/>
                  </a:cubicBezTo>
                  <a:lnTo>
                    <a:pt x="97593" y="220022"/>
                  </a:lnTo>
                  <a:cubicBezTo>
                    <a:pt x="95882" y="220450"/>
                    <a:pt x="95626" y="220450"/>
                    <a:pt x="89210" y="228063"/>
                  </a:cubicBezTo>
                  <a:cubicBezTo>
                    <a:pt x="80057" y="238841"/>
                    <a:pt x="59271" y="296238"/>
                    <a:pt x="54310" y="317024"/>
                  </a:cubicBezTo>
                  <a:cubicBezTo>
                    <a:pt x="49349" y="337810"/>
                    <a:pt x="31899" y="395207"/>
                    <a:pt x="26082" y="420185"/>
                  </a:cubicBezTo>
                  <a:cubicBezTo>
                    <a:pt x="20265" y="445162"/>
                    <a:pt x="4440" y="454315"/>
                    <a:pt x="8632" y="467574"/>
                  </a:cubicBezTo>
                  <a:cubicBezTo>
                    <a:pt x="12823" y="480918"/>
                    <a:pt x="20265" y="475871"/>
                    <a:pt x="17785" y="490071"/>
                  </a:cubicBezTo>
                  <a:cubicBezTo>
                    <a:pt x="15304" y="504185"/>
                    <a:pt x="15304" y="505040"/>
                    <a:pt x="10257" y="520010"/>
                  </a:cubicBezTo>
                  <a:lnTo>
                    <a:pt x="10257" y="520010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F010D812-6BFC-2F17-9CF4-0D4D7FBBC03C}"/>
                </a:ext>
              </a:extLst>
            </p:cNvPr>
            <p:cNvSpPr/>
            <p:nvPr/>
          </p:nvSpPr>
          <p:spPr>
            <a:xfrm>
              <a:off x="19401671" y="1661284"/>
              <a:ext cx="457037" cy="1305453"/>
            </a:xfrm>
            <a:custGeom>
              <a:avLst/>
              <a:gdLst>
                <a:gd name="connsiteX0" fmla="*/ 229930 w 457037"/>
                <a:gd name="connsiteY0" fmla="*/ 791251 h 1305453"/>
                <a:gd name="connsiteX1" fmla="*/ 235661 w 457037"/>
                <a:gd name="connsiteY1" fmla="*/ 727525 h 1305453"/>
                <a:gd name="connsiteX2" fmla="*/ 234549 w 457037"/>
                <a:gd name="connsiteY2" fmla="*/ 842318 h 1305453"/>
                <a:gd name="connsiteX3" fmla="*/ 229930 w 457037"/>
                <a:gd name="connsiteY3" fmla="*/ 791251 h 1305453"/>
                <a:gd name="connsiteX4" fmla="*/ 229930 w 457037"/>
                <a:gd name="connsiteY4" fmla="*/ 791251 h 1305453"/>
                <a:gd name="connsiteX5" fmla="*/ 407254 w 457037"/>
                <a:gd name="connsiteY5" fmla="*/ 685097 h 1305453"/>
                <a:gd name="connsiteX6" fmla="*/ 413156 w 457037"/>
                <a:gd name="connsiteY6" fmla="*/ 677912 h 1305453"/>
                <a:gd name="connsiteX7" fmla="*/ 415123 w 457037"/>
                <a:gd name="connsiteY7" fmla="*/ 688005 h 1305453"/>
                <a:gd name="connsiteX8" fmla="*/ 412044 w 457037"/>
                <a:gd name="connsiteY8" fmla="*/ 694934 h 1305453"/>
                <a:gd name="connsiteX9" fmla="*/ 409050 w 457037"/>
                <a:gd name="connsiteY9" fmla="*/ 694335 h 1305453"/>
                <a:gd name="connsiteX10" fmla="*/ 407168 w 457037"/>
                <a:gd name="connsiteY10" fmla="*/ 685097 h 1305453"/>
                <a:gd name="connsiteX11" fmla="*/ 407168 w 457037"/>
                <a:gd name="connsiteY11" fmla="*/ 685097 h 1305453"/>
                <a:gd name="connsiteX12" fmla="*/ 189470 w 457037"/>
                <a:gd name="connsiteY12" fmla="*/ 175025 h 1305453"/>
                <a:gd name="connsiteX13" fmla="*/ 185792 w 457037"/>
                <a:gd name="connsiteY13" fmla="*/ 186829 h 1305453"/>
                <a:gd name="connsiteX14" fmla="*/ 159360 w 457037"/>
                <a:gd name="connsiteY14" fmla="*/ 204365 h 1305453"/>
                <a:gd name="connsiteX15" fmla="*/ 113425 w 457037"/>
                <a:gd name="connsiteY15" fmla="*/ 219847 h 1305453"/>
                <a:gd name="connsiteX16" fmla="*/ 80749 w 457037"/>
                <a:gd name="connsiteY16" fmla="*/ 244568 h 1305453"/>
                <a:gd name="connsiteX17" fmla="*/ 45165 w 457037"/>
                <a:gd name="connsiteY17" fmla="*/ 377668 h 1305453"/>
                <a:gd name="connsiteX18" fmla="*/ 16765 w 457037"/>
                <a:gd name="connsiteY18" fmla="*/ 487586 h 1305453"/>
                <a:gd name="connsiteX19" fmla="*/ 0 w 457037"/>
                <a:gd name="connsiteY19" fmla="*/ 634800 h 1305453"/>
                <a:gd name="connsiteX20" fmla="*/ 7442 w 457037"/>
                <a:gd name="connsiteY20" fmla="*/ 640445 h 1305453"/>
                <a:gd name="connsiteX21" fmla="*/ 7014 w 457037"/>
                <a:gd name="connsiteY21" fmla="*/ 644551 h 1305453"/>
                <a:gd name="connsiteX22" fmla="*/ 7185 w 457037"/>
                <a:gd name="connsiteY22" fmla="*/ 649769 h 1305453"/>
                <a:gd name="connsiteX23" fmla="*/ 4961 w 457037"/>
                <a:gd name="connsiteY23" fmla="*/ 671582 h 1305453"/>
                <a:gd name="connsiteX24" fmla="*/ 11633 w 457037"/>
                <a:gd name="connsiteY24" fmla="*/ 695875 h 1305453"/>
                <a:gd name="connsiteX25" fmla="*/ 24892 w 457037"/>
                <a:gd name="connsiteY25" fmla="*/ 713667 h 1305453"/>
                <a:gd name="connsiteX26" fmla="*/ 38749 w 457037"/>
                <a:gd name="connsiteY26" fmla="*/ 725985 h 1305453"/>
                <a:gd name="connsiteX27" fmla="*/ 63983 w 457037"/>
                <a:gd name="connsiteY27" fmla="*/ 723761 h 1305453"/>
                <a:gd name="connsiteX28" fmla="*/ 74590 w 457037"/>
                <a:gd name="connsiteY28" fmla="*/ 718628 h 1305453"/>
                <a:gd name="connsiteX29" fmla="*/ 70826 w 457037"/>
                <a:gd name="connsiteY29" fmla="*/ 712812 h 1305453"/>
                <a:gd name="connsiteX30" fmla="*/ 76301 w 457037"/>
                <a:gd name="connsiteY30" fmla="*/ 704429 h 1305453"/>
                <a:gd name="connsiteX31" fmla="*/ 68517 w 457037"/>
                <a:gd name="connsiteY31" fmla="*/ 698441 h 1305453"/>
                <a:gd name="connsiteX32" fmla="*/ 58766 w 457037"/>
                <a:gd name="connsiteY32" fmla="*/ 693052 h 1305453"/>
                <a:gd name="connsiteX33" fmla="*/ 45165 w 457037"/>
                <a:gd name="connsiteY33" fmla="*/ 687834 h 1305453"/>
                <a:gd name="connsiteX34" fmla="*/ 46534 w 457037"/>
                <a:gd name="connsiteY34" fmla="*/ 685268 h 1305453"/>
                <a:gd name="connsiteX35" fmla="*/ 60477 w 457037"/>
                <a:gd name="connsiteY35" fmla="*/ 687235 h 1305453"/>
                <a:gd name="connsiteX36" fmla="*/ 62529 w 457037"/>
                <a:gd name="connsiteY36" fmla="*/ 678254 h 1305453"/>
                <a:gd name="connsiteX37" fmla="*/ 56713 w 457037"/>
                <a:gd name="connsiteY37" fmla="*/ 669272 h 1305453"/>
                <a:gd name="connsiteX38" fmla="*/ 55429 w 457037"/>
                <a:gd name="connsiteY38" fmla="*/ 657211 h 1305453"/>
                <a:gd name="connsiteX39" fmla="*/ 53975 w 457037"/>
                <a:gd name="connsiteY39" fmla="*/ 653961 h 1305453"/>
                <a:gd name="connsiteX40" fmla="*/ 60562 w 457037"/>
                <a:gd name="connsiteY40" fmla="*/ 650111 h 1305453"/>
                <a:gd name="connsiteX41" fmla="*/ 62187 w 457037"/>
                <a:gd name="connsiteY41" fmla="*/ 646604 h 1305453"/>
                <a:gd name="connsiteX42" fmla="*/ 62786 w 457037"/>
                <a:gd name="connsiteY42" fmla="*/ 642498 h 1305453"/>
                <a:gd name="connsiteX43" fmla="*/ 70313 w 457037"/>
                <a:gd name="connsiteY43" fmla="*/ 638307 h 1305453"/>
                <a:gd name="connsiteX44" fmla="*/ 77670 w 457037"/>
                <a:gd name="connsiteY44" fmla="*/ 627700 h 1305453"/>
                <a:gd name="connsiteX45" fmla="*/ 93323 w 457037"/>
                <a:gd name="connsiteY45" fmla="*/ 514360 h 1305453"/>
                <a:gd name="connsiteX46" fmla="*/ 87336 w 457037"/>
                <a:gd name="connsiteY46" fmla="*/ 617606 h 1305453"/>
                <a:gd name="connsiteX47" fmla="*/ 75959 w 457037"/>
                <a:gd name="connsiteY47" fmla="*/ 714009 h 1305453"/>
                <a:gd name="connsiteX48" fmla="*/ 82375 w 457037"/>
                <a:gd name="connsiteY48" fmla="*/ 728380 h 1305453"/>
                <a:gd name="connsiteX49" fmla="*/ 100166 w 457037"/>
                <a:gd name="connsiteY49" fmla="*/ 731203 h 1305453"/>
                <a:gd name="connsiteX50" fmla="*/ 118558 w 457037"/>
                <a:gd name="connsiteY50" fmla="*/ 797154 h 1305453"/>
                <a:gd name="connsiteX51" fmla="*/ 135751 w 457037"/>
                <a:gd name="connsiteY51" fmla="*/ 883805 h 1305453"/>
                <a:gd name="connsiteX52" fmla="*/ 144904 w 457037"/>
                <a:gd name="connsiteY52" fmla="*/ 899887 h 1305453"/>
                <a:gd name="connsiteX53" fmla="*/ 154057 w 457037"/>
                <a:gd name="connsiteY53" fmla="*/ 972766 h 1305453"/>
                <a:gd name="connsiteX54" fmla="*/ 169539 w 457037"/>
                <a:gd name="connsiteY54" fmla="*/ 1045047 h 1305453"/>
                <a:gd name="connsiteX55" fmla="*/ 174672 w 457037"/>
                <a:gd name="connsiteY55" fmla="*/ 1144872 h 1305453"/>
                <a:gd name="connsiteX56" fmla="*/ 181515 w 457037"/>
                <a:gd name="connsiteY56" fmla="*/ 1164974 h 1305453"/>
                <a:gd name="connsiteX57" fmla="*/ 188443 w 457037"/>
                <a:gd name="connsiteY57" fmla="*/ 1166685 h 1305453"/>
                <a:gd name="connsiteX58" fmla="*/ 170053 w 457037"/>
                <a:gd name="connsiteY58" fmla="*/ 1217153 h 1305453"/>
                <a:gd name="connsiteX59" fmla="*/ 157991 w 457037"/>
                <a:gd name="connsiteY59" fmla="*/ 1241275 h 1305453"/>
                <a:gd name="connsiteX60" fmla="*/ 159702 w 457037"/>
                <a:gd name="connsiteY60" fmla="*/ 1258468 h 1305453"/>
                <a:gd name="connsiteX61" fmla="*/ 203327 w 457037"/>
                <a:gd name="connsiteY61" fmla="*/ 1260179 h 1305453"/>
                <a:gd name="connsiteX62" fmla="*/ 230272 w 457037"/>
                <a:gd name="connsiteY62" fmla="*/ 1251625 h 1305453"/>
                <a:gd name="connsiteX63" fmla="*/ 230272 w 457037"/>
                <a:gd name="connsiteY63" fmla="*/ 1230925 h 1305453"/>
                <a:gd name="connsiteX64" fmla="*/ 234292 w 457037"/>
                <a:gd name="connsiteY64" fmla="*/ 1230925 h 1305453"/>
                <a:gd name="connsiteX65" fmla="*/ 236003 w 457037"/>
                <a:gd name="connsiteY65" fmla="*/ 1258981 h 1305453"/>
                <a:gd name="connsiteX66" fmla="*/ 234891 w 457037"/>
                <a:gd name="connsiteY66" fmla="*/ 1288236 h 1305453"/>
                <a:gd name="connsiteX67" fmla="*/ 241221 w 457037"/>
                <a:gd name="connsiteY67" fmla="*/ 1300297 h 1305453"/>
                <a:gd name="connsiteX68" fmla="*/ 292288 w 457037"/>
                <a:gd name="connsiteY68" fmla="*/ 1304916 h 1305453"/>
                <a:gd name="connsiteX69" fmla="*/ 320431 w 457037"/>
                <a:gd name="connsiteY69" fmla="*/ 1301495 h 1305453"/>
                <a:gd name="connsiteX70" fmla="*/ 319319 w 457037"/>
                <a:gd name="connsiteY70" fmla="*/ 1290033 h 1305453"/>
                <a:gd name="connsiteX71" fmla="*/ 302639 w 457037"/>
                <a:gd name="connsiteY71" fmla="*/ 1256159 h 1305453"/>
                <a:gd name="connsiteX72" fmla="*/ 299217 w 457037"/>
                <a:gd name="connsiteY72" fmla="*/ 1246407 h 1305453"/>
                <a:gd name="connsiteX73" fmla="*/ 298618 w 457037"/>
                <a:gd name="connsiteY73" fmla="*/ 1212020 h 1305453"/>
                <a:gd name="connsiteX74" fmla="*/ 308969 w 457037"/>
                <a:gd name="connsiteY74" fmla="*/ 1187385 h 1305453"/>
                <a:gd name="connsiteX75" fmla="*/ 304349 w 457037"/>
                <a:gd name="connsiteY75" fmla="*/ 1115617 h 1305453"/>
                <a:gd name="connsiteX76" fmla="*/ 322142 w 457037"/>
                <a:gd name="connsiteY76" fmla="*/ 1006041 h 1305453"/>
                <a:gd name="connsiteX77" fmla="*/ 329584 w 457037"/>
                <a:gd name="connsiteY77" fmla="*/ 847622 h 1305453"/>
                <a:gd name="connsiteX78" fmla="*/ 356015 w 457037"/>
                <a:gd name="connsiteY78" fmla="*/ 728893 h 1305453"/>
                <a:gd name="connsiteX79" fmla="*/ 361746 w 457037"/>
                <a:gd name="connsiteY79" fmla="*/ 704258 h 1305453"/>
                <a:gd name="connsiteX80" fmla="*/ 381763 w 457037"/>
                <a:gd name="connsiteY80" fmla="*/ 696474 h 1305453"/>
                <a:gd name="connsiteX81" fmla="*/ 391001 w 457037"/>
                <a:gd name="connsiteY81" fmla="*/ 690999 h 1305453"/>
                <a:gd name="connsiteX82" fmla="*/ 373807 w 457037"/>
                <a:gd name="connsiteY82" fmla="*/ 592287 h 1305453"/>
                <a:gd name="connsiteX83" fmla="*/ 390488 w 457037"/>
                <a:gd name="connsiteY83" fmla="*/ 649085 h 1305453"/>
                <a:gd name="connsiteX84" fmla="*/ 396390 w 457037"/>
                <a:gd name="connsiteY84" fmla="*/ 651651 h 1305453"/>
                <a:gd name="connsiteX85" fmla="*/ 398528 w 457037"/>
                <a:gd name="connsiteY85" fmla="*/ 658836 h 1305453"/>
                <a:gd name="connsiteX86" fmla="*/ 399213 w 457037"/>
                <a:gd name="connsiteY86" fmla="*/ 658836 h 1305453"/>
                <a:gd name="connsiteX87" fmla="*/ 397416 w 457037"/>
                <a:gd name="connsiteY87" fmla="*/ 669187 h 1305453"/>
                <a:gd name="connsiteX88" fmla="*/ 397759 w 457037"/>
                <a:gd name="connsiteY88" fmla="*/ 684669 h 1305453"/>
                <a:gd name="connsiteX89" fmla="*/ 397074 w 457037"/>
                <a:gd name="connsiteY89" fmla="*/ 701692 h 1305453"/>
                <a:gd name="connsiteX90" fmla="*/ 401865 w 457037"/>
                <a:gd name="connsiteY90" fmla="*/ 705028 h 1305453"/>
                <a:gd name="connsiteX91" fmla="*/ 394679 w 457037"/>
                <a:gd name="connsiteY91" fmla="*/ 711443 h 1305453"/>
                <a:gd name="connsiteX92" fmla="*/ 398528 w 457037"/>
                <a:gd name="connsiteY92" fmla="*/ 717944 h 1305453"/>
                <a:gd name="connsiteX93" fmla="*/ 413327 w 457037"/>
                <a:gd name="connsiteY93" fmla="*/ 715378 h 1305453"/>
                <a:gd name="connsiteX94" fmla="*/ 420341 w 457037"/>
                <a:gd name="connsiteY94" fmla="*/ 715720 h 1305453"/>
                <a:gd name="connsiteX95" fmla="*/ 411873 w 457037"/>
                <a:gd name="connsiteY95" fmla="*/ 720168 h 1305453"/>
                <a:gd name="connsiteX96" fmla="*/ 408537 w 457037"/>
                <a:gd name="connsiteY96" fmla="*/ 725728 h 1305453"/>
                <a:gd name="connsiteX97" fmla="*/ 431033 w 457037"/>
                <a:gd name="connsiteY97" fmla="*/ 722734 h 1305453"/>
                <a:gd name="connsiteX98" fmla="*/ 437278 w 457037"/>
                <a:gd name="connsiteY98" fmla="*/ 714608 h 1305453"/>
                <a:gd name="connsiteX99" fmla="*/ 443180 w 457037"/>
                <a:gd name="connsiteY99" fmla="*/ 700237 h 1305453"/>
                <a:gd name="connsiteX100" fmla="*/ 449083 w 457037"/>
                <a:gd name="connsiteY100" fmla="*/ 683985 h 1305453"/>
                <a:gd name="connsiteX101" fmla="*/ 451307 w 457037"/>
                <a:gd name="connsiteY101" fmla="*/ 654303 h 1305453"/>
                <a:gd name="connsiteX102" fmla="*/ 447372 w 457037"/>
                <a:gd name="connsiteY102" fmla="*/ 638991 h 1305453"/>
                <a:gd name="connsiteX103" fmla="*/ 457038 w 457037"/>
                <a:gd name="connsiteY103" fmla="*/ 630779 h 1305453"/>
                <a:gd name="connsiteX104" fmla="*/ 446687 w 457037"/>
                <a:gd name="connsiteY104" fmla="*/ 564743 h 1305453"/>
                <a:gd name="connsiteX105" fmla="*/ 446687 w 457037"/>
                <a:gd name="connsiteY105" fmla="*/ 541818 h 1305453"/>
                <a:gd name="connsiteX106" fmla="*/ 437534 w 457037"/>
                <a:gd name="connsiteY106" fmla="*/ 454568 h 1305453"/>
                <a:gd name="connsiteX107" fmla="*/ 387066 w 457037"/>
                <a:gd name="connsiteY107" fmla="*/ 235416 h 1305453"/>
                <a:gd name="connsiteX108" fmla="*/ 361233 w 457037"/>
                <a:gd name="connsiteY108" fmla="*/ 219933 h 1305453"/>
                <a:gd name="connsiteX109" fmla="*/ 339421 w 457037"/>
                <a:gd name="connsiteY109" fmla="*/ 210181 h 1305453"/>
                <a:gd name="connsiteX110" fmla="*/ 306745 w 457037"/>
                <a:gd name="connsiteY110" fmla="*/ 198719 h 1305453"/>
                <a:gd name="connsiteX111" fmla="*/ 282366 w 457037"/>
                <a:gd name="connsiteY111" fmla="*/ 179216 h 1305453"/>
                <a:gd name="connsiteX112" fmla="*/ 272358 w 457037"/>
                <a:gd name="connsiteY112" fmla="*/ 166471 h 1305453"/>
                <a:gd name="connsiteX113" fmla="*/ 272358 w 457037"/>
                <a:gd name="connsiteY113" fmla="*/ 159285 h 1305453"/>
                <a:gd name="connsiteX114" fmla="*/ 278345 w 457037"/>
                <a:gd name="connsiteY114" fmla="*/ 128748 h 1305453"/>
                <a:gd name="connsiteX115" fmla="*/ 287840 w 457037"/>
                <a:gd name="connsiteY115" fmla="*/ 124899 h 1305453"/>
                <a:gd name="connsiteX116" fmla="*/ 289123 w 457037"/>
                <a:gd name="connsiteY116" fmla="*/ 89228 h 1305453"/>
                <a:gd name="connsiteX117" fmla="*/ 288268 w 457037"/>
                <a:gd name="connsiteY117" fmla="*/ 68528 h 1305453"/>
                <a:gd name="connsiteX118" fmla="*/ 282708 w 457037"/>
                <a:gd name="connsiteY118" fmla="*/ 37990 h 1305453"/>
                <a:gd name="connsiteX119" fmla="*/ 278003 w 457037"/>
                <a:gd name="connsiteY119" fmla="*/ 18231 h 1305453"/>
                <a:gd name="connsiteX120" fmla="*/ 259954 w 457037"/>
                <a:gd name="connsiteY120" fmla="*/ 2321 h 1305453"/>
                <a:gd name="connsiteX121" fmla="*/ 240280 w 457037"/>
                <a:gd name="connsiteY121" fmla="*/ 3775 h 1305453"/>
                <a:gd name="connsiteX122" fmla="*/ 186305 w 457037"/>
                <a:gd name="connsiteY122" fmla="*/ 11815 h 1305453"/>
                <a:gd name="connsiteX123" fmla="*/ 166802 w 457037"/>
                <a:gd name="connsiteY123" fmla="*/ 81787 h 1305453"/>
                <a:gd name="connsiteX124" fmla="*/ 173645 w 457037"/>
                <a:gd name="connsiteY124" fmla="*/ 118483 h 1305453"/>
                <a:gd name="connsiteX125" fmla="*/ 183996 w 457037"/>
                <a:gd name="connsiteY125" fmla="*/ 152870 h 1305453"/>
                <a:gd name="connsiteX126" fmla="*/ 192036 w 457037"/>
                <a:gd name="connsiteY126" fmla="*/ 167754 h 1305453"/>
                <a:gd name="connsiteX127" fmla="*/ 191779 w 457037"/>
                <a:gd name="connsiteY127" fmla="*/ 171774 h 1305453"/>
                <a:gd name="connsiteX128" fmla="*/ 189470 w 457037"/>
                <a:gd name="connsiteY128" fmla="*/ 175281 h 1305453"/>
                <a:gd name="connsiteX129" fmla="*/ 189470 w 457037"/>
                <a:gd name="connsiteY129" fmla="*/ 175281 h 130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</a:cxnLst>
              <a:rect l="l" t="t" r="r" b="b"/>
              <a:pathLst>
                <a:path w="457037" h="1305453">
                  <a:moveTo>
                    <a:pt x="229930" y="791251"/>
                  </a:moveTo>
                  <a:cubicBezTo>
                    <a:pt x="231042" y="771150"/>
                    <a:pt x="234635" y="715977"/>
                    <a:pt x="235661" y="727525"/>
                  </a:cubicBezTo>
                  <a:cubicBezTo>
                    <a:pt x="241991" y="799805"/>
                    <a:pt x="234549" y="845141"/>
                    <a:pt x="234549" y="842318"/>
                  </a:cubicBezTo>
                  <a:cubicBezTo>
                    <a:pt x="234549" y="839496"/>
                    <a:pt x="228818" y="811353"/>
                    <a:pt x="229930" y="791251"/>
                  </a:cubicBezTo>
                  <a:lnTo>
                    <a:pt x="229930" y="791251"/>
                  </a:lnTo>
                  <a:close/>
                  <a:moveTo>
                    <a:pt x="407254" y="685097"/>
                  </a:moveTo>
                  <a:cubicBezTo>
                    <a:pt x="408023" y="682873"/>
                    <a:pt x="412643" y="680050"/>
                    <a:pt x="413156" y="677912"/>
                  </a:cubicBezTo>
                  <a:cubicBezTo>
                    <a:pt x="413241" y="677569"/>
                    <a:pt x="415636" y="684669"/>
                    <a:pt x="415123" y="688005"/>
                  </a:cubicBezTo>
                  <a:cubicBezTo>
                    <a:pt x="414610" y="691341"/>
                    <a:pt x="413241" y="694421"/>
                    <a:pt x="412044" y="694934"/>
                  </a:cubicBezTo>
                  <a:lnTo>
                    <a:pt x="409050" y="694335"/>
                  </a:lnTo>
                  <a:cubicBezTo>
                    <a:pt x="408793" y="693565"/>
                    <a:pt x="406483" y="687321"/>
                    <a:pt x="407168" y="685097"/>
                  </a:cubicBezTo>
                  <a:lnTo>
                    <a:pt x="407168" y="685097"/>
                  </a:lnTo>
                  <a:close/>
                  <a:moveTo>
                    <a:pt x="189470" y="175025"/>
                  </a:moveTo>
                  <a:cubicBezTo>
                    <a:pt x="189042" y="175795"/>
                    <a:pt x="186048" y="181355"/>
                    <a:pt x="185792" y="186829"/>
                  </a:cubicBezTo>
                  <a:cubicBezTo>
                    <a:pt x="183996" y="191192"/>
                    <a:pt x="159360" y="204365"/>
                    <a:pt x="159360" y="204365"/>
                  </a:cubicBezTo>
                  <a:cubicBezTo>
                    <a:pt x="150207" y="208385"/>
                    <a:pt x="125486" y="217025"/>
                    <a:pt x="113425" y="219847"/>
                  </a:cubicBezTo>
                  <a:cubicBezTo>
                    <a:pt x="101364" y="222756"/>
                    <a:pt x="83572" y="240463"/>
                    <a:pt x="80749" y="244568"/>
                  </a:cubicBezTo>
                  <a:cubicBezTo>
                    <a:pt x="77841" y="248589"/>
                    <a:pt x="54916" y="342084"/>
                    <a:pt x="45165" y="377668"/>
                  </a:cubicBezTo>
                  <a:cubicBezTo>
                    <a:pt x="32933" y="422319"/>
                    <a:pt x="20529" y="471676"/>
                    <a:pt x="16765" y="487586"/>
                  </a:cubicBezTo>
                  <a:cubicBezTo>
                    <a:pt x="12232" y="507089"/>
                    <a:pt x="0" y="630779"/>
                    <a:pt x="0" y="634800"/>
                  </a:cubicBezTo>
                  <a:cubicBezTo>
                    <a:pt x="0" y="635826"/>
                    <a:pt x="2737" y="638136"/>
                    <a:pt x="7442" y="640445"/>
                  </a:cubicBezTo>
                  <a:lnTo>
                    <a:pt x="7014" y="644551"/>
                  </a:lnTo>
                  <a:cubicBezTo>
                    <a:pt x="7014" y="644551"/>
                    <a:pt x="6330" y="647289"/>
                    <a:pt x="7185" y="649769"/>
                  </a:cubicBezTo>
                  <a:cubicBezTo>
                    <a:pt x="5132" y="655586"/>
                    <a:pt x="4533" y="669015"/>
                    <a:pt x="4961" y="671582"/>
                  </a:cubicBezTo>
                  <a:cubicBezTo>
                    <a:pt x="5474" y="674576"/>
                    <a:pt x="5902" y="680734"/>
                    <a:pt x="11633" y="695875"/>
                  </a:cubicBezTo>
                  <a:cubicBezTo>
                    <a:pt x="15055" y="704942"/>
                    <a:pt x="21042" y="708877"/>
                    <a:pt x="24892" y="713667"/>
                  </a:cubicBezTo>
                  <a:cubicBezTo>
                    <a:pt x="28741" y="718457"/>
                    <a:pt x="34900" y="724188"/>
                    <a:pt x="38749" y="725985"/>
                  </a:cubicBezTo>
                  <a:cubicBezTo>
                    <a:pt x="42599" y="727781"/>
                    <a:pt x="59706" y="725215"/>
                    <a:pt x="63983" y="723761"/>
                  </a:cubicBezTo>
                  <a:cubicBezTo>
                    <a:pt x="68260" y="722307"/>
                    <a:pt x="73307" y="724017"/>
                    <a:pt x="74590" y="718628"/>
                  </a:cubicBezTo>
                  <a:cubicBezTo>
                    <a:pt x="75189" y="716233"/>
                    <a:pt x="67662" y="714351"/>
                    <a:pt x="70826" y="712812"/>
                  </a:cubicBezTo>
                  <a:cubicBezTo>
                    <a:pt x="73991" y="711272"/>
                    <a:pt x="77328" y="708107"/>
                    <a:pt x="76301" y="704429"/>
                  </a:cubicBezTo>
                  <a:cubicBezTo>
                    <a:pt x="75360" y="700836"/>
                    <a:pt x="68260" y="700579"/>
                    <a:pt x="68517" y="698441"/>
                  </a:cubicBezTo>
                  <a:cubicBezTo>
                    <a:pt x="68774" y="696302"/>
                    <a:pt x="65437" y="691598"/>
                    <a:pt x="58766" y="693052"/>
                  </a:cubicBezTo>
                  <a:cubicBezTo>
                    <a:pt x="52093" y="694506"/>
                    <a:pt x="46362" y="689288"/>
                    <a:pt x="45165" y="687834"/>
                  </a:cubicBezTo>
                  <a:cubicBezTo>
                    <a:pt x="43967" y="686380"/>
                    <a:pt x="44224" y="683728"/>
                    <a:pt x="46534" y="685268"/>
                  </a:cubicBezTo>
                  <a:cubicBezTo>
                    <a:pt x="48757" y="686893"/>
                    <a:pt x="55173" y="688604"/>
                    <a:pt x="60477" y="687235"/>
                  </a:cubicBezTo>
                  <a:cubicBezTo>
                    <a:pt x="65780" y="685952"/>
                    <a:pt x="63556" y="683215"/>
                    <a:pt x="62529" y="678254"/>
                  </a:cubicBezTo>
                  <a:cubicBezTo>
                    <a:pt x="61417" y="673292"/>
                    <a:pt x="59193" y="674062"/>
                    <a:pt x="56713" y="669272"/>
                  </a:cubicBezTo>
                  <a:cubicBezTo>
                    <a:pt x="54232" y="664396"/>
                    <a:pt x="57140" y="661146"/>
                    <a:pt x="55429" y="657211"/>
                  </a:cubicBezTo>
                  <a:cubicBezTo>
                    <a:pt x="54831" y="655842"/>
                    <a:pt x="54403" y="654816"/>
                    <a:pt x="53975" y="653961"/>
                  </a:cubicBezTo>
                  <a:cubicBezTo>
                    <a:pt x="56200" y="652934"/>
                    <a:pt x="58423" y="651651"/>
                    <a:pt x="60562" y="650111"/>
                  </a:cubicBezTo>
                  <a:lnTo>
                    <a:pt x="62187" y="646604"/>
                  </a:lnTo>
                  <a:lnTo>
                    <a:pt x="62786" y="642498"/>
                  </a:lnTo>
                  <a:cubicBezTo>
                    <a:pt x="65352" y="641301"/>
                    <a:pt x="67833" y="639932"/>
                    <a:pt x="70313" y="638307"/>
                  </a:cubicBezTo>
                  <a:cubicBezTo>
                    <a:pt x="71083" y="639162"/>
                    <a:pt x="76557" y="631806"/>
                    <a:pt x="77670" y="627700"/>
                  </a:cubicBezTo>
                  <a:cubicBezTo>
                    <a:pt x="78867" y="623680"/>
                    <a:pt x="93323" y="514360"/>
                    <a:pt x="93323" y="514360"/>
                  </a:cubicBezTo>
                  <a:cubicBezTo>
                    <a:pt x="93323" y="514360"/>
                    <a:pt x="91612" y="563374"/>
                    <a:pt x="87336" y="617606"/>
                  </a:cubicBezTo>
                  <a:cubicBezTo>
                    <a:pt x="84769" y="650111"/>
                    <a:pt x="75959" y="705968"/>
                    <a:pt x="75959" y="714009"/>
                  </a:cubicBezTo>
                  <a:cubicBezTo>
                    <a:pt x="75959" y="722050"/>
                    <a:pt x="82375" y="728380"/>
                    <a:pt x="82375" y="728380"/>
                  </a:cubicBezTo>
                  <a:cubicBezTo>
                    <a:pt x="82375" y="728380"/>
                    <a:pt x="94435" y="731203"/>
                    <a:pt x="100166" y="731203"/>
                  </a:cubicBezTo>
                  <a:cubicBezTo>
                    <a:pt x="100166" y="731203"/>
                    <a:pt x="102476" y="775427"/>
                    <a:pt x="118558" y="797154"/>
                  </a:cubicBezTo>
                  <a:cubicBezTo>
                    <a:pt x="134639" y="818966"/>
                    <a:pt x="120867" y="840779"/>
                    <a:pt x="135751" y="883805"/>
                  </a:cubicBezTo>
                  <a:cubicBezTo>
                    <a:pt x="135751" y="883805"/>
                    <a:pt x="141482" y="891247"/>
                    <a:pt x="144904" y="899887"/>
                  </a:cubicBezTo>
                  <a:cubicBezTo>
                    <a:pt x="148325" y="908526"/>
                    <a:pt x="150635" y="953862"/>
                    <a:pt x="154057" y="972766"/>
                  </a:cubicBezTo>
                  <a:cubicBezTo>
                    <a:pt x="157478" y="991670"/>
                    <a:pt x="167829" y="1027854"/>
                    <a:pt x="169539" y="1045047"/>
                  </a:cubicBezTo>
                  <a:cubicBezTo>
                    <a:pt x="171250" y="1062241"/>
                    <a:pt x="172447" y="1127080"/>
                    <a:pt x="174672" y="1144872"/>
                  </a:cubicBezTo>
                  <a:cubicBezTo>
                    <a:pt x="176981" y="1162664"/>
                    <a:pt x="181515" y="1164974"/>
                    <a:pt x="181515" y="1164974"/>
                  </a:cubicBezTo>
                  <a:lnTo>
                    <a:pt x="188443" y="1166685"/>
                  </a:lnTo>
                  <a:cubicBezTo>
                    <a:pt x="188443" y="1166685"/>
                    <a:pt x="176382" y="1208513"/>
                    <a:pt x="170053" y="1217153"/>
                  </a:cubicBezTo>
                  <a:cubicBezTo>
                    <a:pt x="163722" y="1225792"/>
                    <a:pt x="156280" y="1236656"/>
                    <a:pt x="157991" y="1241275"/>
                  </a:cubicBezTo>
                  <a:cubicBezTo>
                    <a:pt x="159702" y="1245894"/>
                    <a:pt x="155083" y="1255047"/>
                    <a:pt x="159702" y="1258468"/>
                  </a:cubicBezTo>
                  <a:cubicBezTo>
                    <a:pt x="164321" y="1261890"/>
                    <a:pt x="183824" y="1263087"/>
                    <a:pt x="203327" y="1260179"/>
                  </a:cubicBezTo>
                  <a:cubicBezTo>
                    <a:pt x="222830" y="1257271"/>
                    <a:pt x="230272" y="1256758"/>
                    <a:pt x="230272" y="1251625"/>
                  </a:cubicBezTo>
                  <a:cubicBezTo>
                    <a:pt x="230272" y="1246493"/>
                    <a:pt x="229160" y="1238965"/>
                    <a:pt x="230272" y="1230925"/>
                  </a:cubicBezTo>
                  <a:cubicBezTo>
                    <a:pt x="231384" y="1222884"/>
                    <a:pt x="231983" y="1226904"/>
                    <a:pt x="234292" y="1230925"/>
                  </a:cubicBezTo>
                  <a:cubicBezTo>
                    <a:pt x="236602" y="1234945"/>
                    <a:pt x="238912" y="1246407"/>
                    <a:pt x="236003" y="1258981"/>
                  </a:cubicBezTo>
                  <a:cubicBezTo>
                    <a:pt x="233095" y="1271641"/>
                    <a:pt x="234292" y="1278484"/>
                    <a:pt x="234891" y="1288236"/>
                  </a:cubicBezTo>
                  <a:cubicBezTo>
                    <a:pt x="235490" y="1297988"/>
                    <a:pt x="234292" y="1299185"/>
                    <a:pt x="241221" y="1300297"/>
                  </a:cubicBezTo>
                  <a:cubicBezTo>
                    <a:pt x="248065" y="1301409"/>
                    <a:pt x="281425" y="1307226"/>
                    <a:pt x="292288" y="1304916"/>
                  </a:cubicBezTo>
                  <a:cubicBezTo>
                    <a:pt x="303152" y="1302607"/>
                    <a:pt x="316924" y="1303804"/>
                    <a:pt x="320431" y="1301495"/>
                  </a:cubicBezTo>
                  <a:cubicBezTo>
                    <a:pt x="323853" y="1299185"/>
                    <a:pt x="320431" y="1295764"/>
                    <a:pt x="319319" y="1290033"/>
                  </a:cubicBezTo>
                  <a:cubicBezTo>
                    <a:pt x="318207" y="1284301"/>
                    <a:pt x="308370" y="1266509"/>
                    <a:pt x="302639" y="1256159"/>
                  </a:cubicBezTo>
                  <a:cubicBezTo>
                    <a:pt x="296907" y="1245809"/>
                    <a:pt x="299217" y="1246407"/>
                    <a:pt x="299217" y="1246407"/>
                  </a:cubicBezTo>
                  <a:cubicBezTo>
                    <a:pt x="299217" y="1246407"/>
                    <a:pt x="299816" y="1220061"/>
                    <a:pt x="298618" y="1212020"/>
                  </a:cubicBezTo>
                  <a:cubicBezTo>
                    <a:pt x="297506" y="1203980"/>
                    <a:pt x="308370" y="1193116"/>
                    <a:pt x="308969" y="1187385"/>
                  </a:cubicBezTo>
                  <a:cubicBezTo>
                    <a:pt x="309568" y="1181654"/>
                    <a:pt x="300329" y="1144359"/>
                    <a:pt x="304349" y="1115617"/>
                  </a:cubicBezTo>
                  <a:cubicBezTo>
                    <a:pt x="308370" y="1086962"/>
                    <a:pt x="321543" y="1042139"/>
                    <a:pt x="322142" y="1006041"/>
                  </a:cubicBezTo>
                  <a:cubicBezTo>
                    <a:pt x="322740" y="969858"/>
                    <a:pt x="325050" y="890734"/>
                    <a:pt x="329584" y="847622"/>
                  </a:cubicBezTo>
                  <a:cubicBezTo>
                    <a:pt x="334203" y="804596"/>
                    <a:pt x="355417" y="748396"/>
                    <a:pt x="356015" y="728893"/>
                  </a:cubicBezTo>
                  <a:cubicBezTo>
                    <a:pt x="356614" y="709390"/>
                    <a:pt x="361746" y="704258"/>
                    <a:pt x="361746" y="704258"/>
                  </a:cubicBezTo>
                  <a:cubicBezTo>
                    <a:pt x="371156" y="701948"/>
                    <a:pt x="377486" y="699040"/>
                    <a:pt x="381763" y="696474"/>
                  </a:cubicBezTo>
                  <a:cubicBezTo>
                    <a:pt x="385612" y="694677"/>
                    <a:pt x="389119" y="692796"/>
                    <a:pt x="391001" y="690999"/>
                  </a:cubicBezTo>
                  <a:cubicBezTo>
                    <a:pt x="397331" y="685268"/>
                    <a:pt x="381250" y="634201"/>
                    <a:pt x="373807" y="592287"/>
                  </a:cubicBezTo>
                  <a:lnTo>
                    <a:pt x="390488" y="649085"/>
                  </a:lnTo>
                  <a:cubicBezTo>
                    <a:pt x="392455" y="650111"/>
                    <a:pt x="394423" y="650967"/>
                    <a:pt x="396390" y="651651"/>
                  </a:cubicBezTo>
                  <a:lnTo>
                    <a:pt x="398528" y="658836"/>
                  </a:lnTo>
                  <a:lnTo>
                    <a:pt x="399213" y="658836"/>
                  </a:lnTo>
                  <a:cubicBezTo>
                    <a:pt x="397930" y="661830"/>
                    <a:pt x="397416" y="665423"/>
                    <a:pt x="397416" y="669187"/>
                  </a:cubicBezTo>
                  <a:cubicBezTo>
                    <a:pt x="397416" y="675859"/>
                    <a:pt x="398528" y="680221"/>
                    <a:pt x="397759" y="684669"/>
                  </a:cubicBezTo>
                  <a:cubicBezTo>
                    <a:pt x="397074" y="689117"/>
                    <a:pt x="394081" y="697244"/>
                    <a:pt x="397074" y="701692"/>
                  </a:cubicBezTo>
                  <a:cubicBezTo>
                    <a:pt x="399983" y="706140"/>
                    <a:pt x="401865" y="705028"/>
                    <a:pt x="401865" y="705028"/>
                  </a:cubicBezTo>
                  <a:cubicBezTo>
                    <a:pt x="401865" y="705028"/>
                    <a:pt x="396561" y="707765"/>
                    <a:pt x="394679" y="711443"/>
                  </a:cubicBezTo>
                  <a:cubicBezTo>
                    <a:pt x="392883" y="715121"/>
                    <a:pt x="394423" y="720168"/>
                    <a:pt x="398528" y="717944"/>
                  </a:cubicBezTo>
                  <a:cubicBezTo>
                    <a:pt x="402635" y="715720"/>
                    <a:pt x="411103" y="715720"/>
                    <a:pt x="413327" y="715378"/>
                  </a:cubicBezTo>
                  <a:cubicBezTo>
                    <a:pt x="415551" y="715036"/>
                    <a:pt x="419999" y="713496"/>
                    <a:pt x="420341" y="715720"/>
                  </a:cubicBezTo>
                  <a:cubicBezTo>
                    <a:pt x="420683" y="717944"/>
                    <a:pt x="415551" y="719398"/>
                    <a:pt x="411873" y="720168"/>
                  </a:cubicBezTo>
                  <a:cubicBezTo>
                    <a:pt x="408194" y="720853"/>
                    <a:pt x="405201" y="724958"/>
                    <a:pt x="408537" y="725728"/>
                  </a:cubicBezTo>
                  <a:cubicBezTo>
                    <a:pt x="411873" y="726498"/>
                    <a:pt x="428810" y="725728"/>
                    <a:pt x="431033" y="722734"/>
                  </a:cubicBezTo>
                  <a:cubicBezTo>
                    <a:pt x="433257" y="719826"/>
                    <a:pt x="436166" y="717944"/>
                    <a:pt x="437278" y="714608"/>
                  </a:cubicBezTo>
                  <a:cubicBezTo>
                    <a:pt x="438390" y="711272"/>
                    <a:pt x="441726" y="704600"/>
                    <a:pt x="443180" y="700237"/>
                  </a:cubicBezTo>
                  <a:cubicBezTo>
                    <a:pt x="444634" y="695789"/>
                    <a:pt x="449083" y="690999"/>
                    <a:pt x="449083" y="683985"/>
                  </a:cubicBezTo>
                  <a:cubicBezTo>
                    <a:pt x="449083" y="676971"/>
                    <a:pt x="454215" y="658665"/>
                    <a:pt x="451307" y="654303"/>
                  </a:cubicBezTo>
                  <a:lnTo>
                    <a:pt x="447372" y="638991"/>
                  </a:lnTo>
                  <a:cubicBezTo>
                    <a:pt x="453359" y="634543"/>
                    <a:pt x="457038" y="630779"/>
                    <a:pt x="457038" y="630779"/>
                  </a:cubicBezTo>
                  <a:cubicBezTo>
                    <a:pt x="457038" y="630779"/>
                    <a:pt x="446687" y="575093"/>
                    <a:pt x="446687" y="564743"/>
                  </a:cubicBezTo>
                  <a:cubicBezTo>
                    <a:pt x="446687" y="554392"/>
                    <a:pt x="448997" y="554392"/>
                    <a:pt x="446687" y="541818"/>
                  </a:cubicBezTo>
                  <a:cubicBezTo>
                    <a:pt x="444377" y="529158"/>
                    <a:pt x="445575" y="483309"/>
                    <a:pt x="437534" y="454568"/>
                  </a:cubicBezTo>
                  <a:cubicBezTo>
                    <a:pt x="429494" y="425912"/>
                    <a:pt x="402549" y="252609"/>
                    <a:pt x="387066" y="235416"/>
                  </a:cubicBezTo>
                  <a:cubicBezTo>
                    <a:pt x="382191" y="229941"/>
                    <a:pt x="369274" y="226776"/>
                    <a:pt x="361233" y="219933"/>
                  </a:cubicBezTo>
                  <a:cubicBezTo>
                    <a:pt x="353193" y="213004"/>
                    <a:pt x="347462" y="215913"/>
                    <a:pt x="339421" y="210181"/>
                  </a:cubicBezTo>
                  <a:cubicBezTo>
                    <a:pt x="331380" y="204450"/>
                    <a:pt x="318207" y="203253"/>
                    <a:pt x="306745" y="198719"/>
                  </a:cubicBezTo>
                  <a:cubicBezTo>
                    <a:pt x="295282" y="194100"/>
                    <a:pt x="282366" y="179216"/>
                    <a:pt x="282366" y="179216"/>
                  </a:cubicBezTo>
                  <a:cubicBezTo>
                    <a:pt x="280313" y="176137"/>
                    <a:pt x="279201" y="169550"/>
                    <a:pt x="272358" y="166471"/>
                  </a:cubicBezTo>
                  <a:cubicBezTo>
                    <a:pt x="272101" y="163648"/>
                    <a:pt x="271930" y="160825"/>
                    <a:pt x="272358" y="159285"/>
                  </a:cubicBezTo>
                  <a:cubicBezTo>
                    <a:pt x="273213" y="155436"/>
                    <a:pt x="277490" y="136019"/>
                    <a:pt x="278345" y="128748"/>
                  </a:cubicBezTo>
                  <a:cubicBezTo>
                    <a:pt x="278345" y="128748"/>
                    <a:pt x="286044" y="129176"/>
                    <a:pt x="287840" y="124899"/>
                  </a:cubicBezTo>
                  <a:cubicBezTo>
                    <a:pt x="289551" y="120622"/>
                    <a:pt x="288696" y="95216"/>
                    <a:pt x="289123" y="89228"/>
                  </a:cubicBezTo>
                  <a:cubicBezTo>
                    <a:pt x="289551" y="83155"/>
                    <a:pt x="290406" y="76312"/>
                    <a:pt x="288268" y="68528"/>
                  </a:cubicBezTo>
                  <a:cubicBezTo>
                    <a:pt x="286129" y="60830"/>
                    <a:pt x="285702" y="45689"/>
                    <a:pt x="282708" y="37990"/>
                  </a:cubicBezTo>
                  <a:cubicBezTo>
                    <a:pt x="279714" y="30292"/>
                    <a:pt x="282280" y="23363"/>
                    <a:pt x="278003" y="18231"/>
                  </a:cubicBezTo>
                  <a:cubicBezTo>
                    <a:pt x="273726" y="13098"/>
                    <a:pt x="269877" y="5143"/>
                    <a:pt x="259954" y="2321"/>
                  </a:cubicBezTo>
                  <a:cubicBezTo>
                    <a:pt x="250887" y="-246"/>
                    <a:pt x="245327" y="4031"/>
                    <a:pt x="240280" y="3775"/>
                  </a:cubicBezTo>
                  <a:cubicBezTo>
                    <a:pt x="228647" y="-3667"/>
                    <a:pt x="201274" y="353"/>
                    <a:pt x="186305" y="11815"/>
                  </a:cubicBezTo>
                  <a:cubicBezTo>
                    <a:pt x="171421" y="23278"/>
                    <a:pt x="162183" y="61172"/>
                    <a:pt x="166802" y="81787"/>
                  </a:cubicBezTo>
                  <a:cubicBezTo>
                    <a:pt x="171421" y="102402"/>
                    <a:pt x="172533" y="108133"/>
                    <a:pt x="173645" y="118483"/>
                  </a:cubicBezTo>
                  <a:cubicBezTo>
                    <a:pt x="174757" y="128833"/>
                    <a:pt x="179376" y="144829"/>
                    <a:pt x="183996" y="152870"/>
                  </a:cubicBezTo>
                  <a:cubicBezTo>
                    <a:pt x="188615" y="160911"/>
                    <a:pt x="192036" y="164332"/>
                    <a:pt x="192036" y="167754"/>
                  </a:cubicBezTo>
                  <a:cubicBezTo>
                    <a:pt x="192036" y="168780"/>
                    <a:pt x="191951" y="170234"/>
                    <a:pt x="191779" y="171774"/>
                  </a:cubicBezTo>
                  <a:lnTo>
                    <a:pt x="189470" y="175281"/>
                  </a:lnTo>
                  <a:lnTo>
                    <a:pt x="189470" y="175281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8DD8BB6B-47E6-16F1-4FAC-1543028C5532}"/>
                </a:ext>
              </a:extLst>
            </p:cNvPr>
            <p:cNvSpPr/>
            <p:nvPr/>
          </p:nvSpPr>
          <p:spPr>
            <a:xfrm>
              <a:off x="-898920" y="2606158"/>
              <a:ext cx="397683" cy="1261249"/>
            </a:xfrm>
            <a:custGeom>
              <a:avLst/>
              <a:gdLst>
                <a:gd name="connsiteX0" fmla="*/ 299645 w 397683"/>
                <a:gd name="connsiteY0" fmla="*/ 437967 h 1261249"/>
                <a:gd name="connsiteX1" fmla="*/ 308199 w 397683"/>
                <a:gd name="connsiteY1" fmla="*/ 430182 h 1261249"/>
                <a:gd name="connsiteX2" fmla="*/ 311535 w 397683"/>
                <a:gd name="connsiteY2" fmla="*/ 428215 h 1261249"/>
                <a:gd name="connsiteX3" fmla="*/ 321201 w 397683"/>
                <a:gd name="connsiteY3" fmla="*/ 411107 h 1261249"/>
                <a:gd name="connsiteX4" fmla="*/ 321714 w 397683"/>
                <a:gd name="connsiteY4" fmla="*/ 400757 h 1261249"/>
                <a:gd name="connsiteX5" fmla="*/ 321372 w 397683"/>
                <a:gd name="connsiteY5" fmla="*/ 396566 h 1261249"/>
                <a:gd name="connsiteX6" fmla="*/ 319661 w 397683"/>
                <a:gd name="connsiteY6" fmla="*/ 383906 h 1261249"/>
                <a:gd name="connsiteX7" fmla="*/ 322912 w 397683"/>
                <a:gd name="connsiteY7" fmla="*/ 383050 h 1261249"/>
                <a:gd name="connsiteX8" fmla="*/ 325392 w 397683"/>
                <a:gd name="connsiteY8" fmla="*/ 388525 h 1261249"/>
                <a:gd name="connsiteX9" fmla="*/ 334716 w 397683"/>
                <a:gd name="connsiteY9" fmla="*/ 424109 h 1261249"/>
                <a:gd name="connsiteX10" fmla="*/ 335144 w 397683"/>
                <a:gd name="connsiteY10" fmla="*/ 425392 h 1261249"/>
                <a:gd name="connsiteX11" fmla="*/ 336512 w 397683"/>
                <a:gd name="connsiteY11" fmla="*/ 430952 h 1261249"/>
                <a:gd name="connsiteX12" fmla="*/ 342244 w 397683"/>
                <a:gd name="connsiteY12" fmla="*/ 465681 h 1261249"/>
                <a:gd name="connsiteX13" fmla="*/ 348574 w 397683"/>
                <a:gd name="connsiteY13" fmla="*/ 479624 h 1261249"/>
                <a:gd name="connsiteX14" fmla="*/ 352679 w 397683"/>
                <a:gd name="connsiteY14" fmla="*/ 482105 h 1261249"/>
                <a:gd name="connsiteX15" fmla="*/ 355930 w 397683"/>
                <a:gd name="connsiteY15" fmla="*/ 533685 h 1261249"/>
                <a:gd name="connsiteX16" fmla="*/ 345409 w 397683"/>
                <a:gd name="connsiteY16" fmla="*/ 551136 h 1261249"/>
                <a:gd name="connsiteX17" fmla="*/ 341559 w 397683"/>
                <a:gd name="connsiteY17" fmla="*/ 569013 h 1261249"/>
                <a:gd name="connsiteX18" fmla="*/ 341132 w 397683"/>
                <a:gd name="connsiteY18" fmla="*/ 586720 h 1261249"/>
                <a:gd name="connsiteX19" fmla="*/ 344297 w 397683"/>
                <a:gd name="connsiteY19" fmla="*/ 601262 h 1261249"/>
                <a:gd name="connsiteX20" fmla="*/ 353278 w 397683"/>
                <a:gd name="connsiteY20" fmla="*/ 600834 h 1261249"/>
                <a:gd name="connsiteX21" fmla="*/ 351396 w 397683"/>
                <a:gd name="connsiteY21" fmla="*/ 606394 h 1261249"/>
                <a:gd name="connsiteX22" fmla="*/ 337368 w 397683"/>
                <a:gd name="connsiteY22" fmla="*/ 617086 h 1261249"/>
                <a:gd name="connsiteX23" fmla="*/ 330610 w 397683"/>
                <a:gd name="connsiteY23" fmla="*/ 560887 h 1261249"/>
                <a:gd name="connsiteX24" fmla="*/ 330781 w 397683"/>
                <a:gd name="connsiteY24" fmla="*/ 557893 h 1261249"/>
                <a:gd name="connsiteX25" fmla="*/ 326590 w 397683"/>
                <a:gd name="connsiteY25" fmla="*/ 519657 h 1261249"/>
                <a:gd name="connsiteX26" fmla="*/ 319832 w 397683"/>
                <a:gd name="connsiteY26" fmla="*/ 497502 h 1261249"/>
                <a:gd name="connsiteX27" fmla="*/ 303066 w 397683"/>
                <a:gd name="connsiteY27" fmla="*/ 464484 h 1261249"/>
                <a:gd name="connsiteX28" fmla="*/ 299816 w 397683"/>
                <a:gd name="connsiteY28" fmla="*/ 437967 h 1261249"/>
                <a:gd name="connsiteX29" fmla="*/ 299816 w 397683"/>
                <a:gd name="connsiteY29" fmla="*/ 437967 h 1261249"/>
                <a:gd name="connsiteX30" fmla="*/ 320944 w 397683"/>
                <a:gd name="connsiteY30" fmla="*/ 504174 h 1261249"/>
                <a:gd name="connsiteX31" fmla="*/ 320688 w 397683"/>
                <a:gd name="connsiteY31" fmla="*/ 502121 h 1261249"/>
                <a:gd name="connsiteX32" fmla="*/ 320944 w 397683"/>
                <a:gd name="connsiteY32" fmla="*/ 504174 h 1261249"/>
                <a:gd name="connsiteX33" fmla="*/ 320944 w 397683"/>
                <a:gd name="connsiteY33" fmla="*/ 504174 h 1261249"/>
                <a:gd name="connsiteX34" fmla="*/ 0 w 397683"/>
                <a:gd name="connsiteY34" fmla="*/ 584581 h 1261249"/>
                <a:gd name="connsiteX35" fmla="*/ 2138 w 397683"/>
                <a:gd name="connsiteY35" fmla="*/ 592879 h 1261249"/>
                <a:gd name="connsiteX36" fmla="*/ 2908 w 397683"/>
                <a:gd name="connsiteY36" fmla="*/ 601262 h 1261249"/>
                <a:gd name="connsiteX37" fmla="*/ 7271 w 397683"/>
                <a:gd name="connsiteY37" fmla="*/ 608361 h 1261249"/>
                <a:gd name="connsiteX38" fmla="*/ 10179 w 397683"/>
                <a:gd name="connsiteY38" fmla="*/ 618797 h 1261249"/>
                <a:gd name="connsiteX39" fmla="*/ 15483 w 397683"/>
                <a:gd name="connsiteY39" fmla="*/ 625811 h 1261249"/>
                <a:gd name="connsiteX40" fmla="*/ 21898 w 397683"/>
                <a:gd name="connsiteY40" fmla="*/ 634964 h 1261249"/>
                <a:gd name="connsiteX41" fmla="*/ 24806 w 397683"/>
                <a:gd name="connsiteY41" fmla="*/ 633339 h 1261249"/>
                <a:gd name="connsiteX42" fmla="*/ 23523 w 397683"/>
                <a:gd name="connsiteY42" fmla="*/ 620936 h 1261249"/>
                <a:gd name="connsiteX43" fmla="*/ 27629 w 397683"/>
                <a:gd name="connsiteY43" fmla="*/ 605710 h 1261249"/>
                <a:gd name="connsiteX44" fmla="*/ 34216 w 397683"/>
                <a:gd name="connsiteY44" fmla="*/ 592537 h 1261249"/>
                <a:gd name="connsiteX45" fmla="*/ 38236 w 397683"/>
                <a:gd name="connsiteY45" fmla="*/ 611355 h 1261249"/>
                <a:gd name="connsiteX46" fmla="*/ 44908 w 397683"/>
                <a:gd name="connsiteY46" fmla="*/ 619824 h 1261249"/>
                <a:gd name="connsiteX47" fmla="*/ 48415 w 397683"/>
                <a:gd name="connsiteY47" fmla="*/ 618198 h 1261249"/>
                <a:gd name="connsiteX48" fmla="*/ 46704 w 397683"/>
                <a:gd name="connsiteY48" fmla="*/ 604769 h 1261249"/>
                <a:gd name="connsiteX49" fmla="*/ 44651 w 397683"/>
                <a:gd name="connsiteY49" fmla="*/ 584667 h 1261249"/>
                <a:gd name="connsiteX50" fmla="*/ 39434 w 397683"/>
                <a:gd name="connsiteY50" fmla="*/ 561486 h 1261249"/>
                <a:gd name="connsiteX51" fmla="*/ 54831 w 397683"/>
                <a:gd name="connsiteY51" fmla="*/ 484671 h 1261249"/>
                <a:gd name="connsiteX52" fmla="*/ 76387 w 397683"/>
                <a:gd name="connsiteY52" fmla="*/ 462089 h 1261249"/>
                <a:gd name="connsiteX53" fmla="*/ 98456 w 397683"/>
                <a:gd name="connsiteY53" fmla="*/ 394170 h 1261249"/>
                <a:gd name="connsiteX54" fmla="*/ 106326 w 397683"/>
                <a:gd name="connsiteY54" fmla="*/ 375694 h 1261249"/>
                <a:gd name="connsiteX55" fmla="*/ 111201 w 397683"/>
                <a:gd name="connsiteY55" fmla="*/ 367910 h 1261249"/>
                <a:gd name="connsiteX56" fmla="*/ 112142 w 397683"/>
                <a:gd name="connsiteY56" fmla="*/ 380655 h 1261249"/>
                <a:gd name="connsiteX57" fmla="*/ 112142 w 397683"/>
                <a:gd name="connsiteY57" fmla="*/ 390492 h 1261249"/>
                <a:gd name="connsiteX58" fmla="*/ 111287 w 397683"/>
                <a:gd name="connsiteY58" fmla="*/ 398875 h 1261249"/>
                <a:gd name="connsiteX59" fmla="*/ 117104 w 397683"/>
                <a:gd name="connsiteY59" fmla="*/ 438736 h 1261249"/>
                <a:gd name="connsiteX60" fmla="*/ 121466 w 397683"/>
                <a:gd name="connsiteY60" fmla="*/ 441987 h 1261249"/>
                <a:gd name="connsiteX61" fmla="*/ 124374 w 397683"/>
                <a:gd name="connsiteY61" fmla="*/ 445922 h 1261249"/>
                <a:gd name="connsiteX62" fmla="*/ 128480 w 397683"/>
                <a:gd name="connsiteY62" fmla="*/ 459095 h 1261249"/>
                <a:gd name="connsiteX63" fmla="*/ 128823 w 397683"/>
                <a:gd name="connsiteY63" fmla="*/ 462859 h 1261249"/>
                <a:gd name="connsiteX64" fmla="*/ 91442 w 397683"/>
                <a:gd name="connsiteY64" fmla="*/ 538476 h 1261249"/>
                <a:gd name="connsiteX65" fmla="*/ 76472 w 397683"/>
                <a:gd name="connsiteY65" fmla="*/ 618198 h 1261249"/>
                <a:gd name="connsiteX66" fmla="*/ 77328 w 397683"/>
                <a:gd name="connsiteY66" fmla="*/ 707929 h 1261249"/>
                <a:gd name="connsiteX67" fmla="*/ 82375 w 397683"/>
                <a:gd name="connsiteY67" fmla="*/ 781836 h 1261249"/>
                <a:gd name="connsiteX68" fmla="*/ 82032 w 397683"/>
                <a:gd name="connsiteY68" fmla="*/ 792699 h 1261249"/>
                <a:gd name="connsiteX69" fmla="*/ 84256 w 397683"/>
                <a:gd name="connsiteY69" fmla="*/ 803562 h 1261249"/>
                <a:gd name="connsiteX70" fmla="*/ 87336 w 397683"/>
                <a:gd name="connsiteY70" fmla="*/ 814341 h 1261249"/>
                <a:gd name="connsiteX71" fmla="*/ 118130 w 397683"/>
                <a:gd name="connsiteY71" fmla="*/ 835982 h 1261249"/>
                <a:gd name="connsiteX72" fmla="*/ 131047 w 397683"/>
                <a:gd name="connsiteY72" fmla="*/ 836837 h 1261249"/>
                <a:gd name="connsiteX73" fmla="*/ 142252 w 397683"/>
                <a:gd name="connsiteY73" fmla="*/ 872593 h 1261249"/>
                <a:gd name="connsiteX74" fmla="*/ 146358 w 397683"/>
                <a:gd name="connsiteY74" fmla="*/ 924088 h 1261249"/>
                <a:gd name="connsiteX75" fmla="*/ 153030 w 397683"/>
                <a:gd name="connsiteY75" fmla="*/ 1032124 h 1261249"/>
                <a:gd name="connsiteX76" fmla="*/ 182969 w 397683"/>
                <a:gd name="connsiteY76" fmla="*/ 1130153 h 1261249"/>
                <a:gd name="connsiteX77" fmla="*/ 182969 w 397683"/>
                <a:gd name="connsiteY77" fmla="*/ 1173350 h 1261249"/>
                <a:gd name="connsiteX78" fmla="*/ 176297 w 397683"/>
                <a:gd name="connsiteY78" fmla="*/ 1190800 h 1261249"/>
                <a:gd name="connsiteX79" fmla="*/ 161327 w 397683"/>
                <a:gd name="connsiteY79" fmla="*/ 1219883 h 1261249"/>
                <a:gd name="connsiteX80" fmla="*/ 159702 w 397683"/>
                <a:gd name="connsiteY80" fmla="*/ 1254783 h 1261249"/>
                <a:gd name="connsiteX81" fmla="*/ 212907 w 397683"/>
                <a:gd name="connsiteY81" fmla="*/ 1258120 h 1261249"/>
                <a:gd name="connsiteX82" fmla="*/ 216244 w 397683"/>
                <a:gd name="connsiteY82" fmla="*/ 1238189 h 1261249"/>
                <a:gd name="connsiteX83" fmla="*/ 227877 w 397683"/>
                <a:gd name="connsiteY83" fmla="*/ 1203289 h 1261249"/>
                <a:gd name="connsiteX84" fmla="*/ 225396 w 397683"/>
                <a:gd name="connsiteY84" fmla="*/ 1167533 h 1261249"/>
                <a:gd name="connsiteX85" fmla="*/ 212138 w 397683"/>
                <a:gd name="connsiteY85" fmla="*/ 1116038 h 1261249"/>
                <a:gd name="connsiteX86" fmla="*/ 217099 w 397683"/>
                <a:gd name="connsiteY86" fmla="*/ 1042902 h 1261249"/>
                <a:gd name="connsiteX87" fmla="*/ 212907 w 397683"/>
                <a:gd name="connsiteY87" fmla="*/ 947354 h 1261249"/>
                <a:gd name="connsiteX88" fmla="*/ 211282 w 397683"/>
                <a:gd name="connsiteY88" fmla="*/ 887562 h 1261249"/>
                <a:gd name="connsiteX89" fmla="*/ 214790 w 397683"/>
                <a:gd name="connsiteY89" fmla="*/ 834015 h 1261249"/>
                <a:gd name="connsiteX90" fmla="*/ 224798 w 397683"/>
                <a:gd name="connsiteY90" fmla="*/ 832903 h 1261249"/>
                <a:gd name="connsiteX91" fmla="*/ 225396 w 397683"/>
                <a:gd name="connsiteY91" fmla="*/ 833587 h 1261249"/>
                <a:gd name="connsiteX92" fmla="*/ 239511 w 397683"/>
                <a:gd name="connsiteY92" fmla="*/ 897571 h 1261249"/>
                <a:gd name="connsiteX93" fmla="*/ 234549 w 397683"/>
                <a:gd name="connsiteY93" fmla="*/ 976523 h 1261249"/>
                <a:gd name="connsiteX94" fmla="*/ 252855 w 397683"/>
                <a:gd name="connsiteY94" fmla="*/ 1118605 h 1261249"/>
                <a:gd name="connsiteX95" fmla="*/ 246182 w 397683"/>
                <a:gd name="connsiteY95" fmla="*/ 1168474 h 1261249"/>
                <a:gd name="connsiteX96" fmla="*/ 241991 w 397683"/>
                <a:gd name="connsiteY96" fmla="*/ 1205855 h 1261249"/>
                <a:gd name="connsiteX97" fmla="*/ 234549 w 397683"/>
                <a:gd name="connsiteY97" fmla="*/ 1231603 h 1261249"/>
                <a:gd name="connsiteX98" fmla="*/ 235404 w 397683"/>
                <a:gd name="connsiteY98" fmla="*/ 1255724 h 1261249"/>
                <a:gd name="connsiteX99" fmla="*/ 290236 w 397683"/>
                <a:gd name="connsiteY99" fmla="*/ 1255724 h 1261249"/>
                <a:gd name="connsiteX100" fmla="*/ 301014 w 397683"/>
                <a:gd name="connsiteY100" fmla="*/ 1231603 h 1261249"/>
                <a:gd name="connsiteX101" fmla="*/ 288525 w 397683"/>
                <a:gd name="connsiteY101" fmla="*/ 1190885 h 1261249"/>
                <a:gd name="connsiteX102" fmla="*/ 291861 w 397683"/>
                <a:gd name="connsiteY102" fmla="*/ 1168474 h 1261249"/>
                <a:gd name="connsiteX103" fmla="*/ 291005 w 397683"/>
                <a:gd name="connsiteY103" fmla="*/ 1139391 h 1261249"/>
                <a:gd name="connsiteX104" fmla="*/ 299303 w 397683"/>
                <a:gd name="connsiteY104" fmla="*/ 1072927 h 1261249"/>
                <a:gd name="connsiteX105" fmla="*/ 313416 w 397683"/>
                <a:gd name="connsiteY105" fmla="*/ 956593 h 1261249"/>
                <a:gd name="connsiteX106" fmla="*/ 306830 w 397683"/>
                <a:gd name="connsiteY106" fmla="*/ 890128 h 1261249"/>
                <a:gd name="connsiteX107" fmla="*/ 311791 w 397683"/>
                <a:gd name="connsiteY107" fmla="*/ 827000 h 1261249"/>
                <a:gd name="connsiteX108" fmla="*/ 320431 w 397683"/>
                <a:gd name="connsiteY108" fmla="*/ 798944 h 1261249"/>
                <a:gd name="connsiteX109" fmla="*/ 323425 w 397683"/>
                <a:gd name="connsiteY109" fmla="*/ 795436 h 1261249"/>
                <a:gd name="connsiteX110" fmla="*/ 323082 w 397683"/>
                <a:gd name="connsiteY110" fmla="*/ 792699 h 1261249"/>
                <a:gd name="connsiteX111" fmla="*/ 326675 w 397683"/>
                <a:gd name="connsiteY111" fmla="*/ 784658 h 1261249"/>
                <a:gd name="connsiteX112" fmla="*/ 322569 w 397683"/>
                <a:gd name="connsiteY112" fmla="*/ 788251 h 1261249"/>
                <a:gd name="connsiteX113" fmla="*/ 322569 w 397683"/>
                <a:gd name="connsiteY113" fmla="*/ 787994 h 1261249"/>
                <a:gd name="connsiteX114" fmla="*/ 357469 w 397683"/>
                <a:gd name="connsiteY114" fmla="*/ 738980 h 1261249"/>
                <a:gd name="connsiteX115" fmla="*/ 348317 w 397683"/>
                <a:gd name="connsiteY115" fmla="*/ 693302 h 1261249"/>
                <a:gd name="connsiteX116" fmla="*/ 340020 w 397683"/>
                <a:gd name="connsiteY116" fmla="*/ 678333 h 1261249"/>
                <a:gd name="connsiteX117" fmla="*/ 337368 w 397683"/>
                <a:gd name="connsiteY117" fmla="*/ 631714 h 1261249"/>
                <a:gd name="connsiteX118" fmla="*/ 344895 w 397683"/>
                <a:gd name="connsiteY118" fmla="*/ 631714 h 1261249"/>
                <a:gd name="connsiteX119" fmla="*/ 367563 w 397683"/>
                <a:gd name="connsiteY119" fmla="*/ 625897 h 1261249"/>
                <a:gd name="connsiteX120" fmla="*/ 379368 w 397683"/>
                <a:gd name="connsiteY120" fmla="*/ 606137 h 1261249"/>
                <a:gd name="connsiteX121" fmla="*/ 381592 w 397683"/>
                <a:gd name="connsiteY121" fmla="*/ 588003 h 1261249"/>
                <a:gd name="connsiteX122" fmla="*/ 383987 w 397683"/>
                <a:gd name="connsiteY122" fmla="*/ 549082 h 1261249"/>
                <a:gd name="connsiteX123" fmla="*/ 385697 w 397683"/>
                <a:gd name="connsiteY123" fmla="*/ 527013 h 1261249"/>
                <a:gd name="connsiteX124" fmla="*/ 387922 w 397683"/>
                <a:gd name="connsiteY124" fmla="*/ 477999 h 1261249"/>
                <a:gd name="connsiteX125" fmla="*/ 396903 w 397683"/>
                <a:gd name="connsiteY125" fmla="*/ 460635 h 1261249"/>
                <a:gd name="connsiteX126" fmla="*/ 396390 w 397683"/>
                <a:gd name="connsiteY126" fmla="*/ 433176 h 1261249"/>
                <a:gd name="connsiteX127" fmla="*/ 377229 w 397683"/>
                <a:gd name="connsiteY127" fmla="*/ 327621 h 1261249"/>
                <a:gd name="connsiteX128" fmla="*/ 355673 w 397683"/>
                <a:gd name="connsiteY128" fmla="*/ 235409 h 1261249"/>
                <a:gd name="connsiteX129" fmla="*/ 329926 w 397683"/>
                <a:gd name="connsiteY129" fmla="*/ 218814 h 1261249"/>
                <a:gd name="connsiteX130" fmla="*/ 285873 w 397683"/>
                <a:gd name="connsiteY130" fmla="*/ 188876 h 1261249"/>
                <a:gd name="connsiteX131" fmla="*/ 260981 w 397683"/>
                <a:gd name="connsiteY131" fmla="*/ 171425 h 1261249"/>
                <a:gd name="connsiteX132" fmla="*/ 270133 w 397683"/>
                <a:gd name="connsiteY132" fmla="*/ 163898 h 1261249"/>
                <a:gd name="connsiteX133" fmla="*/ 315042 w 397683"/>
                <a:gd name="connsiteY133" fmla="*/ 79984 h 1261249"/>
                <a:gd name="connsiteX134" fmla="*/ 291775 w 397683"/>
                <a:gd name="connsiteY134" fmla="*/ 20961 h 1261249"/>
                <a:gd name="connsiteX135" fmla="*/ 239425 w 397683"/>
                <a:gd name="connsiteY135" fmla="*/ 175 h 1261249"/>
                <a:gd name="connsiteX136" fmla="*/ 182199 w 397683"/>
                <a:gd name="connsiteY136" fmla="*/ 16342 h 1261249"/>
                <a:gd name="connsiteX137" fmla="*/ 160472 w 397683"/>
                <a:gd name="connsiteY137" fmla="*/ 56632 h 1261249"/>
                <a:gd name="connsiteX138" fmla="*/ 164664 w 397683"/>
                <a:gd name="connsiteY138" fmla="*/ 80668 h 1261249"/>
                <a:gd name="connsiteX139" fmla="*/ 167999 w 397683"/>
                <a:gd name="connsiteY139" fmla="*/ 97348 h 1261249"/>
                <a:gd name="connsiteX140" fmla="*/ 164664 w 397683"/>
                <a:gd name="connsiteY140" fmla="*/ 118904 h 1261249"/>
                <a:gd name="connsiteX141" fmla="*/ 168769 w 397683"/>
                <a:gd name="connsiteY141" fmla="*/ 140546 h 1261249"/>
                <a:gd name="connsiteX142" fmla="*/ 170395 w 397683"/>
                <a:gd name="connsiteY142" fmla="*/ 161332 h 1261249"/>
                <a:gd name="connsiteX143" fmla="*/ 182884 w 397683"/>
                <a:gd name="connsiteY143" fmla="*/ 172965 h 1261249"/>
                <a:gd name="connsiteX144" fmla="*/ 183226 w 397683"/>
                <a:gd name="connsiteY144" fmla="*/ 172965 h 1261249"/>
                <a:gd name="connsiteX145" fmla="*/ 155511 w 397683"/>
                <a:gd name="connsiteY145" fmla="*/ 194607 h 1261249"/>
                <a:gd name="connsiteX146" fmla="*/ 104872 w 397683"/>
                <a:gd name="connsiteY146" fmla="*/ 210346 h 1261249"/>
                <a:gd name="connsiteX147" fmla="*/ 65010 w 397683"/>
                <a:gd name="connsiteY147" fmla="*/ 267144 h 1261249"/>
                <a:gd name="connsiteX148" fmla="*/ 40118 w 397683"/>
                <a:gd name="connsiteY148" fmla="*/ 349091 h 1261249"/>
                <a:gd name="connsiteX149" fmla="*/ 34045 w 397683"/>
                <a:gd name="connsiteY149" fmla="*/ 396138 h 1261249"/>
                <a:gd name="connsiteX150" fmla="*/ 20786 w 397683"/>
                <a:gd name="connsiteY150" fmla="*/ 434887 h 1261249"/>
                <a:gd name="connsiteX151" fmla="*/ 18049 w 397683"/>
                <a:gd name="connsiteY151" fmla="*/ 461490 h 1261249"/>
                <a:gd name="connsiteX152" fmla="*/ 18134 w 397683"/>
                <a:gd name="connsiteY152" fmla="*/ 470130 h 1261249"/>
                <a:gd name="connsiteX153" fmla="*/ 5047 w 397683"/>
                <a:gd name="connsiteY153" fmla="*/ 547543 h 1261249"/>
                <a:gd name="connsiteX154" fmla="*/ 4191 w 397683"/>
                <a:gd name="connsiteY154" fmla="*/ 562598 h 1261249"/>
                <a:gd name="connsiteX155" fmla="*/ 428 w 397683"/>
                <a:gd name="connsiteY155" fmla="*/ 584410 h 1261249"/>
                <a:gd name="connsiteX156" fmla="*/ 428 w 397683"/>
                <a:gd name="connsiteY156" fmla="*/ 584410 h 1261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397683" h="1261249">
                  <a:moveTo>
                    <a:pt x="299645" y="437967"/>
                  </a:moveTo>
                  <a:cubicBezTo>
                    <a:pt x="301869" y="435999"/>
                    <a:pt x="305034" y="433176"/>
                    <a:pt x="308199" y="430182"/>
                  </a:cubicBezTo>
                  <a:lnTo>
                    <a:pt x="311535" y="428215"/>
                  </a:lnTo>
                  <a:cubicBezTo>
                    <a:pt x="318378" y="424537"/>
                    <a:pt x="320516" y="419490"/>
                    <a:pt x="321201" y="411107"/>
                  </a:cubicBezTo>
                  <a:cubicBezTo>
                    <a:pt x="321800" y="408455"/>
                    <a:pt x="321885" y="405633"/>
                    <a:pt x="321714" y="400757"/>
                  </a:cubicBezTo>
                  <a:cubicBezTo>
                    <a:pt x="321714" y="398961"/>
                    <a:pt x="321543" y="397678"/>
                    <a:pt x="321372" y="396566"/>
                  </a:cubicBezTo>
                  <a:cubicBezTo>
                    <a:pt x="321030" y="391604"/>
                    <a:pt x="320345" y="387327"/>
                    <a:pt x="319661" y="383906"/>
                  </a:cubicBezTo>
                  <a:cubicBezTo>
                    <a:pt x="319918" y="375095"/>
                    <a:pt x="320174" y="378688"/>
                    <a:pt x="322912" y="383050"/>
                  </a:cubicBezTo>
                  <a:cubicBezTo>
                    <a:pt x="323853" y="384590"/>
                    <a:pt x="324622" y="386472"/>
                    <a:pt x="325392" y="388525"/>
                  </a:cubicBezTo>
                  <a:cubicBezTo>
                    <a:pt x="328814" y="400842"/>
                    <a:pt x="332748" y="418036"/>
                    <a:pt x="334716" y="424109"/>
                  </a:cubicBezTo>
                  <a:lnTo>
                    <a:pt x="335144" y="425392"/>
                  </a:lnTo>
                  <a:cubicBezTo>
                    <a:pt x="335144" y="427873"/>
                    <a:pt x="335400" y="430012"/>
                    <a:pt x="336512" y="430952"/>
                  </a:cubicBezTo>
                  <a:cubicBezTo>
                    <a:pt x="338736" y="442329"/>
                    <a:pt x="340276" y="458924"/>
                    <a:pt x="342244" y="465681"/>
                  </a:cubicBezTo>
                  <a:cubicBezTo>
                    <a:pt x="344724" y="473979"/>
                    <a:pt x="346863" y="477144"/>
                    <a:pt x="348574" y="479624"/>
                  </a:cubicBezTo>
                  <a:cubicBezTo>
                    <a:pt x="349087" y="480394"/>
                    <a:pt x="350541" y="481250"/>
                    <a:pt x="352679" y="482105"/>
                  </a:cubicBezTo>
                  <a:cubicBezTo>
                    <a:pt x="354732" y="503832"/>
                    <a:pt x="356956" y="528296"/>
                    <a:pt x="355930" y="533685"/>
                  </a:cubicBezTo>
                  <a:cubicBezTo>
                    <a:pt x="354647" y="540186"/>
                    <a:pt x="347462" y="546859"/>
                    <a:pt x="345409" y="551136"/>
                  </a:cubicBezTo>
                  <a:cubicBezTo>
                    <a:pt x="343355" y="555412"/>
                    <a:pt x="341046" y="562598"/>
                    <a:pt x="341559" y="569013"/>
                  </a:cubicBezTo>
                  <a:cubicBezTo>
                    <a:pt x="341987" y="575429"/>
                    <a:pt x="341901" y="582614"/>
                    <a:pt x="341132" y="586720"/>
                  </a:cubicBezTo>
                  <a:cubicBezTo>
                    <a:pt x="340362" y="590826"/>
                    <a:pt x="341132" y="599465"/>
                    <a:pt x="344297" y="601262"/>
                  </a:cubicBezTo>
                  <a:cubicBezTo>
                    <a:pt x="347290" y="603143"/>
                    <a:pt x="353278" y="600834"/>
                    <a:pt x="353278" y="600834"/>
                  </a:cubicBezTo>
                  <a:cubicBezTo>
                    <a:pt x="353278" y="600834"/>
                    <a:pt x="354647" y="602374"/>
                    <a:pt x="351396" y="606394"/>
                  </a:cubicBezTo>
                  <a:cubicBezTo>
                    <a:pt x="348402" y="609986"/>
                    <a:pt x="342244" y="614862"/>
                    <a:pt x="337368" y="617086"/>
                  </a:cubicBezTo>
                  <a:cubicBezTo>
                    <a:pt x="336855" y="602716"/>
                    <a:pt x="333946" y="581502"/>
                    <a:pt x="330610" y="560887"/>
                  </a:cubicBezTo>
                  <a:cubicBezTo>
                    <a:pt x="330781" y="558834"/>
                    <a:pt x="330781" y="557893"/>
                    <a:pt x="330781" y="557893"/>
                  </a:cubicBezTo>
                  <a:cubicBezTo>
                    <a:pt x="330781" y="557893"/>
                    <a:pt x="330781" y="532146"/>
                    <a:pt x="326590" y="519657"/>
                  </a:cubicBezTo>
                  <a:cubicBezTo>
                    <a:pt x="323254" y="509649"/>
                    <a:pt x="325221" y="499213"/>
                    <a:pt x="319832" y="497502"/>
                  </a:cubicBezTo>
                  <a:cubicBezTo>
                    <a:pt x="315812" y="482533"/>
                    <a:pt x="303836" y="475091"/>
                    <a:pt x="303066" y="464484"/>
                  </a:cubicBezTo>
                  <a:cubicBezTo>
                    <a:pt x="302468" y="455844"/>
                    <a:pt x="293999" y="447205"/>
                    <a:pt x="299816" y="437967"/>
                  </a:cubicBezTo>
                  <a:lnTo>
                    <a:pt x="299816" y="437967"/>
                  </a:lnTo>
                  <a:close/>
                  <a:moveTo>
                    <a:pt x="320944" y="504174"/>
                  </a:moveTo>
                  <a:lnTo>
                    <a:pt x="320688" y="502121"/>
                  </a:lnTo>
                  <a:lnTo>
                    <a:pt x="320944" y="504174"/>
                  </a:lnTo>
                  <a:lnTo>
                    <a:pt x="320944" y="504174"/>
                  </a:lnTo>
                  <a:close/>
                  <a:moveTo>
                    <a:pt x="0" y="584581"/>
                  </a:moveTo>
                  <a:cubicBezTo>
                    <a:pt x="86" y="586378"/>
                    <a:pt x="1283" y="590398"/>
                    <a:pt x="2138" y="592879"/>
                  </a:cubicBezTo>
                  <a:cubicBezTo>
                    <a:pt x="2908" y="595445"/>
                    <a:pt x="2480" y="599123"/>
                    <a:pt x="2908" y="601262"/>
                  </a:cubicBezTo>
                  <a:cubicBezTo>
                    <a:pt x="3336" y="603400"/>
                    <a:pt x="5817" y="606565"/>
                    <a:pt x="7271" y="608361"/>
                  </a:cubicBezTo>
                  <a:cubicBezTo>
                    <a:pt x="8725" y="610158"/>
                    <a:pt x="7955" y="614948"/>
                    <a:pt x="10179" y="618797"/>
                  </a:cubicBezTo>
                  <a:cubicBezTo>
                    <a:pt x="12403" y="622732"/>
                    <a:pt x="14713" y="624015"/>
                    <a:pt x="15483" y="625811"/>
                  </a:cubicBezTo>
                  <a:cubicBezTo>
                    <a:pt x="16252" y="627608"/>
                    <a:pt x="20872" y="634280"/>
                    <a:pt x="21898" y="634964"/>
                  </a:cubicBezTo>
                  <a:cubicBezTo>
                    <a:pt x="22925" y="635648"/>
                    <a:pt x="24550" y="634793"/>
                    <a:pt x="24806" y="633339"/>
                  </a:cubicBezTo>
                  <a:cubicBezTo>
                    <a:pt x="25063" y="631885"/>
                    <a:pt x="23352" y="624956"/>
                    <a:pt x="23523" y="620936"/>
                  </a:cubicBezTo>
                  <a:cubicBezTo>
                    <a:pt x="23609" y="616915"/>
                    <a:pt x="25234" y="610158"/>
                    <a:pt x="27629" y="605710"/>
                  </a:cubicBezTo>
                  <a:cubicBezTo>
                    <a:pt x="30024" y="601176"/>
                    <a:pt x="31820" y="592280"/>
                    <a:pt x="34216" y="592537"/>
                  </a:cubicBezTo>
                  <a:cubicBezTo>
                    <a:pt x="36525" y="592793"/>
                    <a:pt x="36696" y="607420"/>
                    <a:pt x="38236" y="611355"/>
                  </a:cubicBezTo>
                  <a:cubicBezTo>
                    <a:pt x="39776" y="615290"/>
                    <a:pt x="42257" y="618113"/>
                    <a:pt x="44908" y="619824"/>
                  </a:cubicBezTo>
                  <a:cubicBezTo>
                    <a:pt x="47646" y="621534"/>
                    <a:pt x="48501" y="619995"/>
                    <a:pt x="48415" y="618198"/>
                  </a:cubicBezTo>
                  <a:cubicBezTo>
                    <a:pt x="48330" y="616402"/>
                    <a:pt x="46961" y="609815"/>
                    <a:pt x="46704" y="604769"/>
                  </a:cubicBezTo>
                  <a:cubicBezTo>
                    <a:pt x="46448" y="599636"/>
                    <a:pt x="45678" y="591596"/>
                    <a:pt x="44651" y="584667"/>
                  </a:cubicBezTo>
                  <a:cubicBezTo>
                    <a:pt x="43625" y="577738"/>
                    <a:pt x="40717" y="566276"/>
                    <a:pt x="39434" y="561486"/>
                  </a:cubicBezTo>
                  <a:cubicBezTo>
                    <a:pt x="29682" y="526329"/>
                    <a:pt x="54831" y="484671"/>
                    <a:pt x="54831" y="484671"/>
                  </a:cubicBezTo>
                  <a:cubicBezTo>
                    <a:pt x="54831" y="484671"/>
                    <a:pt x="72366" y="475262"/>
                    <a:pt x="76387" y="462089"/>
                  </a:cubicBezTo>
                  <a:cubicBezTo>
                    <a:pt x="84684" y="435229"/>
                    <a:pt x="91698" y="413246"/>
                    <a:pt x="98456" y="394170"/>
                  </a:cubicBezTo>
                  <a:cubicBezTo>
                    <a:pt x="102733" y="382024"/>
                    <a:pt x="103930" y="380484"/>
                    <a:pt x="106326" y="375694"/>
                  </a:cubicBezTo>
                  <a:cubicBezTo>
                    <a:pt x="108464" y="371246"/>
                    <a:pt x="110089" y="368765"/>
                    <a:pt x="111201" y="367910"/>
                  </a:cubicBezTo>
                  <a:cubicBezTo>
                    <a:pt x="112228" y="369193"/>
                    <a:pt x="112655" y="373983"/>
                    <a:pt x="112142" y="380655"/>
                  </a:cubicBezTo>
                  <a:cubicBezTo>
                    <a:pt x="111971" y="382879"/>
                    <a:pt x="112057" y="386301"/>
                    <a:pt x="112142" y="390492"/>
                  </a:cubicBezTo>
                  <a:cubicBezTo>
                    <a:pt x="111885" y="393144"/>
                    <a:pt x="111543" y="395967"/>
                    <a:pt x="111287" y="398875"/>
                  </a:cubicBezTo>
                  <a:cubicBezTo>
                    <a:pt x="107951" y="429584"/>
                    <a:pt x="117104" y="438736"/>
                    <a:pt x="117104" y="438736"/>
                  </a:cubicBezTo>
                  <a:cubicBezTo>
                    <a:pt x="117617" y="440961"/>
                    <a:pt x="119327" y="441901"/>
                    <a:pt x="121466" y="441987"/>
                  </a:cubicBezTo>
                  <a:cubicBezTo>
                    <a:pt x="122407" y="443013"/>
                    <a:pt x="123433" y="444296"/>
                    <a:pt x="124374" y="445922"/>
                  </a:cubicBezTo>
                  <a:cubicBezTo>
                    <a:pt x="124631" y="448659"/>
                    <a:pt x="127026" y="455246"/>
                    <a:pt x="128480" y="459095"/>
                  </a:cubicBezTo>
                  <a:cubicBezTo>
                    <a:pt x="128651" y="460292"/>
                    <a:pt x="128737" y="461576"/>
                    <a:pt x="128823" y="462859"/>
                  </a:cubicBezTo>
                  <a:cubicBezTo>
                    <a:pt x="129763" y="485954"/>
                    <a:pt x="93152" y="524447"/>
                    <a:pt x="91442" y="538476"/>
                  </a:cubicBezTo>
                  <a:cubicBezTo>
                    <a:pt x="91442" y="538476"/>
                    <a:pt x="84855" y="577482"/>
                    <a:pt x="76472" y="618198"/>
                  </a:cubicBezTo>
                  <a:cubicBezTo>
                    <a:pt x="68175" y="658915"/>
                    <a:pt x="70656" y="692190"/>
                    <a:pt x="77328" y="707929"/>
                  </a:cubicBezTo>
                  <a:cubicBezTo>
                    <a:pt x="81605" y="718109"/>
                    <a:pt x="81091" y="754121"/>
                    <a:pt x="82375" y="781836"/>
                  </a:cubicBezTo>
                  <a:cubicBezTo>
                    <a:pt x="82118" y="786797"/>
                    <a:pt x="82032" y="790732"/>
                    <a:pt x="82032" y="792699"/>
                  </a:cubicBezTo>
                  <a:cubicBezTo>
                    <a:pt x="82032" y="795522"/>
                    <a:pt x="82802" y="799285"/>
                    <a:pt x="84256" y="803562"/>
                  </a:cubicBezTo>
                  <a:cubicBezTo>
                    <a:pt x="85026" y="808438"/>
                    <a:pt x="85967" y="812202"/>
                    <a:pt x="87336" y="814341"/>
                  </a:cubicBezTo>
                  <a:cubicBezTo>
                    <a:pt x="95633" y="827599"/>
                    <a:pt x="108122" y="834271"/>
                    <a:pt x="118130" y="835982"/>
                  </a:cubicBezTo>
                  <a:cubicBezTo>
                    <a:pt x="119584" y="836239"/>
                    <a:pt x="124203" y="836581"/>
                    <a:pt x="131047" y="836837"/>
                  </a:cubicBezTo>
                  <a:cubicBezTo>
                    <a:pt x="136008" y="849326"/>
                    <a:pt x="140456" y="857794"/>
                    <a:pt x="142252" y="872593"/>
                  </a:cubicBezTo>
                  <a:cubicBezTo>
                    <a:pt x="145588" y="900821"/>
                    <a:pt x="148924" y="899196"/>
                    <a:pt x="146358" y="924088"/>
                  </a:cubicBezTo>
                  <a:cubicBezTo>
                    <a:pt x="143878" y="948980"/>
                    <a:pt x="144647" y="993033"/>
                    <a:pt x="153030" y="1032124"/>
                  </a:cubicBezTo>
                  <a:cubicBezTo>
                    <a:pt x="161327" y="1071216"/>
                    <a:pt x="178777" y="1113558"/>
                    <a:pt x="182969" y="1130153"/>
                  </a:cubicBezTo>
                  <a:cubicBezTo>
                    <a:pt x="187161" y="1146747"/>
                    <a:pt x="182969" y="1162572"/>
                    <a:pt x="182969" y="1173350"/>
                  </a:cubicBezTo>
                  <a:cubicBezTo>
                    <a:pt x="182969" y="1184128"/>
                    <a:pt x="179633" y="1184983"/>
                    <a:pt x="176297" y="1190800"/>
                  </a:cubicBezTo>
                  <a:cubicBezTo>
                    <a:pt x="172961" y="1196617"/>
                    <a:pt x="166289" y="1214067"/>
                    <a:pt x="161327" y="1219883"/>
                  </a:cubicBezTo>
                  <a:cubicBezTo>
                    <a:pt x="156366" y="1225700"/>
                    <a:pt x="153886" y="1243150"/>
                    <a:pt x="159702" y="1254783"/>
                  </a:cubicBezTo>
                  <a:cubicBezTo>
                    <a:pt x="165519" y="1266417"/>
                    <a:pt x="205380" y="1258975"/>
                    <a:pt x="212907" y="1258120"/>
                  </a:cubicBezTo>
                  <a:cubicBezTo>
                    <a:pt x="220350" y="1257264"/>
                    <a:pt x="214618" y="1250678"/>
                    <a:pt x="216244" y="1238189"/>
                  </a:cubicBezTo>
                  <a:cubicBezTo>
                    <a:pt x="217869" y="1225700"/>
                    <a:pt x="222060" y="1214922"/>
                    <a:pt x="227877" y="1203289"/>
                  </a:cubicBezTo>
                  <a:cubicBezTo>
                    <a:pt x="233694" y="1191655"/>
                    <a:pt x="231213" y="1181647"/>
                    <a:pt x="225396" y="1167533"/>
                  </a:cubicBezTo>
                  <a:cubicBezTo>
                    <a:pt x="219580" y="1153419"/>
                    <a:pt x="215388" y="1140930"/>
                    <a:pt x="212138" y="1116038"/>
                  </a:cubicBezTo>
                  <a:cubicBezTo>
                    <a:pt x="208802" y="1091146"/>
                    <a:pt x="212993" y="1081138"/>
                    <a:pt x="217099" y="1042902"/>
                  </a:cubicBezTo>
                  <a:cubicBezTo>
                    <a:pt x="221205" y="1004666"/>
                    <a:pt x="213763" y="962324"/>
                    <a:pt x="212907" y="947354"/>
                  </a:cubicBezTo>
                  <a:cubicBezTo>
                    <a:pt x="212052" y="932385"/>
                    <a:pt x="207947" y="904157"/>
                    <a:pt x="211282" y="887562"/>
                  </a:cubicBezTo>
                  <a:cubicBezTo>
                    <a:pt x="214191" y="872935"/>
                    <a:pt x="215217" y="844108"/>
                    <a:pt x="214790" y="834015"/>
                  </a:cubicBezTo>
                  <a:cubicBezTo>
                    <a:pt x="218126" y="833673"/>
                    <a:pt x="221461" y="833330"/>
                    <a:pt x="224798" y="832903"/>
                  </a:cubicBezTo>
                  <a:lnTo>
                    <a:pt x="225396" y="833587"/>
                  </a:lnTo>
                  <a:cubicBezTo>
                    <a:pt x="229502" y="838548"/>
                    <a:pt x="237030" y="871823"/>
                    <a:pt x="239511" y="897571"/>
                  </a:cubicBezTo>
                  <a:cubicBezTo>
                    <a:pt x="241991" y="923318"/>
                    <a:pt x="234549" y="954882"/>
                    <a:pt x="234549" y="976523"/>
                  </a:cubicBezTo>
                  <a:cubicBezTo>
                    <a:pt x="234549" y="998165"/>
                    <a:pt x="250374" y="1094482"/>
                    <a:pt x="252855" y="1118605"/>
                  </a:cubicBezTo>
                  <a:cubicBezTo>
                    <a:pt x="255335" y="1142727"/>
                    <a:pt x="247038" y="1155130"/>
                    <a:pt x="246182" y="1168474"/>
                  </a:cubicBezTo>
                  <a:cubicBezTo>
                    <a:pt x="245327" y="1181733"/>
                    <a:pt x="248663" y="1190885"/>
                    <a:pt x="241991" y="1205855"/>
                  </a:cubicBezTo>
                  <a:cubicBezTo>
                    <a:pt x="235319" y="1220824"/>
                    <a:pt x="237030" y="1224930"/>
                    <a:pt x="234549" y="1231603"/>
                  </a:cubicBezTo>
                  <a:cubicBezTo>
                    <a:pt x="232069" y="1238274"/>
                    <a:pt x="233694" y="1251533"/>
                    <a:pt x="235404" y="1255724"/>
                  </a:cubicBezTo>
                  <a:cubicBezTo>
                    <a:pt x="237115" y="1259916"/>
                    <a:pt x="286899" y="1255724"/>
                    <a:pt x="290236" y="1255724"/>
                  </a:cubicBezTo>
                  <a:cubicBezTo>
                    <a:pt x="293572" y="1255724"/>
                    <a:pt x="298533" y="1247427"/>
                    <a:pt x="301014" y="1231603"/>
                  </a:cubicBezTo>
                  <a:cubicBezTo>
                    <a:pt x="303494" y="1215777"/>
                    <a:pt x="289380" y="1198328"/>
                    <a:pt x="288525" y="1190885"/>
                  </a:cubicBezTo>
                  <a:cubicBezTo>
                    <a:pt x="287669" y="1183444"/>
                    <a:pt x="291861" y="1180108"/>
                    <a:pt x="291861" y="1168474"/>
                  </a:cubicBezTo>
                  <a:cubicBezTo>
                    <a:pt x="291861" y="1156841"/>
                    <a:pt x="289380" y="1160177"/>
                    <a:pt x="291005" y="1139391"/>
                  </a:cubicBezTo>
                  <a:cubicBezTo>
                    <a:pt x="292716" y="1118605"/>
                    <a:pt x="291861" y="1109452"/>
                    <a:pt x="299303" y="1072927"/>
                  </a:cubicBezTo>
                  <a:cubicBezTo>
                    <a:pt x="306830" y="1036401"/>
                    <a:pt x="313416" y="979860"/>
                    <a:pt x="313416" y="956593"/>
                  </a:cubicBezTo>
                  <a:cubicBezTo>
                    <a:pt x="313416" y="933326"/>
                    <a:pt x="307600" y="910059"/>
                    <a:pt x="306830" y="890128"/>
                  </a:cubicBezTo>
                  <a:cubicBezTo>
                    <a:pt x="305975" y="870198"/>
                    <a:pt x="311022" y="839489"/>
                    <a:pt x="311791" y="827000"/>
                  </a:cubicBezTo>
                  <a:cubicBezTo>
                    <a:pt x="312219" y="820243"/>
                    <a:pt x="316582" y="808438"/>
                    <a:pt x="320431" y="798944"/>
                  </a:cubicBezTo>
                  <a:lnTo>
                    <a:pt x="323425" y="795436"/>
                  </a:lnTo>
                  <a:lnTo>
                    <a:pt x="323082" y="792699"/>
                  </a:lnTo>
                  <a:cubicBezTo>
                    <a:pt x="325136" y="787909"/>
                    <a:pt x="326675" y="784658"/>
                    <a:pt x="326675" y="784658"/>
                  </a:cubicBezTo>
                  <a:cubicBezTo>
                    <a:pt x="326675" y="784658"/>
                    <a:pt x="325050" y="786284"/>
                    <a:pt x="322569" y="788251"/>
                  </a:cubicBezTo>
                  <a:lnTo>
                    <a:pt x="322569" y="787994"/>
                  </a:lnTo>
                  <a:cubicBezTo>
                    <a:pt x="322569" y="787994"/>
                    <a:pt x="349942" y="763017"/>
                    <a:pt x="357469" y="738980"/>
                  </a:cubicBezTo>
                  <a:cubicBezTo>
                    <a:pt x="357469" y="738980"/>
                    <a:pt x="349172" y="699119"/>
                    <a:pt x="348317" y="693302"/>
                  </a:cubicBezTo>
                  <a:cubicBezTo>
                    <a:pt x="347462" y="687486"/>
                    <a:pt x="340875" y="696638"/>
                    <a:pt x="340020" y="678333"/>
                  </a:cubicBezTo>
                  <a:cubicBezTo>
                    <a:pt x="339250" y="661995"/>
                    <a:pt x="337197" y="653526"/>
                    <a:pt x="337368" y="631714"/>
                  </a:cubicBezTo>
                  <a:cubicBezTo>
                    <a:pt x="339506" y="631714"/>
                    <a:pt x="342072" y="631714"/>
                    <a:pt x="344895" y="631714"/>
                  </a:cubicBezTo>
                  <a:cubicBezTo>
                    <a:pt x="352936" y="631543"/>
                    <a:pt x="364569" y="628292"/>
                    <a:pt x="367563" y="625897"/>
                  </a:cubicBezTo>
                  <a:cubicBezTo>
                    <a:pt x="370557" y="623502"/>
                    <a:pt x="373893" y="614862"/>
                    <a:pt x="379368" y="606137"/>
                  </a:cubicBezTo>
                  <a:cubicBezTo>
                    <a:pt x="384842" y="597498"/>
                    <a:pt x="380822" y="596300"/>
                    <a:pt x="381592" y="588003"/>
                  </a:cubicBezTo>
                  <a:cubicBezTo>
                    <a:pt x="382361" y="579706"/>
                    <a:pt x="379881" y="559347"/>
                    <a:pt x="383987" y="549082"/>
                  </a:cubicBezTo>
                  <a:cubicBezTo>
                    <a:pt x="388093" y="538903"/>
                    <a:pt x="384415" y="540272"/>
                    <a:pt x="385697" y="527013"/>
                  </a:cubicBezTo>
                  <a:cubicBezTo>
                    <a:pt x="385954" y="524190"/>
                    <a:pt x="388435" y="495706"/>
                    <a:pt x="387922" y="477999"/>
                  </a:cubicBezTo>
                  <a:cubicBezTo>
                    <a:pt x="392883" y="472781"/>
                    <a:pt x="395877" y="465681"/>
                    <a:pt x="396903" y="460635"/>
                  </a:cubicBezTo>
                  <a:cubicBezTo>
                    <a:pt x="398528" y="452337"/>
                    <a:pt x="397246" y="440618"/>
                    <a:pt x="396390" y="433176"/>
                  </a:cubicBezTo>
                  <a:cubicBezTo>
                    <a:pt x="395535" y="425649"/>
                    <a:pt x="380565" y="345926"/>
                    <a:pt x="377229" y="327621"/>
                  </a:cubicBezTo>
                  <a:cubicBezTo>
                    <a:pt x="373893" y="309315"/>
                    <a:pt x="365596" y="248668"/>
                    <a:pt x="355673" y="235409"/>
                  </a:cubicBezTo>
                  <a:cubicBezTo>
                    <a:pt x="345665" y="222150"/>
                    <a:pt x="337368" y="226256"/>
                    <a:pt x="329926" y="218814"/>
                  </a:cubicBezTo>
                  <a:cubicBezTo>
                    <a:pt x="322484" y="211373"/>
                    <a:pt x="298362" y="198028"/>
                    <a:pt x="285873" y="188876"/>
                  </a:cubicBezTo>
                  <a:cubicBezTo>
                    <a:pt x="273384" y="179723"/>
                    <a:pt x="265087" y="176387"/>
                    <a:pt x="260981" y="171425"/>
                  </a:cubicBezTo>
                  <a:cubicBezTo>
                    <a:pt x="258500" y="166464"/>
                    <a:pt x="260981" y="171425"/>
                    <a:pt x="270133" y="163898"/>
                  </a:cubicBezTo>
                  <a:cubicBezTo>
                    <a:pt x="279286" y="156456"/>
                    <a:pt x="301698" y="114028"/>
                    <a:pt x="315042" y="79984"/>
                  </a:cubicBezTo>
                  <a:cubicBezTo>
                    <a:pt x="328301" y="45939"/>
                    <a:pt x="302553" y="31825"/>
                    <a:pt x="291775" y="20961"/>
                  </a:cubicBezTo>
                  <a:cubicBezTo>
                    <a:pt x="280997" y="10183"/>
                    <a:pt x="261836" y="1801"/>
                    <a:pt x="239425" y="175"/>
                  </a:cubicBezTo>
                  <a:cubicBezTo>
                    <a:pt x="217014" y="-1535"/>
                    <a:pt x="193063" y="9670"/>
                    <a:pt x="182199" y="16342"/>
                  </a:cubicBezTo>
                  <a:cubicBezTo>
                    <a:pt x="171421" y="23014"/>
                    <a:pt x="163124" y="44485"/>
                    <a:pt x="160472" y="56632"/>
                  </a:cubicBezTo>
                  <a:cubicBezTo>
                    <a:pt x="158761" y="64073"/>
                    <a:pt x="162097" y="69890"/>
                    <a:pt x="164664" y="80668"/>
                  </a:cubicBezTo>
                  <a:cubicBezTo>
                    <a:pt x="167144" y="91446"/>
                    <a:pt x="167999" y="91446"/>
                    <a:pt x="167999" y="97348"/>
                  </a:cubicBezTo>
                  <a:cubicBezTo>
                    <a:pt x="167999" y="103250"/>
                    <a:pt x="165519" y="112318"/>
                    <a:pt x="164664" y="118904"/>
                  </a:cubicBezTo>
                  <a:cubicBezTo>
                    <a:pt x="163808" y="125576"/>
                    <a:pt x="168769" y="137210"/>
                    <a:pt x="168769" y="140546"/>
                  </a:cubicBezTo>
                  <a:cubicBezTo>
                    <a:pt x="168769" y="143882"/>
                    <a:pt x="169625" y="151324"/>
                    <a:pt x="170395" y="161332"/>
                  </a:cubicBezTo>
                  <a:cubicBezTo>
                    <a:pt x="171250" y="171340"/>
                    <a:pt x="182884" y="172965"/>
                    <a:pt x="182884" y="172965"/>
                  </a:cubicBezTo>
                  <a:lnTo>
                    <a:pt x="183226" y="172965"/>
                  </a:lnTo>
                  <a:cubicBezTo>
                    <a:pt x="175612" y="178269"/>
                    <a:pt x="160472" y="191698"/>
                    <a:pt x="155511" y="194607"/>
                  </a:cubicBezTo>
                  <a:cubicBezTo>
                    <a:pt x="149694" y="197943"/>
                    <a:pt x="110603" y="204529"/>
                    <a:pt x="104872" y="210346"/>
                  </a:cubicBezTo>
                  <a:cubicBezTo>
                    <a:pt x="99054" y="216163"/>
                    <a:pt x="69116" y="251319"/>
                    <a:pt x="65010" y="267144"/>
                  </a:cubicBezTo>
                  <a:cubicBezTo>
                    <a:pt x="60818" y="282969"/>
                    <a:pt x="41743" y="332497"/>
                    <a:pt x="40118" y="349091"/>
                  </a:cubicBezTo>
                  <a:cubicBezTo>
                    <a:pt x="38407" y="365686"/>
                    <a:pt x="34045" y="387071"/>
                    <a:pt x="34045" y="396138"/>
                  </a:cubicBezTo>
                  <a:cubicBezTo>
                    <a:pt x="34045" y="405205"/>
                    <a:pt x="19075" y="425820"/>
                    <a:pt x="20786" y="434887"/>
                  </a:cubicBezTo>
                  <a:cubicBezTo>
                    <a:pt x="22411" y="444040"/>
                    <a:pt x="18648" y="456443"/>
                    <a:pt x="18049" y="461490"/>
                  </a:cubicBezTo>
                  <a:cubicBezTo>
                    <a:pt x="17621" y="464826"/>
                    <a:pt x="18134" y="470130"/>
                    <a:pt x="18134" y="470130"/>
                  </a:cubicBezTo>
                  <a:cubicBezTo>
                    <a:pt x="18134" y="470130"/>
                    <a:pt x="13087" y="509136"/>
                    <a:pt x="5047" y="547543"/>
                  </a:cubicBezTo>
                  <a:cubicBezTo>
                    <a:pt x="4533" y="550023"/>
                    <a:pt x="5474" y="555926"/>
                    <a:pt x="4191" y="562598"/>
                  </a:cubicBezTo>
                  <a:cubicBezTo>
                    <a:pt x="2908" y="569270"/>
                    <a:pt x="342" y="582614"/>
                    <a:pt x="428" y="584410"/>
                  </a:cubicBezTo>
                  <a:lnTo>
                    <a:pt x="428" y="584410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7712F6CA-6DC4-6436-4801-82112BFE79FB}"/>
                </a:ext>
              </a:extLst>
            </p:cNvPr>
            <p:cNvSpPr/>
            <p:nvPr/>
          </p:nvSpPr>
          <p:spPr>
            <a:xfrm>
              <a:off x="-418102" y="2595579"/>
              <a:ext cx="308331" cy="1271092"/>
            </a:xfrm>
            <a:custGeom>
              <a:avLst/>
              <a:gdLst>
                <a:gd name="connsiteX0" fmla="*/ 0 w 308331"/>
                <a:gd name="connsiteY0" fmla="*/ 466594 h 1271092"/>
                <a:gd name="connsiteX1" fmla="*/ 3849 w 308331"/>
                <a:gd name="connsiteY1" fmla="*/ 478997 h 1271092"/>
                <a:gd name="connsiteX2" fmla="*/ 13259 w 308331"/>
                <a:gd name="connsiteY2" fmla="*/ 490117 h 1271092"/>
                <a:gd name="connsiteX3" fmla="*/ 20102 w 308331"/>
                <a:gd name="connsiteY3" fmla="*/ 493539 h 1271092"/>
                <a:gd name="connsiteX4" fmla="*/ 40717 w 308331"/>
                <a:gd name="connsiteY4" fmla="*/ 499869 h 1271092"/>
                <a:gd name="connsiteX5" fmla="*/ 40631 w 308331"/>
                <a:gd name="connsiteY5" fmla="*/ 499869 h 1271092"/>
                <a:gd name="connsiteX6" fmla="*/ 15825 w 308331"/>
                <a:gd name="connsiteY6" fmla="*/ 586777 h 1271092"/>
                <a:gd name="connsiteX7" fmla="*/ 21727 w 308331"/>
                <a:gd name="connsiteY7" fmla="*/ 691991 h 1271092"/>
                <a:gd name="connsiteX8" fmla="*/ 54318 w 308331"/>
                <a:gd name="connsiteY8" fmla="*/ 780097 h 1271092"/>
                <a:gd name="connsiteX9" fmla="*/ 84257 w 308331"/>
                <a:gd name="connsiteY9" fmla="*/ 873335 h 1271092"/>
                <a:gd name="connsiteX10" fmla="*/ 91185 w 308331"/>
                <a:gd name="connsiteY10" fmla="*/ 887021 h 1271092"/>
                <a:gd name="connsiteX11" fmla="*/ 92639 w 308331"/>
                <a:gd name="connsiteY11" fmla="*/ 886679 h 1271092"/>
                <a:gd name="connsiteX12" fmla="*/ 104615 w 308331"/>
                <a:gd name="connsiteY12" fmla="*/ 966573 h 1271092"/>
                <a:gd name="connsiteX13" fmla="*/ 99397 w 308331"/>
                <a:gd name="connsiteY13" fmla="*/ 1085216 h 1271092"/>
                <a:gd name="connsiteX14" fmla="*/ 92041 w 308331"/>
                <a:gd name="connsiteY14" fmla="*/ 1143383 h 1271092"/>
                <a:gd name="connsiteX15" fmla="*/ 85711 w 308331"/>
                <a:gd name="connsiteY15" fmla="*/ 1163912 h 1271092"/>
                <a:gd name="connsiteX16" fmla="*/ 84000 w 308331"/>
                <a:gd name="connsiteY16" fmla="*/ 1183843 h 1271092"/>
                <a:gd name="connsiteX17" fmla="*/ 74334 w 308331"/>
                <a:gd name="connsiteY17" fmla="*/ 1203774 h 1271092"/>
                <a:gd name="connsiteX18" fmla="*/ 73222 w 308331"/>
                <a:gd name="connsiteY18" fmla="*/ 1229436 h 1271092"/>
                <a:gd name="connsiteX19" fmla="*/ 61845 w 308331"/>
                <a:gd name="connsiteY19" fmla="*/ 1252275 h 1271092"/>
                <a:gd name="connsiteX20" fmla="*/ 61247 w 308331"/>
                <a:gd name="connsiteY20" fmla="*/ 1267672 h 1271092"/>
                <a:gd name="connsiteX21" fmla="*/ 99483 w 308331"/>
                <a:gd name="connsiteY21" fmla="*/ 1271093 h 1271092"/>
                <a:gd name="connsiteX22" fmla="*/ 121808 w 308331"/>
                <a:gd name="connsiteY22" fmla="*/ 1266560 h 1271092"/>
                <a:gd name="connsiteX23" fmla="*/ 122835 w 308331"/>
                <a:gd name="connsiteY23" fmla="*/ 1251163 h 1271092"/>
                <a:gd name="connsiteX24" fmla="*/ 124546 w 308331"/>
                <a:gd name="connsiteY24" fmla="*/ 1231745 h 1271092"/>
                <a:gd name="connsiteX25" fmla="*/ 127967 w 308331"/>
                <a:gd name="connsiteY25" fmla="*/ 1190686 h 1271092"/>
                <a:gd name="connsiteX26" fmla="*/ 131389 w 308331"/>
                <a:gd name="connsiteY26" fmla="*/ 1165623 h 1271092"/>
                <a:gd name="connsiteX27" fmla="*/ 135409 w 308331"/>
                <a:gd name="connsiteY27" fmla="*/ 1145692 h 1271092"/>
                <a:gd name="connsiteX28" fmla="*/ 154142 w 308331"/>
                <a:gd name="connsiteY28" fmla="*/ 1094967 h 1271092"/>
                <a:gd name="connsiteX29" fmla="*/ 165519 w 308331"/>
                <a:gd name="connsiteY29" fmla="*/ 1117208 h 1271092"/>
                <a:gd name="connsiteX30" fmla="*/ 162782 w 308331"/>
                <a:gd name="connsiteY30" fmla="*/ 1161089 h 1271092"/>
                <a:gd name="connsiteX31" fmla="*/ 148925 w 308331"/>
                <a:gd name="connsiteY31" fmla="*/ 1203261 h 1271092"/>
                <a:gd name="connsiteX32" fmla="*/ 147299 w 308331"/>
                <a:gd name="connsiteY32" fmla="*/ 1224987 h 1271092"/>
                <a:gd name="connsiteX33" fmla="*/ 148925 w 308331"/>
                <a:gd name="connsiteY33" fmla="*/ 1232430 h 1271092"/>
                <a:gd name="connsiteX34" fmla="*/ 191694 w 308331"/>
                <a:gd name="connsiteY34" fmla="*/ 1233028 h 1271092"/>
                <a:gd name="connsiteX35" fmla="*/ 208289 w 308331"/>
                <a:gd name="connsiteY35" fmla="*/ 1222165 h 1271092"/>
                <a:gd name="connsiteX36" fmla="*/ 209401 w 308331"/>
                <a:gd name="connsiteY36" fmla="*/ 1190772 h 1271092"/>
                <a:gd name="connsiteX37" fmla="*/ 219665 w 308331"/>
                <a:gd name="connsiteY37" fmla="*/ 1183929 h 1271092"/>
                <a:gd name="connsiteX38" fmla="*/ 226765 w 308331"/>
                <a:gd name="connsiteY38" fmla="*/ 1171953 h 1271092"/>
                <a:gd name="connsiteX39" fmla="*/ 223173 w 308331"/>
                <a:gd name="connsiteY39" fmla="*/ 1143981 h 1271092"/>
                <a:gd name="connsiteX40" fmla="*/ 222061 w 308331"/>
                <a:gd name="connsiteY40" fmla="*/ 1126874 h 1271092"/>
                <a:gd name="connsiteX41" fmla="*/ 206664 w 308331"/>
                <a:gd name="connsiteY41" fmla="*/ 1098902 h 1271092"/>
                <a:gd name="connsiteX42" fmla="*/ 197597 w 308331"/>
                <a:gd name="connsiteY42" fmla="*/ 1069220 h 1271092"/>
                <a:gd name="connsiteX43" fmla="*/ 188529 w 308331"/>
                <a:gd name="connsiteY43" fmla="*/ 1000788 h 1271092"/>
                <a:gd name="connsiteX44" fmla="*/ 196570 w 308331"/>
                <a:gd name="connsiteY44" fmla="*/ 888390 h 1271092"/>
                <a:gd name="connsiteX45" fmla="*/ 203328 w 308331"/>
                <a:gd name="connsiteY45" fmla="*/ 888390 h 1271092"/>
                <a:gd name="connsiteX46" fmla="*/ 199906 w 308331"/>
                <a:gd name="connsiteY46" fmla="*/ 861616 h 1271092"/>
                <a:gd name="connsiteX47" fmla="*/ 210171 w 308331"/>
                <a:gd name="connsiteY47" fmla="*/ 828084 h 1271092"/>
                <a:gd name="connsiteX48" fmla="*/ 235833 w 308331"/>
                <a:gd name="connsiteY48" fmla="*/ 644859 h 1271092"/>
                <a:gd name="connsiteX49" fmla="*/ 227364 w 308331"/>
                <a:gd name="connsiteY49" fmla="*/ 503633 h 1271092"/>
                <a:gd name="connsiteX50" fmla="*/ 224028 w 308331"/>
                <a:gd name="connsiteY50" fmla="*/ 502350 h 1271092"/>
                <a:gd name="connsiteX51" fmla="*/ 239340 w 308331"/>
                <a:gd name="connsiteY51" fmla="*/ 494138 h 1271092"/>
                <a:gd name="connsiteX52" fmla="*/ 238484 w 308331"/>
                <a:gd name="connsiteY52" fmla="*/ 471898 h 1271092"/>
                <a:gd name="connsiteX53" fmla="*/ 231727 w 308331"/>
                <a:gd name="connsiteY53" fmla="*/ 437682 h 1271092"/>
                <a:gd name="connsiteX54" fmla="*/ 228391 w 308331"/>
                <a:gd name="connsiteY54" fmla="*/ 418692 h 1271092"/>
                <a:gd name="connsiteX55" fmla="*/ 228818 w 308331"/>
                <a:gd name="connsiteY55" fmla="*/ 407914 h 1271092"/>
                <a:gd name="connsiteX56" fmla="*/ 229674 w 308331"/>
                <a:gd name="connsiteY56" fmla="*/ 406888 h 1271092"/>
                <a:gd name="connsiteX57" fmla="*/ 234977 w 308331"/>
                <a:gd name="connsiteY57" fmla="*/ 404236 h 1271092"/>
                <a:gd name="connsiteX58" fmla="*/ 255336 w 308331"/>
                <a:gd name="connsiteY58" fmla="*/ 409197 h 1271092"/>
                <a:gd name="connsiteX59" fmla="*/ 285617 w 308331"/>
                <a:gd name="connsiteY59" fmla="*/ 410309 h 1271092"/>
                <a:gd name="connsiteX60" fmla="*/ 300928 w 308331"/>
                <a:gd name="connsiteY60" fmla="*/ 381739 h 1271092"/>
                <a:gd name="connsiteX61" fmla="*/ 307857 w 308331"/>
                <a:gd name="connsiteY61" fmla="*/ 341279 h 1271092"/>
                <a:gd name="connsiteX62" fmla="*/ 298533 w 308331"/>
                <a:gd name="connsiteY62" fmla="*/ 291324 h 1271092"/>
                <a:gd name="connsiteX63" fmla="*/ 288268 w 308331"/>
                <a:gd name="connsiteY63" fmla="*/ 265918 h 1271092"/>
                <a:gd name="connsiteX64" fmla="*/ 291861 w 308331"/>
                <a:gd name="connsiteY64" fmla="*/ 266517 h 1271092"/>
                <a:gd name="connsiteX65" fmla="*/ 285103 w 308331"/>
                <a:gd name="connsiteY65" fmla="*/ 257792 h 1271092"/>
                <a:gd name="connsiteX66" fmla="*/ 277576 w 308331"/>
                <a:gd name="connsiteY66" fmla="*/ 244876 h 1271092"/>
                <a:gd name="connsiteX67" fmla="*/ 285617 w 308331"/>
                <a:gd name="connsiteY67" fmla="*/ 238546 h 1271092"/>
                <a:gd name="connsiteX68" fmla="*/ 278688 w 308331"/>
                <a:gd name="connsiteY68" fmla="*/ 215707 h 1271092"/>
                <a:gd name="connsiteX69" fmla="*/ 280998 w 308331"/>
                <a:gd name="connsiteY69" fmla="*/ 206554 h 1271092"/>
                <a:gd name="connsiteX70" fmla="*/ 276378 w 308331"/>
                <a:gd name="connsiteY70" fmla="*/ 183715 h 1271092"/>
                <a:gd name="connsiteX71" fmla="*/ 266114 w 308331"/>
                <a:gd name="connsiteY71" fmla="*/ 163186 h 1271092"/>
                <a:gd name="connsiteX72" fmla="*/ 262692 w 308331"/>
                <a:gd name="connsiteY72" fmla="*/ 112460 h 1271092"/>
                <a:gd name="connsiteX73" fmla="*/ 256533 w 308331"/>
                <a:gd name="connsiteY73" fmla="*/ 90819 h 1271092"/>
                <a:gd name="connsiteX74" fmla="*/ 250203 w 308331"/>
                <a:gd name="connsiteY74" fmla="*/ 81153 h 1271092"/>
                <a:gd name="connsiteX75" fmla="*/ 253625 w 308331"/>
                <a:gd name="connsiteY75" fmla="*/ 71487 h 1271092"/>
                <a:gd name="connsiteX76" fmla="*/ 244558 w 308331"/>
                <a:gd name="connsiteY76" fmla="*/ 62933 h 1271092"/>
                <a:gd name="connsiteX77" fmla="*/ 237629 w 308331"/>
                <a:gd name="connsiteY77" fmla="*/ 36672 h 1271092"/>
                <a:gd name="connsiteX78" fmla="*/ 223942 w 308331"/>
                <a:gd name="connsiteY78" fmla="*/ 17255 h 1271092"/>
                <a:gd name="connsiteX79" fmla="*/ 185792 w 308331"/>
                <a:gd name="connsiteY79" fmla="*/ 147 h 1271092"/>
                <a:gd name="connsiteX80" fmla="*/ 167487 w 308331"/>
                <a:gd name="connsiteY80" fmla="*/ 4681 h 1271092"/>
                <a:gd name="connsiteX81" fmla="*/ 152090 w 308331"/>
                <a:gd name="connsiteY81" fmla="*/ 2371 h 1271092"/>
                <a:gd name="connsiteX82" fmla="*/ 139002 w 308331"/>
                <a:gd name="connsiteY82" fmla="*/ 10925 h 1271092"/>
                <a:gd name="connsiteX83" fmla="*/ 124118 w 308331"/>
                <a:gd name="connsiteY83" fmla="*/ 24013 h 1271092"/>
                <a:gd name="connsiteX84" fmla="*/ 108293 w 308331"/>
                <a:gd name="connsiteY84" fmla="*/ 43430 h 1271092"/>
                <a:gd name="connsiteX85" fmla="*/ 96745 w 308331"/>
                <a:gd name="connsiteY85" fmla="*/ 62249 h 1271092"/>
                <a:gd name="connsiteX86" fmla="*/ 88277 w 308331"/>
                <a:gd name="connsiteY86" fmla="*/ 80469 h 1271092"/>
                <a:gd name="connsiteX87" fmla="*/ 80921 w 308331"/>
                <a:gd name="connsiteY87" fmla="*/ 100998 h 1271092"/>
                <a:gd name="connsiteX88" fmla="*/ 75703 w 308331"/>
                <a:gd name="connsiteY88" fmla="*/ 118705 h 1271092"/>
                <a:gd name="connsiteX89" fmla="*/ 73393 w 308331"/>
                <a:gd name="connsiteY89" fmla="*/ 132990 h 1271092"/>
                <a:gd name="connsiteX90" fmla="*/ 65951 w 308331"/>
                <a:gd name="connsiteY90" fmla="*/ 154632 h 1271092"/>
                <a:gd name="connsiteX91" fmla="*/ 63128 w 308331"/>
                <a:gd name="connsiteY91" fmla="*/ 174049 h 1271092"/>
                <a:gd name="connsiteX92" fmla="*/ 53975 w 308331"/>
                <a:gd name="connsiteY92" fmla="*/ 190045 h 1271092"/>
                <a:gd name="connsiteX93" fmla="*/ 48843 w 308331"/>
                <a:gd name="connsiteY93" fmla="*/ 203731 h 1271092"/>
                <a:gd name="connsiteX94" fmla="*/ 36868 w 308331"/>
                <a:gd name="connsiteY94" fmla="*/ 218529 h 1271092"/>
                <a:gd name="connsiteX95" fmla="*/ 37466 w 308331"/>
                <a:gd name="connsiteY95" fmla="*/ 236236 h 1271092"/>
                <a:gd name="connsiteX96" fmla="*/ 25491 w 308331"/>
                <a:gd name="connsiteY96" fmla="*/ 248212 h 1271092"/>
                <a:gd name="connsiteX97" fmla="*/ 23181 w 308331"/>
                <a:gd name="connsiteY97" fmla="*/ 264208 h 1271092"/>
                <a:gd name="connsiteX98" fmla="*/ 10009 w 308331"/>
                <a:gd name="connsiteY98" fmla="*/ 276440 h 1271092"/>
                <a:gd name="connsiteX99" fmla="*/ 20358 w 308331"/>
                <a:gd name="connsiteY99" fmla="*/ 273873 h 1271092"/>
                <a:gd name="connsiteX100" fmla="*/ 3849 w 308331"/>
                <a:gd name="connsiteY100" fmla="*/ 282427 h 1271092"/>
                <a:gd name="connsiteX101" fmla="*/ 16424 w 308331"/>
                <a:gd name="connsiteY101" fmla="*/ 287560 h 1271092"/>
                <a:gd name="connsiteX102" fmla="*/ 29511 w 308331"/>
                <a:gd name="connsiteY102" fmla="*/ 283026 h 1271092"/>
                <a:gd name="connsiteX103" fmla="*/ 38750 w 308331"/>
                <a:gd name="connsiteY103" fmla="*/ 282085 h 1271092"/>
                <a:gd name="connsiteX104" fmla="*/ 37894 w 308331"/>
                <a:gd name="connsiteY104" fmla="*/ 283711 h 1271092"/>
                <a:gd name="connsiteX105" fmla="*/ 31821 w 308331"/>
                <a:gd name="connsiteY105" fmla="*/ 288159 h 1271092"/>
                <a:gd name="connsiteX106" fmla="*/ 36269 w 308331"/>
                <a:gd name="connsiteY106" fmla="*/ 286619 h 1271092"/>
                <a:gd name="connsiteX107" fmla="*/ 22069 w 308331"/>
                <a:gd name="connsiteY107" fmla="*/ 319979 h 1271092"/>
                <a:gd name="connsiteX108" fmla="*/ 22069 w 308331"/>
                <a:gd name="connsiteY108" fmla="*/ 341364 h 1271092"/>
                <a:gd name="connsiteX109" fmla="*/ 15654 w 308331"/>
                <a:gd name="connsiteY109" fmla="*/ 355478 h 1271092"/>
                <a:gd name="connsiteX110" fmla="*/ 14371 w 308331"/>
                <a:gd name="connsiteY110" fmla="*/ 370020 h 1271092"/>
                <a:gd name="connsiteX111" fmla="*/ 12232 w 308331"/>
                <a:gd name="connsiteY111" fmla="*/ 382423 h 1271092"/>
                <a:gd name="connsiteX112" fmla="*/ 10522 w 308331"/>
                <a:gd name="connsiteY112" fmla="*/ 393971 h 1271092"/>
                <a:gd name="connsiteX113" fmla="*/ 4961 w 308331"/>
                <a:gd name="connsiteY113" fmla="*/ 423910 h 1271092"/>
                <a:gd name="connsiteX114" fmla="*/ 2395 w 308331"/>
                <a:gd name="connsiteY114" fmla="*/ 444439 h 1271092"/>
                <a:gd name="connsiteX115" fmla="*/ 4534 w 308331"/>
                <a:gd name="connsiteY115" fmla="*/ 457698 h 1271092"/>
                <a:gd name="connsiteX116" fmla="*/ 257 w 308331"/>
                <a:gd name="connsiteY116" fmla="*/ 466252 h 1271092"/>
                <a:gd name="connsiteX117" fmla="*/ 257 w 308331"/>
                <a:gd name="connsiteY117" fmla="*/ 466252 h 1271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308331" h="1271092">
                  <a:moveTo>
                    <a:pt x="0" y="466594"/>
                  </a:moveTo>
                  <a:cubicBezTo>
                    <a:pt x="428" y="471299"/>
                    <a:pt x="1711" y="477286"/>
                    <a:pt x="3849" y="478997"/>
                  </a:cubicBezTo>
                  <a:cubicBezTo>
                    <a:pt x="5988" y="480708"/>
                    <a:pt x="8554" y="487124"/>
                    <a:pt x="13259" y="490117"/>
                  </a:cubicBezTo>
                  <a:cubicBezTo>
                    <a:pt x="16398" y="492110"/>
                    <a:pt x="18674" y="493257"/>
                    <a:pt x="20102" y="493539"/>
                  </a:cubicBezTo>
                  <a:cubicBezTo>
                    <a:pt x="22241" y="493967"/>
                    <a:pt x="34644" y="498500"/>
                    <a:pt x="40717" y="499869"/>
                  </a:cubicBezTo>
                  <a:lnTo>
                    <a:pt x="40631" y="499869"/>
                  </a:lnTo>
                  <a:cubicBezTo>
                    <a:pt x="40631" y="499869"/>
                    <a:pt x="22668" y="543152"/>
                    <a:pt x="15825" y="586777"/>
                  </a:cubicBezTo>
                  <a:cubicBezTo>
                    <a:pt x="8982" y="630402"/>
                    <a:pt x="13173" y="662907"/>
                    <a:pt x="21727" y="691991"/>
                  </a:cubicBezTo>
                  <a:cubicBezTo>
                    <a:pt x="30281" y="721074"/>
                    <a:pt x="47475" y="742459"/>
                    <a:pt x="54318" y="780097"/>
                  </a:cubicBezTo>
                  <a:cubicBezTo>
                    <a:pt x="61161" y="817734"/>
                    <a:pt x="77499" y="859648"/>
                    <a:pt x="84257" y="873335"/>
                  </a:cubicBezTo>
                  <a:lnTo>
                    <a:pt x="91185" y="887021"/>
                  </a:lnTo>
                  <a:lnTo>
                    <a:pt x="92639" y="886679"/>
                  </a:lnTo>
                  <a:cubicBezTo>
                    <a:pt x="93067" y="896345"/>
                    <a:pt x="95377" y="945530"/>
                    <a:pt x="104615" y="966573"/>
                  </a:cubicBezTo>
                  <a:cubicBezTo>
                    <a:pt x="107523" y="973330"/>
                    <a:pt x="102904" y="1041847"/>
                    <a:pt x="99397" y="1085216"/>
                  </a:cubicBezTo>
                  <a:cubicBezTo>
                    <a:pt x="95976" y="1128584"/>
                    <a:pt x="94350" y="1134829"/>
                    <a:pt x="92041" y="1143383"/>
                  </a:cubicBezTo>
                  <a:cubicBezTo>
                    <a:pt x="89731" y="1151937"/>
                    <a:pt x="85112" y="1153049"/>
                    <a:pt x="85711" y="1163912"/>
                  </a:cubicBezTo>
                  <a:cubicBezTo>
                    <a:pt x="86310" y="1174776"/>
                    <a:pt x="87422" y="1177000"/>
                    <a:pt x="84000" y="1183843"/>
                  </a:cubicBezTo>
                  <a:cubicBezTo>
                    <a:pt x="80664" y="1190686"/>
                    <a:pt x="78354" y="1190087"/>
                    <a:pt x="74334" y="1203774"/>
                  </a:cubicBezTo>
                  <a:cubicBezTo>
                    <a:pt x="70314" y="1217460"/>
                    <a:pt x="74334" y="1215150"/>
                    <a:pt x="73222" y="1229436"/>
                  </a:cubicBezTo>
                  <a:cubicBezTo>
                    <a:pt x="72110" y="1243721"/>
                    <a:pt x="63556" y="1240812"/>
                    <a:pt x="61845" y="1252275"/>
                  </a:cubicBezTo>
                  <a:cubicBezTo>
                    <a:pt x="60135" y="1263651"/>
                    <a:pt x="59536" y="1266560"/>
                    <a:pt x="61247" y="1267672"/>
                  </a:cubicBezTo>
                  <a:cubicBezTo>
                    <a:pt x="62957" y="1268784"/>
                    <a:pt x="97687" y="1271093"/>
                    <a:pt x="99483" y="1271093"/>
                  </a:cubicBezTo>
                  <a:cubicBezTo>
                    <a:pt x="101279" y="1271093"/>
                    <a:pt x="119499" y="1268271"/>
                    <a:pt x="121808" y="1266560"/>
                  </a:cubicBezTo>
                  <a:cubicBezTo>
                    <a:pt x="123947" y="1264849"/>
                    <a:pt x="122835" y="1259717"/>
                    <a:pt x="122835" y="1251163"/>
                  </a:cubicBezTo>
                  <a:cubicBezTo>
                    <a:pt x="122835" y="1242609"/>
                    <a:pt x="121808" y="1244918"/>
                    <a:pt x="124546" y="1231745"/>
                  </a:cubicBezTo>
                  <a:cubicBezTo>
                    <a:pt x="127454" y="1218658"/>
                    <a:pt x="127967" y="1202662"/>
                    <a:pt x="127967" y="1190686"/>
                  </a:cubicBezTo>
                  <a:cubicBezTo>
                    <a:pt x="127967" y="1178710"/>
                    <a:pt x="129678" y="1171867"/>
                    <a:pt x="131389" y="1165623"/>
                  </a:cubicBezTo>
                  <a:cubicBezTo>
                    <a:pt x="133099" y="1159379"/>
                    <a:pt x="126770" y="1165024"/>
                    <a:pt x="135409" y="1145692"/>
                  </a:cubicBezTo>
                  <a:cubicBezTo>
                    <a:pt x="143878" y="1126275"/>
                    <a:pt x="151234" y="1098902"/>
                    <a:pt x="154142" y="1094967"/>
                  </a:cubicBezTo>
                  <a:cubicBezTo>
                    <a:pt x="157051" y="1090947"/>
                    <a:pt x="162782" y="1108055"/>
                    <a:pt x="165519" y="1117208"/>
                  </a:cubicBezTo>
                  <a:cubicBezTo>
                    <a:pt x="168427" y="1126360"/>
                    <a:pt x="167829" y="1145179"/>
                    <a:pt x="162782" y="1161089"/>
                  </a:cubicBezTo>
                  <a:cubicBezTo>
                    <a:pt x="157564" y="1177085"/>
                    <a:pt x="148925" y="1192996"/>
                    <a:pt x="148925" y="1203261"/>
                  </a:cubicBezTo>
                  <a:cubicBezTo>
                    <a:pt x="148925" y="1213525"/>
                    <a:pt x="148497" y="1219256"/>
                    <a:pt x="147299" y="1224987"/>
                  </a:cubicBezTo>
                  <a:cubicBezTo>
                    <a:pt x="146187" y="1230719"/>
                    <a:pt x="144990" y="1231831"/>
                    <a:pt x="148925" y="1232430"/>
                  </a:cubicBezTo>
                  <a:cubicBezTo>
                    <a:pt x="152945" y="1233028"/>
                    <a:pt x="178008" y="1237562"/>
                    <a:pt x="191694" y="1233028"/>
                  </a:cubicBezTo>
                  <a:cubicBezTo>
                    <a:pt x="205380" y="1228495"/>
                    <a:pt x="209401" y="1227297"/>
                    <a:pt x="208289" y="1222165"/>
                  </a:cubicBezTo>
                  <a:cubicBezTo>
                    <a:pt x="207177" y="1217032"/>
                    <a:pt x="205979" y="1195904"/>
                    <a:pt x="209401" y="1190772"/>
                  </a:cubicBezTo>
                  <a:cubicBezTo>
                    <a:pt x="212822" y="1185639"/>
                    <a:pt x="215132" y="1184527"/>
                    <a:pt x="219665" y="1183929"/>
                  </a:cubicBezTo>
                  <a:cubicBezTo>
                    <a:pt x="224285" y="1183330"/>
                    <a:pt x="226765" y="1171953"/>
                    <a:pt x="226765" y="1171953"/>
                  </a:cubicBezTo>
                  <a:cubicBezTo>
                    <a:pt x="226765" y="1171953"/>
                    <a:pt x="221975" y="1155358"/>
                    <a:pt x="223173" y="1143981"/>
                  </a:cubicBezTo>
                  <a:cubicBezTo>
                    <a:pt x="224371" y="1132605"/>
                    <a:pt x="223173" y="1132605"/>
                    <a:pt x="222061" y="1126874"/>
                  </a:cubicBezTo>
                  <a:cubicBezTo>
                    <a:pt x="220949" y="1121143"/>
                    <a:pt x="210684" y="1105232"/>
                    <a:pt x="206664" y="1098902"/>
                  </a:cubicBezTo>
                  <a:cubicBezTo>
                    <a:pt x="202814" y="1092658"/>
                    <a:pt x="198195" y="1077774"/>
                    <a:pt x="197597" y="1069220"/>
                  </a:cubicBezTo>
                  <a:cubicBezTo>
                    <a:pt x="196998" y="1060666"/>
                    <a:pt x="189642" y="1019008"/>
                    <a:pt x="188529" y="1000788"/>
                  </a:cubicBezTo>
                  <a:cubicBezTo>
                    <a:pt x="187417" y="982825"/>
                    <a:pt x="197767" y="898654"/>
                    <a:pt x="196570" y="888390"/>
                  </a:cubicBezTo>
                  <a:lnTo>
                    <a:pt x="203328" y="888390"/>
                  </a:lnTo>
                  <a:cubicBezTo>
                    <a:pt x="203328" y="888390"/>
                    <a:pt x="198110" y="873506"/>
                    <a:pt x="199906" y="861616"/>
                  </a:cubicBezTo>
                  <a:cubicBezTo>
                    <a:pt x="201617" y="849640"/>
                    <a:pt x="205808" y="847758"/>
                    <a:pt x="210171" y="828084"/>
                  </a:cubicBezTo>
                  <a:cubicBezTo>
                    <a:pt x="214533" y="808410"/>
                    <a:pt x="236688" y="706532"/>
                    <a:pt x="235833" y="644859"/>
                  </a:cubicBezTo>
                  <a:cubicBezTo>
                    <a:pt x="234977" y="583270"/>
                    <a:pt x="230786" y="509621"/>
                    <a:pt x="227364" y="503633"/>
                  </a:cubicBezTo>
                  <a:cubicBezTo>
                    <a:pt x="227364" y="503633"/>
                    <a:pt x="226252" y="503205"/>
                    <a:pt x="224028" y="502350"/>
                  </a:cubicBezTo>
                  <a:cubicBezTo>
                    <a:pt x="232240" y="499869"/>
                    <a:pt x="239340" y="505600"/>
                    <a:pt x="239340" y="494138"/>
                  </a:cubicBezTo>
                  <a:cubicBezTo>
                    <a:pt x="239340" y="494138"/>
                    <a:pt x="241906" y="488150"/>
                    <a:pt x="238484" y="471898"/>
                  </a:cubicBezTo>
                  <a:cubicBezTo>
                    <a:pt x="235063" y="455645"/>
                    <a:pt x="230871" y="450513"/>
                    <a:pt x="231727" y="437682"/>
                  </a:cubicBezTo>
                  <a:cubicBezTo>
                    <a:pt x="232154" y="430838"/>
                    <a:pt x="229845" y="424252"/>
                    <a:pt x="228391" y="418692"/>
                  </a:cubicBezTo>
                  <a:cubicBezTo>
                    <a:pt x="227963" y="414158"/>
                    <a:pt x="227792" y="409881"/>
                    <a:pt x="228818" y="407914"/>
                  </a:cubicBezTo>
                  <a:lnTo>
                    <a:pt x="229674" y="406888"/>
                  </a:lnTo>
                  <a:cubicBezTo>
                    <a:pt x="231299" y="405946"/>
                    <a:pt x="233095" y="405006"/>
                    <a:pt x="234977" y="404236"/>
                  </a:cubicBezTo>
                  <a:cubicBezTo>
                    <a:pt x="241050" y="403295"/>
                    <a:pt x="248835" y="406631"/>
                    <a:pt x="255336" y="409197"/>
                  </a:cubicBezTo>
                  <a:cubicBezTo>
                    <a:pt x="263804" y="412619"/>
                    <a:pt x="278688" y="415441"/>
                    <a:pt x="285617" y="410309"/>
                  </a:cubicBezTo>
                  <a:cubicBezTo>
                    <a:pt x="299474" y="399873"/>
                    <a:pt x="300158" y="386101"/>
                    <a:pt x="300928" y="381739"/>
                  </a:cubicBezTo>
                  <a:cubicBezTo>
                    <a:pt x="301784" y="377462"/>
                    <a:pt x="310423" y="353254"/>
                    <a:pt x="307857" y="341279"/>
                  </a:cubicBezTo>
                  <a:cubicBezTo>
                    <a:pt x="305291" y="329303"/>
                    <a:pt x="307001" y="308431"/>
                    <a:pt x="298533" y="291324"/>
                  </a:cubicBezTo>
                  <a:cubicBezTo>
                    <a:pt x="294684" y="283539"/>
                    <a:pt x="291348" y="274216"/>
                    <a:pt x="288268" y="265918"/>
                  </a:cubicBezTo>
                  <a:cubicBezTo>
                    <a:pt x="289552" y="266175"/>
                    <a:pt x="290749" y="266432"/>
                    <a:pt x="291861" y="266517"/>
                  </a:cubicBezTo>
                  <a:cubicBezTo>
                    <a:pt x="291861" y="266517"/>
                    <a:pt x="288525" y="262753"/>
                    <a:pt x="285103" y="257792"/>
                  </a:cubicBezTo>
                  <a:cubicBezTo>
                    <a:pt x="282623" y="251548"/>
                    <a:pt x="280228" y="246758"/>
                    <a:pt x="277576" y="244876"/>
                  </a:cubicBezTo>
                  <a:cubicBezTo>
                    <a:pt x="277576" y="244876"/>
                    <a:pt x="283051" y="247442"/>
                    <a:pt x="285617" y="238546"/>
                  </a:cubicBezTo>
                  <a:cubicBezTo>
                    <a:pt x="285617" y="238546"/>
                    <a:pt x="285617" y="228880"/>
                    <a:pt x="278688" y="215707"/>
                  </a:cubicBezTo>
                  <a:cubicBezTo>
                    <a:pt x="271930" y="202619"/>
                    <a:pt x="276378" y="207752"/>
                    <a:pt x="280998" y="206554"/>
                  </a:cubicBezTo>
                  <a:cubicBezTo>
                    <a:pt x="285617" y="205442"/>
                    <a:pt x="283307" y="192269"/>
                    <a:pt x="276378" y="183715"/>
                  </a:cubicBezTo>
                  <a:cubicBezTo>
                    <a:pt x="269621" y="175161"/>
                    <a:pt x="268423" y="172851"/>
                    <a:pt x="266114" y="163186"/>
                  </a:cubicBezTo>
                  <a:cubicBezTo>
                    <a:pt x="263804" y="153520"/>
                    <a:pt x="262692" y="123837"/>
                    <a:pt x="262692" y="112460"/>
                  </a:cubicBezTo>
                  <a:cubicBezTo>
                    <a:pt x="262692" y="101084"/>
                    <a:pt x="261580" y="96465"/>
                    <a:pt x="256533" y="90819"/>
                  </a:cubicBezTo>
                  <a:cubicBezTo>
                    <a:pt x="251315" y="85088"/>
                    <a:pt x="247295" y="83377"/>
                    <a:pt x="250203" y="81153"/>
                  </a:cubicBezTo>
                  <a:cubicBezTo>
                    <a:pt x="253112" y="78843"/>
                    <a:pt x="257731" y="76021"/>
                    <a:pt x="253625" y="71487"/>
                  </a:cubicBezTo>
                  <a:cubicBezTo>
                    <a:pt x="249604" y="66954"/>
                    <a:pt x="247894" y="71487"/>
                    <a:pt x="244558" y="62933"/>
                  </a:cubicBezTo>
                  <a:cubicBezTo>
                    <a:pt x="241136" y="54379"/>
                    <a:pt x="239939" y="44114"/>
                    <a:pt x="237629" y="36672"/>
                  </a:cubicBezTo>
                  <a:cubicBezTo>
                    <a:pt x="235319" y="29231"/>
                    <a:pt x="231983" y="22387"/>
                    <a:pt x="223942" y="17255"/>
                  </a:cubicBezTo>
                  <a:cubicBezTo>
                    <a:pt x="215987" y="12123"/>
                    <a:pt x="209144" y="-1564"/>
                    <a:pt x="185792" y="147"/>
                  </a:cubicBezTo>
                  <a:cubicBezTo>
                    <a:pt x="178436" y="660"/>
                    <a:pt x="173816" y="6391"/>
                    <a:pt x="167487" y="4681"/>
                  </a:cubicBezTo>
                  <a:cubicBezTo>
                    <a:pt x="161328" y="2970"/>
                    <a:pt x="160729" y="-1564"/>
                    <a:pt x="152090" y="2371"/>
                  </a:cubicBezTo>
                  <a:cubicBezTo>
                    <a:pt x="143621" y="6391"/>
                    <a:pt x="145930" y="3483"/>
                    <a:pt x="139002" y="10925"/>
                  </a:cubicBezTo>
                  <a:cubicBezTo>
                    <a:pt x="132244" y="18367"/>
                    <a:pt x="135666" y="12636"/>
                    <a:pt x="124118" y="24013"/>
                  </a:cubicBezTo>
                  <a:cubicBezTo>
                    <a:pt x="112741" y="35389"/>
                    <a:pt x="109234" y="35988"/>
                    <a:pt x="108293" y="43430"/>
                  </a:cubicBezTo>
                  <a:cubicBezTo>
                    <a:pt x="107181" y="50786"/>
                    <a:pt x="100766" y="53695"/>
                    <a:pt x="96745" y="62249"/>
                  </a:cubicBezTo>
                  <a:cubicBezTo>
                    <a:pt x="92896" y="70803"/>
                    <a:pt x="88277" y="70803"/>
                    <a:pt x="88277" y="80469"/>
                  </a:cubicBezTo>
                  <a:cubicBezTo>
                    <a:pt x="88277" y="90135"/>
                    <a:pt x="83658" y="90734"/>
                    <a:pt x="80921" y="100998"/>
                  </a:cubicBezTo>
                  <a:cubicBezTo>
                    <a:pt x="78012" y="111263"/>
                    <a:pt x="75703" y="108953"/>
                    <a:pt x="75703" y="118705"/>
                  </a:cubicBezTo>
                  <a:cubicBezTo>
                    <a:pt x="75703" y="128456"/>
                    <a:pt x="79124" y="122126"/>
                    <a:pt x="73393" y="132990"/>
                  </a:cubicBezTo>
                  <a:cubicBezTo>
                    <a:pt x="67662" y="143768"/>
                    <a:pt x="63128" y="144966"/>
                    <a:pt x="65951" y="154632"/>
                  </a:cubicBezTo>
                  <a:cubicBezTo>
                    <a:pt x="68774" y="164297"/>
                    <a:pt x="67063" y="164297"/>
                    <a:pt x="63128" y="174049"/>
                  </a:cubicBezTo>
                  <a:cubicBezTo>
                    <a:pt x="59108" y="183715"/>
                    <a:pt x="53975" y="181491"/>
                    <a:pt x="53975" y="190045"/>
                  </a:cubicBezTo>
                  <a:cubicBezTo>
                    <a:pt x="53975" y="198599"/>
                    <a:pt x="54574" y="198000"/>
                    <a:pt x="48843" y="203731"/>
                  </a:cubicBezTo>
                  <a:cubicBezTo>
                    <a:pt x="43112" y="209462"/>
                    <a:pt x="35157" y="211686"/>
                    <a:pt x="36868" y="218529"/>
                  </a:cubicBezTo>
                  <a:cubicBezTo>
                    <a:pt x="38578" y="225373"/>
                    <a:pt x="44309" y="229393"/>
                    <a:pt x="37466" y="236236"/>
                  </a:cubicBezTo>
                  <a:cubicBezTo>
                    <a:pt x="30623" y="243079"/>
                    <a:pt x="23780" y="240770"/>
                    <a:pt x="25491" y="248212"/>
                  </a:cubicBezTo>
                  <a:cubicBezTo>
                    <a:pt x="27202" y="255568"/>
                    <a:pt x="30623" y="255568"/>
                    <a:pt x="23181" y="264208"/>
                  </a:cubicBezTo>
                  <a:cubicBezTo>
                    <a:pt x="16680" y="271650"/>
                    <a:pt x="13687" y="277381"/>
                    <a:pt x="10009" y="276440"/>
                  </a:cubicBezTo>
                  <a:cubicBezTo>
                    <a:pt x="12061" y="277210"/>
                    <a:pt x="15825" y="277637"/>
                    <a:pt x="20358" y="273873"/>
                  </a:cubicBezTo>
                  <a:cubicBezTo>
                    <a:pt x="20358" y="273873"/>
                    <a:pt x="13515" y="288672"/>
                    <a:pt x="3849" y="282427"/>
                  </a:cubicBezTo>
                  <a:cubicBezTo>
                    <a:pt x="3849" y="282427"/>
                    <a:pt x="4448" y="286961"/>
                    <a:pt x="16424" y="287560"/>
                  </a:cubicBezTo>
                  <a:cubicBezTo>
                    <a:pt x="28399" y="288159"/>
                    <a:pt x="24978" y="285250"/>
                    <a:pt x="29511" y="283026"/>
                  </a:cubicBezTo>
                  <a:cubicBezTo>
                    <a:pt x="32591" y="281487"/>
                    <a:pt x="36526" y="281743"/>
                    <a:pt x="38750" y="282085"/>
                  </a:cubicBezTo>
                  <a:lnTo>
                    <a:pt x="37894" y="283711"/>
                  </a:lnTo>
                  <a:cubicBezTo>
                    <a:pt x="34815" y="285764"/>
                    <a:pt x="31821" y="288159"/>
                    <a:pt x="31821" y="288159"/>
                  </a:cubicBezTo>
                  <a:cubicBezTo>
                    <a:pt x="33361" y="288415"/>
                    <a:pt x="34900" y="287645"/>
                    <a:pt x="36269" y="286619"/>
                  </a:cubicBezTo>
                  <a:cubicBezTo>
                    <a:pt x="28912" y="300134"/>
                    <a:pt x="20957" y="314505"/>
                    <a:pt x="22069" y="319979"/>
                  </a:cubicBezTo>
                  <a:cubicBezTo>
                    <a:pt x="24208" y="330244"/>
                    <a:pt x="23780" y="335376"/>
                    <a:pt x="22069" y="341364"/>
                  </a:cubicBezTo>
                  <a:cubicBezTo>
                    <a:pt x="20358" y="347352"/>
                    <a:pt x="14799" y="348207"/>
                    <a:pt x="15654" y="355478"/>
                  </a:cubicBezTo>
                  <a:cubicBezTo>
                    <a:pt x="16509" y="362749"/>
                    <a:pt x="14371" y="365743"/>
                    <a:pt x="14371" y="370020"/>
                  </a:cubicBezTo>
                  <a:cubicBezTo>
                    <a:pt x="14371" y="374297"/>
                    <a:pt x="10094" y="376863"/>
                    <a:pt x="12232" y="382423"/>
                  </a:cubicBezTo>
                  <a:cubicBezTo>
                    <a:pt x="14371" y="387983"/>
                    <a:pt x="13088" y="387983"/>
                    <a:pt x="10522" y="393971"/>
                  </a:cubicBezTo>
                  <a:cubicBezTo>
                    <a:pt x="7955" y="399959"/>
                    <a:pt x="6672" y="412790"/>
                    <a:pt x="4961" y="423910"/>
                  </a:cubicBezTo>
                  <a:cubicBezTo>
                    <a:pt x="3251" y="435030"/>
                    <a:pt x="-1026" y="435885"/>
                    <a:pt x="2395" y="444439"/>
                  </a:cubicBezTo>
                  <a:cubicBezTo>
                    <a:pt x="5817" y="452993"/>
                    <a:pt x="6672" y="452566"/>
                    <a:pt x="4534" y="457698"/>
                  </a:cubicBezTo>
                  <a:cubicBezTo>
                    <a:pt x="2395" y="462830"/>
                    <a:pt x="-171" y="461547"/>
                    <a:pt x="257" y="466252"/>
                  </a:cubicBezTo>
                  <a:lnTo>
                    <a:pt x="257" y="466252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7EE8090-69C8-1A1E-69B6-72D914817B46}"/>
                </a:ext>
              </a:extLst>
            </p:cNvPr>
            <p:cNvSpPr/>
            <p:nvPr/>
          </p:nvSpPr>
          <p:spPr>
            <a:xfrm>
              <a:off x="-6705089" y="2590490"/>
              <a:ext cx="426057" cy="1275478"/>
            </a:xfrm>
            <a:custGeom>
              <a:avLst/>
              <a:gdLst>
                <a:gd name="connsiteX0" fmla="*/ 334292 w 426057"/>
                <a:gd name="connsiteY0" fmla="*/ 520440 h 1275478"/>
                <a:gd name="connsiteX1" fmla="*/ 334891 w 426057"/>
                <a:gd name="connsiteY1" fmla="*/ 517618 h 1275478"/>
                <a:gd name="connsiteX2" fmla="*/ 335147 w 426057"/>
                <a:gd name="connsiteY2" fmla="*/ 514709 h 1275478"/>
                <a:gd name="connsiteX3" fmla="*/ 335575 w 426057"/>
                <a:gd name="connsiteY3" fmla="*/ 513939 h 1275478"/>
                <a:gd name="connsiteX4" fmla="*/ 335746 w 426057"/>
                <a:gd name="connsiteY4" fmla="*/ 513939 h 1275478"/>
                <a:gd name="connsiteX5" fmla="*/ 334976 w 426057"/>
                <a:gd name="connsiteY5" fmla="*/ 517532 h 1275478"/>
                <a:gd name="connsiteX6" fmla="*/ 334377 w 426057"/>
                <a:gd name="connsiteY6" fmla="*/ 520355 h 1275478"/>
                <a:gd name="connsiteX7" fmla="*/ 334377 w 426057"/>
                <a:gd name="connsiteY7" fmla="*/ 520355 h 1275478"/>
                <a:gd name="connsiteX8" fmla="*/ 338227 w 426057"/>
                <a:gd name="connsiteY8" fmla="*/ 470485 h 1275478"/>
                <a:gd name="connsiteX9" fmla="*/ 338398 w 426057"/>
                <a:gd name="connsiteY9" fmla="*/ 470314 h 1275478"/>
                <a:gd name="connsiteX10" fmla="*/ 340451 w 426057"/>
                <a:gd name="connsiteY10" fmla="*/ 468090 h 1275478"/>
                <a:gd name="connsiteX11" fmla="*/ 337713 w 426057"/>
                <a:gd name="connsiteY11" fmla="*/ 489048 h 1275478"/>
                <a:gd name="connsiteX12" fmla="*/ 338227 w 426057"/>
                <a:gd name="connsiteY12" fmla="*/ 470571 h 1275478"/>
                <a:gd name="connsiteX13" fmla="*/ 338227 w 426057"/>
                <a:gd name="connsiteY13" fmla="*/ 470571 h 1275478"/>
                <a:gd name="connsiteX14" fmla="*/ 414528 w 426057"/>
                <a:gd name="connsiteY14" fmla="*/ 381781 h 1275478"/>
                <a:gd name="connsiteX15" fmla="*/ 403066 w 426057"/>
                <a:gd name="connsiteY15" fmla="*/ 355007 h 1275478"/>
                <a:gd name="connsiteX16" fmla="*/ 397334 w 426057"/>
                <a:gd name="connsiteY16" fmla="*/ 324983 h 1275478"/>
                <a:gd name="connsiteX17" fmla="*/ 383306 w 426057"/>
                <a:gd name="connsiteY17" fmla="*/ 286062 h 1275478"/>
                <a:gd name="connsiteX18" fmla="*/ 355848 w 426057"/>
                <a:gd name="connsiteY18" fmla="*/ 245859 h 1275478"/>
                <a:gd name="connsiteX19" fmla="*/ 334121 w 426057"/>
                <a:gd name="connsiteY19" fmla="*/ 212669 h 1275478"/>
                <a:gd name="connsiteX20" fmla="*/ 234638 w 426057"/>
                <a:gd name="connsiteY20" fmla="*/ 179908 h 1275478"/>
                <a:gd name="connsiteX21" fmla="*/ 234638 w 426057"/>
                <a:gd name="connsiteY21" fmla="*/ 179908 h 1275478"/>
                <a:gd name="connsiteX22" fmla="*/ 223176 w 426057"/>
                <a:gd name="connsiteY22" fmla="*/ 161089 h 1275478"/>
                <a:gd name="connsiteX23" fmla="*/ 225913 w 426057"/>
                <a:gd name="connsiteY23" fmla="*/ 132177 h 1275478"/>
                <a:gd name="connsiteX24" fmla="*/ 228394 w 426057"/>
                <a:gd name="connsiteY24" fmla="*/ 128670 h 1275478"/>
                <a:gd name="connsiteX25" fmla="*/ 235237 w 426057"/>
                <a:gd name="connsiteY25" fmla="*/ 119944 h 1275478"/>
                <a:gd name="connsiteX26" fmla="*/ 241310 w 426057"/>
                <a:gd name="connsiteY26" fmla="*/ 103350 h 1275478"/>
                <a:gd name="connsiteX27" fmla="*/ 239001 w 426057"/>
                <a:gd name="connsiteY27" fmla="*/ 92315 h 1275478"/>
                <a:gd name="connsiteX28" fmla="*/ 244390 w 426057"/>
                <a:gd name="connsiteY28" fmla="*/ 79228 h 1275478"/>
                <a:gd name="connsiteX29" fmla="*/ 247127 w 426057"/>
                <a:gd name="connsiteY29" fmla="*/ 59725 h 1275478"/>
                <a:gd name="connsiteX30" fmla="*/ 245844 w 426057"/>
                <a:gd name="connsiteY30" fmla="*/ 49973 h 1275478"/>
                <a:gd name="connsiteX31" fmla="*/ 244989 w 426057"/>
                <a:gd name="connsiteY31" fmla="*/ 44584 h 1275478"/>
                <a:gd name="connsiteX32" fmla="*/ 242679 w 426057"/>
                <a:gd name="connsiteY32" fmla="*/ 33977 h 1275478"/>
                <a:gd name="connsiteX33" fmla="*/ 238744 w 426057"/>
                <a:gd name="connsiteY33" fmla="*/ 26877 h 1275478"/>
                <a:gd name="connsiteX34" fmla="*/ 232329 w 426057"/>
                <a:gd name="connsiteY34" fmla="*/ 22686 h 1275478"/>
                <a:gd name="connsiteX35" fmla="*/ 224630 w 426057"/>
                <a:gd name="connsiteY35" fmla="*/ 19350 h 1275478"/>
                <a:gd name="connsiteX36" fmla="*/ 220439 w 426057"/>
                <a:gd name="connsiteY36" fmla="*/ 16185 h 1275478"/>
                <a:gd name="connsiteX37" fmla="*/ 213767 w 426057"/>
                <a:gd name="connsiteY37" fmla="*/ 13277 h 1275478"/>
                <a:gd name="connsiteX38" fmla="*/ 208549 w 426057"/>
                <a:gd name="connsiteY38" fmla="*/ 7032 h 1275478"/>
                <a:gd name="connsiteX39" fmla="*/ 198968 w 426057"/>
                <a:gd name="connsiteY39" fmla="*/ 6177 h 1275478"/>
                <a:gd name="connsiteX40" fmla="*/ 189987 w 426057"/>
                <a:gd name="connsiteY40" fmla="*/ 7631 h 1275478"/>
                <a:gd name="connsiteX41" fmla="*/ 178952 w 426057"/>
                <a:gd name="connsiteY41" fmla="*/ 189 h 1275478"/>
                <a:gd name="connsiteX42" fmla="*/ 147816 w 426057"/>
                <a:gd name="connsiteY42" fmla="*/ 5151 h 1275478"/>
                <a:gd name="connsiteX43" fmla="*/ 141571 w 426057"/>
                <a:gd name="connsiteY43" fmla="*/ 4552 h 1275478"/>
                <a:gd name="connsiteX44" fmla="*/ 141315 w 426057"/>
                <a:gd name="connsiteY44" fmla="*/ 7888 h 1275478"/>
                <a:gd name="connsiteX45" fmla="*/ 128056 w 426057"/>
                <a:gd name="connsiteY45" fmla="*/ 21232 h 1275478"/>
                <a:gd name="connsiteX46" fmla="*/ 118048 w 426057"/>
                <a:gd name="connsiteY46" fmla="*/ 34490 h 1275478"/>
                <a:gd name="connsiteX47" fmla="*/ 115995 w 426057"/>
                <a:gd name="connsiteY47" fmla="*/ 44242 h 1275478"/>
                <a:gd name="connsiteX48" fmla="*/ 113685 w 426057"/>
                <a:gd name="connsiteY48" fmla="*/ 50059 h 1275478"/>
                <a:gd name="connsiteX49" fmla="*/ 114284 w 426057"/>
                <a:gd name="connsiteY49" fmla="*/ 57330 h 1275478"/>
                <a:gd name="connsiteX50" fmla="*/ 112573 w 426057"/>
                <a:gd name="connsiteY50" fmla="*/ 67338 h 1275478"/>
                <a:gd name="connsiteX51" fmla="*/ 113856 w 426057"/>
                <a:gd name="connsiteY51" fmla="*/ 70417 h 1275478"/>
                <a:gd name="connsiteX52" fmla="*/ 108467 w 426057"/>
                <a:gd name="connsiteY52" fmla="*/ 74181 h 1275478"/>
                <a:gd name="connsiteX53" fmla="*/ 108467 w 426057"/>
                <a:gd name="connsiteY53" fmla="*/ 82735 h 1275478"/>
                <a:gd name="connsiteX54" fmla="*/ 116423 w 426057"/>
                <a:gd name="connsiteY54" fmla="*/ 91460 h 1275478"/>
                <a:gd name="connsiteX55" fmla="*/ 115567 w 426057"/>
                <a:gd name="connsiteY55" fmla="*/ 107285 h 1275478"/>
                <a:gd name="connsiteX56" fmla="*/ 118048 w 426057"/>
                <a:gd name="connsiteY56" fmla="*/ 118063 h 1275478"/>
                <a:gd name="connsiteX57" fmla="*/ 119673 w 426057"/>
                <a:gd name="connsiteY57" fmla="*/ 137822 h 1275478"/>
                <a:gd name="connsiteX58" fmla="*/ 126345 w 426057"/>
                <a:gd name="connsiteY58" fmla="*/ 151936 h 1275478"/>
                <a:gd name="connsiteX59" fmla="*/ 134215 w 426057"/>
                <a:gd name="connsiteY59" fmla="*/ 159464 h 1275478"/>
                <a:gd name="connsiteX60" fmla="*/ 136097 w 426057"/>
                <a:gd name="connsiteY60" fmla="*/ 172124 h 1275478"/>
                <a:gd name="connsiteX61" fmla="*/ 136439 w 426057"/>
                <a:gd name="connsiteY61" fmla="*/ 179052 h 1275478"/>
                <a:gd name="connsiteX62" fmla="*/ 133017 w 426057"/>
                <a:gd name="connsiteY62" fmla="*/ 203944 h 1275478"/>
                <a:gd name="connsiteX63" fmla="*/ 83747 w 426057"/>
                <a:gd name="connsiteY63" fmla="*/ 232429 h 1275478"/>
                <a:gd name="connsiteX64" fmla="*/ 43543 w 426057"/>
                <a:gd name="connsiteY64" fmla="*/ 262453 h 1275478"/>
                <a:gd name="connsiteX65" fmla="*/ 21217 w 426057"/>
                <a:gd name="connsiteY65" fmla="*/ 326266 h 1275478"/>
                <a:gd name="connsiteX66" fmla="*/ 4623 w 426057"/>
                <a:gd name="connsiteY66" fmla="*/ 449443 h 1275478"/>
                <a:gd name="connsiteX67" fmla="*/ 773 w 426057"/>
                <a:gd name="connsiteY67" fmla="*/ 530534 h 1275478"/>
                <a:gd name="connsiteX68" fmla="*/ 19421 w 426057"/>
                <a:gd name="connsiteY68" fmla="*/ 587846 h 1275478"/>
                <a:gd name="connsiteX69" fmla="*/ 26863 w 426057"/>
                <a:gd name="connsiteY69" fmla="*/ 615218 h 1275478"/>
                <a:gd name="connsiteX70" fmla="*/ 31225 w 426057"/>
                <a:gd name="connsiteY70" fmla="*/ 619752 h 1275478"/>
                <a:gd name="connsiteX71" fmla="*/ 31995 w 426057"/>
                <a:gd name="connsiteY71" fmla="*/ 619068 h 1275478"/>
                <a:gd name="connsiteX72" fmla="*/ 39266 w 426057"/>
                <a:gd name="connsiteY72" fmla="*/ 627622 h 1275478"/>
                <a:gd name="connsiteX73" fmla="*/ 44912 w 426057"/>
                <a:gd name="connsiteY73" fmla="*/ 637801 h 1275478"/>
                <a:gd name="connsiteX74" fmla="*/ 50985 w 426057"/>
                <a:gd name="connsiteY74" fmla="*/ 638827 h 1275478"/>
                <a:gd name="connsiteX75" fmla="*/ 55604 w 426057"/>
                <a:gd name="connsiteY75" fmla="*/ 635748 h 1275478"/>
                <a:gd name="connsiteX76" fmla="*/ 57657 w 426057"/>
                <a:gd name="connsiteY76" fmla="*/ 635063 h 1275478"/>
                <a:gd name="connsiteX77" fmla="*/ 58769 w 426057"/>
                <a:gd name="connsiteY77" fmla="*/ 637886 h 1275478"/>
                <a:gd name="connsiteX78" fmla="*/ 63730 w 426057"/>
                <a:gd name="connsiteY78" fmla="*/ 654481 h 1275478"/>
                <a:gd name="connsiteX79" fmla="*/ 64842 w 426057"/>
                <a:gd name="connsiteY79" fmla="*/ 740961 h 1275478"/>
                <a:gd name="connsiteX80" fmla="*/ 74252 w 426057"/>
                <a:gd name="connsiteY80" fmla="*/ 890656 h 1275478"/>
                <a:gd name="connsiteX81" fmla="*/ 73140 w 426057"/>
                <a:gd name="connsiteY81" fmla="*/ 916146 h 1275478"/>
                <a:gd name="connsiteX82" fmla="*/ 78101 w 426057"/>
                <a:gd name="connsiteY82" fmla="*/ 936077 h 1275478"/>
                <a:gd name="connsiteX83" fmla="*/ 93584 w 426057"/>
                <a:gd name="connsiteY83" fmla="*/ 1045824 h 1275478"/>
                <a:gd name="connsiteX84" fmla="*/ 104105 w 426057"/>
                <a:gd name="connsiteY84" fmla="*/ 1110150 h 1275478"/>
                <a:gd name="connsiteX85" fmla="*/ 105217 w 426057"/>
                <a:gd name="connsiteY85" fmla="*/ 1134529 h 1275478"/>
                <a:gd name="connsiteX86" fmla="*/ 121812 w 426057"/>
                <a:gd name="connsiteY86" fmla="*/ 1179437 h 1275478"/>
                <a:gd name="connsiteX87" fmla="*/ 115140 w 426057"/>
                <a:gd name="connsiteY87" fmla="*/ 1194064 h 1275478"/>
                <a:gd name="connsiteX88" fmla="*/ 113685 w 426057"/>
                <a:gd name="connsiteY88" fmla="*/ 1201164 h 1275478"/>
                <a:gd name="connsiteX89" fmla="*/ 113514 w 426057"/>
                <a:gd name="connsiteY89" fmla="*/ 1203816 h 1275478"/>
                <a:gd name="connsiteX90" fmla="*/ 115738 w 426057"/>
                <a:gd name="connsiteY90" fmla="*/ 1225971 h 1275478"/>
                <a:gd name="connsiteX91" fmla="*/ 98545 w 426057"/>
                <a:gd name="connsiteY91" fmla="*/ 1245901 h 1275478"/>
                <a:gd name="connsiteX92" fmla="*/ 91873 w 426057"/>
                <a:gd name="connsiteY92" fmla="*/ 1265319 h 1275478"/>
                <a:gd name="connsiteX93" fmla="*/ 96834 w 426057"/>
                <a:gd name="connsiteY93" fmla="*/ 1273616 h 1275478"/>
                <a:gd name="connsiteX94" fmla="*/ 173306 w 426057"/>
                <a:gd name="connsiteY94" fmla="*/ 1266944 h 1275478"/>
                <a:gd name="connsiteX95" fmla="*/ 179380 w 426057"/>
                <a:gd name="connsiteY95" fmla="*/ 1261983 h 1275478"/>
                <a:gd name="connsiteX96" fmla="*/ 203245 w 426057"/>
                <a:gd name="connsiteY96" fmla="*/ 1254797 h 1275478"/>
                <a:gd name="connsiteX97" fmla="*/ 202646 w 426057"/>
                <a:gd name="connsiteY97" fmla="*/ 1232044 h 1275478"/>
                <a:gd name="connsiteX98" fmla="*/ 212655 w 426057"/>
                <a:gd name="connsiteY98" fmla="*/ 1197058 h 1275478"/>
                <a:gd name="connsiteX99" fmla="*/ 192724 w 426057"/>
                <a:gd name="connsiteY99" fmla="*/ 1079013 h 1275478"/>
                <a:gd name="connsiteX100" fmla="*/ 185710 w 426057"/>
                <a:gd name="connsiteY100" fmla="*/ 1021360 h 1275478"/>
                <a:gd name="connsiteX101" fmla="*/ 185196 w 426057"/>
                <a:gd name="connsiteY101" fmla="*/ 985861 h 1275478"/>
                <a:gd name="connsiteX102" fmla="*/ 185453 w 426057"/>
                <a:gd name="connsiteY102" fmla="*/ 983979 h 1275478"/>
                <a:gd name="connsiteX103" fmla="*/ 186052 w 426057"/>
                <a:gd name="connsiteY103" fmla="*/ 981926 h 1275478"/>
                <a:gd name="connsiteX104" fmla="*/ 185624 w 426057"/>
                <a:gd name="connsiteY104" fmla="*/ 957804 h 1275478"/>
                <a:gd name="connsiteX105" fmla="*/ 174418 w 426057"/>
                <a:gd name="connsiteY105" fmla="*/ 913238 h 1275478"/>
                <a:gd name="connsiteX106" fmla="*/ 187592 w 426057"/>
                <a:gd name="connsiteY106" fmla="*/ 805030 h 1275478"/>
                <a:gd name="connsiteX107" fmla="*/ 189901 w 426057"/>
                <a:gd name="connsiteY107" fmla="*/ 791858 h 1275478"/>
                <a:gd name="connsiteX108" fmla="*/ 198797 w 426057"/>
                <a:gd name="connsiteY108" fmla="*/ 740277 h 1275478"/>
                <a:gd name="connsiteX109" fmla="*/ 208805 w 426057"/>
                <a:gd name="connsiteY109" fmla="*/ 795707 h 1275478"/>
                <a:gd name="connsiteX110" fmla="*/ 212655 w 426057"/>
                <a:gd name="connsiteY110" fmla="*/ 860546 h 1275478"/>
                <a:gd name="connsiteX111" fmla="*/ 218728 w 426057"/>
                <a:gd name="connsiteY111" fmla="*/ 880476 h 1275478"/>
                <a:gd name="connsiteX112" fmla="*/ 228137 w 426057"/>
                <a:gd name="connsiteY112" fmla="*/ 920937 h 1275478"/>
                <a:gd name="connsiteX113" fmla="*/ 233697 w 426057"/>
                <a:gd name="connsiteY113" fmla="*/ 940354 h 1275478"/>
                <a:gd name="connsiteX114" fmla="*/ 249180 w 426057"/>
                <a:gd name="connsiteY114" fmla="*/ 946427 h 1275478"/>
                <a:gd name="connsiteX115" fmla="*/ 249180 w 426057"/>
                <a:gd name="connsiteY115" fmla="*/ 946427 h 1275478"/>
                <a:gd name="connsiteX116" fmla="*/ 247640 w 426057"/>
                <a:gd name="connsiteY116" fmla="*/ 966272 h 1275478"/>
                <a:gd name="connsiteX117" fmla="*/ 248581 w 426057"/>
                <a:gd name="connsiteY117" fmla="*/ 971405 h 1275478"/>
                <a:gd name="connsiteX118" fmla="*/ 260215 w 426057"/>
                <a:gd name="connsiteY118" fmla="*/ 996896 h 1275478"/>
                <a:gd name="connsiteX119" fmla="*/ 257991 w 426057"/>
                <a:gd name="connsiteY119" fmla="*/ 1032395 h 1275478"/>
                <a:gd name="connsiteX120" fmla="*/ 272960 w 426057"/>
                <a:gd name="connsiteY120" fmla="*/ 1072341 h 1275478"/>
                <a:gd name="connsiteX121" fmla="*/ 280145 w 426057"/>
                <a:gd name="connsiteY121" fmla="*/ 1086199 h 1275478"/>
                <a:gd name="connsiteX122" fmla="*/ 277408 w 426057"/>
                <a:gd name="connsiteY122" fmla="*/ 1128284 h 1275478"/>
                <a:gd name="connsiteX123" fmla="*/ 294601 w 426057"/>
                <a:gd name="connsiteY123" fmla="*/ 1184826 h 1275478"/>
                <a:gd name="connsiteX124" fmla="*/ 330614 w 426057"/>
                <a:gd name="connsiteY124" fmla="*/ 1179266 h 1275478"/>
                <a:gd name="connsiteX125" fmla="*/ 348320 w 426057"/>
                <a:gd name="connsiteY125" fmla="*/ 1103906 h 1275478"/>
                <a:gd name="connsiteX126" fmla="*/ 341648 w 426057"/>
                <a:gd name="connsiteY126" fmla="*/ 1064558 h 1275478"/>
                <a:gd name="connsiteX127" fmla="*/ 359355 w 426057"/>
                <a:gd name="connsiteY127" fmla="*/ 1046252 h 1275478"/>
                <a:gd name="connsiteX128" fmla="*/ 359954 w 426057"/>
                <a:gd name="connsiteY128" fmla="*/ 1016826 h 1275478"/>
                <a:gd name="connsiteX129" fmla="*/ 341135 w 426057"/>
                <a:gd name="connsiteY129" fmla="*/ 997409 h 1275478"/>
                <a:gd name="connsiteX130" fmla="*/ 351656 w 426057"/>
                <a:gd name="connsiteY130" fmla="*/ 949763 h 1275478"/>
                <a:gd name="connsiteX131" fmla="*/ 352170 w 426057"/>
                <a:gd name="connsiteY131" fmla="*/ 923161 h 1275478"/>
                <a:gd name="connsiteX132" fmla="*/ 350373 w 426057"/>
                <a:gd name="connsiteY132" fmla="*/ 914008 h 1275478"/>
                <a:gd name="connsiteX133" fmla="*/ 348919 w 426057"/>
                <a:gd name="connsiteY133" fmla="*/ 907165 h 1275478"/>
                <a:gd name="connsiteX134" fmla="*/ 338398 w 426057"/>
                <a:gd name="connsiteY134" fmla="*/ 846774 h 1275478"/>
                <a:gd name="connsiteX135" fmla="*/ 336772 w 426057"/>
                <a:gd name="connsiteY135" fmla="*/ 684334 h 1275478"/>
                <a:gd name="connsiteX136" fmla="*/ 342846 w 426057"/>
                <a:gd name="connsiteY136" fmla="*/ 637801 h 1275478"/>
                <a:gd name="connsiteX137" fmla="*/ 343188 w 426057"/>
                <a:gd name="connsiteY137" fmla="*/ 631728 h 1275478"/>
                <a:gd name="connsiteX138" fmla="*/ 345070 w 426057"/>
                <a:gd name="connsiteY138" fmla="*/ 629931 h 1275478"/>
                <a:gd name="connsiteX139" fmla="*/ 354479 w 426057"/>
                <a:gd name="connsiteY139" fmla="*/ 608888 h 1275478"/>
                <a:gd name="connsiteX140" fmla="*/ 358671 w 426057"/>
                <a:gd name="connsiteY140" fmla="*/ 589471 h 1275478"/>
                <a:gd name="connsiteX141" fmla="*/ 370047 w 426057"/>
                <a:gd name="connsiteY141" fmla="*/ 570567 h 1275478"/>
                <a:gd name="connsiteX142" fmla="*/ 378345 w 426057"/>
                <a:gd name="connsiteY142" fmla="*/ 563467 h 1275478"/>
                <a:gd name="connsiteX143" fmla="*/ 382793 w 426057"/>
                <a:gd name="connsiteY143" fmla="*/ 551406 h 1275478"/>
                <a:gd name="connsiteX144" fmla="*/ 408369 w 426057"/>
                <a:gd name="connsiteY144" fmla="*/ 508893 h 1275478"/>
                <a:gd name="connsiteX145" fmla="*/ 425648 w 426057"/>
                <a:gd name="connsiteY145" fmla="*/ 429084 h 1275478"/>
                <a:gd name="connsiteX146" fmla="*/ 414186 w 426057"/>
                <a:gd name="connsiteY146" fmla="*/ 381866 h 1275478"/>
                <a:gd name="connsiteX147" fmla="*/ 414186 w 426057"/>
                <a:gd name="connsiteY147" fmla="*/ 381866 h 1275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</a:cxnLst>
              <a:rect l="l" t="t" r="r" b="b"/>
              <a:pathLst>
                <a:path w="426057" h="1275478">
                  <a:moveTo>
                    <a:pt x="334292" y="520440"/>
                  </a:moveTo>
                  <a:cubicBezTo>
                    <a:pt x="334292" y="520440"/>
                    <a:pt x="334548" y="519328"/>
                    <a:pt x="334891" y="517618"/>
                  </a:cubicBezTo>
                  <a:lnTo>
                    <a:pt x="335147" y="514709"/>
                  </a:lnTo>
                  <a:lnTo>
                    <a:pt x="335575" y="513939"/>
                  </a:lnTo>
                  <a:lnTo>
                    <a:pt x="335746" y="513939"/>
                  </a:lnTo>
                  <a:cubicBezTo>
                    <a:pt x="335489" y="515308"/>
                    <a:pt x="335233" y="516506"/>
                    <a:pt x="334976" y="517532"/>
                  </a:cubicBezTo>
                  <a:cubicBezTo>
                    <a:pt x="334720" y="519414"/>
                    <a:pt x="334377" y="520355"/>
                    <a:pt x="334377" y="520355"/>
                  </a:cubicBezTo>
                  <a:lnTo>
                    <a:pt x="334377" y="520355"/>
                  </a:lnTo>
                  <a:close/>
                  <a:moveTo>
                    <a:pt x="338227" y="470485"/>
                  </a:moveTo>
                  <a:lnTo>
                    <a:pt x="338398" y="470314"/>
                  </a:lnTo>
                  <a:lnTo>
                    <a:pt x="340451" y="468090"/>
                  </a:lnTo>
                  <a:cubicBezTo>
                    <a:pt x="340109" y="474249"/>
                    <a:pt x="339339" y="481520"/>
                    <a:pt x="337713" y="489048"/>
                  </a:cubicBezTo>
                  <a:cubicBezTo>
                    <a:pt x="337884" y="482974"/>
                    <a:pt x="338056" y="476473"/>
                    <a:pt x="338227" y="470571"/>
                  </a:cubicBezTo>
                  <a:lnTo>
                    <a:pt x="338227" y="470571"/>
                  </a:lnTo>
                  <a:close/>
                  <a:moveTo>
                    <a:pt x="414528" y="381781"/>
                  </a:moveTo>
                  <a:cubicBezTo>
                    <a:pt x="410679" y="371602"/>
                    <a:pt x="404349" y="363304"/>
                    <a:pt x="403066" y="355007"/>
                  </a:cubicBezTo>
                  <a:cubicBezTo>
                    <a:pt x="401783" y="346710"/>
                    <a:pt x="399901" y="339097"/>
                    <a:pt x="397334" y="324983"/>
                  </a:cubicBezTo>
                  <a:cubicBezTo>
                    <a:pt x="394768" y="310954"/>
                    <a:pt x="383306" y="286062"/>
                    <a:pt x="383306" y="286062"/>
                  </a:cubicBezTo>
                  <a:cubicBezTo>
                    <a:pt x="383306" y="286062"/>
                    <a:pt x="364829" y="258604"/>
                    <a:pt x="355848" y="245859"/>
                  </a:cubicBezTo>
                  <a:cubicBezTo>
                    <a:pt x="346952" y="233113"/>
                    <a:pt x="339253" y="215834"/>
                    <a:pt x="334121" y="212669"/>
                  </a:cubicBezTo>
                  <a:cubicBezTo>
                    <a:pt x="328988" y="209504"/>
                    <a:pt x="256707" y="181961"/>
                    <a:pt x="234638" y="179908"/>
                  </a:cubicBezTo>
                  <a:lnTo>
                    <a:pt x="234638" y="179908"/>
                  </a:lnTo>
                  <a:cubicBezTo>
                    <a:pt x="234040" y="178881"/>
                    <a:pt x="226170" y="163142"/>
                    <a:pt x="223176" y="161089"/>
                  </a:cubicBezTo>
                  <a:cubicBezTo>
                    <a:pt x="223518" y="152792"/>
                    <a:pt x="224202" y="134144"/>
                    <a:pt x="225913" y="132177"/>
                  </a:cubicBezTo>
                  <a:cubicBezTo>
                    <a:pt x="227966" y="129696"/>
                    <a:pt x="226341" y="129867"/>
                    <a:pt x="228394" y="128670"/>
                  </a:cubicBezTo>
                  <a:cubicBezTo>
                    <a:pt x="230447" y="127386"/>
                    <a:pt x="232329" y="125333"/>
                    <a:pt x="235237" y="119944"/>
                  </a:cubicBezTo>
                  <a:cubicBezTo>
                    <a:pt x="238145" y="114555"/>
                    <a:pt x="241738" y="106857"/>
                    <a:pt x="241310" y="103350"/>
                  </a:cubicBezTo>
                  <a:cubicBezTo>
                    <a:pt x="240883" y="99843"/>
                    <a:pt x="241054" y="94026"/>
                    <a:pt x="239001" y="92315"/>
                  </a:cubicBezTo>
                  <a:cubicBezTo>
                    <a:pt x="239001" y="92315"/>
                    <a:pt x="241909" y="84189"/>
                    <a:pt x="244390" y="79228"/>
                  </a:cubicBezTo>
                  <a:cubicBezTo>
                    <a:pt x="246870" y="74266"/>
                    <a:pt x="247298" y="65712"/>
                    <a:pt x="247127" y="59725"/>
                  </a:cubicBezTo>
                  <a:cubicBezTo>
                    <a:pt x="246870" y="53651"/>
                    <a:pt x="245416" y="51171"/>
                    <a:pt x="245844" y="49973"/>
                  </a:cubicBezTo>
                  <a:cubicBezTo>
                    <a:pt x="246272" y="48690"/>
                    <a:pt x="244817" y="48690"/>
                    <a:pt x="244989" y="44584"/>
                  </a:cubicBezTo>
                  <a:cubicBezTo>
                    <a:pt x="245160" y="40393"/>
                    <a:pt x="244561" y="37142"/>
                    <a:pt x="242679" y="33977"/>
                  </a:cubicBezTo>
                  <a:cubicBezTo>
                    <a:pt x="240797" y="30812"/>
                    <a:pt x="240968" y="29016"/>
                    <a:pt x="238744" y="26877"/>
                  </a:cubicBezTo>
                  <a:cubicBezTo>
                    <a:pt x="236435" y="24824"/>
                    <a:pt x="236435" y="22943"/>
                    <a:pt x="232329" y="22686"/>
                  </a:cubicBezTo>
                  <a:cubicBezTo>
                    <a:pt x="228137" y="22429"/>
                    <a:pt x="225486" y="21660"/>
                    <a:pt x="224630" y="19350"/>
                  </a:cubicBezTo>
                  <a:cubicBezTo>
                    <a:pt x="223775" y="17040"/>
                    <a:pt x="225229" y="17040"/>
                    <a:pt x="220439" y="16185"/>
                  </a:cubicBezTo>
                  <a:cubicBezTo>
                    <a:pt x="215648" y="15330"/>
                    <a:pt x="215050" y="16442"/>
                    <a:pt x="213767" y="13277"/>
                  </a:cubicBezTo>
                  <a:cubicBezTo>
                    <a:pt x="212569" y="10112"/>
                    <a:pt x="211714" y="8486"/>
                    <a:pt x="208549" y="7032"/>
                  </a:cubicBezTo>
                  <a:cubicBezTo>
                    <a:pt x="205384" y="5578"/>
                    <a:pt x="202475" y="5407"/>
                    <a:pt x="198968" y="6177"/>
                  </a:cubicBezTo>
                  <a:cubicBezTo>
                    <a:pt x="195461" y="7032"/>
                    <a:pt x="189987" y="7631"/>
                    <a:pt x="189987" y="7631"/>
                  </a:cubicBezTo>
                  <a:cubicBezTo>
                    <a:pt x="189987" y="7631"/>
                    <a:pt x="189816" y="788"/>
                    <a:pt x="178952" y="189"/>
                  </a:cubicBezTo>
                  <a:cubicBezTo>
                    <a:pt x="157139" y="-1094"/>
                    <a:pt x="153205" y="4552"/>
                    <a:pt x="147816" y="5151"/>
                  </a:cubicBezTo>
                  <a:cubicBezTo>
                    <a:pt x="142427" y="5749"/>
                    <a:pt x="141571" y="4552"/>
                    <a:pt x="141571" y="4552"/>
                  </a:cubicBezTo>
                  <a:cubicBezTo>
                    <a:pt x="141571" y="4552"/>
                    <a:pt x="142170" y="6006"/>
                    <a:pt x="141315" y="7888"/>
                  </a:cubicBezTo>
                  <a:cubicBezTo>
                    <a:pt x="140459" y="9769"/>
                    <a:pt x="132419" y="17297"/>
                    <a:pt x="128056" y="21232"/>
                  </a:cubicBezTo>
                  <a:cubicBezTo>
                    <a:pt x="123694" y="25167"/>
                    <a:pt x="119759" y="29529"/>
                    <a:pt x="118048" y="34490"/>
                  </a:cubicBezTo>
                  <a:cubicBezTo>
                    <a:pt x="116423" y="39452"/>
                    <a:pt x="117021" y="41334"/>
                    <a:pt x="115995" y="44242"/>
                  </a:cubicBezTo>
                  <a:cubicBezTo>
                    <a:pt x="114968" y="47150"/>
                    <a:pt x="113258" y="46295"/>
                    <a:pt x="113685" y="50059"/>
                  </a:cubicBezTo>
                  <a:cubicBezTo>
                    <a:pt x="114113" y="53823"/>
                    <a:pt x="114284" y="53823"/>
                    <a:pt x="114284" y="57330"/>
                  </a:cubicBezTo>
                  <a:cubicBezTo>
                    <a:pt x="114284" y="60837"/>
                    <a:pt x="112830" y="61863"/>
                    <a:pt x="112573" y="67338"/>
                  </a:cubicBezTo>
                  <a:cubicBezTo>
                    <a:pt x="112402" y="72727"/>
                    <a:pt x="114455" y="69647"/>
                    <a:pt x="113856" y="70417"/>
                  </a:cubicBezTo>
                  <a:lnTo>
                    <a:pt x="108467" y="74181"/>
                  </a:lnTo>
                  <a:cubicBezTo>
                    <a:pt x="108467" y="74181"/>
                    <a:pt x="108211" y="80596"/>
                    <a:pt x="108467" y="82735"/>
                  </a:cubicBezTo>
                  <a:cubicBezTo>
                    <a:pt x="108639" y="84788"/>
                    <a:pt x="115140" y="89835"/>
                    <a:pt x="116423" y="91460"/>
                  </a:cubicBezTo>
                  <a:cubicBezTo>
                    <a:pt x="117620" y="93085"/>
                    <a:pt x="114968" y="104547"/>
                    <a:pt x="115567" y="107285"/>
                  </a:cubicBezTo>
                  <a:cubicBezTo>
                    <a:pt x="116166" y="110022"/>
                    <a:pt x="117620" y="112674"/>
                    <a:pt x="118048" y="118063"/>
                  </a:cubicBezTo>
                  <a:cubicBezTo>
                    <a:pt x="118476" y="123452"/>
                    <a:pt x="117193" y="131578"/>
                    <a:pt x="119673" y="137822"/>
                  </a:cubicBezTo>
                  <a:cubicBezTo>
                    <a:pt x="122154" y="144067"/>
                    <a:pt x="122753" y="147403"/>
                    <a:pt x="126345" y="151936"/>
                  </a:cubicBezTo>
                  <a:cubicBezTo>
                    <a:pt x="129852" y="156555"/>
                    <a:pt x="133445" y="158010"/>
                    <a:pt x="134215" y="159464"/>
                  </a:cubicBezTo>
                  <a:cubicBezTo>
                    <a:pt x="135070" y="160918"/>
                    <a:pt x="136097" y="166735"/>
                    <a:pt x="136097" y="172124"/>
                  </a:cubicBezTo>
                  <a:cubicBezTo>
                    <a:pt x="136097" y="174433"/>
                    <a:pt x="136268" y="176828"/>
                    <a:pt x="136439" y="179052"/>
                  </a:cubicBezTo>
                  <a:cubicBezTo>
                    <a:pt x="135584" y="185125"/>
                    <a:pt x="133359" y="201464"/>
                    <a:pt x="133017" y="203944"/>
                  </a:cubicBezTo>
                  <a:cubicBezTo>
                    <a:pt x="131307" y="204201"/>
                    <a:pt x="89478" y="230547"/>
                    <a:pt x="83747" y="232429"/>
                  </a:cubicBezTo>
                  <a:cubicBezTo>
                    <a:pt x="78015" y="234311"/>
                    <a:pt x="54407" y="255439"/>
                    <a:pt x="43543" y="262453"/>
                  </a:cubicBezTo>
                  <a:cubicBezTo>
                    <a:pt x="32679" y="269468"/>
                    <a:pt x="23099" y="321818"/>
                    <a:pt x="21217" y="326266"/>
                  </a:cubicBezTo>
                  <a:cubicBezTo>
                    <a:pt x="19335" y="330714"/>
                    <a:pt x="4024" y="430881"/>
                    <a:pt x="4623" y="449443"/>
                  </a:cubicBezTo>
                  <a:cubicBezTo>
                    <a:pt x="5221" y="467919"/>
                    <a:pt x="-2392" y="507524"/>
                    <a:pt x="773" y="530534"/>
                  </a:cubicBezTo>
                  <a:cubicBezTo>
                    <a:pt x="3425" y="549866"/>
                    <a:pt x="15657" y="579121"/>
                    <a:pt x="19421" y="587846"/>
                  </a:cubicBezTo>
                  <a:cubicBezTo>
                    <a:pt x="21901" y="601703"/>
                    <a:pt x="24040" y="609316"/>
                    <a:pt x="26863" y="615218"/>
                  </a:cubicBezTo>
                  <a:cubicBezTo>
                    <a:pt x="28916" y="618127"/>
                    <a:pt x="31225" y="619752"/>
                    <a:pt x="31225" y="619752"/>
                  </a:cubicBezTo>
                  <a:lnTo>
                    <a:pt x="31995" y="619068"/>
                  </a:lnTo>
                  <a:cubicBezTo>
                    <a:pt x="34134" y="621206"/>
                    <a:pt x="38068" y="625397"/>
                    <a:pt x="39266" y="627622"/>
                  </a:cubicBezTo>
                  <a:cubicBezTo>
                    <a:pt x="40977" y="630701"/>
                    <a:pt x="43030" y="636774"/>
                    <a:pt x="44912" y="637801"/>
                  </a:cubicBezTo>
                  <a:cubicBezTo>
                    <a:pt x="46793" y="638827"/>
                    <a:pt x="48162" y="640196"/>
                    <a:pt x="50985" y="638827"/>
                  </a:cubicBezTo>
                  <a:cubicBezTo>
                    <a:pt x="53893" y="637459"/>
                    <a:pt x="54834" y="636261"/>
                    <a:pt x="55604" y="635748"/>
                  </a:cubicBezTo>
                  <a:lnTo>
                    <a:pt x="57657" y="635063"/>
                  </a:lnTo>
                  <a:lnTo>
                    <a:pt x="58769" y="637886"/>
                  </a:lnTo>
                  <a:cubicBezTo>
                    <a:pt x="58769" y="637886"/>
                    <a:pt x="62618" y="644558"/>
                    <a:pt x="63730" y="654481"/>
                  </a:cubicBezTo>
                  <a:cubicBezTo>
                    <a:pt x="64842" y="664489"/>
                    <a:pt x="63730" y="719320"/>
                    <a:pt x="64842" y="740961"/>
                  </a:cubicBezTo>
                  <a:cubicBezTo>
                    <a:pt x="65954" y="762603"/>
                    <a:pt x="74252" y="876798"/>
                    <a:pt x="74252" y="890656"/>
                  </a:cubicBezTo>
                  <a:cubicBezTo>
                    <a:pt x="74252" y="904513"/>
                    <a:pt x="70916" y="910586"/>
                    <a:pt x="73140" y="916146"/>
                  </a:cubicBezTo>
                  <a:cubicBezTo>
                    <a:pt x="75364" y="921706"/>
                    <a:pt x="77588" y="926154"/>
                    <a:pt x="78101" y="936077"/>
                  </a:cubicBezTo>
                  <a:cubicBezTo>
                    <a:pt x="78614" y="946085"/>
                    <a:pt x="89734" y="1016997"/>
                    <a:pt x="93584" y="1045824"/>
                  </a:cubicBezTo>
                  <a:cubicBezTo>
                    <a:pt x="97433" y="1074651"/>
                    <a:pt x="102993" y="1099629"/>
                    <a:pt x="104105" y="1110150"/>
                  </a:cubicBezTo>
                  <a:cubicBezTo>
                    <a:pt x="105217" y="1120671"/>
                    <a:pt x="104105" y="1130081"/>
                    <a:pt x="105217" y="1134529"/>
                  </a:cubicBezTo>
                  <a:cubicBezTo>
                    <a:pt x="106329" y="1138977"/>
                    <a:pt x="117962" y="1169429"/>
                    <a:pt x="121812" y="1179437"/>
                  </a:cubicBezTo>
                  <a:cubicBezTo>
                    <a:pt x="121812" y="1179437"/>
                    <a:pt x="117535" y="1186451"/>
                    <a:pt x="115140" y="1194064"/>
                  </a:cubicBezTo>
                  <a:cubicBezTo>
                    <a:pt x="112916" y="1196630"/>
                    <a:pt x="112146" y="1199026"/>
                    <a:pt x="113685" y="1201164"/>
                  </a:cubicBezTo>
                  <a:lnTo>
                    <a:pt x="113514" y="1203816"/>
                  </a:lnTo>
                  <a:cubicBezTo>
                    <a:pt x="114028" y="1213824"/>
                    <a:pt x="115140" y="1223832"/>
                    <a:pt x="115738" y="1225971"/>
                  </a:cubicBezTo>
                  <a:cubicBezTo>
                    <a:pt x="116337" y="1228194"/>
                    <a:pt x="107441" y="1239828"/>
                    <a:pt x="98545" y="1245901"/>
                  </a:cubicBezTo>
                  <a:cubicBezTo>
                    <a:pt x="89649" y="1251975"/>
                    <a:pt x="90761" y="1261469"/>
                    <a:pt x="91873" y="1265319"/>
                  </a:cubicBezTo>
                  <a:cubicBezTo>
                    <a:pt x="92985" y="1269168"/>
                    <a:pt x="96834" y="1273616"/>
                    <a:pt x="96834" y="1273616"/>
                  </a:cubicBezTo>
                  <a:cubicBezTo>
                    <a:pt x="96834" y="1273616"/>
                    <a:pt x="110093" y="1280801"/>
                    <a:pt x="173306" y="1266944"/>
                  </a:cubicBezTo>
                  <a:cubicBezTo>
                    <a:pt x="173306" y="1266944"/>
                    <a:pt x="172194" y="1262496"/>
                    <a:pt x="179380" y="1261983"/>
                  </a:cubicBezTo>
                  <a:cubicBezTo>
                    <a:pt x="186565" y="1261469"/>
                    <a:pt x="200422" y="1259160"/>
                    <a:pt x="203245" y="1254797"/>
                  </a:cubicBezTo>
                  <a:cubicBezTo>
                    <a:pt x="205983" y="1250349"/>
                    <a:pt x="201534" y="1237604"/>
                    <a:pt x="202646" y="1232044"/>
                  </a:cubicBezTo>
                  <a:cubicBezTo>
                    <a:pt x="203759" y="1226484"/>
                    <a:pt x="215392" y="1211001"/>
                    <a:pt x="212655" y="1197058"/>
                  </a:cubicBezTo>
                  <a:cubicBezTo>
                    <a:pt x="209832" y="1183201"/>
                    <a:pt x="194349" y="1098346"/>
                    <a:pt x="192724" y="1079013"/>
                  </a:cubicBezTo>
                  <a:cubicBezTo>
                    <a:pt x="191783" y="1068150"/>
                    <a:pt x="187934" y="1043429"/>
                    <a:pt x="185710" y="1021360"/>
                  </a:cubicBezTo>
                  <a:cubicBezTo>
                    <a:pt x="184512" y="1006220"/>
                    <a:pt x="184084" y="992875"/>
                    <a:pt x="185196" y="985861"/>
                  </a:cubicBezTo>
                  <a:lnTo>
                    <a:pt x="185453" y="983979"/>
                  </a:lnTo>
                  <a:lnTo>
                    <a:pt x="186052" y="981926"/>
                  </a:lnTo>
                  <a:cubicBezTo>
                    <a:pt x="188361" y="976366"/>
                    <a:pt x="187592" y="967555"/>
                    <a:pt x="185624" y="957804"/>
                  </a:cubicBezTo>
                  <a:cubicBezTo>
                    <a:pt x="184084" y="941038"/>
                    <a:pt x="180064" y="923332"/>
                    <a:pt x="174418" y="913238"/>
                  </a:cubicBezTo>
                  <a:cubicBezTo>
                    <a:pt x="174418" y="913238"/>
                    <a:pt x="179123" y="862171"/>
                    <a:pt x="187592" y="805030"/>
                  </a:cubicBezTo>
                  <a:cubicBezTo>
                    <a:pt x="188447" y="799813"/>
                    <a:pt x="189302" y="795279"/>
                    <a:pt x="189901" y="791858"/>
                  </a:cubicBezTo>
                  <a:cubicBezTo>
                    <a:pt x="194349" y="766965"/>
                    <a:pt x="197685" y="746436"/>
                    <a:pt x="198797" y="740277"/>
                  </a:cubicBezTo>
                  <a:cubicBezTo>
                    <a:pt x="199909" y="734204"/>
                    <a:pt x="207095" y="779625"/>
                    <a:pt x="208805" y="795707"/>
                  </a:cubicBezTo>
                  <a:cubicBezTo>
                    <a:pt x="210516" y="811788"/>
                    <a:pt x="208805" y="849511"/>
                    <a:pt x="212655" y="860546"/>
                  </a:cubicBezTo>
                  <a:cubicBezTo>
                    <a:pt x="216504" y="871666"/>
                    <a:pt x="217103" y="872179"/>
                    <a:pt x="218728" y="880476"/>
                  </a:cubicBezTo>
                  <a:cubicBezTo>
                    <a:pt x="220353" y="888774"/>
                    <a:pt x="222064" y="909303"/>
                    <a:pt x="228137" y="920937"/>
                  </a:cubicBezTo>
                  <a:cubicBezTo>
                    <a:pt x="234211" y="932570"/>
                    <a:pt x="228736" y="937531"/>
                    <a:pt x="233697" y="940354"/>
                  </a:cubicBezTo>
                  <a:cubicBezTo>
                    <a:pt x="238659" y="943091"/>
                    <a:pt x="246956" y="942578"/>
                    <a:pt x="249180" y="946427"/>
                  </a:cubicBezTo>
                  <a:lnTo>
                    <a:pt x="249180" y="946427"/>
                  </a:lnTo>
                  <a:cubicBezTo>
                    <a:pt x="246101" y="952073"/>
                    <a:pt x="246785" y="960370"/>
                    <a:pt x="247640" y="966272"/>
                  </a:cubicBezTo>
                  <a:cubicBezTo>
                    <a:pt x="247640" y="968069"/>
                    <a:pt x="247982" y="969780"/>
                    <a:pt x="248581" y="971405"/>
                  </a:cubicBezTo>
                  <a:cubicBezTo>
                    <a:pt x="251917" y="979702"/>
                    <a:pt x="257477" y="988000"/>
                    <a:pt x="260215" y="996896"/>
                  </a:cubicBezTo>
                  <a:cubicBezTo>
                    <a:pt x="262952" y="1005792"/>
                    <a:pt x="256879" y="1019050"/>
                    <a:pt x="257991" y="1032395"/>
                  </a:cubicBezTo>
                  <a:cubicBezTo>
                    <a:pt x="259103" y="1045653"/>
                    <a:pt x="267400" y="1055661"/>
                    <a:pt x="272960" y="1072341"/>
                  </a:cubicBezTo>
                  <a:cubicBezTo>
                    <a:pt x="278520" y="1088936"/>
                    <a:pt x="279632" y="1083462"/>
                    <a:pt x="280145" y="1086199"/>
                  </a:cubicBezTo>
                  <a:cubicBezTo>
                    <a:pt x="280659" y="1088936"/>
                    <a:pt x="274585" y="1116651"/>
                    <a:pt x="277408" y="1128284"/>
                  </a:cubicBezTo>
                  <a:cubicBezTo>
                    <a:pt x="280145" y="1139918"/>
                    <a:pt x="286304" y="1180891"/>
                    <a:pt x="294601" y="1184826"/>
                  </a:cubicBezTo>
                  <a:cubicBezTo>
                    <a:pt x="302899" y="1188675"/>
                    <a:pt x="319579" y="1189787"/>
                    <a:pt x="330614" y="1179266"/>
                  </a:cubicBezTo>
                  <a:cubicBezTo>
                    <a:pt x="341734" y="1168745"/>
                    <a:pt x="345583" y="1124948"/>
                    <a:pt x="348320" y="1103906"/>
                  </a:cubicBezTo>
                  <a:cubicBezTo>
                    <a:pt x="351058" y="1082863"/>
                    <a:pt x="341648" y="1064558"/>
                    <a:pt x="341648" y="1064558"/>
                  </a:cubicBezTo>
                  <a:cubicBezTo>
                    <a:pt x="341648" y="1064558"/>
                    <a:pt x="357730" y="1052325"/>
                    <a:pt x="359355" y="1046252"/>
                  </a:cubicBezTo>
                  <a:cubicBezTo>
                    <a:pt x="360980" y="1040179"/>
                    <a:pt x="360467" y="1019649"/>
                    <a:pt x="359954" y="1016826"/>
                  </a:cubicBezTo>
                  <a:cubicBezTo>
                    <a:pt x="359355" y="1014089"/>
                    <a:pt x="339424" y="1004081"/>
                    <a:pt x="341135" y="997409"/>
                  </a:cubicBezTo>
                  <a:cubicBezTo>
                    <a:pt x="342760" y="990737"/>
                    <a:pt x="348320" y="970806"/>
                    <a:pt x="351656" y="949763"/>
                  </a:cubicBezTo>
                  <a:cubicBezTo>
                    <a:pt x="353538" y="937788"/>
                    <a:pt x="353282" y="930089"/>
                    <a:pt x="352170" y="923161"/>
                  </a:cubicBezTo>
                  <a:cubicBezTo>
                    <a:pt x="352512" y="920081"/>
                    <a:pt x="351827" y="917002"/>
                    <a:pt x="350373" y="914008"/>
                  </a:cubicBezTo>
                  <a:cubicBezTo>
                    <a:pt x="349860" y="911784"/>
                    <a:pt x="349432" y="909560"/>
                    <a:pt x="348919" y="907165"/>
                  </a:cubicBezTo>
                  <a:cubicBezTo>
                    <a:pt x="346182" y="893307"/>
                    <a:pt x="340622" y="876114"/>
                    <a:pt x="338398" y="846774"/>
                  </a:cubicBezTo>
                  <a:cubicBezTo>
                    <a:pt x="336174" y="817434"/>
                    <a:pt x="333436" y="713674"/>
                    <a:pt x="336772" y="684334"/>
                  </a:cubicBezTo>
                  <a:cubicBezTo>
                    <a:pt x="340109" y="654994"/>
                    <a:pt x="342333" y="644986"/>
                    <a:pt x="342846" y="637801"/>
                  </a:cubicBezTo>
                  <a:cubicBezTo>
                    <a:pt x="342846" y="636603"/>
                    <a:pt x="343017" y="634465"/>
                    <a:pt x="343188" y="631728"/>
                  </a:cubicBezTo>
                  <a:lnTo>
                    <a:pt x="345070" y="629931"/>
                  </a:lnTo>
                  <a:cubicBezTo>
                    <a:pt x="348662" y="626082"/>
                    <a:pt x="351999" y="614106"/>
                    <a:pt x="354479" y="608888"/>
                  </a:cubicBezTo>
                  <a:cubicBezTo>
                    <a:pt x="356960" y="603671"/>
                    <a:pt x="357216" y="596143"/>
                    <a:pt x="358671" y="589471"/>
                  </a:cubicBezTo>
                  <a:cubicBezTo>
                    <a:pt x="359697" y="584595"/>
                    <a:pt x="366198" y="576127"/>
                    <a:pt x="370047" y="570567"/>
                  </a:cubicBezTo>
                  <a:cubicBezTo>
                    <a:pt x="371245" y="570738"/>
                    <a:pt x="376719" y="568172"/>
                    <a:pt x="378345" y="563467"/>
                  </a:cubicBezTo>
                  <a:cubicBezTo>
                    <a:pt x="379286" y="560644"/>
                    <a:pt x="380911" y="556025"/>
                    <a:pt x="382793" y="551406"/>
                  </a:cubicBezTo>
                  <a:cubicBezTo>
                    <a:pt x="388438" y="543023"/>
                    <a:pt x="400328" y="524888"/>
                    <a:pt x="408369" y="508893"/>
                  </a:cubicBezTo>
                  <a:cubicBezTo>
                    <a:pt x="419233" y="487166"/>
                    <a:pt x="423082" y="436184"/>
                    <a:pt x="425648" y="429084"/>
                  </a:cubicBezTo>
                  <a:cubicBezTo>
                    <a:pt x="428214" y="422070"/>
                    <a:pt x="418035" y="392046"/>
                    <a:pt x="414186" y="381866"/>
                  </a:cubicBezTo>
                  <a:lnTo>
                    <a:pt x="414186" y="381866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5903AD8-1E0D-1204-83F4-E7DAC24FDC26}"/>
                </a:ext>
              </a:extLst>
            </p:cNvPr>
            <p:cNvSpPr/>
            <p:nvPr/>
          </p:nvSpPr>
          <p:spPr>
            <a:xfrm>
              <a:off x="18767914" y="1549927"/>
              <a:ext cx="460231" cy="1289514"/>
            </a:xfrm>
            <a:custGeom>
              <a:avLst/>
              <a:gdLst>
                <a:gd name="connsiteX0" fmla="*/ 256647 w 460231"/>
                <a:gd name="connsiteY0" fmla="*/ 825976 h 1289514"/>
                <a:gd name="connsiteX1" fmla="*/ 254937 w 460231"/>
                <a:gd name="connsiteY1" fmla="*/ 870799 h 1289514"/>
                <a:gd name="connsiteX2" fmla="*/ 250403 w 460231"/>
                <a:gd name="connsiteY2" fmla="*/ 923491 h 1289514"/>
                <a:gd name="connsiteX3" fmla="*/ 241421 w 460231"/>
                <a:gd name="connsiteY3" fmla="*/ 954371 h 1289514"/>
                <a:gd name="connsiteX4" fmla="*/ 241079 w 460231"/>
                <a:gd name="connsiteY4" fmla="*/ 950265 h 1289514"/>
                <a:gd name="connsiteX5" fmla="*/ 238085 w 460231"/>
                <a:gd name="connsiteY5" fmla="*/ 929736 h 1289514"/>
                <a:gd name="connsiteX6" fmla="*/ 234493 w 460231"/>
                <a:gd name="connsiteY6" fmla="*/ 915536 h 1289514"/>
                <a:gd name="connsiteX7" fmla="*/ 233209 w 460231"/>
                <a:gd name="connsiteY7" fmla="*/ 892868 h 1289514"/>
                <a:gd name="connsiteX8" fmla="*/ 234150 w 460231"/>
                <a:gd name="connsiteY8" fmla="*/ 883202 h 1289514"/>
                <a:gd name="connsiteX9" fmla="*/ 231927 w 460231"/>
                <a:gd name="connsiteY9" fmla="*/ 837267 h 1289514"/>
                <a:gd name="connsiteX10" fmla="*/ 230814 w 460231"/>
                <a:gd name="connsiteY10" fmla="*/ 787911 h 1289514"/>
                <a:gd name="connsiteX11" fmla="*/ 232354 w 460231"/>
                <a:gd name="connsiteY11" fmla="*/ 775166 h 1289514"/>
                <a:gd name="connsiteX12" fmla="*/ 233552 w 460231"/>
                <a:gd name="connsiteY12" fmla="*/ 769007 h 1289514"/>
                <a:gd name="connsiteX13" fmla="*/ 242362 w 460231"/>
                <a:gd name="connsiteY13" fmla="*/ 736074 h 1289514"/>
                <a:gd name="connsiteX14" fmla="*/ 245527 w 460231"/>
                <a:gd name="connsiteY14" fmla="*/ 732909 h 1289514"/>
                <a:gd name="connsiteX15" fmla="*/ 249376 w 460231"/>
                <a:gd name="connsiteY15" fmla="*/ 749846 h 1289514"/>
                <a:gd name="connsiteX16" fmla="*/ 256647 w 460231"/>
                <a:gd name="connsiteY16" fmla="*/ 798603 h 1289514"/>
                <a:gd name="connsiteX17" fmla="*/ 256647 w 460231"/>
                <a:gd name="connsiteY17" fmla="*/ 826062 h 1289514"/>
                <a:gd name="connsiteX18" fmla="*/ 256647 w 460231"/>
                <a:gd name="connsiteY18" fmla="*/ 826062 h 1289514"/>
                <a:gd name="connsiteX19" fmla="*/ 58367 w 460231"/>
                <a:gd name="connsiteY19" fmla="*/ 635309 h 1289514"/>
                <a:gd name="connsiteX20" fmla="*/ 55030 w 460231"/>
                <a:gd name="connsiteY20" fmla="*/ 635993 h 1289514"/>
                <a:gd name="connsiteX21" fmla="*/ 51523 w 460231"/>
                <a:gd name="connsiteY21" fmla="*/ 628123 h 1289514"/>
                <a:gd name="connsiteX22" fmla="*/ 53748 w 460231"/>
                <a:gd name="connsiteY22" fmla="*/ 616661 h 1289514"/>
                <a:gd name="connsiteX23" fmla="*/ 60419 w 460231"/>
                <a:gd name="connsiteY23" fmla="*/ 624787 h 1289514"/>
                <a:gd name="connsiteX24" fmla="*/ 58367 w 460231"/>
                <a:gd name="connsiteY24" fmla="*/ 635309 h 1289514"/>
                <a:gd name="connsiteX25" fmla="*/ 58367 w 460231"/>
                <a:gd name="connsiteY25" fmla="*/ 635309 h 1289514"/>
                <a:gd name="connsiteX26" fmla="*/ 460060 w 460231"/>
                <a:gd name="connsiteY26" fmla="*/ 618799 h 1289514"/>
                <a:gd name="connsiteX27" fmla="*/ 453730 w 460231"/>
                <a:gd name="connsiteY27" fmla="*/ 593993 h 1289514"/>
                <a:gd name="connsiteX28" fmla="*/ 451592 w 460231"/>
                <a:gd name="connsiteY28" fmla="*/ 576714 h 1289514"/>
                <a:gd name="connsiteX29" fmla="*/ 447828 w 460231"/>
                <a:gd name="connsiteY29" fmla="*/ 565765 h 1289514"/>
                <a:gd name="connsiteX30" fmla="*/ 447657 w 460231"/>
                <a:gd name="connsiteY30" fmla="*/ 565765 h 1289514"/>
                <a:gd name="connsiteX31" fmla="*/ 450052 w 460231"/>
                <a:gd name="connsiteY31" fmla="*/ 562258 h 1289514"/>
                <a:gd name="connsiteX32" fmla="*/ 449539 w 460231"/>
                <a:gd name="connsiteY32" fmla="*/ 547374 h 1289514"/>
                <a:gd name="connsiteX33" fmla="*/ 450993 w 460231"/>
                <a:gd name="connsiteY33" fmla="*/ 545920 h 1289514"/>
                <a:gd name="connsiteX34" fmla="*/ 448598 w 460231"/>
                <a:gd name="connsiteY34" fmla="*/ 492201 h 1289514"/>
                <a:gd name="connsiteX35" fmla="*/ 440129 w 460231"/>
                <a:gd name="connsiteY35" fmla="*/ 414702 h 1289514"/>
                <a:gd name="connsiteX36" fmla="*/ 429095 w 460231"/>
                <a:gd name="connsiteY36" fmla="*/ 346613 h 1289514"/>
                <a:gd name="connsiteX37" fmla="*/ 401637 w 460231"/>
                <a:gd name="connsiteY37" fmla="*/ 288446 h 1289514"/>
                <a:gd name="connsiteX38" fmla="*/ 388121 w 460231"/>
                <a:gd name="connsiteY38" fmla="*/ 252605 h 1289514"/>
                <a:gd name="connsiteX39" fmla="*/ 295910 w 460231"/>
                <a:gd name="connsiteY39" fmla="*/ 201965 h 1289514"/>
                <a:gd name="connsiteX40" fmla="*/ 285474 w 460231"/>
                <a:gd name="connsiteY40" fmla="*/ 173053 h 1289514"/>
                <a:gd name="connsiteX41" fmla="*/ 284191 w 460231"/>
                <a:gd name="connsiteY41" fmla="*/ 173053 h 1289514"/>
                <a:gd name="connsiteX42" fmla="*/ 283678 w 460231"/>
                <a:gd name="connsiteY42" fmla="*/ 166124 h 1289514"/>
                <a:gd name="connsiteX43" fmla="*/ 286330 w 460231"/>
                <a:gd name="connsiteY43" fmla="*/ 150299 h 1289514"/>
                <a:gd name="connsiteX44" fmla="*/ 291462 w 460231"/>
                <a:gd name="connsiteY44" fmla="*/ 137725 h 1289514"/>
                <a:gd name="connsiteX45" fmla="*/ 294456 w 460231"/>
                <a:gd name="connsiteY45" fmla="*/ 128316 h 1289514"/>
                <a:gd name="connsiteX46" fmla="*/ 301727 w 460231"/>
                <a:gd name="connsiteY46" fmla="*/ 126691 h 1289514"/>
                <a:gd name="connsiteX47" fmla="*/ 313787 w 460231"/>
                <a:gd name="connsiteY47" fmla="*/ 110096 h 1289514"/>
                <a:gd name="connsiteX48" fmla="*/ 312761 w 460231"/>
                <a:gd name="connsiteY48" fmla="*/ 87257 h 1289514"/>
                <a:gd name="connsiteX49" fmla="*/ 307372 w 460231"/>
                <a:gd name="connsiteY49" fmla="*/ 81098 h 1289514"/>
                <a:gd name="connsiteX50" fmla="*/ 309254 w 460231"/>
                <a:gd name="connsiteY50" fmla="*/ 65016 h 1289514"/>
                <a:gd name="connsiteX51" fmla="*/ 305233 w 460231"/>
                <a:gd name="connsiteY51" fmla="*/ 41664 h 1289514"/>
                <a:gd name="connsiteX52" fmla="*/ 285645 w 460231"/>
                <a:gd name="connsiteY52" fmla="*/ 13778 h 1289514"/>
                <a:gd name="connsiteX53" fmla="*/ 247238 w 460231"/>
                <a:gd name="connsiteY53" fmla="*/ 92 h 1289514"/>
                <a:gd name="connsiteX54" fmla="*/ 209173 w 460231"/>
                <a:gd name="connsiteY54" fmla="*/ 15660 h 1289514"/>
                <a:gd name="connsiteX55" fmla="*/ 199764 w 460231"/>
                <a:gd name="connsiteY55" fmla="*/ 26353 h 1289514"/>
                <a:gd name="connsiteX56" fmla="*/ 195743 w 460231"/>
                <a:gd name="connsiteY56" fmla="*/ 26353 h 1289514"/>
                <a:gd name="connsiteX57" fmla="*/ 175043 w 460231"/>
                <a:gd name="connsiteY57" fmla="*/ 74939 h 1289514"/>
                <a:gd name="connsiteX58" fmla="*/ 180945 w 460231"/>
                <a:gd name="connsiteY58" fmla="*/ 90764 h 1289514"/>
                <a:gd name="connsiteX59" fmla="*/ 174529 w 460231"/>
                <a:gd name="connsiteY59" fmla="*/ 111978 h 1289514"/>
                <a:gd name="connsiteX60" fmla="*/ 185821 w 460231"/>
                <a:gd name="connsiteY60" fmla="*/ 133705 h 1289514"/>
                <a:gd name="connsiteX61" fmla="*/ 199250 w 460231"/>
                <a:gd name="connsiteY61" fmla="*/ 156202 h 1289514"/>
                <a:gd name="connsiteX62" fmla="*/ 201988 w 460231"/>
                <a:gd name="connsiteY62" fmla="*/ 174251 h 1289514"/>
                <a:gd name="connsiteX63" fmla="*/ 201474 w 460231"/>
                <a:gd name="connsiteY63" fmla="*/ 174764 h 1289514"/>
                <a:gd name="connsiteX64" fmla="*/ 193519 w 460231"/>
                <a:gd name="connsiteY64" fmla="*/ 192642 h 1289514"/>
                <a:gd name="connsiteX65" fmla="*/ 193091 w 460231"/>
                <a:gd name="connsiteY65" fmla="*/ 193411 h 1289514"/>
                <a:gd name="connsiteX66" fmla="*/ 193519 w 460231"/>
                <a:gd name="connsiteY66" fmla="*/ 192727 h 1289514"/>
                <a:gd name="connsiteX67" fmla="*/ 192150 w 460231"/>
                <a:gd name="connsiteY67" fmla="*/ 199228 h 1289514"/>
                <a:gd name="connsiteX68" fmla="*/ 190867 w 460231"/>
                <a:gd name="connsiteY68" fmla="*/ 205045 h 1289514"/>
                <a:gd name="connsiteX69" fmla="*/ 193091 w 460231"/>
                <a:gd name="connsiteY69" fmla="*/ 193497 h 1289514"/>
                <a:gd name="connsiteX70" fmla="*/ 174358 w 460231"/>
                <a:gd name="connsiteY70" fmla="*/ 207525 h 1289514"/>
                <a:gd name="connsiteX71" fmla="*/ 103532 w 460231"/>
                <a:gd name="connsiteY71" fmla="*/ 233016 h 1289514"/>
                <a:gd name="connsiteX72" fmla="*/ 84200 w 460231"/>
                <a:gd name="connsiteY72" fmla="*/ 276898 h 1289514"/>
                <a:gd name="connsiteX73" fmla="*/ 35186 w 460231"/>
                <a:gd name="connsiteY73" fmla="*/ 382710 h 1289514"/>
                <a:gd name="connsiteX74" fmla="*/ 10379 w 460231"/>
                <a:gd name="connsiteY74" fmla="*/ 479199 h 1289514"/>
                <a:gd name="connsiteX75" fmla="*/ 3279 w 460231"/>
                <a:gd name="connsiteY75" fmla="*/ 505032 h 1289514"/>
                <a:gd name="connsiteX76" fmla="*/ 371 w 460231"/>
                <a:gd name="connsiteY76" fmla="*/ 519574 h 1289514"/>
                <a:gd name="connsiteX77" fmla="*/ 4904 w 460231"/>
                <a:gd name="connsiteY77" fmla="*/ 592966 h 1289514"/>
                <a:gd name="connsiteX78" fmla="*/ 8668 w 460231"/>
                <a:gd name="connsiteY78" fmla="*/ 595704 h 1289514"/>
                <a:gd name="connsiteX79" fmla="*/ 11747 w 460231"/>
                <a:gd name="connsiteY79" fmla="*/ 609818 h 1289514"/>
                <a:gd name="connsiteX80" fmla="*/ 12432 w 460231"/>
                <a:gd name="connsiteY80" fmla="*/ 610673 h 1289514"/>
                <a:gd name="connsiteX81" fmla="*/ 12945 w 460231"/>
                <a:gd name="connsiteY81" fmla="*/ 608192 h 1289514"/>
                <a:gd name="connsiteX82" fmla="*/ 12859 w 460231"/>
                <a:gd name="connsiteY82" fmla="*/ 623504 h 1289514"/>
                <a:gd name="connsiteX83" fmla="*/ 19617 w 460231"/>
                <a:gd name="connsiteY83" fmla="*/ 641981 h 1289514"/>
                <a:gd name="connsiteX84" fmla="*/ 26375 w 460231"/>
                <a:gd name="connsiteY84" fmla="*/ 658404 h 1289514"/>
                <a:gd name="connsiteX85" fmla="*/ 33560 w 460231"/>
                <a:gd name="connsiteY85" fmla="*/ 667642 h 1289514"/>
                <a:gd name="connsiteX86" fmla="*/ 59222 w 460231"/>
                <a:gd name="connsiteY86" fmla="*/ 670979 h 1289514"/>
                <a:gd name="connsiteX87" fmla="*/ 55458 w 460231"/>
                <a:gd name="connsiteY87" fmla="*/ 664649 h 1289514"/>
                <a:gd name="connsiteX88" fmla="*/ 45792 w 460231"/>
                <a:gd name="connsiteY88" fmla="*/ 659602 h 1289514"/>
                <a:gd name="connsiteX89" fmla="*/ 53748 w 460231"/>
                <a:gd name="connsiteY89" fmla="*/ 659174 h 1289514"/>
                <a:gd name="connsiteX90" fmla="*/ 70599 w 460231"/>
                <a:gd name="connsiteY90" fmla="*/ 662082 h 1289514"/>
                <a:gd name="connsiteX91" fmla="*/ 74961 w 460231"/>
                <a:gd name="connsiteY91" fmla="*/ 654726 h 1289514"/>
                <a:gd name="connsiteX92" fmla="*/ 66835 w 460231"/>
                <a:gd name="connsiteY92" fmla="*/ 647370 h 1289514"/>
                <a:gd name="connsiteX93" fmla="*/ 72309 w 460231"/>
                <a:gd name="connsiteY93" fmla="*/ 643606 h 1289514"/>
                <a:gd name="connsiteX94" fmla="*/ 71454 w 460231"/>
                <a:gd name="connsiteY94" fmla="*/ 624274 h 1289514"/>
                <a:gd name="connsiteX95" fmla="*/ 71882 w 460231"/>
                <a:gd name="connsiteY95" fmla="*/ 606653 h 1289514"/>
                <a:gd name="connsiteX96" fmla="*/ 70684 w 460231"/>
                <a:gd name="connsiteY96" fmla="*/ 597757 h 1289514"/>
                <a:gd name="connsiteX97" fmla="*/ 71027 w 460231"/>
                <a:gd name="connsiteY97" fmla="*/ 597757 h 1289514"/>
                <a:gd name="connsiteX98" fmla="*/ 70513 w 460231"/>
                <a:gd name="connsiteY98" fmla="*/ 578425 h 1289514"/>
                <a:gd name="connsiteX99" fmla="*/ 70513 w 460231"/>
                <a:gd name="connsiteY99" fmla="*/ 578425 h 1289514"/>
                <a:gd name="connsiteX100" fmla="*/ 71968 w 460231"/>
                <a:gd name="connsiteY100" fmla="*/ 576971 h 1289514"/>
                <a:gd name="connsiteX101" fmla="*/ 71197 w 460231"/>
                <a:gd name="connsiteY101" fmla="*/ 522396 h 1289514"/>
                <a:gd name="connsiteX102" fmla="*/ 88477 w 460231"/>
                <a:gd name="connsiteY102" fmla="*/ 470474 h 1289514"/>
                <a:gd name="connsiteX103" fmla="*/ 103959 w 460231"/>
                <a:gd name="connsiteY103" fmla="*/ 426934 h 1289514"/>
                <a:gd name="connsiteX104" fmla="*/ 112684 w 460231"/>
                <a:gd name="connsiteY104" fmla="*/ 427875 h 1289514"/>
                <a:gd name="connsiteX105" fmla="*/ 115592 w 460231"/>
                <a:gd name="connsiteY105" fmla="*/ 529496 h 1289514"/>
                <a:gd name="connsiteX106" fmla="*/ 100110 w 460231"/>
                <a:gd name="connsiteY106" fmla="*/ 599211 h 1289514"/>
                <a:gd name="connsiteX107" fmla="*/ 105926 w 460231"/>
                <a:gd name="connsiteY107" fmla="*/ 629235 h 1289514"/>
                <a:gd name="connsiteX108" fmla="*/ 109690 w 460231"/>
                <a:gd name="connsiteY108" fmla="*/ 632742 h 1289514"/>
                <a:gd name="connsiteX109" fmla="*/ 109947 w 460231"/>
                <a:gd name="connsiteY109" fmla="*/ 636934 h 1289514"/>
                <a:gd name="connsiteX110" fmla="*/ 109690 w 460231"/>
                <a:gd name="connsiteY110" fmla="*/ 636421 h 1289514"/>
                <a:gd name="connsiteX111" fmla="*/ 110203 w 460231"/>
                <a:gd name="connsiteY111" fmla="*/ 639928 h 1289514"/>
                <a:gd name="connsiteX112" fmla="*/ 111401 w 460231"/>
                <a:gd name="connsiteY112" fmla="*/ 659345 h 1289514"/>
                <a:gd name="connsiteX113" fmla="*/ 106867 w 460231"/>
                <a:gd name="connsiteY113" fmla="*/ 690738 h 1289514"/>
                <a:gd name="connsiteX114" fmla="*/ 113625 w 460231"/>
                <a:gd name="connsiteY114" fmla="*/ 745141 h 1289514"/>
                <a:gd name="connsiteX115" fmla="*/ 124232 w 460231"/>
                <a:gd name="connsiteY115" fmla="*/ 820844 h 1289514"/>
                <a:gd name="connsiteX116" fmla="*/ 131503 w 460231"/>
                <a:gd name="connsiteY116" fmla="*/ 848901 h 1289514"/>
                <a:gd name="connsiteX117" fmla="*/ 134839 w 460231"/>
                <a:gd name="connsiteY117" fmla="*/ 882518 h 1289514"/>
                <a:gd name="connsiteX118" fmla="*/ 139886 w 460231"/>
                <a:gd name="connsiteY118" fmla="*/ 954884 h 1289514"/>
                <a:gd name="connsiteX119" fmla="*/ 148867 w 460231"/>
                <a:gd name="connsiteY119" fmla="*/ 1027165 h 1289514"/>
                <a:gd name="connsiteX120" fmla="*/ 153914 w 460231"/>
                <a:gd name="connsiteY120" fmla="*/ 1074297 h 1289514"/>
                <a:gd name="connsiteX121" fmla="*/ 152802 w 460231"/>
                <a:gd name="connsiteY121" fmla="*/ 1120232 h 1289514"/>
                <a:gd name="connsiteX122" fmla="*/ 183083 w 460231"/>
                <a:gd name="connsiteY122" fmla="*/ 1175148 h 1289514"/>
                <a:gd name="connsiteX123" fmla="*/ 184195 w 460231"/>
                <a:gd name="connsiteY123" fmla="*/ 1199271 h 1289514"/>
                <a:gd name="connsiteX124" fmla="*/ 176326 w 460231"/>
                <a:gd name="connsiteY124" fmla="*/ 1227841 h 1289514"/>
                <a:gd name="connsiteX125" fmla="*/ 177437 w 460231"/>
                <a:gd name="connsiteY125" fmla="*/ 1240757 h 1289514"/>
                <a:gd name="connsiteX126" fmla="*/ 151690 w 460231"/>
                <a:gd name="connsiteY126" fmla="*/ 1262057 h 1289514"/>
                <a:gd name="connsiteX127" fmla="*/ 147157 w 460231"/>
                <a:gd name="connsiteY127" fmla="*/ 1272663 h 1289514"/>
                <a:gd name="connsiteX128" fmla="*/ 144932 w 460231"/>
                <a:gd name="connsiteY128" fmla="*/ 1280533 h 1289514"/>
                <a:gd name="connsiteX129" fmla="*/ 171792 w 460231"/>
                <a:gd name="connsiteY129" fmla="*/ 1285580 h 1289514"/>
                <a:gd name="connsiteX130" fmla="*/ 226794 w 460231"/>
                <a:gd name="connsiteY130" fmla="*/ 1278822 h 1289514"/>
                <a:gd name="connsiteX131" fmla="*/ 231841 w 460231"/>
                <a:gd name="connsiteY131" fmla="*/ 1277710 h 1289514"/>
                <a:gd name="connsiteX132" fmla="*/ 231328 w 460231"/>
                <a:gd name="connsiteY132" fmla="*/ 1288403 h 1289514"/>
                <a:gd name="connsiteX133" fmla="*/ 340647 w 460231"/>
                <a:gd name="connsiteY133" fmla="*/ 1289515 h 1289514"/>
                <a:gd name="connsiteX134" fmla="*/ 342871 w 460231"/>
                <a:gd name="connsiteY134" fmla="*/ 1277197 h 1289514"/>
                <a:gd name="connsiteX135" fmla="*/ 341759 w 460231"/>
                <a:gd name="connsiteY135" fmla="*/ 1270525 h 1289514"/>
                <a:gd name="connsiteX136" fmla="*/ 327730 w 460231"/>
                <a:gd name="connsiteY136" fmla="*/ 1254786 h 1289514"/>
                <a:gd name="connsiteX137" fmla="*/ 349628 w 460231"/>
                <a:gd name="connsiteY137" fmla="*/ 1250851 h 1289514"/>
                <a:gd name="connsiteX138" fmla="*/ 352965 w 460231"/>
                <a:gd name="connsiteY138" fmla="*/ 1207140 h 1289514"/>
                <a:gd name="connsiteX139" fmla="*/ 347918 w 460231"/>
                <a:gd name="connsiteY139" fmla="*/ 1088240 h 1289514"/>
                <a:gd name="connsiteX140" fmla="*/ 346207 w 460231"/>
                <a:gd name="connsiteY140" fmla="*/ 995173 h 1289514"/>
                <a:gd name="connsiteX141" fmla="*/ 368105 w 460231"/>
                <a:gd name="connsiteY141" fmla="*/ 819732 h 1289514"/>
                <a:gd name="connsiteX142" fmla="*/ 378199 w 460231"/>
                <a:gd name="connsiteY142" fmla="*/ 732824 h 1289514"/>
                <a:gd name="connsiteX143" fmla="*/ 382647 w 460231"/>
                <a:gd name="connsiteY143" fmla="*/ 699207 h 1289514"/>
                <a:gd name="connsiteX144" fmla="*/ 382048 w 460231"/>
                <a:gd name="connsiteY144" fmla="*/ 669524 h 1289514"/>
                <a:gd name="connsiteX145" fmla="*/ 372211 w 460231"/>
                <a:gd name="connsiteY145" fmla="*/ 624274 h 1289514"/>
                <a:gd name="connsiteX146" fmla="*/ 365282 w 460231"/>
                <a:gd name="connsiteY146" fmla="*/ 551737 h 1289514"/>
                <a:gd name="connsiteX147" fmla="*/ 359466 w 460231"/>
                <a:gd name="connsiteY147" fmla="*/ 490747 h 1289514"/>
                <a:gd name="connsiteX148" fmla="*/ 349287 w 460231"/>
                <a:gd name="connsiteY148" fmla="*/ 433606 h 1289514"/>
                <a:gd name="connsiteX149" fmla="*/ 353050 w 460231"/>
                <a:gd name="connsiteY149" fmla="*/ 395712 h 1289514"/>
                <a:gd name="connsiteX150" fmla="*/ 353649 w 460231"/>
                <a:gd name="connsiteY150" fmla="*/ 394857 h 1289514"/>
                <a:gd name="connsiteX151" fmla="*/ 365881 w 460231"/>
                <a:gd name="connsiteY151" fmla="*/ 416156 h 1289514"/>
                <a:gd name="connsiteX152" fmla="*/ 374948 w 460231"/>
                <a:gd name="connsiteY152" fmla="*/ 450372 h 1289514"/>
                <a:gd name="connsiteX153" fmla="*/ 384614 w 460231"/>
                <a:gd name="connsiteY153" fmla="*/ 468421 h 1289514"/>
                <a:gd name="connsiteX154" fmla="*/ 393767 w 460231"/>
                <a:gd name="connsiteY154" fmla="*/ 525989 h 1289514"/>
                <a:gd name="connsiteX155" fmla="*/ 397617 w 460231"/>
                <a:gd name="connsiteY155" fmla="*/ 556441 h 1289514"/>
                <a:gd name="connsiteX156" fmla="*/ 399584 w 460231"/>
                <a:gd name="connsiteY156" fmla="*/ 559093 h 1289514"/>
                <a:gd name="connsiteX157" fmla="*/ 400354 w 460231"/>
                <a:gd name="connsiteY157" fmla="*/ 563199 h 1289514"/>
                <a:gd name="connsiteX158" fmla="*/ 408223 w 460231"/>
                <a:gd name="connsiteY158" fmla="*/ 576543 h 1289514"/>
                <a:gd name="connsiteX159" fmla="*/ 408138 w 460231"/>
                <a:gd name="connsiteY159" fmla="*/ 576543 h 1289514"/>
                <a:gd name="connsiteX160" fmla="*/ 408565 w 460231"/>
                <a:gd name="connsiteY160" fmla="*/ 594592 h 1289514"/>
                <a:gd name="connsiteX161" fmla="*/ 403519 w 460231"/>
                <a:gd name="connsiteY161" fmla="*/ 621537 h 1289514"/>
                <a:gd name="connsiteX162" fmla="*/ 402236 w 460231"/>
                <a:gd name="connsiteY162" fmla="*/ 644632 h 1289514"/>
                <a:gd name="connsiteX163" fmla="*/ 400952 w 460231"/>
                <a:gd name="connsiteY163" fmla="*/ 660201 h 1289514"/>
                <a:gd name="connsiteX164" fmla="*/ 405572 w 460231"/>
                <a:gd name="connsiteY164" fmla="*/ 661911 h 1289514"/>
                <a:gd name="connsiteX165" fmla="*/ 413527 w 460231"/>
                <a:gd name="connsiteY165" fmla="*/ 651818 h 1289514"/>
                <a:gd name="connsiteX166" fmla="*/ 417291 w 460231"/>
                <a:gd name="connsiteY166" fmla="*/ 629920 h 1289514"/>
                <a:gd name="connsiteX167" fmla="*/ 426529 w 460231"/>
                <a:gd name="connsiteY167" fmla="*/ 644632 h 1289514"/>
                <a:gd name="connsiteX168" fmla="*/ 432859 w 460231"/>
                <a:gd name="connsiteY168" fmla="*/ 661826 h 1289514"/>
                <a:gd name="connsiteX169" fmla="*/ 432003 w 460231"/>
                <a:gd name="connsiteY169" fmla="*/ 676111 h 1289514"/>
                <a:gd name="connsiteX170" fmla="*/ 435767 w 460231"/>
                <a:gd name="connsiteY170" fmla="*/ 677822 h 1289514"/>
                <a:gd name="connsiteX171" fmla="*/ 443380 w 460231"/>
                <a:gd name="connsiteY171" fmla="*/ 666873 h 1289514"/>
                <a:gd name="connsiteX172" fmla="*/ 449710 w 460231"/>
                <a:gd name="connsiteY172" fmla="*/ 658490 h 1289514"/>
                <a:gd name="connsiteX173" fmla="*/ 452618 w 460231"/>
                <a:gd name="connsiteY173" fmla="*/ 646343 h 1289514"/>
                <a:gd name="connsiteX174" fmla="*/ 457665 w 460231"/>
                <a:gd name="connsiteY174" fmla="*/ 637960 h 1289514"/>
                <a:gd name="connsiteX175" fmla="*/ 458093 w 460231"/>
                <a:gd name="connsiteY175" fmla="*/ 628294 h 1289514"/>
                <a:gd name="connsiteX176" fmla="*/ 460232 w 460231"/>
                <a:gd name="connsiteY176" fmla="*/ 618628 h 1289514"/>
                <a:gd name="connsiteX177" fmla="*/ 460232 w 460231"/>
                <a:gd name="connsiteY177" fmla="*/ 618628 h 128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</a:cxnLst>
              <a:rect l="l" t="t" r="r" b="b"/>
              <a:pathLst>
                <a:path w="460231" h="1289514">
                  <a:moveTo>
                    <a:pt x="256647" y="825976"/>
                  </a:moveTo>
                  <a:cubicBezTo>
                    <a:pt x="257246" y="836669"/>
                    <a:pt x="256647" y="857968"/>
                    <a:pt x="254937" y="870799"/>
                  </a:cubicBezTo>
                  <a:cubicBezTo>
                    <a:pt x="253226" y="883715"/>
                    <a:pt x="251601" y="913398"/>
                    <a:pt x="250403" y="923491"/>
                  </a:cubicBezTo>
                  <a:cubicBezTo>
                    <a:pt x="249291" y="933585"/>
                    <a:pt x="241421" y="954371"/>
                    <a:pt x="241421" y="954371"/>
                  </a:cubicBezTo>
                  <a:cubicBezTo>
                    <a:pt x="241421" y="953601"/>
                    <a:pt x="241336" y="952232"/>
                    <a:pt x="241079" y="950265"/>
                  </a:cubicBezTo>
                  <a:cubicBezTo>
                    <a:pt x="240480" y="943080"/>
                    <a:pt x="239454" y="933927"/>
                    <a:pt x="238085" y="929736"/>
                  </a:cubicBezTo>
                  <a:cubicBezTo>
                    <a:pt x="236717" y="925630"/>
                    <a:pt x="235690" y="920754"/>
                    <a:pt x="234493" y="915536"/>
                  </a:cubicBezTo>
                  <a:cubicBezTo>
                    <a:pt x="233552" y="910831"/>
                    <a:pt x="233381" y="902620"/>
                    <a:pt x="233209" y="892868"/>
                  </a:cubicBezTo>
                  <a:cubicBezTo>
                    <a:pt x="233466" y="890131"/>
                    <a:pt x="233808" y="886966"/>
                    <a:pt x="234150" y="883202"/>
                  </a:cubicBezTo>
                  <a:cubicBezTo>
                    <a:pt x="235861" y="866351"/>
                    <a:pt x="231927" y="850098"/>
                    <a:pt x="231927" y="837267"/>
                  </a:cubicBezTo>
                  <a:cubicBezTo>
                    <a:pt x="231927" y="824436"/>
                    <a:pt x="230216" y="806388"/>
                    <a:pt x="230814" y="787911"/>
                  </a:cubicBezTo>
                  <a:cubicBezTo>
                    <a:pt x="230900" y="784233"/>
                    <a:pt x="231498" y="779785"/>
                    <a:pt x="232354" y="775166"/>
                  </a:cubicBezTo>
                  <a:cubicBezTo>
                    <a:pt x="232696" y="773198"/>
                    <a:pt x="233124" y="771145"/>
                    <a:pt x="233552" y="769007"/>
                  </a:cubicBezTo>
                  <a:cubicBezTo>
                    <a:pt x="236374" y="755577"/>
                    <a:pt x="240651" y="741634"/>
                    <a:pt x="242362" y="736074"/>
                  </a:cubicBezTo>
                  <a:cubicBezTo>
                    <a:pt x="243645" y="734278"/>
                    <a:pt x="244329" y="734620"/>
                    <a:pt x="245527" y="732909"/>
                  </a:cubicBezTo>
                  <a:cubicBezTo>
                    <a:pt x="249462" y="733251"/>
                    <a:pt x="249804" y="743174"/>
                    <a:pt x="249376" y="749846"/>
                  </a:cubicBezTo>
                  <a:cubicBezTo>
                    <a:pt x="248778" y="757716"/>
                    <a:pt x="255535" y="782351"/>
                    <a:pt x="256647" y="798603"/>
                  </a:cubicBezTo>
                  <a:cubicBezTo>
                    <a:pt x="257759" y="814856"/>
                    <a:pt x="256134" y="815455"/>
                    <a:pt x="256647" y="826062"/>
                  </a:cubicBezTo>
                  <a:lnTo>
                    <a:pt x="256647" y="826062"/>
                  </a:lnTo>
                  <a:close/>
                  <a:moveTo>
                    <a:pt x="58367" y="635309"/>
                  </a:moveTo>
                  <a:cubicBezTo>
                    <a:pt x="58110" y="636164"/>
                    <a:pt x="56399" y="636592"/>
                    <a:pt x="55030" y="635993"/>
                  </a:cubicBezTo>
                  <a:cubicBezTo>
                    <a:pt x="53662" y="635480"/>
                    <a:pt x="52122" y="631887"/>
                    <a:pt x="51523" y="628123"/>
                  </a:cubicBezTo>
                  <a:cubicBezTo>
                    <a:pt x="50925" y="624359"/>
                    <a:pt x="53662" y="616233"/>
                    <a:pt x="53748" y="616661"/>
                  </a:cubicBezTo>
                  <a:cubicBezTo>
                    <a:pt x="54346" y="619056"/>
                    <a:pt x="59650" y="622307"/>
                    <a:pt x="60419" y="624787"/>
                  </a:cubicBezTo>
                  <a:cubicBezTo>
                    <a:pt x="61275" y="627268"/>
                    <a:pt x="58623" y="634453"/>
                    <a:pt x="58367" y="635309"/>
                  </a:cubicBezTo>
                  <a:lnTo>
                    <a:pt x="58367" y="635309"/>
                  </a:lnTo>
                  <a:close/>
                  <a:moveTo>
                    <a:pt x="460060" y="618799"/>
                  </a:moveTo>
                  <a:cubicBezTo>
                    <a:pt x="460060" y="616746"/>
                    <a:pt x="455869" y="601606"/>
                    <a:pt x="453730" y="593993"/>
                  </a:cubicBezTo>
                  <a:cubicBezTo>
                    <a:pt x="451592" y="586466"/>
                    <a:pt x="451592" y="579708"/>
                    <a:pt x="451592" y="576714"/>
                  </a:cubicBezTo>
                  <a:cubicBezTo>
                    <a:pt x="451592" y="573720"/>
                    <a:pt x="447828" y="565765"/>
                    <a:pt x="447828" y="565765"/>
                  </a:cubicBezTo>
                  <a:lnTo>
                    <a:pt x="447657" y="565765"/>
                  </a:lnTo>
                  <a:cubicBezTo>
                    <a:pt x="449282" y="564396"/>
                    <a:pt x="450137" y="563113"/>
                    <a:pt x="450052" y="562258"/>
                  </a:cubicBezTo>
                  <a:cubicBezTo>
                    <a:pt x="449881" y="560034"/>
                    <a:pt x="449624" y="552164"/>
                    <a:pt x="449539" y="547374"/>
                  </a:cubicBezTo>
                  <a:lnTo>
                    <a:pt x="450993" y="545920"/>
                  </a:lnTo>
                  <a:cubicBezTo>
                    <a:pt x="450993" y="545920"/>
                    <a:pt x="451506" y="503834"/>
                    <a:pt x="448598" y="492201"/>
                  </a:cubicBezTo>
                  <a:cubicBezTo>
                    <a:pt x="445690" y="480568"/>
                    <a:pt x="442182" y="428217"/>
                    <a:pt x="440129" y="414702"/>
                  </a:cubicBezTo>
                  <a:cubicBezTo>
                    <a:pt x="438333" y="402727"/>
                    <a:pt x="431576" y="353370"/>
                    <a:pt x="429095" y="346613"/>
                  </a:cubicBezTo>
                  <a:cubicBezTo>
                    <a:pt x="426700" y="339855"/>
                    <a:pt x="407453" y="300507"/>
                    <a:pt x="401637" y="288446"/>
                  </a:cubicBezTo>
                  <a:cubicBezTo>
                    <a:pt x="395820" y="276299"/>
                    <a:pt x="398301" y="263725"/>
                    <a:pt x="388121" y="252605"/>
                  </a:cubicBezTo>
                  <a:cubicBezTo>
                    <a:pt x="378028" y="241570"/>
                    <a:pt x="310024" y="210348"/>
                    <a:pt x="295910" y="201965"/>
                  </a:cubicBezTo>
                  <a:cubicBezTo>
                    <a:pt x="289836" y="191872"/>
                    <a:pt x="289580" y="173737"/>
                    <a:pt x="285474" y="173053"/>
                  </a:cubicBezTo>
                  <a:lnTo>
                    <a:pt x="284191" y="173053"/>
                  </a:lnTo>
                  <a:cubicBezTo>
                    <a:pt x="283934" y="171086"/>
                    <a:pt x="283678" y="168947"/>
                    <a:pt x="283678" y="166124"/>
                  </a:cubicBezTo>
                  <a:cubicBezTo>
                    <a:pt x="283678" y="159110"/>
                    <a:pt x="285816" y="152694"/>
                    <a:pt x="286330" y="150299"/>
                  </a:cubicBezTo>
                  <a:cubicBezTo>
                    <a:pt x="286843" y="147904"/>
                    <a:pt x="290863" y="141403"/>
                    <a:pt x="291462" y="137725"/>
                  </a:cubicBezTo>
                  <a:cubicBezTo>
                    <a:pt x="291975" y="133961"/>
                    <a:pt x="294456" y="128316"/>
                    <a:pt x="294456" y="128316"/>
                  </a:cubicBezTo>
                  <a:cubicBezTo>
                    <a:pt x="294456" y="128316"/>
                    <a:pt x="297706" y="127803"/>
                    <a:pt x="301727" y="126691"/>
                  </a:cubicBezTo>
                  <a:cubicBezTo>
                    <a:pt x="305747" y="125664"/>
                    <a:pt x="311649" y="115399"/>
                    <a:pt x="313787" y="110096"/>
                  </a:cubicBezTo>
                  <a:cubicBezTo>
                    <a:pt x="315926" y="104707"/>
                    <a:pt x="313787" y="91876"/>
                    <a:pt x="312761" y="87257"/>
                  </a:cubicBezTo>
                  <a:cubicBezTo>
                    <a:pt x="311649" y="82723"/>
                    <a:pt x="306859" y="84348"/>
                    <a:pt x="307372" y="81098"/>
                  </a:cubicBezTo>
                  <a:cubicBezTo>
                    <a:pt x="307885" y="77847"/>
                    <a:pt x="308399" y="75709"/>
                    <a:pt x="309254" y="65016"/>
                  </a:cubicBezTo>
                  <a:cubicBezTo>
                    <a:pt x="310024" y="54324"/>
                    <a:pt x="308228" y="49192"/>
                    <a:pt x="305233" y="41664"/>
                  </a:cubicBezTo>
                  <a:cubicBezTo>
                    <a:pt x="302325" y="34137"/>
                    <a:pt x="295824" y="24214"/>
                    <a:pt x="285645" y="13778"/>
                  </a:cubicBezTo>
                  <a:cubicBezTo>
                    <a:pt x="275466" y="3343"/>
                    <a:pt x="262293" y="-678"/>
                    <a:pt x="247238" y="92"/>
                  </a:cubicBezTo>
                  <a:cubicBezTo>
                    <a:pt x="232269" y="862"/>
                    <a:pt x="216101" y="12153"/>
                    <a:pt x="209173" y="15660"/>
                  </a:cubicBezTo>
                  <a:cubicBezTo>
                    <a:pt x="202158" y="19167"/>
                    <a:pt x="202415" y="25326"/>
                    <a:pt x="199764" y="26353"/>
                  </a:cubicBezTo>
                  <a:cubicBezTo>
                    <a:pt x="197112" y="27379"/>
                    <a:pt x="195743" y="26353"/>
                    <a:pt x="195743" y="26353"/>
                  </a:cubicBezTo>
                  <a:cubicBezTo>
                    <a:pt x="182313" y="29860"/>
                    <a:pt x="174016" y="66300"/>
                    <a:pt x="175043" y="74939"/>
                  </a:cubicBezTo>
                  <a:cubicBezTo>
                    <a:pt x="176155" y="83579"/>
                    <a:pt x="180945" y="90764"/>
                    <a:pt x="180945" y="90764"/>
                  </a:cubicBezTo>
                  <a:cubicBezTo>
                    <a:pt x="174529" y="85375"/>
                    <a:pt x="175043" y="100943"/>
                    <a:pt x="174529" y="111978"/>
                  </a:cubicBezTo>
                  <a:cubicBezTo>
                    <a:pt x="174016" y="122927"/>
                    <a:pt x="182570" y="128572"/>
                    <a:pt x="185821" y="133705"/>
                  </a:cubicBezTo>
                  <a:cubicBezTo>
                    <a:pt x="189071" y="138837"/>
                    <a:pt x="196000" y="149016"/>
                    <a:pt x="199250" y="156202"/>
                  </a:cubicBezTo>
                  <a:cubicBezTo>
                    <a:pt x="201046" y="160308"/>
                    <a:pt x="201731" y="168263"/>
                    <a:pt x="201988" y="174251"/>
                  </a:cubicBezTo>
                  <a:lnTo>
                    <a:pt x="201474" y="174764"/>
                  </a:lnTo>
                  <a:cubicBezTo>
                    <a:pt x="200191" y="177245"/>
                    <a:pt x="195743" y="185713"/>
                    <a:pt x="193519" y="192642"/>
                  </a:cubicBezTo>
                  <a:lnTo>
                    <a:pt x="193091" y="193411"/>
                  </a:lnTo>
                  <a:lnTo>
                    <a:pt x="193519" y="192727"/>
                  </a:lnTo>
                  <a:cubicBezTo>
                    <a:pt x="192749" y="195208"/>
                    <a:pt x="192150" y="197432"/>
                    <a:pt x="192150" y="199228"/>
                  </a:cubicBezTo>
                  <a:cubicBezTo>
                    <a:pt x="192150" y="201880"/>
                    <a:pt x="191723" y="203676"/>
                    <a:pt x="190867" y="205045"/>
                  </a:cubicBezTo>
                  <a:cubicBezTo>
                    <a:pt x="191808" y="197603"/>
                    <a:pt x="192664" y="194694"/>
                    <a:pt x="193091" y="193497"/>
                  </a:cubicBezTo>
                  <a:cubicBezTo>
                    <a:pt x="190183" y="200083"/>
                    <a:pt x="174358" y="207525"/>
                    <a:pt x="174358" y="207525"/>
                  </a:cubicBezTo>
                  <a:cubicBezTo>
                    <a:pt x="145531" y="209749"/>
                    <a:pt x="111144" y="228483"/>
                    <a:pt x="103532" y="233016"/>
                  </a:cubicBezTo>
                  <a:cubicBezTo>
                    <a:pt x="95833" y="237635"/>
                    <a:pt x="95918" y="261843"/>
                    <a:pt x="84200" y="276898"/>
                  </a:cubicBezTo>
                  <a:cubicBezTo>
                    <a:pt x="72481" y="291953"/>
                    <a:pt x="46134" y="356621"/>
                    <a:pt x="35186" y="382710"/>
                  </a:cubicBezTo>
                  <a:cubicBezTo>
                    <a:pt x="26033" y="404437"/>
                    <a:pt x="14228" y="467565"/>
                    <a:pt x="10379" y="479199"/>
                  </a:cubicBezTo>
                  <a:cubicBezTo>
                    <a:pt x="6530" y="490832"/>
                    <a:pt x="3279" y="505032"/>
                    <a:pt x="3279" y="505032"/>
                  </a:cubicBezTo>
                  <a:cubicBezTo>
                    <a:pt x="1996" y="510506"/>
                    <a:pt x="371" y="519574"/>
                    <a:pt x="371" y="519574"/>
                  </a:cubicBezTo>
                  <a:cubicBezTo>
                    <a:pt x="-1597" y="553789"/>
                    <a:pt x="4904" y="592966"/>
                    <a:pt x="4904" y="592966"/>
                  </a:cubicBezTo>
                  <a:lnTo>
                    <a:pt x="8668" y="595704"/>
                  </a:lnTo>
                  <a:cubicBezTo>
                    <a:pt x="9096" y="601777"/>
                    <a:pt x="10122" y="608278"/>
                    <a:pt x="11747" y="609818"/>
                  </a:cubicBezTo>
                  <a:lnTo>
                    <a:pt x="12432" y="610673"/>
                  </a:lnTo>
                  <a:cubicBezTo>
                    <a:pt x="12432" y="610673"/>
                    <a:pt x="12090" y="609647"/>
                    <a:pt x="12945" y="608192"/>
                  </a:cubicBezTo>
                  <a:cubicBezTo>
                    <a:pt x="11833" y="612469"/>
                    <a:pt x="12859" y="617345"/>
                    <a:pt x="12859" y="623504"/>
                  </a:cubicBezTo>
                  <a:cubicBezTo>
                    <a:pt x="12859" y="631459"/>
                    <a:pt x="17906" y="636934"/>
                    <a:pt x="19617" y="641981"/>
                  </a:cubicBezTo>
                  <a:cubicBezTo>
                    <a:pt x="21328" y="647027"/>
                    <a:pt x="25092" y="654555"/>
                    <a:pt x="26375" y="658404"/>
                  </a:cubicBezTo>
                  <a:cubicBezTo>
                    <a:pt x="27658" y="662168"/>
                    <a:pt x="30994" y="664306"/>
                    <a:pt x="33560" y="667642"/>
                  </a:cubicBezTo>
                  <a:cubicBezTo>
                    <a:pt x="36041" y="670979"/>
                    <a:pt x="55458" y="671834"/>
                    <a:pt x="59222" y="670979"/>
                  </a:cubicBezTo>
                  <a:cubicBezTo>
                    <a:pt x="62986" y="670123"/>
                    <a:pt x="59650" y="665504"/>
                    <a:pt x="55458" y="664649"/>
                  </a:cubicBezTo>
                  <a:cubicBezTo>
                    <a:pt x="51267" y="663793"/>
                    <a:pt x="45365" y="662082"/>
                    <a:pt x="45792" y="659602"/>
                  </a:cubicBezTo>
                  <a:cubicBezTo>
                    <a:pt x="46220" y="657121"/>
                    <a:pt x="51267" y="658746"/>
                    <a:pt x="53748" y="659174"/>
                  </a:cubicBezTo>
                  <a:cubicBezTo>
                    <a:pt x="56228" y="659602"/>
                    <a:pt x="65980" y="659602"/>
                    <a:pt x="70599" y="662082"/>
                  </a:cubicBezTo>
                  <a:cubicBezTo>
                    <a:pt x="75218" y="664649"/>
                    <a:pt x="77100" y="658918"/>
                    <a:pt x="74961" y="654726"/>
                  </a:cubicBezTo>
                  <a:cubicBezTo>
                    <a:pt x="72823" y="650535"/>
                    <a:pt x="66835" y="647370"/>
                    <a:pt x="66835" y="647370"/>
                  </a:cubicBezTo>
                  <a:cubicBezTo>
                    <a:pt x="66835" y="647370"/>
                    <a:pt x="68973" y="648653"/>
                    <a:pt x="72309" y="643606"/>
                  </a:cubicBezTo>
                  <a:cubicBezTo>
                    <a:pt x="75646" y="638559"/>
                    <a:pt x="72309" y="629321"/>
                    <a:pt x="71454" y="624274"/>
                  </a:cubicBezTo>
                  <a:cubicBezTo>
                    <a:pt x="70599" y="619227"/>
                    <a:pt x="71882" y="614180"/>
                    <a:pt x="71882" y="606653"/>
                  </a:cubicBezTo>
                  <a:cubicBezTo>
                    <a:pt x="71882" y="603488"/>
                    <a:pt x="71454" y="600494"/>
                    <a:pt x="70684" y="597757"/>
                  </a:cubicBezTo>
                  <a:lnTo>
                    <a:pt x="71027" y="597757"/>
                  </a:lnTo>
                  <a:cubicBezTo>
                    <a:pt x="74619" y="597415"/>
                    <a:pt x="71711" y="592368"/>
                    <a:pt x="70513" y="578425"/>
                  </a:cubicBezTo>
                  <a:lnTo>
                    <a:pt x="70513" y="578425"/>
                  </a:lnTo>
                  <a:cubicBezTo>
                    <a:pt x="70513" y="578425"/>
                    <a:pt x="71968" y="576971"/>
                    <a:pt x="71968" y="576971"/>
                  </a:cubicBezTo>
                  <a:cubicBezTo>
                    <a:pt x="72908" y="566364"/>
                    <a:pt x="68888" y="534286"/>
                    <a:pt x="71197" y="522396"/>
                  </a:cubicBezTo>
                  <a:cubicBezTo>
                    <a:pt x="73422" y="510506"/>
                    <a:pt x="84456" y="510250"/>
                    <a:pt x="88477" y="470474"/>
                  </a:cubicBezTo>
                  <a:cubicBezTo>
                    <a:pt x="90786" y="447207"/>
                    <a:pt x="103959" y="426934"/>
                    <a:pt x="103959" y="426934"/>
                  </a:cubicBezTo>
                  <a:cubicBezTo>
                    <a:pt x="109776" y="413419"/>
                    <a:pt x="112684" y="399818"/>
                    <a:pt x="112684" y="427875"/>
                  </a:cubicBezTo>
                  <a:cubicBezTo>
                    <a:pt x="112684" y="448062"/>
                    <a:pt x="119014" y="517863"/>
                    <a:pt x="115592" y="529496"/>
                  </a:cubicBezTo>
                  <a:cubicBezTo>
                    <a:pt x="101649" y="577655"/>
                    <a:pt x="101051" y="594078"/>
                    <a:pt x="100110" y="599211"/>
                  </a:cubicBezTo>
                  <a:cubicBezTo>
                    <a:pt x="98143" y="609818"/>
                    <a:pt x="105926" y="629235"/>
                    <a:pt x="105926" y="629235"/>
                  </a:cubicBezTo>
                  <a:cubicBezTo>
                    <a:pt x="107124" y="630433"/>
                    <a:pt x="108322" y="631545"/>
                    <a:pt x="109690" y="632742"/>
                  </a:cubicBezTo>
                  <a:cubicBezTo>
                    <a:pt x="109776" y="634111"/>
                    <a:pt x="109861" y="635480"/>
                    <a:pt x="109947" y="636934"/>
                  </a:cubicBezTo>
                  <a:lnTo>
                    <a:pt x="109690" y="636421"/>
                  </a:lnTo>
                  <a:cubicBezTo>
                    <a:pt x="109690" y="637105"/>
                    <a:pt x="109861" y="638388"/>
                    <a:pt x="110203" y="639928"/>
                  </a:cubicBezTo>
                  <a:cubicBezTo>
                    <a:pt x="110717" y="646429"/>
                    <a:pt x="111144" y="653272"/>
                    <a:pt x="111401" y="659345"/>
                  </a:cubicBezTo>
                  <a:cubicBezTo>
                    <a:pt x="111914" y="674486"/>
                    <a:pt x="106867" y="681243"/>
                    <a:pt x="106867" y="690738"/>
                  </a:cubicBezTo>
                  <a:cubicBezTo>
                    <a:pt x="106867" y="700233"/>
                    <a:pt x="113026" y="730001"/>
                    <a:pt x="113625" y="745141"/>
                  </a:cubicBezTo>
                  <a:cubicBezTo>
                    <a:pt x="114224" y="760282"/>
                    <a:pt x="122607" y="815198"/>
                    <a:pt x="124232" y="820844"/>
                  </a:cubicBezTo>
                  <a:cubicBezTo>
                    <a:pt x="125943" y="826404"/>
                    <a:pt x="129877" y="842143"/>
                    <a:pt x="131503" y="848901"/>
                  </a:cubicBezTo>
                  <a:cubicBezTo>
                    <a:pt x="133214" y="855658"/>
                    <a:pt x="134839" y="873536"/>
                    <a:pt x="134839" y="882518"/>
                  </a:cubicBezTo>
                  <a:cubicBezTo>
                    <a:pt x="134839" y="891500"/>
                    <a:pt x="138175" y="941369"/>
                    <a:pt x="139886" y="954884"/>
                  </a:cubicBezTo>
                  <a:cubicBezTo>
                    <a:pt x="141597" y="968314"/>
                    <a:pt x="146558" y="1014334"/>
                    <a:pt x="148867" y="1027165"/>
                  </a:cubicBezTo>
                  <a:cubicBezTo>
                    <a:pt x="151092" y="1040082"/>
                    <a:pt x="155625" y="1059157"/>
                    <a:pt x="153914" y="1074297"/>
                  </a:cubicBezTo>
                  <a:cubicBezTo>
                    <a:pt x="152204" y="1089438"/>
                    <a:pt x="148867" y="1102868"/>
                    <a:pt x="152802" y="1120232"/>
                  </a:cubicBezTo>
                  <a:cubicBezTo>
                    <a:pt x="156737" y="1137597"/>
                    <a:pt x="179148" y="1166252"/>
                    <a:pt x="183083" y="1175148"/>
                  </a:cubicBezTo>
                  <a:cubicBezTo>
                    <a:pt x="187018" y="1184130"/>
                    <a:pt x="186419" y="1190289"/>
                    <a:pt x="184195" y="1199271"/>
                  </a:cubicBezTo>
                  <a:cubicBezTo>
                    <a:pt x="181971" y="1208252"/>
                    <a:pt x="175727" y="1217747"/>
                    <a:pt x="176326" y="1227841"/>
                  </a:cubicBezTo>
                  <a:cubicBezTo>
                    <a:pt x="176924" y="1237935"/>
                    <a:pt x="177437" y="1240757"/>
                    <a:pt x="177437" y="1240757"/>
                  </a:cubicBezTo>
                  <a:cubicBezTo>
                    <a:pt x="177437" y="1240757"/>
                    <a:pt x="156651" y="1259234"/>
                    <a:pt x="151690" y="1262057"/>
                  </a:cubicBezTo>
                  <a:cubicBezTo>
                    <a:pt x="146643" y="1264879"/>
                    <a:pt x="146045" y="1269328"/>
                    <a:pt x="147157" y="1272663"/>
                  </a:cubicBezTo>
                  <a:cubicBezTo>
                    <a:pt x="148269" y="1276000"/>
                    <a:pt x="141511" y="1277710"/>
                    <a:pt x="144932" y="1280533"/>
                  </a:cubicBezTo>
                  <a:cubicBezTo>
                    <a:pt x="148269" y="1283356"/>
                    <a:pt x="151690" y="1285580"/>
                    <a:pt x="171792" y="1285580"/>
                  </a:cubicBezTo>
                  <a:cubicBezTo>
                    <a:pt x="191894" y="1285580"/>
                    <a:pt x="221662" y="1279935"/>
                    <a:pt x="226794" y="1278822"/>
                  </a:cubicBezTo>
                  <a:lnTo>
                    <a:pt x="231841" y="1277710"/>
                  </a:lnTo>
                  <a:lnTo>
                    <a:pt x="231328" y="1288403"/>
                  </a:lnTo>
                  <a:lnTo>
                    <a:pt x="340647" y="1289515"/>
                  </a:lnTo>
                  <a:cubicBezTo>
                    <a:pt x="340647" y="1289515"/>
                    <a:pt x="343983" y="1283869"/>
                    <a:pt x="342871" y="1277197"/>
                  </a:cubicBezTo>
                  <a:cubicBezTo>
                    <a:pt x="341759" y="1270525"/>
                    <a:pt x="344582" y="1274374"/>
                    <a:pt x="341759" y="1270525"/>
                  </a:cubicBezTo>
                  <a:cubicBezTo>
                    <a:pt x="338936" y="1266590"/>
                    <a:pt x="327730" y="1260431"/>
                    <a:pt x="327730" y="1254786"/>
                  </a:cubicBezTo>
                  <a:cubicBezTo>
                    <a:pt x="327730" y="1249140"/>
                    <a:pt x="349628" y="1250851"/>
                    <a:pt x="349628" y="1250851"/>
                  </a:cubicBezTo>
                  <a:cubicBezTo>
                    <a:pt x="349628" y="1250851"/>
                    <a:pt x="350142" y="1221083"/>
                    <a:pt x="352965" y="1207140"/>
                  </a:cubicBezTo>
                  <a:cubicBezTo>
                    <a:pt x="355788" y="1193112"/>
                    <a:pt x="346806" y="1116297"/>
                    <a:pt x="347918" y="1088240"/>
                  </a:cubicBezTo>
                  <a:cubicBezTo>
                    <a:pt x="349030" y="1060183"/>
                    <a:pt x="342272" y="1021519"/>
                    <a:pt x="346207" y="995173"/>
                  </a:cubicBezTo>
                  <a:cubicBezTo>
                    <a:pt x="350142" y="968827"/>
                    <a:pt x="363571" y="854461"/>
                    <a:pt x="368105" y="819732"/>
                  </a:cubicBezTo>
                  <a:cubicBezTo>
                    <a:pt x="372554" y="785003"/>
                    <a:pt x="373665" y="747964"/>
                    <a:pt x="378199" y="732824"/>
                  </a:cubicBezTo>
                  <a:cubicBezTo>
                    <a:pt x="382647" y="717683"/>
                    <a:pt x="382647" y="715459"/>
                    <a:pt x="382647" y="699207"/>
                  </a:cubicBezTo>
                  <a:cubicBezTo>
                    <a:pt x="382647" y="682954"/>
                    <a:pt x="378712" y="675683"/>
                    <a:pt x="382048" y="669524"/>
                  </a:cubicBezTo>
                  <a:cubicBezTo>
                    <a:pt x="384786" y="664478"/>
                    <a:pt x="377857" y="640612"/>
                    <a:pt x="372211" y="624274"/>
                  </a:cubicBezTo>
                  <a:cubicBezTo>
                    <a:pt x="381364" y="601178"/>
                    <a:pt x="365282" y="551737"/>
                    <a:pt x="365282" y="551737"/>
                  </a:cubicBezTo>
                  <a:cubicBezTo>
                    <a:pt x="363315" y="531720"/>
                    <a:pt x="360920" y="501439"/>
                    <a:pt x="359466" y="490747"/>
                  </a:cubicBezTo>
                  <a:cubicBezTo>
                    <a:pt x="358012" y="480054"/>
                    <a:pt x="350741" y="450543"/>
                    <a:pt x="349287" y="433606"/>
                  </a:cubicBezTo>
                  <a:cubicBezTo>
                    <a:pt x="349287" y="433606"/>
                    <a:pt x="351511" y="401786"/>
                    <a:pt x="353050" y="395712"/>
                  </a:cubicBezTo>
                  <a:lnTo>
                    <a:pt x="353649" y="394857"/>
                  </a:lnTo>
                  <a:cubicBezTo>
                    <a:pt x="355103" y="398279"/>
                    <a:pt x="362032" y="398107"/>
                    <a:pt x="365881" y="416156"/>
                  </a:cubicBezTo>
                  <a:cubicBezTo>
                    <a:pt x="368790" y="429928"/>
                    <a:pt x="369559" y="436344"/>
                    <a:pt x="374948" y="450372"/>
                  </a:cubicBezTo>
                  <a:cubicBezTo>
                    <a:pt x="380252" y="464400"/>
                    <a:pt x="379311" y="457814"/>
                    <a:pt x="384614" y="468421"/>
                  </a:cubicBezTo>
                  <a:cubicBezTo>
                    <a:pt x="389918" y="479028"/>
                    <a:pt x="391030" y="503321"/>
                    <a:pt x="393767" y="525989"/>
                  </a:cubicBezTo>
                  <a:cubicBezTo>
                    <a:pt x="396162" y="546176"/>
                    <a:pt x="397617" y="550197"/>
                    <a:pt x="397617" y="556441"/>
                  </a:cubicBezTo>
                  <a:lnTo>
                    <a:pt x="399584" y="559093"/>
                  </a:lnTo>
                  <a:cubicBezTo>
                    <a:pt x="399669" y="560547"/>
                    <a:pt x="399926" y="562942"/>
                    <a:pt x="400354" y="563199"/>
                  </a:cubicBezTo>
                  <a:cubicBezTo>
                    <a:pt x="400781" y="563455"/>
                    <a:pt x="400183" y="573121"/>
                    <a:pt x="408223" y="576543"/>
                  </a:cubicBezTo>
                  <a:lnTo>
                    <a:pt x="408138" y="576543"/>
                  </a:lnTo>
                  <a:cubicBezTo>
                    <a:pt x="408138" y="576543"/>
                    <a:pt x="410276" y="589117"/>
                    <a:pt x="408565" y="594592"/>
                  </a:cubicBezTo>
                  <a:cubicBezTo>
                    <a:pt x="406854" y="600066"/>
                    <a:pt x="404374" y="613496"/>
                    <a:pt x="403519" y="621537"/>
                  </a:cubicBezTo>
                  <a:cubicBezTo>
                    <a:pt x="402663" y="629492"/>
                    <a:pt x="402236" y="638816"/>
                    <a:pt x="402236" y="644632"/>
                  </a:cubicBezTo>
                  <a:cubicBezTo>
                    <a:pt x="402236" y="650449"/>
                    <a:pt x="400952" y="658062"/>
                    <a:pt x="400952" y="660201"/>
                  </a:cubicBezTo>
                  <a:cubicBezTo>
                    <a:pt x="400952" y="662339"/>
                    <a:pt x="402236" y="663964"/>
                    <a:pt x="405572" y="661911"/>
                  </a:cubicBezTo>
                  <a:cubicBezTo>
                    <a:pt x="408908" y="659773"/>
                    <a:pt x="411902" y="656437"/>
                    <a:pt x="413527" y="651818"/>
                  </a:cubicBezTo>
                  <a:cubicBezTo>
                    <a:pt x="415238" y="647198"/>
                    <a:pt x="414382" y="630347"/>
                    <a:pt x="417291" y="629920"/>
                  </a:cubicBezTo>
                  <a:cubicBezTo>
                    <a:pt x="420284" y="629492"/>
                    <a:pt x="423193" y="639586"/>
                    <a:pt x="426529" y="644632"/>
                  </a:cubicBezTo>
                  <a:cubicBezTo>
                    <a:pt x="429865" y="649679"/>
                    <a:pt x="432431" y="657207"/>
                    <a:pt x="432859" y="661826"/>
                  </a:cubicBezTo>
                  <a:cubicBezTo>
                    <a:pt x="433286" y="666445"/>
                    <a:pt x="431576" y="674400"/>
                    <a:pt x="432003" y="676111"/>
                  </a:cubicBezTo>
                  <a:cubicBezTo>
                    <a:pt x="432431" y="677822"/>
                    <a:pt x="434484" y="678592"/>
                    <a:pt x="435767" y="677822"/>
                  </a:cubicBezTo>
                  <a:cubicBezTo>
                    <a:pt x="437050" y="676966"/>
                    <a:pt x="442525" y="669011"/>
                    <a:pt x="443380" y="666873"/>
                  </a:cubicBezTo>
                  <a:cubicBezTo>
                    <a:pt x="444235" y="664734"/>
                    <a:pt x="447144" y="663023"/>
                    <a:pt x="449710" y="658490"/>
                  </a:cubicBezTo>
                  <a:cubicBezTo>
                    <a:pt x="452191" y="653871"/>
                    <a:pt x="450993" y="648396"/>
                    <a:pt x="452618" y="646343"/>
                  </a:cubicBezTo>
                  <a:cubicBezTo>
                    <a:pt x="454329" y="644205"/>
                    <a:pt x="457237" y="640441"/>
                    <a:pt x="457665" y="637960"/>
                  </a:cubicBezTo>
                  <a:cubicBezTo>
                    <a:pt x="458093" y="635394"/>
                    <a:pt x="457237" y="631203"/>
                    <a:pt x="458093" y="628294"/>
                  </a:cubicBezTo>
                  <a:cubicBezTo>
                    <a:pt x="458948" y="625300"/>
                    <a:pt x="460232" y="620681"/>
                    <a:pt x="460232" y="618628"/>
                  </a:cubicBezTo>
                  <a:lnTo>
                    <a:pt x="460232" y="618628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F5A715E3-B5DA-1E6A-5DA9-CE6449316EBC}"/>
                </a:ext>
              </a:extLst>
            </p:cNvPr>
            <p:cNvSpPr/>
            <p:nvPr/>
          </p:nvSpPr>
          <p:spPr>
            <a:xfrm>
              <a:off x="-3960654" y="2577511"/>
              <a:ext cx="416522" cy="1268917"/>
            </a:xfrm>
            <a:custGeom>
              <a:avLst/>
              <a:gdLst>
                <a:gd name="connsiteX0" fmla="*/ 180164 w 416522"/>
                <a:gd name="connsiteY0" fmla="*/ 944951 h 1268917"/>
                <a:gd name="connsiteX1" fmla="*/ 171439 w 416522"/>
                <a:gd name="connsiteY1" fmla="*/ 904661 h 1268917"/>
                <a:gd name="connsiteX2" fmla="*/ 171781 w 416522"/>
                <a:gd name="connsiteY2" fmla="*/ 902438 h 1268917"/>
                <a:gd name="connsiteX3" fmla="*/ 172551 w 416522"/>
                <a:gd name="connsiteY3" fmla="*/ 898674 h 1268917"/>
                <a:gd name="connsiteX4" fmla="*/ 172380 w 416522"/>
                <a:gd name="connsiteY4" fmla="*/ 896108 h 1268917"/>
                <a:gd name="connsiteX5" fmla="*/ 170926 w 416522"/>
                <a:gd name="connsiteY5" fmla="*/ 873611 h 1268917"/>
                <a:gd name="connsiteX6" fmla="*/ 178026 w 416522"/>
                <a:gd name="connsiteY6" fmla="*/ 852311 h 1268917"/>
                <a:gd name="connsiteX7" fmla="*/ 180849 w 416522"/>
                <a:gd name="connsiteY7" fmla="*/ 847863 h 1268917"/>
                <a:gd name="connsiteX8" fmla="*/ 183415 w 416522"/>
                <a:gd name="connsiteY8" fmla="*/ 843672 h 1268917"/>
                <a:gd name="connsiteX9" fmla="*/ 194877 w 416522"/>
                <a:gd name="connsiteY9" fmla="*/ 803982 h 1268917"/>
                <a:gd name="connsiteX10" fmla="*/ 180164 w 416522"/>
                <a:gd name="connsiteY10" fmla="*/ 944951 h 1268917"/>
                <a:gd name="connsiteX11" fmla="*/ 180164 w 416522"/>
                <a:gd name="connsiteY11" fmla="*/ 944951 h 1268917"/>
                <a:gd name="connsiteX12" fmla="*/ 146291 w 416522"/>
                <a:gd name="connsiteY12" fmla="*/ 112822 h 1268917"/>
                <a:gd name="connsiteX13" fmla="*/ 152364 w 416522"/>
                <a:gd name="connsiteY13" fmla="*/ 98965 h 1268917"/>
                <a:gd name="connsiteX14" fmla="*/ 155700 w 416522"/>
                <a:gd name="connsiteY14" fmla="*/ 102215 h 1268917"/>
                <a:gd name="connsiteX15" fmla="*/ 157325 w 416522"/>
                <a:gd name="connsiteY15" fmla="*/ 125910 h 1268917"/>
                <a:gd name="connsiteX16" fmla="*/ 157838 w 416522"/>
                <a:gd name="connsiteY16" fmla="*/ 129246 h 1268917"/>
                <a:gd name="connsiteX17" fmla="*/ 140217 w 416522"/>
                <a:gd name="connsiteY17" fmla="*/ 127535 h 1268917"/>
                <a:gd name="connsiteX18" fmla="*/ 146291 w 416522"/>
                <a:gd name="connsiteY18" fmla="*/ 112822 h 1268917"/>
                <a:gd name="connsiteX19" fmla="*/ 146291 w 416522"/>
                <a:gd name="connsiteY19" fmla="*/ 112822 h 1268917"/>
                <a:gd name="connsiteX20" fmla="*/ 323272 w 416522"/>
                <a:gd name="connsiteY20" fmla="*/ 397840 h 1268917"/>
                <a:gd name="connsiteX21" fmla="*/ 326095 w 416522"/>
                <a:gd name="connsiteY21" fmla="*/ 352932 h 1268917"/>
                <a:gd name="connsiteX22" fmla="*/ 326693 w 416522"/>
                <a:gd name="connsiteY22" fmla="*/ 393734 h 1268917"/>
                <a:gd name="connsiteX23" fmla="*/ 328575 w 416522"/>
                <a:gd name="connsiteY23" fmla="*/ 443518 h 1268917"/>
                <a:gd name="connsiteX24" fmla="*/ 328575 w 416522"/>
                <a:gd name="connsiteY24" fmla="*/ 484834 h 1268917"/>
                <a:gd name="connsiteX25" fmla="*/ 326437 w 416522"/>
                <a:gd name="connsiteY25" fmla="*/ 502198 h 1268917"/>
                <a:gd name="connsiteX26" fmla="*/ 323186 w 416522"/>
                <a:gd name="connsiteY26" fmla="*/ 397754 h 1268917"/>
                <a:gd name="connsiteX27" fmla="*/ 323186 w 416522"/>
                <a:gd name="connsiteY27" fmla="*/ 397754 h 1268917"/>
                <a:gd name="connsiteX28" fmla="*/ 391618 w 416522"/>
                <a:gd name="connsiteY28" fmla="*/ 236855 h 1268917"/>
                <a:gd name="connsiteX29" fmla="*/ 381268 w 416522"/>
                <a:gd name="connsiteY29" fmla="*/ 203066 h 1268917"/>
                <a:gd name="connsiteX30" fmla="*/ 301374 w 416522"/>
                <a:gd name="connsiteY30" fmla="*/ 168252 h 1268917"/>
                <a:gd name="connsiteX31" fmla="*/ 269296 w 416522"/>
                <a:gd name="connsiteY31" fmla="*/ 146867 h 1268917"/>
                <a:gd name="connsiteX32" fmla="*/ 265020 w 416522"/>
                <a:gd name="connsiteY32" fmla="*/ 144386 h 1268917"/>
                <a:gd name="connsiteX33" fmla="*/ 263052 w 416522"/>
                <a:gd name="connsiteY33" fmla="*/ 143788 h 1268917"/>
                <a:gd name="connsiteX34" fmla="*/ 269125 w 416522"/>
                <a:gd name="connsiteY34" fmla="*/ 118553 h 1268917"/>
                <a:gd name="connsiteX35" fmla="*/ 280588 w 416522"/>
                <a:gd name="connsiteY35" fmla="*/ 116073 h 1268917"/>
                <a:gd name="connsiteX36" fmla="*/ 288714 w 416522"/>
                <a:gd name="connsiteY36" fmla="*/ 81771 h 1268917"/>
                <a:gd name="connsiteX37" fmla="*/ 279732 w 416522"/>
                <a:gd name="connsiteY37" fmla="*/ 82541 h 1268917"/>
                <a:gd name="connsiteX38" fmla="*/ 284608 w 416522"/>
                <a:gd name="connsiteY38" fmla="*/ 52346 h 1268917"/>
                <a:gd name="connsiteX39" fmla="*/ 233199 w 416522"/>
                <a:gd name="connsiteY39" fmla="*/ 1279 h 1268917"/>
                <a:gd name="connsiteX40" fmla="*/ 157240 w 416522"/>
                <a:gd name="connsiteY40" fmla="*/ 59617 h 1268917"/>
                <a:gd name="connsiteX41" fmla="*/ 157240 w 416522"/>
                <a:gd name="connsiteY41" fmla="*/ 65348 h 1268917"/>
                <a:gd name="connsiteX42" fmla="*/ 148258 w 416522"/>
                <a:gd name="connsiteY42" fmla="*/ 68598 h 1268917"/>
                <a:gd name="connsiteX43" fmla="*/ 150739 w 416522"/>
                <a:gd name="connsiteY43" fmla="*/ 84936 h 1268917"/>
                <a:gd name="connsiteX44" fmla="*/ 129097 w 416522"/>
                <a:gd name="connsiteY44" fmla="*/ 119238 h 1268917"/>
                <a:gd name="connsiteX45" fmla="*/ 111989 w 416522"/>
                <a:gd name="connsiteY45" fmla="*/ 138826 h 1268917"/>
                <a:gd name="connsiteX46" fmla="*/ 108397 w 416522"/>
                <a:gd name="connsiteY46" fmla="*/ 151999 h 1268917"/>
                <a:gd name="connsiteX47" fmla="*/ 98388 w 416522"/>
                <a:gd name="connsiteY47" fmla="*/ 155849 h 1268917"/>
                <a:gd name="connsiteX48" fmla="*/ 48604 w 416522"/>
                <a:gd name="connsiteY48" fmla="*/ 179372 h 1268917"/>
                <a:gd name="connsiteX49" fmla="*/ 33550 w 416522"/>
                <a:gd name="connsiteY49" fmla="*/ 207600 h 1268917"/>
                <a:gd name="connsiteX50" fmla="*/ 17554 w 416522"/>
                <a:gd name="connsiteY50" fmla="*/ 264912 h 1268917"/>
                <a:gd name="connsiteX51" fmla="*/ 1216 w 416522"/>
                <a:gd name="connsiteY51" fmla="*/ 333771 h 1268917"/>
                <a:gd name="connsiteX52" fmla="*/ 1558 w 416522"/>
                <a:gd name="connsiteY52" fmla="*/ 367388 h 1268917"/>
                <a:gd name="connsiteX53" fmla="*/ 19435 w 416522"/>
                <a:gd name="connsiteY53" fmla="*/ 400235 h 1268917"/>
                <a:gd name="connsiteX54" fmla="*/ 60751 w 416522"/>
                <a:gd name="connsiteY54" fmla="*/ 402117 h 1268917"/>
                <a:gd name="connsiteX55" fmla="*/ 63830 w 416522"/>
                <a:gd name="connsiteY55" fmla="*/ 409987 h 1268917"/>
                <a:gd name="connsiteX56" fmla="*/ 61692 w 416522"/>
                <a:gd name="connsiteY56" fmla="*/ 498007 h 1268917"/>
                <a:gd name="connsiteX57" fmla="*/ 57928 w 416522"/>
                <a:gd name="connsiteY57" fmla="*/ 574137 h 1268917"/>
                <a:gd name="connsiteX58" fmla="*/ 53138 w 416522"/>
                <a:gd name="connsiteY58" fmla="*/ 616051 h 1268917"/>
                <a:gd name="connsiteX59" fmla="*/ 50315 w 416522"/>
                <a:gd name="connsiteY59" fmla="*/ 629481 h 1268917"/>
                <a:gd name="connsiteX60" fmla="*/ 41334 w 416522"/>
                <a:gd name="connsiteY60" fmla="*/ 747012 h 1268917"/>
                <a:gd name="connsiteX61" fmla="*/ 47065 w 416522"/>
                <a:gd name="connsiteY61" fmla="*/ 830328 h 1268917"/>
                <a:gd name="connsiteX62" fmla="*/ 54421 w 416522"/>
                <a:gd name="connsiteY62" fmla="*/ 895594 h 1268917"/>
                <a:gd name="connsiteX63" fmla="*/ 117293 w 416522"/>
                <a:gd name="connsiteY63" fmla="*/ 997643 h 1268917"/>
                <a:gd name="connsiteX64" fmla="*/ 158951 w 416522"/>
                <a:gd name="connsiteY64" fmla="*/ 1051533 h 1268917"/>
                <a:gd name="connsiteX65" fmla="*/ 163056 w 416522"/>
                <a:gd name="connsiteY65" fmla="*/ 1071977 h 1268917"/>
                <a:gd name="connsiteX66" fmla="*/ 165537 w 416522"/>
                <a:gd name="connsiteY66" fmla="*/ 1099777 h 1268917"/>
                <a:gd name="connsiteX67" fmla="*/ 168018 w 416522"/>
                <a:gd name="connsiteY67" fmla="*/ 1134848 h 1268917"/>
                <a:gd name="connsiteX68" fmla="*/ 157411 w 416522"/>
                <a:gd name="connsiteY68" fmla="*/ 1153582 h 1268917"/>
                <a:gd name="connsiteX69" fmla="*/ 142698 w 416522"/>
                <a:gd name="connsiteY69" fmla="*/ 1186258 h 1268917"/>
                <a:gd name="connsiteX70" fmla="*/ 159806 w 416522"/>
                <a:gd name="connsiteY70" fmla="*/ 1208327 h 1268917"/>
                <a:gd name="connsiteX71" fmla="*/ 164682 w 416522"/>
                <a:gd name="connsiteY71" fmla="*/ 1218934 h 1268917"/>
                <a:gd name="connsiteX72" fmla="*/ 154845 w 416522"/>
                <a:gd name="connsiteY72" fmla="*/ 1248274 h 1268917"/>
                <a:gd name="connsiteX73" fmla="*/ 153219 w 416522"/>
                <a:gd name="connsiteY73" fmla="*/ 1267093 h 1268917"/>
                <a:gd name="connsiteX74" fmla="*/ 210360 w 416522"/>
                <a:gd name="connsiteY74" fmla="*/ 1267093 h 1268917"/>
                <a:gd name="connsiteX75" fmla="*/ 229093 w 416522"/>
                <a:gd name="connsiteY75" fmla="*/ 1258111 h 1268917"/>
                <a:gd name="connsiteX76" fmla="*/ 229948 w 416522"/>
                <a:gd name="connsiteY76" fmla="*/ 1236042 h 1268917"/>
                <a:gd name="connsiteX77" fmla="*/ 228323 w 416522"/>
                <a:gd name="connsiteY77" fmla="*/ 1209867 h 1268917"/>
                <a:gd name="connsiteX78" fmla="*/ 229948 w 416522"/>
                <a:gd name="connsiteY78" fmla="*/ 1182152 h 1268917"/>
                <a:gd name="connsiteX79" fmla="*/ 244661 w 416522"/>
                <a:gd name="connsiteY79" fmla="*/ 1176421 h 1268917"/>
                <a:gd name="connsiteX80" fmla="*/ 253643 w 416522"/>
                <a:gd name="connsiteY80" fmla="*/ 1151956 h 1268917"/>
                <a:gd name="connsiteX81" fmla="*/ 256123 w 416522"/>
                <a:gd name="connsiteY81" fmla="*/ 1125011 h 1268917"/>
                <a:gd name="connsiteX82" fmla="*/ 270836 w 416522"/>
                <a:gd name="connsiteY82" fmla="*/ 1104567 h 1268917"/>
                <a:gd name="connsiteX83" fmla="*/ 270836 w 416522"/>
                <a:gd name="connsiteY83" fmla="*/ 1075997 h 1268917"/>
                <a:gd name="connsiteX84" fmla="*/ 283924 w 416522"/>
                <a:gd name="connsiteY84" fmla="*/ 1038445 h 1268917"/>
                <a:gd name="connsiteX85" fmla="*/ 293761 w 416522"/>
                <a:gd name="connsiteY85" fmla="*/ 974804 h 1268917"/>
                <a:gd name="connsiteX86" fmla="*/ 294616 w 416522"/>
                <a:gd name="connsiteY86" fmla="*/ 938022 h 1268917"/>
                <a:gd name="connsiteX87" fmla="*/ 302742 w 416522"/>
                <a:gd name="connsiteY87" fmla="*/ 860438 h 1268917"/>
                <a:gd name="connsiteX88" fmla="*/ 305223 w 416522"/>
                <a:gd name="connsiteY88" fmla="*/ 795941 h 1268917"/>
                <a:gd name="connsiteX89" fmla="*/ 315060 w 416522"/>
                <a:gd name="connsiteY89" fmla="*/ 731444 h 1268917"/>
                <a:gd name="connsiteX90" fmla="*/ 320791 w 416522"/>
                <a:gd name="connsiteY90" fmla="*/ 699623 h 1268917"/>
                <a:gd name="connsiteX91" fmla="*/ 325667 w 416522"/>
                <a:gd name="connsiteY91" fmla="*/ 679179 h 1268917"/>
                <a:gd name="connsiteX92" fmla="*/ 333023 w 416522"/>
                <a:gd name="connsiteY92" fmla="*/ 661216 h 1268917"/>
                <a:gd name="connsiteX93" fmla="*/ 338755 w 416522"/>
                <a:gd name="connsiteY93" fmla="*/ 640002 h 1268917"/>
                <a:gd name="connsiteX94" fmla="*/ 341235 w 416522"/>
                <a:gd name="connsiteY94" fmla="*/ 612287 h 1268917"/>
                <a:gd name="connsiteX95" fmla="*/ 346966 w 416522"/>
                <a:gd name="connsiteY95" fmla="*/ 586198 h 1268917"/>
                <a:gd name="connsiteX96" fmla="*/ 356205 w 416522"/>
                <a:gd name="connsiteY96" fmla="*/ 587823 h 1268917"/>
                <a:gd name="connsiteX97" fmla="*/ 364673 w 416522"/>
                <a:gd name="connsiteY97" fmla="*/ 570459 h 1268917"/>
                <a:gd name="connsiteX98" fmla="*/ 364673 w 416522"/>
                <a:gd name="connsiteY98" fmla="*/ 572255 h 1268917"/>
                <a:gd name="connsiteX99" fmla="*/ 399402 w 416522"/>
                <a:gd name="connsiteY99" fmla="*/ 514003 h 1268917"/>
                <a:gd name="connsiteX100" fmla="*/ 416339 w 416522"/>
                <a:gd name="connsiteY100" fmla="*/ 449164 h 1268917"/>
                <a:gd name="connsiteX101" fmla="*/ 416339 w 416522"/>
                <a:gd name="connsiteY101" fmla="*/ 370211 h 1268917"/>
                <a:gd name="connsiteX102" fmla="*/ 403166 w 416522"/>
                <a:gd name="connsiteY102" fmla="*/ 297844 h 1268917"/>
                <a:gd name="connsiteX103" fmla="*/ 391874 w 416522"/>
                <a:gd name="connsiteY103" fmla="*/ 236769 h 1268917"/>
                <a:gd name="connsiteX104" fmla="*/ 391874 w 416522"/>
                <a:gd name="connsiteY104" fmla="*/ 236769 h 12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416522" h="1268917">
                  <a:moveTo>
                    <a:pt x="180164" y="944951"/>
                  </a:moveTo>
                  <a:cubicBezTo>
                    <a:pt x="178539" y="931863"/>
                    <a:pt x="169301" y="918861"/>
                    <a:pt x="171439" y="904661"/>
                  </a:cubicBezTo>
                  <a:lnTo>
                    <a:pt x="171781" y="902438"/>
                  </a:lnTo>
                  <a:cubicBezTo>
                    <a:pt x="172295" y="901582"/>
                    <a:pt x="172551" y="900470"/>
                    <a:pt x="172551" y="898674"/>
                  </a:cubicBezTo>
                  <a:lnTo>
                    <a:pt x="172380" y="896108"/>
                  </a:lnTo>
                  <a:cubicBezTo>
                    <a:pt x="172893" y="888238"/>
                    <a:pt x="171696" y="883619"/>
                    <a:pt x="170926" y="873611"/>
                  </a:cubicBezTo>
                  <a:cubicBezTo>
                    <a:pt x="170071" y="863346"/>
                    <a:pt x="172295" y="861036"/>
                    <a:pt x="178026" y="852311"/>
                  </a:cubicBezTo>
                  <a:cubicBezTo>
                    <a:pt x="178881" y="851712"/>
                    <a:pt x="179822" y="850087"/>
                    <a:pt x="180849" y="847863"/>
                  </a:cubicBezTo>
                  <a:cubicBezTo>
                    <a:pt x="181618" y="846580"/>
                    <a:pt x="182474" y="845297"/>
                    <a:pt x="183415" y="843672"/>
                  </a:cubicBezTo>
                  <a:cubicBezTo>
                    <a:pt x="193252" y="826820"/>
                    <a:pt x="194877" y="803982"/>
                    <a:pt x="194877" y="803982"/>
                  </a:cubicBezTo>
                  <a:cubicBezTo>
                    <a:pt x="197101" y="843672"/>
                    <a:pt x="181789" y="958038"/>
                    <a:pt x="180164" y="944951"/>
                  </a:cubicBezTo>
                  <a:lnTo>
                    <a:pt x="180164" y="944951"/>
                  </a:lnTo>
                  <a:close/>
                  <a:moveTo>
                    <a:pt x="146291" y="112822"/>
                  </a:moveTo>
                  <a:cubicBezTo>
                    <a:pt x="148343" y="109144"/>
                    <a:pt x="150653" y="103841"/>
                    <a:pt x="152364" y="98965"/>
                  </a:cubicBezTo>
                  <a:cubicBezTo>
                    <a:pt x="153134" y="100248"/>
                    <a:pt x="154160" y="101445"/>
                    <a:pt x="155700" y="102215"/>
                  </a:cubicBezTo>
                  <a:cubicBezTo>
                    <a:pt x="155700" y="102215"/>
                    <a:pt x="156470" y="119323"/>
                    <a:pt x="157325" y="125910"/>
                  </a:cubicBezTo>
                  <a:cubicBezTo>
                    <a:pt x="157411" y="126680"/>
                    <a:pt x="157582" y="127792"/>
                    <a:pt x="157838" y="129246"/>
                  </a:cubicBezTo>
                  <a:cubicBezTo>
                    <a:pt x="152963" y="129417"/>
                    <a:pt x="141671" y="130101"/>
                    <a:pt x="140217" y="127535"/>
                  </a:cubicBezTo>
                  <a:cubicBezTo>
                    <a:pt x="138592" y="124712"/>
                    <a:pt x="142270" y="120179"/>
                    <a:pt x="146291" y="112822"/>
                  </a:cubicBezTo>
                  <a:lnTo>
                    <a:pt x="146291" y="112822"/>
                  </a:lnTo>
                  <a:close/>
                  <a:moveTo>
                    <a:pt x="323272" y="397840"/>
                  </a:moveTo>
                  <a:cubicBezTo>
                    <a:pt x="322331" y="380903"/>
                    <a:pt x="324555" y="367730"/>
                    <a:pt x="326095" y="352932"/>
                  </a:cubicBezTo>
                  <a:cubicBezTo>
                    <a:pt x="326608" y="347628"/>
                    <a:pt x="324812" y="382443"/>
                    <a:pt x="326693" y="393734"/>
                  </a:cubicBezTo>
                  <a:cubicBezTo>
                    <a:pt x="328575" y="405025"/>
                    <a:pt x="326693" y="435050"/>
                    <a:pt x="328575" y="443518"/>
                  </a:cubicBezTo>
                  <a:cubicBezTo>
                    <a:pt x="330457" y="451986"/>
                    <a:pt x="327634" y="468923"/>
                    <a:pt x="328575" y="484834"/>
                  </a:cubicBezTo>
                  <a:cubicBezTo>
                    <a:pt x="329003" y="492789"/>
                    <a:pt x="327378" y="498007"/>
                    <a:pt x="326437" y="502198"/>
                  </a:cubicBezTo>
                  <a:cubicBezTo>
                    <a:pt x="325496" y="484577"/>
                    <a:pt x="324127" y="413322"/>
                    <a:pt x="323186" y="397754"/>
                  </a:cubicBezTo>
                  <a:lnTo>
                    <a:pt x="323186" y="397754"/>
                  </a:lnTo>
                  <a:close/>
                  <a:moveTo>
                    <a:pt x="391618" y="236855"/>
                  </a:moveTo>
                  <a:cubicBezTo>
                    <a:pt x="392559" y="229327"/>
                    <a:pt x="387854" y="211535"/>
                    <a:pt x="381268" y="203066"/>
                  </a:cubicBezTo>
                  <a:cubicBezTo>
                    <a:pt x="374681" y="194598"/>
                    <a:pt x="318310" y="181425"/>
                    <a:pt x="301374" y="168252"/>
                  </a:cubicBezTo>
                  <a:cubicBezTo>
                    <a:pt x="289227" y="158842"/>
                    <a:pt x="275969" y="150716"/>
                    <a:pt x="269296" y="146867"/>
                  </a:cubicBezTo>
                  <a:cubicBezTo>
                    <a:pt x="268099" y="145840"/>
                    <a:pt x="267415" y="145242"/>
                    <a:pt x="265020" y="144386"/>
                  </a:cubicBezTo>
                  <a:lnTo>
                    <a:pt x="263052" y="143788"/>
                  </a:lnTo>
                  <a:cubicBezTo>
                    <a:pt x="265618" y="136517"/>
                    <a:pt x="267671" y="127278"/>
                    <a:pt x="269125" y="118553"/>
                  </a:cubicBezTo>
                  <a:cubicBezTo>
                    <a:pt x="269125" y="118553"/>
                    <a:pt x="277252" y="120179"/>
                    <a:pt x="280588" y="116073"/>
                  </a:cubicBezTo>
                  <a:cubicBezTo>
                    <a:pt x="283838" y="111967"/>
                    <a:pt x="292820" y="85022"/>
                    <a:pt x="288714" y="81771"/>
                  </a:cubicBezTo>
                  <a:cubicBezTo>
                    <a:pt x="284608" y="78521"/>
                    <a:pt x="282213" y="83397"/>
                    <a:pt x="279732" y="82541"/>
                  </a:cubicBezTo>
                  <a:cubicBezTo>
                    <a:pt x="277252" y="81771"/>
                    <a:pt x="285463" y="63722"/>
                    <a:pt x="284608" y="52346"/>
                  </a:cubicBezTo>
                  <a:cubicBezTo>
                    <a:pt x="283753" y="40884"/>
                    <a:pt x="278107" y="9918"/>
                    <a:pt x="233199" y="1279"/>
                  </a:cubicBezTo>
                  <a:cubicBezTo>
                    <a:pt x="210360" y="-3084"/>
                    <a:pt x="167932" y="851"/>
                    <a:pt x="157240" y="59617"/>
                  </a:cubicBezTo>
                  <a:lnTo>
                    <a:pt x="157240" y="65348"/>
                  </a:lnTo>
                  <a:cubicBezTo>
                    <a:pt x="157753" y="68513"/>
                    <a:pt x="147403" y="62097"/>
                    <a:pt x="148258" y="68598"/>
                  </a:cubicBezTo>
                  <a:cubicBezTo>
                    <a:pt x="149113" y="75099"/>
                    <a:pt x="150739" y="80830"/>
                    <a:pt x="150739" y="84936"/>
                  </a:cubicBezTo>
                  <a:cubicBezTo>
                    <a:pt x="147488" y="86989"/>
                    <a:pt x="134828" y="113079"/>
                    <a:pt x="129097" y="119238"/>
                  </a:cubicBezTo>
                  <a:cubicBezTo>
                    <a:pt x="123366" y="125396"/>
                    <a:pt x="115240" y="133950"/>
                    <a:pt x="111989" y="138826"/>
                  </a:cubicBezTo>
                  <a:cubicBezTo>
                    <a:pt x="109337" y="142761"/>
                    <a:pt x="109594" y="146183"/>
                    <a:pt x="108397" y="151999"/>
                  </a:cubicBezTo>
                  <a:cubicBezTo>
                    <a:pt x="105317" y="153282"/>
                    <a:pt x="101981" y="154651"/>
                    <a:pt x="98388" y="155849"/>
                  </a:cubicBezTo>
                  <a:cubicBezTo>
                    <a:pt x="85215" y="160553"/>
                    <a:pt x="56132" y="174667"/>
                    <a:pt x="48604" y="179372"/>
                  </a:cubicBezTo>
                  <a:cubicBezTo>
                    <a:pt x="48604" y="179372"/>
                    <a:pt x="43900" y="201954"/>
                    <a:pt x="33550" y="207600"/>
                  </a:cubicBezTo>
                  <a:cubicBezTo>
                    <a:pt x="23199" y="213246"/>
                    <a:pt x="20376" y="248060"/>
                    <a:pt x="17554" y="264912"/>
                  </a:cubicBezTo>
                  <a:cubicBezTo>
                    <a:pt x="14731" y="281848"/>
                    <a:pt x="275" y="321539"/>
                    <a:pt x="1216" y="333771"/>
                  </a:cubicBezTo>
                  <a:cubicBezTo>
                    <a:pt x="2156" y="346003"/>
                    <a:pt x="-2206" y="360801"/>
                    <a:pt x="1558" y="367388"/>
                  </a:cubicBezTo>
                  <a:cubicBezTo>
                    <a:pt x="5321" y="373974"/>
                    <a:pt x="13790" y="398439"/>
                    <a:pt x="19435" y="400235"/>
                  </a:cubicBezTo>
                  <a:cubicBezTo>
                    <a:pt x="25081" y="402117"/>
                    <a:pt x="44841" y="407762"/>
                    <a:pt x="60751" y="402117"/>
                  </a:cubicBezTo>
                  <a:cubicBezTo>
                    <a:pt x="60751" y="402117"/>
                    <a:pt x="64173" y="393392"/>
                    <a:pt x="63830" y="409987"/>
                  </a:cubicBezTo>
                  <a:cubicBezTo>
                    <a:pt x="63488" y="426581"/>
                    <a:pt x="61692" y="473542"/>
                    <a:pt x="61692" y="498007"/>
                  </a:cubicBezTo>
                  <a:cubicBezTo>
                    <a:pt x="61692" y="522471"/>
                    <a:pt x="62633" y="541204"/>
                    <a:pt x="57928" y="574137"/>
                  </a:cubicBezTo>
                  <a:cubicBezTo>
                    <a:pt x="55448" y="591672"/>
                    <a:pt x="53993" y="606300"/>
                    <a:pt x="53138" y="616051"/>
                  </a:cubicBezTo>
                  <a:cubicBezTo>
                    <a:pt x="51855" y="620414"/>
                    <a:pt x="50828" y="624862"/>
                    <a:pt x="50315" y="629481"/>
                  </a:cubicBezTo>
                  <a:cubicBezTo>
                    <a:pt x="47835" y="651550"/>
                    <a:pt x="38853" y="728279"/>
                    <a:pt x="41334" y="747012"/>
                  </a:cubicBezTo>
                  <a:cubicBezTo>
                    <a:pt x="43814" y="765745"/>
                    <a:pt x="47835" y="815615"/>
                    <a:pt x="47065" y="830328"/>
                  </a:cubicBezTo>
                  <a:cubicBezTo>
                    <a:pt x="46209" y="845040"/>
                    <a:pt x="52796" y="880967"/>
                    <a:pt x="54421" y="895594"/>
                  </a:cubicBezTo>
                  <a:cubicBezTo>
                    <a:pt x="56046" y="910307"/>
                    <a:pt x="96849" y="965822"/>
                    <a:pt x="117293" y="997643"/>
                  </a:cubicBezTo>
                  <a:cubicBezTo>
                    <a:pt x="137737" y="1029464"/>
                    <a:pt x="157325" y="1045802"/>
                    <a:pt x="158951" y="1051533"/>
                  </a:cubicBezTo>
                  <a:cubicBezTo>
                    <a:pt x="160576" y="1057264"/>
                    <a:pt x="158095" y="1067871"/>
                    <a:pt x="163056" y="1071977"/>
                  </a:cubicBezTo>
                  <a:cubicBezTo>
                    <a:pt x="167932" y="1076083"/>
                    <a:pt x="168788" y="1091565"/>
                    <a:pt x="165537" y="1099777"/>
                  </a:cubicBezTo>
                  <a:cubicBezTo>
                    <a:pt x="162286" y="1107903"/>
                    <a:pt x="168018" y="1129203"/>
                    <a:pt x="168018" y="1134848"/>
                  </a:cubicBezTo>
                  <a:cubicBezTo>
                    <a:pt x="168018" y="1140494"/>
                    <a:pt x="160661" y="1151186"/>
                    <a:pt x="157411" y="1153582"/>
                  </a:cubicBezTo>
                  <a:cubicBezTo>
                    <a:pt x="154160" y="1156062"/>
                    <a:pt x="142698" y="1186258"/>
                    <a:pt x="142698" y="1186258"/>
                  </a:cubicBezTo>
                  <a:cubicBezTo>
                    <a:pt x="142698" y="1186258"/>
                    <a:pt x="154930" y="1205076"/>
                    <a:pt x="159806" y="1208327"/>
                  </a:cubicBezTo>
                  <a:cubicBezTo>
                    <a:pt x="164682" y="1211577"/>
                    <a:pt x="167932" y="1213203"/>
                    <a:pt x="164682" y="1218934"/>
                  </a:cubicBezTo>
                  <a:cubicBezTo>
                    <a:pt x="161431" y="1224665"/>
                    <a:pt x="158180" y="1243398"/>
                    <a:pt x="154845" y="1248274"/>
                  </a:cubicBezTo>
                  <a:cubicBezTo>
                    <a:pt x="151594" y="1253150"/>
                    <a:pt x="151594" y="1262986"/>
                    <a:pt x="153219" y="1267093"/>
                  </a:cubicBezTo>
                  <a:cubicBezTo>
                    <a:pt x="154845" y="1271198"/>
                    <a:pt x="206254" y="1267093"/>
                    <a:pt x="210360" y="1267093"/>
                  </a:cubicBezTo>
                  <a:cubicBezTo>
                    <a:pt x="214466" y="1267093"/>
                    <a:pt x="224217" y="1267948"/>
                    <a:pt x="229093" y="1258111"/>
                  </a:cubicBezTo>
                  <a:cubicBezTo>
                    <a:pt x="233969" y="1248274"/>
                    <a:pt x="230718" y="1246649"/>
                    <a:pt x="229948" y="1236042"/>
                  </a:cubicBezTo>
                  <a:cubicBezTo>
                    <a:pt x="229093" y="1225435"/>
                    <a:pt x="229093" y="1218078"/>
                    <a:pt x="228323" y="1209867"/>
                  </a:cubicBezTo>
                  <a:cubicBezTo>
                    <a:pt x="227468" y="1201740"/>
                    <a:pt x="229093" y="1191903"/>
                    <a:pt x="229948" y="1182152"/>
                  </a:cubicBezTo>
                  <a:cubicBezTo>
                    <a:pt x="230718" y="1172315"/>
                    <a:pt x="234824" y="1177276"/>
                    <a:pt x="244661" y="1176421"/>
                  </a:cubicBezTo>
                  <a:cubicBezTo>
                    <a:pt x="254498" y="1175565"/>
                    <a:pt x="254498" y="1169064"/>
                    <a:pt x="253643" y="1151956"/>
                  </a:cubicBezTo>
                  <a:cubicBezTo>
                    <a:pt x="252787" y="1134848"/>
                    <a:pt x="252787" y="1133223"/>
                    <a:pt x="256123" y="1125011"/>
                  </a:cubicBezTo>
                  <a:cubicBezTo>
                    <a:pt x="259374" y="1116800"/>
                    <a:pt x="261855" y="1117655"/>
                    <a:pt x="270836" y="1104567"/>
                  </a:cubicBezTo>
                  <a:cubicBezTo>
                    <a:pt x="279818" y="1091480"/>
                    <a:pt x="273231" y="1089085"/>
                    <a:pt x="270836" y="1075997"/>
                  </a:cubicBezTo>
                  <a:cubicBezTo>
                    <a:pt x="268355" y="1062995"/>
                    <a:pt x="277337" y="1058034"/>
                    <a:pt x="283924" y="1038445"/>
                  </a:cubicBezTo>
                  <a:cubicBezTo>
                    <a:pt x="290425" y="1018857"/>
                    <a:pt x="290425" y="990287"/>
                    <a:pt x="293761" y="974804"/>
                  </a:cubicBezTo>
                  <a:cubicBezTo>
                    <a:pt x="297011" y="959321"/>
                    <a:pt x="292905" y="959321"/>
                    <a:pt x="294616" y="938022"/>
                  </a:cubicBezTo>
                  <a:cubicBezTo>
                    <a:pt x="296241" y="916808"/>
                    <a:pt x="301117" y="878401"/>
                    <a:pt x="302742" y="860438"/>
                  </a:cubicBezTo>
                  <a:cubicBezTo>
                    <a:pt x="304368" y="842474"/>
                    <a:pt x="305223" y="814674"/>
                    <a:pt x="305223" y="795941"/>
                  </a:cubicBezTo>
                  <a:cubicBezTo>
                    <a:pt x="305223" y="777208"/>
                    <a:pt x="314205" y="746927"/>
                    <a:pt x="315060" y="731444"/>
                  </a:cubicBezTo>
                  <a:cubicBezTo>
                    <a:pt x="315915" y="715961"/>
                    <a:pt x="319936" y="709375"/>
                    <a:pt x="320791" y="699623"/>
                  </a:cubicBezTo>
                  <a:cubicBezTo>
                    <a:pt x="321561" y="689872"/>
                    <a:pt x="325667" y="689016"/>
                    <a:pt x="325667" y="679179"/>
                  </a:cubicBezTo>
                  <a:cubicBezTo>
                    <a:pt x="325667" y="669342"/>
                    <a:pt x="326437" y="671053"/>
                    <a:pt x="333023" y="661216"/>
                  </a:cubicBezTo>
                  <a:cubicBezTo>
                    <a:pt x="339610" y="651379"/>
                    <a:pt x="339610" y="647359"/>
                    <a:pt x="338755" y="640002"/>
                  </a:cubicBezTo>
                  <a:cubicBezTo>
                    <a:pt x="337899" y="632646"/>
                    <a:pt x="339610" y="621269"/>
                    <a:pt x="341235" y="612287"/>
                  </a:cubicBezTo>
                  <a:cubicBezTo>
                    <a:pt x="342861" y="603306"/>
                    <a:pt x="346966" y="586198"/>
                    <a:pt x="346966" y="586198"/>
                  </a:cubicBezTo>
                  <a:cubicBezTo>
                    <a:pt x="347479" y="589448"/>
                    <a:pt x="349704" y="592186"/>
                    <a:pt x="356205" y="587823"/>
                  </a:cubicBezTo>
                  <a:cubicBezTo>
                    <a:pt x="359284" y="585770"/>
                    <a:pt x="361936" y="578499"/>
                    <a:pt x="364673" y="570459"/>
                  </a:cubicBezTo>
                  <a:lnTo>
                    <a:pt x="364673" y="572255"/>
                  </a:lnTo>
                  <a:cubicBezTo>
                    <a:pt x="364673" y="572255"/>
                    <a:pt x="395638" y="527176"/>
                    <a:pt x="399402" y="514003"/>
                  </a:cubicBezTo>
                  <a:cubicBezTo>
                    <a:pt x="403166" y="500829"/>
                    <a:pt x="416339" y="457632"/>
                    <a:pt x="416339" y="449164"/>
                  </a:cubicBezTo>
                  <a:cubicBezTo>
                    <a:pt x="416339" y="440695"/>
                    <a:pt x="414457" y="381502"/>
                    <a:pt x="416339" y="370211"/>
                  </a:cubicBezTo>
                  <a:cubicBezTo>
                    <a:pt x="418221" y="358919"/>
                    <a:pt x="405048" y="317604"/>
                    <a:pt x="403166" y="297844"/>
                  </a:cubicBezTo>
                  <a:cubicBezTo>
                    <a:pt x="401284" y="278084"/>
                    <a:pt x="390934" y="244297"/>
                    <a:pt x="391874" y="236769"/>
                  </a:cubicBezTo>
                  <a:lnTo>
                    <a:pt x="391874" y="236769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6C64051-75AC-9172-5623-2FE766445F58}"/>
                </a:ext>
              </a:extLst>
            </p:cNvPr>
            <p:cNvSpPr/>
            <p:nvPr/>
          </p:nvSpPr>
          <p:spPr>
            <a:xfrm>
              <a:off x="21016336" y="1636237"/>
              <a:ext cx="426743" cy="1253642"/>
            </a:xfrm>
            <a:custGeom>
              <a:avLst/>
              <a:gdLst>
                <a:gd name="connsiteX0" fmla="*/ 384415 w 426743"/>
                <a:gd name="connsiteY0" fmla="*/ 286578 h 1253642"/>
                <a:gd name="connsiteX1" fmla="*/ 360292 w 426743"/>
                <a:gd name="connsiteY1" fmla="*/ 233201 h 1253642"/>
                <a:gd name="connsiteX2" fmla="*/ 301099 w 426743"/>
                <a:gd name="connsiteY2" fmla="*/ 210020 h 1253642"/>
                <a:gd name="connsiteX3" fmla="*/ 269193 w 426743"/>
                <a:gd name="connsiteY3" fmla="*/ 199157 h 1253642"/>
                <a:gd name="connsiteX4" fmla="*/ 256875 w 426743"/>
                <a:gd name="connsiteY4" fmla="*/ 192912 h 1253642"/>
                <a:gd name="connsiteX5" fmla="*/ 248920 w 426743"/>
                <a:gd name="connsiteY5" fmla="*/ 183246 h 1253642"/>
                <a:gd name="connsiteX6" fmla="*/ 254223 w 426743"/>
                <a:gd name="connsiteY6" fmla="*/ 171527 h 1253642"/>
                <a:gd name="connsiteX7" fmla="*/ 263547 w 426743"/>
                <a:gd name="connsiteY7" fmla="*/ 136542 h 1253642"/>
                <a:gd name="connsiteX8" fmla="*/ 265857 w 426743"/>
                <a:gd name="connsiteY8" fmla="*/ 85218 h 1253642"/>
                <a:gd name="connsiteX9" fmla="*/ 271674 w 426743"/>
                <a:gd name="connsiteY9" fmla="*/ 63063 h 1253642"/>
                <a:gd name="connsiteX10" fmla="*/ 232069 w 426743"/>
                <a:gd name="connsiteY10" fmla="*/ 5923 h 1253642"/>
                <a:gd name="connsiteX11" fmla="*/ 138831 w 426743"/>
                <a:gd name="connsiteY11" fmla="*/ 24570 h 1253642"/>
                <a:gd name="connsiteX12" fmla="*/ 133014 w 426743"/>
                <a:gd name="connsiteY12" fmla="*/ 109682 h 1253642"/>
                <a:gd name="connsiteX13" fmla="*/ 149352 w 426743"/>
                <a:gd name="connsiteY13" fmla="*/ 144668 h 1253642"/>
                <a:gd name="connsiteX14" fmla="*/ 158676 w 426743"/>
                <a:gd name="connsiteY14" fmla="*/ 145866 h 1253642"/>
                <a:gd name="connsiteX15" fmla="*/ 162183 w 426743"/>
                <a:gd name="connsiteY15" fmla="*/ 166823 h 1253642"/>
                <a:gd name="connsiteX16" fmla="*/ 165433 w 426743"/>
                <a:gd name="connsiteY16" fmla="*/ 175120 h 1253642"/>
                <a:gd name="connsiteX17" fmla="*/ 160643 w 426743"/>
                <a:gd name="connsiteY17" fmla="*/ 177772 h 1253642"/>
                <a:gd name="connsiteX18" fmla="*/ 155939 w 426743"/>
                <a:gd name="connsiteY18" fmla="*/ 184358 h 1253642"/>
                <a:gd name="connsiteX19" fmla="*/ 153971 w 426743"/>
                <a:gd name="connsiteY19" fmla="*/ 189662 h 1253642"/>
                <a:gd name="connsiteX20" fmla="*/ 41230 w 426743"/>
                <a:gd name="connsiteY20" fmla="*/ 251849 h 1253642"/>
                <a:gd name="connsiteX21" fmla="*/ 32847 w 426743"/>
                <a:gd name="connsiteY21" fmla="*/ 310016 h 1253642"/>
                <a:gd name="connsiteX22" fmla="*/ 7356 w 426743"/>
                <a:gd name="connsiteY22" fmla="*/ 430285 h 1253642"/>
                <a:gd name="connsiteX23" fmla="*/ 0 w 426743"/>
                <a:gd name="connsiteY23" fmla="*/ 554231 h 1253642"/>
                <a:gd name="connsiteX24" fmla="*/ 9409 w 426743"/>
                <a:gd name="connsiteY24" fmla="*/ 661583 h 1253642"/>
                <a:gd name="connsiteX25" fmla="*/ 15910 w 426743"/>
                <a:gd name="connsiteY25" fmla="*/ 660215 h 1253642"/>
                <a:gd name="connsiteX26" fmla="*/ 18391 w 426743"/>
                <a:gd name="connsiteY26" fmla="*/ 674585 h 1253642"/>
                <a:gd name="connsiteX27" fmla="*/ 9666 w 426743"/>
                <a:gd name="connsiteY27" fmla="*/ 696398 h 1253642"/>
                <a:gd name="connsiteX28" fmla="*/ 20187 w 426743"/>
                <a:gd name="connsiteY28" fmla="*/ 730956 h 1253642"/>
                <a:gd name="connsiteX29" fmla="*/ 40289 w 426743"/>
                <a:gd name="connsiteY29" fmla="*/ 743188 h 1253642"/>
                <a:gd name="connsiteX30" fmla="*/ 57312 w 426743"/>
                <a:gd name="connsiteY30" fmla="*/ 741905 h 1253642"/>
                <a:gd name="connsiteX31" fmla="*/ 55087 w 426743"/>
                <a:gd name="connsiteY31" fmla="*/ 733608 h 1253642"/>
                <a:gd name="connsiteX32" fmla="*/ 55943 w 426743"/>
                <a:gd name="connsiteY32" fmla="*/ 717440 h 1253642"/>
                <a:gd name="connsiteX33" fmla="*/ 55943 w 426743"/>
                <a:gd name="connsiteY33" fmla="*/ 700846 h 1253642"/>
                <a:gd name="connsiteX34" fmla="*/ 59450 w 426743"/>
                <a:gd name="connsiteY34" fmla="*/ 679033 h 1253642"/>
                <a:gd name="connsiteX35" fmla="*/ 60049 w 426743"/>
                <a:gd name="connsiteY35" fmla="*/ 661925 h 1253642"/>
                <a:gd name="connsiteX36" fmla="*/ 61760 w 426743"/>
                <a:gd name="connsiteY36" fmla="*/ 662353 h 1253642"/>
                <a:gd name="connsiteX37" fmla="*/ 69715 w 426743"/>
                <a:gd name="connsiteY37" fmla="*/ 592810 h 1253642"/>
                <a:gd name="connsiteX38" fmla="*/ 69971 w 426743"/>
                <a:gd name="connsiteY38" fmla="*/ 593323 h 1253642"/>
                <a:gd name="connsiteX39" fmla="*/ 69971 w 426743"/>
                <a:gd name="connsiteY39" fmla="*/ 593494 h 1253642"/>
                <a:gd name="connsiteX40" fmla="*/ 69971 w 426743"/>
                <a:gd name="connsiteY40" fmla="*/ 593323 h 1253642"/>
                <a:gd name="connsiteX41" fmla="*/ 70143 w 426743"/>
                <a:gd name="connsiteY41" fmla="*/ 593836 h 1253642"/>
                <a:gd name="connsiteX42" fmla="*/ 62957 w 426743"/>
                <a:gd name="connsiteY42" fmla="*/ 707347 h 1253642"/>
                <a:gd name="connsiteX43" fmla="*/ 68688 w 426743"/>
                <a:gd name="connsiteY43" fmla="*/ 709742 h 1253642"/>
                <a:gd name="connsiteX44" fmla="*/ 73821 w 426743"/>
                <a:gd name="connsiteY44" fmla="*/ 749518 h 1253642"/>
                <a:gd name="connsiteX45" fmla="*/ 114880 w 426743"/>
                <a:gd name="connsiteY45" fmla="*/ 842157 h 1253642"/>
                <a:gd name="connsiteX46" fmla="*/ 122321 w 426743"/>
                <a:gd name="connsiteY46" fmla="*/ 924788 h 1253642"/>
                <a:gd name="connsiteX47" fmla="*/ 128908 w 426743"/>
                <a:gd name="connsiteY47" fmla="*/ 1019224 h 1253642"/>
                <a:gd name="connsiteX48" fmla="*/ 137205 w 426743"/>
                <a:gd name="connsiteY48" fmla="*/ 1084320 h 1253642"/>
                <a:gd name="connsiteX49" fmla="*/ 139857 w 426743"/>
                <a:gd name="connsiteY49" fmla="*/ 1169517 h 1253642"/>
                <a:gd name="connsiteX50" fmla="*/ 151662 w 426743"/>
                <a:gd name="connsiteY50" fmla="*/ 1208010 h 1253642"/>
                <a:gd name="connsiteX51" fmla="*/ 139429 w 426743"/>
                <a:gd name="connsiteY51" fmla="*/ 1222894 h 1253642"/>
                <a:gd name="connsiteX52" fmla="*/ 129763 w 426743"/>
                <a:gd name="connsiteY52" fmla="*/ 1245219 h 1253642"/>
                <a:gd name="connsiteX53" fmla="*/ 161670 w 426743"/>
                <a:gd name="connsiteY53" fmla="*/ 1250950 h 1253642"/>
                <a:gd name="connsiteX54" fmla="*/ 210171 w 426743"/>
                <a:gd name="connsiteY54" fmla="*/ 1253602 h 1253642"/>
                <a:gd name="connsiteX55" fmla="*/ 226338 w 426743"/>
                <a:gd name="connsiteY55" fmla="*/ 1232217 h 1253642"/>
                <a:gd name="connsiteX56" fmla="*/ 227193 w 426743"/>
                <a:gd name="connsiteY56" fmla="*/ 1214767 h 1253642"/>
                <a:gd name="connsiteX57" fmla="*/ 269193 w 426743"/>
                <a:gd name="connsiteY57" fmla="*/ 1214767 h 1253642"/>
                <a:gd name="connsiteX58" fmla="*/ 282280 w 426743"/>
                <a:gd name="connsiteY58" fmla="*/ 1194666 h 1253642"/>
                <a:gd name="connsiteX59" fmla="*/ 267397 w 426743"/>
                <a:gd name="connsiteY59" fmla="*/ 1163615 h 1253642"/>
                <a:gd name="connsiteX60" fmla="*/ 279201 w 426743"/>
                <a:gd name="connsiteY60" fmla="*/ 1110324 h 1253642"/>
                <a:gd name="connsiteX61" fmla="*/ 296651 w 426743"/>
                <a:gd name="connsiteY61" fmla="*/ 1080128 h 1253642"/>
                <a:gd name="connsiteX62" fmla="*/ 306231 w 426743"/>
                <a:gd name="connsiteY62" fmla="*/ 970467 h 1253642"/>
                <a:gd name="connsiteX63" fmla="*/ 309653 w 426743"/>
                <a:gd name="connsiteY63" fmla="*/ 872353 h 1253642"/>
                <a:gd name="connsiteX64" fmla="*/ 310594 w 426743"/>
                <a:gd name="connsiteY64" fmla="*/ 861660 h 1253642"/>
                <a:gd name="connsiteX65" fmla="*/ 347291 w 426743"/>
                <a:gd name="connsiteY65" fmla="*/ 730956 h 1253642"/>
                <a:gd name="connsiteX66" fmla="*/ 345237 w 426743"/>
                <a:gd name="connsiteY66" fmla="*/ 685962 h 1253642"/>
                <a:gd name="connsiteX67" fmla="*/ 349001 w 426743"/>
                <a:gd name="connsiteY67" fmla="*/ 681514 h 1253642"/>
                <a:gd name="connsiteX68" fmla="*/ 333861 w 426743"/>
                <a:gd name="connsiteY68" fmla="*/ 549869 h 1253642"/>
                <a:gd name="connsiteX69" fmla="*/ 332920 w 426743"/>
                <a:gd name="connsiteY69" fmla="*/ 539604 h 1253642"/>
                <a:gd name="connsiteX70" fmla="*/ 332920 w 426743"/>
                <a:gd name="connsiteY70" fmla="*/ 430969 h 1253642"/>
                <a:gd name="connsiteX71" fmla="*/ 354048 w 426743"/>
                <a:gd name="connsiteY71" fmla="*/ 568174 h 1253642"/>
                <a:gd name="connsiteX72" fmla="*/ 365425 w 426743"/>
                <a:gd name="connsiteY72" fmla="*/ 603074 h 1253642"/>
                <a:gd name="connsiteX73" fmla="*/ 366109 w 426743"/>
                <a:gd name="connsiteY73" fmla="*/ 619156 h 1253642"/>
                <a:gd name="connsiteX74" fmla="*/ 367991 w 426743"/>
                <a:gd name="connsiteY74" fmla="*/ 618386 h 1253642"/>
                <a:gd name="connsiteX75" fmla="*/ 366537 w 426743"/>
                <a:gd name="connsiteY75" fmla="*/ 635750 h 1253642"/>
                <a:gd name="connsiteX76" fmla="*/ 362174 w 426743"/>
                <a:gd name="connsiteY76" fmla="*/ 658504 h 1253642"/>
                <a:gd name="connsiteX77" fmla="*/ 367906 w 426743"/>
                <a:gd name="connsiteY77" fmla="*/ 689127 h 1253642"/>
                <a:gd name="connsiteX78" fmla="*/ 374492 w 426743"/>
                <a:gd name="connsiteY78" fmla="*/ 696141 h 1253642"/>
                <a:gd name="connsiteX79" fmla="*/ 384158 w 426743"/>
                <a:gd name="connsiteY79" fmla="*/ 698280 h 1253642"/>
                <a:gd name="connsiteX80" fmla="*/ 369274 w 426743"/>
                <a:gd name="connsiteY80" fmla="*/ 698708 h 1253642"/>
                <a:gd name="connsiteX81" fmla="*/ 367478 w 426743"/>
                <a:gd name="connsiteY81" fmla="*/ 706149 h 1253642"/>
                <a:gd name="connsiteX82" fmla="*/ 367478 w 426743"/>
                <a:gd name="connsiteY82" fmla="*/ 711880 h 1253642"/>
                <a:gd name="connsiteX83" fmla="*/ 383645 w 426743"/>
                <a:gd name="connsiteY83" fmla="*/ 722830 h 1253642"/>
                <a:gd name="connsiteX84" fmla="*/ 412472 w 426743"/>
                <a:gd name="connsiteY84" fmla="*/ 712308 h 1253642"/>
                <a:gd name="connsiteX85" fmla="*/ 418973 w 426743"/>
                <a:gd name="connsiteY85" fmla="*/ 700504 h 1253642"/>
                <a:gd name="connsiteX86" fmla="*/ 422480 w 426743"/>
                <a:gd name="connsiteY86" fmla="*/ 675184 h 1253642"/>
                <a:gd name="connsiteX87" fmla="*/ 418117 w 426743"/>
                <a:gd name="connsiteY87" fmla="*/ 652944 h 1253642"/>
                <a:gd name="connsiteX88" fmla="*/ 419229 w 426743"/>
                <a:gd name="connsiteY88" fmla="*/ 629762 h 1253642"/>
                <a:gd name="connsiteX89" fmla="*/ 419828 w 426743"/>
                <a:gd name="connsiteY89" fmla="*/ 630704 h 1253642"/>
                <a:gd name="connsiteX90" fmla="*/ 426500 w 426743"/>
                <a:gd name="connsiteY90" fmla="*/ 607950 h 1253642"/>
                <a:gd name="connsiteX91" fmla="*/ 419828 w 426743"/>
                <a:gd name="connsiteY91" fmla="*/ 491189 h 1253642"/>
                <a:gd name="connsiteX92" fmla="*/ 384243 w 426743"/>
                <a:gd name="connsiteY92" fmla="*/ 287262 h 1253642"/>
                <a:gd name="connsiteX93" fmla="*/ 384243 w 426743"/>
                <a:gd name="connsiteY93" fmla="*/ 287262 h 1253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426743" h="1253642">
                  <a:moveTo>
                    <a:pt x="384415" y="286578"/>
                  </a:moveTo>
                  <a:cubicBezTo>
                    <a:pt x="372354" y="238248"/>
                    <a:pt x="387409" y="246032"/>
                    <a:pt x="360292" y="233201"/>
                  </a:cubicBezTo>
                  <a:cubicBezTo>
                    <a:pt x="338908" y="223108"/>
                    <a:pt x="318378" y="215837"/>
                    <a:pt x="301099" y="210020"/>
                  </a:cubicBezTo>
                  <a:cubicBezTo>
                    <a:pt x="292117" y="206000"/>
                    <a:pt x="281511" y="202322"/>
                    <a:pt x="269193" y="199157"/>
                  </a:cubicBezTo>
                  <a:cubicBezTo>
                    <a:pt x="263462" y="196933"/>
                    <a:pt x="259270" y="194965"/>
                    <a:pt x="256875" y="192912"/>
                  </a:cubicBezTo>
                  <a:lnTo>
                    <a:pt x="248920" y="183246"/>
                  </a:lnTo>
                  <a:cubicBezTo>
                    <a:pt x="249947" y="179739"/>
                    <a:pt x="251401" y="175804"/>
                    <a:pt x="254223" y="171527"/>
                  </a:cubicBezTo>
                  <a:cubicBezTo>
                    <a:pt x="261238" y="161006"/>
                    <a:pt x="263547" y="152880"/>
                    <a:pt x="263547" y="136542"/>
                  </a:cubicBezTo>
                  <a:cubicBezTo>
                    <a:pt x="263547" y="120204"/>
                    <a:pt x="262350" y="91120"/>
                    <a:pt x="265857" y="85218"/>
                  </a:cubicBezTo>
                  <a:cubicBezTo>
                    <a:pt x="269364" y="79401"/>
                    <a:pt x="270476" y="70077"/>
                    <a:pt x="271674" y="63063"/>
                  </a:cubicBezTo>
                  <a:cubicBezTo>
                    <a:pt x="272871" y="56049"/>
                    <a:pt x="262350" y="11739"/>
                    <a:pt x="232069" y="5923"/>
                  </a:cubicBezTo>
                  <a:cubicBezTo>
                    <a:pt x="209486" y="1560"/>
                    <a:pt x="173816" y="-11527"/>
                    <a:pt x="138831" y="24570"/>
                  </a:cubicBezTo>
                  <a:cubicBezTo>
                    <a:pt x="110859" y="61866"/>
                    <a:pt x="129507" y="97963"/>
                    <a:pt x="133014" y="109682"/>
                  </a:cubicBezTo>
                  <a:cubicBezTo>
                    <a:pt x="133014" y="109682"/>
                    <a:pt x="140028" y="143471"/>
                    <a:pt x="149352" y="144668"/>
                  </a:cubicBezTo>
                  <a:lnTo>
                    <a:pt x="158676" y="145866"/>
                  </a:lnTo>
                  <a:cubicBezTo>
                    <a:pt x="158676" y="145866"/>
                    <a:pt x="157478" y="159894"/>
                    <a:pt x="162183" y="166823"/>
                  </a:cubicBezTo>
                  <a:cubicBezTo>
                    <a:pt x="163808" y="169218"/>
                    <a:pt x="164749" y="172126"/>
                    <a:pt x="165433" y="175120"/>
                  </a:cubicBezTo>
                  <a:cubicBezTo>
                    <a:pt x="163637" y="175633"/>
                    <a:pt x="162098" y="176574"/>
                    <a:pt x="160643" y="177772"/>
                  </a:cubicBezTo>
                  <a:cubicBezTo>
                    <a:pt x="158077" y="179483"/>
                    <a:pt x="155596" y="181878"/>
                    <a:pt x="155939" y="184358"/>
                  </a:cubicBezTo>
                  <a:cubicBezTo>
                    <a:pt x="155169" y="185984"/>
                    <a:pt x="154570" y="187780"/>
                    <a:pt x="153971" y="189662"/>
                  </a:cubicBezTo>
                  <a:cubicBezTo>
                    <a:pt x="122664" y="215324"/>
                    <a:pt x="49271" y="245861"/>
                    <a:pt x="41230" y="251849"/>
                  </a:cubicBezTo>
                  <a:cubicBezTo>
                    <a:pt x="33189" y="257922"/>
                    <a:pt x="34216" y="295987"/>
                    <a:pt x="32847" y="310016"/>
                  </a:cubicBezTo>
                  <a:cubicBezTo>
                    <a:pt x="31478" y="324130"/>
                    <a:pt x="10008" y="414203"/>
                    <a:pt x="7356" y="430285"/>
                  </a:cubicBezTo>
                  <a:cubicBezTo>
                    <a:pt x="4705" y="446366"/>
                    <a:pt x="0" y="538749"/>
                    <a:pt x="0" y="554231"/>
                  </a:cubicBezTo>
                  <a:cubicBezTo>
                    <a:pt x="0" y="569714"/>
                    <a:pt x="9409" y="661583"/>
                    <a:pt x="9409" y="661583"/>
                  </a:cubicBezTo>
                  <a:cubicBezTo>
                    <a:pt x="11548" y="660985"/>
                    <a:pt x="13772" y="660557"/>
                    <a:pt x="15910" y="660215"/>
                  </a:cubicBezTo>
                  <a:cubicBezTo>
                    <a:pt x="17365" y="669196"/>
                    <a:pt x="18391" y="674585"/>
                    <a:pt x="18391" y="674585"/>
                  </a:cubicBezTo>
                  <a:cubicBezTo>
                    <a:pt x="18391" y="674585"/>
                    <a:pt x="10521" y="692549"/>
                    <a:pt x="9666" y="696398"/>
                  </a:cubicBezTo>
                  <a:cubicBezTo>
                    <a:pt x="8811" y="700333"/>
                    <a:pt x="14456" y="726593"/>
                    <a:pt x="20187" y="730956"/>
                  </a:cubicBezTo>
                  <a:cubicBezTo>
                    <a:pt x="25833" y="735318"/>
                    <a:pt x="30281" y="743188"/>
                    <a:pt x="40289" y="743188"/>
                  </a:cubicBezTo>
                  <a:cubicBezTo>
                    <a:pt x="50297" y="743188"/>
                    <a:pt x="56456" y="744899"/>
                    <a:pt x="57312" y="741905"/>
                  </a:cubicBezTo>
                  <a:cubicBezTo>
                    <a:pt x="58167" y="738825"/>
                    <a:pt x="56456" y="736687"/>
                    <a:pt x="55087" y="733608"/>
                  </a:cubicBezTo>
                  <a:cubicBezTo>
                    <a:pt x="53804" y="730528"/>
                    <a:pt x="54660" y="725738"/>
                    <a:pt x="55943" y="717440"/>
                  </a:cubicBezTo>
                  <a:cubicBezTo>
                    <a:pt x="57312" y="709143"/>
                    <a:pt x="55087" y="705208"/>
                    <a:pt x="55943" y="700846"/>
                  </a:cubicBezTo>
                  <a:cubicBezTo>
                    <a:pt x="56798" y="696483"/>
                    <a:pt x="60305" y="685534"/>
                    <a:pt x="59450" y="679033"/>
                  </a:cubicBezTo>
                  <a:lnTo>
                    <a:pt x="60049" y="661925"/>
                  </a:lnTo>
                  <a:lnTo>
                    <a:pt x="61760" y="662353"/>
                  </a:lnTo>
                  <a:lnTo>
                    <a:pt x="69715" y="592810"/>
                  </a:lnTo>
                  <a:lnTo>
                    <a:pt x="69971" y="593323"/>
                  </a:lnTo>
                  <a:lnTo>
                    <a:pt x="69971" y="593494"/>
                  </a:lnTo>
                  <a:cubicBezTo>
                    <a:pt x="69971" y="593494"/>
                    <a:pt x="69971" y="593323"/>
                    <a:pt x="69971" y="593323"/>
                  </a:cubicBezTo>
                  <a:lnTo>
                    <a:pt x="70143" y="593836"/>
                  </a:lnTo>
                  <a:cubicBezTo>
                    <a:pt x="71768" y="610944"/>
                    <a:pt x="62957" y="707347"/>
                    <a:pt x="62957" y="707347"/>
                  </a:cubicBezTo>
                  <a:cubicBezTo>
                    <a:pt x="64753" y="708288"/>
                    <a:pt x="66721" y="709058"/>
                    <a:pt x="68688" y="709742"/>
                  </a:cubicBezTo>
                  <a:cubicBezTo>
                    <a:pt x="69030" y="723599"/>
                    <a:pt x="70314" y="741392"/>
                    <a:pt x="73821" y="749518"/>
                  </a:cubicBezTo>
                  <a:cubicBezTo>
                    <a:pt x="78183" y="759612"/>
                    <a:pt x="111372" y="831721"/>
                    <a:pt x="114880" y="842157"/>
                  </a:cubicBezTo>
                  <a:cubicBezTo>
                    <a:pt x="118387" y="852679"/>
                    <a:pt x="118814" y="906825"/>
                    <a:pt x="122321" y="924788"/>
                  </a:cubicBezTo>
                  <a:cubicBezTo>
                    <a:pt x="125829" y="942752"/>
                    <a:pt x="128908" y="998694"/>
                    <a:pt x="128908" y="1019224"/>
                  </a:cubicBezTo>
                  <a:cubicBezTo>
                    <a:pt x="128908" y="1039754"/>
                    <a:pt x="138061" y="1063362"/>
                    <a:pt x="137205" y="1084320"/>
                  </a:cubicBezTo>
                  <a:cubicBezTo>
                    <a:pt x="136350" y="1105277"/>
                    <a:pt x="135495" y="1143770"/>
                    <a:pt x="139857" y="1169517"/>
                  </a:cubicBezTo>
                  <a:cubicBezTo>
                    <a:pt x="144220" y="1195264"/>
                    <a:pt x="151662" y="1208010"/>
                    <a:pt x="151662" y="1208010"/>
                  </a:cubicBezTo>
                  <a:cubicBezTo>
                    <a:pt x="151662" y="1208010"/>
                    <a:pt x="143792" y="1215452"/>
                    <a:pt x="139429" y="1222894"/>
                  </a:cubicBezTo>
                  <a:cubicBezTo>
                    <a:pt x="135067" y="1230336"/>
                    <a:pt x="127197" y="1240857"/>
                    <a:pt x="129763" y="1245219"/>
                  </a:cubicBezTo>
                  <a:cubicBezTo>
                    <a:pt x="129763" y="1245219"/>
                    <a:pt x="128053" y="1250950"/>
                    <a:pt x="161670" y="1250950"/>
                  </a:cubicBezTo>
                  <a:cubicBezTo>
                    <a:pt x="161670" y="1250950"/>
                    <a:pt x="189213" y="1254030"/>
                    <a:pt x="210171" y="1253602"/>
                  </a:cubicBezTo>
                  <a:cubicBezTo>
                    <a:pt x="231128" y="1253175"/>
                    <a:pt x="225054" y="1248812"/>
                    <a:pt x="226338" y="1232217"/>
                  </a:cubicBezTo>
                  <a:cubicBezTo>
                    <a:pt x="226338" y="1232217"/>
                    <a:pt x="226338" y="1216050"/>
                    <a:pt x="227193" y="1214767"/>
                  </a:cubicBezTo>
                  <a:cubicBezTo>
                    <a:pt x="228048" y="1213484"/>
                    <a:pt x="251657" y="1216050"/>
                    <a:pt x="269193" y="1214767"/>
                  </a:cubicBezTo>
                  <a:cubicBezTo>
                    <a:pt x="286643" y="1213484"/>
                    <a:pt x="282708" y="1212543"/>
                    <a:pt x="282280" y="1194666"/>
                  </a:cubicBezTo>
                  <a:cubicBezTo>
                    <a:pt x="281853" y="1176702"/>
                    <a:pt x="266541" y="1165839"/>
                    <a:pt x="267397" y="1163615"/>
                  </a:cubicBezTo>
                  <a:cubicBezTo>
                    <a:pt x="268252" y="1161476"/>
                    <a:pt x="272187" y="1121615"/>
                    <a:pt x="279201" y="1110324"/>
                  </a:cubicBezTo>
                  <a:cubicBezTo>
                    <a:pt x="286215" y="1098947"/>
                    <a:pt x="292716" y="1095868"/>
                    <a:pt x="296651" y="1080128"/>
                  </a:cubicBezTo>
                  <a:cubicBezTo>
                    <a:pt x="300586" y="1064389"/>
                    <a:pt x="304521" y="1009302"/>
                    <a:pt x="306231" y="970467"/>
                  </a:cubicBezTo>
                  <a:cubicBezTo>
                    <a:pt x="307686" y="937876"/>
                    <a:pt x="308285" y="894935"/>
                    <a:pt x="309653" y="872353"/>
                  </a:cubicBezTo>
                  <a:cubicBezTo>
                    <a:pt x="310337" y="867905"/>
                    <a:pt x="310680" y="864141"/>
                    <a:pt x="310594" y="861660"/>
                  </a:cubicBezTo>
                  <a:cubicBezTo>
                    <a:pt x="312818" y="845493"/>
                    <a:pt x="347718" y="779029"/>
                    <a:pt x="347291" y="730956"/>
                  </a:cubicBezTo>
                  <a:cubicBezTo>
                    <a:pt x="347119" y="715388"/>
                    <a:pt x="346349" y="700418"/>
                    <a:pt x="345237" y="685962"/>
                  </a:cubicBezTo>
                  <a:cubicBezTo>
                    <a:pt x="346777" y="684593"/>
                    <a:pt x="348146" y="683139"/>
                    <a:pt x="349001" y="681514"/>
                  </a:cubicBezTo>
                  <a:cubicBezTo>
                    <a:pt x="355759" y="668512"/>
                    <a:pt x="338394" y="580492"/>
                    <a:pt x="333861" y="549869"/>
                  </a:cubicBezTo>
                  <a:cubicBezTo>
                    <a:pt x="333433" y="544736"/>
                    <a:pt x="333091" y="540716"/>
                    <a:pt x="332920" y="539604"/>
                  </a:cubicBezTo>
                  <a:cubicBezTo>
                    <a:pt x="334887" y="534899"/>
                    <a:pt x="331893" y="432851"/>
                    <a:pt x="332920" y="430969"/>
                  </a:cubicBezTo>
                  <a:cubicBezTo>
                    <a:pt x="333946" y="429087"/>
                    <a:pt x="349343" y="554830"/>
                    <a:pt x="354048" y="568174"/>
                  </a:cubicBezTo>
                  <a:cubicBezTo>
                    <a:pt x="364826" y="599054"/>
                    <a:pt x="366109" y="591013"/>
                    <a:pt x="365425" y="603074"/>
                  </a:cubicBezTo>
                  <a:cubicBezTo>
                    <a:pt x="364740" y="615135"/>
                    <a:pt x="366109" y="619156"/>
                    <a:pt x="366109" y="619156"/>
                  </a:cubicBezTo>
                  <a:lnTo>
                    <a:pt x="367991" y="618386"/>
                  </a:lnTo>
                  <a:cubicBezTo>
                    <a:pt x="367050" y="629762"/>
                    <a:pt x="366537" y="635750"/>
                    <a:pt x="366537" y="635750"/>
                  </a:cubicBezTo>
                  <a:cubicBezTo>
                    <a:pt x="365254" y="636349"/>
                    <a:pt x="362602" y="651490"/>
                    <a:pt x="362174" y="658504"/>
                  </a:cubicBezTo>
                  <a:cubicBezTo>
                    <a:pt x="361747" y="665518"/>
                    <a:pt x="364826" y="683824"/>
                    <a:pt x="367906" y="689127"/>
                  </a:cubicBezTo>
                  <a:cubicBezTo>
                    <a:pt x="370985" y="694345"/>
                    <a:pt x="370557" y="695714"/>
                    <a:pt x="374492" y="696141"/>
                  </a:cubicBezTo>
                  <a:cubicBezTo>
                    <a:pt x="378427" y="696569"/>
                    <a:pt x="390744" y="689555"/>
                    <a:pt x="384158" y="698280"/>
                  </a:cubicBezTo>
                  <a:cubicBezTo>
                    <a:pt x="382362" y="700589"/>
                    <a:pt x="371412" y="696569"/>
                    <a:pt x="369274" y="698708"/>
                  </a:cubicBezTo>
                  <a:cubicBezTo>
                    <a:pt x="367050" y="700846"/>
                    <a:pt x="366622" y="704353"/>
                    <a:pt x="367478" y="706149"/>
                  </a:cubicBezTo>
                  <a:cubicBezTo>
                    <a:pt x="368333" y="707860"/>
                    <a:pt x="366195" y="709229"/>
                    <a:pt x="367478" y="711880"/>
                  </a:cubicBezTo>
                  <a:cubicBezTo>
                    <a:pt x="368846" y="714532"/>
                    <a:pt x="380138" y="723257"/>
                    <a:pt x="383645" y="722830"/>
                  </a:cubicBezTo>
                  <a:cubicBezTo>
                    <a:pt x="387152" y="722402"/>
                    <a:pt x="409392" y="714105"/>
                    <a:pt x="412472" y="712308"/>
                  </a:cubicBezTo>
                  <a:cubicBezTo>
                    <a:pt x="415551" y="710597"/>
                    <a:pt x="417262" y="704866"/>
                    <a:pt x="418973" y="700504"/>
                  </a:cubicBezTo>
                  <a:cubicBezTo>
                    <a:pt x="420769" y="696141"/>
                    <a:pt x="422480" y="678264"/>
                    <a:pt x="422480" y="675184"/>
                  </a:cubicBezTo>
                  <a:cubicBezTo>
                    <a:pt x="422480" y="672532"/>
                    <a:pt x="419315" y="659274"/>
                    <a:pt x="418117" y="652944"/>
                  </a:cubicBezTo>
                  <a:cubicBezTo>
                    <a:pt x="418117" y="649950"/>
                    <a:pt x="418288" y="639172"/>
                    <a:pt x="419229" y="629762"/>
                  </a:cubicBezTo>
                  <a:lnTo>
                    <a:pt x="419828" y="630704"/>
                  </a:lnTo>
                  <a:cubicBezTo>
                    <a:pt x="419828" y="630704"/>
                    <a:pt x="425217" y="613938"/>
                    <a:pt x="426500" y="607950"/>
                  </a:cubicBezTo>
                  <a:cubicBezTo>
                    <a:pt x="427869" y="601877"/>
                    <a:pt x="423164" y="512744"/>
                    <a:pt x="419828" y="491189"/>
                  </a:cubicBezTo>
                  <a:cubicBezTo>
                    <a:pt x="416492" y="469718"/>
                    <a:pt x="392284" y="319168"/>
                    <a:pt x="384243" y="287262"/>
                  </a:cubicBezTo>
                  <a:lnTo>
                    <a:pt x="384243" y="287262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F19F06BC-12CF-2878-BEC1-68381E965113}"/>
                </a:ext>
              </a:extLst>
            </p:cNvPr>
            <p:cNvSpPr/>
            <p:nvPr/>
          </p:nvSpPr>
          <p:spPr>
            <a:xfrm>
              <a:off x="1658144" y="2435844"/>
              <a:ext cx="488601" cy="1197884"/>
            </a:xfrm>
            <a:custGeom>
              <a:avLst/>
              <a:gdLst>
                <a:gd name="connsiteX0" fmla="*/ 14456 w 488601"/>
                <a:gd name="connsiteY0" fmla="*/ 603319 h 1197884"/>
                <a:gd name="connsiteX1" fmla="*/ 15312 w 488601"/>
                <a:gd name="connsiteY1" fmla="*/ 600753 h 1197884"/>
                <a:gd name="connsiteX2" fmla="*/ 14456 w 488601"/>
                <a:gd name="connsiteY2" fmla="*/ 603319 h 1197884"/>
                <a:gd name="connsiteX3" fmla="*/ 14456 w 488601"/>
                <a:gd name="connsiteY3" fmla="*/ 603319 h 1197884"/>
                <a:gd name="connsiteX4" fmla="*/ 342 w 488601"/>
                <a:gd name="connsiteY4" fmla="*/ 661144 h 1197884"/>
                <a:gd name="connsiteX5" fmla="*/ 6244 w 488601"/>
                <a:gd name="connsiteY5" fmla="*/ 637877 h 1197884"/>
                <a:gd name="connsiteX6" fmla="*/ 8211 w 488601"/>
                <a:gd name="connsiteY6" fmla="*/ 621710 h 1197884"/>
                <a:gd name="connsiteX7" fmla="*/ 11804 w 488601"/>
                <a:gd name="connsiteY7" fmla="*/ 611445 h 1197884"/>
                <a:gd name="connsiteX8" fmla="*/ 13772 w 488601"/>
                <a:gd name="connsiteY8" fmla="*/ 605458 h 1197884"/>
                <a:gd name="connsiteX9" fmla="*/ 13344 w 488601"/>
                <a:gd name="connsiteY9" fmla="*/ 605629 h 1197884"/>
                <a:gd name="connsiteX10" fmla="*/ 8896 w 488601"/>
                <a:gd name="connsiteY10" fmla="*/ 602549 h 1197884"/>
                <a:gd name="connsiteX11" fmla="*/ 49784 w 488601"/>
                <a:gd name="connsiteY11" fmla="*/ 424456 h 1197884"/>
                <a:gd name="connsiteX12" fmla="*/ 73393 w 488601"/>
                <a:gd name="connsiteY12" fmla="*/ 339002 h 1197884"/>
                <a:gd name="connsiteX13" fmla="*/ 94863 w 488601"/>
                <a:gd name="connsiteY13" fmla="*/ 281263 h 1197884"/>
                <a:gd name="connsiteX14" fmla="*/ 112228 w 488601"/>
                <a:gd name="connsiteY14" fmla="*/ 254831 h 1197884"/>
                <a:gd name="connsiteX15" fmla="*/ 196912 w 488601"/>
                <a:gd name="connsiteY15" fmla="*/ 200428 h 1197884"/>
                <a:gd name="connsiteX16" fmla="*/ 216414 w 488601"/>
                <a:gd name="connsiteY16" fmla="*/ 179899 h 1197884"/>
                <a:gd name="connsiteX17" fmla="*/ 217356 w 488601"/>
                <a:gd name="connsiteY17" fmla="*/ 179727 h 1197884"/>
                <a:gd name="connsiteX18" fmla="*/ 220093 w 488601"/>
                <a:gd name="connsiteY18" fmla="*/ 154151 h 1197884"/>
                <a:gd name="connsiteX19" fmla="*/ 213335 w 488601"/>
                <a:gd name="connsiteY19" fmla="*/ 141491 h 1197884"/>
                <a:gd name="connsiteX20" fmla="*/ 207605 w 488601"/>
                <a:gd name="connsiteY20" fmla="*/ 136958 h 1197884"/>
                <a:gd name="connsiteX21" fmla="*/ 195372 w 488601"/>
                <a:gd name="connsiteY21" fmla="*/ 104624 h 1197884"/>
                <a:gd name="connsiteX22" fmla="*/ 192207 w 488601"/>
                <a:gd name="connsiteY22" fmla="*/ 90766 h 1197884"/>
                <a:gd name="connsiteX23" fmla="*/ 188871 w 488601"/>
                <a:gd name="connsiteY23" fmla="*/ 77764 h 1197884"/>
                <a:gd name="connsiteX24" fmla="*/ 188700 w 488601"/>
                <a:gd name="connsiteY24" fmla="*/ 65104 h 1197884"/>
                <a:gd name="connsiteX25" fmla="*/ 188101 w 488601"/>
                <a:gd name="connsiteY25" fmla="*/ 57833 h 1197884"/>
                <a:gd name="connsiteX26" fmla="*/ 198794 w 488601"/>
                <a:gd name="connsiteY26" fmla="*/ 34738 h 1197884"/>
                <a:gd name="connsiteX27" fmla="*/ 218553 w 488601"/>
                <a:gd name="connsiteY27" fmla="*/ 16432 h 1197884"/>
                <a:gd name="connsiteX28" fmla="*/ 228818 w 488601"/>
                <a:gd name="connsiteY28" fmla="*/ 5740 h 1197884"/>
                <a:gd name="connsiteX29" fmla="*/ 244386 w 488601"/>
                <a:gd name="connsiteY29" fmla="*/ 9 h 1197884"/>
                <a:gd name="connsiteX30" fmla="*/ 257987 w 488601"/>
                <a:gd name="connsiteY30" fmla="*/ 2404 h 1197884"/>
                <a:gd name="connsiteX31" fmla="*/ 269021 w 488601"/>
                <a:gd name="connsiteY31" fmla="*/ 4542 h 1197884"/>
                <a:gd name="connsiteX32" fmla="*/ 275779 w 488601"/>
                <a:gd name="connsiteY32" fmla="*/ 4542 h 1197884"/>
                <a:gd name="connsiteX33" fmla="*/ 278175 w 488601"/>
                <a:gd name="connsiteY33" fmla="*/ 5141 h 1197884"/>
                <a:gd name="connsiteX34" fmla="*/ 295111 w 488601"/>
                <a:gd name="connsiteY34" fmla="*/ 3174 h 1197884"/>
                <a:gd name="connsiteX35" fmla="*/ 309311 w 488601"/>
                <a:gd name="connsiteY35" fmla="*/ 9076 h 1197884"/>
                <a:gd name="connsiteX36" fmla="*/ 331038 w 488601"/>
                <a:gd name="connsiteY36" fmla="*/ 43377 h 1197884"/>
                <a:gd name="connsiteX37" fmla="*/ 332235 w 488601"/>
                <a:gd name="connsiteY37" fmla="*/ 66216 h 1197884"/>
                <a:gd name="connsiteX38" fmla="*/ 324708 w 488601"/>
                <a:gd name="connsiteY38" fmla="*/ 78876 h 1197884"/>
                <a:gd name="connsiteX39" fmla="*/ 325136 w 488601"/>
                <a:gd name="connsiteY39" fmla="*/ 102571 h 1197884"/>
                <a:gd name="connsiteX40" fmla="*/ 324708 w 488601"/>
                <a:gd name="connsiteY40" fmla="*/ 110440 h 1197884"/>
                <a:gd name="connsiteX41" fmla="*/ 329840 w 488601"/>
                <a:gd name="connsiteY41" fmla="*/ 112065 h 1197884"/>
                <a:gd name="connsiteX42" fmla="*/ 325905 w 488601"/>
                <a:gd name="connsiteY42" fmla="*/ 127890 h 1197884"/>
                <a:gd name="connsiteX43" fmla="*/ 321543 w 488601"/>
                <a:gd name="connsiteY43" fmla="*/ 129858 h 1197884"/>
                <a:gd name="connsiteX44" fmla="*/ 318378 w 488601"/>
                <a:gd name="connsiteY44" fmla="*/ 130285 h 1197884"/>
                <a:gd name="connsiteX45" fmla="*/ 315641 w 488601"/>
                <a:gd name="connsiteY45" fmla="*/ 145683 h 1197884"/>
                <a:gd name="connsiteX46" fmla="*/ 308541 w 488601"/>
                <a:gd name="connsiteY46" fmla="*/ 159454 h 1197884"/>
                <a:gd name="connsiteX47" fmla="*/ 302980 w 488601"/>
                <a:gd name="connsiteY47" fmla="*/ 171259 h 1197884"/>
                <a:gd name="connsiteX48" fmla="*/ 301013 w 488601"/>
                <a:gd name="connsiteY48" fmla="*/ 181524 h 1197884"/>
                <a:gd name="connsiteX49" fmla="*/ 295881 w 488601"/>
                <a:gd name="connsiteY49" fmla="*/ 186485 h 1197884"/>
                <a:gd name="connsiteX50" fmla="*/ 296395 w 488601"/>
                <a:gd name="connsiteY50" fmla="*/ 186656 h 1197884"/>
                <a:gd name="connsiteX51" fmla="*/ 300072 w 488601"/>
                <a:gd name="connsiteY51" fmla="*/ 195125 h 1197884"/>
                <a:gd name="connsiteX52" fmla="*/ 306830 w 488601"/>
                <a:gd name="connsiteY52" fmla="*/ 214200 h 1197884"/>
                <a:gd name="connsiteX53" fmla="*/ 357128 w 488601"/>
                <a:gd name="connsiteY53" fmla="*/ 237039 h 1197884"/>
                <a:gd name="connsiteX54" fmla="*/ 378341 w 488601"/>
                <a:gd name="connsiteY54" fmla="*/ 245678 h 1197884"/>
                <a:gd name="connsiteX55" fmla="*/ 383216 w 488601"/>
                <a:gd name="connsiteY55" fmla="*/ 271083 h 1197884"/>
                <a:gd name="connsiteX56" fmla="*/ 434113 w 488601"/>
                <a:gd name="connsiteY56" fmla="*/ 383739 h 1197884"/>
                <a:gd name="connsiteX57" fmla="*/ 458320 w 488601"/>
                <a:gd name="connsiteY57" fmla="*/ 462521 h 1197884"/>
                <a:gd name="connsiteX58" fmla="*/ 488602 w 488601"/>
                <a:gd name="connsiteY58" fmla="*/ 586126 h 1197884"/>
                <a:gd name="connsiteX59" fmla="*/ 481758 w 488601"/>
                <a:gd name="connsiteY59" fmla="*/ 582789 h 1197884"/>
                <a:gd name="connsiteX60" fmla="*/ 483213 w 488601"/>
                <a:gd name="connsiteY60" fmla="*/ 592969 h 1197884"/>
                <a:gd name="connsiteX61" fmla="*/ 481331 w 488601"/>
                <a:gd name="connsiteY61" fmla="*/ 600924 h 1197884"/>
                <a:gd name="connsiteX62" fmla="*/ 486378 w 488601"/>
                <a:gd name="connsiteY62" fmla="*/ 618716 h 1197884"/>
                <a:gd name="connsiteX63" fmla="*/ 483470 w 488601"/>
                <a:gd name="connsiteY63" fmla="*/ 647629 h 1197884"/>
                <a:gd name="connsiteX64" fmla="*/ 473975 w 488601"/>
                <a:gd name="connsiteY64" fmla="*/ 671836 h 1197884"/>
                <a:gd name="connsiteX65" fmla="*/ 466362 w 488601"/>
                <a:gd name="connsiteY65" fmla="*/ 683127 h 1197884"/>
                <a:gd name="connsiteX66" fmla="*/ 462170 w 488601"/>
                <a:gd name="connsiteY66" fmla="*/ 678166 h 1197884"/>
                <a:gd name="connsiteX67" fmla="*/ 459261 w 488601"/>
                <a:gd name="connsiteY67" fmla="*/ 674744 h 1197884"/>
                <a:gd name="connsiteX68" fmla="*/ 468756 w 488601"/>
                <a:gd name="connsiteY68" fmla="*/ 646089 h 1197884"/>
                <a:gd name="connsiteX69" fmla="*/ 465591 w 488601"/>
                <a:gd name="connsiteY69" fmla="*/ 635311 h 1197884"/>
                <a:gd name="connsiteX70" fmla="*/ 462426 w 488601"/>
                <a:gd name="connsiteY70" fmla="*/ 631120 h 1197884"/>
                <a:gd name="connsiteX71" fmla="*/ 455840 w 488601"/>
                <a:gd name="connsiteY71" fmla="*/ 629836 h 1197884"/>
                <a:gd name="connsiteX72" fmla="*/ 449425 w 488601"/>
                <a:gd name="connsiteY72" fmla="*/ 625388 h 1197884"/>
                <a:gd name="connsiteX73" fmla="*/ 449254 w 488601"/>
                <a:gd name="connsiteY73" fmla="*/ 616920 h 1197884"/>
                <a:gd name="connsiteX74" fmla="*/ 444549 w 488601"/>
                <a:gd name="connsiteY74" fmla="*/ 607425 h 1197884"/>
                <a:gd name="connsiteX75" fmla="*/ 443265 w 488601"/>
                <a:gd name="connsiteY75" fmla="*/ 598272 h 1197884"/>
                <a:gd name="connsiteX76" fmla="*/ 434370 w 488601"/>
                <a:gd name="connsiteY76" fmla="*/ 582105 h 1197884"/>
                <a:gd name="connsiteX77" fmla="*/ 432915 w 488601"/>
                <a:gd name="connsiteY77" fmla="*/ 583731 h 1197884"/>
                <a:gd name="connsiteX78" fmla="*/ 403832 w 488601"/>
                <a:gd name="connsiteY78" fmla="*/ 529156 h 1197884"/>
                <a:gd name="connsiteX79" fmla="*/ 380822 w 488601"/>
                <a:gd name="connsiteY79" fmla="*/ 469792 h 1197884"/>
                <a:gd name="connsiteX80" fmla="*/ 360549 w 488601"/>
                <a:gd name="connsiteY80" fmla="*/ 429845 h 1197884"/>
                <a:gd name="connsiteX81" fmla="*/ 350541 w 488601"/>
                <a:gd name="connsiteY81" fmla="*/ 426252 h 1197884"/>
                <a:gd name="connsiteX82" fmla="*/ 351225 w 488601"/>
                <a:gd name="connsiteY82" fmla="*/ 464574 h 1197884"/>
                <a:gd name="connsiteX83" fmla="*/ 352765 w 488601"/>
                <a:gd name="connsiteY83" fmla="*/ 493401 h 1197884"/>
                <a:gd name="connsiteX84" fmla="*/ 353107 w 488601"/>
                <a:gd name="connsiteY84" fmla="*/ 500672 h 1197884"/>
                <a:gd name="connsiteX85" fmla="*/ 354903 w 488601"/>
                <a:gd name="connsiteY85" fmla="*/ 513503 h 1197884"/>
                <a:gd name="connsiteX86" fmla="*/ 357042 w 488601"/>
                <a:gd name="connsiteY86" fmla="*/ 528215 h 1197884"/>
                <a:gd name="connsiteX87" fmla="*/ 354647 w 488601"/>
                <a:gd name="connsiteY87" fmla="*/ 532321 h 1197884"/>
                <a:gd name="connsiteX88" fmla="*/ 356272 w 488601"/>
                <a:gd name="connsiteY88" fmla="*/ 585185 h 1197884"/>
                <a:gd name="connsiteX89" fmla="*/ 357811 w 488601"/>
                <a:gd name="connsiteY89" fmla="*/ 621282 h 1197884"/>
                <a:gd name="connsiteX90" fmla="*/ 356015 w 488601"/>
                <a:gd name="connsiteY90" fmla="*/ 635653 h 1197884"/>
                <a:gd name="connsiteX91" fmla="*/ 360635 w 488601"/>
                <a:gd name="connsiteY91" fmla="*/ 654814 h 1197884"/>
                <a:gd name="connsiteX92" fmla="*/ 365853 w 488601"/>
                <a:gd name="connsiteY92" fmla="*/ 686635 h 1197884"/>
                <a:gd name="connsiteX93" fmla="*/ 367991 w 488601"/>
                <a:gd name="connsiteY93" fmla="*/ 736590 h 1197884"/>
                <a:gd name="connsiteX94" fmla="*/ 367477 w 488601"/>
                <a:gd name="connsiteY94" fmla="*/ 803396 h 1197884"/>
                <a:gd name="connsiteX95" fmla="*/ 357470 w 488601"/>
                <a:gd name="connsiteY95" fmla="*/ 863103 h 1197884"/>
                <a:gd name="connsiteX96" fmla="*/ 278516 w 488601"/>
                <a:gd name="connsiteY96" fmla="*/ 952320 h 1197884"/>
                <a:gd name="connsiteX97" fmla="*/ 270219 w 488601"/>
                <a:gd name="connsiteY97" fmla="*/ 964552 h 1197884"/>
                <a:gd name="connsiteX98" fmla="*/ 265856 w 488601"/>
                <a:gd name="connsiteY98" fmla="*/ 972337 h 1197884"/>
                <a:gd name="connsiteX99" fmla="*/ 265856 w 488601"/>
                <a:gd name="connsiteY99" fmla="*/ 970882 h 1197884"/>
                <a:gd name="connsiteX100" fmla="*/ 263461 w 488601"/>
                <a:gd name="connsiteY100" fmla="*/ 974475 h 1197884"/>
                <a:gd name="connsiteX101" fmla="*/ 259527 w 488601"/>
                <a:gd name="connsiteY101" fmla="*/ 986365 h 1197884"/>
                <a:gd name="connsiteX102" fmla="*/ 276891 w 488601"/>
                <a:gd name="connsiteY102" fmla="*/ 1025029 h 1197884"/>
                <a:gd name="connsiteX103" fmla="*/ 276122 w 488601"/>
                <a:gd name="connsiteY103" fmla="*/ 1056593 h 1197884"/>
                <a:gd name="connsiteX104" fmla="*/ 283221 w 488601"/>
                <a:gd name="connsiteY104" fmla="*/ 1088157 h 1197884"/>
                <a:gd name="connsiteX105" fmla="*/ 287926 w 488601"/>
                <a:gd name="connsiteY105" fmla="*/ 1107917 h 1197884"/>
                <a:gd name="connsiteX106" fmla="*/ 285531 w 488601"/>
                <a:gd name="connsiteY106" fmla="*/ 1135546 h 1197884"/>
                <a:gd name="connsiteX107" fmla="*/ 290235 w 488601"/>
                <a:gd name="connsiteY107" fmla="*/ 1153680 h 1197884"/>
                <a:gd name="connsiteX108" fmla="*/ 298875 w 488601"/>
                <a:gd name="connsiteY108" fmla="*/ 1171045 h 1197884"/>
                <a:gd name="connsiteX109" fmla="*/ 304435 w 488601"/>
                <a:gd name="connsiteY109" fmla="*/ 1181310 h 1197884"/>
                <a:gd name="connsiteX110" fmla="*/ 304435 w 488601"/>
                <a:gd name="connsiteY110" fmla="*/ 1189949 h 1197884"/>
                <a:gd name="connsiteX111" fmla="*/ 279971 w 488601"/>
                <a:gd name="connsiteY111" fmla="*/ 1197819 h 1197884"/>
                <a:gd name="connsiteX112" fmla="*/ 230272 w 488601"/>
                <a:gd name="connsiteY112" fmla="*/ 1186784 h 1197884"/>
                <a:gd name="connsiteX113" fmla="*/ 216842 w 488601"/>
                <a:gd name="connsiteY113" fmla="*/ 1171815 h 1197884"/>
                <a:gd name="connsiteX114" fmla="*/ 213678 w 488601"/>
                <a:gd name="connsiteY114" fmla="*/ 1155990 h 1197884"/>
                <a:gd name="connsiteX115" fmla="*/ 216842 w 488601"/>
                <a:gd name="connsiteY115" fmla="*/ 1131526 h 1197884"/>
                <a:gd name="connsiteX116" fmla="*/ 206578 w 488601"/>
                <a:gd name="connsiteY116" fmla="*/ 1108601 h 1197884"/>
                <a:gd name="connsiteX117" fmla="*/ 205808 w 488601"/>
                <a:gd name="connsiteY117" fmla="*/ 1091236 h 1197884"/>
                <a:gd name="connsiteX118" fmla="*/ 169453 w 488601"/>
                <a:gd name="connsiteY118" fmla="*/ 1047013 h 1197884"/>
                <a:gd name="connsiteX119" fmla="*/ 162354 w 488601"/>
                <a:gd name="connsiteY119" fmla="*/ 1013823 h 1197884"/>
                <a:gd name="connsiteX120" fmla="*/ 156794 w 488601"/>
                <a:gd name="connsiteY120" fmla="*/ 972764 h 1197884"/>
                <a:gd name="connsiteX121" fmla="*/ 145760 w 488601"/>
                <a:gd name="connsiteY121" fmla="*/ 968829 h 1197884"/>
                <a:gd name="connsiteX122" fmla="*/ 132329 w 488601"/>
                <a:gd name="connsiteY122" fmla="*/ 936495 h 1197884"/>
                <a:gd name="connsiteX123" fmla="*/ 164664 w 488601"/>
                <a:gd name="connsiteY123" fmla="*/ 902536 h 1197884"/>
                <a:gd name="connsiteX124" fmla="*/ 177323 w 488601"/>
                <a:gd name="connsiteY124" fmla="*/ 883546 h 1197884"/>
                <a:gd name="connsiteX125" fmla="*/ 167059 w 488601"/>
                <a:gd name="connsiteY125" fmla="*/ 848817 h 1197884"/>
                <a:gd name="connsiteX126" fmla="*/ 159189 w 488601"/>
                <a:gd name="connsiteY126" fmla="*/ 788854 h 1197884"/>
                <a:gd name="connsiteX127" fmla="*/ 156024 w 488601"/>
                <a:gd name="connsiteY127" fmla="*/ 726496 h 1197884"/>
                <a:gd name="connsiteX128" fmla="*/ 138659 w 488601"/>
                <a:gd name="connsiteY128" fmla="*/ 670467 h 1197884"/>
                <a:gd name="connsiteX129" fmla="*/ 131389 w 488601"/>
                <a:gd name="connsiteY129" fmla="*/ 593739 h 1197884"/>
                <a:gd name="connsiteX130" fmla="*/ 127967 w 488601"/>
                <a:gd name="connsiteY130" fmla="*/ 536684 h 1197884"/>
                <a:gd name="connsiteX131" fmla="*/ 134810 w 488601"/>
                <a:gd name="connsiteY131" fmla="*/ 458757 h 1197884"/>
                <a:gd name="connsiteX132" fmla="*/ 134810 w 488601"/>
                <a:gd name="connsiteY132" fmla="*/ 458501 h 1197884"/>
                <a:gd name="connsiteX133" fmla="*/ 136778 w 488601"/>
                <a:gd name="connsiteY133" fmla="*/ 422745 h 1197884"/>
                <a:gd name="connsiteX134" fmla="*/ 133270 w 488601"/>
                <a:gd name="connsiteY134" fmla="*/ 435234 h 1197884"/>
                <a:gd name="connsiteX135" fmla="*/ 72965 w 488601"/>
                <a:gd name="connsiteY135" fmla="*/ 571071 h 1197884"/>
                <a:gd name="connsiteX136" fmla="*/ 59108 w 488601"/>
                <a:gd name="connsiteY136" fmla="*/ 600924 h 1197884"/>
                <a:gd name="connsiteX137" fmla="*/ 55173 w 488601"/>
                <a:gd name="connsiteY137" fmla="*/ 607938 h 1197884"/>
                <a:gd name="connsiteX138" fmla="*/ 49869 w 488601"/>
                <a:gd name="connsiteY138" fmla="*/ 622651 h 1197884"/>
                <a:gd name="connsiteX139" fmla="*/ 48757 w 488601"/>
                <a:gd name="connsiteY139" fmla="*/ 622822 h 1197884"/>
                <a:gd name="connsiteX140" fmla="*/ 48586 w 488601"/>
                <a:gd name="connsiteY140" fmla="*/ 638305 h 1197884"/>
                <a:gd name="connsiteX141" fmla="*/ 53291 w 488601"/>
                <a:gd name="connsiteY141" fmla="*/ 663539 h 1197884"/>
                <a:gd name="connsiteX142" fmla="*/ 54489 w 488601"/>
                <a:gd name="connsiteY142" fmla="*/ 685266 h 1197884"/>
                <a:gd name="connsiteX143" fmla="*/ 55686 w 488601"/>
                <a:gd name="connsiteY143" fmla="*/ 699893 h 1197884"/>
                <a:gd name="connsiteX144" fmla="*/ 51324 w 488601"/>
                <a:gd name="connsiteY144" fmla="*/ 701433 h 1197884"/>
                <a:gd name="connsiteX145" fmla="*/ 43796 w 488601"/>
                <a:gd name="connsiteY145" fmla="*/ 691938 h 1197884"/>
                <a:gd name="connsiteX146" fmla="*/ 40203 w 488601"/>
                <a:gd name="connsiteY146" fmla="*/ 671409 h 1197884"/>
                <a:gd name="connsiteX147" fmla="*/ 31564 w 488601"/>
                <a:gd name="connsiteY147" fmla="*/ 685180 h 1197884"/>
                <a:gd name="connsiteX148" fmla="*/ 25662 w 488601"/>
                <a:gd name="connsiteY148" fmla="*/ 701347 h 1197884"/>
                <a:gd name="connsiteX149" fmla="*/ 26431 w 488601"/>
                <a:gd name="connsiteY149" fmla="*/ 714777 h 1197884"/>
                <a:gd name="connsiteX150" fmla="*/ 22838 w 488601"/>
                <a:gd name="connsiteY150" fmla="*/ 716317 h 1197884"/>
                <a:gd name="connsiteX151" fmla="*/ 15739 w 488601"/>
                <a:gd name="connsiteY151" fmla="*/ 706052 h 1197884"/>
                <a:gd name="connsiteX152" fmla="*/ 9837 w 488601"/>
                <a:gd name="connsiteY152" fmla="*/ 698182 h 1197884"/>
                <a:gd name="connsiteX153" fmla="*/ 7099 w 488601"/>
                <a:gd name="connsiteY153" fmla="*/ 686720 h 1197884"/>
                <a:gd name="connsiteX154" fmla="*/ 2395 w 488601"/>
                <a:gd name="connsiteY154" fmla="*/ 678850 h 1197884"/>
                <a:gd name="connsiteX155" fmla="*/ 1967 w 488601"/>
                <a:gd name="connsiteY155" fmla="*/ 669783 h 1197884"/>
                <a:gd name="connsiteX156" fmla="*/ 0 w 488601"/>
                <a:gd name="connsiteY156" fmla="*/ 660716 h 1197884"/>
                <a:gd name="connsiteX157" fmla="*/ 0 w 488601"/>
                <a:gd name="connsiteY157" fmla="*/ 660716 h 1197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</a:cxnLst>
              <a:rect l="l" t="t" r="r" b="b"/>
              <a:pathLst>
                <a:path w="488601" h="1197884">
                  <a:moveTo>
                    <a:pt x="14456" y="603319"/>
                  </a:moveTo>
                  <a:lnTo>
                    <a:pt x="15312" y="600753"/>
                  </a:lnTo>
                  <a:lnTo>
                    <a:pt x="14456" y="603319"/>
                  </a:lnTo>
                  <a:lnTo>
                    <a:pt x="14456" y="603319"/>
                  </a:lnTo>
                  <a:close/>
                  <a:moveTo>
                    <a:pt x="342" y="661144"/>
                  </a:moveTo>
                  <a:cubicBezTo>
                    <a:pt x="342" y="659176"/>
                    <a:pt x="4277" y="644977"/>
                    <a:pt x="6244" y="637877"/>
                  </a:cubicBezTo>
                  <a:cubicBezTo>
                    <a:pt x="8211" y="630777"/>
                    <a:pt x="8211" y="624447"/>
                    <a:pt x="8211" y="621710"/>
                  </a:cubicBezTo>
                  <a:cubicBezTo>
                    <a:pt x="8211" y="618973"/>
                    <a:pt x="11804" y="611445"/>
                    <a:pt x="11804" y="611445"/>
                  </a:cubicBezTo>
                  <a:lnTo>
                    <a:pt x="13772" y="605458"/>
                  </a:lnTo>
                  <a:lnTo>
                    <a:pt x="13344" y="605629"/>
                  </a:lnTo>
                  <a:cubicBezTo>
                    <a:pt x="8811" y="603490"/>
                    <a:pt x="9666" y="603576"/>
                    <a:pt x="8896" y="602549"/>
                  </a:cubicBezTo>
                  <a:cubicBezTo>
                    <a:pt x="8896" y="602549"/>
                    <a:pt x="40460" y="466456"/>
                    <a:pt x="49784" y="424456"/>
                  </a:cubicBezTo>
                  <a:cubicBezTo>
                    <a:pt x="58851" y="383568"/>
                    <a:pt x="68859" y="357906"/>
                    <a:pt x="73393" y="339002"/>
                  </a:cubicBezTo>
                  <a:cubicBezTo>
                    <a:pt x="77926" y="320098"/>
                    <a:pt x="95633" y="288790"/>
                    <a:pt x="94863" y="281263"/>
                  </a:cubicBezTo>
                  <a:cubicBezTo>
                    <a:pt x="94093" y="273735"/>
                    <a:pt x="94863" y="266122"/>
                    <a:pt x="112228" y="254831"/>
                  </a:cubicBezTo>
                  <a:cubicBezTo>
                    <a:pt x="129593" y="243454"/>
                    <a:pt x="189299" y="211890"/>
                    <a:pt x="196912" y="200428"/>
                  </a:cubicBezTo>
                  <a:cubicBezTo>
                    <a:pt x="196912" y="198803"/>
                    <a:pt x="211625" y="181438"/>
                    <a:pt x="216414" y="179899"/>
                  </a:cubicBezTo>
                  <a:lnTo>
                    <a:pt x="217356" y="179727"/>
                  </a:lnTo>
                  <a:cubicBezTo>
                    <a:pt x="219665" y="173740"/>
                    <a:pt x="223258" y="161935"/>
                    <a:pt x="220093" y="154151"/>
                  </a:cubicBezTo>
                  <a:cubicBezTo>
                    <a:pt x="215730" y="143288"/>
                    <a:pt x="215730" y="141748"/>
                    <a:pt x="213335" y="141491"/>
                  </a:cubicBezTo>
                  <a:cubicBezTo>
                    <a:pt x="210941" y="141320"/>
                    <a:pt x="209144" y="138925"/>
                    <a:pt x="207605" y="136958"/>
                  </a:cubicBezTo>
                  <a:cubicBezTo>
                    <a:pt x="206064" y="134990"/>
                    <a:pt x="196912" y="110697"/>
                    <a:pt x="195372" y="104624"/>
                  </a:cubicBezTo>
                  <a:cubicBezTo>
                    <a:pt x="193833" y="98465"/>
                    <a:pt x="193576" y="94359"/>
                    <a:pt x="192207" y="90766"/>
                  </a:cubicBezTo>
                  <a:cubicBezTo>
                    <a:pt x="190838" y="87173"/>
                    <a:pt x="188700" y="81870"/>
                    <a:pt x="188871" y="77764"/>
                  </a:cubicBezTo>
                  <a:cubicBezTo>
                    <a:pt x="189042" y="73658"/>
                    <a:pt x="189299" y="67927"/>
                    <a:pt x="188700" y="65104"/>
                  </a:cubicBezTo>
                  <a:cubicBezTo>
                    <a:pt x="188101" y="62367"/>
                    <a:pt x="186904" y="62110"/>
                    <a:pt x="188101" y="57833"/>
                  </a:cubicBezTo>
                  <a:cubicBezTo>
                    <a:pt x="189299" y="53471"/>
                    <a:pt x="191266" y="42436"/>
                    <a:pt x="198794" y="34738"/>
                  </a:cubicBezTo>
                  <a:cubicBezTo>
                    <a:pt x="206321" y="27039"/>
                    <a:pt x="215218" y="18913"/>
                    <a:pt x="218553" y="16432"/>
                  </a:cubicBezTo>
                  <a:cubicBezTo>
                    <a:pt x="221889" y="13866"/>
                    <a:pt x="225225" y="9333"/>
                    <a:pt x="228818" y="5740"/>
                  </a:cubicBezTo>
                  <a:cubicBezTo>
                    <a:pt x="232326" y="2147"/>
                    <a:pt x="239853" y="-162"/>
                    <a:pt x="244386" y="9"/>
                  </a:cubicBezTo>
                  <a:cubicBezTo>
                    <a:pt x="248920" y="180"/>
                    <a:pt x="254480" y="180"/>
                    <a:pt x="257987" y="2404"/>
                  </a:cubicBezTo>
                  <a:cubicBezTo>
                    <a:pt x="261579" y="4542"/>
                    <a:pt x="265685" y="5141"/>
                    <a:pt x="269021" y="4542"/>
                  </a:cubicBezTo>
                  <a:cubicBezTo>
                    <a:pt x="272358" y="3944"/>
                    <a:pt x="273384" y="3944"/>
                    <a:pt x="275779" y="4542"/>
                  </a:cubicBezTo>
                  <a:lnTo>
                    <a:pt x="278175" y="5141"/>
                  </a:lnTo>
                  <a:cubicBezTo>
                    <a:pt x="281767" y="3601"/>
                    <a:pt x="291177" y="4371"/>
                    <a:pt x="295111" y="3174"/>
                  </a:cubicBezTo>
                  <a:cubicBezTo>
                    <a:pt x="299046" y="1976"/>
                    <a:pt x="303408" y="2404"/>
                    <a:pt x="309311" y="9076"/>
                  </a:cubicBezTo>
                  <a:cubicBezTo>
                    <a:pt x="315213" y="15748"/>
                    <a:pt x="330610" y="31573"/>
                    <a:pt x="331038" y="43377"/>
                  </a:cubicBezTo>
                  <a:cubicBezTo>
                    <a:pt x="331466" y="55182"/>
                    <a:pt x="333005" y="58347"/>
                    <a:pt x="332235" y="66216"/>
                  </a:cubicBezTo>
                  <a:cubicBezTo>
                    <a:pt x="331466" y="74086"/>
                    <a:pt x="324708" y="72546"/>
                    <a:pt x="324708" y="78876"/>
                  </a:cubicBezTo>
                  <a:cubicBezTo>
                    <a:pt x="324708" y="85206"/>
                    <a:pt x="325136" y="100176"/>
                    <a:pt x="325136" y="102571"/>
                  </a:cubicBezTo>
                  <a:cubicBezTo>
                    <a:pt x="325136" y="104966"/>
                    <a:pt x="324708" y="110440"/>
                    <a:pt x="324708" y="110440"/>
                  </a:cubicBezTo>
                  <a:cubicBezTo>
                    <a:pt x="324708" y="110440"/>
                    <a:pt x="329840" y="108901"/>
                    <a:pt x="329840" y="112065"/>
                  </a:cubicBezTo>
                  <a:cubicBezTo>
                    <a:pt x="329840" y="115230"/>
                    <a:pt x="325905" y="127890"/>
                    <a:pt x="325905" y="127890"/>
                  </a:cubicBezTo>
                  <a:cubicBezTo>
                    <a:pt x="325905" y="127890"/>
                    <a:pt x="323169" y="129858"/>
                    <a:pt x="321543" y="129858"/>
                  </a:cubicBezTo>
                  <a:cubicBezTo>
                    <a:pt x="319918" y="129858"/>
                    <a:pt x="318378" y="130285"/>
                    <a:pt x="318378" y="130285"/>
                  </a:cubicBezTo>
                  <a:cubicBezTo>
                    <a:pt x="318378" y="130285"/>
                    <a:pt x="317950" y="141320"/>
                    <a:pt x="315641" y="145683"/>
                  </a:cubicBezTo>
                  <a:cubicBezTo>
                    <a:pt x="313246" y="150045"/>
                    <a:pt x="310850" y="155177"/>
                    <a:pt x="308541" y="159454"/>
                  </a:cubicBezTo>
                  <a:cubicBezTo>
                    <a:pt x="306146" y="163817"/>
                    <a:pt x="302639" y="166554"/>
                    <a:pt x="302980" y="171259"/>
                  </a:cubicBezTo>
                  <a:cubicBezTo>
                    <a:pt x="303408" y="175964"/>
                    <a:pt x="302980" y="178786"/>
                    <a:pt x="301013" y="181524"/>
                  </a:cubicBezTo>
                  <a:cubicBezTo>
                    <a:pt x="299731" y="183320"/>
                    <a:pt x="297848" y="185202"/>
                    <a:pt x="295881" y="186485"/>
                  </a:cubicBezTo>
                  <a:lnTo>
                    <a:pt x="296395" y="186656"/>
                  </a:lnTo>
                  <a:lnTo>
                    <a:pt x="300072" y="195125"/>
                  </a:lnTo>
                  <a:cubicBezTo>
                    <a:pt x="300072" y="195125"/>
                    <a:pt x="300072" y="211035"/>
                    <a:pt x="306830" y="214200"/>
                  </a:cubicBezTo>
                  <a:cubicBezTo>
                    <a:pt x="306830" y="214200"/>
                    <a:pt x="338308" y="229340"/>
                    <a:pt x="357128" y="237039"/>
                  </a:cubicBezTo>
                  <a:cubicBezTo>
                    <a:pt x="376716" y="245080"/>
                    <a:pt x="375860" y="240803"/>
                    <a:pt x="378341" y="245678"/>
                  </a:cubicBezTo>
                  <a:cubicBezTo>
                    <a:pt x="380737" y="250554"/>
                    <a:pt x="383216" y="266293"/>
                    <a:pt x="383216" y="271083"/>
                  </a:cubicBezTo>
                  <a:cubicBezTo>
                    <a:pt x="383216" y="275874"/>
                    <a:pt x="423164" y="364407"/>
                    <a:pt x="434113" y="383739"/>
                  </a:cubicBezTo>
                  <a:cubicBezTo>
                    <a:pt x="434113" y="383739"/>
                    <a:pt x="451050" y="429759"/>
                    <a:pt x="458320" y="462521"/>
                  </a:cubicBezTo>
                  <a:cubicBezTo>
                    <a:pt x="465591" y="495197"/>
                    <a:pt x="480133" y="546093"/>
                    <a:pt x="488602" y="586126"/>
                  </a:cubicBezTo>
                  <a:cubicBezTo>
                    <a:pt x="488602" y="586126"/>
                    <a:pt x="485949" y="584671"/>
                    <a:pt x="481758" y="582789"/>
                  </a:cubicBezTo>
                  <a:cubicBezTo>
                    <a:pt x="482699" y="587494"/>
                    <a:pt x="483555" y="591343"/>
                    <a:pt x="483213" y="592969"/>
                  </a:cubicBezTo>
                  <a:cubicBezTo>
                    <a:pt x="482785" y="594936"/>
                    <a:pt x="481844" y="599042"/>
                    <a:pt x="481331" y="600924"/>
                  </a:cubicBezTo>
                  <a:cubicBezTo>
                    <a:pt x="483127" y="606569"/>
                    <a:pt x="485437" y="612044"/>
                    <a:pt x="486378" y="618716"/>
                  </a:cubicBezTo>
                  <a:cubicBezTo>
                    <a:pt x="487404" y="626329"/>
                    <a:pt x="485094" y="642924"/>
                    <a:pt x="483470" y="647629"/>
                  </a:cubicBezTo>
                  <a:cubicBezTo>
                    <a:pt x="481929" y="652333"/>
                    <a:pt x="477140" y="666020"/>
                    <a:pt x="473975" y="671836"/>
                  </a:cubicBezTo>
                  <a:cubicBezTo>
                    <a:pt x="470810" y="677653"/>
                    <a:pt x="469527" y="684239"/>
                    <a:pt x="466362" y="683127"/>
                  </a:cubicBezTo>
                  <a:cubicBezTo>
                    <a:pt x="463197" y="682101"/>
                    <a:pt x="462940" y="679193"/>
                    <a:pt x="462170" y="678166"/>
                  </a:cubicBezTo>
                  <a:cubicBezTo>
                    <a:pt x="461400" y="677054"/>
                    <a:pt x="459604" y="676798"/>
                    <a:pt x="459261" y="674744"/>
                  </a:cubicBezTo>
                  <a:cubicBezTo>
                    <a:pt x="458492" y="670040"/>
                    <a:pt x="469013" y="650793"/>
                    <a:pt x="468756" y="646089"/>
                  </a:cubicBezTo>
                  <a:cubicBezTo>
                    <a:pt x="468500" y="641384"/>
                    <a:pt x="466960" y="637107"/>
                    <a:pt x="465591" y="635311"/>
                  </a:cubicBezTo>
                  <a:cubicBezTo>
                    <a:pt x="464309" y="633429"/>
                    <a:pt x="463453" y="632403"/>
                    <a:pt x="462426" y="631120"/>
                  </a:cubicBezTo>
                  <a:cubicBezTo>
                    <a:pt x="461400" y="629836"/>
                    <a:pt x="460801" y="631633"/>
                    <a:pt x="455840" y="629836"/>
                  </a:cubicBezTo>
                  <a:cubicBezTo>
                    <a:pt x="450879" y="627954"/>
                    <a:pt x="450109" y="627698"/>
                    <a:pt x="449425" y="625388"/>
                  </a:cubicBezTo>
                  <a:cubicBezTo>
                    <a:pt x="448654" y="622651"/>
                    <a:pt x="449254" y="619828"/>
                    <a:pt x="449254" y="616920"/>
                  </a:cubicBezTo>
                  <a:cubicBezTo>
                    <a:pt x="449254" y="614012"/>
                    <a:pt x="445832" y="610077"/>
                    <a:pt x="444549" y="607425"/>
                  </a:cubicBezTo>
                  <a:cubicBezTo>
                    <a:pt x="443265" y="604773"/>
                    <a:pt x="444292" y="600325"/>
                    <a:pt x="443265" y="598272"/>
                  </a:cubicBezTo>
                  <a:cubicBezTo>
                    <a:pt x="443265" y="598272"/>
                    <a:pt x="438817" y="589804"/>
                    <a:pt x="434370" y="582105"/>
                  </a:cubicBezTo>
                  <a:lnTo>
                    <a:pt x="432915" y="583731"/>
                  </a:lnTo>
                  <a:cubicBezTo>
                    <a:pt x="432915" y="583731"/>
                    <a:pt x="411102" y="540105"/>
                    <a:pt x="403832" y="529156"/>
                  </a:cubicBezTo>
                  <a:cubicBezTo>
                    <a:pt x="396561" y="518293"/>
                    <a:pt x="385612" y="477063"/>
                    <a:pt x="380822" y="469792"/>
                  </a:cubicBezTo>
                  <a:cubicBezTo>
                    <a:pt x="361747" y="441136"/>
                    <a:pt x="380052" y="440708"/>
                    <a:pt x="360549" y="429845"/>
                  </a:cubicBezTo>
                  <a:cubicBezTo>
                    <a:pt x="349086" y="423430"/>
                    <a:pt x="350541" y="426252"/>
                    <a:pt x="350541" y="426252"/>
                  </a:cubicBezTo>
                  <a:cubicBezTo>
                    <a:pt x="350541" y="426252"/>
                    <a:pt x="350541" y="453283"/>
                    <a:pt x="351225" y="464574"/>
                  </a:cubicBezTo>
                  <a:cubicBezTo>
                    <a:pt x="351738" y="469706"/>
                    <a:pt x="352422" y="481340"/>
                    <a:pt x="352765" y="493401"/>
                  </a:cubicBezTo>
                  <a:cubicBezTo>
                    <a:pt x="352851" y="495796"/>
                    <a:pt x="353022" y="498191"/>
                    <a:pt x="353107" y="500672"/>
                  </a:cubicBezTo>
                  <a:cubicBezTo>
                    <a:pt x="354219" y="508114"/>
                    <a:pt x="354903" y="513075"/>
                    <a:pt x="354903" y="513503"/>
                  </a:cubicBezTo>
                  <a:cubicBezTo>
                    <a:pt x="354903" y="515042"/>
                    <a:pt x="357042" y="528215"/>
                    <a:pt x="357042" y="528215"/>
                  </a:cubicBezTo>
                  <a:cubicBezTo>
                    <a:pt x="357042" y="528215"/>
                    <a:pt x="356101" y="529840"/>
                    <a:pt x="354647" y="532321"/>
                  </a:cubicBezTo>
                  <a:cubicBezTo>
                    <a:pt x="355759" y="556871"/>
                    <a:pt x="356699" y="579796"/>
                    <a:pt x="356272" y="585185"/>
                  </a:cubicBezTo>
                  <a:cubicBezTo>
                    <a:pt x="355416" y="597075"/>
                    <a:pt x="355416" y="601865"/>
                    <a:pt x="357811" y="621282"/>
                  </a:cubicBezTo>
                  <a:cubicBezTo>
                    <a:pt x="358667" y="628382"/>
                    <a:pt x="358068" y="632745"/>
                    <a:pt x="356015" y="635653"/>
                  </a:cubicBezTo>
                  <a:cubicBezTo>
                    <a:pt x="357726" y="643865"/>
                    <a:pt x="359437" y="651820"/>
                    <a:pt x="360635" y="654814"/>
                  </a:cubicBezTo>
                  <a:cubicBezTo>
                    <a:pt x="362773" y="660117"/>
                    <a:pt x="366451" y="675087"/>
                    <a:pt x="365853" y="686635"/>
                  </a:cubicBezTo>
                  <a:cubicBezTo>
                    <a:pt x="365339" y="698182"/>
                    <a:pt x="369530" y="730858"/>
                    <a:pt x="367991" y="736590"/>
                  </a:cubicBezTo>
                  <a:cubicBezTo>
                    <a:pt x="366365" y="742406"/>
                    <a:pt x="369787" y="796810"/>
                    <a:pt x="367477" y="803396"/>
                  </a:cubicBezTo>
                  <a:cubicBezTo>
                    <a:pt x="367477" y="803396"/>
                    <a:pt x="361404" y="850528"/>
                    <a:pt x="357470" y="863103"/>
                  </a:cubicBezTo>
                  <a:cubicBezTo>
                    <a:pt x="353534" y="875762"/>
                    <a:pt x="296736" y="918361"/>
                    <a:pt x="278516" y="952320"/>
                  </a:cubicBezTo>
                  <a:cubicBezTo>
                    <a:pt x="278516" y="952320"/>
                    <a:pt x="274325" y="958479"/>
                    <a:pt x="270219" y="964552"/>
                  </a:cubicBezTo>
                  <a:cubicBezTo>
                    <a:pt x="267482" y="969428"/>
                    <a:pt x="265856" y="972337"/>
                    <a:pt x="265856" y="972337"/>
                  </a:cubicBezTo>
                  <a:lnTo>
                    <a:pt x="265856" y="970882"/>
                  </a:lnTo>
                  <a:cubicBezTo>
                    <a:pt x="264916" y="972337"/>
                    <a:pt x="264060" y="973620"/>
                    <a:pt x="263461" y="974475"/>
                  </a:cubicBezTo>
                  <a:cubicBezTo>
                    <a:pt x="260296" y="979265"/>
                    <a:pt x="257902" y="982345"/>
                    <a:pt x="259527" y="986365"/>
                  </a:cubicBezTo>
                  <a:cubicBezTo>
                    <a:pt x="261067" y="990300"/>
                    <a:pt x="274496" y="1013994"/>
                    <a:pt x="276891" y="1025029"/>
                  </a:cubicBezTo>
                  <a:cubicBezTo>
                    <a:pt x="279287" y="1036064"/>
                    <a:pt x="276122" y="1046328"/>
                    <a:pt x="276122" y="1056593"/>
                  </a:cubicBezTo>
                  <a:cubicBezTo>
                    <a:pt x="276122" y="1066858"/>
                    <a:pt x="280056" y="1077122"/>
                    <a:pt x="283221" y="1088157"/>
                  </a:cubicBezTo>
                  <a:cubicBezTo>
                    <a:pt x="286386" y="1099192"/>
                    <a:pt x="290321" y="1095257"/>
                    <a:pt x="287926" y="1107917"/>
                  </a:cubicBezTo>
                  <a:cubicBezTo>
                    <a:pt x="285531" y="1120577"/>
                    <a:pt x="284761" y="1131611"/>
                    <a:pt x="285531" y="1135546"/>
                  </a:cubicBezTo>
                  <a:cubicBezTo>
                    <a:pt x="286301" y="1139481"/>
                    <a:pt x="285531" y="1148206"/>
                    <a:pt x="290235" y="1153680"/>
                  </a:cubicBezTo>
                  <a:cubicBezTo>
                    <a:pt x="294940" y="1159240"/>
                    <a:pt x="297335" y="1166340"/>
                    <a:pt x="298875" y="1171045"/>
                  </a:cubicBezTo>
                  <a:cubicBezTo>
                    <a:pt x="300500" y="1175750"/>
                    <a:pt x="303580" y="1176605"/>
                    <a:pt x="304435" y="1181310"/>
                  </a:cubicBezTo>
                  <a:cubicBezTo>
                    <a:pt x="305204" y="1186014"/>
                    <a:pt x="307600" y="1187640"/>
                    <a:pt x="304435" y="1189949"/>
                  </a:cubicBezTo>
                  <a:cubicBezTo>
                    <a:pt x="301270" y="1192344"/>
                    <a:pt x="291006" y="1198589"/>
                    <a:pt x="279971" y="1197819"/>
                  </a:cubicBezTo>
                  <a:cubicBezTo>
                    <a:pt x="268936" y="1197049"/>
                    <a:pt x="235746" y="1189949"/>
                    <a:pt x="230272" y="1186784"/>
                  </a:cubicBezTo>
                  <a:cubicBezTo>
                    <a:pt x="224712" y="1183619"/>
                    <a:pt x="221548" y="1174124"/>
                    <a:pt x="216842" y="1171815"/>
                  </a:cubicBezTo>
                  <a:cubicBezTo>
                    <a:pt x="212137" y="1169420"/>
                    <a:pt x="212908" y="1160780"/>
                    <a:pt x="213678" y="1155990"/>
                  </a:cubicBezTo>
                  <a:cubicBezTo>
                    <a:pt x="214447" y="1151285"/>
                    <a:pt x="216842" y="1133921"/>
                    <a:pt x="216842" y="1131526"/>
                  </a:cubicBezTo>
                  <a:cubicBezTo>
                    <a:pt x="216842" y="1129131"/>
                    <a:pt x="207348" y="1114931"/>
                    <a:pt x="206578" y="1108601"/>
                  </a:cubicBezTo>
                  <a:cubicBezTo>
                    <a:pt x="205808" y="1102271"/>
                    <a:pt x="210513" y="1094401"/>
                    <a:pt x="205808" y="1091236"/>
                  </a:cubicBezTo>
                  <a:cubicBezTo>
                    <a:pt x="201104" y="1088072"/>
                    <a:pt x="177409" y="1056507"/>
                    <a:pt x="169453" y="1047013"/>
                  </a:cubicBezTo>
                  <a:cubicBezTo>
                    <a:pt x="161584" y="1037518"/>
                    <a:pt x="160814" y="1022548"/>
                    <a:pt x="162354" y="1013823"/>
                  </a:cubicBezTo>
                  <a:cubicBezTo>
                    <a:pt x="163979" y="1005098"/>
                    <a:pt x="164749" y="980634"/>
                    <a:pt x="156794" y="972764"/>
                  </a:cubicBezTo>
                  <a:cubicBezTo>
                    <a:pt x="148925" y="964895"/>
                    <a:pt x="149694" y="970369"/>
                    <a:pt x="145760" y="968829"/>
                  </a:cubicBezTo>
                  <a:cubicBezTo>
                    <a:pt x="141824" y="967204"/>
                    <a:pt x="133955" y="942740"/>
                    <a:pt x="132329" y="936495"/>
                  </a:cubicBezTo>
                  <a:cubicBezTo>
                    <a:pt x="130790" y="930166"/>
                    <a:pt x="150464" y="909636"/>
                    <a:pt x="164664" y="902536"/>
                  </a:cubicBezTo>
                  <a:cubicBezTo>
                    <a:pt x="178863" y="895437"/>
                    <a:pt x="178863" y="889877"/>
                    <a:pt x="177323" y="883546"/>
                  </a:cubicBezTo>
                  <a:cubicBezTo>
                    <a:pt x="175783" y="877217"/>
                    <a:pt x="170224" y="856687"/>
                    <a:pt x="167059" y="848817"/>
                  </a:cubicBezTo>
                  <a:cubicBezTo>
                    <a:pt x="163894" y="840948"/>
                    <a:pt x="158334" y="799889"/>
                    <a:pt x="159189" y="788854"/>
                  </a:cubicBezTo>
                  <a:cubicBezTo>
                    <a:pt x="159958" y="777820"/>
                    <a:pt x="157649" y="737530"/>
                    <a:pt x="156024" y="726496"/>
                  </a:cubicBezTo>
                  <a:cubicBezTo>
                    <a:pt x="154398" y="715461"/>
                    <a:pt x="141824" y="687062"/>
                    <a:pt x="138659" y="670467"/>
                  </a:cubicBezTo>
                  <a:cubicBezTo>
                    <a:pt x="136435" y="658578"/>
                    <a:pt x="132501" y="618887"/>
                    <a:pt x="131389" y="593739"/>
                  </a:cubicBezTo>
                  <a:cubicBezTo>
                    <a:pt x="129421" y="573295"/>
                    <a:pt x="127112" y="546521"/>
                    <a:pt x="127967" y="536684"/>
                  </a:cubicBezTo>
                  <a:cubicBezTo>
                    <a:pt x="129507" y="520089"/>
                    <a:pt x="130960" y="467054"/>
                    <a:pt x="134810" y="458757"/>
                  </a:cubicBezTo>
                  <a:lnTo>
                    <a:pt x="134810" y="458501"/>
                  </a:lnTo>
                  <a:cubicBezTo>
                    <a:pt x="136778" y="447295"/>
                    <a:pt x="139173" y="424713"/>
                    <a:pt x="136778" y="422745"/>
                  </a:cubicBezTo>
                  <a:cubicBezTo>
                    <a:pt x="132501" y="420179"/>
                    <a:pt x="137034" y="426167"/>
                    <a:pt x="133270" y="435234"/>
                  </a:cubicBezTo>
                  <a:cubicBezTo>
                    <a:pt x="129507" y="444301"/>
                    <a:pt x="83828" y="551140"/>
                    <a:pt x="72965" y="571071"/>
                  </a:cubicBezTo>
                  <a:cubicBezTo>
                    <a:pt x="62102" y="591087"/>
                    <a:pt x="61417" y="595535"/>
                    <a:pt x="59108" y="600924"/>
                  </a:cubicBezTo>
                  <a:cubicBezTo>
                    <a:pt x="56798" y="606227"/>
                    <a:pt x="55173" y="607938"/>
                    <a:pt x="55173" y="607938"/>
                  </a:cubicBezTo>
                  <a:cubicBezTo>
                    <a:pt x="51495" y="618460"/>
                    <a:pt x="49869" y="622651"/>
                    <a:pt x="49869" y="622651"/>
                  </a:cubicBezTo>
                  <a:lnTo>
                    <a:pt x="48757" y="622822"/>
                  </a:lnTo>
                  <a:cubicBezTo>
                    <a:pt x="48330" y="626158"/>
                    <a:pt x="47389" y="634284"/>
                    <a:pt x="48586" y="638305"/>
                  </a:cubicBezTo>
                  <a:cubicBezTo>
                    <a:pt x="50126" y="643437"/>
                    <a:pt x="52521" y="656097"/>
                    <a:pt x="53291" y="663539"/>
                  </a:cubicBezTo>
                  <a:cubicBezTo>
                    <a:pt x="54061" y="671066"/>
                    <a:pt x="54489" y="679706"/>
                    <a:pt x="54489" y="685266"/>
                  </a:cubicBezTo>
                  <a:cubicBezTo>
                    <a:pt x="54489" y="690826"/>
                    <a:pt x="55686" y="697926"/>
                    <a:pt x="55686" y="699893"/>
                  </a:cubicBezTo>
                  <a:cubicBezTo>
                    <a:pt x="55686" y="701861"/>
                    <a:pt x="54489" y="703400"/>
                    <a:pt x="51324" y="701433"/>
                  </a:cubicBezTo>
                  <a:cubicBezTo>
                    <a:pt x="48159" y="699465"/>
                    <a:pt x="45421" y="696301"/>
                    <a:pt x="43796" y="691938"/>
                  </a:cubicBezTo>
                  <a:cubicBezTo>
                    <a:pt x="42256" y="687575"/>
                    <a:pt x="43027" y="671836"/>
                    <a:pt x="40203" y="671409"/>
                  </a:cubicBezTo>
                  <a:cubicBezTo>
                    <a:pt x="37466" y="670981"/>
                    <a:pt x="34643" y="680476"/>
                    <a:pt x="31564" y="685180"/>
                  </a:cubicBezTo>
                  <a:cubicBezTo>
                    <a:pt x="28399" y="689970"/>
                    <a:pt x="26004" y="696985"/>
                    <a:pt x="25662" y="701347"/>
                  </a:cubicBezTo>
                  <a:cubicBezTo>
                    <a:pt x="25234" y="705710"/>
                    <a:pt x="26860" y="713152"/>
                    <a:pt x="26431" y="714777"/>
                  </a:cubicBezTo>
                  <a:cubicBezTo>
                    <a:pt x="26004" y="716317"/>
                    <a:pt x="24036" y="717172"/>
                    <a:pt x="22838" y="716317"/>
                  </a:cubicBezTo>
                  <a:cubicBezTo>
                    <a:pt x="21642" y="715547"/>
                    <a:pt x="16509" y="708019"/>
                    <a:pt x="15739" y="706052"/>
                  </a:cubicBezTo>
                  <a:cubicBezTo>
                    <a:pt x="14969" y="704085"/>
                    <a:pt x="12146" y="702459"/>
                    <a:pt x="9837" y="698182"/>
                  </a:cubicBezTo>
                  <a:cubicBezTo>
                    <a:pt x="7442" y="693820"/>
                    <a:pt x="8640" y="688687"/>
                    <a:pt x="7099" y="686720"/>
                  </a:cubicBezTo>
                  <a:cubicBezTo>
                    <a:pt x="5475" y="684753"/>
                    <a:pt x="2737" y="681160"/>
                    <a:pt x="2395" y="678850"/>
                  </a:cubicBezTo>
                  <a:cubicBezTo>
                    <a:pt x="1967" y="676455"/>
                    <a:pt x="2822" y="672521"/>
                    <a:pt x="1967" y="669783"/>
                  </a:cubicBezTo>
                  <a:cubicBezTo>
                    <a:pt x="1198" y="667046"/>
                    <a:pt x="0" y="662683"/>
                    <a:pt x="0" y="660716"/>
                  </a:cubicBezTo>
                  <a:lnTo>
                    <a:pt x="0" y="660716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01828640-211A-4D16-EAC0-A5FA9C3DC3FA}"/>
                </a:ext>
              </a:extLst>
            </p:cNvPr>
            <p:cNvSpPr/>
            <p:nvPr/>
          </p:nvSpPr>
          <p:spPr>
            <a:xfrm>
              <a:off x="-1864108" y="2597748"/>
              <a:ext cx="389499" cy="1263369"/>
            </a:xfrm>
            <a:custGeom>
              <a:avLst/>
              <a:gdLst>
                <a:gd name="connsiteX0" fmla="*/ 162058 w 389499"/>
                <a:gd name="connsiteY0" fmla="*/ 181632 h 1263369"/>
                <a:gd name="connsiteX1" fmla="*/ 159320 w 389499"/>
                <a:gd name="connsiteY1" fmla="*/ 184711 h 1263369"/>
                <a:gd name="connsiteX2" fmla="*/ 162058 w 389499"/>
                <a:gd name="connsiteY2" fmla="*/ 181632 h 1263369"/>
                <a:gd name="connsiteX3" fmla="*/ 162058 w 389499"/>
                <a:gd name="connsiteY3" fmla="*/ 181632 h 1263369"/>
                <a:gd name="connsiteX4" fmla="*/ 387711 w 389499"/>
                <a:gd name="connsiteY4" fmla="*/ 1178595 h 1263369"/>
                <a:gd name="connsiteX5" fmla="*/ 354180 w 389499"/>
                <a:gd name="connsiteY5" fmla="*/ 1155328 h 1263369"/>
                <a:gd name="connsiteX6" fmla="*/ 356746 w 389499"/>
                <a:gd name="connsiteY6" fmla="*/ 1126929 h 1263369"/>
                <a:gd name="connsiteX7" fmla="*/ 361023 w 389499"/>
                <a:gd name="connsiteY7" fmla="*/ 1102807 h 1263369"/>
                <a:gd name="connsiteX8" fmla="*/ 349817 w 389499"/>
                <a:gd name="connsiteY8" fmla="*/ 1063202 h 1263369"/>
                <a:gd name="connsiteX9" fmla="*/ 340322 w 389499"/>
                <a:gd name="connsiteY9" fmla="*/ 1006404 h 1263369"/>
                <a:gd name="connsiteX10" fmla="*/ 345454 w 389499"/>
                <a:gd name="connsiteY10" fmla="*/ 990066 h 1263369"/>
                <a:gd name="connsiteX11" fmla="*/ 328261 w 389499"/>
                <a:gd name="connsiteY11" fmla="*/ 927280 h 1263369"/>
                <a:gd name="connsiteX12" fmla="*/ 314489 w 389499"/>
                <a:gd name="connsiteY12" fmla="*/ 880832 h 1263369"/>
                <a:gd name="connsiteX13" fmla="*/ 321418 w 389499"/>
                <a:gd name="connsiteY13" fmla="*/ 823178 h 1263369"/>
                <a:gd name="connsiteX14" fmla="*/ 327406 w 389499"/>
                <a:gd name="connsiteY14" fmla="*/ 718135 h 1263369"/>
                <a:gd name="connsiteX15" fmla="*/ 325695 w 389499"/>
                <a:gd name="connsiteY15" fmla="*/ 671688 h 1263369"/>
                <a:gd name="connsiteX16" fmla="*/ 327662 w 389499"/>
                <a:gd name="connsiteY16" fmla="*/ 662449 h 1263369"/>
                <a:gd name="connsiteX17" fmla="*/ 333564 w 389499"/>
                <a:gd name="connsiteY17" fmla="*/ 646368 h 1263369"/>
                <a:gd name="connsiteX18" fmla="*/ 333736 w 389499"/>
                <a:gd name="connsiteY18" fmla="*/ 647651 h 1263369"/>
                <a:gd name="connsiteX19" fmla="*/ 346908 w 389499"/>
                <a:gd name="connsiteY19" fmla="*/ 612922 h 1263369"/>
                <a:gd name="connsiteX20" fmla="*/ 363417 w 389499"/>
                <a:gd name="connsiteY20" fmla="*/ 580246 h 1263369"/>
                <a:gd name="connsiteX21" fmla="*/ 379927 w 389499"/>
                <a:gd name="connsiteY21" fmla="*/ 496332 h 1263369"/>
                <a:gd name="connsiteX22" fmla="*/ 383263 w 389499"/>
                <a:gd name="connsiteY22" fmla="*/ 441501 h 1263369"/>
                <a:gd name="connsiteX23" fmla="*/ 383947 w 389499"/>
                <a:gd name="connsiteY23" fmla="*/ 276324 h 1263369"/>
                <a:gd name="connsiteX24" fmla="*/ 374110 w 389499"/>
                <a:gd name="connsiteY24" fmla="*/ 248780 h 1263369"/>
                <a:gd name="connsiteX25" fmla="*/ 303967 w 389499"/>
                <a:gd name="connsiteY25" fmla="*/ 208235 h 1263369"/>
                <a:gd name="connsiteX26" fmla="*/ 287031 w 389499"/>
                <a:gd name="connsiteY26" fmla="*/ 197542 h 1263369"/>
                <a:gd name="connsiteX27" fmla="*/ 276510 w 389499"/>
                <a:gd name="connsiteY27" fmla="*/ 188560 h 1263369"/>
                <a:gd name="connsiteX28" fmla="*/ 269581 w 389499"/>
                <a:gd name="connsiteY28" fmla="*/ 169143 h 1263369"/>
                <a:gd name="connsiteX29" fmla="*/ 269581 w 389499"/>
                <a:gd name="connsiteY29" fmla="*/ 156483 h 1263369"/>
                <a:gd name="connsiteX30" fmla="*/ 289084 w 389499"/>
                <a:gd name="connsiteY30" fmla="*/ 118589 h 1263369"/>
                <a:gd name="connsiteX31" fmla="*/ 293703 w 389499"/>
                <a:gd name="connsiteY31" fmla="*/ 104218 h 1263369"/>
                <a:gd name="connsiteX32" fmla="*/ 300546 w 389499"/>
                <a:gd name="connsiteY32" fmla="*/ 89249 h 1263369"/>
                <a:gd name="connsiteX33" fmla="*/ 302856 w 389499"/>
                <a:gd name="connsiteY33" fmla="*/ 77188 h 1263369"/>
                <a:gd name="connsiteX34" fmla="*/ 306876 w 389499"/>
                <a:gd name="connsiteY34" fmla="*/ 53066 h 1263369"/>
                <a:gd name="connsiteX35" fmla="*/ 275911 w 389499"/>
                <a:gd name="connsiteY35" fmla="*/ 11750 h 1263369"/>
                <a:gd name="connsiteX36" fmla="*/ 237504 w 389499"/>
                <a:gd name="connsiteY36" fmla="*/ 288 h 1263369"/>
                <a:gd name="connsiteX37" fmla="*/ 150253 w 389499"/>
                <a:gd name="connsiteY37" fmla="*/ 57685 h 1263369"/>
                <a:gd name="connsiteX38" fmla="*/ 151365 w 389499"/>
                <a:gd name="connsiteY38" fmla="*/ 100112 h 1263369"/>
                <a:gd name="connsiteX39" fmla="*/ 159406 w 389499"/>
                <a:gd name="connsiteY39" fmla="*/ 125347 h 1263369"/>
                <a:gd name="connsiteX40" fmla="*/ 171980 w 389499"/>
                <a:gd name="connsiteY40" fmla="*/ 146047 h 1263369"/>
                <a:gd name="connsiteX41" fmla="*/ 177198 w 389499"/>
                <a:gd name="connsiteY41" fmla="*/ 147758 h 1263369"/>
                <a:gd name="connsiteX42" fmla="*/ 178053 w 389499"/>
                <a:gd name="connsiteY42" fmla="*/ 157510 h 1263369"/>
                <a:gd name="connsiteX43" fmla="*/ 164538 w 389499"/>
                <a:gd name="connsiteY43" fmla="*/ 175558 h 1263369"/>
                <a:gd name="connsiteX44" fmla="*/ 161886 w 389499"/>
                <a:gd name="connsiteY44" fmla="*/ 181546 h 1263369"/>
                <a:gd name="connsiteX45" fmla="*/ 110221 w 389499"/>
                <a:gd name="connsiteY45" fmla="*/ 202674 h 1263369"/>
                <a:gd name="connsiteX46" fmla="*/ 49744 w 389499"/>
                <a:gd name="connsiteY46" fmla="*/ 231073 h 1263369"/>
                <a:gd name="connsiteX47" fmla="*/ 19805 w 389499"/>
                <a:gd name="connsiteY47" fmla="*/ 312593 h 1263369"/>
                <a:gd name="connsiteX48" fmla="*/ 5264 w 389499"/>
                <a:gd name="connsiteY48" fmla="*/ 401126 h 1263369"/>
                <a:gd name="connsiteX49" fmla="*/ 2612 w 389499"/>
                <a:gd name="connsiteY49" fmla="*/ 472466 h 1263369"/>
                <a:gd name="connsiteX50" fmla="*/ 31695 w 389499"/>
                <a:gd name="connsiteY50" fmla="*/ 577508 h 1263369"/>
                <a:gd name="connsiteX51" fmla="*/ 31695 w 389499"/>
                <a:gd name="connsiteY51" fmla="*/ 672629 h 1263369"/>
                <a:gd name="connsiteX52" fmla="*/ 37683 w 389499"/>
                <a:gd name="connsiteY52" fmla="*/ 690421 h 1263369"/>
                <a:gd name="connsiteX53" fmla="*/ 43500 w 389499"/>
                <a:gd name="connsiteY53" fmla="*/ 699060 h 1263369"/>
                <a:gd name="connsiteX54" fmla="*/ 43243 w 389499"/>
                <a:gd name="connsiteY54" fmla="*/ 707785 h 1263369"/>
                <a:gd name="connsiteX55" fmla="*/ 44099 w 389499"/>
                <a:gd name="connsiteY55" fmla="*/ 742172 h 1263369"/>
                <a:gd name="connsiteX56" fmla="*/ 34604 w 389499"/>
                <a:gd name="connsiteY56" fmla="*/ 827370 h 1263369"/>
                <a:gd name="connsiteX57" fmla="*/ 43243 w 389499"/>
                <a:gd name="connsiteY57" fmla="*/ 866119 h 1263369"/>
                <a:gd name="connsiteX58" fmla="*/ 30327 w 389499"/>
                <a:gd name="connsiteY58" fmla="*/ 925483 h 1263369"/>
                <a:gd name="connsiteX59" fmla="*/ 34604 w 389499"/>
                <a:gd name="connsiteY59" fmla="*/ 1063202 h 1263369"/>
                <a:gd name="connsiteX60" fmla="*/ 40591 w 389499"/>
                <a:gd name="connsiteY60" fmla="*/ 1100241 h 1263369"/>
                <a:gd name="connsiteX61" fmla="*/ 24254 w 389499"/>
                <a:gd name="connsiteY61" fmla="*/ 1120941 h 1263369"/>
                <a:gd name="connsiteX62" fmla="*/ 44099 w 389499"/>
                <a:gd name="connsiteY62" fmla="*/ 1142412 h 1263369"/>
                <a:gd name="connsiteX63" fmla="*/ 43243 w 389499"/>
                <a:gd name="connsiteY63" fmla="*/ 1165678 h 1263369"/>
                <a:gd name="connsiteX64" fmla="*/ 42388 w 389499"/>
                <a:gd name="connsiteY64" fmla="*/ 1183727 h 1263369"/>
                <a:gd name="connsiteX65" fmla="*/ 76860 w 389499"/>
                <a:gd name="connsiteY65" fmla="*/ 1199210 h 1263369"/>
                <a:gd name="connsiteX66" fmla="*/ 122453 w 389499"/>
                <a:gd name="connsiteY66" fmla="*/ 1188859 h 1263369"/>
                <a:gd name="connsiteX67" fmla="*/ 119887 w 389499"/>
                <a:gd name="connsiteY67" fmla="*/ 1163882 h 1263369"/>
                <a:gd name="connsiteX68" fmla="*/ 119887 w 389499"/>
                <a:gd name="connsiteY68" fmla="*/ 1142326 h 1263369"/>
                <a:gd name="connsiteX69" fmla="*/ 124164 w 389499"/>
                <a:gd name="connsiteY69" fmla="*/ 1126843 h 1263369"/>
                <a:gd name="connsiteX70" fmla="*/ 128441 w 389499"/>
                <a:gd name="connsiteY70" fmla="*/ 1112216 h 1263369"/>
                <a:gd name="connsiteX71" fmla="*/ 137080 w 389499"/>
                <a:gd name="connsiteY71" fmla="*/ 1105373 h 1263369"/>
                <a:gd name="connsiteX72" fmla="*/ 133658 w 389499"/>
                <a:gd name="connsiteY72" fmla="*/ 990066 h 1263369"/>
                <a:gd name="connsiteX73" fmla="*/ 137935 w 389499"/>
                <a:gd name="connsiteY73" fmla="*/ 935834 h 1263369"/>
                <a:gd name="connsiteX74" fmla="*/ 138791 w 389499"/>
                <a:gd name="connsiteY74" fmla="*/ 917271 h 1263369"/>
                <a:gd name="connsiteX75" fmla="*/ 138791 w 389499"/>
                <a:gd name="connsiteY75" fmla="*/ 905724 h 1263369"/>
                <a:gd name="connsiteX76" fmla="*/ 138962 w 389499"/>
                <a:gd name="connsiteY76" fmla="*/ 901789 h 1263369"/>
                <a:gd name="connsiteX77" fmla="*/ 149141 w 389499"/>
                <a:gd name="connsiteY77" fmla="*/ 867060 h 1263369"/>
                <a:gd name="connsiteX78" fmla="*/ 177540 w 389499"/>
                <a:gd name="connsiteY78" fmla="*/ 756030 h 1263369"/>
                <a:gd name="connsiteX79" fmla="*/ 194734 w 389499"/>
                <a:gd name="connsiteY79" fmla="*/ 792213 h 1263369"/>
                <a:gd name="connsiteX80" fmla="*/ 199011 w 389499"/>
                <a:gd name="connsiteY80" fmla="*/ 841313 h 1263369"/>
                <a:gd name="connsiteX81" fmla="*/ 199096 w 389499"/>
                <a:gd name="connsiteY81" fmla="*/ 847386 h 1263369"/>
                <a:gd name="connsiteX82" fmla="*/ 199011 w 389499"/>
                <a:gd name="connsiteY82" fmla="*/ 856795 h 1263369"/>
                <a:gd name="connsiteX83" fmla="*/ 202432 w 389499"/>
                <a:gd name="connsiteY83" fmla="*/ 898966 h 1263369"/>
                <a:gd name="connsiteX84" fmla="*/ 203202 w 389499"/>
                <a:gd name="connsiteY84" fmla="*/ 903158 h 1263369"/>
                <a:gd name="connsiteX85" fmla="*/ 204143 w 389499"/>
                <a:gd name="connsiteY85" fmla="*/ 916245 h 1263369"/>
                <a:gd name="connsiteX86" fmla="*/ 206367 w 389499"/>
                <a:gd name="connsiteY86" fmla="*/ 941051 h 1263369"/>
                <a:gd name="connsiteX87" fmla="*/ 206709 w 389499"/>
                <a:gd name="connsiteY87" fmla="*/ 952343 h 1263369"/>
                <a:gd name="connsiteX88" fmla="*/ 207650 w 389499"/>
                <a:gd name="connsiteY88" fmla="*/ 976465 h 1263369"/>
                <a:gd name="connsiteX89" fmla="*/ 214750 w 389499"/>
                <a:gd name="connsiteY89" fmla="*/ 1007088 h 1263369"/>
                <a:gd name="connsiteX90" fmla="*/ 215349 w 389499"/>
                <a:gd name="connsiteY90" fmla="*/ 1011536 h 1263369"/>
                <a:gd name="connsiteX91" fmla="*/ 215349 w 389499"/>
                <a:gd name="connsiteY91" fmla="*/ 1011707 h 1263369"/>
                <a:gd name="connsiteX92" fmla="*/ 214493 w 389499"/>
                <a:gd name="connsiteY92" fmla="*/ 1061662 h 1263369"/>
                <a:gd name="connsiteX93" fmla="*/ 214493 w 389499"/>
                <a:gd name="connsiteY93" fmla="*/ 1063373 h 1263369"/>
                <a:gd name="connsiteX94" fmla="*/ 216204 w 389499"/>
                <a:gd name="connsiteY94" fmla="*/ 1090061 h 1263369"/>
                <a:gd name="connsiteX95" fmla="*/ 219198 w 389499"/>
                <a:gd name="connsiteY95" fmla="*/ 1107084 h 1263369"/>
                <a:gd name="connsiteX96" fmla="*/ 221336 w 389499"/>
                <a:gd name="connsiteY96" fmla="*/ 1121027 h 1263369"/>
                <a:gd name="connsiteX97" fmla="*/ 221850 w 389499"/>
                <a:gd name="connsiteY97" fmla="*/ 1124021 h 1263369"/>
                <a:gd name="connsiteX98" fmla="*/ 222192 w 389499"/>
                <a:gd name="connsiteY98" fmla="*/ 1128725 h 1263369"/>
                <a:gd name="connsiteX99" fmla="*/ 224843 w 389499"/>
                <a:gd name="connsiteY99" fmla="*/ 1138904 h 1263369"/>
                <a:gd name="connsiteX100" fmla="*/ 225613 w 389499"/>
                <a:gd name="connsiteY100" fmla="*/ 1156269 h 1263369"/>
                <a:gd name="connsiteX101" fmla="*/ 229890 w 389499"/>
                <a:gd name="connsiteY101" fmla="*/ 1182957 h 1263369"/>
                <a:gd name="connsiteX102" fmla="*/ 246228 w 389499"/>
                <a:gd name="connsiteY102" fmla="*/ 1190656 h 1263369"/>
                <a:gd name="connsiteX103" fmla="*/ 235878 w 389499"/>
                <a:gd name="connsiteY103" fmla="*/ 1208705 h 1263369"/>
                <a:gd name="connsiteX104" fmla="*/ 237589 w 389499"/>
                <a:gd name="connsiteY104" fmla="*/ 1237959 h 1263369"/>
                <a:gd name="connsiteX105" fmla="*/ 244518 w 389499"/>
                <a:gd name="connsiteY105" fmla="*/ 1262081 h 1263369"/>
                <a:gd name="connsiteX106" fmla="*/ 319365 w 389499"/>
                <a:gd name="connsiteY106" fmla="*/ 1255153 h 1263369"/>
                <a:gd name="connsiteX107" fmla="*/ 325438 w 389499"/>
                <a:gd name="connsiteY107" fmla="*/ 1243092 h 1263369"/>
                <a:gd name="connsiteX108" fmla="*/ 365043 w 389499"/>
                <a:gd name="connsiteY108" fmla="*/ 1231031 h 1263369"/>
                <a:gd name="connsiteX109" fmla="*/ 387454 w 389499"/>
                <a:gd name="connsiteY109" fmla="*/ 1178509 h 1263369"/>
                <a:gd name="connsiteX110" fmla="*/ 387454 w 389499"/>
                <a:gd name="connsiteY110" fmla="*/ 1178509 h 1263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389499" h="1263369">
                  <a:moveTo>
                    <a:pt x="162058" y="181632"/>
                  </a:moveTo>
                  <a:cubicBezTo>
                    <a:pt x="161117" y="183171"/>
                    <a:pt x="160261" y="184027"/>
                    <a:pt x="159320" y="184711"/>
                  </a:cubicBezTo>
                  <a:lnTo>
                    <a:pt x="162058" y="181632"/>
                  </a:lnTo>
                  <a:lnTo>
                    <a:pt x="162058" y="181632"/>
                  </a:lnTo>
                  <a:close/>
                  <a:moveTo>
                    <a:pt x="387711" y="1178595"/>
                  </a:moveTo>
                  <a:cubicBezTo>
                    <a:pt x="379927" y="1162257"/>
                    <a:pt x="362734" y="1157894"/>
                    <a:pt x="354180" y="1155328"/>
                  </a:cubicBezTo>
                  <a:cubicBezTo>
                    <a:pt x="354180" y="1155328"/>
                    <a:pt x="348192" y="1140701"/>
                    <a:pt x="356746" y="1126929"/>
                  </a:cubicBezTo>
                  <a:cubicBezTo>
                    <a:pt x="365385" y="1113157"/>
                    <a:pt x="365385" y="1111446"/>
                    <a:pt x="361023" y="1102807"/>
                  </a:cubicBezTo>
                  <a:cubicBezTo>
                    <a:pt x="356746" y="1094167"/>
                    <a:pt x="351528" y="1076118"/>
                    <a:pt x="349817" y="1063202"/>
                  </a:cubicBezTo>
                  <a:cubicBezTo>
                    <a:pt x="348106" y="1050286"/>
                    <a:pt x="339467" y="1014188"/>
                    <a:pt x="340322" y="1006404"/>
                  </a:cubicBezTo>
                  <a:cubicBezTo>
                    <a:pt x="341177" y="998620"/>
                    <a:pt x="342033" y="993487"/>
                    <a:pt x="345454" y="990066"/>
                  </a:cubicBezTo>
                  <a:cubicBezTo>
                    <a:pt x="348876" y="986644"/>
                    <a:pt x="337756" y="945328"/>
                    <a:pt x="328261" y="927280"/>
                  </a:cubicBezTo>
                  <a:cubicBezTo>
                    <a:pt x="318766" y="909231"/>
                    <a:pt x="313633" y="898881"/>
                    <a:pt x="314489" y="880832"/>
                  </a:cubicBezTo>
                  <a:cubicBezTo>
                    <a:pt x="315344" y="862783"/>
                    <a:pt x="315344" y="847300"/>
                    <a:pt x="321418" y="823178"/>
                  </a:cubicBezTo>
                  <a:cubicBezTo>
                    <a:pt x="327406" y="799056"/>
                    <a:pt x="329116" y="737981"/>
                    <a:pt x="327406" y="718135"/>
                  </a:cubicBezTo>
                  <a:cubicBezTo>
                    <a:pt x="325695" y="698376"/>
                    <a:pt x="324839" y="678017"/>
                    <a:pt x="325695" y="671688"/>
                  </a:cubicBezTo>
                  <a:cubicBezTo>
                    <a:pt x="325866" y="670148"/>
                    <a:pt x="326636" y="666726"/>
                    <a:pt x="327662" y="662449"/>
                  </a:cubicBezTo>
                  <a:cubicBezTo>
                    <a:pt x="328945" y="659028"/>
                    <a:pt x="331169" y="653126"/>
                    <a:pt x="333564" y="646368"/>
                  </a:cubicBezTo>
                  <a:lnTo>
                    <a:pt x="333736" y="647651"/>
                  </a:lnTo>
                  <a:cubicBezTo>
                    <a:pt x="334420" y="653639"/>
                    <a:pt x="342289" y="618568"/>
                    <a:pt x="346908" y="612922"/>
                  </a:cubicBezTo>
                  <a:cubicBezTo>
                    <a:pt x="352896" y="602059"/>
                    <a:pt x="360167" y="584865"/>
                    <a:pt x="363417" y="580246"/>
                  </a:cubicBezTo>
                  <a:cubicBezTo>
                    <a:pt x="366754" y="575627"/>
                    <a:pt x="378644" y="507623"/>
                    <a:pt x="379927" y="496332"/>
                  </a:cubicBezTo>
                  <a:cubicBezTo>
                    <a:pt x="381210" y="485126"/>
                    <a:pt x="383862" y="451423"/>
                    <a:pt x="383263" y="441501"/>
                  </a:cubicBezTo>
                  <a:cubicBezTo>
                    <a:pt x="382578" y="431578"/>
                    <a:pt x="388566" y="294886"/>
                    <a:pt x="383947" y="276324"/>
                  </a:cubicBezTo>
                  <a:cubicBezTo>
                    <a:pt x="379328" y="257847"/>
                    <a:pt x="372913" y="251004"/>
                    <a:pt x="374110" y="248780"/>
                  </a:cubicBezTo>
                  <a:cubicBezTo>
                    <a:pt x="375308" y="246556"/>
                    <a:pt x="314575" y="215505"/>
                    <a:pt x="303967" y="208235"/>
                  </a:cubicBezTo>
                  <a:cubicBezTo>
                    <a:pt x="298921" y="204813"/>
                    <a:pt x="292591" y="201049"/>
                    <a:pt x="287031" y="197542"/>
                  </a:cubicBezTo>
                  <a:cubicBezTo>
                    <a:pt x="282668" y="193607"/>
                    <a:pt x="278904" y="190357"/>
                    <a:pt x="276510" y="188560"/>
                  </a:cubicBezTo>
                  <a:cubicBezTo>
                    <a:pt x="268554" y="182573"/>
                    <a:pt x="273943" y="173676"/>
                    <a:pt x="269581" y="169143"/>
                  </a:cubicBezTo>
                  <a:cubicBezTo>
                    <a:pt x="269752" y="164267"/>
                    <a:pt x="269238" y="157681"/>
                    <a:pt x="269581" y="156483"/>
                  </a:cubicBezTo>
                  <a:cubicBezTo>
                    <a:pt x="270180" y="154772"/>
                    <a:pt x="285064" y="141514"/>
                    <a:pt x="289084" y="118589"/>
                  </a:cubicBezTo>
                  <a:cubicBezTo>
                    <a:pt x="289084" y="118589"/>
                    <a:pt x="291992" y="107640"/>
                    <a:pt x="293703" y="104218"/>
                  </a:cubicBezTo>
                  <a:cubicBezTo>
                    <a:pt x="295413" y="100797"/>
                    <a:pt x="300033" y="94467"/>
                    <a:pt x="300546" y="89249"/>
                  </a:cubicBezTo>
                  <a:cubicBezTo>
                    <a:pt x="301145" y="84117"/>
                    <a:pt x="301145" y="79497"/>
                    <a:pt x="302856" y="77188"/>
                  </a:cubicBezTo>
                  <a:cubicBezTo>
                    <a:pt x="304566" y="74878"/>
                    <a:pt x="312607" y="65127"/>
                    <a:pt x="306876" y="53066"/>
                  </a:cubicBezTo>
                  <a:cubicBezTo>
                    <a:pt x="301145" y="41005"/>
                    <a:pt x="286176" y="17481"/>
                    <a:pt x="275911" y="11750"/>
                  </a:cubicBezTo>
                  <a:cubicBezTo>
                    <a:pt x="265560" y="6019"/>
                    <a:pt x="250676" y="1999"/>
                    <a:pt x="237504" y="288"/>
                  </a:cubicBezTo>
                  <a:cubicBezTo>
                    <a:pt x="211072" y="-3134"/>
                    <a:pt x="149141" y="24410"/>
                    <a:pt x="150253" y="57685"/>
                  </a:cubicBezTo>
                  <a:cubicBezTo>
                    <a:pt x="151365" y="90960"/>
                    <a:pt x="152563" y="86341"/>
                    <a:pt x="151365" y="100112"/>
                  </a:cubicBezTo>
                  <a:cubicBezTo>
                    <a:pt x="150253" y="113884"/>
                    <a:pt x="151365" y="118504"/>
                    <a:pt x="159406" y="125347"/>
                  </a:cubicBezTo>
                  <a:cubicBezTo>
                    <a:pt x="167447" y="132275"/>
                    <a:pt x="169756" y="142540"/>
                    <a:pt x="171980" y="146047"/>
                  </a:cubicBezTo>
                  <a:cubicBezTo>
                    <a:pt x="171980" y="146047"/>
                    <a:pt x="175402" y="144336"/>
                    <a:pt x="177198" y="147758"/>
                  </a:cubicBezTo>
                  <a:cubicBezTo>
                    <a:pt x="178225" y="149811"/>
                    <a:pt x="178225" y="153917"/>
                    <a:pt x="178053" y="157510"/>
                  </a:cubicBezTo>
                  <a:cubicBezTo>
                    <a:pt x="178053" y="157595"/>
                    <a:pt x="167104" y="168459"/>
                    <a:pt x="164538" y="175558"/>
                  </a:cubicBezTo>
                  <a:cubicBezTo>
                    <a:pt x="163512" y="178381"/>
                    <a:pt x="162656" y="180178"/>
                    <a:pt x="161886" y="181546"/>
                  </a:cubicBezTo>
                  <a:cubicBezTo>
                    <a:pt x="154444" y="186507"/>
                    <a:pt x="119972" y="198739"/>
                    <a:pt x="110221" y="202674"/>
                  </a:cubicBezTo>
                  <a:cubicBezTo>
                    <a:pt x="99614" y="206951"/>
                    <a:pt x="49744" y="231073"/>
                    <a:pt x="49744" y="231073"/>
                  </a:cubicBezTo>
                  <a:cubicBezTo>
                    <a:pt x="40848" y="235949"/>
                    <a:pt x="29129" y="287530"/>
                    <a:pt x="19805" y="312593"/>
                  </a:cubicBezTo>
                  <a:cubicBezTo>
                    <a:pt x="10567" y="337741"/>
                    <a:pt x="11850" y="378629"/>
                    <a:pt x="5264" y="401126"/>
                  </a:cubicBezTo>
                  <a:cubicBezTo>
                    <a:pt x="-1323" y="423623"/>
                    <a:pt x="-1152" y="452792"/>
                    <a:pt x="2612" y="472466"/>
                  </a:cubicBezTo>
                  <a:cubicBezTo>
                    <a:pt x="5948" y="489659"/>
                    <a:pt x="31011" y="555012"/>
                    <a:pt x="31695" y="577508"/>
                  </a:cubicBezTo>
                  <a:cubicBezTo>
                    <a:pt x="32379" y="600005"/>
                    <a:pt x="32379" y="666042"/>
                    <a:pt x="31695" y="672629"/>
                  </a:cubicBezTo>
                  <a:cubicBezTo>
                    <a:pt x="31011" y="679215"/>
                    <a:pt x="37683" y="690421"/>
                    <a:pt x="37683" y="690421"/>
                  </a:cubicBezTo>
                  <a:cubicBezTo>
                    <a:pt x="39137" y="693757"/>
                    <a:pt x="41190" y="696580"/>
                    <a:pt x="43500" y="699060"/>
                  </a:cubicBezTo>
                  <a:cubicBezTo>
                    <a:pt x="43500" y="702054"/>
                    <a:pt x="43500" y="705048"/>
                    <a:pt x="43243" y="707785"/>
                  </a:cubicBezTo>
                  <a:cubicBezTo>
                    <a:pt x="41532" y="723268"/>
                    <a:pt x="43243" y="731052"/>
                    <a:pt x="44099" y="742172"/>
                  </a:cubicBezTo>
                  <a:cubicBezTo>
                    <a:pt x="44954" y="753378"/>
                    <a:pt x="37170" y="818816"/>
                    <a:pt x="34604" y="827370"/>
                  </a:cubicBezTo>
                  <a:cubicBezTo>
                    <a:pt x="32037" y="836009"/>
                    <a:pt x="43243" y="855769"/>
                    <a:pt x="43243" y="866119"/>
                  </a:cubicBezTo>
                  <a:cubicBezTo>
                    <a:pt x="43243" y="876469"/>
                    <a:pt x="35545" y="890241"/>
                    <a:pt x="30327" y="925483"/>
                  </a:cubicBezTo>
                  <a:cubicBezTo>
                    <a:pt x="25194" y="960811"/>
                    <a:pt x="27760" y="1038224"/>
                    <a:pt x="34604" y="1063202"/>
                  </a:cubicBezTo>
                  <a:cubicBezTo>
                    <a:pt x="41447" y="1088180"/>
                    <a:pt x="43243" y="1089035"/>
                    <a:pt x="40591" y="1100241"/>
                  </a:cubicBezTo>
                  <a:cubicBezTo>
                    <a:pt x="38025" y="1111446"/>
                    <a:pt x="19977" y="1112302"/>
                    <a:pt x="24254" y="1120941"/>
                  </a:cubicBezTo>
                  <a:cubicBezTo>
                    <a:pt x="28531" y="1129581"/>
                    <a:pt x="39736" y="1138135"/>
                    <a:pt x="44099" y="1142412"/>
                  </a:cubicBezTo>
                  <a:cubicBezTo>
                    <a:pt x="48376" y="1146689"/>
                    <a:pt x="40677" y="1155328"/>
                    <a:pt x="43243" y="1165678"/>
                  </a:cubicBezTo>
                  <a:cubicBezTo>
                    <a:pt x="45809" y="1176029"/>
                    <a:pt x="39822" y="1180306"/>
                    <a:pt x="42388" y="1183727"/>
                  </a:cubicBezTo>
                  <a:cubicBezTo>
                    <a:pt x="44954" y="1187149"/>
                    <a:pt x="53594" y="1198354"/>
                    <a:pt x="76860" y="1199210"/>
                  </a:cubicBezTo>
                  <a:cubicBezTo>
                    <a:pt x="100127" y="1200065"/>
                    <a:pt x="121598" y="1193222"/>
                    <a:pt x="122453" y="1188859"/>
                  </a:cubicBezTo>
                  <a:cubicBezTo>
                    <a:pt x="123308" y="1184582"/>
                    <a:pt x="119887" y="1172522"/>
                    <a:pt x="119887" y="1163882"/>
                  </a:cubicBezTo>
                  <a:cubicBezTo>
                    <a:pt x="119887" y="1155243"/>
                    <a:pt x="116465" y="1144978"/>
                    <a:pt x="119887" y="1142326"/>
                  </a:cubicBezTo>
                  <a:cubicBezTo>
                    <a:pt x="123308" y="1139760"/>
                    <a:pt x="126815" y="1134627"/>
                    <a:pt x="124164" y="1126843"/>
                  </a:cubicBezTo>
                  <a:cubicBezTo>
                    <a:pt x="121598" y="1119059"/>
                    <a:pt x="122453" y="1114782"/>
                    <a:pt x="128441" y="1112216"/>
                  </a:cubicBezTo>
                  <a:cubicBezTo>
                    <a:pt x="134429" y="1109650"/>
                    <a:pt x="134429" y="1114782"/>
                    <a:pt x="137080" y="1105373"/>
                  </a:cubicBezTo>
                  <a:cubicBezTo>
                    <a:pt x="139646" y="1095878"/>
                    <a:pt x="135369" y="1014102"/>
                    <a:pt x="133658" y="990066"/>
                  </a:cubicBezTo>
                  <a:cubicBezTo>
                    <a:pt x="131948" y="965943"/>
                    <a:pt x="136225" y="947039"/>
                    <a:pt x="137935" y="935834"/>
                  </a:cubicBezTo>
                  <a:cubicBezTo>
                    <a:pt x="139389" y="926168"/>
                    <a:pt x="140245" y="922917"/>
                    <a:pt x="138791" y="917271"/>
                  </a:cubicBezTo>
                  <a:lnTo>
                    <a:pt x="138791" y="905724"/>
                  </a:lnTo>
                  <a:cubicBezTo>
                    <a:pt x="138791" y="905724"/>
                    <a:pt x="138791" y="904099"/>
                    <a:pt x="138962" y="901789"/>
                  </a:cubicBezTo>
                  <a:cubicBezTo>
                    <a:pt x="141699" y="890156"/>
                    <a:pt x="147345" y="874587"/>
                    <a:pt x="149141" y="867060"/>
                  </a:cubicBezTo>
                  <a:cubicBezTo>
                    <a:pt x="151707" y="855854"/>
                    <a:pt x="171552" y="759451"/>
                    <a:pt x="177540" y="756030"/>
                  </a:cubicBezTo>
                  <a:cubicBezTo>
                    <a:pt x="183528" y="752608"/>
                    <a:pt x="192168" y="776730"/>
                    <a:pt x="194734" y="792213"/>
                  </a:cubicBezTo>
                  <a:cubicBezTo>
                    <a:pt x="197300" y="807695"/>
                    <a:pt x="199011" y="816335"/>
                    <a:pt x="199011" y="841313"/>
                  </a:cubicBezTo>
                  <a:cubicBezTo>
                    <a:pt x="199011" y="843365"/>
                    <a:pt x="199011" y="845333"/>
                    <a:pt x="199096" y="847386"/>
                  </a:cubicBezTo>
                  <a:cubicBezTo>
                    <a:pt x="199096" y="851492"/>
                    <a:pt x="199011" y="854828"/>
                    <a:pt x="199011" y="856795"/>
                  </a:cubicBezTo>
                  <a:cubicBezTo>
                    <a:pt x="199011" y="864579"/>
                    <a:pt x="199866" y="887760"/>
                    <a:pt x="202432" y="898966"/>
                  </a:cubicBezTo>
                  <a:cubicBezTo>
                    <a:pt x="202689" y="900078"/>
                    <a:pt x="202945" y="901532"/>
                    <a:pt x="203202" y="903158"/>
                  </a:cubicBezTo>
                  <a:cubicBezTo>
                    <a:pt x="203544" y="907434"/>
                    <a:pt x="203887" y="911711"/>
                    <a:pt x="204143" y="916245"/>
                  </a:cubicBezTo>
                  <a:cubicBezTo>
                    <a:pt x="204913" y="928905"/>
                    <a:pt x="205768" y="935064"/>
                    <a:pt x="206367" y="941051"/>
                  </a:cubicBezTo>
                  <a:cubicBezTo>
                    <a:pt x="206624" y="946099"/>
                    <a:pt x="206709" y="950290"/>
                    <a:pt x="206709" y="952343"/>
                  </a:cubicBezTo>
                  <a:cubicBezTo>
                    <a:pt x="206709" y="956106"/>
                    <a:pt x="206880" y="966457"/>
                    <a:pt x="207650" y="976465"/>
                  </a:cubicBezTo>
                  <a:cubicBezTo>
                    <a:pt x="208164" y="999732"/>
                    <a:pt x="212954" y="998705"/>
                    <a:pt x="214750" y="1007088"/>
                  </a:cubicBezTo>
                  <a:cubicBezTo>
                    <a:pt x="214750" y="1008286"/>
                    <a:pt x="215007" y="1009740"/>
                    <a:pt x="215349" y="1011536"/>
                  </a:cubicBezTo>
                  <a:lnTo>
                    <a:pt x="215349" y="1011707"/>
                  </a:lnTo>
                  <a:cubicBezTo>
                    <a:pt x="216204" y="1026334"/>
                    <a:pt x="212783" y="1033263"/>
                    <a:pt x="214493" y="1061662"/>
                  </a:cubicBezTo>
                  <a:lnTo>
                    <a:pt x="214493" y="1063373"/>
                  </a:lnTo>
                  <a:cubicBezTo>
                    <a:pt x="214750" y="1072098"/>
                    <a:pt x="215092" y="1081251"/>
                    <a:pt x="216204" y="1090061"/>
                  </a:cubicBezTo>
                  <a:cubicBezTo>
                    <a:pt x="216974" y="1096306"/>
                    <a:pt x="218086" y="1101609"/>
                    <a:pt x="219198" y="1107084"/>
                  </a:cubicBezTo>
                  <a:cubicBezTo>
                    <a:pt x="219882" y="1111275"/>
                    <a:pt x="220566" y="1115809"/>
                    <a:pt x="221336" y="1121027"/>
                  </a:cubicBezTo>
                  <a:lnTo>
                    <a:pt x="221850" y="1124021"/>
                  </a:lnTo>
                  <a:cubicBezTo>
                    <a:pt x="222021" y="1125560"/>
                    <a:pt x="222107" y="1127100"/>
                    <a:pt x="222192" y="1128725"/>
                  </a:cubicBezTo>
                  <a:cubicBezTo>
                    <a:pt x="222449" y="1133088"/>
                    <a:pt x="223475" y="1136338"/>
                    <a:pt x="224843" y="1138904"/>
                  </a:cubicBezTo>
                  <a:cubicBezTo>
                    <a:pt x="226212" y="1144636"/>
                    <a:pt x="226640" y="1147544"/>
                    <a:pt x="225613" y="1156269"/>
                  </a:cubicBezTo>
                  <a:cubicBezTo>
                    <a:pt x="223903" y="1170896"/>
                    <a:pt x="223903" y="1176029"/>
                    <a:pt x="229890" y="1182957"/>
                  </a:cubicBezTo>
                  <a:cubicBezTo>
                    <a:pt x="235878" y="1189801"/>
                    <a:pt x="245373" y="1185524"/>
                    <a:pt x="246228" y="1190656"/>
                  </a:cubicBezTo>
                  <a:cubicBezTo>
                    <a:pt x="247084" y="1195788"/>
                    <a:pt x="235878" y="1199295"/>
                    <a:pt x="235878" y="1208705"/>
                  </a:cubicBezTo>
                  <a:cubicBezTo>
                    <a:pt x="235878" y="1218114"/>
                    <a:pt x="235023" y="1227609"/>
                    <a:pt x="237589" y="1237959"/>
                  </a:cubicBezTo>
                  <a:cubicBezTo>
                    <a:pt x="240155" y="1248310"/>
                    <a:pt x="237589" y="1260370"/>
                    <a:pt x="244518" y="1262081"/>
                  </a:cubicBezTo>
                  <a:cubicBezTo>
                    <a:pt x="251361" y="1263792"/>
                    <a:pt x="302171" y="1265503"/>
                    <a:pt x="319365" y="1255153"/>
                  </a:cubicBezTo>
                  <a:cubicBezTo>
                    <a:pt x="319365" y="1255153"/>
                    <a:pt x="320220" y="1243947"/>
                    <a:pt x="325438" y="1243092"/>
                  </a:cubicBezTo>
                  <a:cubicBezTo>
                    <a:pt x="330571" y="1242236"/>
                    <a:pt x="350416" y="1238815"/>
                    <a:pt x="365043" y="1231031"/>
                  </a:cubicBezTo>
                  <a:cubicBezTo>
                    <a:pt x="379670" y="1223247"/>
                    <a:pt x="395153" y="1194847"/>
                    <a:pt x="387454" y="1178509"/>
                  </a:cubicBezTo>
                  <a:lnTo>
                    <a:pt x="387454" y="1178509"/>
                  </a:lnTo>
                  <a:close/>
                </a:path>
              </a:pathLst>
            </a:custGeom>
            <a:solidFill>
              <a:schemeClr val="tx1"/>
            </a:solidFill>
            <a:ln w="8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33073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Whitehead</dc:creator>
  <cp:lastModifiedBy>Ryan Whitehead</cp:lastModifiedBy>
  <cp:revision>1</cp:revision>
  <dcterms:created xsi:type="dcterms:W3CDTF">2025-12-04T22:24:55Z</dcterms:created>
  <dcterms:modified xsi:type="dcterms:W3CDTF">2025-12-04T22:24:55Z</dcterms:modified>
</cp:coreProperties>
</file>