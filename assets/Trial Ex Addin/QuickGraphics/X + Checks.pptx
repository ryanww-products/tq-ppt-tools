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55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ECDCE-B62A-A705-17B1-014D7E1540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A75D53-7205-B41F-205D-13486CE54D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E3B00-7FAD-FBCA-B625-5BC99D94C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E3707-A14D-4483-B44F-89C0764D4645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35FBC-040D-46FB-29A1-EADD9BAD6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93D0E-1113-74E2-6574-C972AA31C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AC65-A8C0-4EC3-8570-22981921D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062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74747-7F27-7F58-B01A-89C532DA7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A3AFE-5FFA-431F-3DF1-6A6616E9A1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9F315-B0E3-3B5B-FABF-5E8F99D46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E3707-A14D-4483-B44F-89C0764D4645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4510E-B509-44F9-7EB8-A080B8245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34EFB-6174-8211-1616-919870128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AC65-A8C0-4EC3-8570-22981921D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558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2D23D-0E6C-159B-91BC-38FAEF01A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95210D-54F4-46EC-2AB2-94CF927826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438B0-BA7C-1365-D223-F9E223DCB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E3707-A14D-4483-B44F-89C0764D4645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04805-9427-F069-2CD4-7748880BA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D1C39-9C6B-B897-6040-979CC38C1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AC65-A8C0-4EC3-8570-22981921D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83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5B804-B611-AAF9-43CC-E63072331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EAEFA-B837-5B6C-F461-0761D14E6F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AF54E7-643A-C458-596C-319F16A8B0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8DC963-B49A-89C3-345F-7CF8F5E0E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E3707-A14D-4483-B44F-89C0764D4645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6F6520-71B1-2027-8A24-031D094BC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2D8109-440C-6C32-8A03-F298FBE45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AC65-A8C0-4EC3-8570-22981921D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650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69C95-B2C1-5F7B-1471-60FAAA541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CA895E-0497-59AE-AB3D-F8C397B078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BC899E-77A1-AFF8-4319-4D7FB83F86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E48CCC-AC2F-AB9E-4108-A9893671EE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E89A0F-6884-C281-8C7E-2100986CE1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33FCBC-36A7-8185-5696-813A78BEE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E3707-A14D-4483-B44F-89C0764D4645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2552AA-2235-E0DC-7790-902663194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F61E64-BCE5-5D59-BB82-1D45F5779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AC65-A8C0-4EC3-8570-22981921D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873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E147B-BC22-862E-27F3-96A571637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98F2F9-49DB-4CFF-2B56-AF256E864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E3707-A14D-4483-B44F-89C0764D4645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ED8247-BD5B-02E4-E0D4-633ADB0D1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7C697A-FAB1-5978-2E74-0A61D62EB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AC65-A8C0-4EC3-8570-22981921D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872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080545-980B-F8CE-0427-5CD532936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E3707-A14D-4483-B44F-89C0764D4645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A3C5D7-92AF-70D6-A862-9447DB077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37EFB9-42E2-C9F6-DA82-DCF0F4C55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AC65-A8C0-4EC3-8570-22981921D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612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87069-4A6B-25EA-A62A-33D10CC8F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93055-8DDD-01C1-9751-93FD602F3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26D88B-B6BA-0342-ABF2-3F2B1A58C2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96EB57-DA8B-D985-195A-F49AB3335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E3707-A14D-4483-B44F-89C0764D4645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E5B539-35E2-26AD-ED69-8EB7C5D99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0FBFE6-FF8D-F922-11C0-6FD01832F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AC65-A8C0-4EC3-8570-22981921D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210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9D0EE-5F7B-50CD-D607-DA9F6020B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B6E222-695D-7E39-8B54-E38FE1DCCA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510F8E-3626-7F5F-69D9-A66E792B47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0B4383-4D20-6BC1-F5CB-D5E3E15C3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E3707-A14D-4483-B44F-89C0764D4645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1FEF75-F15B-44E3-9DB5-F70BC2506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9EF55A-835C-4FCD-70F1-1DB8DE4B3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AC65-A8C0-4EC3-8570-22981921D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01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ED581-86B0-BC7A-43F6-9D0BBEABC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E28F70-6523-D24D-44D5-97AEEE5308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DD6CE-12A0-94BD-6F5C-DDF1EA322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E3707-A14D-4483-B44F-89C0764D4645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9A137-CCB6-73C2-9E40-439546633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E76C2-2CE4-3C40-A8C8-C5DB32DC9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AC65-A8C0-4EC3-8570-22981921D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024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CE2F46-127D-A57E-D851-4986F082BC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A0519-04D8-75D1-C91F-B6AA882307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EE696-BE84-8FED-8872-B3BDA19C2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E3707-A14D-4483-B44F-89C0764D4645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64EBE-8DA9-5367-4CC5-C242A5918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EA355-DB3B-42EB-09C7-C10FFFF19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AC65-A8C0-4EC3-8570-22981921D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741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196BEF-A129-6F13-58AC-941095AA6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B16912-472F-2079-917D-7F886F617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06FF5-2752-4F66-6969-B4434A3A0B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CE3707-A14D-4483-B44F-89C0764D4645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18502-749B-6983-520A-464143B72A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357B1-F438-2D34-7947-46098F710F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9AC65-A8C0-4EC3-8570-22981921D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999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6D22E39-1335-9BE6-914B-4AF349BDE268}"/>
              </a:ext>
            </a:extLst>
          </p:cNvPr>
          <p:cNvSpPr/>
          <p:nvPr/>
        </p:nvSpPr>
        <p:spPr>
          <a:xfrm>
            <a:off x="3591868" y="887373"/>
            <a:ext cx="2002506" cy="1867936"/>
          </a:xfrm>
          <a:custGeom>
            <a:avLst/>
            <a:gdLst>
              <a:gd name="connsiteX0" fmla="*/ 2111548 w 2371968"/>
              <a:gd name="connsiteY0" fmla="*/ 0 h 2212569"/>
              <a:gd name="connsiteX1" fmla="*/ 1911198 w 2371968"/>
              <a:gd name="connsiteY1" fmla="*/ 74281 h 2212569"/>
              <a:gd name="connsiteX2" fmla="*/ 1561539 w 2371968"/>
              <a:gd name="connsiteY2" fmla="*/ 370408 h 2212569"/>
              <a:gd name="connsiteX3" fmla="*/ 1196692 w 2371968"/>
              <a:gd name="connsiteY3" fmla="*/ 766876 h 2212569"/>
              <a:gd name="connsiteX4" fmla="*/ 1095936 w 2371968"/>
              <a:gd name="connsiteY4" fmla="*/ 881243 h 2212569"/>
              <a:gd name="connsiteX5" fmla="*/ 900814 w 2371968"/>
              <a:gd name="connsiteY5" fmla="*/ 1117697 h 2212569"/>
              <a:gd name="connsiteX6" fmla="*/ 708597 w 2371968"/>
              <a:gd name="connsiteY6" fmla="*/ 1382452 h 2212569"/>
              <a:gd name="connsiteX7" fmla="*/ 688263 w 2371968"/>
              <a:gd name="connsiteY7" fmla="*/ 1354316 h 2212569"/>
              <a:gd name="connsiteX8" fmla="*/ 535635 w 2371968"/>
              <a:gd name="connsiteY8" fmla="*/ 1150397 h 2212569"/>
              <a:gd name="connsiteX9" fmla="*/ 300094 w 2371968"/>
              <a:gd name="connsiteY9" fmla="*/ 1040013 h 2212569"/>
              <a:gd name="connsiteX10" fmla="*/ 99495 w 2371968"/>
              <a:gd name="connsiteY10" fmla="*/ 1111804 h 2212569"/>
              <a:gd name="connsiteX11" fmla="*/ 74347 w 2371968"/>
              <a:gd name="connsiteY11" fmla="*/ 1509102 h 2212569"/>
              <a:gd name="connsiteX12" fmla="*/ 117671 w 2371968"/>
              <a:gd name="connsiteY12" fmla="*/ 1567614 h 2212569"/>
              <a:gd name="connsiteX13" fmla="*/ 244570 w 2371968"/>
              <a:gd name="connsiteY13" fmla="*/ 1739746 h 2212569"/>
              <a:gd name="connsiteX14" fmla="*/ 463429 w 2371968"/>
              <a:gd name="connsiteY14" fmla="*/ 2059859 h 2212569"/>
              <a:gd name="connsiteX15" fmla="*/ 716730 w 2371968"/>
              <a:gd name="connsiteY15" fmla="*/ 2212570 h 2212569"/>
              <a:gd name="connsiteX16" fmla="*/ 972107 w 2371968"/>
              <a:gd name="connsiteY16" fmla="*/ 2049733 h 2212569"/>
              <a:gd name="connsiteX17" fmla="*/ 1264001 w 2371968"/>
              <a:gd name="connsiteY17" fmla="*/ 1579565 h 2212569"/>
              <a:gd name="connsiteX18" fmla="*/ 1888208 w 2371968"/>
              <a:gd name="connsiteY18" fmla="*/ 840908 h 2212569"/>
              <a:gd name="connsiteX19" fmla="*/ 2239610 w 2371968"/>
              <a:gd name="connsiteY19" fmla="*/ 537809 h 2212569"/>
              <a:gd name="connsiteX20" fmla="*/ 2368169 w 2371968"/>
              <a:gd name="connsiteY20" fmla="*/ 340114 h 2212569"/>
              <a:gd name="connsiteX21" fmla="*/ 2308828 w 2371968"/>
              <a:gd name="connsiteY21" fmla="*/ 109139 h 2212569"/>
              <a:gd name="connsiteX22" fmla="*/ 2111548 w 2371968"/>
              <a:gd name="connsiteY22" fmla="*/ 83 h 2212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2371968" h="2212569">
                <a:moveTo>
                  <a:pt x="2111548" y="0"/>
                </a:moveTo>
                <a:cubicBezTo>
                  <a:pt x="2049385" y="0"/>
                  <a:pt x="1981993" y="24982"/>
                  <a:pt x="1911198" y="74281"/>
                </a:cubicBezTo>
                <a:cubicBezTo>
                  <a:pt x="1796830" y="153873"/>
                  <a:pt x="1682463" y="250729"/>
                  <a:pt x="1561539" y="370408"/>
                </a:cubicBezTo>
                <a:cubicBezTo>
                  <a:pt x="1433726" y="496892"/>
                  <a:pt x="1313217" y="634167"/>
                  <a:pt x="1196692" y="766876"/>
                </a:cubicBezTo>
                <a:cubicBezTo>
                  <a:pt x="1163078" y="805137"/>
                  <a:pt x="1129548" y="843398"/>
                  <a:pt x="1095936" y="881243"/>
                </a:cubicBezTo>
                <a:cubicBezTo>
                  <a:pt x="1030203" y="955192"/>
                  <a:pt x="966380" y="1032544"/>
                  <a:pt x="900814" y="1117697"/>
                </a:cubicBezTo>
                <a:cubicBezTo>
                  <a:pt x="838816" y="1198119"/>
                  <a:pt x="775574" y="1285264"/>
                  <a:pt x="708597" y="1382452"/>
                </a:cubicBezTo>
                <a:cubicBezTo>
                  <a:pt x="701957" y="1373239"/>
                  <a:pt x="695151" y="1363861"/>
                  <a:pt x="688263" y="1354316"/>
                </a:cubicBezTo>
                <a:cubicBezTo>
                  <a:pt x="636225" y="1282193"/>
                  <a:pt x="577298" y="1200443"/>
                  <a:pt x="535635" y="1150397"/>
                </a:cubicBezTo>
                <a:cubicBezTo>
                  <a:pt x="477206" y="1080266"/>
                  <a:pt x="391389" y="1040013"/>
                  <a:pt x="300094" y="1040013"/>
                </a:cubicBezTo>
                <a:cubicBezTo>
                  <a:pt x="227805" y="1040013"/>
                  <a:pt x="156595" y="1065493"/>
                  <a:pt x="99495" y="1111804"/>
                </a:cubicBezTo>
                <a:cubicBezTo>
                  <a:pt x="-23504" y="1211564"/>
                  <a:pt x="-33132" y="1363778"/>
                  <a:pt x="74347" y="1509102"/>
                </a:cubicBezTo>
                <a:lnTo>
                  <a:pt x="117671" y="1567614"/>
                </a:lnTo>
                <a:cubicBezTo>
                  <a:pt x="158836" y="1623055"/>
                  <a:pt x="201330" y="1680322"/>
                  <a:pt x="244570" y="1739746"/>
                </a:cubicBezTo>
                <a:cubicBezTo>
                  <a:pt x="342256" y="1874032"/>
                  <a:pt x="411806" y="1975784"/>
                  <a:pt x="463429" y="2059859"/>
                </a:cubicBezTo>
                <a:cubicBezTo>
                  <a:pt x="523019" y="2156963"/>
                  <a:pt x="615310" y="2212570"/>
                  <a:pt x="716730" y="2212570"/>
                </a:cubicBezTo>
                <a:cubicBezTo>
                  <a:pt x="818150" y="2212570"/>
                  <a:pt x="916417" y="2151651"/>
                  <a:pt x="972107" y="2049733"/>
                </a:cubicBezTo>
                <a:cubicBezTo>
                  <a:pt x="1058422" y="1891710"/>
                  <a:pt x="1156605" y="1733521"/>
                  <a:pt x="1264001" y="1579565"/>
                </a:cubicBezTo>
                <a:cubicBezTo>
                  <a:pt x="1451736" y="1310329"/>
                  <a:pt x="1667607" y="1054952"/>
                  <a:pt x="1888208" y="840908"/>
                </a:cubicBezTo>
                <a:cubicBezTo>
                  <a:pt x="2004900" y="727702"/>
                  <a:pt x="2123085" y="625784"/>
                  <a:pt x="2239610" y="537809"/>
                </a:cubicBezTo>
                <a:cubicBezTo>
                  <a:pt x="2309658" y="488759"/>
                  <a:pt x="2355222" y="418545"/>
                  <a:pt x="2368169" y="340114"/>
                </a:cubicBezTo>
                <a:cubicBezTo>
                  <a:pt x="2381283" y="260688"/>
                  <a:pt x="2360202" y="178606"/>
                  <a:pt x="2308828" y="109139"/>
                </a:cubicBezTo>
                <a:cubicBezTo>
                  <a:pt x="2242266" y="19006"/>
                  <a:pt x="2164831" y="83"/>
                  <a:pt x="2111548" y="83"/>
                </a:cubicBezTo>
                <a:close/>
              </a:path>
            </a:pathLst>
          </a:custGeom>
          <a:solidFill>
            <a:srgbClr val="0000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008AD2F-FA55-678F-0E39-143F2391F0FA}"/>
              </a:ext>
            </a:extLst>
          </p:cNvPr>
          <p:cNvSpPr/>
          <p:nvPr/>
        </p:nvSpPr>
        <p:spPr>
          <a:xfrm>
            <a:off x="6834548" y="998554"/>
            <a:ext cx="1988788" cy="1765916"/>
          </a:xfrm>
          <a:custGeom>
            <a:avLst/>
            <a:gdLst>
              <a:gd name="connsiteX0" fmla="*/ 2330579 w 2355721"/>
              <a:gd name="connsiteY0" fmla="*/ 51706 h 2091728"/>
              <a:gd name="connsiteX1" fmla="*/ 2219200 w 2355721"/>
              <a:gd name="connsiteY1" fmla="*/ 0 h 2091728"/>
              <a:gd name="connsiteX2" fmla="*/ 2095371 w 2355721"/>
              <a:gd name="connsiteY2" fmla="*/ 45232 h 2091728"/>
              <a:gd name="connsiteX3" fmla="*/ 2087155 w 2355721"/>
              <a:gd name="connsiteY3" fmla="*/ 50212 h 2091728"/>
              <a:gd name="connsiteX4" fmla="*/ 2072216 w 2355721"/>
              <a:gd name="connsiteY4" fmla="*/ 59508 h 2091728"/>
              <a:gd name="connsiteX5" fmla="*/ 1263759 w 2355721"/>
              <a:gd name="connsiteY5" fmla="*/ 771856 h 2091728"/>
              <a:gd name="connsiteX6" fmla="*/ 734665 w 2355721"/>
              <a:gd name="connsiteY6" fmla="*/ 1467688 h 2091728"/>
              <a:gd name="connsiteX7" fmla="*/ 703458 w 2355721"/>
              <a:gd name="connsiteY7" fmla="*/ 1425609 h 2091728"/>
              <a:gd name="connsiteX8" fmla="*/ 238768 w 2355721"/>
              <a:gd name="connsiteY8" fmla="*/ 949548 h 2091728"/>
              <a:gd name="connsiteX9" fmla="*/ 144734 w 2355721"/>
              <a:gd name="connsiteY9" fmla="*/ 924069 h 2091728"/>
              <a:gd name="connsiteX10" fmla="*/ 71947 w 2355721"/>
              <a:gd name="connsiteY10" fmla="*/ 941498 h 2091728"/>
              <a:gd name="connsiteX11" fmla="*/ 12440 w 2355721"/>
              <a:gd name="connsiteY11" fmla="*/ 1003993 h 2091728"/>
              <a:gd name="connsiteX12" fmla="*/ 67051 w 2355721"/>
              <a:gd name="connsiteY12" fmla="*/ 1195629 h 2091728"/>
              <a:gd name="connsiteX13" fmla="*/ 515640 w 2355721"/>
              <a:gd name="connsiteY13" fmla="*/ 1900010 h 2091728"/>
              <a:gd name="connsiteX14" fmla="*/ 543195 w 2355721"/>
              <a:gd name="connsiteY14" fmla="*/ 1955949 h 2091728"/>
              <a:gd name="connsiteX15" fmla="*/ 756326 w 2355721"/>
              <a:gd name="connsiteY15" fmla="*/ 2091314 h 2091728"/>
              <a:gd name="connsiteX16" fmla="*/ 765290 w 2355721"/>
              <a:gd name="connsiteY16" fmla="*/ 2091729 h 2091728"/>
              <a:gd name="connsiteX17" fmla="*/ 774087 w 2355721"/>
              <a:gd name="connsiteY17" fmla="*/ 2090567 h 2091728"/>
              <a:gd name="connsiteX18" fmla="*/ 983401 w 2355721"/>
              <a:gd name="connsiteY18" fmla="*/ 1930718 h 2091728"/>
              <a:gd name="connsiteX19" fmla="*/ 995684 w 2355721"/>
              <a:gd name="connsiteY19" fmla="*/ 1908890 h 2091728"/>
              <a:gd name="connsiteX20" fmla="*/ 998589 w 2355721"/>
              <a:gd name="connsiteY20" fmla="*/ 1903579 h 2091728"/>
              <a:gd name="connsiteX21" fmla="*/ 2235135 w 2355721"/>
              <a:gd name="connsiteY21" fmla="*/ 304510 h 2091728"/>
              <a:gd name="connsiteX22" fmla="*/ 2244182 w 2355721"/>
              <a:gd name="connsiteY22" fmla="*/ 298036 h 2091728"/>
              <a:gd name="connsiteX23" fmla="*/ 2315225 w 2355721"/>
              <a:gd name="connsiteY23" fmla="*/ 231308 h 2091728"/>
              <a:gd name="connsiteX24" fmla="*/ 2330662 w 2355721"/>
              <a:gd name="connsiteY24" fmla="*/ 51623 h 2091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355721" h="2091728">
                <a:moveTo>
                  <a:pt x="2330579" y="51706"/>
                </a:moveTo>
                <a:cubicBezTo>
                  <a:pt x="2303606" y="17429"/>
                  <a:pt x="2266093" y="0"/>
                  <a:pt x="2219200" y="0"/>
                </a:cubicBezTo>
                <a:cubicBezTo>
                  <a:pt x="2168075" y="0"/>
                  <a:pt x="2127740" y="25065"/>
                  <a:pt x="2095371" y="45232"/>
                </a:cubicBezTo>
                <a:lnTo>
                  <a:pt x="2087155" y="50212"/>
                </a:lnTo>
                <a:cubicBezTo>
                  <a:pt x="2081428" y="53698"/>
                  <a:pt x="2075867" y="57101"/>
                  <a:pt x="2072216" y="59508"/>
                </a:cubicBezTo>
                <a:cubicBezTo>
                  <a:pt x="1761813" y="263261"/>
                  <a:pt x="1500213" y="522289"/>
                  <a:pt x="1263759" y="771856"/>
                </a:cubicBezTo>
                <a:cubicBezTo>
                  <a:pt x="1059010" y="987975"/>
                  <a:pt x="881151" y="1221939"/>
                  <a:pt x="734665" y="1467688"/>
                </a:cubicBezTo>
                <a:cubicBezTo>
                  <a:pt x="725120" y="1454906"/>
                  <a:pt x="714746" y="1440880"/>
                  <a:pt x="703458" y="1425609"/>
                </a:cubicBezTo>
                <a:cubicBezTo>
                  <a:pt x="602038" y="1287920"/>
                  <a:pt x="448746" y="1079934"/>
                  <a:pt x="238768" y="949548"/>
                </a:cubicBezTo>
                <a:cubicBezTo>
                  <a:pt x="218932" y="937265"/>
                  <a:pt x="183825" y="924069"/>
                  <a:pt x="144734" y="924069"/>
                </a:cubicBezTo>
                <a:cubicBezTo>
                  <a:pt x="118176" y="924069"/>
                  <a:pt x="93692" y="929962"/>
                  <a:pt x="71947" y="941498"/>
                </a:cubicBezTo>
                <a:cubicBezTo>
                  <a:pt x="46219" y="955192"/>
                  <a:pt x="25636" y="976771"/>
                  <a:pt x="12440" y="1003993"/>
                </a:cubicBezTo>
                <a:cubicBezTo>
                  <a:pt x="-23663" y="1078440"/>
                  <a:pt x="26300" y="1148986"/>
                  <a:pt x="67051" y="1195629"/>
                </a:cubicBezTo>
                <a:cubicBezTo>
                  <a:pt x="308235" y="1471837"/>
                  <a:pt x="448331" y="1760993"/>
                  <a:pt x="515640" y="1900010"/>
                </a:cubicBezTo>
                <a:cubicBezTo>
                  <a:pt x="526595" y="1922584"/>
                  <a:pt x="535725" y="1941424"/>
                  <a:pt x="543195" y="1955949"/>
                </a:cubicBezTo>
                <a:cubicBezTo>
                  <a:pt x="583696" y="2034794"/>
                  <a:pt x="665280" y="2086666"/>
                  <a:pt x="756326" y="2091314"/>
                </a:cubicBezTo>
                <a:lnTo>
                  <a:pt x="765290" y="2091729"/>
                </a:lnTo>
                <a:lnTo>
                  <a:pt x="774087" y="2090567"/>
                </a:lnTo>
                <a:cubicBezTo>
                  <a:pt x="904887" y="2073304"/>
                  <a:pt x="963980" y="1965991"/>
                  <a:pt x="983401" y="1930718"/>
                </a:cubicBezTo>
                <a:cubicBezTo>
                  <a:pt x="987551" y="1923083"/>
                  <a:pt x="991534" y="1915945"/>
                  <a:pt x="995684" y="1908890"/>
                </a:cubicBezTo>
                <a:lnTo>
                  <a:pt x="998589" y="1903579"/>
                </a:lnTo>
                <a:cubicBezTo>
                  <a:pt x="1357959" y="1190484"/>
                  <a:pt x="1785550" y="637486"/>
                  <a:pt x="2235135" y="304510"/>
                </a:cubicBezTo>
                <a:cubicBezTo>
                  <a:pt x="2237791" y="302518"/>
                  <a:pt x="2240862" y="300360"/>
                  <a:pt x="2244182" y="298036"/>
                </a:cubicBezTo>
                <a:cubicBezTo>
                  <a:pt x="2264432" y="283678"/>
                  <a:pt x="2293647" y="258613"/>
                  <a:pt x="2315225" y="231308"/>
                </a:cubicBezTo>
                <a:cubicBezTo>
                  <a:pt x="2362948" y="170804"/>
                  <a:pt x="2369006" y="100258"/>
                  <a:pt x="2330662" y="51623"/>
                </a:cubicBezTo>
                <a:close/>
              </a:path>
            </a:pathLst>
          </a:custGeom>
          <a:solidFill>
            <a:srgbClr val="0090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2" name="Graphic 17">
            <a:extLst>
              <a:ext uri="{FF2B5EF4-FFF2-40B4-BE49-F238E27FC236}">
                <a16:creationId xmlns:a16="http://schemas.microsoft.com/office/drawing/2014/main" id="{86BD3CC8-7F5F-7585-EA9A-7D02B6EB860C}"/>
              </a:ext>
            </a:extLst>
          </p:cNvPr>
          <p:cNvGrpSpPr/>
          <p:nvPr/>
        </p:nvGrpSpPr>
        <p:grpSpPr>
          <a:xfrm>
            <a:off x="3763158" y="4187249"/>
            <a:ext cx="1749630" cy="1773936"/>
            <a:chOff x="3601753" y="4023603"/>
            <a:chExt cx="2072439" cy="2101228"/>
          </a:xfrm>
          <a:solidFill>
            <a:srgbClr val="000000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7669C98-F131-70AA-3B91-4807FD3DB5ED}"/>
                </a:ext>
              </a:extLst>
            </p:cNvPr>
            <p:cNvSpPr/>
            <p:nvPr/>
          </p:nvSpPr>
          <p:spPr>
            <a:xfrm>
              <a:off x="3601753" y="4035267"/>
              <a:ext cx="2072439" cy="2082080"/>
            </a:xfrm>
            <a:custGeom>
              <a:avLst/>
              <a:gdLst>
                <a:gd name="connsiteX0" fmla="*/ 13685 w 2072439"/>
                <a:gd name="connsiteY0" fmla="*/ 1906413 h 2082080"/>
                <a:gd name="connsiteX1" fmla="*/ 252462 w 2072439"/>
                <a:gd name="connsiteY1" fmla="*/ 2081035 h 2082080"/>
                <a:gd name="connsiteX2" fmla="*/ 521284 w 2072439"/>
                <a:gd name="connsiteY2" fmla="*/ 1941437 h 2082080"/>
                <a:gd name="connsiteX3" fmla="*/ 853763 w 2072439"/>
                <a:gd name="connsiteY3" fmla="*/ 1498990 h 2082080"/>
                <a:gd name="connsiteX4" fmla="*/ 1540963 w 2072439"/>
                <a:gd name="connsiteY4" fmla="*/ 818595 h 2082080"/>
                <a:gd name="connsiteX5" fmla="*/ 1917845 w 2072439"/>
                <a:gd name="connsiteY5" fmla="*/ 547864 h 2082080"/>
                <a:gd name="connsiteX6" fmla="*/ 2063419 w 2072439"/>
                <a:gd name="connsiteY6" fmla="*/ 362370 h 2082080"/>
                <a:gd name="connsiteX7" fmla="*/ 2024742 w 2072439"/>
                <a:gd name="connsiteY7" fmla="*/ 126996 h 2082080"/>
                <a:gd name="connsiteX8" fmla="*/ 1837920 w 2072439"/>
                <a:gd name="connsiteY8" fmla="*/ 926 h 2082080"/>
                <a:gd name="connsiteX9" fmla="*/ 1631760 w 2072439"/>
                <a:gd name="connsiteY9" fmla="*/ 57114 h 2082080"/>
                <a:gd name="connsiteX10" fmla="*/ 1257203 w 2072439"/>
                <a:gd name="connsiteY10" fmla="*/ 321039 h 2082080"/>
                <a:gd name="connsiteX11" fmla="*/ 858659 w 2072439"/>
                <a:gd name="connsiteY11" fmla="*/ 683645 h 2082080"/>
                <a:gd name="connsiteX12" fmla="*/ 748110 w 2072439"/>
                <a:gd name="connsiteY12" fmla="*/ 788634 h 2082080"/>
                <a:gd name="connsiteX13" fmla="*/ 532737 w 2072439"/>
                <a:gd name="connsiteY13" fmla="*/ 1006911 h 2082080"/>
                <a:gd name="connsiteX14" fmla="*/ 317780 w 2072439"/>
                <a:gd name="connsiteY14" fmla="*/ 1253573 h 2082080"/>
                <a:gd name="connsiteX15" fmla="*/ 13602 w 2072439"/>
                <a:gd name="connsiteY15" fmla="*/ 1906413 h 2082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72439" h="2082080">
                  <a:moveTo>
                    <a:pt x="13685" y="1906413"/>
                  </a:moveTo>
                  <a:cubicBezTo>
                    <a:pt x="48626" y="2014805"/>
                    <a:pt x="151457" y="2071989"/>
                    <a:pt x="252462" y="2081035"/>
                  </a:cubicBezTo>
                  <a:cubicBezTo>
                    <a:pt x="356289" y="2090248"/>
                    <a:pt x="456714" y="2038127"/>
                    <a:pt x="521284" y="1941437"/>
                  </a:cubicBezTo>
                  <a:cubicBezTo>
                    <a:pt x="621293" y="1791714"/>
                    <a:pt x="733088" y="1642820"/>
                    <a:pt x="853763" y="1498990"/>
                  </a:cubicBezTo>
                  <a:cubicBezTo>
                    <a:pt x="1064654" y="1247514"/>
                    <a:pt x="1302269" y="1012223"/>
                    <a:pt x="1540963" y="818595"/>
                  </a:cubicBezTo>
                  <a:cubicBezTo>
                    <a:pt x="1667199" y="716179"/>
                    <a:pt x="1794016" y="625133"/>
                    <a:pt x="1917845" y="547864"/>
                  </a:cubicBezTo>
                  <a:cubicBezTo>
                    <a:pt x="1991959" y="505205"/>
                    <a:pt x="2043583" y="439307"/>
                    <a:pt x="2063419" y="362370"/>
                  </a:cubicBezTo>
                  <a:cubicBezTo>
                    <a:pt x="2083503" y="284438"/>
                    <a:pt x="2069809" y="200778"/>
                    <a:pt x="2024742" y="126996"/>
                  </a:cubicBezTo>
                  <a:cubicBezTo>
                    <a:pt x="1966397" y="31385"/>
                    <a:pt x="1890954" y="5657"/>
                    <a:pt x="1837920" y="926"/>
                  </a:cubicBezTo>
                  <a:cubicBezTo>
                    <a:pt x="1776006" y="-4552"/>
                    <a:pt x="1706622" y="14288"/>
                    <a:pt x="1631760" y="57114"/>
                  </a:cubicBezTo>
                  <a:cubicBezTo>
                    <a:pt x="1510753" y="126249"/>
                    <a:pt x="1388252" y="212647"/>
                    <a:pt x="1257203" y="321039"/>
                  </a:cubicBezTo>
                  <a:cubicBezTo>
                    <a:pt x="1118684" y="435655"/>
                    <a:pt x="986472" y="561725"/>
                    <a:pt x="858659" y="683645"/>
                  </a:cubicBezTo>
                  <a:cubicBezTo>
                    <a:pt x="821809" y="718752"/>
                    <a:pt x="785043" y="753859"/>
                    <a:pt x="748110" y="788634"/>
                  </a:cubicBezTo>
                  <a:cubicBezTo>
                    <a:pt x="676153" y="856524"/>
                    <a:pt x="605690" y="927900"/>
                    <a:pt x="532737" y="1006911"/>
                  </a:cubicBezTo>
                  <a:cubicBezTo>
                    <a:pt x="463851" y="1081524"/>
                    <a:pt x="393139" y="1162693"/>
                    <a:pt x="317780" y="1253573"/>
                  </a:cubicBezTo>
                  <a:cubicBezTo>
                    <a:pt x="223912" y="1357151"/>
                    <a:pt x="-65742" y="1660332"/>
                    <a:pt x="13602" y="1906413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E153D9C-CAA3-2148-EE6A-C63E0A475F5A}"/>
                </a:ext>
              </a:extLst>
            </p:cNvPr>
            <p:cNvSpPr/>
            <p:nvPr/>
          </p:nvSpPr>
          <p:spPr>
            <a:xfrm>
              <a:off x="3612066" y="4023603"/>
              <a:ext cx="2052342" cy="2101228"/>
            </a:xfrm>
            <a:custGeom>
              <a:avLst/>
              <a:gdLst>
                <a:gd name="connsiteX0" fmla="*/ 180649 w 2052342"/>
                <a:gd name="connsiteY0" fmla="*/ 11925 h 2101228"/>
                <a:gd name="connsiteX1" fmla="*/ 1546 w 2052342"/>
                <a:gd name="connsiteY1" fmla="*/ 247383 h 2101228"/>
                <a:gd name="connsiteX2" fmla="*/ 135998 w 2052342"/>
                <a:gd name="connsiteY2" fmla="*/ 518777 h 2101228"/>
                <a:gd name="connsiteX3" fmla="*/ 571972 w 2052342"/>
                <a:gd name="connsiteY3" fmla="*/ 859638 h 2101228"/>
                <a:gd name="connsiteX4" fmla="*/ 1239088 w 2052342"/>
                <a:gd name="connsiteY4" fmla="*/ 1559703 h 2101228"/>
                <a:gd name="connsiteX5" fmla="*/ 1502598 w 2052342"/>
                <a:gd name="connsiteY5" fmla="*/ 1941648 h 2101228"/>
                <a:gd name="connsiteX6" fmla="*/ 1685270 w 2052342"/>
                <a:gd name="connsiteY6" fmla="*/ 2090790 h 2101228"/>
                <a:gd name="connsiteX7" fmla="*/ 1921309 w 2052342"/>
                <a:gd name="connsiteY7" fmla="*/ 2056679 h 2101228"/>
                <a:gd name="connsiteX8" fmla="*/ 2050947 w 2052342"/>
                <a:gd name="connsiteY8" fmla="*/ 1872263 h 2101228"/>
                <a:gd name="connsiteX9" fmla="*/ 1998660 w 2052342"/>
                <a:gd name="connsiteY9" fmla="*/ 1665024 h 2101228"/>
                <a:gd name="connsiteX10" fmla="*/ 1741956 w 2052342"/>
                <a:gd name="connsiteY10" fmla="*/ 1285487 h 2101228"/>
                <a:gd name="connsiteX11" fmla="*/ 1387068 w 2052342"/>
                <a:gd name="connsiteY11" fmla="*/ 880138 h 2101228"/>
                <a:gd name="connsiteX12" fmla="*/ 1284237 w 2052342"/>
                <a:gd name="connsiteY12" fmla="*/ 767597 h 2101228"/>
                <a:gd name="connsiteX13" fmla="*/ 1070110 w 2052342"/>
                <a:gd name="connsiteY13" fmla="*/ 548157 h 2101228"/>
                <a:gd name="connsiteX14" fmla="*/ 827597 w 2052342"/>
                <a:gd name="connsiteY14" fmla="*/ 328552 h 2101228"/>
                <a:gd name="connsiteX15" fmla="*/ 180649 w 2052342"/>
                <a:gd name="connsiteY15" fmla="*/ 11925 h 210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52342" h="2101228">
                  <a:moveTo>
                    <a:pt x="180649" y="11925"/>
                  </a:moveTo>
                  <a:cubicBezTo>
                    <a:pt x="71594" y="44791"/>
                    <a:pt x="12418" y="146543"/>
                    <a:pt x="1546" y="247383"/>
                  </a:cubicBezTo>
                  <a:cubicBezTo>
                    <a:pt x="-9659" y="350961"/>
                    <a:pt x="40553" y="452464"/>
                    <a:pt x="135998" y="518777"/>
                  </a:cubicBezTo>
                  <a:cubicBezTo>
                    <a:pt x="283812" y="621608"/>
                    <a:pt x="430465" y="736307"/>
                    <a:pt x="571972" y="859638"/>
                  </a:cubicBezTo>
                  <a:cubicBezTo>
                    <a:pt x="819381" y="1075260"/>
                    <a:pt x="1050107" y="1317357"/>
                    <a:pt x="1239088" y="1559703"/>
                  </a:cubicBezTo>
                  <a:cubicBezTo>
                    <a:pt x="1339014" y="1687848"/>
                    <a:pt x="1427736" y="1816324"/>
                    <a:pt x="1502598" y="1941648"/>
                  </a:cubicBezTo>
                  <a:cubicBezTo>
                    <a:pt x="1543846" y="2016509"/>
                    <a:pt x="1608665" y="2069460"/>
                    <a:pt x="1685270" y="2090790"/>
                  </a:cubicBezTo>
                  <a:cubicBezTo>
                    <a:pt x="1762870" y="2112368"/>
                    <a:pt x="1846695" y="2100251"/>
                    <a:pt x="1921309" y="2056679"/>
                  </a:cubicBezTo>
                  <a:cubicBezTo>
                    <a:pt x="2018081" y="2000242"/>
                    <a:pt x="2045220" y="1925214"/>
                    <a:pt x="2050947" y="1872263"/>
                  </a:cubicBezTo>
                  <a:cubicBezTo>
                    <a:pt x="2057670" y="1810432"/>
                    <a:pt x="2040075" y="1740716"/>
                    <a:pt x="1998660" y="1665024"/>
                  </a:cubicBezTo>
                  <a:cubicBezTo>
                    <a:pt x="1931849" y="1542772"/>
                    <a:pt x="1847858" y="1418611"/>
                    <a:pt x="1741956" y="1285487"/>
                  </a:cubicBezTo>
                  <a:cubicBezTo>
                    <a:pt x="1629995" y="1144810"/>
                    <a:pt x="1506498" y="1010192"/>
                    <a:pt x="1387068" y="880138"/>
                  </a:cubicBezTo>
                  <a:cubicBezTo>
                    <a:pt x="1352625" y="842625"/>
                    <a:pt x="1318265" y="805194"/>
                    <a:pt x="1284237" y="767597"/>
                  </a:cubicBezTo>
                  <a:cubicBezTo>
                    <a:pt x="1217758" y="694312"/>
                    <a:pt x="1147710" y="622521"/>
                    <a:pt x="1070110" y="548157"/>
                  </a:cubicBezTo>
                  <a:cubicBezTo>
                    <a:pt x="996825" y="477860"/>
                    <a:pt x="916983" y="405572"/>
                    <a:pt x="827597" y="328552"/>
                  </a:cubicBezTo>
                  <a:cubicBezTo>
                    <a:pt x="725845" y="232776"/>
                    <a:pt x="428224" y="-62604"/>
                    <a:pt x="180649" y="11925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2EA16A4C-2346-CF5A-82E6-B9770ABFD354}"/>
              </a:ext>
            </a:extLst>
          </p:cNvPr>
          <p:cNvSpPr/>
          <p:nvPr/>
        </p:nvSpPr>
        <p:spPr>
          <a:xfrm>
            <a:off x="184659" y="887373"/>
            <a:ext cx="2002436" cy="1867936"/>
          </a:xfrm>
          <a:custGeom>
            <a:avLst/>
            <a:gdLst>
              <a:gd name="connsiteX0" fmla="*/ 2111548 w 2371886"/>
              <a:gd name="connsiteY0" fmla="*/ 0 h 2212569"/>
              <a:gd name="connsiteX1" fmla="*/ 1911198 w 2371886"/>
              <a:gd name="connsiteY1" fmla="*/ 74281 h 2212569"/>
              <a:gd name="connsiteX2" fmla="*/ 1561539 w 2371886"/>
              <a:gd name="connsiteY2" fmla="*/ 370408 h 2212569"/>
              <a:gd name="connsiteX3" fmla="*/ 1196692 w 2371886"/>
              <a:gd name="connsiteY3" fmla="*/ 766876 h 2212569"/>
              <a:gd name="connsiteX4" fmla="*/ 1095935 w 2371886"/>
              <a:gd name="connsiteY4" fmla="*/ 881243 h 2212569"/>
              <a:gd name="connsiteX5" fmla="*/ 900814 w 2371886"/>
              <a:gd name="connsiteY5" fmla="*/ 1117697 h 2212569"/>
              <a:gd name="connsiteX6" fmla="*/ 708597 w 2371886"/>
              <a:gd name="connsiteY6" fmla="*/ 1382452 h 2212569"/>
              <a:gd name="connsiteX7" fmla="*/ 688263 w 2371886"/>
              <a:gd name="connsiteY7" fmla="*/ 1354316 h 2212569"/>
              <a:gd name="connsiteX8" fmla="*/ 535635 w 2371886"/>
              <a:gd name="connsiteY8" fmla="*/ 1150397 h 2212569"/>
              <a:gd name="connsiteX9" fmla="*/ 300094 w 2371886"/>
              <a:gd name="connsiteY9" fmla="*/ 1040013 h 2212569"/>
              <a:gd name="connsiteX10" fmla="*/ 99495 w 2371886"/>
              <a:gd name="connsiteY10" fmla="*/ 1111804 h 2212569"/>
              <a:gd name="connsiteX11" fmla="*/ 74347 w 2371886"/>
              <a:gd name="connsiteY11" fmla="*/ 1509102 h 2212569"/>
              <a:gd name="connsiteX12" fmla="*/ 117671 w 2371886"/>
              <a:gd name="connsiteY12" fmla="*/ 1567614 h 2212569"/>
              <a:gd name="connsiteX13" fmla="*/ 244570 w 2371886"/>
              <a:gd name="connsiteY13" fmla="*/ 1739746 h 2212569"/>
              <a:gd name="connsiteX14" fmla="*/ 463429 w 2371886"/>
              <a:gd name="connsiteY14" fmla="*/ 2059859 h 2212569"/>
              <a:gd name="connsiteX15" fmla="*/ 716730 w 2371886"/>
              <a:gd name="connsiteY15" fmla="*/ 2212570 h 2212569"/>
              <a:gd name="connsiteX16" fmla="*/ 972107 w 2371886"/>
              <a:gd name="connsiteY16" fmla="*/ 2049733 h 2212569"/>
              <a:gd name="connsiteX17" fmla="*/ 1264001 w 2371886"/>
              <a:gd name="connsiteY17" fmla="*/ 1579565 h 2212569"/>
              <a:gd name="connsiteX18" fmla="*/ 1888208 w 2371886"/>
              <a:gd name="connsiteY18" fmla="*/ 840908 h 2212569"/>
              <a:gd name="connsiteX19" fmla="*/ 2239527 w 2371886"/>
              <a:gd name="connsiteY19" fmla="*/ 537809 h 2212569"/>
              <a:gd name="connsiteX20" fmla="*/ 2368087 w 2371886"/>
              <a:gd name="connsiteY20" fmla="*/ 340114 h 2212569"/>
              <a:gd name="connsiteX21" fmla="*/ 2308745 w 2371886"/>
              <a:gd name="connsiteY21" fmla="*/ 109139 h 2212569"/>
              <a:gd name="connsiteX22" fmla="*/ 2111465 w 2371886"/>
              <a:gd name="connsiteY22" fmla="*/ 83 h 2212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2371886" h="2212569">
                <a:moveTo>
                  <a:pt x="2111548" y="0"/>
                </a:moveTo>
                <a:cubicBezTo>
                  <a:pt x="2049385" y="0"/>
                  <a:pt x="1981993" y="24982"/>
                  <a:pt x="1911198" y="74281"/>
                </a:cubicBezTo>
                <a:cubicBezTo>
                  <a:pt x="1796830" y="153873"/>
                  <a:pt x="1682463" y="250729"/>
                  <a:pt x="1561539" y="370408"/>
                </a:cubicBezTo>
                <a:cubicBezTo>
                  <a:pt x="1433726" y="496892"/>
                  <a:pt x="1313217" y="634167"/>
                  <a:pt x="1196692" y="766876"/>
                </a:cubicBezTo>
                <a:cubicBezTo>
                  <a:pt x="1163079" y="805137"/>
                  <a:pt x="1129549" y="843398"/>
                  <a:pt x="1095935" y="881243"/>
                </a:cubicBezTo>
                <a:cubicBezTo>
                  <a:pt x="1030203" y="955192"/>
                  <a:pt x="966380" y="1032544"/>
                  <a:pt x="900814" y="1117697"/>
                </a:cubicBezTo>
                <a:cubicBezTo>
                  <a:pt x="838816" y="1198119"/>
                  <a:pt x="775574" y="1285264"/>
                  <a:pt x="708597" y="1382452"/>
                </a:cubicBezTo>
                <a:cubicBezTo>
                  <a:pt x="701957" y="1373239"/>
                  <a:pt x="695151" y="1363861"/>
                  <a:pt x="688263" y="1354316"/>
                </a:cubicBezTo>
                <a:cubicBezTo>
                  <a:pt x="636225" y="1282193"/>
                  <a:pt x="577298" y="1200443"/>
                  <a:pt x="535635" y="1150397"/>
                </a:cubicBezTo>
                <a:cubicBezTo>
                  <a:pt x="477206" y="1080266"/>
                  <a:pt x="391389" y="1040013"/>
                  <a:pt x="300094" y="1040013"/>
                </a:cubicBezTo>
                <a:cubicBezTo>
                  <a:pt x="227805" y="1040013"/>
                  <a:pt x="156595" y="1065493"/>
                  <a:pt x="99495" y="1111804"/>
                </a:cubicBezTo>
                <a:cubicBezTo>
                  <a:pt x="-23504" y="1211564"/>
                  <a:pt x="-33132" y="1363778"/>
                  <a:pt x="74347" y="1509102"/>
                </a:cubicBezTo>
                <a:lnTo>
                  <a:pt x="117671" y="1567614"/>
                </a:lnTo>
                <a:cubicBezTo>
                  <a:pt x="158836" y="1623055"/>
                  <a:pt x="201330" y="1680322"/>
                  <a:pt x="244570" y="1739746"/>
                </a:cubicBezTo>
                <a:cubicBezTo>
                  <a:pt x="342256" y="1874032"/>
                  <a:pt x="411806" y="1975784"/>
                  <a:pt x="463429" y="2059859"/>
                </a:cubicBezTo>
                <a:cubicBezTo>
                  <a:pt x="523019" y="2156963"/>
                  <a:pt x="615393" y="2212570"/>
                  <a:pt x="716730" y="2212570"/>
                </a:cubicBezTo>
                <a:cubicBezTo>
                  <a:pt x="818067" y="2212570"/>
                  <a:pt x="916417" y="2151651"/>
                  <a:pt x="972107" y="2049733"/>
                </a:cubicBezTo>
                <a:cubicBezTo>
                  <a:pt x="1058422" y="1891710"/>
                  <a:pt x="1156605" y="1733521"/>
                  <a:pt x="1264001" y="1579565"/>
                </a:cubicBezTo>
                <a:cubicBezTo>
                  <a:pt x="1451736" y="1310329"/>
                  <a:pt x="1667607" y="1054952"/>
                  <a:pt x="1888208" y="840908"/>
                </a:cubicBezTo>
                <a:cubicBezTo>
                  <a:pt x="2004899" y="727702"/>
                  <a:pt x="2123085" y="625784"/>
                  <a:pt x="2239527" y="537809"/>
                </a:cubicBezTo>
                <a:cubicBezTo>
                  <a:pt x="2309575" y="488759"/>
                  <a:pt x="2355139" y="418545"/>
                  <a:pt x="2368087" y="340114"/>
                </a:cubicBezTo>
                <a:cubicBezTo>
                  <a:pt x="2381200" y="260688"/>
                  <a:pt x="2360119" y="178606"/>
                  <a:pt x="2308745" y="109139"/>
                </a:cubicBezTo>
                <a:cubicBezTo>
                  <a:pt x="2242183" y="19006"/>
                  <a:pt x="2164748" y="83"/>
                  <a:pt x="2111465" y="83"/>
                </a:cubicBezTo>
                <a:close/>
              </a:path>
            </a:pathLst>
          </a:custGeom>
          <a:solidFill>
            <a:srgbClr val="0090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6" name="Graphic 17">
            <a:extLst>
              <a:ext uri="{FF2B5EF4-FFF2-40B4-BE49-F238E27FC236}">
                <a16:creationId xmlns:a16="http://schemas.microsoft.com/office/drawing/2014/main" id="{A0D30C66-D461-3CF3-C996-FDA7E533374F}"/>
              </a:ext>
            </a:extLst>
          </p:cNvPr>
          <p:cNvGrpSpPr/>
          <p:nvPr/>
        </p:nvGrpSpPr>
        <p:grpSpPr>
          <a:xfrm>
            <a:off x="355955" y="4187249"/>
            <a:ext cx="1749630" cy="1773936"/>
            <a:chOff x="194550" y="4023603"/>
            <a:chExt cx="2072439" cy="2101228"/>
          </a:xfrm>
          <a:solidFill>
            <a:srgbClr val="DD0000"/>
          </a:solidFill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03D77B9-F448-C8A3-A57F-9FBD47499B2D}"/>
                </a:ext>
              </a:extLst>
            </p:cNvPr>
            <p:cNvSpPr/>
            <p:nvPr/>
          </p:nvSpPr>
          <p:spPr>
            <a:xfrm>
              <a:off x="194550" y="4035267"/>
              <a:ext cx="2072439" cy="2082080"/>
            </a:xfrm>
            <a:custGeom>
              <a:avLst/>
              <a:gdLst>
                <a:gd name="connsiteX0" fmla="*/ 13685 w 2072439"/>
                <a:gd name="connsiteY0" fmla="*/ 1906413 h 2082080"/>
                <a:gd name="connsiteX1" fmla="*/ 252462 w 2072439"/>
                <a:gd name="connsiteY1" fmla="*/ 2081035 h 2082080"/>
                <a:gd name="connsiteX2" fmla="*/ 521284 w 2072439"/>
                <a:gd name="connsiteY2" fmla="*/ 1941437 h 2082080"/>
                <a:gd name="connsiteX3" fmla="*/ 853763 w 2072439"/>
                <a:gd name="connsiteY3" fmla="*/ 1498990 h 2082080"/>
                <a:gd name="connsiteX4" fmla="*/ 1540963 w 2072439"/>
                <a:gd name="connsiteY4" fmla="*/ 818595 h 2082080"/>
                <a:gd name="connsiteX5" fmla="*/ 1917845 w 2072439"/>
                <a:gd name="connsiteY5" fmla="*/ 547864 h 2082080"/>
                <a:gd name="connsiteX6" fmla="*/ 2063418 w 2072439"/>
                <a:gd name="connsiteY6" fmla="*/ 362370 h 2082080"/>
                <a:gd name="connsiteX7" fmla="*/ 2024742 w 2072439"/>
                <a:gd name="connsiteY7" fmla="*/ 126996 h 2082080"/>
                <a:gd name="connsiteX8" fmla="*/ 1837920 w 2072439"/>
                <a:gd name="connsiteY8" fmla="*/ 926 h 2082080"/>
                <a:gd name="connsiteX9" fmla="*/ 1631760 w 2072439"/>
                <a:gd name="connsiteY9" fmla="*/ 57114 h 2082080"/>
                <a:gd name="connsiteX10" fmla="*/ 1257202 w 2072439"/>
                <a:gd name="connsiteY10" fmla="*/ 321039 h 2082080"/>
                <a:gd name="connsiteX11" fmla="*/ 858659 w 2072439"/>
                <a:gd name="connsiteY11" fmla="*/ 683645 h 2082080"/>
                <a:gd name="connsiteX12" fmla="*/ 748110 w 2072439"/>
                <a:gd name="connsiteY12" fmla="*/ 788634 h 2082080"/>
                <a:gd name="connsiteX13" fmla="*/ 532737 w 2072439"/>
                <a:gd name="connsiteY13" fmla="*/ 1006911 h 2082080"/>
                <a:gd name="connsiteX14" fmla="*/ 317779 w 2072439"/>
                <a:gd name="connsiteY14" fmla="*/ 1253573 h 2082080"/>
                <a:gd name="connsiteX15" fmla="*/ 13602 w 2072439"/>
                <a:gd name="connsiteY15" fmla="*/ 1906413 h 2082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72439" h="2082080">
                  <a:moveTo>
                    <a:pt x="13685" y="1906413"/>
                  </a:moveTo>
                  <a:cubicBezTo>
                    <a:pt x="48626" y="2014805"/>
                    <a:pt x="151457" y="2071989"/>
                    <a:pt x="252462" y="2081035"/>
                  </a:cubicBezTo>
                  <a:cubicBezTo>
                    <a:pt x="356289" y="2090248"/>
                    <a:pt x="456713" y="2038127"/>
                    <a:pt x="521284" y="1941437"/>
                  </a:cubicBezTo>
                  <a:cubicBezTo>
                    <a:pt x="621293" y="1791714"/>
                    <a:pt x="733088" y="1642820"/>
                    <a:pt x="853763" y="1498990"/>
                  </a:cubicBezTo>
                  <a:cubicBezTo>
                    <a:pt x="1064654" y="1247514"/>
                    <a:pt x="1302269" y="1012223"/>
                    <a:pt x="1540963" y="818595"/>
                  </a:cubicBezTo>
                  <a:cubicBezTo>
                    <a:pt x="1667199" y="716179"/>
                    <a:pt x="1794016" y="625133"/>
                    <a:pt x="1917845" y="547864"/>
                  </a:cubicBezTo>
                  <a:cubicBezTo>
                    <a:pt x="1991959" y="505205"/>
                    <a:pt x="2043582" y="439307"/>
                    <a:pt x="2063418" y="362370"/>
                  </a:cubicBezTo>
                  <a:cubicBezTo>
                    <a:pt x="2083503" y="284438"/>
                    <a:pt x="2069809" y="200778"/>
                    <a:pt x="2024742" y="126996"/>
                  </a:cubicBezTo>
                  <a:cubicBezTo>
                    <a:pt x="1966397" y="31385"/>
                    <a:pt x="1890954" y="5657"/>
                    <a:pt x="1837920" y="926"/>
                  </a:cubicBezTo>
                  <a:cubicBezTo>
                    <a:pt x="1776006" y="-4552"/>
                    <a:pt x="1706622" y="14288"/>
                    <a:pt x="1631760" y="57114"/>
                  </a:cubicBezTo>
                  <a:cubicBezTo>
                    <a:pt x="1510753" y="126249"/>
                    <a:pt x="1388252" y="212647"/>
                    <a:pt x="1257202" y="321039"/>
                  </a:cubicBezTo>
                  <a:cubicBezTo>
                    <a:pt x="1118683" y="435655"/>
                    <a:pt x="986472" y="561725"/>
                    <a:pt x="858659" y="683645"/>
                  </a:cubicBezTo>
                  <a:cubicBezTo>
                    <a:pt x="821809" y="718752"/>
                    <a:pt x="785043" y="753859"/>
                    <a:pt x="748110" y="788634"/>
                  </a:cubicBezTo>
                  <a:cubicBezTo>
                    <a:pt x="676153" y="856524"/>
                    <a:pt x="605690" y="927900"/>
                    <a:pt x="532737" y="1006911"/>
                  </a:cubicBezTo>
                  <a:cubicBezTo>
                    <a:pt x="463851" y="1081524"/>
                    <a:pt x="393139" y="1162693"/>
                    <a:pt x="317779" y="1253573"/>
                  </a:cubicBezTo>
                  <a:cubicBezTo>
                    <a:pt x="223912" y="1357151"/>
                    <a:pt x="-65742" y="1660332"/>
                    <a:pt x="13602" y="1906413"/>
                  </a:cubicBezTo>
                  <a:close/>
                </a:path>
              </a:pathLst>
            </a:custGeom>
            <a:solidFill>
              <a:srgbClr val="DD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59D3916-4F40-B746-13FD-E967048A8B68}"/>
                </a:ext>
              </a:extLst>
            </p:cNvPr>
            <p:cNvSpPr/>
            <p:nvPr/>
          </p:nvSpPr>
          <p:spPr>
            <a:xfrm>
              <a:off x="204863" y="4023603"/>
              <a:ext cx="2052341" cy="2101228"/>
            </a:xfrm>
            <a:custGeom>
              <a:avLst/>
              <a:gdLst>
                <a:gd name="connsiteX0" fmla="*/ 180649 w 2052341"/>
                <a:gd name="connsiteY0" fmla="*/ 11925 h 2101228"/>
                <a:gd name="connsiteX1" fmla="*/ 1546 w 2052341"/>
                <a:gd name="connsiteY1" fmla="*/ 247383 h 2101228"/>
                <a:gd name="connsiteX2" fmla="*/ 135998 w 2052341"/>
                <a:gd name="connsiteY2" fmla="*/ 518777 h 2101228"/>
                <a:gd name="connsiteX3" fmla="*/ 571972 w 2052341"/>
                <a:gd name="connsiteY3" fmla="*/ 859638 h 2101228"/>
                <a:gd name="connsiteX4" fmla="*/ 1239088 w 2052341"/>
                <a:gd name="connsiteY4" fmla="*/ 1559703 h 2101228"/>
                <a:gd name="connsiteX5" fmla="*/ 1502597 w 2052341"/>
                <a:gd name="connsiteY5" fmla="*/ 1941648 h 2101228"/>
                <a:gd name="connsiteX6" fmla="*/ 1685270 w 2052341"/>
                <a:gd name="connsiteY6" fmla="*/ 2090790 h 2101228"/>
                <a:gd name="connsiteX7" fmla="*/ 1921308 w 2052341"/>
                <a:gd name="connsiteY7" fmla="*/ 2056679 h 2101228"/>
                <a:gd name="connsiteX8" fmla="*/ 2050947 w 2052341"/>
                <a:gd name="connsiteY8" fmla="*/ 1872263 h 2101228"/>
                <a:gd name="connsiteX9" fmla="*/ 1998660 w 2052341"/>
                <a:gd name="connsiteY9" fmla="*/ 1665024 h 2101228"/>
                <a:gd name="connsiteX10" fmla="*/ 1741956 w 2052341"/>
                <a:gd name="connsiteY10" fmla="*/ 1285487 h 2101228"/>
                <a:gd name="connsiteX11" fmla="*/ 1387068 w 2052341"/>
                <a:gd name="connsiteY11" fmla="*/ 880138 h 2101228"/>
                <a:gd name="connsiteX12" fmla="*/ 1284237 w 2052341"/>
                <a:gd name="connsiteY12" fmla="*/ 767597 h 2101228"/>
                <a:gd name="connsiteX13" fmla="*/ 1070109 w 2052341"/>
                <a:gd name="connsiteY13" fmla="*/ 548157 h 2101228"/>
                <a:gd name="connsiteX14" fmla="*/ 827597 w 2052341"/>
                <a:gd name="connsiteY14" fmla="*/ 328552 h 2101228"/>
                <a:gd name="connsiteX15" fmla="*/ 180649 w 2052341"/>
                <a:gd name="connsiteY15" fmla="*/ 11925 h 210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52341" h="2101228">
                  <a:moveTo>
                    <a:pt x="180649" y="11925"/>
                  </a:moveTo>
                  <a:cubicBezTo>
                    <a:pt x="71594" y="44791"/>
                    <a:pt x="12418" y="146543"/>
                    <a:pt x="1546" y="247383"/>
                  </a:cubicBezTo>
                  <a:cubicBezTo>
                    <a:pt x="-9659" y="350961"/>
                    <a:pt x="40553" y="452464"/>
                    <a:pt x="135998" y="518777"/>
                  </a:cubicBezTo>
                  <a:cubicBezTo>
                    <a:pt x="283812" y="621608"/>
                    <a:pt x="430465" y="736307"/>
                    <a:pt x="571972" y="859638"/>
                  </a:cubicBezTo>
                  <a:cubicBezTo>
                    <a:pt x="819381" y="1075260"/>
                    <a:pt x="1050107" y="1317357"/>
                    <a:pt x="1239088" y="1559703"/>
                  </a:cubicBezTo>
                  <a:cubicBezTo>
                    <a:pt x="1339014" y="1687848"/>
                    <a:pt x="1427736" y="1816324"/>
                    <a:pt x="1502597" y="1941648"/>
                  </a:cubicBezTo>
                  <a:cubicBezTo>
                    <a:pt x="1543846" y="2016509"/>
                    <a:pt x="1608665" y="2069460"/>
                    <a:pt x="1685270" y="2090790"/>
                  </a:cubicBezTo>
                  <a:cubicBezTo>
                    <a:pt x="1762870" y="2112368"/>
                    <a:pt x="1846696" y="2100251"/>
                    <a:pt x="1921308" y="2056679"/>
                  </a:cubicBezTo>
                  <a:cubicBezTo>
                    <a:pt x="2018081" y="2000242"/>
                    <a:pt x="2045220" y="1925214"/>
                    <a:pt x="2050947" y="1872263"/>
                  </a:cubicBezTo>
                  <a:cubicBezTo>
                    <a:pt x="2057669" y="1810432"/>
                    <a:pt x="2040074" y="1740716"/>
                    <a:pt x="1998660" y="1665024"/>
                  </a:cubicBezTo>
                  <a:cubicBezTo>
                    <a:pt x="1931849" y="1542772"/>
                    <a:pt x="1847858" y="1418611"/>
                    <a:pt x="1741956" y="1285487"/>
                  </a:cubicBezTo>
                  <a:cubicBezTo>
                    <a:pt x="1629995" y="1144810"/>
                    <a:pt x="1506498" y="1010192"/>
                    <a:pt x="1387068" y="880138"/>
                  </a:cubicBezTo>
                  <a:cubicBezTo>
                    <a:pt x="1352625" y="842625"/>
                    <a:pt x="1318265" y="805194"/>
                    <a:pt x="1284237" y="767597"/>
                  </a:cubicBezTo>
                  <a:cubicBezTo>
                    <a:pt x="1217758" y="694312"/>
                    <a:pt x="1147710" y="622521"/>
                    <a:pt x="1070109" y="548157"/>
                  </a:cubicBezTo>
                  <a:cubicBezTo>
                    <a:pt x="996824" y="477860"/>
                    <a:pt x="916983" y="405572"/>
                    <a:pt x="827597" y="328552"/>
                  </a:cubicBezTo>
                  <a:cubicBezTo>
                    <a:pt x="725845" y="232776"/>
                    <a:pt x="428224" y="-62604"/>
                    <a:pt x="180649" y="11925"/>
                  </a:cubicBezTo>
                  <a:close/>
                </a:path>
              </a:pathLst>
            </a:custGeom>
            <a:solidFill>
              <a:srgbClr val="DD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9" name="Graphic 17">
            <a:extLst>
              <a:ext uri="{FF2B5EF4-FFF2-40B4-BE49-F238E27FC236}">
                <a16:creationId xmlns:a16="http://schemas.microsoft.com/office/drawing/2014/main" id="{8821BF7F-D4ED-5DC5-075D-F5E2790904F9}"/>
              </a:ext>
            </a:extLst>
          </p:cNvPr>
          <p:cNvGrpSpPr/>
          <p:nvPr/>
        </p:nvGrpSpPr>
        <p:grpSpPr>
          <a:xfrm>
            <a:off x="7115991" y="4290050"/>
            <a:ext cx="1616470" cy="1696400"/>
            <a:chOff x="6966871" y="4133557"/>
            <a:chExt cx="1914710" cy="2009386"/>
          </a:xfrm>
          <a:solidFill>
            <a:srgbClr val="DD0000"/>
          </a:solidFill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30F93EC-8FA9-3F42-0475-D18D1948912A}"/>
                </a:ext>
              </a:extLst>
            </p:cNvPr>
            <p:cNvSpPr/>
            <p:nvPr/>
          </p:nvSpPr>
          <p:spPr>
            <a:xfrm>
              <a:off x="6966871" y="4133557"/>
              <a:ext cx="1914710" cy="2009386"/>
            </a:xfrm>
            <a:custGeom>
              <a:avLst/>
              <a:gdLst>
                <a:gd name="connsiteX0" fmla="*/ 4646 w 1914710"/>
                <a:gd name="connsiteY0" fmla="*/ 1861572 h 2009386"/>
                <a:gd name="connsiteX1" fmla="*/ 209976 w 1914710"/>
                <a:gd name="connsiteY1" fmla="*/ 2008474 h 2009386"/>
                <a:gd name="connsiteX2" fmla="*/ 218856 w 1914710"/>
                <a:gd name="connsiteY2" fmla="*/ 2009387 h 2009386"/>
                <a:gd name="connsiteX3" fmla="*/ 227737 w 1914710"/>
                <a:gd name="connsiteY3" fmla="*/ 2008723 h 2009386"/>
                <a:gd name="connsiteX4" fmla="*/ 445433 w 1914710"/>
                <a:gd name="connsiteY4" fmla="*/ 1860576 h 2009386"/>
                <a:gd name="connsiteX5" fmla="*/ 458878 w 1914710"/>
                <a:gd name="connsiteY5" fmla="*/ 1839413 h 2009386"/>
                <a:gd name="connsiteX6" fmla="*/ 462032 w 1914710"/>
                <a:gd name="connsiteY6" fmla="*/ 1834267 h 2009386"/>
                <a:gd name="connsiteX7" fmla="*/ 1784396 w 1914710"/>
                <a:gd name="connsiteY7" fmla="*/ 305328 h 2009386"/>
                <a:gd name="connsiteX8" fmla="*/ 1793775 w 1914710"/>
                <a:gd name="connsiteY8" fmla="*/ 299353 h 2009386"/>
                <a:gd name="connsiteX9" fmla="*/ 1868304 w 1914710"/>
                <a:gd name="connsiteY9" fmla="*/ 236608 h 2009386"/>
                <a:gd name="connsiteX10" fmla="*/ 1893534 w 1914710"/>
                <a:gd name="connsiteY10" fmla="*/ 58003 h 2009386"/>
                <a:gd name="connsiteX11" fmla="*/ 1785143 w 1914710"/>
                <a:gd name="connsiteY11" fmla="*/ 238 h 2009386"/>
                <a:gd name="connsiteX12" fmla="*/ 1659072 w 1914710"/>
                <a:gd name="connsiteY12" fmla="*/ 38582 h 2009386"/>
                <a:gd name="connsiteX13" fmla="*/ 1650608 w 1914710"/>
                <a:gd name="connsiteY13" fmla="*/ 43147 h 2009386"/>
                <a:gd name="connsiteX14" fmla="*/ 1635253 w 1914710"/>
                <a:gd name="connsiteY14" fmla="*/ 51612 h 2009386"/>
                <a:gd name="connsiteX15" fmla="*/ 788951 w 1914710"/>
                <a:gd name="connsiteY15" fmla="*/ 718645 h 2009386"/>
                <a:gd name="connsiteX16" fmla="*/ 222591 w 1914710"/>
                <a:gd name="connsiteY16" fmla="*/ 1384516 h 2009386"/>
                <a:gd name="connsiteX17" fmla="*/ 4646 w 1914710"/>
                <a:gd name="connsiteY17" fmla="*/ 1861572 h 200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14710" h="2009386">
                  <a:moveTo>
                    <a:pt x="4646" y="1861572"/>
                  </a:moveTo>
                  <a:cubicBezTo>
                    <a:pt x="22739" y="1948385"/>
                    <a:pt x="119428" y="1998846"/>
                    <a:pt x="209976" y="2008474"/>
                  </a:cubicBezTo>
                  <a:lnTo>
                    <a:pt x="218856" y="2009387"/>
                  </a:lnTo>
                  <a:lnTo>
                    <a:pt x="227737" y="2008723"/>
                  </a:lnTo>
                  <a:cubicBezTo>
                    <a:pt x="359284" y="1998680"/>
                    <a:pt x="424104" y="1894770"/>
                    <a:pt x="445433" y="1860576"/>
                  </a:cubicBezTo>
                  <a:cubicBezTo>
                    <a:pt x="449998" y="1853190"/>
                    <a:pt x="454397" y="1846218"/>
                    <a:pt x="458878" y="1839413"/>
                  </a:cubicBezTo>
                  <a:lnTo>
                    <a:pt x="462032" y="1834267"/>
                  </a:lnTo>
                  <a:cubicBezTo>
                    <a:pt x="859911" y="1141920"/>
                    <a:pt x="1317216" y="613241"/>
                    <a:pt x="1784396" y="305328"/>
                  </a:cubicBezTo>
                  <a:cubicBezTo>
                    <a:pt x="1787218" y="303503"/>
                    <a:pt x="1790371" y="301511"/>
                    <a:pt x="1793775" y="299353"/>
                  </a:cubicBezTo>
                  <a:cubicBezTo>
                    <a:pt x="1814772" y="286074"/>
                    <a:pt x="1845314" y="262669"/>
                    <a:pt x="1868304" y="236608"/>
                  </a:cubicBezTo>
                  <a:cubicBezTo>
                    <a:pt x="1919263" y="178844"/>
                    <a:pt x="1929139" y="108713"/>
                    <a:pt x="1893534" y="58003"/>
                  </a:cubicBezTo>
                  <a:cubicBezTo>
                    <a:pt x="1868470" y="22232"/>
                    <a:pt x="1831952" y="2811"/>
                    <a:pt x="1785143" y="238"/>
                  </a:cubicBezTo>
                  <a:cubicBezTo>
                    <a:pt x="1734100" y="-2584"/>
                    <a:pt x="1692437" y="20240"/>
                    <a:pt x="1659072" y="38582"/>
                  </a:cubicBezTo>
                  <a:lnTo>
                    <a:pt x="1650608" y="43147"/>
                  </a:lnTo>
                  <a:cubicBezTo>
                    <a:pt x="1644714" y="46300"/>
                    <a:pt x="1638905" y="49454"/>
                    <a:pt x="1635253" y="51612"/>
                  </a:cubicBezTo>
                  <a:cubicBezTo>
                    <a:pt x="1314145" y="238102"/>
                    <a:pt x="1038767" y="482357"/>
                    <a:pt x="788951" y="718645"/>
                  </a:cubicBezTo>
                  <a:cubicBezTo>
                    <a:pt x="572665" y="923228"/>
                    <a:pt x="382191" y="1147066"/>
                    <a:pt x="222591" y="1384516"/>
                  </a:cubicBezTo>
                  <a:cubicBezTo>
                    <a:pt x="127645" y="1527765"/>
                    <a:pt x="-28967" y="1700644"/>
                    <a:pt x="4646" y="1861572"/>
                  </a:cubicBezTo>
                  <a:close/>
                </a:path>
              </a:pathLst>
            </a:custGeom>
            <a:solidFill>
              <a:srgbClr val="DD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2FFB23B-8B58-E422-3954-B3699C9AD799}"/>
                </a:ext>
              </a:extLst>
            </p:cNvPr>
            <p:cNvSpPr/>
            <p:nvPr/>
          </p:nvSpPr>
          <p:spPr>
            <a:xfrm>
              <a:off x="6989934" y="4342362"/>
              <a:ext cx="1859583" cy="1793029"/>
            </a:xfrm>
            <a:custGeom>
              <a:avLst/>
              <a:gdLst>
                <a:gd name="connsiteX0" fmla="*/ 1822168 w 1859583"/>
                <a:gd name="connsiteY0" fmla="*/ 1520390 h 1793029"/>
                <a:gd name="connsiteX1" fmla="*/ 1818101 w 1859583"/>
                <a:gd name="connsiteY1" fmla="*/ 1512837 h 1793029"/>
                <a:gd name="connsiteX2" fmla="*/ 1810134 w 1859583"/>
                <a:gd name="connsiteY2" fmla="*/ 1498064 h 1793029"/>
                <a:gd name="connsiteX3" fmla="*/ 1209995 w 1859583"/>
                <a:gd name="connsiteY3" fmla="*/ 726374 h 1793029"/>
                <a:gd name="connsiteX4" fmla="*/ 608280 w 1859583"/>
                <a:gd name="connsiteY4" fmla="*/ 207986 h 1793029"/>
                <a:gd name="connsiteX5" fmla="*/ 536488 w 1859583"/>
                <a:gd name="connsiteY5" fmla="*/ 157193 h 1793029"/>
                <a:gd name="connsiteX6" fmla="*/ 203346 w 1859583"/>
                <a:gd name="connsiteY6" fmla="*/ 0 h 1793029"/>
                <a:gd name="connsiteX7" fmla="*/ 157699 w 1859583"/>
                <a:gd name="connsiteY7" fmla="*/ 4482 h 1793029"/>
                <a:gd name="connsiteX8" fmla="*/ 1087 w 1859583"/>
                <a:gd name="connsiteY8" fmla="*/ 213962 h 1793029"/>
                <a:gd name="connsiteX9" fmla="*/ 173 w 1859583"/>
                <a:gd name="connsiteY9" fmla="*/ 222012 h 1793029"/>
                <a:gd name="connsiteX10" fmla="*/ 90 w 1859583"/>
                <a:gd name="connsiteY10" fmla="*/ 227324 h 1793029"/>
                <a:gd name="connsiteX11" fmla="*/ 671 w 1859583"/>
                <a:gd name="connsiteY11" fmla="*/ 235209 h 1793029"/>
                <a:gd name="connsiteX12" fmla="*/ 146411 w 1859583"/>
                <a:gd name="connsiteY12" fmla="*/ 454731 h 1793029"/>
                <a:gd name="connsiteX13" fmla="*/ 164753 w 1859583"/>
                <a:gd name="connsiteY13" fmla="*/ 466516 h 1793029"/>
                <a:gd name="connsiteX14" fmla="*/ 165500 w 1859583"/>
                <a:gd name="connsiteY14" fmla="*/ 467014 h 1793029"/>
                <a:gd name="connsiteX15" fmla="*/ 170065 w 1859583"/>
                <a:gd name="connsiteY15" fmla="*/ 469919 h 1793029"/>
                <a:gd name="connsiteX16" fmla="*/ 170811 w 1859583"/>
                <a:gd name="connsiteY16" fmla="*/ 470417 h 1793029"/>
                <a:gd name="connsiteX17" fmla="*/ 1531021 w 1859583"/>
                <a:gd name="connsiteY17" fmla="*/ 1661233 h 1793029"/>
                <a:gd name="connsiteX18" fmla="*/ 1536084 w 1859583"/>
                <a:gd name="connsiteY18" fmla="*/ 1669366 h 1793029"/>
                <a:gd name="connsiteX19" fmla="*/ 1597499 w 1859583"/>
                <a:gd name="connsiteY19" fmla="*/ 1743232 h 1793029"/>
                <a:gd name="connsiteX20" fmla="*/ 1717013 w 1859583"/>
                <a:gd name="connsiteY20" fmla="*/ 1793029 h 1793029"/>
                <a:gd name="connsiteX21" fmla="*/ 1717013 w 1859583"/>
                <a:gd name="connsiteY21" fmla="*/ 1793029 h 1793029"/>
                <a:gd name="connsiteX22" fmla="*/ 1794199 w 1859583"/>
                <a:gd name="connsiteY22" fmla="*/ 1769209 h 1793029"/>
                <a:gd name="connsiteX23" fmla="*/ 1859267 w 1859583"/>
                <a:gd name="connsiteY23" fmla="*/ 1649779 h 1793029"/>
                <a:gd name="connsiteX24" fmla="*/ 1822085 w 1859583"/>
                <a:gd name="connsiteY24" fmla="*/ 1520556 h 1793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59583" h="1793029">
                  <a:moveTo>
                    <a:pt x="1822168" y="1520390"/>
                  </a:moveTo>
                  <a:lnTo>
                    <a:pt x="1818101" y="1512837"/>
                  </a:lnTo>
                  <a:cubicBezTo>
                    <a:pt x="1815114" y="1507194"/>
                    <a:pt x="1812126" y="1501633"/>
                    <a:pt x="1810134" y="1498064"/>
                  </a:cubicBezTo>
                  <a:cubicBezTo>
                    <a:pt x="1642483" y="1205091"/>
                    <a:pt x="1422629" y="954030"/>
                    <a:pt x="1209995" y="726374"/>
                  </a:cubicBezTo>
                  <a:cubicBezTo>
                    <a:pt x="1025497" y="528846"/>
                    <a:pt x="823154" y="354473"/>
                    <a:pt x="608280" y="207986"/>
                  </a:cubicBezTo>
                  <a:cubicBezTo>
                    <a:pt x="585290" y="192549"/>
                    <a:pt x="561636" y="175369"/>
                    <a:pt x="536488" y="157193"/>
                  </a:cubicBezTo>
                  <a:cubicBezTo>
                    <a:pt x="434737" y="83493"/>
                    <a:pt x="319373" y="0"/>
                    <a:pt x="203346" y="0"/>
                  </a:cubicBezTo>
                  <a:cubicBezTo>
                    <a:pt x="187826" y="0"/>
                    <a:pt x="172471" y="1494"/>
                    <a:pt x="157699" y="4482"/>
                  </a:cubicBezTo>
                  <a:cubicBezTo>
                    <a:pt x="63665" y="23488"/>
                    <a:pt x="11295" y="123331"/>
                    <a:pt x="1087" y="213962"/>
                  </a:cubicBezTo>
                  <a:lnTo>
                    <a:pt x="173" y="222012"/>
                  </a:lnTo>
                  <a:cubicBezTo>
                    <a:pt x="8" y="223755"/>
                    <a:pt x="-75" y="225581"/>
                    <a:pt x="90" y="227324"/>
                  </a:cubicBezTo>
                  <a:lnTo>
                    <a:pt x="671" y="235209"/>
                  </a:lnTo>
                  <a:cubicBezTo>
                    <a:pt x="9967" y="368416"/>
                    <a:pt x="112632" y="433401"/>
                    <a:pt x="146411" y="454731"/>
                  </a:cubicBezTo>
                  <a:cubicBezTo>
                    <a:pt x="152802" y="458798"/>
                    <a:pt x="158860" y="462616"/>
                    <a:pt x="164753" y="466516"/>
                  </a:cubicBezTo>
                  <a:cubicBezTo>
                    <a:pt x="165002" y="466682"/>
                    <a:pt x="165251" y="466848"/>
                    <a:pt x="165500" y="467014"/>
                  </a:cubicBezTo>
                  <a:lnTo>
                    <a:pt x="170065" y="469919"/>
                  </a:lnTo>
                  <a:cubicBezTo>
                    <a:pt x="170065" y="469919"/>
                    <a:pt x="170563" y="470251"/>
                    <a:pt x="170811" y="470417"/>
                  </a:cubicBezTo>
                  <a:cubicBezTo>
                    <a:pt x="788462" y="830616"/>
                    <a:pt x="1258796" y="1242439"/>
                    <a:pt x="1531021" y="1661233"/>
                  </a:cubicBezTo>
                  <a:cubicBezTo>
                    <a:pt x="1532597" y="1663640"/>
                    <a:pt x="1534257" y="1666379"/>
                    <a:pt x="1536084" y="1669366"/>
                  </a:cubicBezTo>
                  <a:cubicBezTo>
                    <a:pt x="1548947" y="1690032"/>
                    <a:pt x="1571854" y="1720325"/>
                    <a:pt x="1597499" y="1743232"/>
                  </a:cubicBezTo>
                  <a:cubicBezTo>
                    <a:pt x="1633520" y="1775351"/>
                    <a:pt x="1675930" y="1793029"/>
                    <a:pt x="1717013" y="1793029"/>
                  </a:cubicBezTo>
                  <a:lnTo>
                    <a:pt x="1717013" y="1793029"/>
                  </a:lnTo>
                  <a:cubicBezTo>
                    <a:pt x="1744982" y="1793029"/>
                    <a:pt x="1771624" y="1784812"/>
                    <a:pt x="1794199" y="1769209"/>
                  </a:cubicBezTo>
                  <a:cubicBezTo>
                    <a:pt x="1833704" y="1741904"/>
                    <a:pt x="1856196" y="1700573"/>
                    <a:pt x="1859267" y="1649779"/>
                  </a:cubicBezTo>
                  <a:cubicBezTo>
                    <a:pt x="1862587" y="1595500"/>
                    <a:pt x="1839099" y="1552094"/>
                    <a:pt x="1822085" y="1520556"/>
                  </a:cubicBezTo>
                  <a:close/>
                </a:path>
              </a:pathLst>
            </a:custGeom>
            <a:solidFill>
              <a:srgbClr val="DD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CE3D33A0-C8C9-8D95-85FF-FF8E689C1E72}"/>
              </a:ext>
            </a:extLst>
          </p:cNvPr>
          <p:cNvSpPr/>
          <p:nvPr/>
        </p:nvSpPr>
        <p:spPr>
          <a:xfrm>
            <a:off x="10022644" y="998554"/>
            <a:ext cx="1988788" cy="1765916"/>
          </a:xfrm>
          <a:custGeom>
            <a:avLst/>
            <a:gdLst>
              <a:gd name="connsiteX0" fmla="*/ 2330579 w 2355721"/>
              <a:gd name="connsiteY0" fmla="*/ 51706 h 2091728"/>
              <a:gd name="connsiteX1" fmla="*/ 2219200 w 2355721"/>
              <a:gd name="connsiteY1" fmla="*/ 0 h 2091728"/>
              <a:gd name="connsiteX2" fmla="*/ 2095371 w 2355721"/>
              <a:gd name="connsiteY2" fmla="*/ 45232 h 2091728"/>
              <a:gd name="connsiteX3" fmla="*/ 2087155 w 2355721"/>
              <a:gd name="connsiteY3" fmla="*/ 50212 h 2091728"/>
              <a:gd name="connsiteX4" fmla="*/ 2072215 w 2355721"/>
              <a:gd name="connsiteY4" fmla="*/ 59508 h 2091728"/>
              <a:gd name="connsiteX5" fmla="*/ 1263759 w 2355721"/>
              <a:gd name="connsiteY5" fmla="*/ 771856 h 2091728"/>
              <a:gd name="connsiteX6" fmla="*/ 734665 w 2355721"/>
              <a:gd name="connsiteY6" fmla="*/ 1467688 h 2091728"/>
              <a:gd name="connsiteX7" fmla="*/ 703458 w 2355721"/>
              <a:gd name="connsiteY7" fmla="*/ 1425609 h 2091728"/>
              <a:gd name="connsiteX8" fmla="*/ 238768 w 2355721"/>
              <a:gd name="connsiteY8" fmla="*/ 949548 h 2091728"/>
              <a:gd name="connsiteX9" fmla="*/ 144734 w 2355721"/>
              <a:gd name="connsiteY9" fmla="*/ 924069 h 2091728"/>
              <a:gd name="connsiteX10" fmla="*/ 71948 w 2355721"/>
              <a:gd name="connsiteY10" fmla="*/ 941498 h 2091728"/>
              <a:gd name="connsiteX11" fmla="*/ 12440 w 2355721"/>
              <a:gd name="connsiteY11" fmla="*/ 1003993 h 2091728"/>
              <a:gd name="connsiteX12" fmla="*/ 67050 w 2355721"/>
              <a:gd name="connsiteY12" fmla="*/ 1195629 h 2091728"/>
              <a:gd name="connsiteX13" fmla="*/ 515640 w 2355721"/>
              <a:gd name="connsiteY13" fmla="*/ 1900010 h 2091728"/>
              <a:gd name="connsiteX14" fmla="*/ 543194 w 2355721"/>
              <a:gd name="connsiteY14" fmla="*/ 1955949 h 2091728"/>
              <a:gd name="connsiteX15" fmla="*/ 756326 w 2355721"/>
              <a:gd name="connsiteY15" fmla="*/ 2091314 h 2091728"/>
              <a:gd name="connsiteX16" fmla="*/ 765289 w 2355721"/>
              <a:gd name="connsiteY16" fmla="*/ 2091729 h 2091728"/>
              <a:gd name="connsiteX17" fmla="*/ 774087 w 2355721"/>
              <a:gd name="connsiteY17" fmla="*/ 2090567 h 2091728"/>
              <a:gd name="connsiteX18" fmla="*/ 983401 w 2355721"/>
              <a:gd name="connsiteY18" fmla="*/ 1930718 h 2091728"/>
              <a:gd name="connsiteX19" fmla="*/ 995684 w 2355721"/>
              <a:gd name="connsiteY19" fmla="*/ 1908890 h 2091728"/>
              <a:gd name="connsiteX20" fmla="*/ 998589 w 2355721"/>
              <a:gd name="connsiteY20" fmla="*/ 1903579 h 2091728"/>
              <a:gd name="connsiteX21" fmla="*/ 2235135 w 2355721"/>
              <a:gd name="connsiteY21" fmla="*/ 304510 h 2091728"/>
              <a:gd name="connsiteX22" fmla="*/ 2244182 w 2355721"/>
              <a:gd name="connsiteY22" fmla="*/ 298036 h 2091728"/>
              <a:gd name="connsiteX23" fmla="*/ 2315225 w 2355721"/>
              <a:gd name="connsiteY23" fmla="*/ 231308 h 2091728"/>
              <a:gd name="connsiteX24" fmla="*/ 2330662 w 2355721"/>
              <a:gd name="connsiteY24" fmla="*/ 51623 h 2091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355721" h="2091728">
                <a:moveTo>
                  <a:pt x="2330579" y="51706"/>
                </a:moveTo>
                <a:cubicBezTo>
                  <a:pt x="2303606" y="17429"/>
                  <a:pt x="2266093" y="0"/>
                  <a:pt x="2219200" y="0"/>
                </a:cubicBezTo>
                <a:cubicBezTo>
                  <a:pt x="2168075" y="0"/>
                  <a:pt x="2127739" y="25065"/>
                  <a:pt x="2095371" y="45232"/>
                </a:cubicBezTo>
                <a:lnTo>
                  <a:pt x="2087155" y="50212"/>
                </a:lnTo>
                <a:cubicBezTo>
                  <a:pt x="2081428" y="53698"/>
                  <a:pt x="2075867" y="57101"/>
                  <a:pt x="2072215" y="59508"/>
                </a:cubicBezTo>
                <a:cubicBezTo>
                  <a:pt x="1761814" y="263261"/>
                  <a:pt x="1500213" y="522289"/>
                  <a:pt x="1263759" y="771856"/>
                </a:cubicBezTo>
                <a:cubicBezTo>
                  <a:pt x="1059010" y="987975"/>
                  <a:pt x="881151" y="1221939"/>
                  <a:pt x="734665" y="1467688"/>
                </a:cubicBezTo>
                <a:cubicBezTo>
                  <a:pt x="725120" y="1454906"/>
                  <a:pt x="714745" y="1440880"/>
                  <a:pt x="703458" y="1425609"/>
                </a:cubicBezTo>
                <a:cubicBezTo>
                  <a:pt x="602038" y="1287920"/>
                  <a:pt x="448745" y="1079934"/>
                  <a:pt x="238768" y="949548"/>
                </a:cubicBezTo>
                <a:cubicBezTo>
                  <a:pt x="218932" y="937265"/>
                  <a:pt x="183825" y="924069"/>
                  <a:pt x="144734" y="924069"/>
                </a:cubicBezTo>
                <a:cubicBezTo>
                  <a:pt x="118176" y="924069"/>
                  <a:pt x="93692" y="929962"/>
                  <a:pt x="71948" y="941498"/>
                </a:cubicBezTo>
                <a:cubicBezTo>
                  <a:pt x="46218" y="955192"/>
                  <a:pt x="25636" y="976771"/>
                  <a:pt x="12440" y="1003993"/>
                </a:cubicBezTo>
                <a:cubicBezTo>
                  <a:pt x="-23663" y="1078440"/>
                  <a:pt x="26300" y="1148986"/>
                  <a:pt x="67050" y="1195629"/>
                </a:cubicBezTo>
                <a:cubicBezTo>
                  <a:pt x="308235" y="1471837"/>
                  <a:pt x="448331" y="1760993"/>
                  <a:pt x="515640" y="1900010"/>
                </a:cubicBezTo>
                <a:cubicBezTo>
                  <a:pt x="526595" y="1922584"/>
                  <a:pt x="535725" y="1941424"/>
                  <a:pt x="543194" y="1955949"/>
                </a:cubicBezTo>
                <a:cubicBezTo>
                  <a:pt x="583696" y="2034794"/>
                  <a:pt x="665281" y="2086666"/>
                  <a:pt x="756326" y="2091314"/>
                </a:cubicBezTo>
                <a:lnTo>
                  <a:pt x="765289" y="2091729"/>
                </a:lnTo>
                <a:lnTo>
                  <a:pt x="774087" y="2090567"/>
                </a:lnTo>
                <a:cubicBezTo>
                  <a:pt x="904888" y="2073304"/>
                  <a:pt x="963980" y="1965991"/>
                  <a:pt x="983401" y="1930718"/>
                </a:cubicBezTo>
                <a:cubicBezTo>
                  <a:pt x="987551" y="1923083"/>
                  <a:pt x="991534" y="1915945"/>
                  <a:pt x="995684" y="1908890"/>
                </a:cubicBezTo>
                <a:lnTo>
                  <a:pt x="998589" y="1903579"/>
                </a:lnTo>
                <a:cubicBezTo>
                  <a:pt x="1357959" y="1190484"/>
                  <a:pt x="1785550" y="637486"/>
                  <a:pt x="2235135" y="304510"/>
                </a:cubicBezTo>
                <a:cubicBezTo>
                  <a:pt x="2237791" y="302518"/>
                  <a:pt x="2240862" y="300360"/>
                  <a:pt x="2244182" y="298036"/>
                </a:cubicBezTo>
                <a:cubicBezTo>
                  <a:pt x="2264432" y="283678"/>
                  <a:pt x="2293647" y="258613"/>
                  <a:pt x="2315225" y="231308"/>
                </a:cubicBezTo>
                <a:cubicBezTo>
                  <a:pt x="2362948" y="170804"/>
                  <a:pt x="2369006" y="100258"/>
                  <a:pt x="2330662" y="51623"/>
                </a:cubicBezTo>
                <a:close/>
              </a:path>
            </a:pathLst>
          </a:custGeom>
          <a:solidFill>
            <a:srgbClr val="0000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33" name="Graphic 17">
            <a:extLst>
              <a:ext uri="{FF2B5EF4-FFF2-40B4-BE49-F238E27FC236}">
                <a16:creationId xmlns:a16="http://schemas.microsoft.com/office/drawing/2014/main" id="{D973501C-C66D-B375-8907-FE687D6CE1FD}"/>
              </a:ext>
            </a:extLst>
          </p:cNvPr>
          <p:cNvGrpSpPr/>
          <p:nvPr/>
        </p:nvGrpSpPr>
        <p:grpSpPr>
          <a:xfrm>
            <a:off x="10304086" y="4290050"/>
            <a:ext cx="1616470" cy="1696400"/>
            <a:chOff x="10154966" y="4133557"/>
            <a:chExt cx="1914710" cy="2009386"/>
          </a:xfrm>
          <a:solidFill>
            <a:srgbClr val="000000"/>
          </a:solidFill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CE77B6F-E75A-9B78-86DB-2D4E9C87A97C}"/>
                </a:ext>
              </a:extLst>
            </p:cNvPr>
            <p:cNvSpPr/>
            <p:nvPr/>
          </p:nvSpPr>
          <p:spPr>
            <a:xfrm>
              <a:off x="10154966" y="4133557"/>
              <a:ext cx="1914710" cy="2009386"/>
            </a:xfrm>
            <a:custGeom>
              <a:avLst/>
              <a:gdLst>
                <a:gd name="connsiteX0" fmla="*/ 4646 w 1914710"/>
                <a:gd name="connsiteY0" fmla="*/ 1861572 h 2009386"/>
                <a:gd name="connsiteX1" fmla="*/ 209976 w 1914710"/>
                <a:gd name="connsiteY1" fmla="*/ 2008474 h 2009386"/>
                <a:gd name="connsiteX2" fmla="*/ 218857 w 1914710"/>
                <a:gd name="connsiteY2" fmla="*/ 2009387 h 2009386"/>
                <a:gd name="connsiteX3" fmla="*/ 227737 w 1914710"/>
                <a:gd name="connsiteY3" fmla="*/ 2008723 h 2009386"/>
                <a:gd name="connsiteX4" fmla="*/ 445433 w 1914710"/>
                <a:gd name="connsiteY4" fmla="*/ 1860576 h 2009386"/>
                <a:gd name="connsiteX5" fmla="*/ 458879 w 1914710"/>
                <a:gd name="connsiteY5" fmla="*/ 1839413 h 2009386"/>
                <a:gd name="connsiteX6" fmla="*/ 462032 w 1914710"/>
                <a:gd name="connsiteY6" fmla="*/ 1834267 h 2009386"/>
                <a:gd name="connsiteX7" fmla="*/ 1784396 w 1914710"/>
                <a:gd name="connsiteY7" fmla="*/ 305328 h 2009386"/>
                <a:gd name="connsiteX8" fmla="*/ 1793774 w 1914710"/>
                <a:gd name="connsiteY8" fmla="*/ 299353 h 2009386"/>
                <a:gd name="connsiteX9" fmla="*/ 1868304 w 1914710"/>
                <a:gd name="connsiteY9" fmla="*/ 236608 h 2009386"/>
                <a:gd name="connsiteX10" fmla="*/ 1893534 w 1914710"/>
                <a:gd name="connsiteY10" fmla="*/ 58003 h 2009386"/>
                <a:gd name="connsiteX11" fmla="*/ 1785143 w 1914710"/>
                <a:gd name="connsiteY11" fmla="*/ 238 h 2009386"/>
                <a:gd name="connsiteX12" fmla="*/ 1659073 w 1914710"/>
                <a:gd name="connsiteY12" fmla="*/ 38582 h 2009386"/>
                <a:gd name="connsiteX13" fmla="*/ 1650607 w 1914710"/>
                <a:gd name="connsiteY13" fmla="*/ 43147 h 2009386"/>
                <a:gd name="connsiteX14" fmla="*/ 1635253 w 1914710"/>
                <a:gd name="connsiteY14" fmla="*/ 51612 h 2009386"/>
                <a:gd name="connsiteX15" fmla="*/ 788951 w 1914710"/>
                <a:gd name="connsiteY15" fmla="*/ 718645 h 2009386"/>
                <a:gd name="connsiteX16" fmla="*/ 222591 w 1914710"/>
                <a:gd name="connsiteY16" fmla="*/ 1384516 h 2009386"/>
                <a:gd name="connsiteX17" fmla="*/ 4646 w 1914710"/>
                <a:gd name="connsiteY17" fmla="*/ 1861572 h 200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14710" h="2009386">
                  <a:moveTo>
                    <a:pt x="4646" y="1861572"/>
                  </a:moveTo>
                  <a:cubicBezTo>
                    <a:pt x="22739" y="1948385"/>
                    <a:pt x="119428" y="1998846"/>
                    <a:pt x="209976" y="2008474"/>
                  </a:cubicBezTo>
                  <a:lnTo>
                    <a:pt x="218857" y="2009387"/>
                  </a:lnTo>
                  <a:lnTo>
                    <a:pt x="227737" y="2008723"/>
                  </a:lnTo>
                  <a:cubicBezTo>
                    <a:pt x="359284" y="1998680"/>
                    <a:pt x="424104" y="1894770"/>
                    <a:pt x="445433" y="1860576"/>
                  </a:cubicBezTo>
                  <a:cubicBezTo>
                    <a:pt x="449998" y="1853190"/>
                    <a:pt x="454397" y="1846218"/>
                    <a:pt x="458879" y="1839413"/>
                  </a:cubicBezTo>
                  <a:lnTo>
                    <a:pt x="462032" y="1834267"/>
                  </a:lnTo>
                  <a:cubicBezTo>
                    <a:pt x="859912" y="1141920"/>
                    <a:pt x="1317216" y="613241"/>
                    <a:pt x="1784396" y="305328"/>
                  </a:cubicBezTo>
                  <a:cubicBezTo>
                    <a:pt x="1787218" y="303503"/>
                    <a:pt x="1790372" y="301511"/>
                    <a:pt x="1793774" y="299353"/>
                  </a:cubicBezTo>
                  <a:cubicBezTo>
                    <a:pt x="1814772" y="286074"/>
                    <a:pt x="1845314" y="262669"/>
                    <a:pt x="1868304" y="236608"/>
                  </a:cubicBezTo>
                  <a:cubicBezTo>
                    <a:pt x="1919263" y="178844"/>
                    <a:pt x="1929139" y="108713"/>
                    <a:pt x="1893534" y="58003"/>
                  </a:cubicBezTo>
                  <a:cubicBezTo>
                    <a:pt x="1868469" y="22232"/>
                    <a:pt x="1831952" y="2811"/>
                    <a:pt x="1785143" y="238"/>
                  </a:cubicBezTo>
                  <a:cubicBezTo>
                    <a:pt x="1734101" y="-2584"/>
                    <a:pt x="1692437" y="20240"/>
                    <a:pt x="1659073" y="38582"/>
                  </a:cubicBezTo>
                  <a:lnTo>
                    <a:pt x="1650607" y="43147"/>
                  </a:lnTo>
                  <a:cubicBezTo>
                    <a:pt x="1644715" y="46300"/>
                    <a:pt x="1638905" y="49454"/>
                    <a:pt x="1635253" y="51612"/>
                  </a:cubicBezTo>
                  <a:cubicBezTo>
                    <a:pt x="1314145" y="238102"/>
                    <a:pt x="1038766" y="482357"/>
                    <a:pt x="788951" y="718645"/>
                  </a:cubicBezTo>
                  <a:cubicBezTo>
                    <a:pt x="572666" y="923228"/>
                    <a:pt x="382191" y="1147066"/>
                    <a:pt x="222591" y="1384516"/>
                  </a:cubicBezTo>
                  <a:cubicBezTo>
                    <a:pt x="127644" y="1527765"/>
                    <a:pt x="-28968" y="1700644"/>
                    <a:pt x="4646" y="1861572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F27F2D3-AED1-D4AD-CF2F-D2EC8653C585}"/>
                </a:ext>
              </a:extLst>
            </p:cNvPr>
            <p:cNvSpPr/>
            <p:nvPr/>
          </p:nvSpPr>
          <p:spPr>
            <a:xfrm>
              <a:off x="10177946" y="4342362"/>
              <a:ext cx="1859583" cy="1793029"/>
            </a:xfrm>
            <a:custGeom>
              <a:avLst/>
              <a:gdLst>
                <a:gd name="connsiteX0" fmla="*/ 1822168 w 1859583"/>
                <a:gd name="connsiteY0" fmla="*/ 1520390 h 1793029"/>
                <a:gd name="connsiteX1" fmla="*/ 1818102 w 1859583"/>
                <a:gd name="connsiteY1" fmla="*/ 1512837 h 1793029"/>
                <a:gd name="connsiteX2" fmla="*/ 1810134 w 1859583"/>
                <a:gd name="connsiteY2" fmla="*/ 1498064 h 1793029"/>
                <a:gd name="connsiteX3" fmla="*/ 1209995 w 1859583"/>
                <a:gd name="connsiteY3" fmla="*/ 726374 h 1793029"/>
                <a:gd name="connsiteX4" fmla="*/ 608280 w 1859583"/>
                <a:gd name="connsiteY4" fmla="*/ 207986 h 1793029"/>
                <a:gd name="connsiteX5" fmla="*/ 536489 w 1859583"/>
                <a:gd name="connsiteY5" fmla="*/ 157193 h 1793029"/>
                <a:gd name="connsiteX6" fmla="*/ 203346 w 1859583"/>
                <a:gd name="connsiteY6" fmla="*/ 0 h 1793029"/>
                <a:gd name="connsiteX7" fmla="*/ 157698 w 1859583"/>
                <a:gd name="connsiteY7" fmla="*/ 4482 h 1793029"/>
                <a:gd name="connsiteX8" fmla="*/ 1086 w 1859583"/>
                <a:gd name="connsiteY8" fmla="*/ 213962 h 1793029"/>
                <a:gd name="connsiteX9" fmla="*/ 174 w 1859583"/>
                <a:gd name="connsiteY9" fmla="*/ 222012 h 1793029"/>
                <a:gd name="connsiteX10" fmla="*/ 91 w 1859583"/>
                <a:gd name="connsiteY10" fmla="*/ 227324 h 1793029"/>
                <a:gd name="connsiteX11" fmla="*/ 672 w 1859583"/>
                <a:gd name="connsiteY11" fmla="*/ 235209 h 1793029"/>
                <a:gd name="connsiteX12" fmla="*/ 146411 w 1859583"/>
                <a:gd name="connsiteY12" fmla="*/ 454731 h 1793029"/>
                <a:gd name="connsiteX13" fmla="*/ 164754 w 1859583"/>
                <a:gd name="connsiteY13" fmla="*/ 466516 h 1793029"/>
                <a:gd name="connsiteX14" fmla="*/ 165501 w 1859583"/>
                <a:gd name="connsiteY14" fmla="*/ 467014 h 1793029"/>
                <a:gd name="connsiteX15" fmla="*/ 170065 w 1859583"/>
                <a:gd name="connsiteY15" fmla="*/ 469919 h 1793029"/>
                <a:gd name="connsiteX16" fmla="*/ 170812 w 1859583"/>
                <a:gd name="connsiteY16" fmla="*/ 470417 h 1793029"/>
                <a:gd name="connsiteX17" fmla="*/ 1531021 w 1859583"/>
                <a:gd name="connsiteY17" fmla="*/ 1661233 h 1793029"/>
                <a:gd name="connsiteX18" fmla="*/ 1536084 w 1859583"/>
                <a:gd name="connsiteY18" fmla="*/ 1669366 h 1793029"/>
                <a:gd name="connsiteX19" fmla="*/ 1597501 w 1859583"/>
                <a:gd name="connsiteY19" fmla="*/ 1743232 h 1793029"/>
                <a:gd name="connsiteX20" fmla="*/ 1717013 w 1859583"/>
                <a:gd name="connsiteY20" fmla="*/ 1793029 h 1793029"/>
                <a:gd name="connsiteX21" fmla="*/ 1717013 w 1859583"/>
                <a:gd name="connsiteY21" fmla="*/ 1793029 h 1793029"/>
                <a:gd name="connsiteX22" fmla="*/ 1794199 w 1859583"/>
                <a:gd name="connsiteY22" fmla="*/ 1769209 h 1793029"/>
                <a:gd name="connsiteX23" fmla="*/ 1859267 w 1859583"/>
                <a:gd name="connsiteY23" fmla="*/ 1649779 h 1793029"/>
                <a:gd name="connsiteX24" fmla="*/ 1822085 w 1859583"/>
                <a:gd name="connsiteY24" fmla="*/ 1520556 h 1793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59583" h="1793029">
                  <a:moveTo>
                    <a:pt x="1822168" y="1520390"/>
                  </a:moveTo>
                  <a:lnTo>
                    <a:pt x="1818102" y="1512837"/>
                  </a:lnTo>
                  <a:cubicBezTo>
                    <a:pt x="1815114" y="1507194"/>
                    <a:pt x="1812126" y="1501633"/>
                    <a:pt x="1810134" y="1498064"/>
                  </a:cubicBezTo>
                  <a:cubicBezTo>
                    <a:pt x="1642483" y="1205091"/>
                    <a:pt x="1422629" y="954030"/>
                    <a:pt x="1209995" y="726374"/>
                  </a:cubicBezTo>
                  <a:cubicBezTo>
                    <a:pt x="1025497" y="528846"/>
                    <a:pt x="823155" y="354473"/>
                    <a:pt x="608280" y="207986"/>
                  </a:cubicBezTo>
                  <a:cubicBezTo>
                    <a:pt x="585290" y="192549"/>
                    <a:pt x="561637" y="175369"/>
                    <a:pt x="536489" y="157193"/>
                  </a:cubicBezTo>
                  <a:cubicBezTo>
                    <a:pt x="434737" y="83493"/>
                    <a:pt x="319374" y="0"/>
                    <a:pt x="203346" y="0"/>
                  </a:cubicBezTo>
                  <a:cubicBezTo>
                    <a:pt x="187826" y="0"/>
                    <a:pt x="172472" y="1494"/>
                    <a:pt x="157698" y="4482"/>
                  </a:cubicBezTo>
                  <a:cubicBezTo>
                    <a:pt x="63665" y="23488"/>
                    <a:pt x="11295" y="123331"/>
                    <a:pt x="1086" y="213962"/>
                  </a:cubicBezTo>
                  <a:lnTo>
                    <a:pt x="174" y="222012"/>
                  </a:lnTo>
                  <a:cubicBezTo>
                    <a:pt x="7" y="223755"/>
                    <a:pt x="-76" y="225581"/>
                    <a:pt x="91" y="227324"/>
                  </a:cubicBezTo>
                  <a:lnTo>
                    <a:pt x="672" y="235209"/>
                  </a:lnTo>
                  <a:cubicBezTo>
                    <a:pt x="9968" y="368416"/>
                    <a:pt x="112633" y="433401"/>
                    <a:pt x="146411" y="454731"/>
                  </a:cubicBezTo>
                  <a:cubicBezTo>
                    <a:pt x="152802" y="458798"/>
                    <a:pt x="158860" y="462616"/>
                    <a:pt x="164754" y="466516"/>
                  </a:cubicBezTo>
                  <a:cubicBezTo>
                    <a:pt x="165002" y="466682"/>
                    <a:pt x="165251" y="466848"/>
                    <a:pt x="165501" y="467014"/>
                  </a:cubicBezTo>
                  <a:lnTo>
                    <a:pt x="170065" y="469919"/>
                  </a:lnTo>
                  <a:cubicBezTo>
                    <a:pt x="170065" y="469919"/>
                    <a:pt x="170563" y="470251"/>
                    <a:pt x="170812" y="470417"/>
                  </a:cubicBezTo>
                  <a:cubicBezTo>
                    <a:pt x="788462" y="830616"/>
                    <a:pt x="1258797" y="1242439"/>
                    <a:pt x="1531021" y="1661233"/>
                  </a:cubicBezTo>
                  <a:cubicBezTo>
                    <a:pt x="1532598" y="1663640"/>
                    <a:pt x="1534257" y="1666379"/>
                    <a:pt x="1536084" y="1669366"/>
                  </a:cubicBezTo>
                  <a:cubicBezTo>
                    <a:pt x="1548948" y="1690032"/>
                    <a:pt x="1571854" y="1720325"/>
                    <a:pt x="1597501" y="1743232"/>
                  </a:cubicBezTo>
                  <a:cubicBezTo>
                    <a:pt x="1633520" y="1775351"/>
                    <a:pt x="1675931" y="1793029"/>
                    <a:pt x="1717013" y="1793029"/>
                  </a:cubicBezTo>
                  <a:lnTo>
                    <a:pt x="1717013" y="1793029"/>
                  </a:lnTo>
                  <a:cubicBezTo>
                    <a:pt x="1744982" y="1793029"/>
                    <a:pt x="1771625" y="1784812"/>
                    <a:pt x="1794199" y="1769209"/>
                  </a:cubicBezTo>
                  <a:cubicBezTo>
                    <a:pt x="1833705" y="1741904"/>
                    <a:pt x="1856196" y="1700573"/>
                    <a:pt x="1859267" y="1649779"/>
                  </a:cubicBezTo>
                  <a:cubicBezTo>
                    <a:pt x="1862587" y="1595500"/>
                    <a:pt x="1839100" y="1552094"/>
                    <a:pt x="1822085" y="1520556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23009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Whitehead</dc:creator>
  <cp:lastModifiedBy>Ryan Whitehead</cp:lastModifiedBy>
  <cp:revision>3</cp:revision>
  <dcterms:created xsi:type="dcterms:W3CDTF">2024-01-02T22:19:24Z</dcterms:created>
  <dcterms:modified xsi:type="dcterms:W3CDTF">2024-05-10T20:29:03Z</dcterms:modified>
</cp:coreProperties>
</file>