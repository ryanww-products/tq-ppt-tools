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3096" y="12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Physicians</c:v>
                </c:pt>
              </c:strCache>
            </c:strRef>
          </c:tx>
          <c:spPr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E1E-42FA-B58A-54A7602BB48B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FE1E-42FA-B58A-54A7602BB48B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E1E-42FA-B58A-54A7602BB48B}"/>
              </c:ext>
            </c:extLst>
          </c:dPt>
          <c:cat>
            <c:strRef>
              <c:f>Sheet1!$A$2:$A$4</c:f>
              <c:strCache>
                <c:ptCount val="3"/>
                <c:pt idx="0">
                  <c:v>Allina Health Urgency Room</c:v>
                </c:pt>
                <c:pt idx="1">
                  <c:v>Specialty Physicians</c:v>
                </c:pt>
                <c:pt idx="2">
                  <c:v>Entira Family Clinics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1E-42FA-B58A-54A7602BB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E5AC3-E1E8-4593-985D-C1AAA56C992E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4984A-5759-4955-A128-F1D087C0A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47A6-03A1-51F5-65BD-7CF7B9E00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B2777-5CF8-08D5-94E3-0143941C0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F693-BD6D-F392-DA20-2774D98A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40F1-9AA8-810C-15DF-8B702D37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230F-4A01-8999-D5DE-78753809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0049-F5FD-5AD3-C9CE-42C22224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9A91-D459-198F-0322-0A6DAEB3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A287-374E-36F7-DA28-C258F0AE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4F44-7CEC-02CD-3E53-858DB54F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4BEE-DABA-2608-DA24-713B7EE9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0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27A9-5B37-39FF-4BA5-487FD9CF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83742-8BB6-DA73-920C-ED25D369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0D22-D85D-6F1F-48C1-C0E8EFA5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F2D9-ADAD-7E2B-60FB-7C4D8582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AA35-B18E-608B-9BA3-0A0E770D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1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ABE3-5A0D-183C-AF5E-08978D7B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051B-9528-FE5F-4F2F-B0C9EA01B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1904-FFC9-034F-837B-1EE6C48FB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8B41E-4D2C-E584-3408-32487200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F05C3-BDD5-7762-2363-28FB625C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6707-D5DE-7786-5534-E31C6627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0158-98C2-9D79-B224-1BC10FD8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9AA8-538F-57DC-E325-47DA726F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97C2-E734-4E2B-6349-EA5BF592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711B9-38FE-27AC-C7FC-43A94A19A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1E627-2020-60E7-637B-CCC26571B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BF51A-1534-54C6-9FBC-530A5150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7390B-7358-769B-7430-83B583AD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0CEED-A0B0-BDFC-55BE-6B774ACC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2547-38D4-B7DC-E48F-9B1EFDF2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8FC33-557A-D84A-6143-704AB5DA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F7FC9-8B1A-E9FF-0F3E-667F8281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5F875-F6D7-1A4B-C639-F1A73180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8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7B4EF-ABAC-833F-131F-E62353A2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B94F7-9370-99B1-E36B-CE363D0B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8B8C1-DE1D-A3D0-AE23-9EFA97B4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7B0C-A6F6-C18F-EA8A-8D599C31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6807-99EF-69ED-00AB-33CFC2E0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45D9-B6C2-4083-F976-8563A5DE7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0DC2-DBCE-538D-8100-CFA10E19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B5537-1F93-1C60-BAEE-4C4ECDE0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F945A-2710-1E1A-9796-F0F1588D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3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D2C-0754-981C-F5C7-D64E4F9D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51387-9C9B-E505-DFD8-375DB4058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31472-B6FB-AD71-4CAF-E65607B60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2AFE4-05DB-00EF-3E68-C6FDDC86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3B0A-2648-6E3B-021A-3B49B8B0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8640D-02BE-F523-053E-1A5CD997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0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C489-3006-6E1A-4B79-56885E53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798CB-9C41-68AA-D168-2F2447DA4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60F0-5530-DFEB-DE42-E1AC09ED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A676-68EC-47FC-8917-800BFEC4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8325-BA10-E2AA-5C85-13F1113C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8FB7B-C6F5-EECF-B650-CC372CE19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52D8D-6209-93DA-BCE6-EE53254B3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7DD4-C5CC-6D22-FAC1-A3B03174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6E25-F982-FEA1-2E7A-BAEB38CD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4F4A3-2E5E-0FC1-A54D-FCF9ADCD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DDA20-D461-35C6-0306-C0F4C344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D7E5-CCCD-61B6-E937-E2299BFD0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664-35BA-0E6D-3E64-EE5094C19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6D84-8A2C-FFAD-611B-C70E4CBE2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B5156-7F05-A6CE-DC5D-FD6713A1A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5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svg"/><Relationship Id="rId63" Type="http://schemas.openxmlformats.org/officeDocument/2006/relationships/image" Target="../media/image61.png"/><Relationship Id="rId84" Type="http://schemas.openxmlformats.org/officeDocument/2006/relationships/image" Target="../media/image82.svg"/><Relationship Id="rId138" Type="http://schemas.openxmlformats.org/officeDocument/2006/relationships/image" Target="../media/image136.svg"/><Relationship Id="rId159" Type="http://schemas.openxmlformats.org/officeDocument/2006/relationships/image" Target="../media/image157.png"/><Relationship Id="rId170" Type="http://schemas.openxmlformats.org/officeDocument/2006/relationships/image" Target="../media/image168.sv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svg"/><Relationship Id="rId53" Type="http://schemas.openxmlformats.org/officeDocument/2006/relationships/image" Target="../media/image51.png"/><Relationship Id="rId74" Type="http://schemas.openxmlformats.org/officeDocument/2006/relationships/image" Target="../media/image72.svg"/><Relationship Id="rId128" Type="http://schemas.openxmlformats.org/officeDocument/2006/relationships/image" Target="../media/image126.sv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svg"/><Relationship Id="rId22" Type="http://schemas.openxmlformats.org/officeDocument/2006/relationships/image" Target="../media/image20.svg"/><Relationship Id="rId43" Type="http://schemas.openxmlformats.org/officeDocument/2006/relationships/image" Target="../media/image41.png"/><Relationship Id="rId64" Type="http://schemas.openxmlformats.org/officeDocument/2006/relationships/image" Target="../media/image62.svg"/><Relationship Id="rId118" Type="http://schemas.openxmlformats.org/officeDocument/2006/relationships/image" Target="../media/image116.sv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71" Type="http://schemas.openxmlformats.org/officeDocument/2006/relationships/image" Target="../media/image169.png"/><Relationship Id="rId12" Type="http://schemas.openxmlformats.org/officeDocument/2006/relationships/image" Target="../media/image10.svg"/><Relationship Id="rId33" Type="http://schemas.openxmlformats.org/officeDocument/2006/relationships/image" Target="../media/image31.png"/><Relationship Id="rId108" Type="http://schemas.openxmlformats.org/officeDocument/2006/relationships/image" Target="../media/image106.svg"/><Relationship Id="rId129" Type="http://schemas.openxmlformats.org/officeDocument/2006/relationships/image" Target="../media/image127.png"/><Relationship Id="rId54" Type="http://schemas.openxmlformats.org/officeDocument/2006/relationships/image" Target="../media/image52.svg"/><Relationship Id="rId75" Type="http://schemas.openxmlformats.org/officeDocument/2006/relationships/image" Target="../media/image73.png"/><Relationship Id="rId96" Type="http://schemas.openxmlformats.org/officeDocument/2006/relationships/image" Target="../media/image94.svg"/><Relationship Id="rId140" Type="http://schemas.openxmlformats.org/officeDocument/2006/relationships/image" Target="../media/image138.svg"/><Relationship Id="rId161" Type="http://schemas.openxmlformats.org/officeDocument/2006/relationships/image" Target="../media/image159.png"/><Relationship Id="rId6" Type="http://schemas.openxmlformats.org/officeDocument/2006/relationships/image" Target="../media/image4.sv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49" Type="http://schemas.openxmlformats.org/officeDocument/2006/relationships/image" Target="../media/image47.png"/><Relationship Id="rId114" Type="http://schemas.openxmlformats.org/officeDocument/2006/relationships/image" Target="../media/image112.svg"/><Relationship Id="rId119" Type="http://schemas.openxmlformats.org/officeDocument/2006/relationships/image" Target="../media/image117.png"/><Relationship Id="rId44" Type="http://schemas.openxmlformats.org/officeDocument/2006/relationships/image" Target="../media/image42.svg"/><Relationship Id="rId60" Type="http://schemas.openxmlformats.org/officeDocument/2006/relationships/image" Target="../media/image58.svg"/><Relationship Id="rId65" Type="http://schemas.openxmlformats.org/officeDocument/2006/relationships/image" Target="../media/image63.png"/><Relationship Id="rId81" Type="http://schemas.openxmlformats.org/officeDocument/2006/relationships/image" Target="../media/image79.png"/><Relationship Id="rId86" Type="http://schemas.openxmlformats.org/officeDocument/2006/relationships/image" Target="../media/image84.svg"/><Relationship Id="rId130" Type="http://schemas.openxmlformats.org/officeDocument/2006/relationships/image" Target="../media/image128.svg"/><Relationship Id="rId135" Type="http://schemas.openxmlformats.org/officeDocument/2006/relationships/image" Target="../media/image133.png"/><Relationship Id="rId151" Type="http://schemas.openxmlformats.org/officeDocument/2006/relationships/image" Target="../media/image149.png"/><Relationship Id="rId156" Type="http://schemas.openxmlformats.org/officeDocument/2006/relationships/image" Target="../media/image154.svg"/><Relationship Id="rId177" Type="http://schemas.openxmlformats.org/officeDocument/2006/relationships/image" Target="../media/image175.png"/><Relationship Id="rId172" Type="http://schemas.openxmlformats.org/officeDocument/2006/relationships/image" Target="../media/image170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9" Type="http://schemas.openxmlformats.org/officeDocument/2006/relationships/image" Target="../media/image37.png"/><Relationship Id="rId109" Type="http://schemas.openxmlformats.org/officeDocument/2006/relationships/image" Target="../media/image107.png"/><Relationship Id="rId34" Type="http://schemas.openxmlformats.org/officeDocument/2006/relationships/image" Target="../media/image32.svg"/><Relationship Id="rId50" Type="http://schemas.openxmlformats.org/officeDocument/2006/relationships/image" Target="../media/image48.svg"/><Relationship Id="rId55" Type="http://schemas.openxmlformats.org/officeDocument/2006/relationships/image" Target="../media/image53.png"/><Relationship Id="rId76" Type="http://schemas.openxmlformats.org/officeDocument/2006/relationships/image" Target="../media/image74.svg"/><Relationship Id="rId97" Type="http://schemas.openxmlformats.org/officeDocument/2006/relationships/image" Target="../media/image95.png"/><Relationship Id="rId104" Type="http://schemas.openxmlformats.org/officeDocument/2006/relationships/image" Target="../media/image102.svg"/><Relationship Id="rId120" Type="http://schemas.openxmlformats.org/officeDocument/2006/relationships/image" Target="../media/image118.svg"/><Relationship Id="rId125" Type="http://schemas.openxmlformats.org/officeDocument/2006/relationships/image" Target="../media/image123.png"/><Relationship Id="rId141" Type="http://schemas.openxmlformats.org/officeDocument/2006/relationships/image" Target="../media/image139.png"/><Relationship Id="rId146" Type="http://schemas.openxmlformats.org/officeDocument/2006/relationships/image" Target="../media/image144.svg"/><Relationship Id="rId167" Type="http://schemas.openxmlformats.org/officeDocument/2006/relationships/image" Target="../media/image16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svg"/><Relationship Id="rId162" Type="http://schemas.openxmlformats.org/officeDocument/2006/relationships/image" Target="../media/image160.svg"/><Relationship Id="rId2" Type="http://schemas.openxmlformats.org/officeDocument/2006/relationships/chart" Target="../charts/chart1.xml"/><Relationship Id="rId29" Type="http://schemas.openxmlformats.org/officeDocument/2006/relationships/image" Target="../media/image27.png"/><Relationship Id="rId24" Type="http://schemas.openxmlformats.org/officeDocument/2006/relationships/image" Target="../media/image22.sv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66" Type="http://schemas.openxmlformats.org/officeDocument/2006/relationships/image" Target="../media/image64.svg"/><Relationship Id="rId87" Type="http://schemas.openxmlformats.org/officeDocument/2006/relationships/image" Target="../media/image85.png"/><Relationship Id="rId110" Type="http://schemas.openxmlformats.org/officeDocument/2006/relationships/image" Target="../media/image108.sv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136" Type="http://schemas.openxmlformats.org/officeDocument/2006/relationships/image" Target="../media/image134.svg"/><Relationship Id="rId157" Type="http://schemas.openxmlformats.org/officeDocument/2006/relationships/image" Target="../media/image155.png"/><Relationship Id="rId178" Type="http://schemas.openxmlformats.org/officeDocument/2006/relationships/image" Target="../media/image176.svg"/><Relationship Id="rId61" Type="http://schemas.openxmlformats.org/officeDocument/2006/relationships/image" Target="../media/image59.png"/><Relationship Id="rId82" Type="http://schemas.openxmlformats.org/officeDocument/2006/relationships/image" Target="../media/image80.svg"/><Relationship Id="rId152" Type="http://schemas.openxmlformats.org/officeDocument/2006/relationships/image" Target="../media/image150.png"/><Relationship Id="rId173" Type="http://schemas.openxmlformats.org/officeDocument/2006/relationships/image" Target="../media/image171.png"/><Relationship Id="rId19" Type="http://schemas.openxmlformats.org/officeDocument/2006/relationships/image" Target="../media/image17.png"/><Relationship Id="rId14" Type="http://schemas.openxmlformats.org/officeDocument/2006/relationships/image" Target="../media/image12.sv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56" Type="http://schemas.openxmlformats.org/officeDocument/2006/relationships/image" Target="../media/image54.svg"/><Relationship Id="rId77" Type="http://schemas.openxmlformats.org/officeDocument/2006/relationships/image" Target="../media/image75.png"/><Relationship Id="rId100" Type="http://schemas.openxmlformats.org/officeDocument/2006/relationships/image" Target="../media/image98.svg"/><Relationship Id="rId105" Type="http://schemas.openxmlformats.org/officeDocument/2006/relationships/image" Target="../media/image103.png"/><Relationship Id="rId126" Type="http://schemas.openxmlformats.org/officeDocument/2006/relationships/image" Target="../media/image124.svg"/><Relationship Id="rId147" Type="http://schemas.openxmlformats.org/officeDocument/2006/relationships/image" Target="../media/image145.png"/><Relationship Id="rId168" Type="http://schemas.openxmlformats.org/officeDocument/2006/relationships/image" Target="../media/image16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72" Type="http://schemas.openxmlformats.org/officeDocument/2006/relationships/image" Target="../media/image70.svg"/><Relationship Id="rId93" Type="http://schemas.openxmlformats.org/officeDocument/2006/relationships/image" Target="../media/image91.png"/><Relationship Id="rId98" Type="http://schemas.openxmlformats.org/officeDocument/2006/relationships/image" Target="../media/image96.svg"/><Relationship Id="rId121" Type="http://schemas.openxmlformats.org/officeDocument/2006/relationships/image" Target="../media/image119.png"/><Relationship Id="rId142" Type="http://schemas.openxmlformats.org/officeDocument/2006/relationships/image" Target="../media/image140.svg"/><Relationship Id="rId163" Type="http://schemas.openxmlformats.org/officeDocument/2006/relationships/image" Target="../media/image161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svg"/><Relationship Id="rId67" Type="http://schemas.openxmlformats.org/officeDocument/2006/relationships/image" Target="../media/image65.png"/><Relationship Id="rId116" Type="http://schemas.openxmlformats.org/officeDocument/2006/relationships/image" Target="../media/image114.sv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62" Type="http://schemas.openxmlformats.org/officeDocument/2006/relationships/image" Target="../media/image60.svg"/><Relationship Id="rId83" Type="http://schemas.openxmlformats.org/officeDocument/2006/relationships/image" Target="../media/image81.png"/><Relationship Id="rId88" Type="http://schemas.openxmlformats.org/officeDocument/2006/relationships/image" Target="../media/image86.svg"/><Relationship Id="rId111" Type="http://schemas.openxmlformats.org/officeDocument/2006/relationships/image" Target="../media/image109.png"/><Relationship Id="rId132" Type="http://schemas.openxmlformats.org/officeDocument/2006/relationships/image" Target="../media/image130.svg"/><Relationship Id="rId153" Type="http://schemas.openxmlformats.org/officeDocument/2006/relationships/image" Target="../media/image151.png"/><Relationship Id="rId174" Type="http://schemas.openxmlformats.org/officeDocument/2006/relationships/image" Target="../media/image172.svg"/><Relationship Id="rId179" Type="http://schemas.openxmlformats.org/officeDocument/2006/relationships/image" Target="../media/image177.png"/><Relationship Id="rId15" Type="http://schemas.openxmlformats.org/officeDocument/2006/relationships/image" Target="../media/image13.png"/><Relationship Id="rId36" Type="http://schemas.openxmlformats.org/officeDocument/2006/relationships/image" Target="../media/image34.svg"/><Relationship Id="rId57" Type="http://schemas.openxmlformats.org/officeDocument/2006/relationships/image" Target="../media/image55.png"/><Relationship Id="rId106" Type="http://schemas.openxmlformats.org/officeDocument/2006/relationships/image" Target="../media/image104.svg"/><Relationship Id="rId127" Type="http://schemas.openxmlformats.org/officeDocument/2006/relationships/image" Target="../media/image125.png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52" Type="http://schemas.openxmlformats.org/officeDocument/2006/relationships/image" Target="../media/image50.svg"/><Relationship Id="rId73" Type="http://schemas.openxmlformats.org/officeDocument/2006/relationships/image" Target="../media/image71.png"/><Relationship Id="rId78" Type="http://schemas.openxmlformats.org/officeDocument/2006/relationships/image" Target="../media/image76.svg"/><Relationship Id="rId94" Type="http://schemas.openxmlformats.org/officeDocument/2006/relationships/image" Target="../media/image92.sv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svg"/><Relationship Id="rId143" Type="http://schemas.openxmlformats.org/officeDocument/2006/relationships/image" Target="../media/image141.png"/><Relationship Id="rId148" Type="http://schemas.openxmlformats.org/officeDocument/2006/relationships/image" Target="../media/image146.svg"/><Relationship Id="rId164" Type="http://schemas.openxmlformats.org/officeDocument/2006/relationships/image" Target="../media/image162.svg"/><Relationship Id="rId169" Type="http://schemas.openxmlformats.org/officeDocument/2006/relationships/image" Target="../media/image16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80" Type="http://schemas.openxmlformats.org/officeDocument/2006/relationships/image" Target="../media/image178.svg"/><Relationship Id="rId26" Type="http://schemas.openxmlformats.org/officeDocument/2006/relationships/image" Target="../media/image24.svg"/><Relationship Id="rId47" Type="http://schemas.openxmlformats.org/officeDocument/2006/relationships/image" Target="../media/image45.png"/><Relationship Id="rId68" Type="http://schemas.openxmlformats.org/officeDocument/2006/relationships/image" Target="../media/image66.svg"/><Relationship Id="rId89" Type="http://schemas.openxmlformats.org/officeDocument/2006/relationships/image" Target="../media/image87.png"/><Relationship Id="rId112" Type="http://schemas.openxmlformats.org/officeDocument/2006/relationships/image" Target="../media/image110.sv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6" Type="http://schemas.openxmlformats.org/officeDocument/2006/relationships/image" Target="../media/image14.svg"/><Relationship Id="rId37" Type="http://schemas.openxmlformats.org/officeDocument/2006/relationships/image" Target="../media/image35.png"/><Relationship Id="rId58" Type="http://schemas.openxmlformats.org/officeDocument/2006/relationships/image" Target="../media/image56.svg"/><Relationship Id="rId79" Type="http://schemas.openxmlformats.org/officeDocument/2006/relationships/image" Target="../media/image77.png"/><Relationship Id="rId102" Type="http://schemas.openxmlformats.org/officeDocument/2006/relationships/image" Target="../media/image100.svg"/><Relationship Id="rId123" Type="http://schemas.openxmlformats.org/officeDocument/2006/relationships/image" Target="../media/image121.png"/><Relationship Id="rId144" Type="http://schemas.openxmlformats.org/officeDocument/2006/relationships/image" Target="../media/image142.svg"/><Relationship Id="rId90" Type="http://schemas.openxmlformats.org/officeDocument/2006/relationships/image" Target="../media/image88.svg"/><Relationship Id="rId165" Type="http://schemas.openxmlformats.org/officeDocument/2006/relationships/image" Target="../media/image163.png"/><Relationship Id="rId27" Type="http://schemas.openxmlformats.org/officeDocument/2006/relationships/image" Target="../media/image25.png"/><Relationship Id="rId48" Type="http://schemas.openxmlformats.org/officeDocument/2006/relationships/image" Target="../media/image46.sv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svg"/><Relationship Id="rId80" Type="http://schemas.openxmlformats.org/officeDocument/2006/relationships/image" Target="../media/image78.svg"/><Relationship Id="rId155" Type="http://schemas.openxmlformats.org/officeDocument/2006/relationships/image" Target="../media/image153.png"/><Relationship Id="rId176" Type="http://schemas.openxmlformats.org/officeDocument/2006/relationships/image" Target="../media/image174.svg"/><Relationship Id="rId17" Type="http://schemas.openxmlformats.org/officeDocument/2006/relationships/image" Target="../media/image15.png"/><Relationship Id="rId38" Type="http://schemas.openxmlformats.org/officeDocument/2006/relationships/image" Target="../media/image36.sv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svg"/><Relationship Id="rId70" Type="http://schemas.openxmlformats.org/officeDocument/2006/relationships/image" Target="../media/image68.sv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207125-59D0-64E0-B635-015B6CDFD1A8}"/>
              </a:ext>
            </a:extLst>
          </p:cNvPr>
          <p:cNvCxnSpPr>
            <a:cxnSpLocks/>
          </p:cNvCxnSpPr>
          <p:nvPr/>
        </p:nvCxnSpPr>
        <p:spPr>
          <a:xfrm>
            <a:off x="2271713" y="3574256"/>
            <a:ext cx="125968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E628E1-7944-FA02-03D7-8D3E33469077}"/>
              </a:ext>
            </a:extLst>
          </p:cNvPr>
          <p:cNvGrpSpPr/>
          <p:nvPr/>
        </p:nvGrpSpPr>
        <p:grpSpPr>
          <a:xfrm>
            <a:off x="9540876" y="787400"/>
            <a:ext cx="2057400" cy="2514600"/>
            <a:chOff x="9201150" y="831851"/>
            <a:chExt cx="2695575" cy="2514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DD95BFE-C25B-BCE5-0442-4378F07994FF}"/>
                </a:ext>
              </a:extLst>
            </p:cNvPr>
            <p:cNvSpPr/>
            <p:nvPr/>
          </p:nvSpPr>
          <p:spPr>
            <a:xfrm>
              <a:off x="9201150" y="831851"/>
              <a:ext cx="2695575" cy="634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Provider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C6E1B9-32BC-7CDA-5DB1-5F56F82B081E}"/>
                </a:ext>
              </a:extLst>
            </p:cNvPr>
            <p:cNvSpPr/>
            <p:nvPr/>
          </p:nvSpPr>
          <p:spPr>
            <a:xfrm>
              <a:off x="9201150" y="1457325"/>
              <a:ext cx="2695575" cy="18891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Willie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Dustice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PA</a:t>
              </a: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Willie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Dustice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PA</a:t>
              </a: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Willie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Dustice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PA</a:t>
              </a: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Willie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Dustice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PA</a:t>
              </a:r>
            </a:p>
            <a:p>
              <a:pPr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Willie </a:t>
              </a:r>
              <a:r>
                <a:rPr lang="en-US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Dustice</a:t>
              </a: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MD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EA4E4A-2CB8-D09F-EE1A-7A1DDEAB3319}"/>
              </a:ext>
            </a:extLst>
          </p:cNvPr>
          <p:cNvGrpSpPr/>
          <p:nvPr/>
        </p:nvGrpSpPr>
        <p:grpSpPr>
          <a:xfrm>
            <a:off x="9540876" y="3429000"/>
            <a:ext cx="2057400" cy="3238500"/>
            <a:chOff x="9201150" y="831851"/>
            <a:chExt cx="2695575" cy="32385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0077A07-D2D3-67A7-116F-8D9A141B4BC8}"/>
                </a:ext>
              </a:extLst>
            </p:cNvPr>
            <p:cNvSpPr/>
            <p:nvPr/>
          </p:nvSpPr>
          <p:spPr>
            <a:xfrm>
              <a:off x="9201150" y="831851"/>
              <a:ext cx="2695575" cy="634999"/>
            </a:xfrm>
            <a:prstGeom prst="rect">
              <a:avLst/>
            </a:prstGeom>
            <a:solidFill>
              <a:srgbClr val="00B0F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Provider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A2A95E-9ED8-3C26-C2DB-1866D7F8443A}"/>
                </a:ext>
              </a:extLst>
            </p:cNvPr>
            <p:cNvSpPr/>
            <p:nvPr/>
          </p:nvSpPr>
          <p:spPr>
            <a:xfrm>
              <a:off x="9201150" y="1457325"/>
              <a:ext cx="2695575" cy="26130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 </a:t>
              </a:r>
              <a:r>
                <a:rPr lang="en-US" sz="12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Sandaele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Dermatologist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 </a:t>
              </a:r>
              <a:r>
                <a:rPr lang="en-US" sz="12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Sandaele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PA-C 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Sleep Doctor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 </a:t>
              </a:r>
              <a:r>
                <a:rPr lang="en-US" sz="12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Sandaele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Sleep Doctor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 </a:t>
              </a:r>
              <a:r>
                <a:rPr lang="en-US" sz="12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Sandaele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 </a:t>
              </a:r>
              <a:b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Ear Specialist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8B4E17E-417A-94CC-473B-0A88C2062D03}"/>
              </a:ext>
            </a:extLst>
          </p:cNvPr>
          <p:cNvGrpSpPr/>
          <p:nvPr/>
        </p:nvGrpSpPr>
        <p:grpSpPr>
          <a:xfrm>
            <a:off x="508000" y="1638300"/>
            <a:ext cx="2057400" cy="4343400"/>
            <a:chOff x="9201150" y="831851"/>
            <a:chExt cx="2695575" cy="4343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0BD653D-B152-899E-B9BA-95233C33C4EC}"/>
                </a:ext>
              </a:extLst>
            </p:cNvPr>
            <p:cNvSpPr/>
            <p:nvPr/>
          </p:nvSpPr>
          <p:spPr>
            <a:xfrm>
              <a:off x="9201150" y="831851"/>
              <a:ext cx="2695575" cy="634999"/>
            </a:xfrm>
            <a:prstGeom prst="rect">
              <a:avLst/>
            </a:prstGeom>
            <a:solidFill>
              <a:srgbClr val="0070C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Provider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C41B216-9715-1575-11CB-05054A1BDFFF}"/>
                </a:ext>
              </a:extLst>
            </p:cNvPr>
            <p:cNvSpPr/>
            <p:nvPr/>
          </p:nvSpPr>
          <p:spPr>
            <a:xfrm>
              <a:off x="9201150" y="1457325"/>
              <a:ext cx="2695575" cy="37179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PA-C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Rey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McSriff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MD</a:t>
              </a:r>
            </a:p>
          </p:txBody>
        </p:sp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B2B836E-CCDA-1406-D33F-ABDA5B9EA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440138"/>
              </p:ext>
            </p:extLst>
          </p:nvPr>
        </p:nvGraphicFramePr>
        <p:xfrm>
          <a:off x="2027456" y="866834"/>
          <a:ext cx="8137088" cy="5820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03B68B6E-15B4-706F-0191-A36D04B52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6148" y="1656563"/>
            <a:ext cx="1659704" cy="40015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434E0D-FBD5-6FFA-665B-F28AE55BD8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487" y="10050873"/>
            <a:ext cx="1269835" cy="340114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3AA6F24-57AC-3B1F-86F8-3E070A3B0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4081" y="9172916"/>
            <a:ext cx="1132840" cy="347781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5FA17A1-0416-F437-965F-EF47822AF6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53195" y="9907893"/>
            <a:ext cx="1348150" cy="359133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2303760-2A13-5F4B-F8AB-69EEBB006B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701021" y="9947367"/>
            <a:ext cx="1135579" cy="352421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614F65-BE4B-331D-4BC8-FC1C8EC977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474102" y="9453717"/>
            <a:ext cx="1093191" cy="338152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626FEC7-B915-E41C-42EC-49DE25CBC1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7379109" y="9873416"/>
            <a:ext cx="1029293" cy="359693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EEEBF3-614C-4F54-99D8-E264773CBA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948325" y="9260137"/>
            <a:ext cx="1161161" cy="346649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AEE8180-BC76-6AA1-36A3-3EF1CBEB01C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885577" y="5367337"/>
            <a:ext cx="885825" cy="29813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5C84B9-6316-0A53-9A68-B94CE312769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-2223780" y="5538788"/>
            <a:ext cx="1114425" cy="32575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3E656F6-29DB-64D0-8695-A491230AA51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-4006952" y="5767388"/>
            <a:ext cx="1200150" cy="32575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DB60F1D-21DF-2994-58AC-DA635DE77AC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433543" y="5348287"/>
            <a:ext cx="1152525" cy="301942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7981AA1-8C58-6A9D-6D57-DD8E42B76DF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5525576" y="5767388"/>
            <a:ext cx="1228725" cy="32575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A4FBE86-577F-7920-074F-59156400EEA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7056489" y="5767388"/>
            <a:ext cx="1104900" cy="32575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9A65C14-7BBD-12BF-D99B-9DBFCB6E2C3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9260451" y="5767388"/>
            <a:ext cx="1619250" cy="32575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A2FDE36-3234-7C85-FBFF-37F442B54B79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-10865414" y="5767388"/>
            <a:ext cx="1171575" cy="32575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4896A44-798B-5F14-2A07-02B15DBAF62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-12750442" y="5767388"/>
            <a:ext cx="1343025" cy="32575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C910582-3F9E-7CB7-0967-3AACEF74354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-14310852" y="5767388"/>
            <a:ext cx="1219200" cy="32575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11FF391-B11B-4289-A1BA-65CC82F87E8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8003479" y="5367337"/>
            <a:ext cx="1257300" cy="29813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01F4644-3EAB-78F6-0CD2-609126C548D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9595537" y="5367337"/>
            <a:ext cx="904875" cy="29813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2F65355-FACB-181C-464B-FD78EB6C45C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0843465" y="5424487"/>
            <a:ext cx="1771650" cy="28670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F2F1A3A-DF45-2DA1-B9F9-15218D6D573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-16225838" y="5767388"/>
            <a:ext cx="1438275" cy="32575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C55F838-357B-BC77-36A9-4CF3F87713E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2840950" y="5329237"/>
            <a:ext cx="1028700" cy="305752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E2AC7EE-1F9D-C57E-A628-C5B432CE178C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-9261885" y="9719676"/>
            <a:ext cx="1412056" cy="380899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2C7CB96-3A1E-CBDE-FB45-1335A8B0D242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9772518" y="8959433"/>
            <a:ext cx="1252538" cy="388979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BB4E2F9-B66A-69AC-8233-44D6028EA6CF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1373639" y="9368392"/>
            <a:ext cx="1230721" cy="347837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67790B1-A6A6-B314-65CA-16A9356FE90D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-1980908" y="-6846913"/>
            <a:ext cx="971258" cy="339412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856948C8-DEFB-3AE2-10DA-A3C560F495E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-4559196" y="-6788150"/>
            <a:ext cx="1204684" cy="324961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5E9E4CCA-52FB-4022-4981-A5FF78C52CB2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-4033454" y="-2804008"/>
            <a:ext cx="1185129" cy="3748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6D9F109-45FE-0E5E-FB97-E882361A1310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-5388076" y="-2182352"/>
            <a:ext cx="1174953" cy="3124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5A545E8-D827-B992-C495-6A2B9CBF47C3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-14588383" y="-2515040"/>
            <a:ext cx="1077631" cy="28895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5536021-27F7-30A4-DC32-8ED494401AA0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-13345507" y="-2578100"/>
            <a:ext cx="924309" cy="32864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A84F652-5694-E02F-3AEE-D006402BCC92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-10326663" y="-2072751"/>
            <a:ext cx="880893" cy="2727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915D81CE-F6CE-4BE0-C45D-B8F959BA2CF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 flipH="1">
            <a:off x="-9055382" y="-2185521"/>
            <a:ext cx="990471" cy="28952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001250A-5C4C-E108-D6D2-524F93562101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 flipH="1">
            <a:off x="-12359389" y="-2427374"/>
            <a:ext cx="1661627" cy="30531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1" name="Graphic 67">
            <a:extLst>
              <a:ext uri="{FF2B5EF4-FFF2-40B4-BE49-F238E27FC236}">
                <a16:creationId xmlns:a16="http://schemas.microsoft.com/office/drawing/2014/main" id="{13BD7A29-1CD2-86D5-1145-5C500EDDBF99}"/>
              </a:ext>
            </a:extLst>
          </p:cNvPr>
          <p:cNvGrpSpPr/>
          <p:nvPr/>
        </p:nvGrpSpPr>
        <p:grpSpPr>
          <a:xfrm>
            <a:off x="-6451450" y="-2089297"/>
            <a:ext cx="1147942" cy="3033603"/>
            <a:chOff x="2921866" y="20668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50C52DE-694C-BBE6-B1B5-885E7384376F}"/>
                </a:ext>
              </a:extLst>
            </p:cNvPr>
            <p:cNvSpPr/>
            <p:nvPr/>
          </p:nvSpPr>
          <p:spPr>
            <a:xfrm>
              <a:off x="3346099" y="25261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02D7405-59F6-7ACD-DDB4-09F4416DE2D1}"/>
                </a:ext>
              </a:extLst>
            </p:cNvPr>
            <p:cNvSpPr/>
            <p:nvPr/>
          </p:nvSpPr>
          <p:spPr>
            <a:xfrm>
              <a:off x="3146327" y="49940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4A069AE-FBA5-F149-4D0E-12D3CECA0EA3}"/>
                </a:ext>
              </a:extLst>
            </p:cNvPr>
            <p:cNvSpPr/>
            <p:nvPr/>
          </p:nvSpPr>
          <p:spPr>
            <a:xfrm>
              <a:off x="3156863" y="48781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E263FD5-864A-0E6B-E9B4-A2663162E3EB}"/>
                </a:ext>
              </a:extLst>
            </p:cNvPr>
            <p:cNvSpPr/>
            <p:nvPr/>
          </p:nvSpPr>
          <p:spPr>
            <a:xfrm>
              <a:off x="3611848" y="49863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50B7D4E-62DF-3C0C-2FE9-4C1CFEDDCD41}"/>
                </a:ext>
              </a:extLst>
            </p:cNvPr>
            <p:cNvSpPr/>
            <p:nvPr/>
          </p:nvSpPr>
          <p:spPr>
            <a:xfrm>
              <a:off x="3611848" y="49229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F6F3DA9-7FA8-A9E4-1560-C1E9E9273B35}"/>
                </a:ext>
              </a:extLst>
            </p:cNvPr>
            <p:cNvSpPr/>
            <p:nvPr/>
          </p:nvSpPr>
          <p:spPr>
            <a:xfrm>
              <a:off x="3170462" y="33917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CA9C00C-E647-4821-2E72-1E30E8916C32}"/>
                </a:ext>
              </a:extLst>
            </p:cNvPr>
            <p:cNvSpPr/>
            <p:nvPr/>
          </p:nvSpPr>
          <p:spPr>
            <a:xfrm>
              <a:off x="3415302" y="25326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691" cap="flat">
              <a:solidFill>
                <a:schemeClr val="bg2">
                  <a:lumMod val="2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5D07BA8-FED5-16D7-36E7-2A2239135A6A}"/>
                </a:ext>
              </a:extLst>
            </p:cNvPr>
            <p:cNvSpPr/>
            <p:nvPr/>
          </p:nvSpPr>
          <p:spPr>
            <a:xfrm>
              <a:off x="3374059" y="24720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2480001-3577-B6E9-F711-3B470559408F}"/>
                </a:ext>
              </a:extLst>
            </p:cNvPr>
            <p:cNvSpPr/>
            <p:nvPr/>
          </p:nvSpPr>
          <p:spPr>
            <a:xfrm>
              <a:off x="3122640" y="25569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F952A00-854A-C204-7631-E2DD2D999BD0}"/>
                </a:ext>
              </a:extLst>
            </p:cNvPr>
            <p:cNvSpPr/>
            <p:nvPr/>
          </p:nvSpPr>
          <p:spPr>
            <a:xfrm>
              <a:off x="3499395" y="25274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48AAD4B-D079-E0E0-E22D-10F107BBE704}"/>
                </a:ext>
              </a:extLst>
            </p:cNvPr>
            <p:cNvSpPr/>
            <p:nvPr/>
          </p:nvSpPr>
          <p:spPr>
            <a:xfrm>
              <a:off x="3087825" y="32094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73D04E5-AB76-8AC5-0EDA-4469A6E3841A}"/>
                </a:ext>
              </a:extLst>
            </p:cNvPr>
            <p:cNvSpPr/>
            <p:nvPr/>
          </p:nvSpPr>
          <p:spPr>
            <a:xfrm>
              <a:off x="3127978" y="32241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275CB31-1A84-B1E1-CB16-9880667664F0}"/>
                </a:ext>
              </a:extLst>
            </p:cNvPr>
            <p:cNvSpPr/>
            <p:nvPr/>
          </p:nvSpPr>
          <p:spPr>
            <a:xfrm>
              <a:off x="3125387" y="31999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0F4C44D-1A81-53C1-6B22-5C658B8E54CF}"/>
                </a:ext>
              </a:extLst>
            </p:cNvPr>
            <p:cNvSpPr/>
            <p:nvPr/>
          </p:nvSpPr>
          <p:spPr>
            <a:xfrm>
              <a:off x="2921866" y="26324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570F543-7791-58E8-4FE1-E80D7899DB6C}"/>
                </a:ext>
              </a:extLst>
            </p:cNvPr>
            <p:cNvSpPr/>
            <p:nvPr/>
          </p:nvSpPr>
          <p:spPr>
            <a:xfrm>
              <a:off x="3744408" y="32324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BF1E361-D5D7-94C1-BF90-DAA457127AF3}"/>
                </a:ext>
              </a:extLst>
            </p:cNvPr>
            <p:cNvSpPr/>
            <p:nvPr/>
          </p:nvSpPr>
          <p:spPr>
            <a:xfrm>
              <a:off x="3753993" y="32382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0A47336-F41C-DCD7-D323-0DE33405CCD0}"/>
                </a:ext>
              </a:extLst>
            </p:cNvPr>
            <p:cNvSpPr/>
            <p:nvPr/>
          </p:nvSpPr>
          <p:spPr>
            <a:xfrm>
              <a:off x="3630927" y="32248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38D9862-FC63-6079-9436-BBC7B3F8F539}"/>
                </a:ext>
              </a:extLst>
            </p:cNvPr>
            <p:cNvSpPr/>
            <p:nvPr/>
          </p:nvSpPr>
          <p:spPr>
            <a:xfrm>
              <a:off x="3722019" y="26158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3B786F9-D736-1EE4-26D7-539C675AA63B}"/>
                </a:ext>
              </a:extLst>
            </p:cNvPr>
            <p:cNvSpPr/>
            <p:nvPr/>
          </p:nvSpPr>
          <p:spPr>
            <a:xfrm>
              <a:off x="3153624" y="33180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7AF9B76-D193-0366-333B-7D9F66794865}"/>
                </a:ext>
              </a:extLst>
            </p:cNvPr>
            <p:cNvSpPr/>
            <p:nvPr/>
          </p:nvSpPr>
          <p:spPr>
            <a:xfrm>
              <a:off x="3649338" y="33326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8088E51-7010-563C-9B8E-129B4069AB15}"/>
                </a:ext>
              </a:extLst>
            </p:cNvPr>
            <p:cNvSpPr/>
            <p:nvPr/>
          </p:nvSpPr>
          <p:spPr>
            <a:xfrm>
              <a:off x="3370856" y="23210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16E31E4-E9AD-2F06-23DE-CD27C9C7D308}"/>
                </a:ext>
              </a:extLst>
            </p:cNvPr>
            <p:cNvSpPr/>
            <p:nvPr/>
          </p:nvSpPr>
          <p:spPr>
            <a:xfrm>
              <a:off x="3633941" y="27062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984A59A-DEE8-3E4A-AFA6-B6F8C97B045B}"/>
                </a:ext>
              </a:extLst>
            </p:cNvPr>
            <p:cNvSpPr/>
            <p:nvPr/>
          </p:nvSpPr>
          <p:spPr>
            <a:xfrm>
              <a:off x="3617873" y="28714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1B59842-1D12-A9DA-9EF0-8FAB243A8030}"/>
                </a:ext>
              </a:extLst>
            </p:cNvPr>
            <p:cNvSpPr/>
            <p:nvPr/>
          </p:nvSpPr>
          <p:spPr>
            <a:xfrm>
              <a:off x="3620730" y="28714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F1A0165-C4F4-9523-D508-23A656FF3C38}"/>
                </a:ext>
              </a:extLst>
            </p:cNvPr>
            <p:cNvSpPr/>
            <p:nvPr/>
          </p:nvSpPr>
          <p:spPr>
            <a:xfrm>
              <a:off x="3633165" y="28690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2003380-63EB-422B-02C2-7AED9D174EF5}"/>
                </a:ext>
              </a:extLst>
            </p:cNvPr>
            <p:cNvSpPr/>
            <p:nvPr/>
          </p:nvSpPr>
          <p:spPr>
            <a:xfrm>
              <a:off x="3628723" y="28586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BC85AA0-B078-4FB3-C6F9-81A5DB408FBA}"/>
                </a:ext>
              </a:extLst>
            </p:cNvPr>
            <p:cNvSpPr/>
            <p:nvPr/>
          </p:nvSpPr>
          <p:spPr>
            <a:xfrm>
              <a:off x="3626304" y="28565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35EC394-1427-50D0-150D-01E8FD724B8F}"/>
                </a:ext>
              </a:extLst>
            </p:cNvPr>
            <p:cNvSpPr/>
            <p:nvPr/>
          </p:nvSpPr>
          <p:spPr>
            <a:xfrm>
              <a:off x="3234556" y="26629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6E83CA9-4CE8-E100-32BC-23673E7FD344}"/>
                </a:ext>
              </a:extLst>
            </p:cNvPr>
            <p:cNvSpPr/>
            <p:nvPr/>
          </p:nvSpPr>
          <p:spPr>
            <a:xfrm>
              <a:off x="3235729" y="29747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A9249E4-D3F6-7C12-04BD-B84B8EE383DD}"/>
                </a:ext>
              </a:extLst>
            </p:cNvPr>
            <p:cNvSpPr/>
            <p:nvPr/>
          </p:nvSpPr>
          <p:spPr>
            <a:xfrm>
              <a:off x="3234929" y="29644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946400B-ABB7-2C15-7963-FA5886E31553}"/>
                </a:ext>
              </a:extLst>
            </p:cNvPr>
            <p:cNvSpPr/>
            <p:nvPr/>
          </p:nvSpPr>
          <p:spPr>
            <a:xfrm>
              <a:off x="3262271" y="30673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50FACBB-3FB4-F1D6-57D0-256E072A1D51}"/>
                </a:ext>
              </a:extLst>
            </p:cNvPr>
            <p:cNvSpPr/>
            <p:nvPr/>
          </p:nvSpPr>
          <p:spPr>
            <a:xfrm>
              <a:off x="3224901" y="30948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46CB0DC-5A86-96AC-DFAF-1B78EC487E48}"/>
                </a:ext>
              </a:extLst>
            </p:cNvPr>
            <p:cNvSpPr/>
            <p:nvPr/>
          </p:nvSpPr>
          <p:spPr>
            <a:xfrm>
              <a:off x="3265217" y="25040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8EC893E-41C0-D15F-EEA1-CF6200F78AD6}"/>
                </a:ext>
              </a:extLst>
            </p:cNvPr>
            <p:cNvSpPr/>
            <p:nvPr/>
          </p:nvSpPr>
          <p:spPr>
            <a:xfrm>
              <a:off x="3499790" y="24805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2CC621C-387C-B5B4-1209-5F584C28C4B4}"/>
                </a:ext>
              </a:extLst>
            </p:cNvPr>
            <p:cNvSpPr/>
            <p:nvPr/>
          </p:nvSpPr>
          <p:spPr>
            <a:xfrm>
              <a:off x="3322192" y="22735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B76FA8B-E95B-A677-101D-AD6E4FE96A08}"/>
                </a:ext>
              </a:extLst>
            </p:cNvPr>
            <p:cNvSpPr/>
            <p:nvPr/>
          </p:nvSpPr>
          <p:spPr>
            <a:xfrm>
              <a:off x="3560519" y="22735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A702A76-07F3-B797-D222-464C59033FDC}"/>
                </a:ext>
              </a:extLst>
            </p:cNvPr>
            <p:cNvSpPr/>
            <p:nvPr/>
          </p:nvSpPr>
          <p:spPr>
            <a:xfrm>
              <a:off x="3348989" y="21187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C3197B6-B6BA-B7C8-9F92-560E50C86C4A}"/>
                </a:ext>
              </a:extLst>
            </p:cNvPr>
            <p:cNvSpPr/>
            <p:nvPr/>
          </p:nvSpPr>
          <p:spPr>
            <a:xfrm>
              <a:off x="3332394" y="20668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tx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7" name="Graphic 86">
            <a:extLst>
              <a:ext uri="{FF2B5EF4-FFF2-40B4-BE49-F238E27FC236}">
                <a16:creationId xmlns:a16="http://schemas.microsoft.com/office/drawing/2014/main" id="{4B2A5E33-21CA-4296-C474-9D0F1A9A1829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 flipH="1">
            <a:off x="-8182051" y="-2104146"/>
            <a:ext cx="1694004" cy="30484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3A6E45FC-8070-E6F2-C504-75F6E910A6A9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7586841" y="-6829571"/>
            <a:ext cx="1493589" cy="2747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9" name="Graphic 153">
            <a:extLst>
              <a:ext uri="{FF2B5EF4-FFF2-40B4-BE49-F238E27FC236}">
                <a16:creationId xmlns:a16="http://schemas.microsoft.com/office/drawing/2014/main" id="{E3D4F1FD-7D45-8AC0-0F84-484DCF740927}"/>
              </a:ext>
            </a:extLst>
          </p:cNvPr>
          <p:cNvGrpSpPr/>
          <p:nvPr/>
        </p:nvGrpSpPr>
        <p:grpSpPr>
          <a:xfrm>
            <a:off x="15243390" y="-1351303"/>
            <a:ext cx="891879" cy="2735603"/>
            <a:chOff x="5214983" y="4706016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3A17F9E-B49A-836F-DC58-39FFD2EA65B1}"/>
                </a:ext>
              </a:extLst>
            </p:cNvPr>
            <p:cNvSpPr/>
            <p:nvPr/>
          </p:nvSpPr>
          <p:spPr>
            <a:xfrm>
              <a:off x="5587851" y="4706016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E1A8502-788C-8D95-AE41-33CC2AFF5790}"/>
                </a:ext>
              </a:extLst>
            </p:cNvPr>
            <p:cNvSpPr/>
            <p:nvPr/>
          </p:nvSpPr>
          <p:spPr>
            <a:xfrm>
              <a:off x="5874086" y="7448121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EAE13EA-88A5-52E9-46FC-D75A4CFB06B8}"/>
                </a:ext>
              </a:extLst>
            </p:cNvPr>
            <p:cNvSpPr/>
            <p:nvPr/>
          </p:nvSpPr>
          <p:spPr>
            <a:xfrm>
              <a:off x="5545281" y="7466070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9D1B2E5-4E7B-FCE9-6116-AF71D7534F21}"/>
                </a:ext>
              </a:extLst>
            </p:cNvPr>
            <p:cNvSpPr/>
            <p:nvPr/>
          </p:nvSpPr>
          <p:spPr>
            <a:xfrm>
              <a:off x="5632040" y="5136958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F238C70-AB3E-D92D-BC8A-E002D3BEA97D}"/>
                </a:ext>
              </a:extLst>
            </p:cNvPr>
            <p:cNvSpPr/>
            <p:nvPr/>
          </p:nvSpPr>
          <p:spPr>
            <a:xfrm>
              <a:off x="5510869" y="5983599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5C95BA8-4D94-A96E-9D85-E979CA336D4B}"/>
                </a:ext>
              </a:extLst>
            </p:cNvPr>
            <p:cNvSpPr/>
            <p:nvPr/>
          </p:nvSpPr>
          <p:spPr>
            <a:xfrm>
              <a:off x="6001626" y="6039229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092C101-BA56-A46C-DE53-68CE86E77C8F}"/>
                </a:ext>
              </a:extLst>
            </p:cNvPr>
            <p:cNvSpPr/>
            <p:nvPr/>
          </p:nvSpPr>
          <p:spPr>
            <a:xfrm>
              <a:off x="6048806" y="6077474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5E971F4-D599-DF2B-45BF-8EE8521F4AEE}"/>
                </a:ext>
              </a:extLst>
            </p:cNvPr>
            <p:cNvSpPr/>
            <p:nvPr/>
          </p:nvSpPr>
          <p:spPr>
            <a:xfrm>
              <a:off x="5943460" y="5264609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C547188-D9C2-CF50-409E-AD6F74A18996}"/>
                </a:ext>
              </a:extLst>
            </p:cNvPr>
            <p:cNvSpPr/>
            <p:nvPr/>
          </p:nvSpPr>
          <p:spPr>
            <a:xfrm>
              <a:off x="5865643" y="5191623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B139C25-BED9-199D-55E8-B320C77BF795}"/>
                </a:ext>
              </a:extLst>
            </p:cNvPr>
            <p:cNvSpPr/>
            <p:nvPr/>
          </p:nvSpPr>
          <p:spPr>
            <a:xfrm>
              <a:off x="5390628" y="5163880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0E54C5A-AD96-4E99-03DF-2A9310B278E9}"/>
                </a:ext>
              </a:extLst>
            </p:cNvPr>
            <p:cNvSpPr/>
            <p:nvPr/>
          </p:nvSpPr>
          <p:spPr>
            <a:xfrm>
              <a:off x="5390917" y="5873782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FFC3C3D-032B-988A-98A5-7E278233A075}"/>
                </a:ext>
              </a:extLst>
            </p:cNvPr>
            <p:cNvSpPr/>
            <p:nvPr/>
          </p:nvSpPr>
          <p:spPr>
            <a:xfrm>
              <a:off x="5426637" y="5851514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98D900-B624-82F5-607D-6718DEBD2AD2}"/>
                </a:ext>
              </a:extLst>
            </p:cNvPr>
            <p:cNvSpPr/>
            <p:nvPr/>
          </p:nvSpPr>
          <p:spPr>
            <a:xfrm>
              <a:off x="5214983" y="5280360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EDB6E27-8061-0EBF-ABFC-61960D42DDF8}"/>
                </a:ext>
              </a:extLst>
            </p:cNvPr>
            <p:cNvSpPr/>
            <p:nvPr/>
          </p:nvSpPr>
          <p:spPr>
            <a:xfrm>
              <a:off x="5586648" y="5110044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2410487-7FDE-E326-240A-DBBC2DA2856D}"/>
                </a:ext>
              </a:extLst>
            </p:cNvPr>
            <p:cNvSpPr/>
            <p:nvPr/>
          </p:nvSpPr>
          <p:spPr>
            <a:xfrm>
              <a:off x="5847759" y="5304304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6A600D0-013A-15E7-B5CD-8EAE53443617}"/>
                </a:ext>
              </a:extLst>
            </p:cNvPr>
            <p:cNvSpPr/>
            <p:nvPr/>
          </p:nvSpPr>
          <p:spPr>
            <a:xfrm>
              <a:off x="5949195" y="5364518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F2D4577A-F176-5887-9B79-FD1150201587}"/>
                </a:ext>
              </a:extLst>
            </p:cNvPr>
            <p:cNvSpPr/>
            <p:nvPr/>
          </p:nvSpPr>
          <p:spPr>
            <a:xfrm>
              <a:off x="5839418" y="5351447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E4889BB-97ED-F99F-896A-63EF47E44D72}"/>
                </a:ext>
              </a:extLst>
            </p:cNvPr>
            <p:cNvSpPr/>
            <p:nvPr/>
          </p:nvSpPr>
          <p:spPr>
            <a:xfrm>
              <a:off x="5604879" y="5097237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E789C6A9-67FD-5F98-D97B-44DD0C3FFAA4}"/>
                </a:ext>
              </a:extLst>
            </p:cNvPr>
            <p:cNvSpPr/>
            <p:nvPr/>
          </p:nvSpPr>
          <p:spPr>
            <a:xfrm>
              <a:off x="5628168" y="5436816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0CDEF27-A799-6DD1-A987-48C7189D9482}"/>
                </a:ext>
              </a:extLst>
            </p:cNvPr>
            <p:cNvSpPr/>
            <p:nvPr/>
          </p:nvSpPr>
          <p:spPr>
            <a:xfrm>
              <a:off x="5662389" y="5462807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AEF4E52-310A-B023-AD7E-26BEEF7B0130}"/>
                </a:ext>
              </a:extLst>
            </p:cNvPr>
            <p:cNvSpPr/>
            <p:nvPr/>
          </p:nvSpPr>
          <p:spPr>
            <a:xfrm>
              <a:off x="5626641" y="5474853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111DFE4-3D63-0EBF-7887-6228B1EBC390}"/>
                </a:ext>
              </a:extLst>
            </p:cNvPr>
            <p:cNvSpPr/>
            <p:nvPr/>
          </p:nvSpPr>
          <p:spPr>
            <a:xfrm>
              <a:off x="5613120" y="5456467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2113A42-F015-944B-926C-F186F694FBC4}"/>
                </a:ext>
              </a:extLst>
            </p:cNvPr>
            <p:cNvSpPr/>
            <p:nvPr/>
          </p:nvSpPr>
          <p:spPr>
            <a:xfrm>
              <a:off x="5652904" y="5007556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22A7546-60A9-BBE4-E817-7DAA032A7C58}"/>
                </a:ext>
              </a:extLst>
            </p:cNvPr>
            <p:cNvSpPr/>
            <p:nvPr/>
          </p:nvSpPr>
          <p:spPr>
            <a:xfrm>
              <a:off x="5937565" y="5551520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0994F73-E68C-13C9-F85D-3F34546BDF9B}"/>
                </a:ext>
              </a:extLst>
            </p:cNvPr>
            <p:cNvSpPr/>
            <p:nvPr/>
          </p:nvSpPr>
          <p:spPr>
            <a:xfrm>
              <a:off x="5913940" y="5554655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E795161-263F-BD9E-217E-226B6DCBCCAE}"/>
                </a:ext>
              </a:extLst>
            </p:cNvPr>
            <p:cNvSpPr/>
            <p:nvPr/>
          </p:nvSpPr>
          <p:spPr>
            <a:xfrm>
              <a:off x="5468796" y="6035096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FA8C342-40AE-BB6D-0DE1-B295444BBABB}"/>
                </a:ext>
              </a:extLst>
            </p:cNvPr>
            <p:cNvSpPr/>
            <p:nvPr/>
          </p:nvSpPr>
          <p:spPr>
            <a:xfrm>
              <a:off x="6009967" y="6005976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6F1A915-DFD5-137F-C86C-C11333A5A986}"/>
                </a:ext>
              </a:extLst>
            </p:cNvPr>
            <p:cNvSpPr/>
            <p:nvPr/>
          </p:nvSpPr>
          <p:spPr>
            <a:xfrm>
              <a:off x="5594166" y="4782416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8" name="Graphic 117">
            <a:extLst>
              <a:ext uri="{FF2B5EF4-FFF2-40B4-BE49-F238E27FC236}">
                <a16:creationId xmlns:a16="http://schemas.microsoft.com/office/drawing/2014/main" id="{841F75AC-01C6-611D-0FBE-5CDFD95366A4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 flipH="1">
            <a:off x="16364446" y="-1403202"/>
            <a:ext cx="1558641" cy="2787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1135F74E-C70F-42F3-6381-DA35F607A6EC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5463351" y="-6766833"/>
            <a:ext cx="1379135" cy="2586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20" name="Graphic 161">
            <a:extLst>
              <a:ext uri="{FF2B5EF4-FFF2-40B4-BE49-F238E27FC236}">
                <a16:creationId xmlns:a16="http://schemas.microsoft.com/office/drawing/2014/main" id="{8B8A3372-6381-6EB0-88E1-C84A0BCEB35A}"/>
              </a:ext>
            </a:extLst>
          </p:cNvPr>
          <p:cNvGrpSpPr/>
          <p:nvPr/>
        </p:nvGrpSpPr>
        <p:grpSpPr>
          <a:xfrm>
            <a:off x="16802318" y="-6747770"/>
            <a:ext cx="902207" cy="2548139"/>
            <a:chOff x="7558925" y="1554974"/>
            <a:chExt cx="1104356" cy="31190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BC2D2D5-FD6E-A550-2DA0-1E92BCE461A4}"/>
                </a:ext>
              </a:extLst>
            </p:cNvPr>
            <p:cNvSpPr/>
            <p:nvPr/>
          </p:nvSpPr>
          <p:spPr>
            <a:xfrm>
              <a:off x="7558925" y="4515098"/>
              <a:ext cx="319569" cy="158953"/>
            </a:xfrm>
            <a:custGeom>
              <a:avLst/>
              <a:gdLst>
                <a:gd name="connsiteX0" fmla="*/ 97837 w 319569"/>
                <a:gd name="connsiteY0" fmla="*/ 20786 h 158953"/>
                <a:gd name="connsiteX1" fmla="*/ 17444 w 319569"/>
                <a:gd name="connsiteY1" fmla="*/ 66012 h 158953"/>
                <a:gd name="connsiteX2" fmla="*/ 587 w 319569"/>
                <a:gd name="connsiteY2" fmla="*/ 112063 h 158953"/>
                <a:gd name="connsiteX3" fmla="*/ 16383 w 319569"/>
                <a:gd name="connsiteY3" fmla="*/ 150845 h 158953"/>
                <a:gd name="connsiteX4" fmla="*/ 122670 w 319569"/>
                <a:gd name="connsiteY4" fmla="*/ 155167 h 158953"/>
                <a:gd name="connsiteX5" fmla="*/ 198820 w 319569"/>
                <a:gd name="connsiteY5" fmla="*/ 127859 h 158953"/>
                <a:gd name="connsiteX6" fmla="*/ 273712 w 319569"/>
                <a:gd name="connsiteY6" fmla="*/ 112495 h 158953"/>
                <a:gd name="connsiteX7" fmla="*/ 319488 w 319569"/>
                <a:gd name="connsiteY7" fmla="*/ 79018 h 158953"/>
                <a:gd name="connsiteX8" fmla="*/ 310883 w 319569"/>
                <a:gd name="connsiteY8" fmla="*/ 0 h 158953"/>
                <a:gd name="connsiteX9" fmla="*/ 97837 w 319569"/>
                <a:gd name="connsiteY9" fmla="*/ 20786 h 158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9569" h="158953">
                  <a:moveTo>
                    <a:pt x="97837" y="20786"/>
                  </a:moveTo>
                  <a:cubicBezTo>
                    <a:pt x="97837" y="20786"/>
                    <a:pt x="28956" y="57367"/>
                    <a:pt x="17444" y="66012"/>
                  </a:cubicBezTo>
                  <a:cubicBezTo>
                    <a:pt x="5931" y="74656"/>
                    <a:pt x="-2321" y="93360"/>
                    <a:pt x="587" y="112063"/>
                  </a:cubicBezTo>
                  <a:cubicBezTo>
                    <a:pt x="3455" y="130727"/>
                    <a:pt x="7778" y="146523"/>
                    <a:pt x="16383" y="150845"/>
                  </a:cubicBezTo>
                  <a:cubicBezTo>
                    <a:pt x="25027" y="155167"/>
                    <a:pt x="77758" y="164008"/>
                    <a:pt x="122670" y="155167"/>
                  </a:cubicBezTo>
                  <a:cubicBezTo>
                    <a:pt x="148093" y="150177"/>
                    <a:pt x="179487" y="145187"/>
                    <a:pt x="198820" y="127859"/>
                  </a:cubicBezTo>
                  <a:cubicBezTo>
                    <a:pt x="217798" y="110884"/>
                    <a:pt x="253122" y="113360"/>
                    <a:pt x="273712" y="112495"/>
                  </a:cubicBezTo>
                  <a:cubicBezTo>
                    <a:pt x="303849" y="111238"/>
                    <a:pt x="320903" y="100550"/>
                    <a:pt x="319488" y="79018"/>
                  </a:cubicBezTo>
                  <a:cubicBezTo>
                    <a:pt x="318073" y="57485"/>
                    <a:pt x="310883" y="0"/>
                    <a:pt x="310883" y="0"/>
                  </a:cubicBezTo>
                  <a:lnTo>
                    <a:pt x="97837" y="20786"/>
                  </a:ln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40F1F99-A659-9F3A-524B-C4C7557DDA03}"/>
                </a:ext>
              </a:extLst>
            </p:cNvPr>
            <p:cNvSpPr/>
            <p:nvPr/>
          </p:nvSpPr>
          <p:spPr>
            <a:xfrm>
              <a:off x="8083685" y="4428850"/>
              <a:ext cx="228741" cy="229456"/>
            </a:xfrm>
            <a:custGeom>
              <a:avLst/>
              <a:gdLst>
                <a:gd name="connsiteX0" fmla="*/ 111 w 228741"/>
                <a:gd name="connsiteY0" fmla="*/ 134656 h 229456"/>
                <a:gd name="connsiteX1" fmla="*/ 25927 w 228741"/>
                <a:gd name="connsiteY1" fmla="*/ 160904 h 229456"/>
                <a:gd name="connsiteX2" fmla="*/ 41722 w 228741"/>
                <a:gd name="connsiteY2" fmla="*/ 181022 h 229456"/>
                <a:gd name="connsiteX3" fmla="*/ 81958 w 228741"/>
                <a:gd name="connsiteY3" fmla="*/ 225541 h 229456"/>
                <a:gd name="connsiteX4" fmla="*/ 219916 w 228741"/>
                <a:gd name="connsiteY4" fmla="*/ 202476 h 229456"/>
                <a:gd name="connsiteX5" fmla="*/ 222745 w 228741"/>
                <a:gd name="connsiteY5" fmla="*/ 142240 h 229456"/>
                <a:gd name="connsiteX6" fmla="*/ 166713 w 228741"/>
                <a:gd name="connsiteY6" fmla="*/ 50295 h 229456"/>
                <a:gd name="connsiteX7" fmla="*/ 48952 w 228741"/>
                <a:gd name="connsiteY7" fmla="*/ 0 h 229456"/>
                <a:gd name="connsiteX8" fmla="*/ 111 w 228741"/>
                <a:gd name="connsiteY8" fmla="*/ 134656 h 22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741" h="229456">
                  <a:moveTo>
                    <a:pt x="111" y="134656"/>
                  </a:moveTo>
                  <a:cubicBezTo>
                    <a:pt x="-1303" y="144558"/>
                    <a:pt x="10956" y="154421"/>
                    <a:pt x="25927" y="160904"/>
                  </a:cubicBezTo>
                  <a:cubicBezTo>
                    <a:pt x="36811" y="165619"/>
                    <a:pt x="40308" y="172417"/>
                    <a:pt x="41722" y="181022"/>
                  </a:cubicBezTo>
                  <a:cubicBezTo>
                    <a:pt x="43176" y="189666"/>
                    <a:pt x="43176" y="218350"/>
                    <a:pt x="81958" y="225541"/>
                  </a:cubicBezTo>
                  <a:cubicBezTo>
                    <a:pt x="120740" y="232732"/>
                    <a:pt x="201055" y="232614"/>
                    <a:pt x="219916" y="202476"/>
                  </a:cubicBezTo>
                  <a:cubicBezTo>
                    <a:pt x="232529" y="182319"/>
                    <a:pt x="229896" y="163773"/>
                    <a:pt x="222745" y="142240"/>
                  </a:cubicBezTo>
                  <a:cubicBezTo>
                    <a:pt x="215554" y="120708"/>
                    <a:pt x="166713" y="50295"/>
                    <a:pt x="166713" y="50295"/>
                  </a:cubicBezTo>
                  <a:lnTo>
                    <a:pt x="48952" y="0"/>
                  </a:lnTo>
                  <a:cubicBezTo>
                    <a:pt x="48952" y="39"/>
                    <a:pt x="819" y="129784"/>
                    <a:pt x="111" y="134656"/>
                  </a:cubicBez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E079BBB-8C57-084A-E452-EEF95A3E3EDC}"/>
                </a:ext>
              </a:extLst>
            </p:cNvPr>
            <p:cNvSpPr/>
            <p:nvPr/>
          </p:nvSpPr>
          <p:spPr>
            <a:xfrm>
              <a:off x="7592522" y="3094543"/>
              <a:ext cx="886246" cy="1545587"/>
            </a:xfrm>
            <a:custGeom>
              <a:avLst/>
              <a:gdLst>
                <a:gd name="connsiteX0" fmla="*/ 211156 w 886246"/>
                <a:gd name="connsiteY0" fmla="*/ 0 h 1545587"/>
                <a:gd name="connsiteX1" fmla="*/ 188170 w 886246"/>
                <a:gd name="connsiteY1" fmla="*/ 114892 h 1545587"/>
                <a:gd name="connsiteX2" fmla="*/ 191038 w 886246"/>
                <a:gd name="connsiteY2" fmla="*/ 294421 h 1545587"/>
                <a:gd name="connsiteX3" fmla="*/ 193592 w 886246"/>
                <a:gd name="connsiteY3" fmla="*/ 415797 h 1545587"/>
                <a:gd name="connsiteX4" fmla="*/ 198229 w 886246"/>
                <a:gd name="connsiteY4" fmla="*/ 583106 h 1545587"/>
                <a:gd name="connsiteX5" fmla="*/ 191038 w 886246"/>
                <a:gd name="connsiteY5" fmla="*/ 664992 h 1545587"/>
                <a:gd name="connsiteX6" fmla="*/ 145105 w 886246"/>
                <a:gd name="connsiteY6" fmla="*/ 744010 h 1545587"/>
                <a:gd name="connsiteX7" fmla="*/ 153749 w 886246"/>
                <a:gd name="connsiteY7" fmla="*/ 822989 h 1545587"/>
                <a:gd name="connsiteX8" fmla="*/ 146558 w 886246"/>
                <a:gd name="connsiteY8" fmla="*/ 973795 h 1545587"/>
                <a:gd name="connsiteX9" fmla="*/ 135046 w 886246"/>
                <a:gd name="connsiteY9" fmla="*/ 1088687 h 1545587"/>
                <a:gd name="connsiteX10" fmla="*/ 63218 w 886246"/>
                <a:gd name="connsiteY10" fmla="*/ 1183501 h 1545587"/>
                <a:gd name="connsiteX11" fmla="*/ 51745 w 886246"/>
                <a:gd name="connsiteY11" fmla="*/ 1251006 h 1545587"/>
                <a:gd name="connsiteX12" fmla="*/ 60350 w 886246"/>
                <a:gd name="connsiteY12" fmla="*/ 1325702 h 1545587"/>
                <a:gd name="connsiteX13" fmla="*/ 35949 w 886246"/>
                <a:gd name="connsiteY13" fmla="*/ 1403266 h 1545587"/>
                <a:gd name="connsiteX14" fmla="*/ 192 w 886246"/>
                <a:gd name="connsiteY14" fmla="*/ 1471439 h 1545587"/>
                <a:gd name="connsiteX15" fmla="*/ 44554 w 886246"/>
                <a:gd name="connsiteY15" fmla="*/ 1469357 h 1545587"/>
                <a:gd name="connsiteX16" fmla="*/ 116381 w 886246"/>
                <a:gd name="connsiteY16" fmla="*/ 1513914 h 1545587"/>
                <a:gd name="connsiteX17" fmla="*/ 182472 w 886246"/>
                <a:gd name="connsiteY17" fmla="*/ 1545506 h 1545587"/>
                <a:gd name="connsiteX18" fmla="*/ 262905 w 886246"/>
                <a:gd name="connsiteY18" fmla="*/ 1518237 h 1545587"/>
                <a:gd name="connsiteX19" fmla="*/ 294496 w 886246"/>
                <a:gd name="connsiteY19" fmla="*/ 1485191 h 1545587"/>
                <a:gd name="connsiteX20" fmla="*/ 316068 w 886246"/>
                <a:gd name="connsiteY20" fmla="*/ 1413364 h 1545587"/>
                <a:gd name="connsiteX21" fmla="*/ 364909 w 886246"/>
                <a:gd name="connsiteY21" fmla="*/ 1240986 h 1545587"/>
                <a:gd name="connsiteX22" fmla="*/ 399369 w 886246"/>
                <a:gd name="connsiteY22" fmla="*/ 1070063 h 1545587"/>
                <a:gd name="connsiteX23" fmla="*/ 425381 w 886246"/>
                <a:gd name="connsiteY23" fmla="*/ 775641 h 1545587"/>
                <a:gd name="connsiteX24" fmla="*/ 456815 w 886246"/>
                <a:gd name="connsiteY24" fmla="*/ 642006 h 1545587"/>
                <a:gd name="connsiteX25" fmla="*/ 488406 w 886246"/>
                <a:gd name="connsiteY25" fmla="*/ 400709 h 1545587"/>
                <a:gd name="connsiteX26" fmla="*/ 515715 w 886246"/>
                <a:gd name="connsiteY26" fmla="*/ 265698 h 1545587"/>
                <a:gd name="connsiteX27" fmla="*/ 524320 w 886246"/>
                <a:gd name="connsiteY27" fmla="*/ 315993 h 1545587"/>
                <a:gd name="connsiteX28" fmla="*/ 532965 w 886246"/>
                <a:gd name="connsiteY28" fmla="*/ 399294 h 1545587"/>
                <a:gd name="connsiteX29" fmla="*/ 540155 w 886246"/>
                <a:gd name="connsiteY29" fmla="*/ 603263 h 1545587"/>
                <a:gd name="connsiteX30" fmla="*/ 544084 w 886246"/>
                <a:gd name="connsiteY30" fmla="*/ 768136 h 1545587"/>
                <a:gd name="connsiteX31" fmla="*/ 543023 w 886246"/>
                <a:gd name="connsiteY31" fmla="*/ 889080 h 1545587"/>
                <a:gd name="connsiteX32" fmla="*/ 523377 w 886246"/>
                <a:gd name="connsiteY32" fmla="*/ 1078982 h 1545587"/>
                <a:gd name="connsiteX33" fmla="*/ 470607 w 886246"/>
                <a:gd name="connsiteY33" fmla="*/ 1267352 h 1545587"/>
                <a:gd name="connsiteX34" fmla="*/ 463259 w 886246"/>
                <a:gd name="connsiteY34" fmla="*/ 1386763 h 1545587"/>
                <a:gd name="connsiteX35" fmla="*/ 469939 w 886246"/>
                <a:gd name="connsiteY35" fmla="*/ 1443816 h 1545587"/>
                <a:gd name="connsiteX36" fmla="*/ 496304 w 886246"/>
                <a:gd name="connsiteY36" fmla="*/ 1472696 h 1545587"/>
                <a:gd name="connsiteX37" fmla="*/ 611904 w 886246"/>
                <a:gd name="connsiteY37" fmla="*/ 1439180 h 1545587"/>
                <a:gd name="connsiteX38" fmla="*/ 701020 w 886246"/>
                <a:gd name="connsiteY38" fmla="*/ 1458904 h 1545587"/>
                <a:gd name="connsiteX39" fmla="*/ 715323 w 886246"/>
                <a:gd name="connsiteY39" fmla="*/ 1432028 h 1545587"/>
                <a:gd name="connsiteX40" fmla="*/ 702395 w 886246"/>
                <a:gd name="connsiteY40" fmla="*/ 1384641 h 1545587"/>
                <a:gd name="connsiteX41" fmla="*/ 728250 w 886246"/>
                <a:gd name="connsiteY41" fmla="*/ 1265426 h 1545587"/>
                <a:gd name="connsiteX42" fmla="*/ 759842 w 886246"/>
                <a:gd name="connsiteY42" fmla="*/ 956624 h 1545587"/>
                <a:gd name="connsiteX43" fmla="*/ 795755 w 886246"/>
                <a:gd name="connsiteY43" fmla="*/ 765582 h 1545587"/>
                <a:gd name="connsiteX44" fmla="*/ 850333 w 886246"/>
                <a:gd name="connsiteY44" fmla="*/ 429471 h 1545587"/>
                <a:gd name="connsiteX45" fmla="*/ 883378 w 886246"/>
                <a:gd name="connsiteY45" fmla="*/ 139332 h 1545587"/>
                <a:gd name="connsiteX46" fmla="*/ 886247 w 886246"/>
                <a:gd name="connsiteY46" fmla="*/ 54578 h 1545587"/>
                <a:gd name="connsiteX47" fmla="*/ 211156 w 886246"/>
                <a:gd name="connsiteY47" fmla="*/ 0 h 154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86246" h="1545587">
                  <a:moveTo>
                    <a:pt x="211156" y="0"/>
                  </a:moveTo>
                  <a:cubicBezTo>
                    <a:pt x="211156" y="0"/>
                    <a:pt x="188170" y="66091"/>
                    <a:pt x="188170" y="114892"/>
                  </a:cubicBezTo>
                  <a:cubicBezTo>
                    <a:pt x="188170" y="163733"/>
                    <a:pt x="193592" y="240590"/>
                    <a:pt x="191038" y="294421"/>
                  </a:cubicBezTo>
                  <a:cubicBezTo>
                    <a:pt x="190095" y="314972"/>
                    <a:pt x="190724" y="395679"/>
                    <a:pt x="193592" y="415797"/>
                  </a:cubicBezTo>
                  <a:cubicBezTo>
                    <a:pt x="196460" y="435915"/>
                    <a:pt x="202511" y="558705"/>
                    <a:pt x="198229" y="583106"/>
                  </a:cubicBezTo>
                  <a:cubicBezTo>
                    <a:pt x="193906" y="607546"/>
                    <a:pt x="195753" y="655994"/>
                    <a:pt x="191038" y="664992"/>
                  </a:cubicBezTo>
                  <a:cubicBezTo>
                    <a:pt x="178543" y="688961"/>
                    <a:pt x="154024" y="711594"/>
                    <a:pt x="145105" y="744010"/>
                  </a:cubicBezTo>
                  <a:cubicBezTo>
                    <a:pt x="140075" y="762203"/>
                    <a:pt x="158032" y="801457"/>
                    <a:pt x="153749" y="822989"/>
                  </a:cubicBezTo>
                  <a:cubicBezTo>
                    <a:pt x="149427" y="844521"/>
                    <a:pt x="146558" y="933598"/>
                    <a:pt x="146558" y="973795"/>
                  </a:cubicBezTo>
                  <a:cubicBezTo>
                    <a:pt x="146558" y="1014031"/>
                    <a:pt x="149427" y="1067155"/>
                    <a:pt x="135046" y="1088687"/>
                  </a:cubicBezTo>
                  <a:cubicBezTo>
                    <a:pt x="120704" y="1110259"/>
                    <a:pt x="76146" y="1169120"/>
                    <a:pt x="63218" y="1183501"/>
                  </a:cubicBezTo>
                  <a:cubicBezTo>
                    <a:pt x="50291" y="1197882"/>
                    <a:pt x="44554" y="1225151"/>
                    <a:pt x="51745" y="1251006"/>
                  </a:cubicBezTo>
                  <a:cubicBezTo>
                    <a:pt x="58896" y="1276861"/>
                    <a:pt x="69780" y="1309513"/>
                    <a:pt x="60350" y="1325702"/>
                  </a:cubicBezTo>
                  <a:cubicBezTo>
                    <a:pt x="37246" y="1365309"/>
                    <a:pt x="44554" y="1383148"/>
                    <a:pt x="35949" y="1403266"/>
                  </a:cubicBezTo>
                  <a:cubicBezTo>
                    <a:pt x="27344" y="1423384"/>
                    <a:pt x="-2676" y="1462795"/>
                    <a:pt x="192" y="1471439"/>
                  </a:cubicBezTo>
                  <a:cubicBezTo>
                    <a:pt x="3061" y="1480044"/>
                    <a:pt x="21568" y="1465034"/>
                    <a:pt x="44554" y="1469357"/>
                  </a:cubicBezTo>
                  <a:cubicBezTo>
                    <a:pt x="67540" y="1473679"/>
                    <a:pt x="93395" y="1498080"/>
                    <a:pt x="116381" y="1513914"/>
                  </a:cubicBezTo>
                  <a:cubicBezTo>
                    <a:pt x="139368" y="1529710"/>
                    <a:pt x="153749" y="1546921"/>
                    <a:pt x="182472" y="1545506"/>
                  </a:cubicBezTo>
                  <a:cubicBezTo>
                    <a:pt x="211195" y="1544092"/>
                    <a:pt x="244240" y="1529710"/>
                    <a:pt x="262905" y="1518237"/>
                  </a:cubicBezTo>
                  <a:cubicBezTo>
                    <a:pt x="281569" y="1506763"/>
                    <a:pt x="291628" y="1508178"/>
                    <a:pt x="294496" y="1485191"/>
                  </a:cubicBezTo>
                  <a:cubicBezTo>
                    <a:pt x="297364" y="1462205"/>
                    <a:pt x="310292" y="1427745"/>
                    <a:pt x="316068" y="1413364"/>
                  </a:cubicBezTo>
                  <a:cubicBezTo>
                    <a:pt x="321805" y="1399022"/>
                    <a:pt x="359172" y="1279768"/>
                    <a:pt x="364909" y="1240986"/>
                  </a:cubicBezTo>
                  <a:cubicBezTo>
                    <a:pt x="370646" y="1202204"/>
                    <a:pt x="396500" y="1126094"/>
                    <a:pt x="399369" y="1070063"/>
                  </a:cubicBezTo>
                  <a:cubicBezTo>
                    <a:pt x="402237" y="1014031"/>
                    <a:pt x="417090" y="801339"/>
                    <a:pt x="425381" y="775641"/>
                  </a:cubicBezTo>
                  <a:cubicBezTo>
                    <a:pt x="442355" y="722871"/>
                    <a:pt x="451078" y="683696"/>
                    <a:pt x="456815" y="642006"/>
                  </a:cubicBezTo>
                  <a:cubicBezTo>
                    <a:pt x="462552" y="600356"/>
                    <a:pt x="479801" y="449510"/>
                    <a:pt x="488406" y="400709"/>
                  </a:cubicBezTo>
                  <a:cubicBezTo>
                    <a:pt x="497012" y="351868"/>
                    <a:pt x="515715" y="265698"/>
                    <a:pt x="515715" y="265698"/>
                  </a:cubicBezTo>
                  <a:cubicBezTo>
                    <a:pt x="515715" y="265698"/>
                    <a:pt x="518583" y="298744"/>
                    <a:pt x="524320" y="315993"/>
                  </a:cubicBezTo>
                  <a:cubicBezTo>
                    <a:pt x="530096" y="333243"/>
                    <a:pt x="535833" y="366249"/>
                    <a:pt x="532965" y="399294"/>
                  </a:cubicBezTo>
                  <a:cubicBezTo>
                    <a:pt x="530096" y="432339"/>
                    <a:pt x="541570" y="567350"/>
                    <a:pt x="540155" y="603263"/>
                  </a:cubicBezTo>
                  <a:cubicBezTo>
                    <a:pt x="538701" y="639177"/>
                    <a:pt x="541255" y="739177"/>
                    <a:pt x="544084" y="768136"/>
                  </a:cubicBezTo>
                  <a:cubicBezTo>
                    <a:pt x="547031" y="798038"/>
                    <a:pt x="545892" y="837409"/>
                    <a:pt x="543023" y="889080"/>
                  </a:cubicBezTo>
                  <a:cubicBezTo>
                    <a:pt x="540155" y="940789"/>
                    <a:pt x="528564" y="1045897"/>
                    <a:pt x="523377" y="1078982"/>
                  </a:cubicBezTo>
                  <a:cubicBezTo>
                    <a:pt x="515243" y="1130691"/>
                    <a:pt x="474811" y="1253560"/>
                    <a:pt x="470607" y="1267352"/>
                  </a:cubicBezTo>
                  <a:cubicBezTo>
                    <a:pt x="457404" y="1310692"/>
                    <a:pt x="466167" y="1355171"/>
                    <a:pt x="463259" y="1386763"/>
                  </a:cubicBezTo>
                  <a:cubicBezTo>
                    <a:pt x="460391" y="1418354"/>
                    <a:pt x="464202" y="1430889"/>
                    <a:pt x="469939" y="1443816"/>
                  </a:cubicBezTo>
                  <a:cubicBezTo>
                    <a:pt x="475676" y="1456743"/>
                    <a:pt x="482748" y="1483345"/>
                    <a:pt x="496304" y="1472696"/>
                  </a:cubicBezTo>
                  <a:cubicBezTo>
                    <a:pt x="506363" y="1464798"/>
                    <a:pt x="550135" y="1436311"/>
                    <a:pt x="611904" y="1439180"/>
                  </a:cubicBezTo>
                  <a:cubicBezTo>
                    <a:pt x="636305" y="1440319"/>
                    <a:pt x="680942" y="1442559"/>
                    <a:pt x="701020" y="1458904"/>
                  </a:cubicBezTo>
                  <a:cubicBezTo>
                    <a:pt x="715991" y="1471046"/>
                    <a:pt x="719645" y="1447824"/>
                    <a:pt x="715323" y="1432028"/>
                  </a:cubicBezTo>
                  <a:cubicBezTo>
                    <a:pt x="711001" y="1416232"/>
                    <a:pt x="696659" y="1414818"/>
                    <a:pt x="702395" y="1384641"/>
                  </a:cubicBezTo>
                  <a:cubicBezTo>
                    <a:pt x="708132" y="1354464"/>
                    <a:pt x="728250" y="1307077"/>
                    <a:pt x="728250" y="1265426"/>
                  </a:cubicBezTo>
                  <a:cubicBezTo>
                    <a:pt x="728250" y="1223776"/>
                    <a:pt x="756973" y="993952"/>
                    <a:pt x="759842" y="956624"/>
                  </a:cubicBezTo>
                  <a:cubicBezTo>
                    <a:pt x="762710" y="919296"/>
                    <a:pt x="782828" y="815877"/>
                    <a:pt x="795755" y="765582"/>
                  </a:cubicBezTo>
                  <a:cubicBezTo>
                    <a:pt x="808683" y="715287"/>
                    <a:pt x="838820" y="537212"/>
                    <a:pt x="850333" y="429471"/>
                  </a:cubicBezTo>
                  <a:cubicBezTo>
                    <a:pt x="861846" y="321730"/>
                    <a:pt x="883378" y="188174"/>
                    <a:pt x="883378" y="139332"/>
                  </a:cubicBezTo>
                  <a:cubicBezTo>
                    <a:pt x="883378" y="90491"/>
                    <a:pt x="886247" y="54578"/>
                    <a:pt x="886247" y="54578"/>
                  </a:cubicBezTo>
                  <a:lnTo>
                    <a:pt x="211156" y="0"/>
                  </a:lnTo>
                  <a:close/>
                </a:path>
              </a:pathLst>
            </a:custGeom>
            <a:solidFill>
              <a:srgbClr val="00206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B8341E3-6C8F-381E-3412-979B35F828C5}"/>
                </a:ext>
              </a:extLst>
            </p:cNvPr>
            <p:cNvSpPr/>
            <p:nvPr/>
          </p:nvSpPr>
          <p:spPr>
            <a:xfrm>
              <a:off x="7772039" y="2045793"/>
              <a:ext cx="752980" cy="1179387"/>
            </a:xfrm>
            <a:custGeom>
              <a:avLst/>
              <a:gdLst>
                <a:gd name="connsiteX0" fmla="*/ 262720 w 752980"/>
                <a:gd name="connsiteY0" fmla="*/ 3010 h 1179387"/>
                <a:gd name="connsiteX1" fmla="*/ 225785 w 752980"/>
                <a:gd name="connsiteY1" fmla="*/ 1595 h 1179387"/>
                <a:gd name="connsiteX2" fmla="*/ 161855 w 752980"/>
                <a:gd name="connsiteY2" fmla="*/ 24346 h 1179387"/>
                <a:gd name="connsiteX3" fmla="*/ 45352 w 752980"/>
                <a:gd name="connsiteY3" fmla="*/ 61281 h 1179387"/>
                <a:gd name="connsiteX4" fmla="*/ 24055 w 752980"/>
                <a:gd name="connsiteY4" fmla="*/ 115269 h 1179387"/>
                <a:gd name="connsiteX5" fmla="*/ 56747 w 752980"/>
                <a:gd name="connsiteY5" fmla="*/ 434956 h 1179387"/>
                <a:gd name="connsiteX6" fmla="*/ 76629 w 752980"/>
                <a:gd name="connsiteY6" fmla="*/ 507412 h 1179387"/>
                <a:gd name="connsiteX7" fmla="*/ 87985 w 752980"/>
                <a:gd name="connsiteY7" fmla="*/ 643798 h 1179387"/>
                <a:gd name="connsiteX8" fmla="*/ 42523 w 752980"/>
                <a:gd name="connsiteY8" fmla="*/ 883916 h 1179387"/>
                <a:gd name="connsiteX9" fmla="*/ 1305 w 752980"/>
                <a:gd name="connsiteY9" fmla="*/ 1126864 h 1179387"/>
                <a:gd name="connsiteX10" fmla="*/ 325235 w 752980"/>
                <a:gd name="connsiteY10" fmla="*/ 1178023 h 1179387"/>
                <a:gd name="connsiteX11" fmla="*/ 679028 w 752980"/>
                <a:gd name="connsiteY11" fmla="*/ 1149615 h 1179387"/>
                <a:gd name="connsiteX12" fmla="*/ 727319 w 752980"/>
                <a:gd name="connsiteY12" fmla="*/ 1121206 h 1179387"/>
                <a:gd name="connsiteX13" fmla="*/ 704568 w 752980"/>
                <a:gd name="connsiteY13" fmla="*/ 977708 h 1179387"/>
                <a:gd name="connsiteX14" fmla="*/ 666219 w 752980"/>
                <a:gd name="connsiteY14" fmla="*/ 787335 h 1179387"/>
                <a:gd name="connsiteX15" fmla="*/ 673331 w 752980"/>
                <a:gd name="connsiteY15" fmla="*/ 540104 h 1179387"/>
                <a:gd name="connsiteX16" fmla="*/ 694627 w 752980"/>
                <a:gd name="connsiteY16" fmla="*/ 403718 h 1179387"/>
                <a:gd name="connsiteX17" fmla="*/ 752899 w 752980"/>
                <a:gd name="connsiteY17" fmla="*/ 136605 h 1179387"/>
                <a:gd name="connsiteX18" fmla="*/ 710266 w 752980"/>
                <a:gd name="connsiteY18" fmla="*/ 96841 h 1179387"/>
                <a:gd name="connsiteX19" fmla="*/ 603704 w 752980"/>
                <a:gd name="connsiteY19" fmla="*/ 51379 h 1179387"/>
                <a:gd name="connsiteX20" fmla="*/ 515609 w 752980"/>
                <a:gd name="connsiteY20" fmla="*/ 11576 h 1179387"/>
                <a:gd name="connsiteX21" fmla="*/ 262720 w 752980"/>
                <a:gd name="connsiteY21" fmla="*/ 3010 h 117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2980" h="1179387">
                  <a:moveTo>
                    <a:pt x="262720" y="3010"/>
                  </a:moveTo>
                  <a:cubicBezTo>
                    <a:pt x="262720" y="3010"/>
                    <a:pt x="237140" y="-2688"/>
                    <a:pt x="225785" y="1595"/>
                  </a:cubicBezTo>
                  <a:cubicBezTo>
                    <a:pt x="214429" y="5839"/>
                    <a:pt x="180323" y="20063"/>
                    <a:pt x="161855" y="24346"/>
                  </a:cubicBezTo>
                  <a:cubicBezTo>
                    <a:pt x="143388" y="28629"/>
                    <a:pt x="72346" y="48511"/>
                    <a:pt x="45352" y="61281"/>
                  </a:cubicBezTo>
                  <a:cubicBezTo>
                    <a:pt x="18358" y="74051"/>
                    <a:pt x="24055" y="115269"/>
                    <a:pt x="24055" y="115269"/>
                  </a:cubicBezTo>
                  <a:cubicBezTo>
                    <a:pt x="24055" y="115269"/>
                    <a:pt x="48220" y="412206"/>
                    <a:pt x="56747" y="434956"/>
                  </a:cubicBezTo>
                  <a:cubicBezTo>
                    <a:pt x="65273" y="457667"/>
                    <a:pt x="76040" y="491813"/>
                    <a:pt x="76629" y="507412"/>
                  </a:cubicBezTo>
                  <a:cubicBezTo>
                    <a:pt x="78044" y="544347"/>
                    <a:pt x="96511" y="544347"/>
                    <a:pt x="87985" y="643798"/>
                  </a:cubicBezTo>
                  <a:cubicBezTo>
                    <a:pt x="79458" y="743248"/>
                    <a:pt x="56708" y="828513"/>
                    <a:pt x="42523" y="883916"/>
                  </a:cubicBezTo>
                  <a:cubicBezTo>
                    <a:pt x="28299" y="939319"/>
                    <a:pt x="-7222" y="1109811"/>
                    <a:pt x="1305" y="1126864"/>
                  </a:cubicBezTo>
                  <a:cubicBezTo>
                    <a:pt x="9831" y="1143917"/>
                    <a:pt x="161855" y="1169497"/>
                    <a:pt x="325235" y="1178023"/>
                  </a:cubicBezTo>
                  <a:cubicBezTo>
                    <a:pt x="488654" y="1186550"/>
                    <a:pt x="646337" y="1152444"/>
                    <a:pt x="679028" y="1149615"/>
                  </a:cubicBezTo>
                  <a:cubicBezTo>
                    <a:pt x="711720" y="1146786"/>
                    <a:pt x="725905" y="1129733"/>
                    <a:pt x="727319" y="1121206"/>
                  </a:cubicBezTo>
                  <a:cubicBezTo>
                    <a:pt x="728734" y="1112679"/>
                    <a:pt x="711680" y="1025999"/>
                    <a:pt x="704568" y="977708"/>
                  </a:cubicBezTo>
                  <a:cubicBezTo>
                    <a:pt x="697456" y="929417"/>
                    <a:pt x="666219" y="822816"/>
                    <a:pt x="666219" y="787335"/>
                  </a:cubicBezTo>
                  <a:cubicBezTo>
                    <a:pt x="666219" y="751814"/>
                    <a:pt x="673331" y="574210"/>
                    <a:pt x="673331" y="540104"/>
                  </a:cubicBezTo>
                  <a:cubicBezTo>
                    <a:pt x="673331" y="505998"/>
                    <a:pt x="694627" y="403718"/>
                    <a:pt x="694627" y="403718"/>
                  </a:cubicBezTo>
                  <a:cubicBezTo>
                    <a:pt x="694627" y="403718"/>
                    <a:pt x="751445" y="147961"/>
                    <a:pt x="752899" y="136605"/>
                  </a:cubicBezTo>
                  <a:cubicBezTo>
                    <a:pt x="754313" y="125250"/>
                    <a:pt x="737260" y="112440"/>
                    <a:pt x="710266" y="96841"/>
                  </a:cubicBezTo>
                  <a:cubicBezTo>
                    <a:pt x="683272" y="81203"/>
                    <a:pt x="634981" y="61320"/>
                    <a:pt x="603704" y="51379"/>
                  </a:cubicBezTo>
                  <a:cubicBezTo>
                    <a:pt x="572427" y="41438"/>
                    <a:pt x="529833" y="13029"/>
                    <a:pt x="515609" y="11576"/>
                  </a:cubicBezTo>
                  <a:cubicBezTo>
                    <a:pt x="501424" y="10122"/>
                    <a:pt x="262720" y="3010"/>
                    <a:pt x="262720" y="301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9144862-23E0-A9A0-C7B2-B075A663179F}"/>
                </a:ext>
              </a:extLst>
            </p:cNvPr>
            <p:cNvSpPr/>
            <p:nvPr/>
          </p:nvSpPr>
          <p:spPr>
            <a:xfrm>
              <a:off x="7892718" y="2371722"/>
              <a:ext cx="63943" cy="92946"/>
            </a:xfrm>
            <a:custGeom>
              <a:avLst/>
              <a:gdLst>
                <a:gd name="connsiteX0" fmla="*/ 39841 w 63943"/>
                <a:gd name="connsiteY0" fmla="*/ 90363 h 92946"/>
                <a:gd name="connsiteX1" fmla="*/ 26599 w 63943"/>
                <a:gd name="connsiteY1" fmla="*/ 92799 h 92946"/>
                <a:gd name="connsiteX2" fmla="*/ 5577 w 63943"/>
                <a:gd name="connsiteY2" fmla="*/ 76178 h 92946"/>
                <a:gd name="connsiteX3" fmla="*/ 469 w 63943"/>
                <a:gd name="connsiteY3" fmla="*/ 42819 h 92946"/>
                <a:gd name="connsiteX4" fmla="*/ 24084 w 63943"/>
                <a:gd name="connsiteY4" fmla="*/ 2583 h 92946"/>
                <a:gd name="connsiteX5" fmla="*/ 37326 w 63943"/>
                <a:gd name="connsiteY5" fmla="*/ 147 h 92946"/>
                <a:gd name="connsiteX6" fmla="*/ 58348 w 63943"/>
                <a:gd name="connsiteY6" fmla="*/ 16768 h 92946"/>
                <a:gd name="connsiteX7" fmla="*/ 63495 w 63943"/>
                <a:gd name="connsiteY7" fmla="*/ 50127 h 92946"/>
                <a:gd name="connsiteX8" fmla="*/ 39841 w 63943"/>
                <a:gd name="connsiteY8" fmla="*/ 90363 h 92946"/>
                <a:gd name="connsiteX9" fmla="*/ 26599 w 63943"/>
                <a:gd name="connsiteY9" fmla="*/ 7652 h 92946"/>
                <a:gd name="connsiteX10" fmla="*/ 6088 w 63943"/>
                <a:gd name="connsiteY10" fmla="*/ 43487 h 92946"/>
                <a:gd name="connsiteX11" fmla="*/ 10646 w 63943"/>
                <a:gd name="connsiteY11" fmla="*/ 73624 h 92946"/>
                <a:gd name="connsiteX12" fmla="*/ 27267 w 63943"/>
                <a:gd name="connsiteY12" fmla="*/ 87180 h 92946"/>
                <a:gd name="connsiteX13" fmla="*/ 36697 w 63943"/>
                <a:gd name="connsiteY13" fmla="*/ 5726 h 92946"/>
                <a:gd name="connsiteX14" fmla="*/ 26599 w 63943"/>
                <a:gd name="connsiteY14" fmla="*/ 7652 h 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943" h="92946">
                  <a:moveTo>
                    <a:pt x="39841" y="90363"/>
                  </a:moveTo>
                  <a:cubicBezTo>
                    <a:pt x="35518" y="92485"/>
                    <a:pt x="31078" y="93310"/>
                    <a:pt x="26599" y="92799"/>
                  </a:cubicBezTo>
                  <a:cubicBezTo>
                    <a:pt x="17955" y="91817"/>
                    <a:pt x="10489" y="85884"/>
                    <a:pt x="5577" y="76178"/>
                  </a:cubicBezTo>
                  <a:cubicBezTo>
                    <a:pt x="862" y="66827"/>
                    <a:pt x="-945" y="55000"/>
                    <a:pt x="469" y="42819"/>
                  </a:cubicBezTo>
                  <a:cubicBezTo>
                    <a:pt x="2591" y="24430"/>
                    <a:pt x="11864" y="8634"/>
                    <a:pt x="24084" y="2583"/>
                  </a:cubicBezTo>
                  <a:cubicBezTo>
                    <a:pt x="28406" y="461"/>
                    <a:pt x="32846" y="-364"/>
                    <a:pt x="37326" y="147"/>
                  </a:cubicBezTo>
                  <a:cubicBezTo>
                    <a:pt x="45970" y="1129"/>
                    <a:pt x="53436" y="7062"/>
                    <a:pt x="58348" y="16768"/>
                  </a:cubicBezTo>
                  <a:cubicBezTo>
                    <a:pt x="63063" y="26119"/>
                    <a:pt x="64870" y="37946"/>
                    <a:pt x="63495" y="50127"/>
                  </a:cubicBezTo>
                  <a:cubicBezTo>
                    <a:pt x="61334" y="68516"/>
                    <a:pt x="52061" y="84312"/>
                    <a:pt x="39841" y="90363"/>
                  </a:cubicBezTo>
                  <a:close/>
                  <a:moveTo>
                    <a:pt x="26599" y="7652"/>
                  </a:moveTo>
                  <a:cubicBezTo>
                    <a:pt x="16029" y="12878"/>
                    <a:pt x="7974" y="26945"/>
                    <a:pt x="6088" y="43487"/>
                  </a:cubicBezTo>
                  <a:cubicBezTo>
                    <a:pt x="4831" y="54567"/>
                    <a:pt x="6442" y="65294"/>
                    <a:pt x="10646" y="73624"/>
                  </a:cubicBezTo>
                  <a:cubicBezTo>
                    <a:pt x="14693" y="81601"/>
                    <a:pt x="20587" y="86434"/>
                    <a:pt x="27267" y="87180"/>
                  </a:cubicBezTo>
                  <a:cubicBezTo>
                    <a:pt x="30607" y="87573"/>
                    <a:pt x="43377" y="6512"/>
                    <a:pt x="36697" y="5726"/>
                  </a:cubicBezTo>
                  <a:cubicBezTo>
                    <a:pt x="33318" y="5373"/>
                    <a:pt x="29939" y="6001"/>
                    <a:pt x="26599" y="7652"/>
                  </a:cubicBezTo>
                  <a:close/>
                </a:path>
              </a:pathLst>
            </a:custGeom>
            <a:solidFill>
              <a:srgbClr val="00000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F44536C-A44D-05EA-12BB-573AA5D0B1E2}"/>
                </a:ext>
              </a:extLst>
            </p:cNvPr>
            <p:cNvSpPr/>
            <p:nvPr/>
          </p:nvSpPr>
          <p:spPr>
            <a:xfrm>
              <a:off x="7895535" y="2374314"/>
              <a:ext cx="53930" cy="87291"/>
            </a:xfrm>
            <a:custGeom>
              <a:avLst/>
              <a:gdLst>
                <a:gd name="connsiteX0" fmla="*/ 31994 w 53930"/>
                <a:gd name="connsiteY0" fmla="*/ 109 h 87291"/>
                <a:gd name="connsiteX1" fmla="*/ 53448 w 53930"/>
                <a:gd name="connsiteY1" fmla="*/ 46711 h 87291"/>
                <a:gd name="connsiteX2" fmla="*/ 21935 w 53930"/>
                <a:gd name="connsiteY2" fmla="*/ 87182 h 87291"/>
                <a:gd name="connsiteX3" fmla="*/ 481 w 53930"/>
                <a:gd name="connsiteY3" fmla="*/ 40581 h 87291"/>
                <a:gd name="connsiteX4" fmla="*/ 31994 w 53930"/>
                <a:gd name="connsiteY4" fmla="*/ 109 h 8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0" h="87291">
                  <a:moveTo>
                    <a:pt x="31994" y="109"/>
                  </a:moveTo>
                  <a:cubicBezTo>
                    <a:pt x="46650" y="1799"/>
                    <a:pt x="56238" y="22663"/>
                    <a:pt x="53448" y="46711"/>
                  </a:cubicBezTo>
                  <a:cubicBezTo>
                    <a:pt x="50697" y="70718"/>
                    <a:pt x="36591" y="88872"/>
                    <a:pt x="21935" y="87182"/>
                  </a:cubicBezTo>
                  <a:cubicBezTo>
                    <a:pt x="7318" y="85493"/>
                    <a:pt x="-2309" y="64628"/>
                    <a:pt x="481" y="40581"/>
                  </a:cubicBezTo>
                  <a:cubicBezTo>
                    <a:pt x="3232" y="16534"/>
                    <a:pt x="17377" y="-1580"/>
                    <a:pt x="31994" y="109"/>
                  </a:cubicBezTo>
                  <a:close/>
                </a:path>
              </a:pathLst>
            </a:custGeom>
            <a:solidFill>
              <a:srgbClr val="B2B5B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BF05C589-EDFB-B2A9-44D4-6DC947814774}"/>
                </a:ext>
              </a:extLst>
            </p:cNvPr>
            <p:cNvSpPr/>
            <p:nvPr/>
          </p:nvSpPr>
          <p:spPr>
            <a:xfrm>
              <a:off x="7904309" y="2397148"/>
              <a:ext cx="24777" cy="38102"/>
            </a:xfrm>
            <a:custGeom>
              <a:avLst/>
              <a:gdLst>
                <a:gd name="connsiteX0" fmla="*/ 783 w 24777"/>
                <a:gd name="connsiteY0" fmla="*/ 19160 h 38102"/>
                <a:gd name="connsiteX1" fmla="*/ 2512 w 24777"/>
                <a:gd name="connsiteY1" fmla="*/ 35899 h 38102"/>
                <a:gd name="connsiteX2" fmla="*/ 17876 w 24777"/>
                <a:gd name="connsiteY2" fmla="*/ 37235 h 38102"/>
                <a:gd name="connsiteX3" fmla="*/ 24516 w 24777"/>
                <a:gd name="connsiteY3" fmla="*/ 15035 h 38102"/>
                <a:gd name="connsiteX4" fmla="*/ 15007 w 24777"/>
                <a:gd name="connsiteY4" fmla="*/ 25 h 38102"/>
                <a:gd name="connsiteX5" fmla="*/ 2159 w 24777"/>
                <a:gd name="connsiteY5" fmla="*/ 1636 h 38102"/>
                <a:gd name="connsiteX6" fmla="*/ 783 w 24777"/>
                <a:gd name="connsiteY6" fmla="*/ 19160 h 3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77" h="38102">
                  <a:moveTo>
                    <a:pt x="783" y="19160"/>
                  </a:moveTo>
                  <a:cubicBezTo>
                    <a:pt x="783" y="19160"/>
                    <a:pt x="-1496" y="34210"/>
                    <a:pt x="2512" y="35899"/>
                  </a:cubicBezTo>
                  <a:cubicBezTo>
                    <a:pt x="6520" y="37589"/>
                    <a:pt x="14614" y="39121"/>
                    <a:pt x="17876" y="37235"/>
                  </a:cubicBezTo>
                  <a:cubicBezTo>
                    <a:pt x="22552" y="34563"/>
                    <a:pt x="25734" y="25997"/>
                    <a:pt x="24516" y="15035"/>
                  </a:cubicBezTo>
                  <a:cubicBezTo>
                    <a:pt x="23495" y="5840"/>
                    <a:pt x="18386" y="-447"/>
                    <a:pt x="15007" y="25"/>
                  </a:cubicBezTo>
                  <a:cubicBezTo>
                    <a:pt x="9113" y="850"/>
                    <a:pt x="5145" y="182"/>
                    <a:pt x="2159" y="1636"/>
                  </a:cubicBezTo>
                  <a:cubicBezTo>
                    <a:pt x="-1692" y="3561"/>
                    <a:pt x="783" y="19160"/>
                    <a:pt x="783" y="19160"/>
                  </a:cubicBezTo>
                  <a:close/>
                </a:path>
              </a:pathLst>
            </a:custGeom>
            <a:solidFill>
              <a:srgbClr val="93969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91BE5A1-6DE1-8D48-A1C0-6689213F0167}"/>
                </a:ext>
              </a:extLst>
            </p:cNvPr>
            <p:cNvSpPr/>
            <p:nvPr/>
          </p:nvSpPr>
          <p:spPr>
            <a:xfrm>
              <a:off x="7897939" y="2398902"/>
              <a:ext cx="22283" cy="34460"/>
            </a:xfrm>
            <a:custGeom>
              <a:avLst/>
              <a:gdLst>
                <a:gd name="connsiteX0" fmla="*/ 22281 w 22283"/>
                <a:gd name="connsiteY0" fmla="*/ 16779 h 34460"/>
                <a:gd name="connsiteX1" fmla="*/ 10847 w 22283"/>
                <a:gd name="connsiteY1" fmla="*/ 34460 h 34460"/>
                <a:gd name="connsiteX2" fmla="*/ 2 w 22283"/>
                <a:gd name="connsiteY2" fmla="*/ 17093 h 34460"/>
                <a:gd name="connsiteX3" fmla="*/ 10886 w 22283"/>
                <a:gd name="connsiteY3" fmla="*/ 1 h 34460"/>
                <a:gd name="connsiteX4" fmla="*/ 22281 w 22283"/>
                <a:gd name="connsiteY4" fmla="*/ 16779 h 3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83" h="34460">
                  <a:moveTo>
                    <a:pt x="22281" y="16779"/>
                  </a:moveTo>
                  <a:cubicBezTo>
                    <a:pt x="22399" y="26130"/>
                    <a:pt x="17016" y="34382"/>
                    <a:pt x="10847" y="34460"/>
                  </a:cubicBezTo>
                  <a:cubicBezTo>
                    <a:pt x="4717" y="34539"/>
                    <a:pt x="120" y="26445"/>
                    <a:pt x="2" y="17093"/>
                  </a:cubicBezTo>
                  <a:cubicBezTo>
                    <a:pt x="-116" y="7741"/>
                    <a:pt x="4756" y="79"/>
                    <a:pt x="10886" y="1"/>
                  </a:cubicBezTo>
                  <a:cubicBezTo>
                    <a:pt x="17016" y="-78"/>
                    <a:pt x="22124" y="7427"/>
                    <a:pt x="22281" y="16779"/>
                  </a:cubicBezTo>
                  <a:close/>
                </a:path>
              </a:pathLst>
            </a:custGeom>
            <a:solidFill>
              <a:srgbClr val="C6CAD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0E30E392-9998-001F-CEAB-BD4A8E4C1EC1}"/>
                </a:ext>
              </a:extLst>
            </p:cNvPr>
            <p:cNvSpPr/>
            <p:nvPr/>
          </p:nvSpPr>
          <p:spPr>
            <a:xfrm>
              <a:off x="7902077" y="1965227"/>
              <a:ext cx="200854" cy="438076"/>
            </a:xfrm>
            <a:custGeom>
              <a:avLst/>
              <a:gdLst>
                <a:gd name="connsiteX0" fmla="*/ 3840 w 200854"/>
                <a:gd name="connsiteY0" fmla="*/ 434068 h 438076"/>
                <a:gd name="connsiteX1" fmla="*/ 893 w 200854"/>
                <a:gd name="connsiteY1" fmla="*/ 329392 h 438076"/>
                <a:gd name="connsiteX2" fmla="*/ 101365 w 200854"/>
                <a:gd name="connsiteY2" fmla="*/ 61140 h 438076"/>
                <a:gd name="connsiteX3" fmla="*/ 197436 w 200854"/>
                <a:gd name="connsiteY3" fmla="*/ 0 h 438076"/>
                <a:gd name="connsiteX4" fmla="*/ 200855 w 200854"/>
                <a:gd name="connsiteY4" fmla="*/ 10766 h 438076"/>
                <a:gd name="connsiteX5" fmla="*/ 118968 w 200854"/>
                <a:gd name="connsiteY5" fmla="*/ 61140 h 438076"/>
                <a:gd name="connsiteX6" fmla="*/ 12210 w 200854"/>
                <a:gd name="connsiteY6" fmla="*/ 329942 h 438076"/>
                <a:gd name="connsiteX7" fmla="*/ 14214 w 200854"/>
                <a:gd name="connsiteY7" fmla="*/ 438076 h 438076"/>
                <a:gd name="connsiteX8" fmla="*/ 8555 w 200854"/>
                <a:gd name="connsiteY8" fmla="*/ 434540 h 438076"/>
                <a:gd name="connsiteX9" fmla="*/ 3840 w 200854"/>
                <a:gd name="connsiteY9" fmla="*/ 434068 h 43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854" h="438076">
                  <a:moveTo>
                    <a:pt x="3840" y="434068"/>
                  </a:moveTo>
                  <a:cubicBezTo>
                    <a:pt x="3919" y="433518"/>
                    <a:pt x="-2250" y="389707"/>
                    <a:pt x="893" y="329392"/>
                  </a:cubicBezTo>
                  <a:cubicBezTo>
                    <a:pt x="3408" y="280944"/>
                    <a:pt x="4665" y="159136"/>
                    <a:pt x="101365" y="61140"/>
                  </a:cubicBezTo>
                  <a:cubicBezTo>
                    <a:pt x="134135" y="27898"/>
                    <a:pt x="183684" y="4322"/>
                    <a:pt x="197436" y="0"/>
                  </a:cubicBezTo>
                  <a:lnTo>
                    <a:pt x="200855" y="10766"/>
                  </a:lnTo>
                  <a:cubicBezTo>
                    <a:pt x="190639" y="13988"/>
                    <a:pt x="152839" y="29195"/>
                    <a:pt x="118968" y="61140"/>
                  </a:cubicBezTo>
                  <a:cubicBezTo>
                    <a:pt x="16217" y="157997"/>
                    <a:pt x="15982" y="278429"/>
                    <a:pt x="12210" y="329942"/>
                  </a:cubicBezTo>
                  <a:cubicBezTo>
                    <a:pt x="9223" y="370610"/>
                    <a:pt x="14214" y="438076"/>
                    <a:pt x="14214" y="438076"/>
                  </a:cubicBezTo>
                  <a:cubicBezTo>
                    <a:pt x="11777" y="436465"/>
                    <a:pt x="10324" y="435129"/>
                    <a:pt x="8555" y="434540"/>
                  </a:cubicBezTo>
                  <a:cubicBezTo>
                    <a:pt x="6119" y="433793"/>
                    <a:pt x="3840" y="434068"/>
                    <a:pt x="3840" y="434068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741E4E7-2ACF-F546-290A-3E171B60CB5F}"/>
                </a:ext>
              </a:extLst>
            </p:cNvPr>
            <p:cNvSpPr/>
            <p:nvPr/>
          </p:nvSpPr>
          <p:spPr>
            <a:xfrm>
              <a:off x="8007765" y="1912457"/>
              <a:ext cx="291278" cy="376504"/>
            </a:xfrm>
            <a:custGeom>
              <a:avLst/>
              <a:gdLst>
                <a:gd name="connsiteX0" fmla="*/ 42633 w 291278"/>
                <a:gd name="connsiteY0" fmla="*/ 5658 h 376504"/>
                <a:gd name="connsiteX1" fmla="*/ 48291 w 291278"/>
                <a:gd name="connsiteY1" fmla="*/ 80943 h 376504"/>
                <a:gd name="connsiteX2" fmla="*/ 26994 w 291278"/>
                <a:gd name="connsiteY2" fmla="*/ 122161 h 376504"/>
                <a:gd name="connsiteX3" fmla="*/ 0 w 291278"/>
                <a:gd name="connsiteY3" fmla="*/ 137800 h 376504"/>
                <a:gd name="connsiteX4" fmla="*/ 68212 w 291278"/>
                <a:gd name="connsiteY4" fmla="*/ 220197 h 376504"/>
                <a:gd name="connsiteX5" fmla="*/ 176189 w 291278"/>
                <a:gd name="connsiteY5" fmla="*/ 376504 h 376504"/>
                <a:gd name="connsiteX6" fmla="*/ 252928 w 291278"/>
                <a:gd name="connsiteY6" fmla="*/ 223066 h 376504"/>
                <a:gd name="connsiteX7" fmla="*/ 291278 w 291278"/>
                <a:gd name="connsiteY7" fmla="*/ 161965 h 376504"/>
                <a:gd name="connsiteX8" fmla="*/ 247231 w 291278"/>
                <a:gd name="connsiteY8" fmla="*/ 126444 h 376504"/>
                <a:gd name="connsiteX9" fmla="*/ 241533 w 291278"/>
                <a:gd name="connsiteY9" fmla="*/ 0 h 376504"/>
                <a:gd name="connsiteX10" fmla="*/ 42633 w 291278"/>
                <a:gd name="connsiteY10" fmla="*/ 5658 h 37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278" h="376504">
                  <a:moveTo>
                    <a:pt x="42633" y="5658"/>
                  </a:moveTo>
                  <a:cubicBezTo>
                    <a:pt x="42633" y="5658"/>
                    <a:pt x="49745" y="61061"/>
                    <a:pt x="48291" y="80943"/>
                  </a:cubicBezTo>
                  <a:cubicBezTo>
                    <a:pt x="46876" y="100825"/>
                    <a:pt x="39725" y="113635"/>
                    <a:pt x="26994" y="122161"/>
                  </a:cubicBezTo>
                  <a:cubicBezTo>
                    <a:pt x="18468" y="127859"/>
                    <a:pt x="0" y="137800"/>
                    <a:pt x="0" y="137800"/>
                  </a:cubicBezTo>
                  <a:cubicBezTo>
                    <a:pt x="0" y="137800"/>
                    <a:pt x="39804" y="183262"/>
                    <a:pt x="68212" y="220197"/>
                  </a:cubicBezTo>
                  <a:cubicBezTo>
                    <a:pt x="96621" y="257132"/>
                    <a:pt x="176189" y="376504"/>
                    <a:pt x="176189" y="376504"/>
                  </a:cubicBezTo>
                  <a:cubicBezTo>
                    <a:pt x="176189" y="376504"/>
                    <a:pt x="237054" y="257054"/>
                    <a:pt x="252928" y="223066"/>
                  </a:cubicBezTo>
                  <a:cubicBezTo>
                    <a:pt x="272810" y="180433"/>
                    <a:pt x="291278" y="161965"/>
                    <a:pt x="291278" y="161965"/>
                  </a:cubicBezTo>
                  <a:cubicBezTo>
                    <a:pt x="291278" y="161965"/>
                    <a:pt x="255757" y="147741"/>
                    <a:pt x="247231" y="126444"/>
                  </a:cubicBezTo>
                  <a:cubicBezTo>
                    <a:pt x="238704" y="105148"/>
                    <a:pt x="241533" y="0"/>
                    <a:pt x="241533" y="0"/>
                  </a:cubicBezTo>
                  <a:lnTo>
                    <a:pt x="42633" y="5658"/>
                  </a:ln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019A821-3697-4A97-C10B-1D5C1D5FBFA4}"/>
                </a:ext>
              </a:extLst>
            </p:cNvPr>
            <p:cNvSpPr/>
            <p:nvPr/>
          </p:nvSpPr>
          <p:spPr>
            <a:xfrm>
              <a:off x="7611336" y="2107074"/>
              <a:ext cx="256260" cy="438312"/>
            </a:xfrm>
            <a:custGeom>
              <a:avLst/>
              <a:gdLst>
                <a:gd name="connsiteX0" fmla="*/ 206055 w 256260"/>
                <a:gd name="connsiteY0" fmla="*/ 0 h 438312"/>
                <a:gd name="connsiteX1" fmla="*/ 230220 w 256260"/>
                <a:gd name="connsiteY1" fmla="*/ 113674 h 438312"/>
                <a:gd name="connsiteX2" fmla="*/ 254385 w 256260"/>
                <a:gd name="connsiteY2" fmla="*/ 275639 h 438312"/>
                <a:gd name="connsiteX3" fmla="*/ 228806 w 256260"/>
                <a:gd name="connsiteY3" fmla="*/ 386445 h 438312"/>
                <a:gd name="connsiteX4" fmla="*/ 203226 w 256260"/>
                <a:gd name="connsiteY4" fmla="*/ 437605 h 438312"/>
                <a:gd name="connsiteX5" fmla="*/ 55446 w 256260"/>
                <a:gd name="connsiteY5" fmla="*/ 375090 h 438312"/>
                <a:gd name="connsiteX6" fmla="*/ 43 w 256260"/>
                <a:gd name="connsiteY6" fmla="*/ 308331 h 438312"/>
                <a:gd name="connsiteX7" fmla="*/ 82440 w 256260"/>
                <a:gd name="connsiteY7" fmla="*/ 177604 h 438312"/>
                <a:gd name="connsiteX8" fmla="*/ 206055 w 256260"/>
                <a:gd name="connsiteY8" fmla="*/ 0 h 43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260" h="438312">
                  <a:moveTo>
                    <a:pt x="206055" y="0"/>
                  </a:moveTo>
                  <a:cubicBezTo>
                    <a:pt x="206055" y="0"/>
                    <a:pt x="220279" y="61100"/>
                    <a:pt x="230220" y="113674"/>
                  </a:cubicBezTo>
                  <a:cubicBezTo>
                    <a:pt x="240161" y="166248"/>
                    <a:pt x="262912" y="250060"/>
                    <a:pt x="254385" y="275639"/>
                  </a:cubicBezTo>
                  <a:cubicBezTo>
                    <a:pt x="245859" y="301219"/>
                    <a:pt x="235918" y="363734"/>
                    <a:pt x="228806" y="386445"/>
                  </a:cubicBezTo>
                  <a:cubicBezTo>
                    <a:pt x="221694" y="409157"/>
                    <a:pt x="208924" y="430493"/>
                    <a:pt x="203226" y="437605"/>
                  </a:cubicBezTo>
                  <a:cubicBezTo>
                    <a:pt x="197529" y="444717"/>
                    <a:pt x="78196" y="396386"/>
                    <a:pt x="55446" y="375090"/>
                  </a:cubicBezTo>
                  <a:cubicBezTo>
                    <a:pt x="32695" y="353793"/>
                    <a:pt x="-1372" y="321101"/>
                    <a:pt x="43" y="308331"/>
                  </a:cubicBezTo>
                  <a:cubicBezTo>
                    <a:pt x="1457" y="295522"/>
                    <a:pt x="56074" y="219608"/>
                    <a:pt x="82440" y="177604"/>
                  </a:cubicBezTo>
                  <a:cubicBezTo>
                    <a:pt x="127902" y="105148"/>
                    <a:pt x="174817" y="2829"/>
                    <a:pt x="20605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A1678FE-F669-E269-E8E6-7DF7216583D8}"/>
                </a:ext>
              </a:extLst>
            </p:cNvPr>
            <p:cNvSpPr/>
            <p:nvPr/>
          </p:nvSpPr>
          <p:spPr>
            <a:xfrm>
              <a:off x="8251898" y="2192615"/>
              <a:ext cx="86948" cy="251710"/>
            </a:xfrm>
            <a:custGeom>
              <a:avLst/>
              <a:gdLst>
                <a:gd name="connsiteX0" fmla="*/ 21369 w 86948"/>
                <a:gd name="connsiteY0" fmla="*/ 198704 h 251710"/>
                <a:gd name="connsiteX1" fmla="*/ 1801 w 86948"/>
                <a:gd name="connsiteY1" fmla="*/ 0 h 251710"/>
                <a:gd name="connsiteX2" fmla="*/ 9817 w 86948"/>
                <a:gd name="connsiteY2" fmla="*/ 2122 h 251710"/>
                <a:gd name="connsiteX3" fmla="*/ 28677 w 86948"/>
                <a:gd name="connsiteY3" fmla="*/ 194342 h 251710"/>
                <a:gd name="connsiteX4" fmla="*/ 86909 w 86948"/>
                <a:gd name="connsiteY4" fmla="*/ 241297 h 251710"/>
                <a:gd name="connsiteX5" fmla="*/ 85888 w 86948"/>
                <a:gd name="connsiteY5" fmla="*/ 251710 h 251710"/>
                <a:gd name="connsiteX6" fmla="*/ 21369 w 86948"/>
                <a:gd name="connsiteY6" fmla="*/ 198704 h 251710"/>
                <a:gd name="connsiteX7" fmla="*/ 86949 w 86948"/>
                <a:gd name="connsiteY7" fmla="*/ 241297 h 251710"/>
                <a:gd name="connsiteX8" fmla="*/ 86438 w 86948"/>
                <a:gd name="connsiteY8" fmla="*/ 246523 h 251710"/>
                <a:gd name="connsiteX9" fmla="*/ 86949 w 86948"/>
                <a:gd name="connsiteY9" fmla="*/ 241297 h 25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948" h="251710">
                  <a:moveTo>
                    <a:pt x="21369" y="198704"/>
                  </a:moveTo>
                  <a:cubicBezTo>
                    <a:pt x="-950" y="137211"/>
                    <a:pt x="-2246" y="29548"/>
                    <a:pt x="1801" y="0"/>
                  </a:cubicBezTo>
                  <a:lnTo>
                    <a:pt x="9817" y="2122"/>
                  </a:lnTo>
                  <a:cubicBezTo>
                    <a:pt x="6359" y="27191"/>
                    <a:pt x="6516" y="134696"/>
                    <a:pt x="28677" y="194342"/>
                  </a:cubicBezTo>
                  <a:cubicBezTo>
                    <a:pt x="45495" y="239608"/>
                    <a:pt x="86281" y="241180"/>
                    <a:pt x="86909" y="241297"/>
                  </a:cubicBezTo>
                  <a:lnTo>
                    <a:pt x="85888" y="251710"/>
                  </a:lnTo>
                  <a:cubicBezTo>
                    <a:pt x="83962" y="251356"/>
                    <a:pt x="41330" y="253675"/>
                    <a:pt x="21369" y="198704"/>
                  </a:cubicBezTo>
                  <a:close/>
                  <a:moveTo>
                    <a:pt x="86949" y="241297"/>
                  </a:moveTo>
                  <a:lnTo>
                    <a:pt x="86438" y="246523"/>
                  </a:lnTo>
                  <a:lnTo>
                    <a:pt x="86949" y="241297"/>
                  </a:ln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4C1F43F-BCF6-ACCD-0DA8-3A31333E2B59}"/>
                </a:ext>
              </a:extLst>
            </p:cNvPr>
            <p:cNvSpPr/>
            <p:nvPr/>
          </p:nvSpPr>
          <p:spPr>
            <a:xfrm>
              <a:off x="8254485" y="2207978"/>
              <a:ext cx="113320" cy="226376"/>
            </a:xfrm>
            <a:custGeom>
              <a:avLst/>
              <a:gdLst>
                <a:gd name="connsiteX0" fmla="*/ 24165 w 113320"/>
                <a:gd name="connsiteY0" fmla="*/ 226366 h 226376"/>
                <a:gd name="connsiteX1" fmla="*/ 43772 w 113320"/>
                <a:gd name="connsiteY1" fmla="*/ 224244 h 226376"/>
                <a:gd name="connsiteX2" fmla="*/ 103969 w 113320"/>
                <a:gd name="connsiteY2" fmla="*/ 133085 h 226376"/>
                <a:gd name="connsiteX3" fmla="*/ 113321 w 113320"/>
                <a:gd name="connsiteY3" fmla="*/ 629 h 226376"/>
                <a:gd name="connsiteX4" fmla="*/ 105187 w 113320"/>
                <a:gd name="connsiteY4" fmla="*/ 0 h 226376"/>
                <a:gd name="connsiteX5" fmla="*/ 96071 w 113320"/>
                <a:gd name="connsiteY5" fmla="*/ 129981 h 226376"/>
                <a:gd name="connsiteX6" fmla="*/ 42397 w 113320"/>
                <a:gd name="connsiteY6" fmla="*/ 212849 h 226376"/>
                <a:gd name="connsiteX7" fmla="*/ 1493 w 113320"/>
                <a:gd name="connsiteY7" fmla="*/ 212339 h 226376"/>
                <a:gd name="connsiteX8" fmla="*/ 0 w 113320"/>
                <a:gd name="connsiteY8" fmla="*/ 223576 h 226376"/>
                <a:gd name="connsiteX9" fmla="*/ 24165 w 113320"/>
                <a:gd name="connsiteY9" fmla="*/ 226366 h 22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320" h="226376">
                  <a:moveTo>
                    <a:pt x="24165" y="226366"/>
                  </a:moveTo>
                  <a:cubicBezTo>
                    <a:pt x="29980" y="226288"/>
                    <a:pt x="36621" y="225698"/>
                    <a:pt x="43772" y="224244"/>
                  </a:cubicBezTo>
                  <a:cubicBezTo>
                    <a:pt x="72024" y="218508"/>
                    <a:pt x="95089" y="183576"/>
                    <a:pt x="103969" y="133085"/>
                  </a:cubicBezTo>
                  <a:cubicBezTo>
                    <a:pt x="111670" y="89195"/>
                    <a:pt x="113281" y="4244"/>
                    <a:pt x="113321" y="629"/>
                  </a:cubicBezTo>
                  <a:lnTo>
                    <a:pt x="105187" y="0"/>
                  </a:lnTo>
                  <a:cubicBezTo>
                    <a:pt x="105187" y="864"/>
                    <a:pt x="103537" y="87309"/>
                    <a:pt x="96071" y="129981"/>
                  </a:cubicBezTo>
                  <a:cubicBezTo>
                    <a:pt x="87977" y="176032"/>
                    <a:pt x="67427" y="207781"/>
                    <a:pt x="42397" y="212849"/>
                  </a:cubicBezTo>
                  <a:cubicBezTo>
                    <a:pt x="19214" y="217565"/>
                    <a:pt x="1650" y="212417"/>
                    <a:pt x="1493" y="212339"/>
                  </a:cubicBezTo>
                  <a:lnTo>
                    <a:pt x="0" y="223576"/>
                  </a:lnTo>
                  <a:cubicBezTo>
                    <a:pt x="511" y="223773"/>
                    <a:pt x="9941" y="226563"/>
                    <a:pt x="24165" y="226366"/>
                  </a:cubicBez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592434D-03EC-8DB7-9985-E9F1685F068A}"/>
                </a:ext>
              </a:extLst>
            </p:cNvPr>
            <p:cNvSpPr/>
            <p:nvPr/>
          </p:nvSpPr>
          <p:spPr>
            <a:xfrm>
              <a:off x="8249927" y="2021376"/>
              <a:ext cx="120305" cy="188843"/>
            </a:xfrm>
            <a:custGeom>
              <a:avLst/>
              <a:gdLst>
                <a:gd name="connsiteX0" fmla="*/ 33085 w 120305"/>
                <a:gd name="connsiteY0" fmla="*/ 41376 h 188843"/>
                <a:gd name="connsiteX1" fmla="*/ 0 w 120305"/>
                <a:gd name="connsiteY1" fmla="*/ 13006 h 188843"/>
                <a:gd name="connsiteX2" fmla="*/ 9077 w 120305"/>
                <a:gd name="connsiteY2" fmla="*/ 590 h 188843"/>
                <a:gd name="connsiteX3" fmla="*/ 59332 w 120305"/>
                <a:gd name="connsiteY3" fmla="*/ 69667 h 188843"/>
                <a:gd name="connsiteX4" fmla="*/ 66877 w 120305"/>
                <a:gd name="connsiteY4" fmla="*/ 119254 h 188843"/>
                <a:gd name="connsiteX5" fmla="*/ 112771 w 120305"/>
                <a:gd name="connsiteY5" fmla="*/ 143969 h 188843"/>
                <a:gd name="connsiteX6" fmla="*/ 120158 w 120305"/>
                <a:gd name="connsiteY6" fmla="*/ 187388 h 188843"/>
                <a:gd name="connsiteX7" fmla="*/ 107152 w 120305"/>
                <a:gd name="connsiteY7" fmla="*/ 186406 h 188843"/>
                <a:gd name="connsiteX8" fmla="*/ 101376 w 120305"/>
                <a:gd name="connsiteY8" fmla="*/ 150335 h 188843"/>
                <a:gd name="connsiteX9" fmla="*/ 60983 w 120305"/>
                <a:gd name="connsiteY9" fmla="*/ 132103 h 188843"/>
                <a:gd name="connsiteX10" fmla="*/ 58861 w 120305"/>
                <a:gd name="connsiteY10" fmla="*/ 131946 h 188843"/>
                <a:gd name="connsiteX11" fmla="*/ 57250 w 120305"/>
                <a:gd name="connsiteY11" fmla="*/ 131828 h 188843"/>
                <a:gd name="connsiteX12" fmla="*/ 19411 w 120305"/>
                <a:gd name="connsiteY12" fmla="*/ 149470 h 188843"/>
                <a:gd name="connsiteX13" fmla="*/ 15756 w 120305"/>
                <a:gd name="connsiteY13" fmla="*/ 178272 h 188843"/>
                <a:gd name="connsiteX14" fmla="*/ 2751 w 120305"/>
                <a:gd name="connsiteY14" fmla="*/ 179097 h 188843"/>
                <a:gd name="connsiteX15" fmla="*/ 7466 w 120305"/>
                <a:gd name="connsiteY15" fmla="*/ 144205 h 188843"/>
                <a:gd name="connsiteX16" fmla="*/ 51788 w 120305"/>
                <a:gd name="connsiteY16" fmla="*/ 118075 h 188843"/>
                <a:gd name="connsiteX17" fmla="*/ 33085 w 120305"/>
                <a:gd name="connsiteY17" fmla="*/ 41376 h 18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305" h="188843">
                  <a:moveTo>
                    <a:pt x="33085" y="41376"/>
                  </a:moveTo>
                  <a:cubicBezTo>
                    <a:pt x="22436" y="21376"/>
                    <a:pt x="0" y="13006"/>
                    <a:pt x="0" y="13006"/>
                  </a:cubicBezTo>
                  <a:cubicBezTo>
                    <a:pt x="0" y="13006"/>
                    <a:pt x="786" y="-3261"/>
                    <a:pt x="9077" y="590"/>
                  </a:cubicBezTo>
                  <a:cubicBezTo>
                    <a:pt x="35835" y="12967"/>
                    <a:pt x="50452" y="38114"/>
                    <a:pt x="59332" y="69667"/>
                  </a:cubicBezTo>
                  <a:cubicBezTo>
                    <a:pt x="63104" y="83183"/>
                    <a:pt x="65973" y="109667"/>
                    <a:pt x="66877" y="119254"/>
                  </a:cubicBezTo>
                  <a:cubicBezTo>
                    <a:pt x="90099" y="124284"/>
                    <a:pt x="102947" y="126248"/>
                    <a:pt x="112771" y="143969"/>
                  </a:cubicBezTo>
                  <a:cubicBezTo>
                    <a:pt x="122083" y="160747"/>
                    <a:pt x="120118" y="184677"/>
                    <a:pt x="120158" y="187388"/>
                  </a:cubicBezTo>
                  <a:cubicBezTo>
                    <a:pt x="120197" y="190060"/>
                    <a:pt x="107191" y="188645"/>
                    <a:pt x="107152" y="186406"/>
                  </a:cubicBezTo>
                  <a:cubicBezTo>
                    <a:pt x="107112" y="184127"/>
                    <a:pt x="108763" y="163655"/>
                    <a:pt x="101376" y="150335"/>
                  </a:cubicBezTo>
                  <a:cubicBezTo>
                    <a:pt x="92574" y="134461"/>
                    <a:pt x="76503" y="133242"/>
                    <a:pt x="60983" y="132103"/>
                  </a:cubicBezTo>
                  <a:lnTo>
                    <a:pt x="58861" y="131946"/>
                  </a:lnTo>
                  <a:cubicBezTo>
                    <a:pt x="58350" y="131906"/>
                    <a:pt x="57800" y="131867"/>
                    <a:pt x="57250" y="131828"/>
                  </a:cubicBezTo>
                  <a:cubicBezTo>
                    <a:pt x="42947" y="130531"/>
                    <a:pt x="27269" y="131631"/>
                    <a:pt x="19411" y="149470"/>
                  </a:cubicBezTo>
                  <a:cubicBezTo>
                    <a:pt x="14696" y="160158"/>
                    <a:pt x="15678" y="175286"/>
                    <a:pt x="15756" y="178272"/>
                  </a:cubicBezTo>
                  <a:cubicBezTo>
                    <a:pt x="15796" y="180590"/>
                    <a:pt x="3222" y="181258"/>
                    <a:pt x="2751" y="179097"/>
                  </a:cubicBezTo>
                  <a:cubicBezTo>
                    <a:pt x="2318" y="176936"/>
                    <a:pt x="1454" y="157840"/>
                    <a:pt x="7466" y="144205"/>
                  </a:cubicBezTo>
                  <a:cubicBezTo>
                    <a:pt x="16542" y="123576"/>
                    <a:pt x="34185" y="118704"/>
                    <a:pt x="51788" y="118075"/>
                  </a:cubicBezTo>
                  <a:cubicBezTo>
                    <a:pt x="52377" y="105423"/>
                    <a:pt x="46562" y="66641"/>
                    <a:pt x="33085" y="41376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98735BB8-DBEB-F0F3-4D57-A8E2DD091CDE}"/>
                </a:ext>
              </a:extLst>
            </p:cNvPr>
            <p:cNvSpPr/>
            <p:nvPr/>
          </p:nvSpPr>
          <p:spPr>
            <a:xfrm>
              <a:off x="8325553" y="2427572"/>
              <a:ext cx="31373" cy="23794"/>
            </a:xfrm>
            <a:custGeom>
              <a:avLst/>
              <a:gdLst>
                <a:gd name="connsiteX0" fmla="*/ 720 w 31373"/>
                <a:gd name="connsiteY0" fmla="*/ 18835 h 23794"/>
                <a:gd name="connsiteX1" fmla="*/ 24334 w 31373"/>
                <a:gd name="connsiteY1" fmla="*/ 23511 h 23794"/>
                <a:gd name="connsiteX2" fmla="*/ 28028 w 31373"/>
                <a:gd name="connsiteY2" fmla="*/ 4690 h 23794"/>
                <a:gd name="connsiteX3" fmla="*/ 2684 w 31373"/>
                <a:gd name="connsiteY3" fmla="*/ 643 h 23794"/>
                <a:gd name="connsiteX4" fmla="*/ 720 w 31373"/>
                <a:gd name="connsiteY4" fmla="*/ 18835 h 23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73" h="23794">
                  <a:moveTo>
                    <a:pt x="720" y="18835"/>
                  </a:moveTo>
                  <a:cubicBezTo>
                    <a:pt x="2291" y="20171"/>
                    <a:pt x="18716" y="25004"/>
                    <a:pt x="24334" y="23511"/>
                  </a:cubicBezTo>
                  <a:cubicBezTo>
                    <a:pt x="31918" y="21468"/>
                    <a:pt x="33726" y="8973"/>
                    <a:pt x="28028" y="4690"/>
                  </a:cubicBezTo>
                  <a:cubicBezTo>
                    <a:pt x="22370" y="368"/>
                    <a:pt x="3274" y="-929"/>
                    <a:pt x="2684" y="643"/>
                  </a:cubicBezTo>
                  <a:cubicBezTo>
                    <a:pt x="2134" y="2214"/>
                    <a:pt x="-1520" y="16949"/>
                    <a:pt x="720" y="1883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9F532A8-72B4-7835-E435-885C5F8431BA}"/>
                </a:ext>
              </a:extLst>
            </p:cNvPr>
            <p:cNvSpPr/>
            <p:nvPr/>
          </p:nvSpPr>
          <p:spPr>
            <a:xfrm>
              <a:off x="8243370" y="2416277"/>
              <a:ext cx="34914" cy="23701"/>
            </a:xfrm>
            <a:custGeom>
              <a:avLst/>
              <a:gdLst>
                <a:gd name="connsiteX0" fmla="*/ 33315 w 34914"/>
                <a:gd name="connsiteY0" fmla="*/ 3175 h 23701"/>
                <a:gd name="connsiteX1" fmla="*/ 14533 w 34914"/>
                <a:gd name="connsiteY1" fmla="*/ 32 h 23701"/>
                <a:gd name="connsiteX2" fmla="*/ 73 w 34914"/>
                <a:gd name="connsiteY2" fmla="*/ 8794 h 23701"/>
                <a:gd name="connsiteX3" fmla="*/ 10957 w 34914"/>
                <a:gd name="connsiteY3" fmla="*/ 23175 h 23701"/>
                <a:gd name="connsiteX4" fmla="*/ 33708 w 34914"/>
                <a:gd name="connsiteY4" fmla="*/ 21328 h 23701"/>
                <a:gd name="connsiteX5" fmla="*/ 33315 w 34914"/>
                <a:gd name="connsiteY5" fmla="*/ 3175 h 2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14" h="23701">
                  <a:moveTo>
                    <a:pt x="33315" y="3175"/>
                  </a:moveTo>
                  <a:cubicBezTo>
                    <a:pt x="32018" y="2507"/>
                    <a:pt x="21056" y="346"/>
                    <a:pt x="14533" y="32"/>
                  </a:cubicBezTo>
                  <a:cubicBezTo>
                    <a:pt x="8010" y="-283"/>
                    <a:pt x="741" y="1682"/>
                    <a:pt x="73" y="8794"/>
                  </a:cubicBezTo>
                  <a:cubicBezTo>
                    <a:pt x="-595" y="15906"/>
                    <a:pt x="3335" y="21289"/>
                    <a:pt x="10957" y="23175"/>
                  </a:cubicBezTo>
                  <a:cubicBezTo>
                    <a:pt x="17480" y="24786"/>
                    <a:pt x="31665" y="22271"/>
                    <a:pt x="33708" y="21328"/>
                  </a:cubicBezTo>
                  <a:cubicBezTo>
                    <a:pt x="35712" y="20385"/>
                    <a:pt x="34965" y="4000"/>
                    <a:pt x="33315" y="317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3C1D5F8-3BDC-6525-BB29-062CAFC6119A}"/>
                </a:ext>
              </a:extLst>
            </p:cNvPr>
            <p:cNvSpPr/>
            <p:nvPr/>
          </p:nvSpPr>
          <p:spPr>
            <a:xfrm>
              <a:off x="8447691" y="2165345"/>
              <a:ext cx="215589" cy="423380"/>
            </a:xfrm>
            <a:custGeom>
              <a:avLst/>
              <a:gdLst>
                <a:gd name="connsiteX0" fmla="*/ 70174 w 215589"/>
                <a:gd name="connsiteY0" fmla="*/ 0 h 423380"/>
                <a:gd name="connsiteX1" fmla="*/ 31824 w 215589"/>
                <a:gd name="connsiteY1" fmla="*/ 73871 h 423380"/>
                <a:gd name="connsiteX2" fmla="*/ 14771 w 215589"/>
                <a:gd name="connsiteY2" fmla="*/ 132142 h 423380"/>
                <a:gd name="connsiteX3" fmla="*/ 3415 w 215589"/>
                <a:gd name="connsiteY3" fmla="*/ 228763 h 423380"/>
                <a:gd name="connsiteX4" fmla="*/ 2001 w 215589"/>
                <a:gd name="connsiteY4" fmla="*/ 302634 h 423380"/>
                <a:gd name="connsiteX5" fmla="*/ 2001 w 215589"/>
                <a:gd name="connsiteY5" fmla="*/ 375090 h 423380"/>
                <a:gd name="connsiteX6" fmla="*/ 14810 w 215589"/>
                <a:gd name="connsiteY6" fmla="*/ 400669 h 423380"/>
                <a:gd name="connsiteX7" fmla="*/ 33278 w 215589"/>
                <a:gd name="connsiteY7" fmla="*/ 423380 h 423380"/>
                <a:gd name="connsiteX8" fmla="*/ 169703 w 215589"/>
                <a:gd name="connsiteY8" fmla="*/ 385031 h 423380"/>
                <a:gd name="connsiteX9" fmla="*/ 215165 w 215589"/>
                <a:gd name="connsiteY9" fmla="*/ 335286 h 423380"/>
                <a:gd name="connsiteX10" fmla="*/ 129899 w 215589"/>
                <a:gd name="connsiteY10" fmla="*/ 132103 h 423380"/>
                <a:gd name="connsiteX11" fmla="*/ 70174 w 215589"/>
                <a:gd name="connsiteY11" fmla="*/ 0 h 42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589" h="423380">
                  <a:moveTo>
                    <a:pt x="70174" y="0"/>
                  </a:moveTo>
                  <a:cubicBezTo>
                    <a:pt x="70174" y="0"/>
                    <a:pt x="46009" y="48291"/>
                    <a:pt x="31824" y="73871"/>
                  </a:cubicBezTo>
                  <a:cubicBezTo>
                    <a:pt x="17600" y="99450"/>
                    <a:pt x="14771" y="110806"/>
                    <a:pt x="14771" y="132142"/>
                  </a:cubicBezTo>
                  <a:cubicBezTo>
                    <a:pt x="14771" y="153478"/>
                    <a:pt x="7659" y="215993"/>
                    <a:pt x="3415" y="228763"/>
                  </a:cubicBezTo>
                  <a:cubicBezTo>
                    <a:pt x="-868" y="241572"/>
                    <a:pt x="-868" y="281337"/>
                    <a:pt x="2001" y="302634"/>
                  </a:cubicBezTo>
                  <a:cubicBezTo>
                    <a:pt x="4830" y="323930"/>
                    <a:pt x="2001" y="375090"/>
                    <a:pt x="2001" y="375090"/>
                  </a:cubicBezTo>
                  <a:cubicBezTo>
                    <a:pt x="2001" y="375090"/>
                    <a:pt x="11942" y="387899"/>
                    <a:pt x="14810" y="400669"/>
                  </a:cubicBezTo>
                  <a:cubicBezTo>
                    <a:pt x="17639" y="413439"/>
                    <a:pt x="24751" y="423380"/>
                    <a:pt x="33278" y="423380"/>
                  </a:cubicBezTo>
                  <a:cubicBezTo>
                    <a:pt x="41804" y="423380"/>
                    <a:pt x="148367" y="403498"/>
                    <a:pt x="169703" y="385031"/>
                  </a:cubicBezTo>
                  <a:cubicBezTo>
                    <a:pt x="191000" y="366563"/>
                    <a:pt x="219408" y="350925"/>
                    <a:pt x="215165" y="335286"/>
                  </a:cubicBezTo>
                  <a:cubicBezTo>
                    <a:pt x="210882" y="319647"/>
                    <a:pt x="145538" y="170452"/>
                    <a:pt x="129899" y="132103"/>
                  </a:cubicBezTo>
                  <a:cubicBezTo>
                    <a:pt x="114182" y="93753"/>
                    <a:pt x="98583" y="19882"/>
                    <a:pt x="7017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C13E48B-8715-71EE-7C7B-097E71EF8450}"/>
                </a:ext>
              </a:extLst>
            </p:cNvPr>
            <p:cNvSpPr/>
            <p:nvPr/>
          </p:nvSpPr>
          <p:spPr>
            <a:xfrm>
              <a:off x="7656168" y="2442399"/>
              <a:ext cx="600280" cy="379333"/>
            </a:xfrm>
            <a:custGeom>
              <a:avLst/>
              <a:gdLst>
                <a:gd name="connsiteX0" fmla="*/ 20554 w 600280"/>
                <a:gd name="connsiteY0" fmla="*/ 0 h 379333"/>
                <a:gd name="connsiteX1" fmla="*/ 672 w 600280"/>
                <a:gd name="connsiteY1" fmla="*/ 143497 h 379333"/>
                <a:gd name="connsiteX2" fmla="*/ 26251 w 600280"/>
                <a:gd name="connsiteY2" fmla="*/ 260001 h 379333"/>
                <a:gd name="connsiteX3" fmla="*/ 101576 w 600280"/>
                <a:gd name="connsiteY3" fmla="*/ 289824 h 379333"/>
                <a:gd name="connsiteX4" fmla="*/ 259258 w 600280"/>
                <a:gd name="connsiteY4" fmla="*/ 316818 h 379333"/>
                <a:gd name="connsiteX5" fmla="*/ 407039 w 600280"/>
                <a:gd name="connsiteY5" fmla="*/ 325345 h 379333"/>
                <a:gd name="connsiteX6" fmla="*/ 480909 w 600280"/>
                <a:gd name="connsiteY6" fmla="*/ 379333 h 379333"/>
                <a:gd name="connsiteX7" fmla="*/ 600281 w 600280"/>
                <a:gd name="connsiteY7" fmla="*/ 264244 h 379333"/>
                <a:gd name="connsiteX8" fmla="*/ 569004 w 600280"/>
                <a:gd name="connsiteY8" fmla="*/ 223026 h 379333"/>
                <a:gd name="connsiteX9" fmla="*/ 571833 w 600280"/>
                <a:gd name="connsiteY9" fmla="*/ 197447 h 379333"/>
                <a:gd name="connsiteX10" fmla="*/ 540595 w 600280"/>
                <a:gd name="connsiteY10" fmla="*/ 198861 h 379333"/>
                <a:gd name="connsiteX11" fmla="*/ 492265 w 600280"/>
                <a:gd name="connsiteY11" fmla="*/ 201690 h 379333"/>
                <a:gd name="connsiteX12" fmla="*/ 415565 w 600280"/>
                <a:gd name="connsiteY12" fmla="*/ 217329 h 379333"/>
                <a:gd name="connsiteX13" fmla="*/ 296233 w 600280"/>
                <a:gd name="connsiteY13" fmla="*/ 220158 h 379333"/>
                <a:gd name="connsiteX14" fmla="*/ 166920 w 600280"/>
                <a:gd name="connsiteY14" fmla="*/ 178940 h 379333"/>
                <a:gd name="connsiteX15" fmla="*/ 135682 w 600280"/>
                <a:gd name="connsiteY15" fmla="*/ 163301 h 379333"/>
                <a:gd name="connsiteX16" fmla="*/ 151321 w 600280"/>
                <a:gd name="connsiteY16" fmla="*/ 96503 h 379333"/>
                <a:gd name="connsiteX17" fmla="*/ 83108 w 600280"/>
                <a:gd name="connsiteY17" fmla="*/ 48212 h 379333"/>
                <a:gd name="connsiteX18" fmla="*/ 20554 w 600280"/>
                <a:gd name="connsiteY18" fmla="*/ 0 h 37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0280" h="379333">
                  <a:moveTo>
                    <a:pt x="20554" y="0"/>
                  </a:moveTo>
                  <a:cubicBezTo>
                    <a:pt x="20554" y="0"/>
                    <a:pt x="3501" y="80983"/>
                    <a:pt x="672" y="143497"/>
                  </a:cubicBezTo>
                  <a:cubicBezTo>
                    <a:pt x="-2157" y="206012"/>
                    <a:pt x="3501" y="251474"/>
                    <a:pt x="26251" y="260001"/>
                  </a:cubicBezTo>
                  <a:cubicBezTo>
                    <a:pt x="49002" y="268527"/>
                    <a:pt x="57529" y="272810"/>
                    <a:pt x="101576" y="289824"/>
                  </a:cubicBezTo>
                  <a:cubicBezTo>
                    <a:pt x="145584" y="306877"/>
                    <a:pt x="193914" y="316818"/>
                    <a:pt x="259258" y="316818"/>
                  </a:cubicBezTo>
                  <a:cubicBezTo>
                    <a:pt x="324602" y="316818"/>
                    <a:pt x="385703" y="313989"/>
                    <a:pt x="407039" y="325345"/>
                  </a:cubicBezTo>
                  <a:cubicBezTo>
                    <a:pt x="428335" y="336701"/>
                    <a:pt x="480909" y="379333"/>
                    <a:pt x="480909" y="379333"/>
                  </a:cubicBezTo>
                  <a:lnTo>
                    <a:pt x="600281" y="264244"/>
                  </a:lnTo>
                  <a:lnTo>
                    <a:pt x="569004" y="223026"/>
                  </a:lnTo>
                  <a:cubicBezTo>
                    <a:pt x="569004" y="223026"/>
                    <a:pt x="580360" y="207388"/>
                    <a:pt x="571833" y="197447"/>
                  </a:cubicBezTo>
                  <a:cubicBezTo>
                    <a:pt x="563306" y="187506"/>
                    <a:pt x="560477" y="198861"/>
                    <a:pt x="540595" y="198861"/>
                  </a:cubicBezTo>
                  <a:cubicBezTo>
                    <a:pt x="520713" y="198861"/>
                    <a:pt x="512186" y="196032"/>
                    <a:pt x="492265" y="201690"/>
                  </a:cubicBezTo>
                  <a:cubicBezTo>
                    <a:pt x="472383" y="207388"/>
                    <a:pt x="435447" y="210217"/>
                    <a:pt x="415565" y="217329"/>
                  </a:cubicBezTo>
                  <a:cubicBezTo>
                    <a:pt x="395683" y="224441"/>
                    <a:pt x="343109" y="230099"/>
                    <a:pt x="296233" y="220158"/>
                  </a:cubicBezTo>
                  <a:cubicBezTo>
                    <a:pt x="249356" y="210217"/>
                    <a:pt x="182558" y="183223"/>
                    <a:pt x="166920" y="178940"/>
                  </a:cubicBezTo>
                  <a:cubicBezTo>
                    <a:pt x="151281" y="174696"/>
                    <a:pt x="141340" y="168999"/>
                    <a:pt x="135682" y="163301"/>
                  </a:cubicBezTo>
                  <a:cubicBezTo>
                    <a:pt x="131517" y="159175"/>
                    <a:pt x="151321" y="96503"/>
                    <a:pt x="151321" y="96503"/>
                  </a:cubicBezTo>
                  <a:cubicBezTo>
                    <a:pt x="151321" y="96503"/>
                    <a:pt x="111556" y="75207"/>
                    <a:pt x="83108" y="48212"/>
                  </a:cubicBezTo>
                  <a:cubicBezTo>
                    <a:pt x="54660" y="21297"/>
                    <a:pt x="34778" y="4244"/>
                    <a:pt x="20554" y="0"/>
                  </a:cubicBez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81B9F32-566D-E75D-0A7E-7E16DD4292D9}"/>
                </a:ext>
              </a:extLst>
            </p:cNvPr>
            <p:cNvSpPr/>
            <p:nvPr/>
          </p:nvSpPr>
          <p:spPr>
            <a:xfrm>
              <a:off x="7929122" y="1554974"/>
              <a:ext cx="435678" cy="514522"/>
            </a:xfrm>
            <a:custGeom>
              <a:avLst/>
              <a:gdLst>
                <a:gd name="connsiteX0" fmla="*/ 419352 w 435678"/>
                <a:gd name="connsiteY0" fmla="*/ 294300 h 514522"/>
                <a:gd name="connsiteX1" fmla="*/ 406542 w 435678"/>
                <a:gd name="connsiteY1" fmla="*/ 169898 h 514522"/>
                <a:gd name="connsiteX2" fmla="*/ 350510 w 435678"/>
                <a:gd name="connsiteY2" fmla="*/ 99761 h 514522"/>
                <a:gd name="connsiteX3" fmla="*/ 263320 w 435678"/>
                <a:gd name="connsiteY3" fmla="*/ 29544 h 514522"/>
                <a:gd name="connsiteX4" fmla="*/ 224027 w 435678"/>
                <a:gd name="connsiteY4" fmla="*/ 703 h 514522"/>
                <a:gd name="connsiteX5" fmla="*/ 127523 w 435678"/>
                <a:gd name="connsiteY5" fmla="*/ 40546 h 514522"/>
                <a:gd name="connsiteX6" fmla="*/ 40057 w 435678"/>
                <a:gd name="connsiteY6" fmla="*/ 188956 h 514522"/>
                <a:gd name="connsiteX7" fmla="*/ 7209 w 435678"/>
                <a:gd name="connsiteY7" fmla="*/ 291942 h 514522"/>
                <a:gd name="connsiteX8" fmla="*/ 24340 w 435678"/>
                <a:gd name="connsiteY8" fmla="*/ 405263 h 514522"/>
                <a:gd name="connsiteX9" fmla="*/ 48780 w 435678"/>
                <a:gd name="connsiteY9" fmla="*/ 456540 h 514522"/>
                <a:gd name="connsiteX10" fmla="*/ 17346 w 435678"/>
                <a:gd name="connsiteY10" fmla="*/ 492336 h 514522"/>
                <a:gd name="connsiteX11" fmla="*/ 4183 w 435678"/>
                <a:gd name="connsiteY11" fmla="*/ 496344 h 514522"/>
                <a:gd name="connsiteX12" fmla="*/ 66855 w 435678"/>
                <a:gd name="connsiteY12" fmla="*/ 489703 h 514522"/>
                <a:gd name="connsiteX13" fmla="*/ 59429 w 435678"/>
                <a:gd name="connsiteY13" fmla="*/ 502670 h 514522"/>
                <a:gd name="connsiteX14" fmla="*/ 36325 w 435678"/>
                <a:gd name="connsiteY14" fmla="*/ 512375 h 514522"/>
                <a:gd name="connsiteX15" fmla="*/ 73417 w 435678"/>
                <a:gd name="connsiteY15" fmla="*/ 510450 h 514522"/>
                <a:gd name="connsiteX16" fmla="*/ 96718 w 435678"/>
                <a:gd name="connsiteY16" fmla="*/ 494222 h 514522"/>
                <a:gd name="connsiteX17" fmla="*/ 118722 w 435678"/>
                <a:gd name="connsiteY17" fmla="*/ 500037 h 514522"/>
                <a:gd name="connsiteX18" fmla="*/ 136443 w 435678"/>
                <a:gd name="connsiteY18" fmla="*/ 440155 h 514522"/>
                <a:gd name="connsiteX19" fmla="*/ 127680 w 435678"/>
                <a:gd name="connsiteY19" fmla="*/ 351510 h 514522"/>
                <a:gd name="connsiteX20" fmla="*/ 310196 w 435678"/>
                <a:gd name="connsiteY20" fmla="*/ 381923 h 514522"/>
                <a:gd name="connsiteX21" fmla="*/ 314990 w 435678"/>
                <a:gd name="connsiteY21" fmla="*/ 461766 h 514522"/>
                <a:gd name="connsiteX22" fmla="*/ 302219 w 435678"/>
                <a:gd name="connsiteY22" fmla="*/ 487621 h 514522"/>
                <a:gd name="connsiteX23" fmla="*/ 317976 w 435678"/>
                <a:gd name="connsiteY23" fmla="*/ 490921 h 514522"/>
                <a:gd name="connsiteX24" fmla="*/ 352750 w 435678"/>
                <a:gd name="connsiteY24" fmla="*/ 504477 h 514522"/>
                <a:gd name="connsiteX25" fmla="*/ 382691 w 435678"/>
                <a:gd name="connsiteY25" fmla="*/ 482788 h 514522"/>
                <a:gd name="connsiteX26" fmla="*/ 401591 w 435678"/>
                <a:gd name="connsiteY26" fmla="*/ 460587 h 514522"/>
                <a:gd name="connsiteX27" fmla="*/ 390786 w 435678"/>
                <a:gd name="connsiteY27" fmla="*/ 483888 h 514522"/>
                <a:gd name="connsiteX28" fmla="*/ 416247 w 435678"/>
                <a:gd name="connsiteY28" fmla="*/ 455911 h 514522"/>
                <a:gd name="connsiteX29" fmla="*/ 419352 w 435678"/>
                <a:gd name="connsiteY29" fmla="*/ 294300 h 514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5678" h="514522">
                  <a:moveTo>
                    <a:pt x="419352" y="294300"/>
                  </a:moveTo>
                  <a:cubicBezTo>
                    <a:pt x="426621" y="273317"/>
                    <a:pt x="430904" y="211588"/>
                    <a:pt x="406542" y="169898"/>
                  </a:cubicBezTo>
                  <a:cubicBezTo>
                    <a:pt x="395226" y="150566"/>
                    <a:pt x="361237" y="123336"/>
                    <a:pt x="350510" y="99761"/>
                  </a:cubicBezTo>
                  <a:cubicBezTo>
                    <a:pt x="327563" y="49387"/>
                    <a:pt x="294597" y="29387"/>
                    <a:pt x="263320" y="29544"/>
                  </a:cubicBezTo>
                  <a:cubicBezTo>
                    <a:pt x="263320" y="29544"/>
                    <a:pt x="247092" y="4908"/>
                    <a:pt x="224027" y="703"/>
                  </a:cubicBezTo>
                  <a:cubicBezTo>
                    <a:pt x="200962" y="-3501"/>
                    <a:pt x="163044" y="11313"/>
                    <a:pt x="127523" y="40546"/>
                  </a:cubicBezTo>
                  <a:cubicBezTo>
                    <a:pt x="92042" y="69780"/>
                    <a:pt x="52474" y="111077"/>
                    <a:pt x="40057" y="188956"/>
                  </a:cubicBezTo>
                  <a:cubicBezTo>
                    <a:pt x="34242" y="225616"/>
                    <a:pt x="16089" y="267541"/>
                    <a:pt x="7209" y="291942"/>
                  </a:cubicBezTo>
                  <a:cubicBezTo>
                    <a:pt x="-11141" y="342433"/>
                    <a:pt x="9605" y="382080"/>
                    <a:pt x="24340" y="405263"/>
                  </a:cubicBezTo>
                  <a:cubicBezTo>
                    <a:pt x="33181" y="419172"/>
                    <a:pt x="49252" y="438780"/>
                    <a:pt x="48780" y="456540"/>
                  </a:cubicBezTo>
                  <a:cubicBezTo>
                    <a:pt x="48348" y="474300"/>
                    <a:pt x="30509" y="488328"/>
                    <a:pt x="17346" y="492336"/>
                  </a:cubicBezTo>
                  <a:cubicBezTo>
                    <a:pt x="4183" y="496344"/>
                    <a:pt x="-1279" y="489232"/>
                    <a:pt x="4183" y="496344"/>
                  </a:cubicBezTo>
                  <a:cubicBezTo>
                    <a:pt x="23829" y="521963"/>
                    <a:pt x="66855" y="489703"/>
                    <a:pt x="66855" y="489703"/>
                  </a:cubicBezTo>
                  <a:cubicBezTo>
                    <a:pt x="66855" y="489703"/>
                    <a:pt x="65008" y="496344"/>
                    <a:pt x="59429" y="502670"/>
                  </a:cubicBezTo>
                  <a:cubicBezTo>
                    <a:pt x="52160" y="511000"/>
                    <a:pt x="36325" y="512375"/>
                    <a:pt x="36325" y="512375"/>
                  </a:cubicBezTo>
                  <a:cubicBezTo>
                    <a:pt x="36325" y="512375"/>
                    <a:pt x="52867" y="518308"/>
                    <a:pt x="73417" y="510450"/>
                  </a:cubicBezTo>
                  <a:cubicBezTo>
                    <a:pt x="87445" y="505067"/>
                    <a:pt x="96718" y="494222"/>
                    <a:pt x="96718" y="494222"/>
                  </a:cubicBezTo>
                  <a:cubicBezTo>
                    <a:pt x="96718" y="494222"/>
                    <a:pt x="108623" y="503102"/>
                    <a:pt x="118722" y="500037"/>
                  </a:cubicBezTo>
                  <a:cubicBezTo>
                    <a:pt x="140451" y="493554"/>
                    <a:pt x="138211" y="477404"/>
                    <a:pt x="136443" y="440155"/>
                  </a:cubicBezTo>
                  <a:cubicBezTo>
                    <a:pt x="134675" y="402944"/>
                    <a:pt x="127680" y="351510"/>
                    <a:pt x="127680" y="351510"/>
                  </a:cubicBezTo>
                  <a:cubicBezTo>
                    <a:pt x="125952" y="323376"/>
                    <a:pt x="310274" y="360665"/>
                    <a:pt x="310196" y="381923"/>
                  </a:cubicBezTo>
                  <a:cubicBezTo>
                    <a:pt x="310078" y="403180"/>
                    <a:pt x="314754" y="458072"/>
                    <a:pt x="314990" y="461766"/>
                  </a:cubicBezTo>
                  <a:cubicBezTo>
                    <a:pt x="315893" y="476029"/>
                    <a:pt x="309842" y="483338"/>
                    <a:pt x="302219" y="487621"/>
                  </a:cubicBezTo>
                  <a:cubicBezTo>
                    <a:pt x="304695" y="492257"/>
                    <a:pt x="314007" y="490371"/>
                    <a:pt x="317976" y="490921"/>
                  </a:cubicBezTo>
                  <a:cubicBezTo>
                    <a:pt x="334086" y="503063"/>
                    <a:pt x="344577" y="505970"/>
                    <a:pt x="352750" y="504477"/>
                  </a:cubicBezTo>
                  <a:cubicBezTo>
                    <a:pt x="370314" y="500116"/>
                    <a:pt x="374833" y="490803"/>
                    <a:pt x="382691" y="482788"/>
                  </a:cubicBezTo>
                  <a:cubicBezTo>
                    <a:pt x="389450" y="475872"/>
                    <a:pt x="397269" y="467463"/>
                    <a:pt x="401591" y="460587"/>
                  </a:cubicBezTo>
                  <a:cubicBezTo>
                    <a:pt x="398448" y="468760"/>
                    <a:pt x="393732" y="480784"/>
                    <a:pt x="390786" y="483888"/>
                  </a:cubicBezTo>
                  <a:cubicBezTo>
                    <a:pt x="385677" y="489232"/>
                    <a:pt x="407485" y="468013"/>
                    <a:pt x="416247" y="455911"/>
                  </a:cubicBezTo>
                  <a:cubicBezTo>
                    <a:pt x="465914" y="387384"/>
                    <a:pt x="402691" y="342591"/>
                    <a:pt x="419352" y="29430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CD2287B-A567-A60F-CB94-065809CCB99C}"/>
                </a:ext>
              </a:extLst>
            </p:cNvPr>
            <p:cNvSpPr/>
            <p:nvPr/>
          </p:nvSpPr>
          <p:spPr>
            <a:xfrm>
              <a:off x="8068579" y="2503428"/>
              <a:ext cx="557359" cy="335980"/>
            </a:xfrm>
            <a:custGeom>
              <a:avLst/>
              <a:gdLst>
                <a:gd name="connsiteX0" fmla="*/ 67084 w 557359"/>
                <a:gd name="connsiteY0" fmla="*/ 204669 h 335980"/>
                <a:gd name="connsiteX1" fmla="*/ 104019 w 557359"/>
                <a:gd name="connsiteY1" fmla="*/ 206084 h 335980"/>
                <a:gd name="connsiteX2" fmla="*/ 149481 w 557359"/>
                <a:gd name="connsiteY2" fmla="*/ 193274 h 335980"/>
                <a:gd name="connsiteX3" fmla="*/ 126731 w 557359"/>
                <a:gd name="connsiteY3" fmla="*/ 217439 h 335980"/>
                <a:gd name="connsiteX4" fmla="*/ 102565 w 557359"/>
                <a:gd name="connsiteY4" fmla="*/ 237322 h 335980"/>
                <a:gd name="connsiteX5" fmla="*/ 74157 w 557359"/>
                <a:gd name="connsiteY5" fmla="*/ 250092 h 335980"/>
                <a:gd name="connsiteX6" fmla="*/ 51406 w 557359"/>
                <a:gd name="connsiteY6" fmla="*/ 234453 h 335980"/>
                <a:gd name="connsiteX7" fmla="*/ 25826 w 557359"/>
                <a:gd name="connsiteY7" fmla="*/ 233039 h 335980"/>
                <a:gd name="connsiteX8" fmla="*/ 37182 w 557359"/>
                <a:gd name="connsiteY8" fmla="*/ 255789 h 335980"/>
                <a:gd name="connsiteX9" fmla="*/ 10188 w 557359"/>
                <a:gd name="connsiteY9" fmla="*/ 240151 h 335980"/>
                <a:gd name="connsiteX10" fmla="*/ 5944 w 557359"/>
                <a:gd name="connsiteY10" fmla="*/ 260033 h 335980"/>
                <a:gd name="connsiteX11" fmla="*/ 27241 w 557359"/>
                <a:gd name="connsiteY11" fmla="*/ 287027 h 335980"/>
                <a:gd name="connsiteX12" fmla="*/ 20168 w 557359"/>
                <a:gd name="connsiteY12" fmla="*/ 296968 h 335980"/>
                <a:gd name="connsiteX13" fmla="*/ 58518 w 557359"/>
                <a:gd name="connsiteY13" fmla="*/ 326792 h 335980"/>
                <a:gd name="connsiteX14" fmla="*/ 112507 w 557359"/>
                <a:gd name="connsiteY14" fmla="*/ 335318 h 335980"/>
                <a:gd name="connsiteX15" fmla="*/ 187831 w 557359"/>
                <a:gd name="connsiteY15" fmla="*/ 301212 h 335980"/>
                <a:gd name="connsiteX16" fmla="*/ 261702 w 557359"/>
                <a:gd name="connsiteY16" fmla="*/ 244394 h 335980"/>
                <a:gd name="connsiteX17" fmla="*/ 379620 w 557359"/>
                <a:gd name="connsiteY17" fmla="*/ 258618 h 335980"/>
                <a:gd name="connsiteX18" fmla="*/ 513176 w 557359"/>
                <a:gd name="connsiteY18" fmla="*/ 238736 h 335980"/>
                <a:gd name="connsiteX19" fmla="*/ 552940 w 557359"/>
                <a:gd name="connsiteY19" fmla="*/ 198972 h 335980"/>
                <a:gd name="connsiteX20" fmla="*/ 551526 w 557359"/>
                <a:gd name="connsiteY20" fmla="*/ 71 h 335980"/>
                <a:gd name="connsiteX21" fmla="*/ 474787 w 557359"/>
                <a:gd name="connsiteY21" fmla="*/ 34178 h 335980"/>
                <a:gd name="connsiteX22" fmla="*/ 416515 w 557359"/>
                <a:gd name="connsiteY22" fmla="*/ 72527 h 335980"/>
                <a:gd name="connsiteX23" fmla="*/ 419345 w 557359"/>
                <a:gd name="connsiteY23" fmla="*/ 120818 h 335980"/>
                <a:gd name="connsiteX24" fmla="*/ 371054 w 557359"/>
                <a:gd name="connsiteY24" fmla="*/ 140701 h 335980"/>
                <a:gd name="connsiteX25" fmla="*/ 268735 w 557359"/>
                <a:gd name="connsiteY25" fmla="*/ 143530 h 335980"/>
                <a:gd name="connsiteX26" fmla="*/ 183469 w 557359"/>
                <a:gd name="connsiteY26" fmla="*/ 147773 h 335980"/>
                <a:gd name="connsiteX27" fmla="*/ 143705 w 557359"/>
                <a:gd name="connsiteY27" fmla="*/ 159129 h 335980"/>
                <a:gd name="connsiteX28" fmla="*/ 98243 w 557359"/>
                <a:gd name="connsiteY28" fmla="*/ 170485 h 335980"/>
                <a:gd name="connsiteX29" fmla="*/ 76947 w 557359"/>
                <a:gd name="connsiteY29" fmla="*/ 186123 h 335980"/>
                <a:gd name="connsiteX30" fmla="*/ 67084 w 557359"/>
                <a:gd name="connsiteY30" fmla="*/ 204669 h 33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57359" h="335980">
                  <a:moveTo>
                    <a:pt x="67084" y="204669"/>
                  </a:moveTo>
                  <a:cubicBezTo>
                    <a:pt x="72939" y="210524"/>
                    <a:pt x="89835" y="210367"/>
                    <a:pt x="104019" y="206084"/>
                  </a:cubicBezTo>
                  <a:cubicBezTo>
                    <a:pt x="118204" y="201801"/>
                    <a:pt x="142369" y="187616"/>
                    <a:pt x="149481" y="193274"/>
                  </a:cubicBezTo>
                  <a:cubicBezTo>
                    <a:pt x="156593" y="198972"/>
                    <a:pt x="132428" y="210327"/>
                    <a:pt x="126731" y="217439"/>
                  </a:cubicBezTo>
                  <a:cubicBezTo>
                    <a:pt x="121033" y="224551"/>
                    <a:pt x="116789" y="230249"/>
                    <a:pt x="102565" y="237322"/>
                  </a:cubicBezTo>
                  <a:cubicBezTo>
                    <a:pt x="88341" y="244434"/>
                    <a:pt x="79815" y="250092"/>
                    <a:pt x="74157" y="250092"/>
                  </a:cubicBezTo>
                  <a:cubicBezTo>
                    <a:pt x="68459" y="250092"/>
                    <a:pt x="62801" y="241565"/>
                    <a:pt x="51406" y="234453"/>
                  </a:cubicBezTo>
                  <a:cubicBezTo>
                    <a:pt x="40050" y="227341"/>
                    <a:pt x="28656" y="225927"/>
                    <a:pt x="25826" y="233039"/>
                  </a:cubicBezTo>
                  <a:cubicBezTo>
                    <a:pt x="22997" y="240151"/>
                    <a:pt x="37182" y="255789"/>
                    <a:pt x="37182" y="255789"/>
                  </a:cubicBezTo>
                  <a:cubicBezTo>
                    <a:pt x="37182" y="255789"/>
                    <a:pt x="22958" y="237322"/>
                    <a:pt x="10188" y="240151"/>
                  </a:cubicBezTo>
                  <a:cubicBezTo>
                    <a:pt x="-2582" y="242980"/>
                    <a:pt x="-2582" y="250092"/>
                    <a:pt x="5944" y="260033"/>
                  </a:cubicBezTo>
                  <a:cubicBezTo>
                    <a:pt x="14432" y="269974"/>
                    <a:pt x="27241" y="287027"/>
                    <a:pt x="27241" y="287027"/>
                  </a:cubicBezTo>
                  <a:cubicBezTo>
                    <a:pt x="27241" y="287027"/>
                    <a:pt x="13056" y="288442"/>
                    <a:pt x="20168" y="296968"/>
                  </a:cubicBezTo>
                  <a:cubicBezTo>
                    <a:pt x="27241" y="305495"/>
                    <a:pt x="44333" y="322548"/>
                    <a:pt x="58518" y="326792"/>
                  </a:cubicBezTo>
                  <a:cubicBezTo>
                    <a:pt x="72742" y="331074"/>
                    <a:pt x="99736" y="338186"/>
                    <a:pt x="112507" y="335318"/>
                  </a:cubicBezTo>
                  <a:cubicBezTo>
                    <a:pt x="125316" y="332489"/>
                    <a:pt x="175021" y="311153"/>
                    <a:pt x="187831" y="301212"/>
                  </a:cubicBezTo>
                  <a:cubicBezTo>
                    <a:pt x="200601" y="291271"/>
                    <a:pt x="247517" y="250053"/>
                    <a:pt x="261702" y="244394"/>
                  </a:cubicBezTo>
                  <a:cubicBezTo>
                    <a:pt x="275926" y="238697"/>
                    <a:pt x="337026" y="255750"/>
                    <a:pt x="379620" y="258618"/>
                  </a:cubicBezTo>
                  <a:cubicBezTo>
                    <a:pt x="422252" y="261448"/>
                    <a:pt x="496123" y="242980"/>
                    <a:pt x="513176" y="238736"/>
                  </a:cubicBezTo>
                  <a:cubicBezTo>
                    <a:pt x="530229" y="234493"/>
                    <a:pt x="544414" y="217439"/>
                    <a:pt x="552940" y="198972"/>
                  </a:cubicBezTo>
                  <a:cubicBezTo>
                    <a:pt x="561467" y="180504"/>
                    <a:pt x="555769" y="1486"/>
                    <a:pt x="551526" y="71"/>
                  </a:cubicBezTo>
                  <a:cubicBezTo>
                    <a:pt x="547243" y="-1343"/>
                    <a:pt x="506064" y="18539"/>
                    <a:pt x="474787" y="34178"/>
                  </a:cubicBezTo>
                  <a:cubicBezTo>
                    <a:pt x="443510" y="49816"/>
                    <a:pt x="416515" y="72527"/>
                    <a:pt x="416515" y="72527"/>
                  </a:cubicBezTo>
                  <a:lnTo>
                    <a:pt x="419345" y="120818"/>
                  </a:lnTo>
                  <a:cubicBezTo>
                    <a:pt x="419345" y="120818"/>
                    <a:pt x="393804" y="132174"/>
                    <a:pt x="371054" y="140701"/>
                  </a:cubicBezTo>
                  <a:cubicBezTo>
                    <a:pt x="348303" y="149227"/>
                    <a:pt x="314197" y="144944"/>
                    <a:pt x="268735" y="143530"/>
                  </a:cubicBezTo>
                  <a:cubicBezTo>
                    <a:pt x="223273" y="142115"/>
                    <a:pt x="194864" y="144944"/>
                    <a:pt x="183469" y="147773"/>
                  </a:cubicBezTo>
                  <a:cubicBezTo>
                    <a:pt x="172114" y="150602"/>
                    <a:pt x="155061" y="157714"/>
                    <a:pt x="143705" y="159129"/>
                  </a:cubicBezTo>
                  <a:cubicBezTo>
                    <a:pt x="132349" y="160544"/>
                    <a:pt x="108184" y="161958"/>
                    <a:pt x="98243" y="170485"/>
                  </a:cubicBezTo>
                  <a:cubicBezTo>
                    <a:pt x="88302" y="179011"/>
                    <a:pt x="84059" y="183255"/>
                    <a:pt x="76947" y="186123"/>
                  </a:cubicBezTo>
                  <a:cubicBezTo>
                    <a:pt x="69913" y="189031"/>
                    <a:pt x="54274" y="191860"/>
                    <a:pt x="67084" y="204669"/>
                  </a:cubicBezTo>
                  <a:close/>
                </a:path>
              </a:pathLst>
            </a:custGeom>
            <a:solidFill>
              <a:srgbClr val="F3B6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B90FBE4-2102-6D29-450F-317BEAC55AF2}"/>
                </a:ext>
              </a:extLst>
            </p:cNvPr>
            <p:cNvSpPr/>
            <p:nvPr/>
          </p:nvSpPr>
          <p:spPr>
            <a:xfrm>
              <a:off x="7998462" y="1608487"/>
              <a:ext cx="298373" cy="394922"/>
            </a:xfrm>
            <a:custGeom>
              <a:avLst/>
              <a:gdLst>
                <a:gd name="connsiteX0" fmla="*/ 181680 w 298373"/>
                <a:gd name="connsiteY0" fmla="*/ 0 h 394922"/>
                <a:gd name="connsiteX1" fmla="*/ 180580 w 298373"/>
                <a:gd name="connsiteY1" fmla="*/ 22554 h 394922"/>
                <a:gd name="connsiteX2" fmla="*/ 166513 w 298373"/>
                <a:gd name="connsiteY2" fmla="*/ 22358 h 394922"/>
                <a:gd name="connsiteX3" fmla="*/ 150521 w 298373"/>
                <a:gd name="connsiteY3" fmla="*/ 27466 h 394922"/>
                <a:gd name="connsiteX4" fmla="*/ 120226 w 298373"/>
                <a:gd name="connsiteY4" fmla="*/ 30059 h 394922"/>
                <a:gd name="connsiteX5" fmla="*/ 49578 w 298373"/>
                <a:gd name="connsiteY5" fmla="*/ 91985 h 394922"/>
                <a:gd name="connsiteX6" fmla="*/ 39204 w 298373"/>
                <a:gd name="connsiteY6" fmla="*/ 143812 h 394922"/>
                <a:gd name="connsiteX7" fmla="*/ 29813 w 298373"/>
                <a:gd name="connsiteY7" fmla="*/ 211042 h 394922"/>
                <a:gd name="connsiteX8" fmla="*/ 4273 w 298373"/>
                <a:gd name="connsiteY8" fmla="*/ 206130 h 394922"/>
                <a:gd name="connsiteX9" fmla="*/ 3723 w 298373"/>
                <a:gd name="connsiteY9" fmla="*/ 241769 h 394922"/>
                <a:gd name="connsiteX10" fmla="*/ 13153 w 298373"/>
                <a:gd name="connsiteY10" fmla="*/ 267742 h 394922"/>
                <a:gd name="connsiteX11" fmla="*/ 28674 w 298373"/>
                <a:gd name="connsiteY11" fmla="*/ 287074 h 394922"/>
                <a:gd name="connsiteX12" fmla="*/ 41130 w 298373"/>
                <a:gd name="connsiteY12" fmla="*/ 276072 h 394922"/>
                <a:gd name="connsiteX13" fmla="*/ 54214 w 298373"/>
                <a:gd name="connsiteY13" fmla="*/ 315757 h 394922"/>
                <a:gd name="connsiteX14" fmla="*/ 93429 w 298373"/>
                <a:gd name="connsiteY14" fmla="*/ 367545 h 394922"/>
                <a:gd name="connsiteX15" fmla="*/ 144784 w 298373"/>
                <a:gd name="connsiteY15" fmla="*/ 394186 h 394922"/>
                <a:gd name="connsiteX16" fmla="*/ 197280 w 298373"/>
                <a:gd name="connsiteY16" fmla="*/ 387663 h 394922"/>
                <a:gd name="connsiteX17" fmla="*/ 251897 w 298373"/>
                <a:gd name="connsiteY17" fmla="*/ 334814 h 394922"/>
                <a:gd name="connsiteX18" fmla="*/ 269461 w 298373"/>
                <a:gd name="connsiteY18" fmla="*/ 285384 h 394922"/>
                <a:gd name="connsiteX19" fmla="*/ 272526 w 298373"/>
                <a:gd name="connsiteY19" fmla="*/ 270846 h 394922"/>
                <a:gd name="connsiteX20" fmla="*/ 290050 w 298373"/>
                <a:gd name="connsiteY20" fmla="*/ 265109 h 394922"/>
                <a:gd name="connsiteX21" fmla="*/ 294255 w 298373"/>
                <a:gd name="connsiteY21" fmla="*/ 239804 h 394922"/>
                <a:gd name="connsiteX22" fmla="*/ 297673 w 298373"/>
                <a:gd name="connsiteY22" fmla="*/ 202751 h 394922"/>
                <a:gd name="connsiteX23" fmla="*/ 273586 w 298373"/>
                <a:gd name="connsiteY23" fmla="*/ 170335 h 394922"/>
                <a:gd name="connsiteX24" fmla="*/ 250914 w 298373"/>
                <a:gd name="connsiteY24" fmla="*/ 81061 h 394922"/>
                <a:gd name="connsiteX25" fmla="*/ 192368 w 298373"/>
                <a:gd name="connsiteY25" fmla="*/ 28134 h 394922"/>
                <a:gd name="connsiteX26" fmla="*/ 181680 w 298373"/>
                <a:gd name="connsiteY26" fmla="*/ 0 h 394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8373" h="394922">
                  <a:moveTo>
                    <a:pt x="181680" y="0"/>
                  </a:moveTo>
                  <a:cubicBezTo>
                    <a:pt x="181680" y="0"/>
                    <a:pt x="181366" y="18939"/>
                    <a:pt x="180580" y="22554"/>
                  </a:cubicBezTo>
                  <a:cubicBezTo>
                    <a:pt x="179794" y="26208"/>
                    <a:pt x="175158" y="22358"/>
                    <a:pt x="166513" y="22358"/>
                  </a:cubicBezTo>
                  <a:cubicBezTo>
                    <a:pt x="159323" y="22397"/>
                    <a:pt x="154097" y="25462"/>
                    <a:pt x="150521" y="27466"/>
                  </a:cubicBezTo>
                  <a:cubicBezTo>
                    <a:pt x="140659" y="33006"/>
                    <a:pt x="127063" y="30334"/>
                    <a:pt x="120226" y="30059"/>
                  </a:cubicBezTo>
                  <a:cubicBezTo>
                    <a:pt x="83330" y="28487"/>
                    <a:pt x="54214" y="81965"/>
                    <a:pt x="49578" y="91985"/>
                  </a:cubicBezTo>
                  <a:cubicBezTo>
                    <a:pt x="44941" y="102004"/>
                    <a:pt x="44745" y="131317"/>
                    <a:pt x="39204" y="143812"/>
                  </a:cubicBezTo>
                  <a:cubicBezTo>
                    <a:pt x="29303" y="166248"/>
                    <a:pt x="35118" y="193399"/>
                    <a:pt x="29813" y="211042"/>
                  </a:cubicBezTo>
                  <a:cubicBezTo>
                    <a:pt x="26906" y="222555"/>
                    <a:pt x="17751" y="213989"/>
                    <a:pt x="4273" y="206130"/>
                  </a:cubicBezTo>
                  <a:cubicBezTo>
                    <a:pt x="-1228" y="213517"/>
                    <a:pt x="-1424" y="216739"/>
                    <a:pt x="3723" y="241769"/>
                  </a:cubicBezTo>
                  <a:cubicBezTo>
                    <a:pt x="5688" y="251199"/>
                    <a:pt x="12092" y="257250"/>
                    <a:pt x="13153" y="267742"/>
                  </a:cubicBezTo>
                  <a:cubicBezTo>
                    <a:pt x="14214" y="278233"/>
                    <a:pt x="20855" y="288017"/>
                    <a:pt x="28674" y="287074"/>
                  </a:cubicBezTo>
                  <a:cubicBezTo>
                    <a:pt x="36493" y="286091"/>
                    <a:pt x="41130" y="276072"/>
                    <a:pt x="41130" y="276072"/>
                  </a:cubicBezTo>
                  <a:cubicBezTo>
                    <a:pt x="41130" y="276072"/>
                    <a:pt x="44391" y="296897"/>
                    <a:pt x="54214" y="315757"/>
                  </a:cubicBezTo>
                  <a:cubicBezTo>
                    <a:pt x="64038" y="334618"/>
                    <a:pt x="78812" y="357565"/>
                    <a:pt x="93429" y="367545"/>
                  </a:cubicBezTo>
                  <a:cubicBezTo>
                    <a:pt x="108006" y="377526"/>
                    <a:pt x="134372" y="391946"/>
                    <a:pt x="144784" y="394186"/>
                  </a:cubicBezTo>
                  <a:cubicBezTo>
                    <a:pt x="155197" y="396426"/>
                    <a:pt x="179755" y="393361"/>
                    <a:pt x="197280" y="387663"/>
                  </a:cubicBezTo>
                  <a:cubicBezTo>
                    <a:pt x="214804" y="381927"/>
                    <a:pt x="240227" y="353950"/>
                    <a:pt x="251897" y="334814"/>
                  </a:cubicBezTo>
                  <a:cubicBezTo>
                    <a:pt x="263488" y="315640"/>
                    <a:pt x="268085" y="293832"/>
                    <a:pt x="269461" y="285384"/>
                  </a:cubicBezTo>
                  <a:cubicBezTo>
                    <a:pt x="270875" y="276936"/>
                    <a:pt x="272526" y="270846"/>
                    <a:pt x="272526" y="270846"/>
                  </a:cubicBezTo>
                  <a:cubicBezTo>
                    <a:pt x="272526" y="270846"/>
                    <a:pt x="282938" y="277368"/>
                    <a:pt x="290050" y="265109"/>
                  </a:cubicBezTo>
                  <a:cubicBezTo>
                    <a:pt x="294294" y="257840"/>
                    <a:pt x="291740" y="248370"/>
                    <a:pt x="294255" y="239804"/>
                  </a:cubicBezTo>
                  <a:cubicBezTo>
                    <a:pt x="296769" y="231238"/>
                    <a:pt x="299755" y="211946"/>
                    <a:pt x="297673" y="202751"/>
                  </a:cubicBezTo>
                  <a:cubicBezTo>
                    <a:pt x="276612" y="195482"/>
                    <a:pt x="277359" y="185227"/>
                    <a:pt x="273586" y="170335"/>
                  </a:cubicBezTo>
                  <a:cubicBezTo>
                    <a:pt x="269814" y="155443"/>
                    <a:pt x="260816" y="100983"/>
                    <a:pt x="250914" y="81061"/>
                  </a:cubicBezTo>
                  <a:cubicBezTo>
                    <a:pt x="229421" y="37800"/>
                    <a:pt x="192368" y="28134"/>
                    <a:pt x="192368" y="28134"/>
                  </a:cubicBezTo>
                  <a:cubicBezTo>
                    <a:pt x="192368" y="28134"/>
                    <a:pt x="186710" y="15914"/>
                    <a:pt x="181680" y="0"/>
                  </a:cubicBezTo>
                  <a:close/>
                </a:path>
              </a:pathLst>
            </a:custGeom>
            <a:solidFill>
              <a:srgbClr val="EDAB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2" name="Graphic 155">
            <a:extLst>
              <a:ext uri="{FF2B5EF4-FFF2-40B4-BE49-F238E27FC236}">
                <a16:creationId xmlns:a16="http://schemas.microsoft.com/office/drawing/2014/main" id="{E1922F3E-435A-ECC1-85F2-5C3CA72AE6DE}"/>
              </a:ext>
            </a:extLst>
          </p:cNvPr>
          <p:cNvGrpSpPr/>
          <p:nvPr/>
        </p:nvGrpSpPr>
        <p:grpSpPr>
          <a:xfrm>
            <a:off x="-5368072" y="-562487"/>
            <a:ext cx="1147942" cy="3033603"/>
            <a:chOff x="6912841" y="2528523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0E21B8D-357A-CCA0-185D-552AE94D2479}"/>
                </a:ext>
              </a:extLst>
            </p:cNvPr>
            <p:cNvSpPr/>
            <p:nvPr/>
          </p:nvSpPr>
          <p:spPr>
            <a:xfrm>
              <a:off x="7337074" y="298777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D75753B-F39A-A57B-3652-2A48D38534ED}"/>
                </a:ext>
              </a:extLst>
            </p:cNvPr>
            <p:cNvSpPr/>
            <p:nvPr/>
          </p:nvSpPr>
          <p:spPr>
            <a:xfrm>
              <a:off x="7137302" y="545571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C340EF7-693C-F266-F15F-04C7F6344AB4}"/>
                </a:ext>
              </a:extLst>
            </p:cNvPr>
            <p:cNvSpPr/>
            <p:nvPr/>
          </p:nvSpPr>
          <p:spPr>
            <a:xfrm>
              <a:off x="7147838" y="533977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6F3E349-84F5-3AED-31C3-B0481686E6AC}"/>
                </a:ext>
              </a:extLst>
            </p:cNvPr>
            <p:cNvSpPr/>
            <p:nvPr/>
          </p:nvSpPr>
          <p:spPr>
            <a:xfrm>
              <a:off x="7602823" y="544797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4332CC-251A-2F42-97CC-6DC48E751A08}"/>
                </a:ext>
              </a:extLst>
            </p:cNvPr>
            <p:cNvSpPr/>
            <p:nvPr/>
          </p:nvSpPr>
          <p:spPr>
            <a:xfrm>
              <a:off x="7602823" y="538458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F0C6236-851E-658D-6C38-2ED429B89055}"/>
                </a:ext>
              </a:extLst>
            </p:cNvPr>
            <p:cNvSpPr/>
            <p:nvPr/>
          </p:nvSpPr>
          <p:spPr>
            <a:xfrm>
              <a:off x="7161437" y="385342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43A9776-ED91-76FB-2841-6B473FFAD6FB}"/>
                </a:ext>
              </a:extLst>
            </p:cNvPr>
            <p:cNvSpPr/>
            <p:nvPr/>
          </p:nvSpPr>
          <p:spPr>
            <a:xfrm>
              <a:off x="7406277" y="299424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1"/>
            </a:solidFill>
            <a:ln w="3691" cap="flat">
              <a:solidFill>
                <a:schemeClr val="tx1">
                  <a:lumMod val="95000"/>
                  <a:lumOff val="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9525C595-190B-70B0-AB2C-F4E82DDD5AD9}"/>
                </a:ext>
              </a:extLst>
            </p:cNvPr>
            <p:cNvSpPr/>
            <p:nvPr/>
          </p:nvSpPr>
          <p:spPr>
            <a:xfrm>
              <a:off x="7365034" y="293366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11CEAD4-A9BF-BE92-FAF5-5843F1C670EA}"/>
                </a:ext>
              </a:extLst>
            </p:cNvPr>
            <p:cNvSpPr/>
            <p:nvPr/>
          </p:nvSpPr>
          <p:spPr>
            <a:xfrm>
              <a:off x="7113615" y="301852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57DC3A9-C31F-7B25-FF6A-295BDB0C6B1A}"/>
                </a:ext>
              </a:extLst>
            </p:cNvPr>
            <p:cNvSpPr/>
            <p:nvPr/>
          </p:nvSpPr>
          <p:spPr>
            <a:xfrm>
              <a:off x="7490370" y="298903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44D788A-0845-66A5-AA0C-6FDB1233F83C}"/>
                </a:ext>
              </a:extLst>
            </p:cNvPr>
            <p:cNvSpPr/>
            <p:nvPr/>
          </p:nvSpPr>
          <p:spPr>
            <a:xfrm>
              <a:off x="7078800" y="367104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DE42272-FDD4-072D-25E8-71878AB3495E}"/>
                </a:ext>
              </a:extLst>
            </p:cNvPr>
            <p:cNvSpPr/>
            <p:nvPr/>
          </p:nvSpPr>
          <p:spPr>
            <a:xfrm>
              <a:off x="7118953" y="368576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4343D6A-9FCF-BDA3-E7F8-F167BECB7C97}"/>
                </a:ext>
              </a:extLst>
            </p:cNvPr>
            <p:cNvSpPr/>
            <p:nvPr/>
          </p:nvSpPr>
          <p:spPr>
            <a:xfrm>
              <a:off x="7116362" y="366160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B77647A-1891-4315-1568-5E83780FA3A0}"/>
                </a:ext>
              </a:extLst>
            </p:cNvPr>
            <p:cNvSpPr/>
            <p:nvPr/>
          </p:nvSpPr>
          <p:spPr>
            <a:xfrm>
              <a:off x="6912841" y="309409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7B912B31-5272-8F49-2F16-0DCAA20F38FB}"/>
                </a:ext>
              </a:extLst>
            </p:cNvPr>
            <p:cNvSpPr/>
            <p:nvPr/>
          </p:nvSpPr>
          <p:spPr>
            <a:xfrm>
              <a:off x="7735383" y="369409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EF6ADEC-714E-8748-6E55-8ACE716849C6}"/>
                </a:ext>
              </a:extLst>
            </p:cNvPr>
            <p:cNvSpPr/>
            <p:nvPr/>
          </p:nvSpPr>
          <p:spPr>
            <a:xfrm>
              <a:off x="7744968" y="369982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270CC96-8EA1-4E11-EE62-641C2059DEB1}"/>
                </a:ext>
              </a:extLst>
            </p:cNvPr>
            <p:cNvSpPr/>
            <p:nvPr/>
          </p:nvSpPr>
          <p:spPr>
            <a:xfrm>
              <a:off x="7621902" y="368643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24EA069-1B86-76B3-F664-086A629481B0}"/>
                </a:ext>
              </a:extLst>
            </p:cNvPr>
            <p:cNvSpPr/>
            <p:nvPr/>
          </p:nvSpPr>
          <p:spPr>
            <a:xfrm>
              <a:off x="7712994" y="307744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F79E86C-1BDA-A721-BC26-D5A944270FF3}"/>
                </a:ext>
              </a:extLst>
            </p:cNvPr>
            <p:cNvSpPr/>
            <p:nvPr/>
          </p:nvSpPr>
          <p:spPr>
            <a:xfrm>
              <a:off x="7144599" y="377969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C92EBA9-9A31-CEFE-EAC1-67AAE590CE30}"/>
                </a:ext>
              </a:extLst>
            </p:cNvPr>
            <p:cNvSpPr/>
            <p:nvPr/>
          </p:nvSpPr>
          <p:spPr>
            <a:xfrm>
              <a:off x="7640313" y="379423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928DFE2-AFD8-FEAC-AD6D-EB7BB954101F}"/>
                </a:ext>
              </a:extLst>
            </p:cNvPr>
            <p:cNvSpPr/>
            <p:nvPr/>
          </p:nvSpPr>
          <p:spPr>
            <a:xfrm>
              <a:off x="7361831" y="278262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8668E1B-4AED-9E7C-08AD-59C07F736AA5}"/>
                </a:ext>
              </a:extLst>
            </p:cNvPr>
            <p:cNvSpPr/>
            <p:nvPr/>
          </p:nvSpPr>
          <p:spPr>
            <a:xfrm>
              <a:off x="7624916" y="316792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9F57DA4-5CC2-5933-587B-54997DB53C06}"/>
                </a:ext>
              </a:extLst>
            </p:cNvPr>
            <p:cNvSpPr/>
            <p:nvPr/>
          </p:nvSpPr>
          <p:spPr>
            <a:xfrm>
              <a:off x="7608848" y="333312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6ED3267-A955-D98A-3063-49C8A1C7037E}"/>
                </a:ext>
              </a:extLst>
            </p:cNvPr>
            <p:cNvSpPr/>
            <p:nvPr/>
          </p:nvSpPr>
          <p:spPr>
            <a:xfrm>
              <a:off x="7611705" y="333312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4E8015F-D2CA-5A2E-85A5-B7EA034F7C35}"/>
                </a:ext>
              </a:extLst>
            </p:cNvPr>
            <p:cNvSpPr/>
            <p:nvPr/>
          </p:nvSpPr>
          <p:spPr>
            <a:xfrm>
              <a:off x="7624140" y="333069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2B88235-9788-BD64-7EE0-3046874220AA}"/>
                </a:ext>
              </a:extLst>
            </p:cNvPr>
            <p:cNvSpPr/>
            <p:nvPr/>
          </p:nvSpPr>
          <p:spPr>
            <a:xfrm>
              <a:off x="7619698" y="332028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F1B165F-0F11-8979-FBDF-E822D2D18D29}"/>
                </a:ext>
              </a:extLst>
            </p:cNvPr>
            <p:cNvSpPr/>
            <p:nvPr/>
          </p:nvSpPr>
          <p:spPr>
            <a:xfrm>
              <a:off x="7617279" y="331818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5B49DDA-C010-CDA7-7582-9545ED26665E}"/>
                </a:ext>
              </a:extLst>
            </p:cNvPr>
            <p:cNvSpPr/>
            <p:nvPr/>
          </p:nvSpPr>
          <p:spPr>
            <a:xfrm>
              <a:off x="7225531" y="312458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1B0BE47-D354-9AED-7D49-12871A2AD582}"/>
                </a:ext>
              </a:extLst>
            </p:cNvPr>
            <p:cNvSpPr/>
            <p:nvPr/>
          </p:nvSpPr>
          <p:spPr>
            <a:xfrm>
              <a:off x="7226704" y="343633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DA4C5C6-7596-CCE1-E297-7BC4560B0289}"/>
                </a:ext>
              </a:extLst>
            </p:cNvPr>
            <p:cNvSpPr/>
            <p:nvPr/>
          </p:nvSpPr>
          <p:spPr>
            <a:xfrm>
              <a:off x="7225904" y="342608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36AF196A-6463-E97F-37D0-94C15B4A47AA}"/>
                </a:ext>
              </a:extLst>
            </p:cNvPr>
            <p:cNvSpPr/>
            <p:nvPr/>
          </p:nvSpPr>
          <p:spPr>
            <a:xfrm>
              <a:off x="7253246" y="352898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FEEF19F-C17F-FCB8-1631-05199D33A6FF}"/>
                </a:ext>
              </a:extLst>
            </p:cNvPr>
            <p:cNvSpPr/>
            <p:nvPr/>
          </p:nvSpPr>
          <p:spPr>
            <a:xfrm>
              <a:off x="7215876" y="355643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3DF46E6-2F6E-D83E-9857-61C6F99F2C1F}"/>
                </a:ext>
              </a:extLst>
            </p:cNvPr>
            <p:cNvSpPr/>
            <p:nvPr/>
          </p:nvSpPr>
          <p:spPr>
            <a:xfrm>
              <a:off x="7256192" y="296568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6131DD9-A5F9-4E5E-86C6-9B15789D4CB4}"/>
                </a:ext>
              </a:extLst>
            </p:cNvPr>
            <p:cNvSpPr/>
            <p:nvPr/>
          </p:nvSpPr>
          <p:spPr>
            <a:xfrm>
              <a:off x="7490765" y="294219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6B57EED-E928-FB97-A50D-F3BAE2040C8C}"/>
                </a:ext>
              </a:extLst>
            </p:cNvPr>
            <p:cNvSpPr/>
            <p:nvPr/>
          </p:nvSpPr>
          <p:spPr>
            <a:xfrm>
              <a:off x="7313167" y="273514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9D09D9D-68E0-5839-618F-F5DD885DF200}"/>
                </a:ext>
              </a:extLst>
            </p:cNvPr>
            <p:cNvSpPr/>
            <p:nvPr/>
          </p:nvSpPr>
          <p:spPr>
            <a:xfrm>
              <a:off x="7551494" y="273514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6B2F57F-4B0B-21B2-4C0B-919DE5F99C40}"/>
                </a:ext>
              </a:extLst>
            </p:cNvPr>
            <p:cNvSpPr/>
            <p:nvPr/>
          </p:nvSpPr>
          <p:spPr>
            <a:xfrm>
              <a:off x="7339964" y="258042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78410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AC89092-4394-6F71-F2F9-5BB09F202C25}"/>
                </a:ext>
              </a:extLst>
            </p:cNvPr>
            <p:cNvSpPr/>
            <p:nvPr/>
          </p:nvSpPr>
          <p:spPr>
            <a:xfrm>
              <a:off x="7323369" y="252852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81" name="Graphic 180">
            <a:extLst>
              <a:ext uri="{FF2B5EF4-FFF2-40B4-BE49-F238E27FC236}">
                <a16:creationId xmlns:a16="http://schemas.microsoft.com/office/drawing/2014/main" id="{0B9F5FCA-E0E9-A939-8814-C8E025878786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-9414391" y="-874689"/>
            <a:ext cx="1736625" cy="3109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82" name="Graphic 164">
            <a:extLst>
              <a:ext uri="{FF2B5EF4-FFF2-40B4-BE49-F238E27FC236}">
                <a16:creationId xmlns:a16="http://schemas.microsoft.com/office/drawing/2014/main" id="{1061E90F-29FE-1906-7031-E6DFBAC38CD3}"/>
              </a:ext>
            </a:extLst>
          </p:cNvPr>
          <p:cNvGrpSpPr/>
          <p:nvPr/>
        </p:nvGrpSpPr>
        <p:grpSpPr>
          <a:xfrm>
            <a:off x="18458076" y="-1351303"/>
            <a:ext cx="891879" cy="2735603"/>
            <a:chOff x="8043908" y="4105941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B7734A-301E-17AF-B66D-976E5B36B1B4}"/>
                </a:ext>
              </a:extLst>
            </p:cNvPr>
            <p:cNvSpPr/>
            <p:nvPr/>
          </p:nvSpPr>
          <p:spPr>
            <a:xfrm>
              <a:off x="8416776" y="4105941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4054B26-BD27-F789-D2AB-64DC8C724A52}"/>
                </a:ext>
              </a:extLst>
            </p:cNvPr>
            <p:cNvSpPr/>
            <p:nvPr/>
          </p:nvSpPr>
          <p:spPr>
            <a:xfrm>
              <a:off x="8703011" y="6848046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B51F22C-6237-7F3E-25AA-2EB743DD509F}"/>
                </a:ext>
              </a:extLst>
            </p:cNvPr>
            <p:cNvSpPr/>
            <p:nvPr/>
          </p:nvSpPr>
          <p:spPr>
            <a:xfrm>
              <a:off x="8374206" y="6865995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2E57EEE-FA58-05B1-41B6-CCBD5CB83FBF}"/>
                </a:ext>
              </a:extLst>
            </p:cNvPr>
            <p:cNvSpPr/>
            <p:nvPr/>
          </p:nvSpPr>
          <p:spPr>
            <a:xfrm>
              <a:off x="8460965" y="4536883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rgbClr val="002060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D543C65-3D1C-E42B-68C4-51F23ADE9E28}"/>
                </a:ext>
              </a:extLst>
            </p:cNvPr>
            <p:cNvSpPr/>
            <p:nvPr/>
          </p:nvSpPr>
          <p:spPr>
            <a:xfrm>
              <a:off x="8339794" y="5383524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B7767AA-B7AB-2246-FC62-4E422CDE6C43}"/>
                </a:ext>
              </a:extLst>
            </p:cNvPr>
            <p:cNvSpPr/>
            <p:nvPr/>
          </p:nvSpPr>
          <p:spPr>
            <a:xfrm>
              <a:off x="8830551" y="5439154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13CA7606-B8C0-FD68-7E14-BAC6AF046FD0}"/>
                </a:ext>
              </a:extLst>
            </p:cNvPr>
            <p:cNvSpPr/>
            <p:nvPr/>
          </p:nvSpPr>
          <p:spPr>
            <a:xfrm>
              <a:off x="8877731" y="5477399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E0A04F8-DFC7-E1F5-3BEC-4C5F91A89A13}"/>
                </a:ext>
              </a:extLst>
            </p:cNvPr>
            <p:cNvSpPr/>
            <p:nvPr/>
          </p:nvSpPr>
          <p:spPr>
            <a:xfrm>
              <a:off x="8772385" y="4664534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9EA1ABA-834A-8F75-0FF3-20F50CC22F7E}"/>
                </a:ext>
              </a:extLst>
            </p:cNvPr>
            <p:cNvSpPr/>
            <p:nvPr/>
          </p:nvSpPr>
          <p:spPr>
            <a:xfrm>
              <a:off x="8694568" y="4591548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D416D1F2-4C20-FAE7-317D-4B7FF9E2DAD5}"/>
                </a:ext>
              </a:extLst>
            </p:cNvPr>
            <p:cNvSpPr/>
            <p:nvPr/>
          </p:nvSpPr>
          <p:spPr>
            <a:xfrm>
              <a:off x="8219553" y="4563805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7C251D4-1536-E547-1587-58D1FDAF81FE}"/>
                </a:ext>
              </a:extLst>
            </p:cNvPr>
            <p:cNvSpPr/>
            <p:nvPr/>
          </p:nvSpPr>
          <p:spPr>
            <a:xfrm>
              <a:off x="8219842" y="5273707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1142D610-8FB9-29E8-CD18-A01030DCC1DA}"/>
                </a:ext>
              </a:extLst>
            </p:cNvPr>
            <p:cNvSpPr/>
            <p:nvPr/>
          </p:nvSpPr>
          <p:spPr>
            <a:xfrm>
              <a:off x="8255562" y="5251439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1F024F13-849A-3C70-649A-24B11D29CD4B}"/>
                </a:ext>
              </a:extLst>
            </p:cNvPr>
            <p:cNvSpPr/>
            <p:nvPr/>
          </p:nvSpPr>
          <p:spPr>
            <a:xfrm>
              <a:off x="8043908" y="4680285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106C503C-DAEB-51BA-34E5-9AF6A9E060D3}"/>
                </a:ext>
              </a:extLst>
            </p:cNvPr>
            <p:cNvSpPr/>
            <p:nvPr/>
          </p:nvSpPr>
          <p:spPr>
            <a:xfrm>
              <a:off x="8415573" y="4509969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AC2B3B6-7272-A677-CF2F-D1B61FA296F1}"/>
                </a:ext>
              </a:extLst>
            </p:cNvPr>
            <p:cNvSpPr/>
            <p:nvPr/>
          </p:nvSpPr>
          <p:spPr>
            <a:xfrm>
              <a:off x="8676684" y="4704229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AAC7576A-A86C-2500-37FE-9A0B00D318C6}"/>
                </a:ext>
              </a:extLst>
            </p:cNvPr>
            <p:cNvSpPr/>
            <p:nvPr/>
          </p:nvSpPr>
          <p:spPr>
            <a:xfrm>
              <a:off x="8778120" y="4764443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F5802748-E44B-87CF-BBCE-53A71B524575}"/>
                </a:ext>
              </a:extLst>
            </p:cNvPr>
            <p:cNvSpPr/>
            <p:nvPr/>
          </p:nvSpPr>
          <p:spPr>
            <a:xfrm>
              <a:off x="8668343" y="4751372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9542141-FEFB-C9A3-3D8C-EC1D1C9E3882}"/>
                </a:ext>
              </a:extLst>
            </p:cNvPr>
            <p:cNvSpPr/>
            <p:nvPr/>
          </p:nvSpPr>
          <p:spPr>
            <a:xfrm>
              <a:off x="8433804" y="4497162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E7DEAA7A-2AA8-B5E0-1283-D600C6DA610E}"/>
                </a:ext>
              </a:extLst>
            </p:cNvPr>
            <p:cNvSpPr/>
            <p:nvPr/>
          </p:nvSpPr>
          <p:spPr>
            <a:xfrm>
              <a:off x="8457093" y="4836741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1E4D9880-68D9-71DA-0361-90090547A0C0}"/>
                </a:ext>
              </a:extLst>
            </p:cNvPr>
            <p:cNvSpPr/>
            <p:nvPr/>
          </p:nvSpPr>
          <p:spPr>
            <a:xfrm>
              <a:off x="8491314" y="4862732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1F86645-4AEF-57C0-AAA2-935AA97062E5}"/>
                </a:ext>
              </a:extLst>
            </p:cNvPr>
            <p:cNvSpPr/>
            <p:nvPr/>
          </p:nvSpPr>
          <p:spPr>
            <a:xfrm>
              <a:off x="8455566" y="4874778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BE825D-1EBD-7F67-304D-36CC5A294BED}"/>
                </a:ext>
              </a:extLst>
            </p:cNvPr>
            <p:cNvSpPr/>
            <p:nvPr/>
          </p:nvSpPr>
          <p:spPr>
            <a:xfrm>
              <a:off x="8442045" y="4856392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FAC98B2-953D-DEA0-1C00-7FCB12861D53}"/>
                </a:ext>
              </a:extLst>
            </p:cNvPr>
            <p:cNvSpPr/>
            <p:nvPr/>
          </p:nvSpPr>
          <p:spPr>
            <a:xfrm>
              <a:off x="8481829" y="4407481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C060FFF-69E8-AC75-957B-38A7CFDDF210}"/>
                </a:ext>
              </a:extLst>
            </p:cNvPr>
            <p:cNvSpPr/>
            <p:nvPr/>
          </p:nvSpPr>
          <p:spPr>
            <a:xfrm>
              <a:off x="8766490" y="4951445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06A601C0-8972-DFF0-7724-C60B6EBC19F6}"/>
                </a:ext>
              </a:extLst>
            </p:cNvPr>
            <p:cNvSpPr/>
            <p:nvPr/>
          </p:nvSpPr>
          <p:spPr>
            <a:xfrm>
              <a:off x="8742865" y="4954580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AEF1B844-DE88-A3CC-9318-0D29A5CDDBF1}"/>
                </a:ext>
              </a:extLst>
            </p:cNvPr>
            <p:cNvSpPr/>
            <p:nvPr/>
          </p:nvSpPr>
          <p:spPr>
            <a:xfrm>
              <a:off x="8297721" y="5435021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670BED2-D481-72AD-CEA3-FF23B6914E75}"/>
                </a:ext>
              </a:extLst>
            </p:cNvPr>
            <p:cNvSpPr/>
            <p:nvPr/>
          </p:nvSpPr>
          <p:spPr>
            <a:xfrm>
              <a:off x="8838892" y="5405901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ECF3F06-BA1C-8A52-7F52-DAC929431EE2}"/>
                </a:ext>
              </a:extLst>
            </p:cNvPr>
            <p:cNvSpPr/>
            <p:nvPr/>
          </p:nvSpPr>
          <p:spPr>
            <a:xfrm>
              <a:off x="8423091" y="4182341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1" name="Graphic 147">
            <a:extLst>
              <a:ext uri="{FF2B5EF4-FFF2-40B4-BE49-F238E27FC236}">
                <a16:creationId xmlns:a16="http://schemas.microsoft.com/office/drawing/2014/main" id="{7E9B737C-60E3-67EC-9098-0424A39FA4CC}"/>
              </a:ext>
            </a:extLst>
          </p:cNvPr>
          <p:cNvGrpSpPr/>
          <p:nvPr/>
        </p:nvGrpSpPr>
        <p:grpSpPr>
          <a:xfrm>
            <a:off x="-12133882" y="-705814"/>
            <a:ext cx="1147942" cy="3033602"/>
            <a:chOff x="3483841" y="2928573"/>
            <a:chExt cx="1147942" cy="30336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7F77255-266A-C12E-27B0-1EB6AA7F2D22}"/>
                </a:ext>
              </a:extLst>
            </p:cNvPr>
            <p:cNvSpPr/>
            <p:nvPr/>
          </p:nvSpPr>
          <p:spPr>
            <a:xfrm>
              <a:off x="3908074" y="338782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1635B983-5355-5749-3E41-F9A61AC9F2AC}"/>
                </a:ext>
              </a:extLst>
            </p:cNvPr>
            <p:cNvSpPr/>
            <p:nvPr/>
          </p:nvSpPr>
          <p:spPr>
            <a:xfrm>
              <a:off x="3708302" y="585576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E6F6078-AA26-94C4-E506-9EE540B20F7D}"/>
                </a:ext>
              </a:extLst>
            </p:cNvPr>
            <p:cNvSpPr/>
            <p:nvPr/>
          </p:nvSpPr>
          <p:spPr>
            <a:xfrm>
              <a:off x="3718838" y="573982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F8AEC4B-3D56-CF7E-EB57-13065A9C6AE3}"/>
                </a:ext>
              </a:extLst>
            </p:cNvPr>
            <p:cNvSpPr/>
            <p:nvPr/>
          </p:nvSpPr>
          <p:spPr>
            <a:xfrm>
              <a:off x="4173823" y="584802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8F945BB-0F4E-A9C0-6FE0-5E0CE411A01D}"/>
                </a:ext>
              </a:extLst>
            </p:cNvPr>
            <p:cNvSpPr/>
            <p:nvPr/>
          </p:nvSpPr>
          <p:spPr>
            <a:xfrm>
              <a:off x="4173823" y="578463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98624B1-0EC6-DC91-2491-3BAE1ADE76FD}"/>
                </a:ext>
              </a:extLst>
            </p:cNvPr>
            <p:cNvSpPr/>
            <p:nvPr/>
          </p:nvSpPr>
          <p:spPr>
            <a:xfrm>
              <a:off x="3732437" y="425347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C125B829-AC85-4322-4E51-34BAECCBFDA8}"/>
                </a:ext>
              </a:extLst>
            </p:cNvPr>
            <p:cNvSpPr/>
            <p:nvPr/>
          </p:nvSpPr>
          <p:spPr>
            <a:xfrm>
              <a:off x="3979658" y="339429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691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ED8DF1BC-8DB8-B3E1-30D4-07660D717CCE}"/>
                </a:ext>
              </a:extLst>
            </p:cNvPr>
            <p:cNvSpPr/>
            <p:nvPr/>
          </p:nvSpPr>
          <p:spPr>
            <a:xfrm>
              <a:off x="3936034" y="333371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4816B424-869C-3ACC-0CDD-7AA8E5975FC1}"/>
                </a:ext>
              </a:extLst>
            </p:cNvPr>
            <p:cNvSpPr/>
            <p:nvPr/>
          </p:nvSpPr>
          <p:spPr>
            <a:xfrm>
              <a:off x="3684615" y="341857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BA7C8B56-576A-6F49-9B47-22D23DDFBDEA}"/>
                </a:ext>
              </a:extLst>
            </p:cNvPr>
            <p:cNvSpPr/>
            <p:nvPr/>
          </p:nvSpPr>
          <p:spPr>
            <a:xfrm>
              <a:off x="4061370" y="338908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9D2D21ED-723B-F05D-11AF-70B1CEF78ED9}"/>
                </a:ext>
              </a:extLst>
            </p:cNvPr>
            <p:cNvSpPr/>
            <p:nvPr/>
          </p:nvSpPr>
          <p:spPr>
            <a:xfrm>
              <a:off x="3649800" y="407109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D1ADAC13-519F-6D71-0E7C-38DAF989C126}"/>
                </a:ext>
              </a:extLst>
            </p:cNvPr>
            <p:cNvSpPr/>
            <p:nvPr/>
          </p:nvSpPr>
          <p:spPr>
            <a:xfrm>
              <a:off x="3689953" y="408581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25AACF48-1721-68F5-8D64-8AEA07175173}"/>
                </a:ext>
              </a:extLst>
            </p:cNvPr>
            <p:cNvSpPr/>
            <p:nvPr/>
          </p:nvSpPr>
          <p:spPr>
            <a:xfrm>
              <a:off x="3687362" y="406165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95179BAB-A75D-2B3D-2BBD-95473BC3E195}"/>
                </a:ext>
              </a:extLst>
            </p:cNvPr>
            <p:cNvSpPr/>
            <p:nvPr/>
          </p:nvSpPr>
          <p:spPr>
            <a:xfrm>
              <a:off x="3483841" y="349414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7C58CCC-3141-B105-7D79-D0FD5A5AFA8D}"/>
                </a:ext>
              </a:extLst>
            </p:cNvPr>
            <p:cNvSpPr/>
            <p:nvPr/>
          </p:nvSpPr>
          <p:spPr>
            <a:xfrm>
              <a:off x="4306383" y="409414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7CF4081-3BFA-A2BA-6674-2478723EECD4}"/>
                </a:ext>
              </a:extLst>
            </p:cNvPr>
            <p:cNvSpPr/>
            <p:nvPr/>
          </p:nvSpPr>
          <p:spPr>
            <a:xfrm>
              <a:off x="4315968" y="409987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3B34A3CA-7941-77FE-04D9-19CC127E0CDD}"/>
                </a:ext>
              </a:extLst>
            </p:cNvPr>
            <p:cNvSpPr/>
            <p:nvPr/>
          </p:nvSpPr>
          <p:spPr>
            <a:xfrm>
              <a:off x="4192902" y="408648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6515C0F-39C6-9E3B-81C2-668671598A5B}"/>
                </a:ext>
              </a:extLst>
            </p:cNvPr>
            <p:cNvSpPr/>
            <p:nvPr/>
          </p:nvSpPr>
          <p:spPr>
            <a:xfrm>
              <a:off x="4283994" y="347749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8AAC6AA-01AE-9EFA-02EE-5051BCB09B63}"/>
                </a:ext>
              </a:extLst>
            </p:cNvPr>
            <p:cNvSpPr/>
            <p:nvPr/>
          </p:nvSpPr>
          <p:spPr>
            <a:xfrm>
              <a:off x="3715599" y="417974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A5675DA0-7833-AE01-B2A1-A16FB4A08B42}"/>
                </a:ext>
              </a:extLst>
            </p:cNvPr>
            <p:cNvSpPr/>
            <p:nvPr/>
          </p:nvSpPr>
          <p:spPr>
            <a:xfrm>
              <a:off x="4211313" y="419428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BB7888BB-C061-E852-7F3D-A70A2C67A667}"/>
                </a:ext>
              </a:extLst>
            </p:cNvPr>
            <p:cNvSpPr/>
            <p:nvPr/>
          </p:nvSpPr>
          <p:spPr>
            <a:xfrm>
              <a:off x="3932831" y="318267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E84148E0-044F-8AC8-3667-1D944EC1154E}"/>
                </a:ext>
              </a:extLst>
            </p:cNvPr>
            <p:cNvSpPr/>
            <p:nvPr/>
          </p:nvSpPr>
          <p:spPr>
            <a:xfrm>
              <a:off x="4195916" y="356797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BA69254-FC5E-A1AE-F536-1A8F3BD9EB69}"/>
                </a:ext>
              </a:extLst>
            </p:cNvPr>
            <p:cNvSpPr/>
            <p:nvPr/>
          </p:nvSpPr>
          <p:spPr>
            <a:xfrm>
              <a:off x="4179848" y="373317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D1619955-FE7C-E73B-C8DA-B1054C1F7EFE}"/>
                </a:ext>
              </a:extLst>
            </p:cNvPr>
            <p:cNvSpPr/>
            <p:nvPr/>
          </p:nvSpPr>
          <p:spPr>
            <a:xfrm>
              <a:off x="4182705" y="373317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BB82EB19-6B7D-D977-9632-F52DF8D0429E}"/>
                </a:ext>
              </a:extLst>
            </p:cNvPr>
            <p:cNvSpPr/>
            <p:nvPr/>
          </p:nvSpPr>
          <p:spPr>
            <a:xfrm>
              <a:off x="4195140" y="373074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51222AAC-9DF4-EEC8-5BEC-E2FA67A6432B}"/>
                </a:ext>
              </a:extLst>
            </p:cNvPr>
            <p:cNvSpPr/>
            <p:nvPr/>
          </p:nvSpPr>
          <p:spPr>
            <a:xfrm>
              <a:off x="4190698" y="372033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8194BD7-CB03-0388-B297-D742BD5307A6}"/>
                </a:ext>
              </a:extLst>
            </p:cNvPr>
            <p:cNvSpPr/>
            <p:nvPr/>
          </p:nvSpPr>
          <p:spPr>
            <a:xfrm>
              <a:off x="4188279" y="371823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5296AFA-6ACD-542A-0267-95F8BEA48DA2}"/>
                </a:ext>
              </a:extLst>
            </p:cNvPr>
            <p:cNvSpPr/>
            <p:nvPr/>
          </p:nvSpPr>
          <p:spPr>
            <a:xfrm>
              <a:off x="3796531" y="352463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0EA563A-3D82-8887-7980-87BACDF28106}"/>
                </a:ext>
              </a:extLst>
            </p:cNvPr>
            <p:cNvSpPr/>
            <p:nvPr/>
          </p:nvSpPr>
          <p:spPr>
            <a:xfrm>
              <a:off x="3797704" y="383638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6CF7F6AA-547A-95C4-3D9C-D193D67F86D6}"/>
                </a:ext>
              </a:extLst>
            </p:cNvPr>
            <p:cNvSpPr/>
            <p:nvPr/>
          </p:nvSpPr>
          <p:spPr>
            <a:xfrm>
              <a:off x="3796904" y="382613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EBBB8361-645B-734B-2127-ED7D997F761C}"/>
                </a:ext>
              </a:extLst>
            </p:cNvPr>
            <p:cNvSpPr/>
            <p:nvPr/>
          </p:nvSpPr>
          <p:spPr>
            <a:xfrm>
              <a:off x="3824246" y="392903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FFAD46D6-CE73-8427-13B0-DB73AA5F6D37}"/>
                </a:ext>
              </a:extLst>
            </p:cNvPr>
            <p:cNvSpPr/>
            <p:nvPr/>
          </p:nvSpPr>
          <p:spPr>
            <a:xfrm>
              <a:off x="3786876" y="395648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96FCB42-CE7E-1EBB-E81C-4438F5D7BBB3}"/>
                </a:ext>
              </a:extLst>
            </p:cNvPr>
            <p:cNvSpPr/>
            <p:nvPr/>
          </p:nvSpPr>
          <p:spPr>
            <a:xfrm>
              <a:off x="3827192" y="336573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E1090866-92A3-C427-0A0E-FB81FDE5E688}"/>
                </a:ext>
              </a:extLst>
            </p:cNvPr>
            <p:cNvSpPr/>
            <p:nvPr/>
          </p:nvSpPr>
          <p:spPr>
            <a:xfrm>
              <a:off x="4061765" y="334224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BDD3A1D-B915-3EEF-5DAD-74D920040C4A}"/>
                </a:ext>
              </a:extLst>
            </p:cNvPr>
            <p:cNvSpPr/>
            <p:nvPr/>
          </p:nvSpPr>
          <p:spPr>
            <a:xfrm>
              <a:off x="3884167" y="313519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C24D0863-FC13-9799-549F-DF7DFF4DA787}"/>
                </a:ext>
              </a:extLst>
            </p:cNvPr>
            <p:cNvSpPr/>
            <p:nvPr/>
          </p:nvSpPr>
          <p:spPr>
            <a:xfrm>
              <a:off x="4122494" y="313519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B47F2A47-27B7-1B53-37A5-529D6CF2AC55}"/>
                </a:ext>
              </a:extLst>
            </p:cNvPr>
            <p:cNvSpPr/>
            <p:nvPr/>
          </p:nvSpPr>
          <p:spPr>
            <a:xfrm>
              <a:off x="3910964" y="298047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C8242B-317C-5D6F-9E77-747DBE950CDA}"/>
                </a:ext>
              </a:extLst>
            </p:cNvPr>
            <p:cNvSpPr/>
            <p:nvPr/>
          </p:nvSpPr>
          <p:spPr>
            <a:xfrm>
              <a:off x="3894369" y="292857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0" name="Graphic 154">
            <a:extLst>
              <a:ext uri="{FF2B5EF4-FFF2-40B4-BE49-F238E27FC236}">
                <a16:creationId xmlns:a16="http://schemas.microsoft.com/office/drawing/2014/main" id="{F2C75C31-E08C-DD30-5A16-0B76BD09B199}"/>
              </a:ext>
            </a:extLst>
          </p:cNvPr>
          <p:cNvGrpSpPr/>
          <p:nvPr/>
        </p:nvGrpSpPr>
        <p:grpSpPr>
          <a:xfrm>
            <a:off x="-6706943" y="-738562"/>
            <a:ext cx="1147942" cy="3033603"/>
            <a:chOff x="4388716" y="39286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E6CE8331-A1D8-E59B-4FDC-0BFCA8B11002}"/>
                </a:ext>
              </a:extLst>
            </p:cNvPr>
            <p:cNvSpPr/>
            <p:nvPr/>
          </p:nvSpPr>
          <p:spPr>
            <a:xfrm>
              <a:off x="4812949" y="43879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7700FA6-84AD-7B46-B5CF-DA88B246CC42}"/>
                </a:ext>
              </a:extLst>
            </p:cNvPr>
            <p:cNvSpPr/>
            <p:nvPr/>
          </p:nvSpPr>
          <p:spPr>
            <a:xfrm>
              <a:off x="4613177" y="68558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D133E3C3-0C8B-F561-2DA1-B5D73B0E04AD}"/>
                </a:ext>
              </a:extLst>
            </p:cNvPr>
            <p:cNvSpPr/>
            <p:nvPr/>
          </p:nvSpPr>
          <p:spPr>
            <a:xfrm>
              <a:off x="4623713" y="67399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4E870AF-DA85-2A8D-EF4E-0CC60BE90F8C}"/>
                </a:ext>
              </a:extLst>
            </p:cNvPr>
            <p:cNvSpPr/>
            <p:nvPr/>
          </p:nvSpPr>
          <p:spPr>
            <a:xfrm>
              <a:off x="5078698" y="68481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017FEE8B-2BE9-1575-1F21-4F27F56F3C3C}"/>
                </a:ext>
              </a:extLst>
            </p:cNvPr>
            <p:cNvSpPr/>
            <p:nvPr/>
          </p:nvSpPr>
          <p:spPr>
            <a:xfrm>
              <a:off x="5078698" y="67847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A64F5078-5EB2-377B-FF19-F15D75C0A78C}"/>
                </a:ext>
              </a:extLst>
            </p:cNvPr>
            <p:cNvSpPr/>
            <p:nvPr/>
          </p:nvSpPr>
          <p:spPr>
            <a:xfrm>
              <a:off x="4637312" y="52535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7042F1F-19C5-41AA-3840-004A578D42D4}"/>
                </a:ext>
              </a:extLst>
            </p:cNvPr>
            <p:cNvSpPr/>
            <p:nvPr/>
          </p:nvSpPr>
          <p:spPr>
            <a:xfrm>
              <a:off x="4882152" y="43944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F28C141D-718C-8807-FD35-ED01B2B54B0A}"/>
                </a:ext>
              </a:extLst>
            </p:cNvPr>
            <p:cNvSpPr/>
            <p:nvPr/>
          </p:nvSpPr>
          <p:spPr>
            <a:xfrm>
              <a:off x="4840909" y="43338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rgbClr val="92D050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2024CE08-E863-DC2E-CE00-D0FA1002C81F}"/>
                </a:ext>
              </a:extLst>
            </p:cNvPr>
            <p:cNvSpPr/>
            <p:nvPr/>
          </p:nvSpPr>
          <p:spPr>
            <a:xfrm>
              <a:off x="4589490" y="44187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5FF8FD6-1504-4807-A83A-105B7B8DD5EB}"/>
                </a:ext>
              </a:extLst>
            </p:cNvPr>
            <p:cNvSpPr/>
            <p:nvPr/>
          </p:nvSpPr>
          <p:spPr>
            <a:xfrm>
              <a:off x="4966245" y="43892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DC3E31E-C2FF-D638-5448-C9E2035DE7EE}"/>
                </a:ext>
              </a:extLst>
            </p:cNvPr>
            <p:cNvSpPr/>
            <p:nvPr/>
          </p:nvSpPr>
          <p:spPr>
            <a:xfrm>
              <a:off x="4554675" y="50712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7A9B4990-30E9-F9D9-37B3-3A31AAF5F6AB}"/>
                </a:ext>
              </a:extLst>
            </p:cNvPr>
            <p:cNvSpPr/>
            <p:nvPr/>
          </p:nvSpPr>
          <p:spPr>
            <a:xfrm>
              <a:off x="4594828" y="50859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EB86185B-8F1F-C5B3-244D-86F5DF549A1F}"/>
                </a:ext>
              </a:extLst>
            </p:cNvPr>
            <p:cNvSpPr/>
            <p:nvPr/>
          </p:nvSpPr>
          <p:spPr>
            <a:xfrm>
              <a:off x="4592237" y="50617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E2C9F4-CC01-6A63-3387-DC6CEFD54E80}"/>
                </a:ext>
              </a:extLst>
            </p:cNvPr>
            <p:cNvSpPr/>
            <p:nvPr/>
          </p:nvSpPr>
          <p:spPr>
            <a:xfrm>
              <a:off x="4388716" y="44942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EDADB0B4-4D32-A6B8-B9E1-492C7FF004C6}"/>
                </a:ext>
              </a:extLst>
            </p:cNvPr>
            <p:cNvSpPr/>
            <p:nvPr/>
          </p:nvSpPr>
          <p:spPr>
            <a:xfrm>
              <a:off x="5211258" y="50942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965E7F5E-085B-E950-C81C-76B3F5D22A3E}"/>
                </a:ext>
              </a:extLst>
            </p:cNvPr>
            <p:cNvSpPr/>
            <p:nvPr/>
          </p:nvSpPr>
          <p:spPr>
            <a:xfrm>
              <a:off x="5220843" y="51000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99911995-3662-FF52-1D34-A04F8A2A29CC}"/>
                </a:ext>
              </a:extLst>
            </p:cNvPr>
            <p:cNvSpPr/>
            <p:nvPr/>
          </p:nvSpPr>
          <p:spPr>
            <a:xfrm>
              <a:off x="5097777" y="50866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5B5F09B7-FE18-34D8-A2E5-B1903A365F35}"/>
                </a:ext>
              </a:extLst>
            </p:cNvPr>
            <p:cNvSpPr/>
            <p:nvPr/>
          </p:nvSpPr>
          <p:spPr>
            <a:xfrm>
              <a:off x="5188869" y="44776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5AE17C87-83E6-CEAC-52A1-A3547CE4D795}"/>
                </a:ext>
              </a:extLst>
            </p:cNvPr>
            <p:cNvSpPr/>
            <p:nvPr/>
          </p:nvSpPr>
          <p:spPr>
            <a:xfrm>
              <a:off x="4620474" y="51798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99D4A4AC-3F9C-D49E-AF89-92844BD91D87}"/>
                </a:ext>
              </a:extLst>
            </p:cNvPr>
            <p:cNvSpPr/>
            <p:nvPr/>
          </p:nvSpPr>
          <p:spPr>
            <a:xfrm>
              <a:off x="5116188" y="51944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C3CA2724-25C3-75F7-8702-A8EA78781E93}"/>
                </a:ext>
              </a:extLst>
            </p:cNvPr>
            <p:cNvSpPr/>
            <p:nvPr/>
          </p:nvSpPr>
          <p:spPr>
            <a:xfrm>
              <a:off x="4837706" y="41828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5B2BC5F-7D52-245F-AEA9-FD4C025062DE}"/>
                </a:ext>
              </a:extLst>
            </p:cNvPr>
            <p:cNvSpPr/>
            <p:nvPr/>
          </p:nvSpPr>
          <p:spPr>
            <a:xfrm>
              <a:off x="5100791" y="45680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3065A9B-947B-7599-2501-944BD648C0B4}"/>
                </a:ext>
              </a:extLst>
            </p:cNvPr>
            <p:cNvSpPr/>
            <p:nvPr/>
          </p:nvSpPr>
          <p:spPr>
            <a:xfrm>
              <a:off x="5084723" y="47332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F2BEF23-1626-75AF-245C-268E06F0C7B4}"/>
                </a:ext>
              </a:extLst>
            </p:cNvPr>
            <p:cNvSpPr/>
            <p:nvPr/>
          </p:nvSpPr>
          <p:spPr>
            <a:xfrm>
              <a:off x="5087580" y="47332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0DD50CC-88D5-35C4-C012-6F73D4A7D0DD}"/>
                </a:ext>
              </a:extLst>
            </p:cNvPr>
            <p:cNvSpPr/>
            <p:nvPr/>
          </p:nvSpPr>
          <p:spPr>
            <a:xfrm>
              <a:off x="5100015" y="47308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729C255E-FD12-EC98-A48A-A9170547B132}"/>
                </a:ext>
              </a:extLst>
            </p:cNvPr>
            <p:cNvSpPr/>
            <p:nvPr/>
          </p:nvSpPr>
          <p:spPr>
            <a:xfrm>
              <a:off x="5095573" y="47204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D9226E5B-568A-E1E9-52F5-74D40577CC82}"/>
                </a:ext>
              </a:extLst>
            </p:cNvPr>
            <p:cNvSpPr/>
            <p:nvPr/>
          </p:nvSpPr>
          <p:spPr>
            <a:xfrm>
              <a:off x="5093154" y="47183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6DCF47F9-92EB-2775-BE2C-FE9622BBA036}"/>
                </a:ext>
              </a:extLst>
            </p:cNvPr>
            <p:cNvSpPr/>
            <p:nvPr/>
          </p:nvSpPr>
          <p:spPr>
            <a:xfrm>
              <a:off x="4701406" y="45247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FB7CABA8-9FDD-2BDF-35D5-553C4288B1F7}"/>
                </a:ext>
              </a:extLst>
            </p:cNvPr>
            <p:cNvSpPr/>
            <p:nvPr/>
          </p:nvSpPr>
          <p:spPr>
            <a:xfrm>
              <a:off x="4702579" y="48365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C8F45D-EEC7-B4C3-50F7-57E7403AAB75}"/>
                </a:ext>
              </a:extLst>
            </p:cNvPr>
            <p:cNvSpPr/>
            <p:nvPr/>
          </p:nvSpPr>
          <p:spPr>
            <a:xfrm>
              <a:off x="4701779" y="48262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8DEB376E-2E3C-E7BF-F905-056D56CB5C39}"/>
                </a:ext>
              </a:extLst>
            </p:cNvPr>
            <p:cNvSpPr/>
            <p:nvPr/>
          </p:nvSpPr>
          <p:spPr>
            <a:xfrm>
              <a:off x="4729121" y="49291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EC39031-4AFE-1558-7967-40DD79C004F8}"/>
                </a:ext>
              </a:extLst>
            </p:cNvPr>
            <p:cNvSpPr/>
            <p:nvPr/>
          </p:nvSpPr>
          <p:spPr>
            <a:xfrm>
              <a:off x="4691751" y="49566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4785C716-1231-E421-6ECA-5DD8D4CC1AF2}"/>
                </a:ext>
              </a:extLst>
            </p:cNvPr>
            <p:cNvSpPr/>
            <p:nvPr/>
          </p:nvSpPr>
          <p:spPr>
            <a:xfrm>
              <a:off x="4732067" y="43658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54E1895-6B68-00EE-DDC3-7DDAE806B3AD}"/>
                </a:ext>
              </a:extLst>
            </p:cNvPr>
            <p:cNvSpPr/>
            <p:nvPr/>
          </p:nvSpPr>
          <p:spPr>
            <a:xfrm>
              <a:off x="4966640" y="43423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ACDB9522-A932-074E-8790-E9D3CD4287BF}"/>
                </a:ext>
              </a:extLst>
            </p:cNvPr>
            <p:cNvSpPr/>
            <p:nvPr/>
          </p:nvSpPr>
          <p:spPr>
            <a:xfrm>
              <a:off x="4789042" y="41353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CA464A54-1C94-8AEE-ACED-9AA8045C1AF3}"/>
                </a:ext>
              </a:extLst>
            </p:cNvPr>
            <p:cNvSpPr/>
            <p:nvPr/>
          </p:nvSpPr>
          <p:spPr>
            <a:xfrm>
              <a:off x="5027369" y="41353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D4FB8C88-ABF1-905D-EE93-18A54C616D17}"/>
                </a:ext>
              </a:extLst>
            </p:cNvPr>
            <p:cNvSpPr/>
            <p:nvPr/>
          </p:nvSpPr>
          <p:spPr>
            <a:xfrm>
              <a:off x="4815839" y="39805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D625F99A-6C29-F9E9-5F11-22B99A575214}"/>
                </a:ext>
              </a:extLst>
            </p:cNvPr>
            <p:cNvSpPr/>
            <p:nvPr/>
          </p:nvSpPr>
          <p:spPr>
            <a:xfrm>
              <a:off x="4799244" y="39286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89" name="Graphic 288">
            <a:extLst>
              <a:ext uri="{FF2B5EF4-FFF2-40B4-BE49-F238E27FC236}">
                <a16:creationId xmlns:a16="http://schemas.microsoft.com/office/drawing/2014/main" id="{32EAA17E-B618-C9AB-A054-728608EDA287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 flipH="1">
            <a:off x="17604796" y="-1332510"/>
            <a:ext cx="929431" cy="27168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0" name="Graphic 289">
            <a:extLst>
              <a:ext uri="{FF2B5EF4-FFF2-40B4-BE49-F238E27FC236}">
                <a16:creationId xmlns:a16="http://schemas.microsoft.com/office/drawing/2014/main" id="{B9F14221-1D43-CCA9-0898-EA147809310C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9406371" y="-1463854"/>
            <a:ext cx="974364" cy="28481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1" name="Graphic 290">
            <a:extLst>
              <a:ext uri="{FF2B5EF4-FFF2-40B4-BE49-F238E27FC236}">
                <a16:creationId xmlns:a16="http://schemas.microsoft.com/office/drawing/2014/main" id="{450816E6-A6AB-19DD-1117-895455000041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 flipH="1">
            <a:off x="20662023" y="-1483114"/>
            <a:ext cx="980954" cy="2867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2" name="Graphic 291">
            <a:extLst>
              <a:ext uri="{FF2B5EF4-FFF2-40B4-BE49-F238E27FC236}">
                <a16:creationId xmlns:a16="http://schemas.microsoft.com/office/drawing/2014/main" id="{F7C4ED6F-2C11-E129-C540-5DDA6F365AB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-10701710" y="-758312"/>
            <a:ext cx="1122773" cy="3281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85AF34BB-7ACF-7EBE-28AA-DF8FE27194AE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-9176230" y="-6491549"/>
            <a:ext cx="1194280" cy="30812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4" name="Graphic 293">
            <a:extLst>
              <a:ext uri="{FF2B5EF4-FFF2-40B4-BE49-F238E27FC236}">
                <a16:creationId xmlns:a16="http://schemas.microsoft.com/office/drawing/2014/main" id="{0136DFDF-7584-06BD-E990-6601D2C2CD28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-10544092" y="-6586242"/>
            <a:ext cx="1304842" cy="31759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5" name="Graphic 294">
            <a:extLst>
              <a:ext uri="{FF2B5EF4-FFF2-40B4-BE49-F238E27FC236}">
                <a16:creationId xmlns:a16="http://schemas.microsoft.com/office/drawing/2014/main" id="{12589C09-2E6E-10A3-3A43-D9CA72BAD994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-11557510" y="-6480276"/>
            <a:ext cx="1189910" cy="3069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6" name="Graphic 295">
            <a:extLst>
              <a:ext uri="{FF2B5EF4-FFF2-40B4-BE49-F238E27FC236}">
                <a16:creationId xmlns:a16="http://schemas.microsoft.com/office/drawing/2014/main" id="{99BA2C2A-423E-3D19-8206-A9FDC7CC14BF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-12394789" y="-6363729"/>
            <a:ext cx="1001160" cy="295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1EA8432B-6516-0649-C0E9-1233EC353BCE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-13997726" y="-958235"/>
            <a:ext cx="1080352" cy="3343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8" name="Graphic 297">
            <a:extLst>
              <a:ext uri="{FF2B5EF4-FFF2-40B4-BE49-F238E27FC236}">
                <a16:creationId xmlns:a16="http://schemas.microsoft.com/office/drawing/2014/main" id="{928DDE4C-67B3-66C4-A484-5BD8B88F6362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-13633807" y="-6552942"/>
            <a:ext cx="1055728" cy="3142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9" name="Graphic 298">
            <a:extLst>
              <a:ext uri="{FF2B5EF4-FFF2-40B4-BE49-F238E27FC236}">
                <a16:creationId xmlns:a16="http://schemas.microsoft.com/office/drawing/2014/main" id="{09691FD6-14C6-B0D9-0143-D7CA481DEA8A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-15030450" y="-6490048"/>
            <a:ext cx="1009327" cy="3079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0" name="Graphic 299">
            <a:extLst>
              <a:ext uri="{FF2B5EF4-FFF2-40B4-BE49-F238E27FC236}">
                <a16:creationId xmlns:a16="http://schemas.microsoft.com/office/drawing/2014/main" id="{5BD418ED-294D-D592-DDEC-D89B14CEA711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-8022968" y="-6614019"/>
            <a:ext cx="1226421" cy="32037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C452C151-6B85-D5E3-35AE-71C6EEE86121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4293338" y="-1197168"/>
            <a:ext cx="692812" cy="2748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2" name="Graphic 301">
            <a:extLst>
              <a:ext uri="{FF2B5EF4-FFF2-40B4-BE49-F238E27FC236}">
                <a16:creationId xmlns:a16="http://schemas.microsoft.com/office/drawing/2014/main" id="{910EE466-3342-5008-07AD-7D150F55B806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4058285" y="641939"/>
            <a:ext cx="1400141" cy="31772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3" name="Graphic 302">
            <a:extLst>
              <a:ext uri="{FF2B5EF4-FFF2-40B4-BE49-F238E27FC236}">
                <a16:creationId xmlns:a16="http://schemas.microsoft.com/office/drawing/2014/main" id="{050AE0A0-780F-4EB8-958C-3041ECF2E067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5691209" y="651729"/>
            <a:ext cx="1103958" cy="3311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4" name="Graphic 303">
            <a:extLst>
              <a:ext uri="{FF2B5EF4-FFF2-40B4-BE49-F238E27FC236}">
                <a16:creationId xmlns:a16="http://schemas.microsoft.com/office/drawing/2014/main" id="{F68516B5-ADF8-72BE-134D-38B2769E91DD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6953732" y="647814"/>
            <a:ext cx="834700" cy="3258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9843DB7B-1B75-A6A0-DE4C-27B002F5C97A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8014233" y="639983"/>
            <a:ext cx="915477" cy="3150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6" name="Graphic 305">
            <a:extLst>
              <a:ext uri="{FF2B5EF4-FFF2-40B4-BE49-F238E27FC236}">
                <a16:creationId xmlns:a16="http://schemas.microsoft.com/office/drawing/2014/main" id="{B3B09A57-5C46-45C1-0E79-5B1024A7E960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9493986" y="-6753068"/>
            <a:ext cx="878947" cy="2350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7" name="Graphic 306">
            <a:extLst>
              <a:ext uri="{FF2B5EF4-FFF2-40B4-BE49-F238E27FC236}">
                <a16:creationId xmlns:a16="http://schemas.microsoft.com/office/drawing/2014/main" id="{9610FD4F-97DD-D5C7-6EF4-7998EC97AB53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19175822" y="645881"/>
            <a:ext cx="827890" cy="32314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8" name="Graphic 307">
            <a:extLst>
              <a:ext uri="{FF2B5EF4-FFF2-40B4-BE49-F238E27FC236}">
                <a16:creationId xmlns:a16="http://schemas.microsoft.com/office/drawing/2014/main" id="{8C4D12E3-14C5-D9CE-5A02-51EC7297E68B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21956968" y="-1729831"/>
            <a:ext cx="875045" cy="3114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070A3971-6B33-47F9-D07B-DEABE7C2C83C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20755435" y="-6711162"/>
            <a:ext cx="756821" cy="24750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0" name="Graphic 309">
            <a:extLst>
              <a:ext uri="{FF2B5EF4-FFF2-40B4-BE49-F238E27FC236}">
                <a16:creationId xmlns:a16="http://schemas.microsoft.com/office/drawing/2014/main" id="{ADDFE56C-C17B-6F72-B14C-5051B997CA8E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21945753" y="-6878475"/>
            <a:ext cx="947749" cy="27507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1" name="Graphic 310">
            <a:extLst>
              <a:ext uri="{FF2B5EF4-FFF2-40B4-BE49-F238E27FC236}">
                <a16:creationId xmlns:a16="http://schemas.microsoft.com/office/drawing/2014/main" id="{135F0CB7-B568-59B6-2800-B693EB5129E2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23567460" y="-6755333"/>
            <a:ext cx="623986" cy="25820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2" name="Graphic 311">
            <a:extLst>
              <a:ext uri="{FF2B5EF4-FFF2-40B4-BE49-F238E27FC236}">
                <a16:creationId xmlns:a16="http://schemas.microsoft.com/office/drawing/2014/main" id="{BC8B3623-A3FA-42C3-39FA-BDA3E941C6BB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22811863" y="-1640812"/>
            <a:ext cx="1035923" cy="31965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6A8946D5-3DDA-72DD-5969-478B5F36D81D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15991171" y="-5562002"/>
            <a:ext cx="799290" cy="26287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4" name="Graphic 313">
            <a:extLst>
              <a:ext uri="{FF2B5EF4-FFF2-40B4-BE49-F238E27FC236}">
                <a16:creationId xmlns:a16="http://schemas.microsoft.com/office/drawing/2014/main" id="{EDB81AC5-467D-7BA6-21F5-E5A83ECDA145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14872703" y="-5582674"/>
            <a:ext cx="825593" cy="29351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5" name="Graphic 314">
            <a:extLst>
              <a:ext uri="{FF2B5EF4-FFF2-40B4-BE49-F238E27FC236}">
                <a16:creationId xmlns:a16="http://schemas.microsoft.com/office/drawing/2014/main" id="{D6839769-82ED-6E8C-50CF-1D9A5F39C763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-6649219" y="-6611662"/>
            <a:ext cx="855561" cy="32013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6" name="Graphic 315">
            <a:extLst>
              <a:ext uri="{FF2B5EF4-FFF2-40B4-BE49-F238E27FC236}">
                <a16:creationId xmlns:a16="http://schemas.microsoft.com/office/drawing/2014/main" id="{85E6E769-CF26-F039-7E71-B2954EFDDB8A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24001368" y="-1600663"/>
            <a:ext cx="1135276" cy="33684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644BE4B2-653A-EDC3-C6AB-AE15838FF1BF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25211610" y="-1544164"/>
            <a:ext cx="885484" cy="2928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8" name="Graphic 317">
            <a:extLst>
              <a:ext uri="{FF2B5EF4-FFF2-40B4-BE49-F238E27FC236}">
                <a16:creationId xmlns:a16="http://schemas.microsoft.com/office/drawing/2014/main" id="{BC63C92F-5E60-0103-5DC8-B4B99158AB9A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-5444797" y="-6547673"/>
            <a:ext cx="836112" cy="31373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9" name="Graphic 318">
            <a:extLst>
              <a:ext uri="{FF2B5EF4-FFF2-40B4-BE49-F238E27FC236}">
                <a16:creationId xmlns:a16="http://schemas.microsoft.com/office/drawing/2014/main" id="{F683DC7A-D5EF-5113-8D90-B9F540B1A377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22332935" y="941848"/>
            <a:ext cx="1075925" cy="28346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0" name="Graphic 319">
            <a:extLst>
              <a:ext uri="{FF2B5EF4-FFF2-40B4-BE49-F238E27FC236}">
                <a16:creationId xmlns:a16="http://schemas.microsoft.com/office/drawing/2014/main" id="{78282574-C7E1-54A2-35FA-DF3504AB1F02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23690695" y="1012991"/>
            <a:ext cx="908680" cy="2763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09DE9C18-C98F-FB9E-03F1-8E2C5DD094D1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-3370049" y="-644707"/>
            <a:ext cx="1110473" cy="308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2" name="Picture 321" descr="A picture containing clothing, footwear, trousers, drawing&#10;&#10;Description automatically generated">
            <a:extLst>
              <a:ext uri="{FF2B5EF4-FFF2-40B4-BE49-F238E27FC236}">
                <a16:creationId xmlns:a16="http://schemas.microsoft.com/office/drawing/2014/main" id="{B004C42E-6B3F-EFB6-0742-FD6A41BC3D9C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273" y="-5551308"/>
            <a:ext cx="879456" cy="2615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3" name="Picture 322" descr="A picture containing clothing, sleeve, footwear, cartoon&#10;&#10;Description automatically generated">
            <a:extLst>
              <a:ext uri="{FF2B5EF4-FFF2-40B4-BE49-F238E27FC236}">
                <a16:creationId xmlns:a16="http://schemas.microsoft.com/office/drawing/2014/main" id="{114DE17E-0C78-8920-982A-4B78020D6933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866364" y="1225000"/>
            <a:ext cx="904929" cy="2805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4" name="Picture 323" descr="A picture containing clothing, cartoon, drawing, standing&#10;&#10;Description automatically generated">
            <a:extLst>
              <a:ext uri="{FF2B5EF4-FFF2-40B4-BE49-F238E27FC236}">
                <a16:creationId xmlns:a16="http://schemas.microsoft.com/office/drawing/2014/main" id="{9E5754B3-0B8B-29E8-EC02-6A462C0E0EAD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7041" y="-6825635"/>
            <a:ext cx="866944" cy="2582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5" name="Picture 324" descr="A cartoon of a person in blue scrubs and blue pants&#10;&#10;Description automatically generated with low confidence">
            <a:extLst>
              <a:ext uri="{FF2B5EF4-FFF2-40B4-BE49-F238E27FC236}">
                <a16:creationId xmlns:a16="http://schemas.microsoft.com/office/drawing/2014/main" id="{0FBF8F43-35C9-26FC-F92D-0E2B48F3D076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8524" y="-5706432"/>
            <a:ext cx="929507" cy="2920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6" name="Picture 325" descr="A picture containing clothing, standing, trousers, cartoon&#10;&#10;Description automatically generated">
            <a:extLst>
              <a:ext uri="{FF2B5EF4-FFF2-40B4-BE49-F238E27FC236}">
                <a16:creationId xmlns:a16="http://schemas.microsoft.com/office/drawing/2014/main" id="{A45F75C8-E74B-6D72-45ED-944E9CBAED88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8918" y="-5406923"/>
            <a:ext cx="952709" cy="26847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7" name="Picture 326" descr="A picture containing standing, footwear, joint, trousers&#10;&#10;Description automatically generated">
            <a:extLst>
              <a:ext uri="{FF2B5EF4-FFF2-40B4-BE49-F238E27FC236}">
                <a16:creationId xmlns:a16="http://schemas.microsoft.com/office/drawing/2014/main" id="{D97C350A-7BB4-55D0-36CA-F080DDD55C9E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446" y="-5268502"/>
            <a:ext cx="856979" cy="26597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8" name="Graphic 327">
            <a:extLst>
              <a:ext uri="{FF2B5EF4-FFF2-40B4-BE49-F238E27FC236}">
                <a16:creationId xmlns:a16="http://schemas.microsoft.com/office/drawing/2014/main" id="{AB21639D-8C63-734A-D4C8-5D40AA00EE32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22186066" y="-5147674"/>
            <a:ext cx="863437" cy="2440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9" name="Picture 328" descr="A picture containing clothing, standing, person, art&#10;&#10;Description automatically generated">
            <a:extLst>
              <a:ext uri="{FF2B5EF4-FFF2-40B4-BE49-F238E27FC236}">
                <a16:creationId xmlns:a16="http://schemas.microsoft.com/office/drawing/2014/main" id="{9E2CD2F4-E3CB-EFAC-586B-0C2E57C72006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2820" y="-6745134"/>
            <a:ext cx="1209052" cy="32395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0" name="Picture 329" descr="A picture containing clothing, standing, cartoon, trousers&#10;&#10;Description automatically generated">
            <a:extLst>
              <a:ext uri="{FF2B5EF4-FFF2-40B4-BE49-F238E27FC236}">
                <a16:creationId xmlns:a16="http://schemas.microsoft.com/office/drawing/2014/main" id="{630E1B84-6ABF-875A-B49D-D18F0BE0CC5D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43572" y="-6426200"/>
            <a:ext cx="870404" cy="3015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31" name="Graphic 146">
            <a:extLst>
              <a:ext uri="{FF2B5EF4-FFF2-40B4-BE49-F238E27FC236}">
                <a16:creationId xmlns:a16="http://schemas.microsoft.com/office/drawing/2014/main" id="{EEBD0E6E-7E9F-0718-6706-FE058C5B7937}"/>
              </a:ext>
            </a:extLst>
          </p:cNvPr>
          <p:cNvGrpSpPr/>
          <p:nvPr/>
        </p:nvGrpSpPr>
        <p:grpSpPr>
          <a:xfrm>
            <a:off x="-7919530" y="-530532"/>
            <a:ext cx="1147942" cy="3033603"/>
            <a:chOff x="6122266" y="98104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D233ACD7-DBCF-B0E4-9F65-F9702D679B90}"/>
                </a:ext>
              </a:extLst>
            </p:cNvPr>
            <p:cNvSpPr/>
            <p:nvPr/>
          </p:nvSpPr>
          <p:spPr>
            <a:xfrm>
              <a:off x="6546499" y="144029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4B72838D-F249-86FC-8709-E5F6F9A9A473}"/>
                </a:ext>
              </a:extLst>
            </p:cNvPr>
            <p:cNvSpPr/>
            <p:nvPr/>
          </p:nvSpPr>
          <p:spPr>
            <a:xfrm>
              <a:off x="6346727" y="390823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3432067F-84A3-6DA2-D354-39156C16DCAC}"/>
                </a:ext>
              </a:extLst>
            </p:cNvPr>
            <p:cNvSpPr/>
            <p:nvPr/>
          </p:nvSpPr>
          <p:spPr>
            <a:xfrm>
              <a:off x="6357263" y="379229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DD193206-B159-7081-01F5-DD11B3A879F2}"/>
                </a:ext>
              </a:extLst>
            </p:cNvPr>
            <p:cNvSpPr/>
            <p:nvPr/>
          </p:nvSpPr>
          <p:spPr>
            <a:xfrm>
              <a:off x="6812248" y="390050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A66B7B18-CAD2-E099-99ED-1288C4CE4603}"/>
                </a:ext>
              </a:extLst>
            </p:cNvPr>
            <p:cNvSpPr/>
            <p:nvPr/>
          </p:nvSpPr>
          <p:spPr>
            <a:xfrm>
              <a:off x="6812248" y="383711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A2CF91D5-BCC9-F04F-2D5E-DFFB10B91350}"/>
                </a:ext>
              </a:extLst>
            </p:cNvPr>
            <p:cNvSpPr/>
            <p:nvPr/>
          </p:nvSpPr>
          <p:spPr>
            <a:xfrm>
              <a:off x="6370862" y="230594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933EC982-1AD1-A590-ADE8-384E1467963A}"/>
                </a:ext>
              </a:extLst>
            </p:cNvPr>
            <p:cNvSpPr/>
            <p:nvPr/>
          </p:nvSpPr>
          <p:spPr>
            <a:xfrm>
              <a:off x="6615702" y="144677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691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D8C05AAF-F59C-E34F-4B6F-3F7EF4C8453D}"/>
                </a:ext>
              </a:extLst>
            </p:cNvPr>
            <p:cNvSpPr/>
            <p:nvPr/>
          </p:nvSpPr>
          <p:spPr>
            <a:xfrm>
              <a:off x="6574459" y="138619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CB6BDE64-8EB8-9DD3-D8E3-1B820D7B071E}"/>
                </a:ext>
              </a:extLst>
            </p:cNvPr>
            <p:cNvSpPr/>
            <p:nvPr/>
          </p:nvSpPr>
          <p:spPr>
            <a:xfrm>
              <a:off x="6323040" y="147105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A2F84AB-588A-2570-0757-EAFA23586113}"/>
                </a:ext>
              </a:extLst>
            </p:cNvPr>
            <p:cNvSpPr/>
            <p:nvPr/>
          </p:nvSpPr>
          <p:spPr>
            <a:xfrm>
              <a:off x="6699795" y="144155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BAF54A4-9E09-22F7-6EAB-32591D12A877}"/>
                </a:ext>
              </a:extLst>
            </p:cNvPr>
            <p:cNvSpPr/>
            <p:nvPr/>
          </p:nvSpPr>
          <p:spPr>
            <a:xfrm>
              <a:off x="6288225" y="212356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9763D7A0-568C-5829-7A65-511D52B343BD}"/>
                </a:ext>
              </a:extLst>
            </p:cNvPr>
            <p:cNvSpPr/>
            <p:nvPr/>
          </p:nvSpPr>
          <p:spPr>
            <a:xfrm>
              <a:off x="6328378" y="213829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45A102F8-B615-4B5B-3D37-33BA5B0044ED}"/>
                </a:ext>
              </a:extLst>
            </p:cNvPr>
            <p:cNvSpPr/>
            <p:nvPr/>
          </p:nvSpPr>
          <p:spPr>
            <a:xfrm>
              <a:off x="6325787" y="211412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2A37C2DA-1C90-3F8A-23CA-E56E606BD4B5}"/>
                </a:ext>
              </a:extLst>
            </p:cNvPr>
            <p:cNvSpPr/>
            <p:nvPr/>
          </p:nvSpPr>
          <p:spPr>
            <a:xfrm>
              <a:off x="6122266" y="154661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EEED91F-BBB8-713F-EF5A-3584EA0F3707}"/>
                </a:ext>
              </a:extLst>
            </p:cNvPr>
            <p:cNvSpPr/>
            <p:nvPr/>
          </p:nvSpPr>
          <p:spPr>
            <a:xfrm>
              <a:off x="6944808" y="214661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6DEC4DAA-77A8-9A33-84BB-B8162A16BA20}"/>
                </a:ext>
              </a:extLst>
            </p:cNvPr>
            <p:cNvSpPr/>
            <p:nvPr/>
          </p:nvSpPr>
          <p:spPr>
            <a:xfrm>
              <a:off x="6954393" y="215235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DD513AEC-B949-6798-0505-5962133BA2CA}"/>
                </a:ext>
              </a:extLst>
            </p:cNvPr>
            <p:cNvSpPr/>
            <p:nvPr/>
          </p:nvSpPr>
          <p:spPr>
            <a:xfrm>
              <a:off x="6831327" y="213895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EA876829-8C96-B939-6E98-EA871C92CB18}"/>
                </a:ext>
              </a:extLst>
            </p:cNvPr>
            <p:cNvSpPr/>
            <p:nvPr/>
          </p:nvSpPr>
          <p:spPr>
            <a:xfrm>
              <a:off x="6922419" y="152996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09AEE74-1A54-F6B1-3B16-54A86CCB4AF1}"/>
                </a:ext>
              </a:extLst>
            </p:cNvPr>
            <p:cNvSpPr/>
            <p:nvPr/>
          </p:nvSpPr>
          <p:spPr>
            <a:xfrm>
              <a:off x="6354024" y="223221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F86D3ECC-926B-0F3D-9E8C-980BFD5C16F2}"/>
                </a:ext>
              </a:extLst>
            </p:cNvPr>
            <p:cNvSpPr/>
            <p:nvPr/>
          </p:nvSpPr>
          <p:spPr>
            <a:xfrm>
              <a:off x="6849738" y="224676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CCB1E50-1FCD-C887-A855-102DA77B2F90}"/>
                </a:ext>
              </a:extLst>
            </p:cNvPr>
            <p:cNvSpPr/>
            <p:nvPr/>
          </p:nvSpPr>
          <p:spPr>
            <a:xfrm>
              <a:off x="6571256" y="123515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437AB51D-4592-02AA-786D-7D75C39677D9}"/>
                </a:ext>
              </a:extLst>
            </p:cNvPr>
            <p:cNvSpPr/>
            <p:nvPr/>
          </p:nvSpPr>
          <p:spPr>
            <a:xfrm>
              <a:off x="6834341" y="162044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9555DA35-AF9F-B932-2FBA-BED22BB9CD24}"/>
                </a:ext>
              </a:extLst>
            </p:cNvPr>
            <p:cNvSpPr/>
            <p:nvPr/>
          </p:nvSpPr>
          <p:spPr>
            <a:xfrm>
              <a:off x="6818273" y="178564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B830E4D1-2559-D880-69C7-686824E3CC17}"/>
                </a:ext>
              </a:extLst>
            </p:cNvPr>
            <p:cNvSpPr/>
            <p:nvPr/>
          </p:nvSpPr>
          <p:spPr>
            <a:xfrm>
              <a:off x="6821130" y="178564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86D3615D-0167-8FDA-A2C4-E17E4CBFD863}"/>
                </a:ext>
              </a:extLst>
            </p:cNvPr>
            <p:cNvSpPr/>
            <p:nvPr/>
          </p:nvSpPr>
          <p:spPr>
            <a:xfrm>
              <a:off x="6833565" y="178321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5FB08ED-D825-EB81-A08C-173CA65456C4}"/>
                </a:ext>
              </a:extLst>
            </p:cNvPr>
            <p:cNvSpPr/>
            <p:nvPr/>
          </p:nvSpPr>
          <p:spPr>
            <a:xfrm>
              <a:off x="6829123" y="177280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9D23BA84-379E-601A-F3AA-B4A38BFDF018}"/>
                </a:ext>
              </a:extLst>
            </p:cNvPr>
            <p:cNvSpPr/>
            <p:nvPr/>
          </p:nvSpPr>
          <p:spPr>
            <a:xfrm>
              <a:off x="6826704" y="177071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02ED5240-7251-E373-5272-810850D5954C}"/>
                </a:ext>
              </a:extLst>
            </p:cNvPr>
            <p:cNvSpPr/>
            <p:nvPr/>
          </p:nvSpPr>
          <p:spPr>
            <a:xfrm>
              <a:off x="6434956" y="157711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56E70655-0186-05C7-D9DE-361163338FE5}"/>
                </a:ext>
              </a:extLst>
            </p:cNvPr>
            <p:cNvSpPr/>
            <p:nvPr/>
          </p:nvSpPr>
          <p:spPr>
            <a:xfrm>
              <a:off x="6436129" y="188886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3268A4F-4EAE-B9B4-B95E-1E2F817DCE67}"/>
                </a:ext>
              </a:extLst>
            </p:cNvPr>
            <p:cNvSpPr/>
            <p:nvPr/>
          </p:nvSpPr>
          <p:spPr>
            <a:xfrm>
              <a:off x="6435329" y="187861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22AFB29-CDC5-5920-0F4D-818733DC1E3B}"/>
                </a:ext>
              </a:extLst>
            </p:cNvPr>
            <p:cNvSpPr/>
            <p:nvPr/>
          </p:nvSpPr>
          <p:spPr>
            <a:xfrm>
              <a:off x="6462671" y="198150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69F146A7-8739-B83A-7824-2DADB22FA854}"/>
                </a:ext>
              </a:extLst>
            </p:cNvPr>
            <p:cNvSpPr/>
            <p:nvPr/>
          </p:nvSpPr>
          <p:spPr>
            <a:xfrm>
              <a:off x="6425301" y="200896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FA9558ED-EDBE-D50A-76AF-93110AC96440}"/>
                </a:ext>
              </a:extLst>
            </p:cNvPr>
            <p:cNvSpPr/>
            <p:nvPr/>
          </p:nvSpPr>
          <p:spPr>
            <a:xfrm>
              <a:off x="6465617" y="141820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6A8A0410-DFD5-28C8-34BA-BCE0EFD84EDB}"/>
                </a:ext>
              </a:extLst>
            </p:cNvPr>
            <p:cNvSpPr/>
            <p:nvPr/>
          </p:nvSpPr>
          <p:spPr>
            <a:xfrm>
              <a:off x="6700190" y="139471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2F681677-10DE-7251-04FB-089281061786}"/>
                </a:ext>
              </a:extLst>
            </p:cNvPr>
            <p:cNvSpPr/>
            <p:nvPr/>
          </p:nvSpPr>
          <p:spPr>
            <a:xfrm>
              <a:off x="6522592" y="118767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0F24378D-2820-B43E-6222-EE5E6EEA4365}"/>
                </a:ext>
              </a:extLst>
            </p:cNvPr>
            <p:cNvSpPr/>
            <p:nvPr/>
          </p:nvSpPr>
          <p:spPr>
            <a:xfrm>
              <a:off x="6760919" y="118767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B80374FB-4627-7AE3-FC13-8D13FC9262EF}"/>
                </a:ext>
              </a:extLst>
            </p:cNvPr>
            <p:cNvSpPr/>
            <p:nvPr/>
          </p:nvSpPr>
          <p:spPr>
            <a:xfrm>
              <a:off x="6549389" y="103294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B314DA67-59F1-9CAF-8F29-853ECD01D23E}"/>
                </a:ext>
              </a:extLst>
            </p:cNvPr>
            <p:cNvSpPr/>
            <p:nvPr/>
          </p:nvSpPr>
          <p:spPr>
            <a:xfrm>
              <a:off x="6532794" y="98104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70" name="Graphic 369">
            <a:extLst>
              <a:ext uri="{FF2B5EF4-FFF2-40B4-BE49-F238E27FC236}">
                <a16:creationId xmlns:a16="http://schemas.microsoft.com/office/drawing/2014/main" id="{903E101E-C902-3A29-27C2-363BEBD5DC63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-4224915" y="570065"/>
            <a:ext cx="1024515" cy="3119591"/>
          </a:xfrm>
          <a:prstGeom prst="rect">
            <a:avLst/>
          </a:prstGeom>
        </p:spPr>
      </p:pic>
      <p:pic>
        <p:nvPicPr>
          <p:cNvPr id="371" name="Graphic 370">
            <a:extLst>
              <a:ext uri="{FF2B5EF4-FFF2-40B4-BE49-F238E27FC236}">
                <a16:creationId xmlns:a16="http://schemas.microsoft.com/office/drawing/2014/main" id="{8B179EEE-2D69-B477-4ACC-8F5C2ACD70BD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20288250" y="637048"/>
            <a:ext cx="1020835" cy="3090862"/>
          </a:xfrm>
          <a:prstGeom prst="rect">
            <a:avLst/>
          </a:prstGeom>
        </p:spPr>
      </p:pic>
      <p:pic>
        <p:nvPicPr>
          <p:cNvPr id="372" name="Graphic 371">
            <a:extLst>
              <a:ext uri="{FF2B5EF4-FFF2-40B4-BE49-F238E27FC236}">
                <a16:creationId xmlns:a16="http://schemas.microsoft.com/office/drawing/2014/main" id="{DD1606CA-9EF8-6921-2CC7-A4C7641FD718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21474113" y="657270"/>
            <a:ext cx="1004888" cy="3132554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60AA6DA9-84F7-609F-55E0-938B671F3102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-6148388" y="701459"/>
            <a:ext cx="1233487" cy="3187916"/>
          </a:xfrm>
          <a:prstGeom prst="rect">
            <a:avLst/>
          </a:prstGeom>
        </p:spPr>
      </p:pic>
      <p:pic>
        <p:nvPicPr>
          <p:cNvPr id="374" name="Graphic 373">
            <a:extLst>
              <a:ext uri="{FF2B5EF4-FFF2-40B4-BE49-F238E27FC236}">
                <a16:creationId xmlns:a16="http://schemas.microsoft.com/office/drawing/2014/main" id="{E39463A1-57E8-B118-9750-6D8B08E326AE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-7267576" y="812800"/>
            <a:ext cx="1212595" cy="3105150"/>
          </a:xfrm>
          <a:prstGeom prst="rect">
            <a:avLst/>
          </a:prstGeom>
        </p:spPr>
      </p:pic>
      <p:grpSp>
        <p:nvGrpSpPr>
          <p:cNvPr id="375" name="Graphic 149">
            <a:extLst>
              <a:ext uri="{FF2B5EF4-FFF2-40B4-BE49-F238E27FC236}">
                <a16:creationId xmlns:a16="http://schemas.microsoft.com/office/drawing/2014/main" id="{0D4F09B4-CB17-74B8-6D82-6B3ED330A718}"/>
              </a:ext>
            </a:extLst>
          </p:cNvPr>
          <p:cNvGrpSpPr/>
          <p:nvPr/>
        </p:nvGrpSpPr>
        <p:grpSpPr>
          <a:xfrm>
            <a:off x="-11596401" y="858008"/>
            <a:ext cx="1122883" cy="3021916"/>
            <a:chOff x="7928313" y="2980137"/>
            <a:chExt cx="1122883" cy="30219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C5FB0300-9F7B-D207-9768-B72E917F401E}"/>
                </a:ext>
              </a:extLst>
            </p:cNvPr>
            <p:cNvSpPr/>
            <p:nvPr/>
          </p:nvSpPr>
          <p:spPr>
            <a:xfrm>
              <a:off x="8284477" y="2980137"/>
              <a:ext cx="343957" cy="390212"/>
            </a:xfrm>
            <a:custGeom>
              <a:avLst/>
              <a:gdLst>
                <a:gd name="connsiteX0" fmla="*/ 306777 w 343957"/>
                <a:gd name="connsiteY0" fmla="*/ 250316 h 390212"/>
                <a:gd name="connsiteX1" fmla="*/ 324056 w 343957"/>
                <a:gd name="connsiteY1" fmla="*/ 217492 h 390212"/>
                <a:gd name="connsiteX2" fmla="*/ 329452 w 343957"/>
                <a:gd name="connsiteY2" fmla="*/ 186441 h 390212"/>
                <a:gd name="connsiteX3" fmla="*/ 343562 w 343957"/>
                <a:gd name="connsiteY3" fmla="*/ 156183 h 390212"/>
                <a:gd name="connsiteX4" fmla="*/ 338205 w 343957"/>
                <a:gd name="connsiteY4" fmla="*/ 121285 h 390212"/>
                <a:gd name="connsiteX5" fmla="*/ 331715 w 343957"/>
                <a:gd name="connsiteY5" fmla="*/ 65635 h 390212"/>
                <a:gd name="connsiteX6" fmla="*/ 284442 w 343957"/>
                <a:gd name="connsiteY6" fmla="*/ 26020 h 390212"/>
                <a:gd name="connsiteX7" fmla="*/ 237168 w 343957"/>
                <a:gd name="connsiteY7" fmla="*/ 7156 h 390212"/>
                <a:gd name="connsiteX8" fmla="*/ 157222 w 343957"/>
                <a:gd name="connsiteY8" fmla="*/ 1497 h 390212"/>
                <a:gd name="connsiteX9" fmla="*/ 94177 w 343957"/>
                <a:gd name="connsiteY9" fmla="*/ 30322 h 390212"/>
                <a:gd name="connsiteX10" fmla="*/ 68220 w 343957"/>
                <a:gd name="connsiteY10" fmla="*/ 49073 h 390212"/>
                <a:gd name="connsiteX11" fmla="*/ 22871 w 343957"/>
                <a:gd name="connsiteY11" fmla="*/ 104080 h 390212"/>
                <a:gd name="connsiteX12" fmla="*/ 913 w 343957"/>
                <a:gd name="connsiteY12" fmla="*/ 171690 h 390212"/>
                <a:gd name="connsiteX13" fmla="*/ 4837 w 343957"/>
                <a:gd name="connsiteY13" fmla="*/ 220133 h 390212"/>
                <a:gd name="connsiteX14" fmla="*/ 19513 w 343957"/>
                <a:gd name="connsiteY14" fmla="*/ 279932 h 390212"/>
                <a:gd name="connsiteX15" fmla="*/ 11062 w 343957"/>
                <a:gd name="connsiteY15" fmla="*/ 311322 h 390212"/>
                <a:gd name="connsiteX16" fmla="*/ 83 w 343957"/>
                <a:gd name="connsiteY16" fmla="*/ 345995 h 390212"/>
                <a:gd name="connsiteX17" fmla="*/ 7968 w 343957"/>
                <a:gd name="connsiteY17" fmla="*/ 368028 h 390212"/>
                <a:gd name="connsiteX18" fmla="*/ 14948 w 343957"/>
                <a:gd name="connsiteY18" fmla="*/ 373272 h 390212"/>
                <a:gd name="connsiteX19" fmla="*/ 35774 w 343957"/>
                <a:gd name="connsiteY19" fmla="*/ 390212 h 390212"/>
                <a:gd name="connsiteX20" fmla="*/ 298137 w 343957"/>
                <a:gd name="connsiteY20" fmla="*/ 288497 h 390212"/>
                <a:gd name="connsiteX21" fmla="*/ 306777 w 343957"/>
                <a:gd name="connsiteY21" fmla="*/ 250316 h 390212"/>
                <a:gd name="connsiteX22" fmla="*/ 16193 w 343957"/>
                <a:gd name="connsiteY22" fmla="*/ 238318 h 390212"/>
                <a:gd name="connsiteX23" fmla="*/ 15250 w 343957"/>
                <a:gd name="connsiteY23" fmla="*/ 237677 h 390212"/>
                <a:gd name="connsiteX24" fmla="*/ 16193 w 343957"/>
                <a:gd name="connsiteY24" fmla="*/ 238318 h 39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3957" h="390212">
                  <a:moveTo>
                    <a:pt x="306777" y="250316"/>
                  </a:moveTo>
                  <a:cubicBezTo>
                    <a:pt x="312512" y="236243"/>
                    <a:pt x="320284" y="223793"/>
                    <a:pt x="324056" y="217492"/>
                  </a:cubicBezTo>
                  <a:cubicBezTo>
                    <a:pt x="330282" y="211606"/>
                    <a:pt x="328357" y="191723"/>
                    <a:pt x="329452" y="186441"/>
                  </a:cubicBezTo>
                  <a:cubicBezTo>
                    <a:pt x="330998" y="178971"/>
                    <a:pt x="346618" y="165917"/>
                    <a:pt x="343562" y="156183"/>
                  </a:cubicBezTo>
                  <a:cubicBezTo>
                    <a:pt x="337601" y="136980"/>
                    <a:pt x="348014" y="134112"/>
                    <a:pt x="338205" y="121285"/>
                  </a:cubicBezTo>
                  <a:cubicBezTo>
                    <a:pt x="350014" y="124907"/>
                    <a:pt x="339865" y="82500"/>
                    <a:pt x="331715" y="65635"/>
                  </a:cubicBezTo>
                  <a:cubicBezTo>
                    <a:pt x="323528" y="48620"/>
                    <a:pt x="292402" y="30850"/>
                    <a:pt x="284442" y="26020"/>
                  </a:cubicBezTo>
                  <a:cubicBezTo>
                    <a:pt x="261314" y="11986"/>
                    <a:pt x="250863" y="15645"/>
                    <a:pt x="237168" y="7156"/>
                  </a:cubicBezTo>
                  <a:cubicBezTo>
                    <a:pt x="219624" y="-3672"/>
                    <a:pt x="166050" y="818"/>
                    <a:pt x="157222" y="1497"/>
                  </a:cubicBezTo>
                  <a:cubicBezTo>
                    <a:pt x="125794" y="3912"/>
                    <a:pt x="112853" y="21644"/>
                    <a:pt x="94177" y="30322"/>
                  </a:cubicBezTo>
                  <a:cubicBezTo>
                    <a:pt x="82482" y="35754"/>
                    <a:pt x="76483" y="45375"/>
                    <a:pt x="68220" y="49073"/>
                  </a:cubicBezTo>
                  <a:cubicBezTo>
                    <a:pt x="44376" y="59674"/>
                    <a:pt x="29888" y="84009"/>
                    <a:pt x="22871" y="104080"/>
                  </a:cubicBezTo>
                  <a:cubicBezTo>
                    <a:pt x="15929" y="123963"/>
                    <a:pt x="6119" y="139960"/>
                    <a:pt x="913" y="171690"/>
                  </a:cubicBezTo>
                  <a:cubicBezTo>
                    <a:pt x="-2520" y="192553"/>
                    <a:pt x="4837" y="220133"/>
                    <a:pt x="4837" y="220133"/>
                  </a:cubicBezTo>
                  <a:cubicBezTo>
                    <a:pt x="4837" y="220133"/>
                    <a:pt x="20984" y="259295"/>
                    <a:pt x="19513" y="279932"/>
                  </a:cubicBezTo>
                  <a:cubicBezTo>
                    <a:pt x="14533" y="287855"/>
                    <a:pt x="13891" y="301815"/>
                    <a:pt x="11062" y="311322"/>
                  </a:cubicBezTo>
                  <a:cubicBezTo>
                    <a:pt x="-144" y="326074"/>
                    <a:pt x="83" y="345995"/>
                    <a:pt x="83" y="345995"/>
                  </a:cubicBezTo>
                  <a:cubicBezTo>
                    <a:pt x="83" y="345995"/>
                    <a:pt x="3667" y="355729"/>
                    <a:pt x="7968" y="368028"/>
                  </a:cubicBezTo>
                  <a:cubicBezTo>
                    <a:pt x="7968" y="368028"/>
                    <a:pt x="13250" y="371122"/>
                    <a:pt x="14948" y="373272"/>
                  </a:cubicBezTo>
                  <a:cubicBezTo>
                    <a:pt x="20154" y="379762"/>
                    <a:pt x="35774" y="390212"/>
                    <a:pt x="35774" y="390212"/>
                  </a:cubicBezTo>
                  <a:lnTo>
                    <a:pt x="298137" y="288497"/>
                  </a:lnTo>
                  <a:cubicBezTo>
                    <a:pt x="305305" y="271179"/>
                    <a:pt x="300401" y="265935"/>
                    <a:pt x="306777" y="250316"/>
                  </a:cubicBezTo>
                  <a:close/>
                  <a:moveTo>
                    <a:pt x="16193" y="238318"/>
                  </a:moveTo>
                  <a:cubicBezTo>
                    <a:pt x="15891" y="238129"/>
                    <a:pt x="15551" y="237941"/>
                    <a:pt x="15250" y="237677"/>
                  </a:cubicBezTo>
                  <a:cubicBezTo>
                    <a:pt x="15250" y="237677"/>
                    <a:pt x="15589" y="237978"/>
                    <a:pt x="16193" y="23831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B0F7458B-D0ED-0CFF-25A9-C24FF89DEAAB}"/>
                </a:ext>
              </a:extLst>
            </p:cNvPr>
            <p:cNvSpPr/>
            <p:nvPr/>
          </p:nvSpPr>
          <p:spPr>
            <a:xfrm>
              <a:off x="8225665" y="5895622"/>
              <a:ext cx="244991" cy="106431"/>
            </a:xfrm>
            <a:custGeom>
              <a:avLst/>
              <a:gdLst>
                <a:gd name="connsiteX0" fmla="*/ 792 w 244991"/>
                <a:gd name="connsiteY0" fmla="*/ 0 h 106431"/>
                <a:gd name="connsiteX1" fmla="*/ 0 w 244991"/>
                <a:gd name="connsiteY1" fmla="*/ 46066 h 106431"/>
                <a:gd name="connsiteX2" fmla="*/ 15884 w 244991"/>
                <a:gd name="connsiteY2" fmla="*/ 56404 h 106431"/>
                <a:gd name="connsiteX3" fmla="*/ 35767 w 244991"/>
                <a:gd name="connsiteY3" fmla="*/ 57988 h 106431"/>
                <a:gd name="connsiteX4" fmla="*/ 48481 w 244991"/>
                <a:gd name="connsiteY4" fmla="*/ 83417 h 106431"/>
                <a:gd name="connsiteX5" fmla="*/ 141406 w 244991"/>
                <a:gd name="connsiteY5" fmla="*/ 106432 h 106431"/>
                <a:gd name="connsiteX6" fmla="*/ 243876 w 244991"/>
                <a:gd name="connsiteY6" fmla="*/ 92133 h 106431"/>
                <a:gd name="connsiteX7" fmla="*/ 236708 w 244991"/>
                <a:gd name="connsiteY7" fmla="*/ 73080 h 106431"/>
                <a:gd name="connsiteX8" fmla="*/ 792 w 244991"/>
                <a:gd name="connsiteY8" fmla="*/ 0 h 10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991" h="106431">
                  <a:moveTo>
                    <a:pt x="792" y="0"/>
                  </a:moveTo>
                  <a:cubicBezTo>
                    <a:pt x="792" y="0"/>
                    <a:pt x="0" y="42105"/>
                    <a:pt x="0" y="46066"/>
                  </a:cubicBezTo>
                  <a:cubicBezTo>
                    <a:pt x="0" y="50028"/>
                    <a:pt x="9545" y="56404"/>
                    <a:pt x="15884" y="56404"/>
                  </a:cubicBezTo>
                  <a:cubicBezTo>
                    <a:pt x="22260" y="56404"/>
                    <a:pt x="35767" y="57988"/>
                    <a:pt x="35767" y="57988"/>
                  </a:cubicBezTo>
                  <a:cubicBezTo>
                    <a:pt x="35767" y="57988"/>
                    <a:pt x="38143" y="76249"/>
                    <a:pt x="48481" y="83417"/>
                  </a:cubicBezTo>
                  <a:cubicBezTo>
                    <a:pt x="58819" y="90586"/>
                    <a:pt x="132691" y="106432"/>
                    <a:pt x="141406" y="106432"/>
                  </a:cubicBezTo>
                  <a:cubicBezTo>
                    <a:pt x="150121" y="106432"/>
                    <a:pt x="240707" y="99263"/>
                    <a:pt x="243876" y="92133"/>
                  </a:cubicBezTo>
                  <a:cubicBezTo>
                    <a:pt x="247045" y="84964"/>
                    <a:pt x="243084" y="77041"/>
                    <a:pt x="236708" y="73080"/>
                  </a:cubicBezTo>
                  <a:cubicBezTo>
                    <a:pt x="230332" y="69118"/>
                    <a:pt x="792" y="0"/>
                    <a:pt x="792" y="0"/>
                  </a:cubicBez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B69CB89D-8284-5575-FFF8-D30F91D37903}"/>
                </a:ext>
              </a:extLst>
            </p:cNvPr>
            <p:cNvSpPr/>
            <p:nvPr/>
          </p:nvSpPr>
          <p:spPr>
            <a:xfrm>
              <a:off x="8382917" y="5855177"/>
              <a:ext cx="342458" cy="111656"/>
            </a:xfrm>
            <a:custGeom>
              <a:avLst/>
              <a:gdLst>
                <a:gd name="connsiteX0" fmla="*/ 8753 w 342458"/>
                <a:gd name="connsiteY0" fmla="*/ 63497 h 111656"/>
                <a:gd name="connsiteX1" fmla="*/ 65949 w 342458"/>
                <a:gd name="connsiteY1" fmla="*/ 69835 h 111656"/>
                <a:gd name="connsiteX2" fmla="*/ 65949 w 342458"/>
                <a:gd name="connsiteY2" fmla="*/ 57913 h 111656"/>
                <a:gd name="connsiteX3" fmla="*/ 97716 w 342458"/>
                <a:gd name="connsiteY3" fmla="*/ 73005 h 111656"/>
                <a:gd name="connsiteX4" fmla="*/ 136614 w 342458"/>
                <a:gd name="connsiteY4" fmla="*/ 100810 h 111656"/>
                <a:gd name="connsiteX5" fmla="*/ 239085 w 342458"/>
                <a:gd name="connsiteY5" fmla="*/ 111148 h 111656"/>
                <a:gd name="connsiteX6" fmla="*/ 341555 w 342458"/>
                <a:gd name="connsiteY6" fmla="*/ 88926 h 111656"/>
                <a:gd name="connsiteX7" fmla="*/ 335179 w 342458"/>
                <a:gd name="connsiteY7" fmla="*/ 82587 h 111656"/>
                <a:gd name="connsiteX8" fmla="*/ 185850 w 342458"/>
                <a:gd name="connsiteY8" fmla="*/ 65119 h 111656"/>
                <a:gd name="connsiteX9" fmla="*/ 0 w 342458"/>
                <a:gd name="connsiteY9" fmla="*/ 0 h 111656"/>
                <a:gd name="connsiteX10" fmla="*/ 8753 w 342458"/>
                <a:gd name="connsiteY10" fmla="*/ 63497 h 11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58" h="111656">
                  <a:moveTo>
                    <a:pt x="8753" y="63497"/>
                  </a:moveTo>
                  <a:cubicBezTo>
                    <a:pt x="8753" y="63497"/>
                    <a:pt x="65949" y="73042"/>
                    <a:pt x="65949" y="69835"/>
                  </a:cubicBezTo>
                  <a:cubicBezTo>
                    <a:pt x="65949" y="66666"/>
                    <a:pt x="65949" y="57913"/>
                    <a:pt x="65949" y="57913"/>
                  </a:cubicBezTo>
                  <a:cubicBezTo>
                    <a:pt x="65949" y="57913"/>
                    <a:pt x="81833" y="63459"/>
                    <a:pt x="97716" y="73005"/>
                  </a:cubicBezTo>
                  <a:cubicBezTo>
                    <a:pt x="113600" y="82550"/>
                    <a:pt x="125522" y="94472"/>
                    <a:pt x="136614" y="100810"/>
                  </a:cubicBezTo>
                  <a:cubicBezTo>
                    <a:pt x="147744" y="107149"/>
                    <a:pt x="206525" y="113525"/>
                    <a:pt x="239085" y="111148"/>
                  </a:cubicBezTo>
                  <a:cubicBezTo>
                    <a:pt x="271644" y="108771"/>
                    <a:pt x="339140" y="94472"/>
                    <a:pt x="341555" y="88926"/>
                  </a:cubicBezTo>
                  <a:cubicBezTo>
                    <a:pt x="343932" y="83380"/>
                    <a:pt x="341555" y="82587"/>
                    <a:pt x="335179" y="82587"/>
                  </a:cubicBezTo>
                  <a:cubicBezTo>
                    <a:pt x="328840" y="82587"/>
                    <a:pt x="185850" y="65119"/>
                    <a:pt x="185850" y="65119"/>
                  </a:cubicBezTo>
                  <a:lnTo>
                    <a:pt x="0" y="0"/>
                  </a:lnTo>
                  <a:lnTo>
                    <a:pt x="8753" y="63497"/>
                  </a:ln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38350B7-DD73-9D1D-8BDB-B32B17251447}"/>
                </a:ext>
              </a:extLst>
            </p:cNvPr>
            <p:cNvSpPr/>
            <p:nvPr/>
          </p:nvSpPr>
          <p:spPr>
            <a:xfrm>
              <a:off x="8348811" y="5782852"/>
              <a:ext cx="374114" cy="174766"/>
            </a:xfrm>
            <a:custGeom>
              <a:avLst/>
              <a:gdLst>
                <a:gd name="connsiteX0" fmla="*/ 205695 w 374114"/>
                <a:gd name="connsiteY0" fmla="*/ 30183 h 174766"/>
                <a:gd name="connsiteX1" fmla="*/ 227125 w 374114"/>
                <a:gd name="connsiteY1" fmla="*/ 72288 h 174766"/>
                <a:gd name="connsiteX2" fmla="*/ 285113 w 374114"/>
                <a:gd name="connsiteY2" fmla="*/ 110431 h 174766"/>
                <a:gd name="connsiteX3" fmla="*/ 323257 w 374114"/>
                <a:gd name="connsiteY3" fmla="*/ 125522 h 174766"/>
                <a:gd name="connsiteX4" fmla="*/ 360608 w 374114"/>
                <a:gd name="connsiteY4" fmla="*/ 128691 h 174766"/>
                <a:gd name="connsiteX5" fmla="*/ 374115 w 374114"/>
                <a:gd name="connsiteY5" fmla="*/ 155705 h 174766"/>
                <a:gd name="connsiteX6" fmla="*/ 323257 w 374114"/>
                <a:gd name="connsiteY6" fmla="*/ 166835 h 174766"/>
                <a:gd name="connsiteX7" fmla="*/ 212864 w 374114"/>
                <a:gd name="connsiteY7" fmla="*/ 173173 h 174766"/>
                <a:gd name="connsiteX8" fmla="*/ 158836 w 374114"/>
                <a:gd name="connsiteY8" fmla="*/ 152536 h 174766"/>
                <a:gd name="connsiteX9" fmla="*/ 111186 w 374114"/>
                <a:gd name="connsiteY9" fmla="*/ 125522 h 174766"/>
                <a:gd name="connsiteX10" fmla="*/ 64327 w 374114"/>
                <a:gd name="connsiteY10" fmla="*/ 115977 h 174766"/>
                <a:gd name="connsiteX11" fmla="*/ 0 w 374114"/>
                <a:gd name="connsiteY11" fmla="*/ 75457 h 174766"/>
                <a:gd name="connsiteX12" fmla="*/ 15091 w 374114"/>
                <a:gd name="connsiteY12" fmla="*/ 0 h 174766"/>
                <a:gd name="connsiteX13" fmla="*/ 205695 w 374114"/>
                <a:gd name="connsiteY13" fmla="*/ 30183 h 17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4114" h="174766">
                  <a:moveTo>
                    <a:pt x="205695" y="30183"/>
                  </a:moveTo>
                  <a:cubicBezTo>
                    <a:pt x="205695" y="30183"/>
                    <a:pt x="219202" y="60365"/>
                    <a:pt x="227125" y="72288"/>
                  </a:cubicBezTo>
                  <a:cubicBezTo>
                    <a:pt x="235086" y="84210"/>
                    <a:pt x="266853" y="100886"/>
                    <a:pt x="285113" y="110431"/>
                  </a:cubicBezTo>
                  <a:cubicBezTo>
                    <a:pt x="303374" y="119938"/>
                    <a:pt x="312127" y="125522"/>
                    <a:pt x="323257" y="125522"/>
                  </a:cubicBezTo>
                  <a:cubicBezTo>
                    <a:pt x="334387" y="125522"/>
                    <a:pt x="353628" y="125937"/>
                    <a:pt x="360608" y="128691"/>
                  </a:cubicBezTo>
                  <a:cubicBezTo>
                    <a:pt x="372530" y="133445"/>
                    <a:pt x="374115" y="155705"/>
                    <a:pt x="374115" y="155705"/>
                  </a:cubicBezTo>
                  <a:cubicBezTo>
                    <a:pt x="374115" y="155705"/>
                    <a:pt x="346309" y="162836"/>
                    <a:pt x="323257" y="166835"/>
                  </a:cubicBezTo>
                  <a:cubicBezTo>
                    <a:pt x="300242" y="170796"/>
                    <a:pt x="243839" y="177965"/>
                    <a:pt x="212864" y="173173"/>
                  </a:cubicBezTo>
                  <a:cubicBezTo>
                    <a:pt x="181889" y="168419"/>
                    <a:pt x="171551" y="162836"/>
                    <a:pt x="158836" y="152536"/>
                  </a:cubicBezTo>
                  <a:cubicBezTo>
                    <a:pt x="146122" y="142198"/>
                    <a:pt x="125485" y="132691"/>
                    <a:pt x="111186" y="125522"/>
                  </a:cubicBezTo>
                  <a:cubicBezTo>
                    <a:pt x="96886" y="118392"/>
                    <a:pt x="85757" y="123145"/>
                    <a:pt x="64327" y="115977"/>
                  </a:cubicBezTo>
                  <a:cubicBezTo>
                    <a:pt x="42897" y="108846"/>
                    <a:pt x="0" y="75457"/>
                    <a:pt x="0" y="75457"/>
                  </a:cubicBezTo>
                  <a:lnTo>
                    <a:pt x="15091" y="0"/>
                  </a:lnTo>
                  <a:lnTo>
                    <a:pt x="205695" y="30183"/>
                  </a:lnTo>
                  <a:close/>
                </a:path>
              </a:pathLst>
            </a:custGeom>
            <a:solidFill>
              <a:srgbClr val="371E0E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4E27A77C-D31F-2B57-BF61-5024D85C5B43}"/>
                </a:ext>
              </a:extLst>
            </p:cNvPr>
            <p:cNvSpPr/>
            <p:nvPr/>
          </p:nvSpPr>
          <p:spPr>
            <a:xfrm>
              <a:off x="8220874" y="5849555"/>
              <a:ext cx="248689" cy="144660"/>
            </a:xfrm>
            <a:custGeom>
              <a:avLst/>
              <a:gdLst>
                <a:gd name="connsiteX0" fmla="*/ 0 w 248689"/>
                <a:gd name="connsiteY0" fmla="*/ 0 h 144660"/>
                <a:gd name="connsiteX1" fmla="*/ 6376 w 248689"/>
                <a:gd name="connsiteY1" fmla="*/ 59573 h 144660"/>
                <a:gd name="connsiteX2" fmla="*/ 23844 w 248689"/>
                <a:gd name="connsiteY2" fmla="*/ 81003 h 144660"/>
                <a:gd name="connsiteX3" fmla="*/ 49273 w 248689"/>
                <a:gd name="connsiteY3" fmla="*/ 115939 h 144660"/>
                <a:gd name="connsiteX4" fmla="*/ 108846 w 248689"/>
                <a:gd name="connsiteY4" fmla="*/ 137407 h 144660"/>
                <a:gd name="connsiteX5" fmla="*/ 161289 w 248689"/>
                <a:gd name="connsiteY5" fmla="*/ 144537 h 144660"/>
                <a:gd name="connsiteX6" fmla="*/ 222446 w 248689"/>
                <a:gd name="connsiteY6" fmla="*/ 134200 h 144660"/>
                <a:gd name="connsiteX7" fmla="*/ 248668 w 248689"/>
                <a:gd name="connsiteY7" fmla="*/ 127861 h 144660"/>
                <a:gd name="connsiteX8" fmla="*/ 241499 w 248689"/>
                <a:gd name="connsiteY8" fmla="*/ 102433 h 144660"/>
                <a:gd name="connsiteX9" fmla="*/ 209732 w 248689"/>
                <a:gd name="connsiteY9" fmla="*/ 70665 h 144660"/>
                <a:gd name="connsiteX10" fmla="*/ 185888 w 248689"/>
                <a:gd name="connsiteY10" fmla="*/ 31767 h 144660"/>
                <a:gd name="connsiteX11" fmla="*/ 160459 w 248689"/>
                <a:gd name="connsiteY11" fmla="*/ 2377 h 144660"/>
                <a:gd name="connsiteX12" fmla="*/ 0 w 248689"/>
                <a:gd name="connsiteY12" fmla="*/ 0 h 14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689" h="144660">
                  <a:moveTo>
                    <a:pt x="0" y="0"/>
                  </a:moveTo>
                  <a:cubicBezTo>
                    <a:pt x="0" y="0"/>
                    <a:pt x="3961" y="49235"/>
                    <a:pt x="6376" y="59573"/>
                  </a:cubicBezTo>
                  <a:cubicBezTo>
                    <a:pt x="8753" y="69911"/>
                    <a:pt x="17506" y="74665"/>
                    <a:pt x="23844" y="81003"/>
                  </a:cubicBezTo>
                  <a:cubicBezTo>
                    <a:pt x="30220" y="87341"/>
                    <a:pt x="35766" y="105639"/>
                    <a:pt x="49273" y="115939"/>
                  </a:cubicBezTo>
                  <a:cubicBezTo>
                    <a:pt x="62780" y="126277"/>
                    <a:pt x="81041" y="131823"/>
                    <a:pt x="108846" y="137407"/>
                  </a:cubicBezTo>
                  <a:cubicBezTo>
                    <a:pt x="133106" y="142236"/>
                    <a:pt x="150159" y="145330"/>
                    <a:pt x="161289" y="144537"/>
                  </a:cubicBezTo>
                  <a:cubicBezTo>
                    <a:pt x="172419" y="143745"/>
                    <a:pt x="199432" y="137407"/>
                    <a:pt x="222446" y="134200"/>
                  </a:cubicBezTo>
                  <a:cubicBezTo>
                    <a:pt x="245499" y="131031"/>
                    <a:pt x="248668" y="127861"/>
                    <a:pt x="248668" y="127861"/>
                  </a:cubicBezTo>
                  <a:cubicBezTo>
                    <a:pt x="248668" y="127861"/>
                    <a:pt x="249460" y="108809"/>
                    <a:pt x="241499" y="102433"/>
                  </a:cubicBezTo>
                  <a:cubicBezTo>
                    <a:pt x="233539" y="96094"/>
                    <a:pt x="219277" y="83380"/>
                    <a:pt x="209732" y="70665"/>
                  </a:cubicBezTo>
                  <a:cubicBezTo>
                    <a:pt x="200187" y="57951"/>
                    <a:pt x="194641" y="42067"/>
                    <a:pt x="185888" y="31767"/>
                  </a:cubicBezTo>
                  <a:cubicBezTo>
                    <a:pt x="177135" y="21430"/>
                    <a:pt x="160459" y="2377"/>
                    <a:pt x="160459" y="23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D231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770D61B4-E6CA-C723-C81B-EA01DD11770E}"/>
                </a:ext>
              </a:extLst>
            </p:cNvPr>
            <p:cNvSpPr/>
            <p:nvPr/>
          </p:nvSpPr>
          <p:spPr>
            <a:xfrm>
              <a:off x="8322365" y="4302202"/>
              <a:ext cx="389468" cy="1528796"/>
            </a:xfrm>
            <a:custGeom>
              <a:avLst/>
              <a:gdLst>
                <a:gd name="connsiteX0" fmla="*/ 66928 w 389468"/>
                <a:gd name="connsiteY0" fmla="*/ 451231 h 1528796"/>
                <a:gd name="connsiteX1" fmla="*/ 82812 w 389468"/>
                <a:gd name="connsiteY1" fmla="*/ 594184 h 1528796"/>
                <a:gd name="connsiteX2" fmla="*/ 111410 w 389468"/>
                <a:gd name="connsiteY2" fmla="*/ 733968 h 1528796"/>
                <a:gd name="connsiteX3" fmla="*/ 152723 w 389468"/>
                <a:gd name="connsiteY3" fmla="*/ 819762 h 1528796"/>
                <a:gd name="connsiteX4" fmla="*/ 127294 w 389468"/>
                <a:gd name="connsiteY4" fmla="*/ 873789 h 1528796"/>
                <a:gd name="connsiteX5" fmla="*/ 111410 w 389468"/>
                <a:gd name="connsiteY5" fmla="*/ 975467 h 1528796"/>
                <a:gd name="connsiteX6" fmla="*/ 93942 w 389468"/>
                <a:gd name="connsiteY6" fmla="*/ 1086652 h 1528796"/>
                <a:gd name="connsiteX7" fmla="*/ 87603 w 389468"/>
                <a:gd name="connsiteY7" fmla="*/ 1180370 h 1528796"/>
                <a:gd name="connsiteX8" fmla="*/ 79643 w 389468"/>
                <a:gd name="connsiteY8" fmla="*/ 1259788 h 1528796"/>
                <a:gd name="connsiteX9" fmla="*/ 47875 w 389468"/>
                <a:gd name="connsiteY9" fmla="*/ 1415455 h 1528796"/>
                <a:gd name="connsiteX10" fmla="*/ 35161 w 389468"/>
                <a:gd name="connsiteY10" fmla="*/ 1512342 h 1528796"/>
                <a:gd name="connsiteX11" fmla="*/ 111410 w 389468"/>
                <a:gd name="connsiteY11" fmla="*/ 1528225 h 1528796"/>
                <a:gd name="connsiteX12" fmla="*/ 238517 w 389468"/>
                <a:gd name="connsiteY12" fmla="*/ 1521849 h 1528796"/>
                <a:gd name="connsiteX13" fmla="*/ 243271 w 389468"/>
                <a:gd name="connsiteY13" fmla="*/ 1486913 h 1528796"/>
                <a:gd name="connsiteX14" fmla="*/ 281414 w 389468"/>
                <a:gd name="connsiteY14" fmla="*/ 1301025 h 1528796"/>
                <a:gd name="connsiteX15" fmla="*/ 340195 w 389468"/>
                <a:gd name="connsiteY15" fmla="*/ 946793 h 1528796"/>
                <a:gd name="connsiteX16" fmla="*/ 376754 w 389468"/>
                <a:gd name="connsiteY16" fmla="*/ 781581 h 1528796"/>
                <a:gd name="connsiteX17" fmla="*/ 389468 w 389468"/>
                <a:gd name="connsiteY17" fmla="*/ 603654 h 1528796"/>
                <a:gd name="connsiteX18" fmla="*/ 262399 w 389468"/>
                <a:gd name="connsiteY18" fmla="*/ 0 h 1528796"/>
                <a:gd name="connsiteX19" fmla="*/ 41575 w 389468"/>
                <a:gd name="connsiteY19" fmla="*/ 20637 h 1528796"/>
                <a:gd name="connsiteX20" fmla="*/ 20937 w 389468"/>
                <a:gd name="connsiteY20" fmla="*/ 293866 h 1528796"/>
                <a:gd name="connsiteX21" fmla="*/ 66928 w 389468"/>
                <a:gd name="connsiteY21" fmla="*/ 451231 h 152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468" h="1528796">
                  <a:moveTo>
                    <a:pt x="66928" y="451231"/>
                  </a:moveTo>
                  <a:cubicBezTo>
                    <a:pt x="66928" y="451231"/>
                    <a:pt x="76474" y="557663"/>
                    <a:pt x="82812" y="594184"/>
                  </a:cubicBezTo>
                  <a:cubicBezTo>
                    <a:pt x="89150" y="630705"/>
                    <a:pt x="106656" y="713330"/>
                    <a:pt x="111410" y="733968"/>
                  </a:cubicBezTo>
                  <a:cubicBezTo>
                    <a:pt x="116164" y="754605"/>
                    <a:pt x="152723" y="819762"/>
                    <a:pt x="152723" y="819762"/>
                  </a:cubicBezTo>
                  <a:cubicBezTo>
                    <a:pt x="152723" y="819762"/>
                    <a:pt x="136839" y="849945"/>
                    <a:pt x="127294" y="873789"/>
                  </a:cubicBezTo>
                  <a:cubicBezTo>
                    <a:pt x="117748" y="897633"/>
                    <a:pt x="111410" y="953207"/>
                    <a:pt x="111410" y="975467"/>
                  </a:cubicBezTo>
                  <a:cubicBezTo>
                    <a:pt x="111410" y="997727"/>
                    <a:pt x="100280" y="1056470"/>
                    <a:pt x="93942" y="1086652"/>
                  </a:cubicBezTo>
                  <a:cubicBezTo>
                    <a:pt x="87603" y="1116835"/>
                    <a:pt x="84397" y="1170862"/>
                    <a:pt x="87603" y="1180370"/>
                  </a:cubicBezTo>
                  <a:cubicBezTo>
                    <a:pt x="90773" y="1189915"/>
                    <a:pt x="90773" y="1226436"/>
                    <a:pt x="79643" y="1259788"/>
                  </a:cubicBezTo>
                  <a:cubicBezTo>
                    <a:pt x="68513" y="1293140"/>
                    <a:pt x="52629" y="1377349"/>
                    <a:pt x="47875" y="1415455"/>
                  </a:cubicBezTo>
                  <a:cubicBezTo>
                    <a:pt x="43122" y="1453599"/>
                    <a:pt x="35161" y="1512342"/>
                    <a:pt x="35161" y="1512342"/>
                  </a:cubicBezTo>
                  <a:cubicBezTo>
                    <a:pt x="35161" y="1512342"/>
                    <a:pt x="59005" y="1526641"/>
                    <a:pt x="111410" y="1528225"/>
                  </a:cubicBezTo>
                  <a:cubicBezTo>
                    <a:pt x="163815" y="1529810"/>
                    <a:pt x="230556" y="1528225"/>
                    <a:pt x="238517" y="1521849"/>
                  </a:cubicBezTo>
                  <a:cubicBezTo>
                    <a:pt x="246440" y="1515511"/>
                    <a:pt x="240102" y="1499627"/>
                    <a:pt x="243271" y="1486913"/>
                  </a:cubicBezTo>
                  <a:cubicBezTo>
                    <a:pt x="246440" y="1474198"/>
                    <a:pt x="273453" y="1355052"/>
                    <a:pt x="281414" y="1301025"/>
                  </a:cubicBezTo>
                  <a:cubicBezTo>
                    <a:pt x="289337" y="1246998"/>
                    <a:pt x="329065" y="1008743"/>
                    <a:pt x="340195" y="946793"/>
                  </a:cubicBezTo>
                  <a:cubicBezTo>
                    <a:pt x="351325" y="884843"/>
                    <a:pt x="373547" y="810179"/>
                    <a:pt x="376754" y="781581"/>
                  </a:cubicBezTo>
                  <a:cubicBezTo>
                    <a:pt x="379923" y="752983"/>
                    <a:pt x="389468" y="603654"/>
                    <a:pt x="389468" y="603654"/>
                  </a:cubicBezTo>
                  <a:lnTo>
                    <a:pt x="262399" y="0"/>
                  </a:lnTo>
                  <a:cubicBezTo>
                    <a:pt x="262399" y="0"/>
                    <a:pt x="121031" y="25429"/>
                    <a:pt x="41575" y="20637"/>
                  </a:cubicBezTo>
                  <a:cubicBezTo>
                    <a:pt x="-37843" y="15884"/>
                    <a:pt x="20937" y="293866"/>
                    <a:pt x="20937" y="293866"/>
                  </a:cubicBezTo>
                  <a:lnTo>
                    <a:pt x="66928" y="451231"/>
                  </a:ln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D58FF710-820B-3217-6D60-A48E2271C0F8}"/>
                </a:ext>
              </a:extLst>
            </p:cNvPr>
            <p:cNvSpPr/>
            <p:nvPr/>
          </p:nvSpPr>
          <p:spPr>
            <a:xfrm>
              <a:off x="8127157" y="4332498"/>
              <a:ext cx="354269" cy="1538081"/>
            </a:xfrm>
            <a:custGeom>
              <a:avLst/>
              <a:gdLst>
                <a:gd name="connsiteX0" fmla="*/ 293904 w 354269"/>
                <a:gd name="connsiteY0" fmla="*/ 358985 h 1538081"/>
                <a:gd name="connsiteX1" fmla="*/ 249422 w 354269"/>
                <a:gd name="connsiteY1" fmla="*/ 629045 h 1538081"/>
                <a:gd name="connsiteX2" fmla="*/ 225578 w 354269"/>
                <a:gd name="connsiteY2" fmla="*/ 860999 h 1538081"/>
                <a:gd name="connsiteX3" fmla="*/ 214448 w 354269"/>
                <a:gd name="connsiteY3" fmla="*/ 1057979 h 1538081"/>
                <a:gd name="connsiteX4" fmla="*/ 217617 w 354269"/>
                <a:gd name="connsiteY4" fmla="*/ 1205723 h 1538081"/>
                <a:gd name="connsiteX5" fmla="*/ 236670 w 354269"/>
                <a:gd name="connsiteY5" fmla="*/ 1407494 h 1538081"/>
                <a:gd name="connsiteX6" fmla="*/ 262099 w 354269"/>
                <a:gd name="connsiteY6" fmla="*/ 1509172 h 1538081"/>
                <a:gd name="connsiteX7" fmla="*/ 171551 w 354269"/>
                <a:gd name="connsiteY7" fmla="*/ 1529848 h 1538081"/>
                <a:gd name="connsiteX8" fmla="*/ 96886 w 354269"/>
                <a:gd name="connsiteY8" fmla="*/ 1537770 h 1538081"/>
                <a:gd name="connsiteX9" fmla="*/ 68288 w 354269"/>
                <a:gd name="connsiteY9" fmla="*/ 1523471 h 1538081"/>
                <a:gd name="connsiteX10" fmla="*/ 53989 w 354269"/>
                <a:gd name="connsiteY10" fmla="*/ 1409079 h 1538081"/>
                <a:gd name="connsiteX11" fmla="*/ 17468 w 354269"/>
                <a:gd name="connsiteY11" fmla="*/ 1092953 h 1538081"/>
                <a:gd name="connsiteX12" fmla="*/ 14299 w 354269"/>
                <a:gd name="connsiteY12" fmla="*/ 865791 h 1538081"/>
                <a:gd name="connsiteX13" fmla="*/ 0 w 354269"/>
                <a:gd name="connsiteY13" fmla="*/ 590977 h 1538081"/>
                <a:gd name="connsiteX14" fmla="*/ 3169 w 354269"/>
                <a:gd name="connsiteY14" fmla="*/ 268475 h 1538081"/>
                <a:gd name="connsiteX15" fmla="*/ 92133 w 354269"/>
                <a:gd name="connsiteY15" fmla="*/ 23844 h 1538081"/>
                <a:gd name="connsiteX16" fmla="*/ 298658 w 354269"/>
                <a:gd name="connsiteY16" fmla="*/ 11130 h 1538081"/>
                <a:gd name="connsiteX17" fmla="*/ 354269 w 354269"/>
                <a:gd name="connsiteY17" fmla="*/ 0 h 1538081"/>
                <a:gd name="connsiteX18" fmla="*/ 343140 w 354269"/>
                <a:gd name="connsiteY18" fmla="*/ 162043 h 1538081"/>
                <a:gd name="connsiteX19" fmla="*/ 322502 w 354269"/>
                <a:gd name="connsiteY19" fmla="*/ 247838 h 1538081"/>
                <a:gd name="connsiteX20" fmla="*/ 293904 w 354269"/>
                <a:gd name="connsiteY20" fmla="*/ 358985 h 153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4269" h="1538081">
                  <a:moveTo>
                    <a:pt x="293904" y="358985"/>
                  </a:moveTo>
                  <a:cubicBezTo>
                    <a:pt x="293904" y="358985"/>
                    <a:pt x="257383" y="589317"/>
                    <a:pt x="249422" y="629045"/>
                  </a:cubicBezTo>
                  <a:cubicBezTo>
                    <a:pt x="241499" y="668773"/>
                    <a:pt x="231954" y="816517"/>
                    <a:pt x="225578" y="860999"/>
                  </a:cubicBezTo>
                  <a:cubicBezTo>
                    <a:pt x="219240" y="905481"/>
                    <a:pt x="212864" y="1026212"/>
                    <a:pt x="214448" y="1057979"/>
                  </a:cubicBezTo>
                  <a:cubicBezTo>
                    <a:pt x="216033" y="1089746"/>
                    <a:pt x="217617" y="1173956"/>
                    <a:pt x="217617" y="1205723"/>
                  </a:cubicBezTo>
                  <a:cubicBezTo>
                    <a:pt x="217617" y="1237490"/>
                    <a:pt x="233501" y="1383650"/>
                    <a:pt x="236670" y="1407494"/>
                  </a:cubicBezTo>
                  <a:cubicBezTo>
                    <a:pt x="239839" y="1431301"/>
                    <a:pt x="265268" y="1501212"/>
                    <a:pt x="262099" y="1509172"/>
                  </a:cubicBezTo>
                  <a:cubicBezTo>
                    <a:pt x="258930" y="1517095"/>
                    <a:pt x="200149" y="1525056"/>
                    <a:pt x="171551" y="1529848"/>
                  </a:cubicBezTo>
                  <a:cubicBezTo>
                    <a:pt x="142953" y="1534601"/>
                    <a:pt x="109601" y="1539355"/>
                    <a:pt x="96886" y="1537770"/>
                  </a:cubicBezTo>
                  <a:cubicBezTo>
                    <a:pt x="84172" y="1536186"/>
                    <a:pt x="68288" y="1528225"/>
                    <a:pt x="68288" y="1523471"/>
                  </a:cubicBezTo>
                  <a:cubicBezTo>
                    <a:pt x="68288" y="1518718"/>
                    <a:pt x="61950" y="1458352"/>
                    <a:pt x="53989" y="1409079"/>
                  </a:cubicBezTo>
                  <a:cubicBezTo>
                    <a:pt x="46029" y="1359844"/>
                    <a:pt x="23807" y="1159657"/>
                    <a:pt x="17468" y="1092953"/>
                  </a:cubicBezTo>
                  <a:cubicBezTo>
                    <a:pt x="11092" y="1026249"/>
                    <a:pt x="6338" y="918195"/>
                    <a:pt x="14299" y="865791"/>
                  </a:cubicBezTo>
                  <a:cubicBezTo>
                    <a:pt x="22222" y="813386"/>
                    <a:pt x="0" y="590977"/>
                    <a:pt x="0" y="590977"/>
                  </a:cubicBezTo>
                  <a:lnTo>
                    <a:pt x="3169" y="268475"/>
                  </a:lnTo>
                  <a:lnTo>
                    <a:pt x="92133" y="23844"/>
                  </a:lnTo>
                  <a:lnTo>
                    <a:pt x="298658" y="11130"/>
                  </a:lnTo>
                  <a:lnTo>
                    <a:pt x="354269" y="0"/>
                  </a:lnTo>
                  <a:cubicBezTo>
                    <a:pt x="354269" y="0"/>
                    <a:pt x="348723" y="126654"/>
                    <a:pt x="343140" y="162043"/>
                  </a:cubicBezTo>
                  <a:cubicBezTo>
                    <a:pt x="338386" y="192226"/>
                    <a:pt x="335179" y="231954"/>
                    <a:pt x="322502" y="247838"/>
                  </a:cubicBezTo>
                  <a:cubicBezTo>
                    <a:pt x="309788" y="263684"/>
                    <a:pt x="293904" y="358985"/>
                    <a:pt x="293904" y="358985"/>
                  </a:cubicBez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F3A29C8F-167E-FCFC-1915-2DFAE7F3DF1A}"/>
                </a:ext>
              </a:extLst>
            </p:cNvPr>
            <p:cNvSpPr/>
            <p:nvPr/>
          </p:nvSpPr>
          <p:spPr>
            <a:xfrm>
              <a:off x="8294029" y="3439618"/>
              <a:ext cx="227657" cy="903933"/>
            </a:xfrm>
            <a:custGeom>
              <a:avLst/>
              <a:gdLst>
                <a:gd name="connsiteX0" fmla="*/ 203280 w 227657"/>
                <a:gd name="connsiteY0" fmla="*/ 20713 h 903933"/>
                <a:gd name="connsiteX1" fmla="*/ 227125 w 227657"/>
                <a:gd name="connsiteY1" fmla="*/ 143028 h 903933"/>
                <a:gd name="connsiteX2" fmla="*/ 201696 w 227657"/>
                <a:gd name="connsiteY2" fmla="*/ 606899 h 903933"/>
                <a:gd name="connsiteX3" fmla="*/ 198527 w 227657"/>
                <a:gd name="connsiteY3" fmla="*/ 884881 h 903933"/>
                <a:gd name="connsiteX4" fmla="*/ 131823 w 227657"/>
                <a:gd name="connsiteY4" fmla="*/ 903934 h 903933"/>
                <a:gd name="connsiteX5" fmla="*/ 93717 w 227657"/>
                <a:gd name="connsiteY5" fmla="*/ 390828 h 903933"/>
                <a:gd name="connsiteX6" fmla="*/ 0 w 227657"/>
                <a:gd name="connsiteY6" fmla="*/ 112808 h 903933"/>
                <a:gd name="connsiteX7" fmla="*/ 101678 w 227657"/>
                <a:gd name="connsiteY7" fmla="*/ 0 h 903933"/>
                <a:gd name="connsiteX8" fmla="*/ 203280 w 227657"/>
                <a:gd name="connsiteY8" fmla="*/ 20713 h 903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657" h="903933">
                  <a:moveTo>
                    <a:pt x="203280" y="20713"/>
                  </a:moveTo>
                  <a:cubicBezTo>
                    <a:pt x="203280" y="20713"/>
                    <a:pt x="231879" y="54065"/>
                    <a:pt x="227125" y="143028"/>
                  </a:cubicBezTo>
                  <a:cubicBezTo>
                    <a:pt x="222371" y="231992"/>
                    <a:pt x="208072" y="492506"/>
                    <a:pt x="201696" y="606899"/>
                  </a:cubicBezTo>
                  <a:cubicBezTo>
                    <a:pt x="195358" y="721253"/>
                    <a:pt x="198527" y="884881"/>
                    <a:pt x="198527" y="884881"/>
                  </a:cubicBezTo>
                  <a:lnTo>
                    <a:pt x="131823" y="903934"/>
                  </a:lnTo>
                  <a:cubicBezTo>
                    <a:pt x="131823" y="903934"/>
                    <a:pt x="173136" y="575094"/>
                    <a:pt x="93717" y="390828"/>
                  </a:cubicBezTo>
                  <a:cubicBezTo>
                    <a:pt x="14299" y="206563"/>
                    <a:pt x="0" y="112808"/>
                    <a:pt x="0" y="112808"/>
                  </a:cubicBezTo>
                  <a:lnTo>
                    <a:pt x="101678" y="0"/>
                  </a:lnTo>
                  <a:lnTo>
                    <a:pt x="203280" y="20713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72DB1811-7D2A-5C53-362D-022C625821EC}"/>
                </a:ext>
              </a:extLst>
            </p:cNvPr>
            <p:cNvSpPr/>
            <p:nvPr/>
          </p:nvSpPr>
          <p:spPr>
            <a:xfrm>
              <a:off x="8355941" y="4268888"/>
              <a:ext cx="196376" cy="109862"/>
            </a:xfrm>
            <a:custGeom>
              <a:avLst/>
              <a:gdLst>
                <a:gd name="connsiteX0" fmla="*/ 196376 w 196376"/>
                <a:gd name="connsiteY0" fmla="*/ 97603 h 109862"/>
                <a:gd name="connsiteX1" fmla="*/ 47651 w 196376"/>
                <a:gd name="connsiteY1" fmla="*/ 108054 h 109862"/>
                <a:gd name="connsiteX2" fmla="*/ 0 w 196376"/>
                <a:gd name="connsiteY2" fmla="*/ 41313 h 109862"/>
                <a:gd name="connsiteX3" fmla="*/ 152498 w 196376"/>
                <a:gd name="connsiteY3" fmla="*/ 0 h 109862"/>
                <a:gd name="connsiteX4" fmla="*/ 196376 w 196376"/>
                <a:gd name="connsiteY4" fmla="*/ 97603 h 10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76" h="109862">
                  <a:moveTo>
                    <a:pt x="196376" y="97603"/>
                  </a:moveTo>
                  <a:cubicBezTo>
                    <a:pt x="196376" y="97603"/>
                    <a:pt x="71269" y="115487"/>
                    <a:pt x="47651" y="108054"/>
                  </a:cubicBezTo>
                  <a:cubicBezTo>
                    <a:pt x="18487" y="98886"/>
                    <a:pt x="0" y="41313"/>
                    <a:pt x="0" y="41313"/>
                  </a:cubicBezTo>
                  <a:lnTo>
                    <a:pt x="152498" y="0"/>
                  </a:lnTo>
                  <a:lnTo>
                    <a:pt x="196376" y="97603"/>
                  </a:lnTo>
                  <a:close/>
                </a:path>
              </a:pathLst>
            </a:custGeom>
            <a:solidFill>
              <a:srgbClr val="16130B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7CF72F33-0328-41A9-2CFC-E463723247FD}"/>
                </a:ext>
              </a:extLst>
            </p:cNvPr>
            <p:cNvSpPr/>
            <p:nvPr/>
          </p:nvSpPr>
          <p:spPr>
            <a:xfrm>
              <a:off x="8371787" y="3469876"/>
              <a:ext cx="116041" cy="860302"/>
            </a:xfrm>
            <a:custGeom>
              <a:avLst/>
              <a:gdLst>
                <a:gd name="connsiteX0" fmla="*/ 7961 w 116041"/>
                <a:gd name="connsiteY0" fmla="*/ 34937 h 860302"/>
                <a:gd name="connsiteX1" fmla="*/ 22260 w 116041"/>
                <a:gd name="connsiteY1" fmla="*/ 96886 h 860302"/>
                <a:gd name="connsiteX2" fmla="*/ 22260 w 116041"/>
                <a:gd name="connsiteY2" fmla="*/ 117524 h 860302"/>
                <a:gd name="connsiteX3" fmla="*/ 11130 w 116041"/>
                <a:gd name="connsiteY3" fmla="*/ 192188 h 860302"/>
                <a:gd name="connsiteX4" fmla="*/ 0 w 116041"/>
                <a:gd name="connsiteY4" fmla="*/ 281152 h 860302"/>
                <a:gd name="connsiteX5" fmla="*/ 47651 w 116041"/>
                <a:gd name="connsiteY5" fmla="*/ 692617 h 860302"/>
                <a:gd name="connsiteX6" fmla="*/ 61950 w 116041"/>
                <a:gd name="connsiteY6" fmla="*/ 848285 h 860302"/>
                <a:gd name="connsiteX7" fmla="*/ 74664 w 116041"/>
                <a:gd name="connsiteY7" fmla="*/ 859415 h 860302"/>
                <a:gd name="connsiteX8" fmla="*/ 114392 w 116041"/>
                <a:gd name="connsiteY8" fmla="*/ 816517 h 860302"/>
                <a:gd name="connsiteX9" fmla="*/ 111223 w 116041"/>
                <a:gd name="connsiteY9" fmla="*/ 349478 h 860302"/>
                <a:gd name="connsiteX10" fmla="*/ 79456 w 116041"/>
                <a:gd name="connsiteY10" fmla="*/ 176305 h 860302"/>
                <a:gd name="connsiteX11" fmla="*/ 68326 w 116041"/>
                <a:gd name="connsiteY11" fmla="*/ 112770 h 860302"/>
                <a:gd name="connsiteX12" fmla="*/ 93755 w 116041"/>
                <a:gd name="connsiteY12" fmla="*/ 50820 h 860302"/>
                <a:gd name="connsiteX13" fmla="*/ 74702 w 116041"/>
                <a:gd name="connsiteY13" fmla="*/ 6338 h 860302"/>
                <a:gd name="connsiteX14" fmla="*/ 30220 w 116041"/>
                <a:gd name="connsiteY14" fmla="*/ 0 h 860302"/>
                <a:gd name="connsiteX15" fmla="*/ 7961 w 116041"/>
                <a:gd name="connsiteY15" fmla="*/ 34937 h 860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6041" h="860302">
                  <a:moveTo>
                    <a:pt x="7961" y="34937"/>
                  </a:moveTo>
                  <a:cubicBezTo>
                    <a:pt x="7961" y="34937"/>
                    <a:pt x="22260" y="84172"/>
                    <a:pt x="22260" y="96886"/>
                  </a:cubicBezTo>
                  <a:cubicBezTo>
                    <a:pt x="22260" y="109601"/>
                    <a:pt x="22260" y="117524"/>
                    <a:pt x="22260" y="117524"/>
                  </a:cubicBezTo>
                  <a:cubicBezTo>
                    <a:pt x="22260" y="117524"/>
                    <a:pt x="15921" y="163590"/>
                    <a:pt x="11130" y="192188"/>
                  </a:cubicBezTo>
                  <a:cubicBezTo>
                    <a:pt x="6376" y="220786"/>
                    <a:pt x="0" y="281152"/>
                    <a:pt x="0" y="281152"/>
                  </a:cubicBezTo>
                  <a:lnTo>
                    <a:pt x="47651" y="692617"/>
                  </a:lnTo>
                  <a:lnTo>
                    <a:pt x="61950" y="848285"/>
                  </a:lnTo>
                  <a:cubicBezTo>
                    <a:pt x="61950" y="848285"/>
                    <a:pt x="68288" y="864168"/>
                    <a:pt x="74664" y="859415"/>
                  </a:cubicBezTo>
                  <a:cubicBezTo>
                    <a:pt x="81003" y="854661"/>
                    <a:pt x="111186" y="822893"/>
                    <a:pt x="114392" y="816517"/>
                  </a:cubicBezTo>
                  <a:cubicBezTo>
                    <a:pt x="117562" y="810179"/>
                    <a:pt x="115977" y="408259"/>
                    <a:pt x="111223" y="349478"/>
                  </a:cubicBezTo>
                  <a:cubicBezTo>
                    <a:pt x="106469" y="290697"/>
                    <a:pt x="85794" y="201734"/>
                    <a:pt x="79456" y="176305"/>
                  </a:cubicBezTo>
                  <a:cubicBezTo>
                    <a:pt x="73118" y="150876"/>
                    <a:pt x="68326" y="112770"/>
                    <a:pt x="68326" y="112770"/>
                  </a:cubicBezTo>
                  <a:lnTo>
                    <a:pt x="93755" y="50820"/>
                  </a:lnTo>
                  <a:lnTo>
                    <a:pt x="74702" y="6338"/>
                  </a:lnTo>
                  <a:lnTo>
                    <a:pt x="30220" y="0"/>
                  </a:lnTo>
                  <a:lnTo>
                    <a:pt x="7961" y="3493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2961BAA6-1CE7-3507-A805-4AB07966DFD6}"/>
                </a:ext>
              </a:extLst>
            </p:cNvPr>
            <p:cNvSpPr/>
            <p:nvPr/>
          </p:nvSpPr>
          <p:spPr>
            <a:xfrm>
              <a:off x="8255848" y="3358400"/>
              <a:ext cx="257345" cy="268728"/>
            </a:xfrm>
            <a:custGeom>
              <a:avLst/>
              <a:gdLst>
                <a:gd name="connsiteX0" fmla="*/ 103263 w 257345"/>
                <a:gd name="connsiteY0" fmla="*/ 254 h 268728"/>
                <a:gd name="connsiteX1" fmla="*/ 58781 w 257345"/>
                <a:gd name="connsiteY1" fmla="*/ 3423 h 268728"/>
                <a:gd name="connsiteX2" fmla="*/ 30183 w 257345"/>
                <a:gd name="connsiteY2" fmla="*/ 36775 h 268728"/>
                <a:gd name="connsiteX3" fmla="*/ 0 w 257345"/>
                <a:gd name="connsiteY3" fmla="*/ 92386 h 268728"/>
                <a:gd name="connsiteX4" fmla="*/ 30183 w 257345"/>
                <a:gd name="connsiteY4" fmla="*/ 186103 h 268728"/>
                <a:gd name="connsiteX5" fmla="*/ 79418 w 257345"/>
                <a:gd name="connsiteY5" fmla="*/ 268729 h 268728"/>
                <a:gd name="connsiteX6" fmla="*/ 117524 w 257345"/>
                <a:gd name="connsiteY6" fmla="*/ 203609 h 268728"/>
                <a:gd name="connsiteX7" fmla="*/ 158836 w 257345"/>
                <a:gd name="connsiteY7" fmla="*/ 146413 h 268728"/>
                <a:gd name="connsiteX8" fmla="*/ 174720 w 257345"/>
                <a:gd name="connsiteY8" fmla="*/ 143244 h 268728"/>
                <a:gd name="connsiteX9" fmla="*/ 193773 w 257345"/>
                <a:gd name="connsiteY9" fmla="*/ 179803 h 268728"/>
                <a:gd name="connsiteX10" fmla="*/ 201734 w 257345"/>
                <a:gd name="connsiteY10" fmla="*/ 222700 h 268728"/>
                <a:gd name="connsiteX11" fmla="*/ 220786 w 257345"/>
                <a:gd name="connsiteY11" fmla="*/ 259259 h 268728"/>
                <a:gd name="connsiteX12" fmla="*/ 244631 w 257345"/>
                <a:gd name="connsiteY12" fmla="*/ 203647 h 268728"/>
                <a:gd name="connsiteX13" fmla="*/ 257345 w 257345"/>
                <a:gd name="connsiteY13" fmla="*/ 141697 h 268728"/>
                <a:gd name="connsiteX14" fmla="*/ 246215 w 257345"/>
                <a:gd name="connsiteY14" fmla="*/ 79747 h 268728"/>
                <a:gd name="connsiteX15" fmla="*/ 103263 w 257345"/>
                <a:gd name="connsiteY15" fmla="*/ 254 h 26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345" h="268728">
                  <a:moveTo>
                    <a:pt x="103263" y="254"/>
                  </a:moveTo>
                  <a:cubicBezTo>
                    <a:pt x="103263" y="254"/>
                    <a:pt x="76249" y="-1331"/>
                    <a:pt x="58781" y="3423"/>
                  </a:cubicBezTo>
                  <a:cubicBezTo>
                    <a:pt x="41313" y="8176"/>
                    <a:pt x="38143" y="17722"/>
                    <a:pt x="30183" y="36775"/>
                  </a:cubicBezTo>
                  <a:cubicBezTo>
                    <a:pt x="22222" y="55827"/>
                    <a:pt x="0" y="92386"/>
                    <a:pt x="0" y="92386"/>
                  </a:cubicBezTo>
                  <a:lnTo>
                    <a:pt x="30183" y="186103"/>
                  </a:lnTo>
                  <a:lnTo>
                    <a:pt x="79418" y="268729"/>
                  </a:lnTo>
                  <a:cubicBezTo>
                    <a:pt x="79418" y="268729"/>
                    <a:pt x="98471" y="235377"/>
                    <a:pt x="117524" y="203609"/>
                  </a:cubicBezTo>
                  <a:cubicBezTo>
                    <a:pt x="136577" y="171842"/>
                    <a:pt x="154083" y="149620"/>
                    <a:pt x="158836" y="146413"/>
                  </a:cubicBezTo>
                  <a:cubicBezTo>
                    <a:pt x="163590" y="143244"/>
                    <a:pt x="169966" y="135283"/>
                    <a:pt x="174720" y="143244"/>
                  </a:cubicBezTo>
                  <a:cubicBezTo>
                    <a:pt x="179474" y="151205"/>
                    <a:pt x="190604" y="167088"/>
                    <a:pt x="193773" y="179803"/>
                  </a:cubicBezTo>
                  <a:cubicBezTo>
                    <a:pt x="196942" y="192517"/>
                    <a:pt x="193773" y="209986"/>
                    <a:pt x="201734" y="222700"/>
                  </a:cubicBezTo>
                  <a:cubicBezTo>
                    <a:pt x="209657" y="235414"/>
                    <a:pt x="216033" y="262428"/>
                    <a:pt x="220786" y="259259"/>
                  </a:cubicBezTo>
                  <a:cubicBezTo>
                    <a:pt x="225540" y="256090"/>
                    <a:pt x="236670" y="230661"/>
                    <a:pt x="244631" y="203647"/>
                  </a:cubicBezTo>
                  <a:cubicBezTo>
                    <a:pt x="252554" y="176634"/>
                    <a:pt x="257345" y="141697"/>
                    <a:pt x="257345" y="141697"/>
                  </a:cubicBezTo>
                  <a:lnTo>
                    <a:pt x="246215" y="79747"/>
                  </a:lnTo>
                  <a:cubicBezTo>
                    <a:pt x="246215" y="79709"/>
                    <a:pt x="258930" y="16137"/>
                    <a:pt x="103263" y="254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030BC09-5A0D-5826-5B32-5C97D17A5619}"/>
                </a:ext>
              </a:extLst>
            </p:cNvPr>
            <p:cNvSpPr/>
            <p:nvPr/>
          </p:nvSpPr>
          <p:spPr>
            <a:xfrm>
              <a:off x="8546545" y="3563594"/>
              <a:ext cx="311913" cy="646513"/>
            </a:xfrm>
            <a:custGeom>
              <a:avLst/>
              <a:gdLst>
                <a:gd name="connsiteX0" fmla="*/ 133445 w 311913"/>
                <a:gd name="connsiteY0" fmla="*/ 0 h 646513"/>
                <a:gd name="connsiteX1" fmla="*/ 185850 w 311913"/>
                <a:gd name="connsiteY1" fmla="*/ 36521 h 646513"/>
                <a:gd name="connsiteX2" fmla="*/ 214448 w 311913"/>
                <a:gd name="connsiteY2" fmla="*/ 123900 h 646513"/>
                <a:gd name="connsiteX3" fmla="*/ 246215 w 311913"/>
                <a:gd name="connsiteY3" fmla="*/ 244631 h 646513"/>
                <a:gd name="connsiteX4" fmla="*/ 289113 w 311913"/>
                <a:gd name="connsiteY4" fmla="*/ 357401 h 646513"/>
                <a:gd name="connsiteX5" fmla="*/ 304996 w 311913"/>
                <a:gd name="connsiteY5" fmla="*/ 538497 h 646513"/>
                <a:gd name="connsiteX6" fmla="*/ 254176 w 311913"/>
                <a:gd name="connsiteY6" fmla="*/ 609992 h 646513"/>
                <a:gd name="connsiteX7" fmla="*/ 198564 w 311913"/>
                <a:gd name="connsiteY7" fmla="*/ 646513 h 646513"/>
                <a:gd name="connsiteX8" fmla="*/ 154083 w 311913"/>
                <a:gd name="connsiteY8" fmla="*/ 600447 h 646513"/>
                <a:gd name="connsiteX9" fmla="*/ 135030 w 311913"/>
                <a:gd name="connsiteY9" fmla="*/ 548042 h 646513"/>
                <a:gd name="connsiteX10" fmla="*/ 0 w 311913"/>
                <a:gd name="connsiteY10" fmla="*/ 295451 h 646513"/>
                <a:gd name="connsiteX11" fmla="*/ 133445 w 311913"/>
                <a:gd name="connsiteY11" fmla="*/ 0 h 64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913" h="646513">
                  <a:moveTo>
                    <a:pt x="133445" y="0"/>
                  </a:moveTo>
                  <a:cubicBezTo>
                    <a:pt x="133445" y="0"/>
                    <a:pt x="173136" y="17468"/>
                    <a:pt x="185850" y="36521"/>
                  </a:cubicBezTo>
                  <a:cubicBezTo>
                    <a:pt x="202035" y="60780"/>
                    <a:pt x="204903" y="98509"/>
                    <a:pt x="214448" y="123900"/>
                  </a:cubicBezTo>
                  <a:cubicBezTo>
                    <a:pt x="223993" y="149329"/>
                    <a:pt x="235086" y="220786"/>
                    <a:pt x="246215" y="244631"/>
                  </a:cubicBezTo>
                  <a:cubicBezTo>
                    <a:pt x="257345" y="268475"/>
                    <a:pt x="284359" y="332010"/>
                    <a:pt x="289113" y="357401"/>
                  </a:cubicBezTo>
                  <a:cubicBezTo>
                    <a:pt x="293866" y="382830"/>
                    <a:pt x="325671" y="490846"/>
                    <a:pt x="304996" y="538497"/>
                  </a:cubicBezTo>
                  <a:cubicBezTo>
                    <a:pt x="284359" y="586148"/>
                    <a:pt x="265306" y="592524"/>
                    <a:pt x="254176" y="609992"/>
                  </a:cubicBezTo>
                  <a:cubicBezTo>
                    <a:pt x="243084" y="627460"/>
                    <a:pt x="216070" y="646513"/>
                    <a:pt x="198564" y="646513"/>
                  </a:cubicBezTo>
                  <a:cubicBezTo>
                    <a:pt x="181096" y="646513"/>
                    <a:pt x="162043" y="617915"/>
                    <a:pt x="154083" y="600447"/>
                  </a:cubicBezTo>
                  <a:cubicBezTo>
                    <a:pt x="146122" y="582979"/>
                    <a:pt x="135030" y="548042"/>
                    <a:pt x="135030" y="548042"/>
                  </a:cubicBezTo>
                  <a:lnTo>
                    <a:pt x="0" y="295451"/>
                  </a:lnTo>
                  <a:lnTo>
                    <a:pt x="133445" y="0"/>
                  </a:lnTo>
                  <a:close/>
                </a:path>
              </a:pathLst>
            </a:custGeom>
            <a:solidFill>
              <a:srgbClr val="E4EF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5DD82A60-A33F-6174-AB90-6520FCFE7022}"/>
                </a:ext>
              </a:extLst>
            </p:cNvPr>
            <p:cNvSpPr/>
            <p:nvPr/>
          </p:nvSpPr>
          <p:spPr>
            <a:xfrm>
              <a:off x="8475050" y="3482591"/>
              <a:ext cx="282362" cy="1553645"/>
            </a:xfrm>
            <a:custGeom>
              <a:avLst/>
              <a:gdLst>
                <a:gd name="connsiteX0" fmla="*/ 28598 w 282362"/>
                <a:gd name="connsiteY0" fmla="*/ 1550447 h 1553645"/>
                <a:gd name="connsiteX1" fmla="*/ 25429 w 282362"/>
                <a:gd name="connsiteY1" fmla="*/ 1305817 h 1553645"/>
                <a:gd name="connsiteX2" fmla="*/ 0 w 282362"/>
                <a:gd name="connsiteY2" fmla="*/ 764113 h 1553645"/>
                <a:gd name="connsiteX3" fmla="*/ 4754 w 282362"/>
                <a:gd name="connsiteY3" fmla="*/ 308203 h 1553645"/>
                <a:gd name="connsiteX4" fmla="*/ 44444 w 282362"/>
                <a:gd name="connsiteY4" fmla="*/ 131861 h 1553645"/>
                <a:gd name="connsiteX5" fmla="*/ 60328 w 282362"/>
                <a:gd name="connsiteY5" fmla="*/ 0 h 1553645"/>
                <a:gd name="connsiteX6" fmla="*/ 147707 w 282362"/>
                <a:gd name="connsiteY6" fmla="*/ 49236 h 1553645"/>
                <a:gd name="connsiteX7" fmla="*/ 223956 w 282362"/>
                <a:gd name="connsiteY7" fmla="*/ 90548 h 1553645"/>
                <a:gd name="connsiteX8" fmla="*/ 244593 w 282362"/>
                <a:gd name="connsiteY8" fmla="*/ 103263 h 1553645"/>
                <a:gd name="connsiteX9" fmla="*/ 247762 w 282362"/>
                <a:gd name="connsiteY9" fmla="*/ 166797 h 1553645"/>
                <a:gd name="connsiteX10" fmla="*/ 242971 w 282362"/>
                <a:gd name="connsiteY10" fmla="*/ 239877 h 1553645"/>
                <a:gd name="connsiteX11" fmla="*/ 230256 w 282362"/>
                <a:gd name="connsiteY11" fmla="*/ 330425 h 1553645"/>
                <a:gd name="connsiteX12" fmla="*/ 227087 w 282362"/>
                <a:gd name="connsiteY12" fmla="*/ 673565 h 1553645"/>
                <a:gd name="connsiteX13" fmla="*/ 257270 w 282362"/>
                <a:gd name="connsiteY13" fmla="*/ 1043718 h 1553645"/>
                <a:gd name="connsiteX14" fmla="*/ 277907 w 282362"/>
                <a:gd name="connsiteY14" fmla="*/ 1453561 h 1553645"/>
                <a:gd name="connsiteX15" fmla="*/ 279492 w 282362"/>
                <a:gd name="connsiteY15" fmla="*/ 1507588 h 1553645"/>
                <a:gd name="connsiteX16" fmla="*/ 158761 w 282362"/>
                <a:gd name="connsiteY16" fmla="*/ 1540940 h 1553645"/>
                <a:gd name="connsiteX17" fmla="*/ 28598 w 282362"/>
                <a:gd name="connsiteY17" fmla="*/ 1550447 h 155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362" h="1553645">
                  <a:moveTo>
                    <a:pt x="28598" y="1550447"/>
                  </a:moveTo>
                  <a:cubicBezTo>
                    <a:pt x="25731" y="1544788"/>
                    <a:pt x="23844" y="1412248"/>
                    <a:pt x="25429" y="1305817"/>
                  </a:cubicBezTo>
                  <a:cubicBezTo>
                    <a:pt x="27014" y="1199385"/>
                    <a:pt x="0" y="837192"/>
                    <a:pt x="0" y="764113"/>
                  </a:cubicBezTo>
                  <a:cubicBezTo>
                    <a:pt x="0" y="691033"/>
                    <a:pt x="0" y="413050"/>
                    <a:pt x="4754" y="308203"/>
                  </a:cubicBezTo>
                  <a:cubicBezTo>
                    <a:pt x="9508" y="203356"/>
                    <a:pt x="44444" y="131861"/>
                    <a:pt x="44444" y="131861"/>
                  </a:cubicBezTo>
                  <a:lnTo>
                    <a:pt x="60328" y="0"/>
                  </a:lnTo>
                  <a:cubicBezTo>
                    <a:pt x="60328" y="0"/>
                    <a:pt x="119109" y="36559"/>
                    <a:pt x="147707" y="49236"/>
                  </a:cubicBezTo>
                  <a:cubicBezTo>
                    <a:pt x="176305" y="61950"/>
                    <a:pt x="201734" y="74664"/>
                    <a:pt x="223956" y="90548"/>
                  </a:cubicBezTo>
                  <a:cubicBezTo>
                    <a:pt x="233086" y="97075"/>
                    <a:pt x="244593" y="103263"/>
                    <a:pt x="244593" y="103263"/>
                  </a:cubicBezTo>
                  <a:cubicBezTo>
                    <a:pt x="244593" y="103263"/>
                    <a:pt x="249385" y="136614"/>
                    <a:pt x="247762" y="166797"/>
                  </a:cubicBezTo>
                  <a:cubicBezTo>
                    <a:pt x="247008" y="180983"/>
                    <a:pt x="246178" y="214448"/>
                    <a:pt x="242971" y="239877"/>
                  </a:cubicBezTo>
                  <a:cubicBezTo>
                    <a:pt x="240783" y="257496"/>
                    <a:pt x="232558" y="311976"/>
                    <a:pt x="230256" y="330425"/>
                  </a:cubicBezTo>
                  <a:cubicBezTo>
                    <a:pt x="225502" y="368568"/>
                    <a:pt x="223918" y="638628"/>
                    <a:pt x="227087" y="673565"/>
                  </a:cubicBezTo>
                  <a:cubicBezTo>
                    <a:pt x="230256" y="708501"/>
                    <a:pt x="247725" y="975391"/>
                    <a:pt x="257270" y="1043718"/>
                  </a:cubicBezTo>
                  <a:cubicBezTo>
                    <a:pt x="266815" y="1112044"/>
                    <a:pt x="273153" y="1412248"/>
                    <a:pt x="277907" y="1453561"/>
                  </a:cubicBezTo>
                  <a:cubicBezTo>
                    <a:pt x="282661" y="1494874"/>
                    <a:pt x="284246" y="1504381"/>
                    <a:pt x="279492" y="1507588"/>
                  </a:cubicBezTo>
                  <a:cubicBezTo>
                    <a:pt x="274738" y="1510757"/>
                    <a:pt x="200074" y="1536186"/>
                    <a:pt x="158761" y="1540940"/>
                  </a:cubicBezTo>
                  <a:cubicBezTo>
                    <a:pt x="117562" y="1545694"/>
                    <a:pt x="33352" y="1559955"/>
                    <a:pt x="28598" y="1550447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9849111-92B1-38AA-5EB5-53F33218B07B}"/>
                </a:ext>
              </a:extLst>
            </p:cNvPr>
            <p:cNvSpPr/>
            <p:nvPr/>
          </p:nvSpPr>
          <p:spPr>
            <a:xfrm>
              <a:off x="8007280" y="3444448"/>
              <a:ext cx="434483" cy="1607643"/>
            </a:xfrm>
            <a:custGeom>
              <a:avLst/>
              <a:gdLst>
                <a:gd name="connsiteX0" fmla="*/ 240607 w 434483"/>
                <a:gd name="connsiteY0" fmla="*/ 0 h 1607643"/>
                <a:gd name="connsiteX1" fmla="*/ 183411 w 434483"/>
                <a:gd name="connsiteY1" fmla="*/ 38143 h 1607643"/>
                <a:gd name="connsiteX2" fmla="*/ 102408 w 434483"/>
                <a:gd name="connsiteY2" fmla="*/ 81041 h 1607643"/>
                <a:gd name="connsiteX3" fmla="*/ 59511 w 434483"/>
                <a:gd name="connsiteY3" fmla="*/ 103300 h 1607643"/>
                <a:gd name="connsiteX4" fmla="*/ 56342 w 434483"/>
                <a:gd name="connsiteY4" fmla="*/ 606861 h 1607643"/>
                <a:gd name="connsiteX5" fmla="*/ 70641 w 434483"/>
                <a:gd name="connsiteY5" fmla="*/ 814970 h 1607643"/>
                <a:gd name="connsiteX6" fmla="*/ 50003 w 434483"/>
                <a:gd name="connsiteY6" fmla="*/ 1086615 h 1607643"/>
                <a:gd name="connsiteX7" fmla="*/ 8728 w 434483"/>
                <a:gd name="connsiteY7" fmla="*/ 1482197 h 1607643"/>
                <a:gd name="connsiteX8" fmla="*/ 2352 w 434483"/>
                <a:gd name="connsiteY8" fmla="*/ 1545731 h 1607643"/>
                <a:gd name="connsiteX9" fmla="*/ 135798 w 434483"/>
                <a:gd name="connsiteY9" fmla="*/ 1585421 h 1607643"/>
                <a:gd name="connsiteX10" fmla="*/ 359791 w 434483"/>
                <a:gd name="connsiteY10" fmla="*/ 1607643 h 1607643"/>
                <a:gd name="connsiteX11" fmla="*/ 374090 w 434483"/>
                <a:gd name="connsiteY11" fmla="*/ 1571122 h 1607643"/>
                <a:gd name="connsiteX12" fmla="*/ 415403 w 434483"/>
                <a:gd name="connsiteY12" fmla="*/ 1100914 h 1607643"/>
                <a:gd name="connsiteX13" fmla="*/ 434455 w 434483"/>
                <a:gd name="connsiteY13" fmla="*/ 695824 h 1607643"/>
                <a:gd name="connsiteX14" fmla="*/ 401104 w 434483"/>
                <a:gd name="connsiteY14" fmla="*/ 379698 h 1607643"/>
                <a:gd name="connsiteX15" fmla="*/ 316894 w 434483"/>
                <a:gd name="connsiteY15" fmla="*/ 174758 h 1607643"/>
                <a:gd name="connsiteX16" fmla="*/ 240607 w 434483"/>
                <a:gd name="connsiteY16" fmla="*/ 0 h 160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4483" h="1607643">
                  <a:moveTo>
                    <a:pt x="240607" y="0"/>
                  </a:moveTo>
                  <a:cubicBezTo>
                    <a:pt x="240607" y="0"/>
                    <a:pt x="212009" y="20675"/>
                    <a:pt x="183411" y="38143"/>
                  </a:cubicBezTo>
                  <a:cubicBezTo>
                    <a:pt x="154813" y="55612"/>
                    <a:pt x="115122" y="74664"/>
                    <a:pt x="102408" y="81041"/>
                  </a:cubicBezTo>
                  <a:cubicBezTo>
                    <a:pt x="89694" y="87379"/>
                    <a:pt x="64265" y="96924"/>
                    <a:pt x="59511" y="103300"/>
                  </a:cubicBezTo>
                  <a:cubicBezTo>
                    <a:pt x="54757" y="109639"/>
                    <a:pt x="49966" y="538572"/>
                    <a:pt x="56342" y="606861"/>
                  </a:cubicBezTo>
                  <a:cubicBezTo>
                    <a:pt x="62680" y="675187"/>
                    <a:pt x="73810" y="773658"/>
                    <a:pt x="70641" y="814970"/>
                  </a:cubicBezTo>
                  <a:cubicBezTo>
                    <a:pt x="67472" y="856283"/>
                    <a:pt x="51588" y="1045302"/>
                    <a:pt x="50003" y="1086615"/>
                  </a:cubicBezTo>
                  <a:cubicBezTo>
                    <a:pt x="48419" y="1127927"/>
                    <a:pt x="13482" y="1447222"/>
                    <a:pt x="8728" y="1482197"/>
                  </a:cubicBezTo>
                  <a:cubicBezTo>
                    <a:pt x="3975" y="1517133"/>
                    <a:pt x="-3986" y="1540977"/>
                    <a:pt x="2352" y="1545731"/>
                  </a:cubicBezTo>
                  <a:cubicBezTo>
                    <a:pt x="8728" y="1550485"/>
                    <a:pt x="80035" y="1571802"/>
                    <a:pt x="135798" y="1585421"/>
                  </a:cubicBezTo>
                  <a:cubicBezTo>
                    <a:pt x="213631" y="1604474"/>
                    <a:pt x="348661" y="1607643"/>
                    <a:pt x="359791" y="1607643"/>
                  </a:cubicBezTo>
                  <a:cubicBezTo>
                    <a:pt x="370921" y="1607643"/>
                    <a:pt x="366129" y="1596514"/>
                    <a:pt x="374090" y="1571122"/>
                  </a:cubicBezTo>
                  <a:cubicBezTo>
                    <a:pt x="382013" y="1545694"/>
                    <a:pt x="409026" y="1188255"/>
                    <a:pt x="415403" y="1100914"/>
                  </a:cubicBezTo>
                  <a:cubicBezTo>
                    <a:pt x="421779" y="1013535"/>
                    <a:pt x="435172" y="756190"/>
                    <a:pt x="434455" y="695824"/>
                  </a:cubicBezTo>
                  <a:cubicBezTo>
                    <a:pt x="432871" y="560794"/>
                    <a:pt x="415403" y="414635"/>
                    <a:pt x="401104" y="379698"/>
                  </a:cubicBezTo>
                  <a:cubicBezTo>
                    <a:pt x="386804" y="344762"/>
                    <a:pt x="348699" y="252629"/>
                    <a:pt x="316894" y="174758"/>
                  </a:cubicBezTo>
                  <a:cubicBezTo>
                    <a:pt x="285089" y="96886"/>
                    <a:pt x="240607" y="0"/>
                    <a:pt x="240607" y="0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9A5CCD23-73E9-2648-B92E-54E8686307D2}"/>
                </a:ext>
              </a:extLst>
            </p:cNvPr>
            <p:cNvSpPr/>
            <p:nvPr/>
          </p:nvSpPr>
          <p:spPr>
            <a:xfrm>
              <a:off x="7928313" y="3547478"/>
              <a:ext cx="281469" cy="662591"/>
            </a:xfrm>
            <a:custGeom>
              <a:avLst/>
              <a:gdLst>
                <a:gd name="connsiteX0" fmla="*/ 138479 w 281469"/>
                <a:gd name="connsiteY0" fmla="*/ 232 h 662591"/>
                <a:gd name="connsiteX1" fmla="*/ 98751 w 281469"/>
                <a:gd name="connsiteY1" fmla="*/ 51052 h 662591"/>
                <a:gd name="connsiteX2" fmla="*/ 93997 w 281469"/>
                <a:gd name="connsiteY2" fmla="*/ 105079 h 662591"/>
                <a:gd name="connsiteX3" fmla="*/ 57438 w 281469"/>
                <a:gd name="connsiteY3" fmla="*/ 228979 h 662591"/>
                <a:gd name="connsiteX4" fmla="*/ 39970 w 281469"/>
                <a:gd name="connsiteY4" fmla="*/ 319527 h 662591"/>
                <a:gd name="connsiteX5" fmla="*/ 20917 w 281469"/>
                <a:gd name="connsiteY5" fmla="*/ 383062 h 662591"/>
                <a:gd name="connsiteX6" fmla="*/ 22502 w 281469"/>
                <a:gd name="connsiteY6" fmla="*/ 445012 h 662591"/>
                <a:gd name="connsiteX7" fmla="*/ 280 w 281469"/>
                <a:gd name="connsiteY7" fmla="*/ 494247 h 662591"/>
                <a:gd name="connsiteX8" fmla="*/ 24124 w 281469"/>
                <a:gd name="connsiteY8" fmla="*/ 548274 h 662591"/>
                <a:gd name="connsiteX9" fmla="*/ 46346 w 281469"/>
                <a:gd name="connsiteY9" fmla="*/ 584795 h 662591"/>
                <a:gd name="connsiteX10" fmla="*/ 60645 w 281469"/>
                <a:gd name="connsiteY10" fmla="*/ 603848 h 662591"/>
                <a:gd name="connsiteX11" fmla="*/ 89243 w 281469"/>
                <a:gd name="connsiteY11" fmla="*/ 610187 h 662591"/>
                <a:gd name="connsiteX12" fmla="*/ 127387 w 281469"/>
                <a:gd name="connsiteY12" fmla="*/ 630824 h 662591"/>
                <a:gd name="connsiteX13" fmla="*/ 184583 w 281469"/>
                <a:gd name="connsiteY13" fmla="*/ 646708 h 662591"/>
                <a:gd name="connsiteX14" fmla="*/ 236987 w 281469"/>
                <a:gd name="connsiteY14" fmla="*/ 662591 h 662591"/>
                <a:gd name="connsiteX15" fmla="*/ 281469 w 281469"/>
                <a:gd name="connsiteY15" fmla="*/ 440182 h 662591"/>
                <a:gd name="connsiteX16" fmla="*/ 256040 w 281469"/>
                <a:gd name="connsiteY16" fmla="*/ 430637 h 662591"/>
                <a:gd name="connsiteX17" fmla="*/ 238572 w 281469"/>
                <a:gd name="connsiteY17" fmla="*/ 427430 h 662591"/>
                <a:gd name="connsiteX18" fmla="*/ 229027 w 281469"/>
                <a:gd name="connsiteY18" fmla="*/ 387702 h 662591"/>
                <a:gd name="connsiteX19" fmla="*/ 219482 w 281469"/>
                <a:gd name="connsiteY19" fmla="*/ 332091 h 662591"/>
                <a:gd name="connsiteX20" fmla="*/ 189299 w 281469"/>
                <a:gd name="connsiteY20" fmla="*/ 184346 h 662591"/>
                <a:gd name="connsiteX21" fmla="*/ 167077 w 281469"/>
                <a:gd name="connsiteY21" fmla="*/ 57240 h 662591"/>
                <a:gd name="connsiteX22" fmla="*/ 138479 w 281469"/>
                <a:gd name="connsiteY22" fmla="*/ 232 h 662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1469" h="662591">
                  <a:moveTo>
                    <a:pt x="138479" y="232"/>
                  </a:moveTo>
                  <a:cubicBezTo>
                    <a:pt x="130820" y="-3616"/>
                    <a:pt x="98751" y="41545"/>
                    <a:pt x="98751" y="51052"/>
                  </a:cubicBezTo>
                  <a:cubicBezTo>
                    <a:pt x="98751" y="60597"/>
                    <a:pt x="101920" y="85989"/>
                    <a:pt x="93997" y="105079"/>
                  </a:cubicBezTo>
                  <a:cubicBezTo>
                    <a:pt x="86074" y="124132"/>
                    <a:pt x="59060" y="206757"/>
                    <a:pt x="57438" y="228979"/>
                  </a:cubicBezTo>
                  <a:cubicBezTo>
                    <a:pt x="55854" y="251239"/>
                    <a:pt x="49515" y="303644"/>
                    <a:pt x="39970" y="319527"/>
                  </a:cubicBezTo>
                  <a:cubicBezTo>
                    <a:pt x="30425" y="335411"/>
                    <a:pt x="20917" y="367178"/>
                    <a:pt x="20917" y="383062"/>
                  </a:cubicBezTo>
                  <a:cubicBezTo>
                    <a:pt x="20917" y="398945"/>
                    <a:pt x="22502" y="445012"/>
                    <a:pt x="22502" y="445012"/>
                  </a:cubicBezTo>
                  <a:cubicBezTo>
                    <a:pt x="22502" y="445012"/>
                    <a:pt x="-2927" y="481533"/>
                    <a:pt x="280" y="494247"/>
                  </a:cubicBezTo>
                  <a:cubicBezTo>
                    <a:pt x="3449" y="506962"/>
                    <a:pt x="16163" y="532391"/>
                    <a:pt x="24124" y="548274"/>
                  </a:cubicBezTo>
                  <a:cubicBezTo>
                    <a:pt x="32047" y="564158"/>
                    <a:pt x="46346" y="578457"/>
                    <a:pt x="46346" y="584795"/>
                  </a:cubicBezTo>
                  <a:cubicBezTo>
                    <a:pt x="46346" y="591134"/>
                    <a:pt x="54307" y="603848"/>
                    <a:pt x="60645" y="603848"/>
                  </a:cubicBezTo>
                  <a:cubicBezTo>
                    <a:pt x="66983" y="603848"/>
                    <a:pt x="81282" y="602264"/>
                    <a:pt x="89243" y="610187"/>
                  </a:cubicBezTo>
                  <a:cubicBezTo>
                    <a:pt x="97204" y="618109"/>
                    <a:pt x="103542" y="629239"/>
                    <a:pt x="127387" y="630824"/>
                  </a:cubicBezTo>
                  <a:cubicBezTo>
                    <a:pt x="151231" y="632409"/>
                    <a:pt x="165530" y="633993"/>
                    <a:pt x="184583" y="646708"/>
                  </a:cubicBezTo>
                  <a:cubicBezTo>
                    <a:pt x="203636" y="659422"/>
                    <a:pt x="222688" y="662591"/>
                    <a:pt x="236987" y="662591"/>
                  </a:cubicBezTo>
                  <a:cubicBezTo>
                    <a:pt x="269132" y="662591"/>
                    <a:pt x="281469" y="440182"/>
                    <a:pt x="281469" y="440182"/>
                  </a:cubicBezTo>
                  <a:cubicBezTo>
                    <a:pt x="281469" y="440182"/>
                    <a:pt x="267170" y="432222"/>
                    <a:pt x="256040" y="430637"/>
                  </a:cubicBezTo>
                  <a:cubicBezTo>
                    <a:pt x="244910" y="429053"/>
                    <a:pt x="238572" y="427430"/>
                    <a:pt x="238572" y="427430"/>
                  </a:cubicBezTo>
                  <a:cubicBezTo>
                    <a:pt x="238572" y="427430"/>
                    <a:pt x="235403" y="397248"/>
                    <a:pt x="229027" y="387702"/>
                  </a:cubicBezTo>
                  <a:cubicBezTo>
                    <a:pt x="222651" y="378157"/>
                    <a:pt x="224235" y="354351"/>
                    <a:pt x="219482" y="332091"/>
                  </a:cubicBezTo>
                  <a:cubicBezTo>
                    <a:pt x="214728" y="309869"/>
                    <a:pt x="194053" y="227244"/>
                    <a:pt x="189299" y="184346"/>
                  </a:cubicBezTo>
                  <a:cubicBezTo>
                    <a:pt x="184545" y="141449"/>
                    <a:pt x="175000" y="82668"/>
                    <a:pt x="167077" y="57240"/>
                  </a:cubicBezTo>
                  <a:cubicBezTo>
                    <a:pt x="159154" y="31999"/>
                    <a:pt x="148024" y="4986"/>
                    <a:pt x="138479" y="232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DD270F7C-DBEB-73BE-6682-8ECFC5C56B7C}"/>
                </a:ext>
              </a:extLst>
            </p:cNvPr>
            <p:cNvSpPr/>
            <p:nvPr/>
          </p:nvSpPr>
          <p:spPr>
            <a:xfrm>
              <a:off x="8146579" y="3988343"/>
              <a:ext cx="106100" cy="224431"/>
            </a:xfrm>
            <a:custGeom>
              <a:avLst/>
              <a:gdLst>
                <a:gd name="connsiteX0" fmla="*/ 106100 w 106100"/>
                <a:gd name="connsiteY0" fmla="*/ 94695 h 224431"/>
                <a:gd name="connsiteX1" fmla="*/ 102931 w 106100"/>
                <a:gd name="connsiteY1" fmla="*/ 185243 h 224431"/>
                <a:gd name="connsiteX2" fmla="*/ 69579 w 106100"/>
                <a:gd name="connsiteY2" fmla="*/ 223386 h 224431"/>
                <a:gd name="connsiteX3" fmla="*/ 6045 w 106100"/>
                <a:gd name="connsiteY3" fmla="*/ 218632 h 224431"/>
                <a:gd name="connsiteX4" fmla="*/ 1291 w 106100"/>
                <a:gd name="connsiteY4" fmla="*/ 163021 h 224431"/>
                <a:gd name="connsiteX5" fmla="*/ 26720 w 106100"/>
                <a:gd name="connsiteY5" fmla="*/ 23237 h 224431"/>
                <a:gd name="connsiteX6" fmla="*/ 72786 w 106100"/>
                <a:gd name="connsiteY6" fmla="*/ 2600 h 224431"/>
                <a:gd name="connsiteX7" fmla="*/ 106100 w 106100"/>
                <a:gd name="connsiteY7" fmla="*/ 94695 h 22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100" h="224431">
                  <a:moveTo>
                    <a:pt x="106100" y="94695"/>
                  </a:moveTo>
                  <a:cubicBezTo>
                    <a:pt x="106100" y="94695"/>
                    <a:pt x="106100" y="164605"/>
                    <a:pt x="102931" y="185243"/>
                  </a:cubicBezTo>
                  <a:cubicBezTo>
                    <a:pt x="99762" y="205880"/>
                    <a:pt x="85463" y="220179"/>
                    <a:pt x="69579" y="223386"/>
                  </a:cubicBezTo>
                  <a:cubicBezTo>
                    <a:pt x="53696" y="226555"/>
                    <a:pt x="17137" y="221801"/>
                    <a:pt x="6045" y="218632"/>
                  </a:cubicBezTo>
                  <a:cubicBezTo>
                    <a:pt x="-5085" y="215463"/>
                    <a:pt x="2876" y="188450"/>
                    <a:pt x="1291" y="163021"/>
                  </a:cubicBezTo>
                  <a:cubicBezTo>
                    <a:pt x="-294" y="137592"/>
                    <a:pt x="15590" y="45459"/>
                    <a:pt x="26720" y="23237"/>
                  </a:cubicBezTo>
                  <a:cubicBezTo>
                    <a:pt x="37850" y="1015"/>
                    <a:pt x="61656" y="-3776"/>
                    <a:pt x="72786" y="2600"/>
                  </a:cubicBezTo>
                  <a:cubicBezTo>
                    <a:pt x="83841" y="8938"/>
                    <a:pt x="106100" y="94695"/>
                    <a:pt x="106100" y="94695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49540831-62DD-8CAD-BE04-ED13BA66619E}"/>
                </a:ext>
              </a:extLst>
            </p:cNvPr>
            <p:cNvSpPr/>
            <p:nvPr/>
          </p:nvSpPr>
          <p:spPr>
            <a:xfrm>
              <a:off x="8147731" y="3987736"/>
              <a:ext cx="131923" cy="168381"/>
            </a:xfrm>
            <a:custGeom>
              <a:avLst/>
              <a:gdLst>
                <a:gd name="connsiteX0" fmla="*/ 63 w 131923"/>
                <a:gd name="connsiteY0" fmla="*/ 168382 h 168381"/>
                <a:gd name="connsiteX1" fmla="*/ 11193 w 131923"/>
                <a:gd name="connsiteY1" fmla="*/ 65119 h 168381"/>
                <a:gd name="connsiteX2" fmla="*/ 62013 w 131923"/>
                <a:gd name="connsiteY2" fmla="*/ 0 h 168381"/>
                <a:gd name="connsiteX3" fmla="*/ 131924 w 131923"/>
                <a:gd name="connsiteY3" fmla="*/ 0 h 168381"/>
                <a:gd name="connsiteX4" fmla="*/ 124001 w 131923"/>
                <a:gd name="connsiteY4" fmla="*/ 76249 h 168381"/>
                <a:gd name="connsiteX5" fmla="*/ 95403 w 131923"/>
                <a:gd name="connsiteY5" fmla="*/ 146160 h 168381"/>
                <a:gd name="connsiteX6" fmla="*/ 63 w 131923"/>
                <a:gd name="connsiteY6" fmla="*/ 168382 h 16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23" h="168381">
                  <a:moveTo>
                    <a:pt x="63" y="168382"/>
                  </a:moveTo>
                  <a:cubicBezTo>
                    <a:pt x="63" y="168382"/>
                    <a:pt x="-1522" y="119146"/>
                    <a:pt x="11193" y="65119"/>
                  </a:cubicBezTo>
                  <a:cubicBezTo>
                    <a:pt x="23907" y="11092"/>
                    <a:pt x="38206" y="0"/>
                    <a:pt x="62013" y="0"/>
                  </a:cubicBezTo>
                  <a:cubicBezTo>
                    <a:pt x="85857" y="0"/>
                    <a:pt x="131924" y="0"/>
                    <a:pt x="131924" y="0"/>
                  </a:cubicBezTo>
                  <a:cubicBezTo>
                    <a:pt x="131924" y="0"/>
                    <a:pt x="124001" y="49235"/>
                    <a:pt x="124001" y="76249"/>
                  </a:cubicBezTo>
                  <a:cubicBezTo>
                    <a:pt x="124001" y="103263"/>
                    <a:pt x="111286" y="135030"/>
                    <a:pt x="95403" y="146160"/>
                  </a:cubicBezTo>
                  <a:cubicBezTo>
                    <a:pt x="79519" y="157290"/>
                    <a:pt x="63" y="168382"/>
                    <a:pt x="63" y="1683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3D158CE-B304-C27C-76C0-07BAE82C2247}"/>
                </a:ext>
              </a:extLst>
            </p:cNvPr>
            <p:cNvSpPr/>
            <p:nvPr/>
          </p:nvSpPr>
          <p:spPr>
            <a:xfrm>
              <a:off x="8204396" y="3387188"/>
              <a:ext cx="226172" cy="559272"/>
            </a:xfrm>
            <a:custGeom>
              <a:avLst/>
              <a:gdLst>
                <a:gd name="connsiteX0" fmla="*/ 83219 w 226172"/>
                <a:gd name="connsiteY0" fmla="*/ 63 h 559272"/>
                <a:gd name="connsiteX1" fmla="*/ 70505 w 226172"/>
                <a:gd name="connsiteY1" fmla="*/ 30246 h 559272"/>
                <a:gd name="connsiteX2" fmla="*/ 87973 w 226172"/>
                <a:gd name="connsiteY2" fmla="*/ 111286 h 559272"/>
                <a:gd name="connsiteX3" fmla="*/ 180106 w 226172"/>
                <a:gd name="connsiteY3" fmla="*/ 344787 h 559272"/>
                <a:gd name="connsiteX4" fmla="*/ 215042 w 226172"/>
                <a:gd name="connsiteY4" fmla="*/ 446465 h 559272"/>
                <a:gd name="connsiteX5" fmla="*/ 226172 w 226172"/>
                <a:gd name="connsiteY5" fmla="*/ 559273 h 559272"/>
                <a:gd name="connsiteX6" fmla="*/ 178521 w 226172"/>
                <a:gd name="connsiteY6" fmla="*/ 430581 h 559272"/>
                <a:gd name="connsiteX7" fmla="*/ 30777 w 226172"/>
                <a:gd name="connsiteY7" fmla="*/ 214549 h 559272"/>
                <a:gd name="connsiteX8" fmla="*/ 52999 w 226172"/>
                <a:gd name="connsiteY8" fmla="*/ 157353 h 559272"/>
                <a:gd name="connsiteX9" fmla="*/ 5348 w 226172"/>
                <a:gd name="connsiteY9" fmla="*/ 155768 h 559272"/>
                <a:gd name="connsiteX10" fmla="*/ 594 w 226172"/>
                <a:gd name="connsiteY10" fmla="*/ 84273 h 559272"/>
                <a:gd name="connsiteX11" fmla="*/ 19647 w 226172"/>
                <a:gd name="connsiteY11" fmla="*/ 54090 h 559272"/>
                <a:gd name="connsiteX12" fmla="*/ 57790 w 226172"/>
                <a:gd name="connsiteY12" fmla="*/ 11193 h 559272"/>
                <a:gd name="connsiteX13" fmla="*/ 83219 w 226172"/>
                <a:gd name="connsiteY13" fmla="*/ 63 h 55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172" h="559272">
                  <a:moveTo>
                    <a:pt x="83219" y="63"/>
                  </a:moveTo>
                  <a:lnTo>
                    <a:pt x="70505" y="30246"/>
                  </a:lnTo>
                  <a:cubicBezTo>
                    <a:pt x="70505" y="30246"/>
                    <a:pt x="68920" y="65182"/>
                    <a:pt x="87973" y="111286"/>
                  </a:cubicBezTo>
                  <a:cubicBezTo>
                    <a:pt x="107026" y="157353"/>
                    <a:pt x="170561" y="314604"/>
                    <a:pt x="180106" y="344787"/>
                  </a:cubicBezTo>
                  <a:cubicBezTo>
                    <a:pt x="189651" y="374970"/>
                    <a:pt x="210289" y="416282"/>
                    <a:pt x="215042" y="446465"/>
                  </a:cubicBezTo>
                  <a:cubicBezTo>
                    <a:pt x="219796" y="476648"/>
                    <a:pt x="226172" y="559273"/>
                    <a:pt x="226172" y="559273"/>
                  </a:cubicBezTo>
                  <a:cubicBezTo>
                    <a:pt x="226172" y="559273"/>
                    <a:pt x="205535" y="481439"/>
                    <a:pt x="178521" y="430581"/>
                  </a:cubicBezTo>
                  <a:cubicBezTo>
                    <a:pt x="151508" y="379761"/>
                    <a:pt x="33493" y="222660"/>
                    <a:pt x="30777" y="214549"/>
                  </a:cubicBezTo>
                  <a:cubicBezTo>
                    <a:pt x="27608" y="205004"/>
                    <a:pt x="52999" y="157353"/>
                    <a:pt x="52999" y="157353"/>
                  </a:cubicBezTo>
                  <a:cubicBezTo>
                    <a:pt x="52999" y="157353"/>
                    <a:pt x="10102" y="158937"/>
                    <a:pt x="5348" y="155768"/>
                  </a:cubicBezTo>
                  <a:cubicBezTo>
                    <a:pt x="594" y="152599"/>
                    <a:pt x="-990" y="103326"/>
                    <a:pt x="594" y="84273"/>
                  </a:cubicBezTo>
                  <a:cubicBezTo>
                    <a:pt x="2179" y="65220"/>
                    <a:pt x="3763" y="63635"/>
                    <a:pt x="19647" y="54090"/>
                  </a:cubicBezTo>
                  <a:cubicBezTo>
                    <a:pt x="35531" y="44545"/>
                    <a:pt x="48245" y="23907"/>
                    <a:pt x="57790" y="11193"/>
                  </a:cubicBezTo>
                  <a:cubicBezTo>
                    <a:pt x="67336" y="-1522"/>
                    <a:pt x="83219" y="63"/>
                    <a:pt x="83219" y="63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9BEC5171-20E5-4E4B-703A-BC7CE5C52F0D}"/>
                </a:ext>
              </a:extLst>
            </p:cNvPr>
            <p:cNvSpPr/>
            <p:nvPr/>
          </p:nvSpPr>
          <p:spPr>
            <a:xfrm>
              <a:off x="8475088" y="3438109"/>
              <a:ext cx="119607" cy="489299"/>
            </a:xfrm>
            <a:custGeom>
              <a:avLst/>
              <a:gdLst>
                <a:gd name="connsiteX0" fmla="*/ 26976 w 119607"/>
                <a:gd name="connsiteY0" fmla="*/ 0 h 489299"/>
                <a:gd name="connsiteX1" fmla="*/ 22222 w 119607"/>
                <a:gd name="connsiteY1" fmla="*/ 176342 h 489299"/>
                <a:gd name="connsiteX2" fmla="*/ 0 w 119607"/>
                <a:gd name="connsiteY2" fmla="*/ 489299 h 489299"/>
                <a:gd name="connsiteX3" fmla="*/ 63535 w 119607"/>
                <a:gd name="connsiteY3" fmla="*/ 258968 h 489299"/>
                <a:gd name="connsiteX4" fmla="*/ 114355 w 119607"/>
                <a:gd name="connsiteY4" fmla="*/ 150951 h 489299"/>
                <a:gd name="connsiteX5" fmla="*/ 84172 w 119607"/>
                <a:gd name="connsiteY5" fmla="*/ 108054 h 489299"/>
                <a:gd name="connsiteX6" fmla="*/ 119108 w 119607"/>
                <a:gd name="connsiteY6" fmla="*/ 95340 h 489299"/>
                <a:gd name="connsiteX7" fmla="*/ 74627 w 119607"/>
                <a:gd name="connsiteY7" fmla="*/ 49273 h 489299"/>
                <a:gd name="connsiteX8" fmla="*/ 42859 w 119607"/>
                <a:gd name="connsiteY8" fmla="*/ 12752 h 489299"/>
                <a:gd name="connsiteX9" fmla="*/ 26976 w 119607"/>
                <a:gd name="connsiteY9" fmla="*/ 0 h 48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607" h="489299">
                  <a:moveTo>
                    <a:pt x="26976" y="0"/>
                  </a:moveTo>
                  <a:cubicBezTo>
                    <a:pt x="26976" y="0"/>
                    <a:pt x="28560" y="98471"/>
                    <a:pt x="22222" y="176342"/>
                  </a:cubicBezTo>
                  <a:cubicBezTo>
                    <a:pt x="15884" y="254176"/>
                    <a:pt x="0" y="489299"/>
                    <a:pt x="0" y="489299"/>
                  </a:cubicBezTo>
                  <a:cubicBezTo>
                    <a:pt x="0" y="489299"/>
                    <a:pt x="38143" y="328840"/>
                    <a:pt x="63535" y="258968"/>
                  </a:cubicBezTo>
                  <a:cubicBezTo>
                    <a:pt x="88964" y="189057"/>
                    <a:pt x="115939" y="160459"/>
                    <a:pt x="114355" y="150951"/>
                  </a:cubicBezTo>
                  <a:cubicBezTo>
                    <a:pt x="112770" y="141406"/>
                    <a:pt x="84172" y="108054"/>
                    <a:pt x="84172" y="108054"/>
                  </a:cubicBezTo>
                  <a:cubicBezTo>
                    <a:pt x="84172" y="108054"/>
                    <a:pt x="111186" y="101678"/>
                    <a:pt x="119108" y="95340"/>
                  </a:cubicBezTo>
                  <a:cubicBezTo>
                    <a:pt x="124202" y="91227"/>
                    <a:pt x="88926" y="65157"/>
                    <a:pt x="74627" y="49273"/>
                  </a:cubicBezTo>
                  <a:cubicBezTo>
                    <a:pt x="60328" y="33390"/>
                    <a:pt x="42859" y="12752"/>
                    <a:pt x="42859" y="12752"/>
                  </a:cubicBezTo>
                  <a:lnTo>
                    <a:pt x="26976" y="0"/>
                  </a:ln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D2EE9F17-D6D5-4270-3569-C53328664E6F}"/>
                </a:ext>
              </a:extLst>
            </p:cNvPr>
            <p:cNvSpPr/>
            <p:nvPr/>
          </p:nvSpPr>
          <p:spPr>
            <a:xfrm>
              <a:off x="8468951" y="3861542"/>
              <a:ext cx="582244" cy="265075"/>
            </a:xfrm>
            <a:custGeom>
              <a:avLst/>
              <a:gdLst>
                <a:gd name="connsiteX0" fmla="*/ 10098 w 582244"/>
                <a:gd name="connsiteY0" fmla="*/ 254094 h 265075"/>
                <a:gd name="connsiteX1" fmla="*/ 137582 w 582244"/>
                <a:gd name="connsiteY1" fmla="*/ 264808 h 265075"/>
                <a:gd name="connsiteX2" fmla="*/ 170934 w 582244"/>
                <a:gd name="connsiteY2" fmla="*/ 251679 h 265075"/>
                <a:gd name="connsiteX3" fmla="*/ 570063 w 582244"/>
                <a:gd name="connsiteY3" fmla="*/ 46776 h 265075"/>
                <a:gd name="connsiteX4" fmla="*/ 577193 w 582244"/>
                <a:gd name="connsiteY4" fmla="*/ 28893 h 265075"/>
                <a:gd name="connsiteX5" fmla="*/ 472346 w 582244"/>
                <a:gd name="connsiteY5" fmla="*/ 1502 h 265075"/>
                <a:gd name="connsiteX6" fmla="*/ 413943 w 582244"/>
                <a:gd name="connsiteY6" fmla="*/ 18178 h 265075"/>
                <a:gd name="connsiteX7" fmla="*/ 15984 w 582244"/>
                <a:gd name="connsiteY7" fmla="*/ 231456 h 265075"/>
                <a:gd name="connsiteX8" fmla="*/ 10098 w 582244"/>
                <a:gd name="connsiteY8" fmla="*/ 254094 h 26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2244" h="265075">
                  <a:moveTo>
                    <a:pt x="10098" y="254094"/>
                  </a:moveTo>
                  <a:cubicBezTo>
                    <a:pt x="21643" y="257942"/>
                    <a:pt x="130451" y="263639"/>
                    <a:pt x="137582" y="264808"/>
                  </a:cubicBezTo>
                  <a:cubicBezTo>
                    <a:pt x="144751" y="265978"/>
                    <a:pt x="149504" y="263601"/>
                    <a:pt x="170934" y="251679"/>
                  </a:cubicBezTo>
                  <a:cubicBezTo>
                    <a:pt x="192401" y="239757"/>
                    <a:pt x="560555" y="53907"/>
                    <a:pt x="570063" y="46776"/>
                  </a:cubicBezTo>
                  <a:cubicBezTo>
                    <a:pt x="579608" y="39608"/>
                    <a:pt x="587946" y="31270"/>
                    <a:pt x="577193" y="28893"/>
                  </a:cubicBezTo>
                  <a:cubicBezTo>
                    <a:pt x="566478" y="26516"/>
                    <a:pt x="484268" y="3879"/>
                    <a:pt x="472346" y="1502"/>
                  </a:cubicBezTo>
                  <a:cubicBezTo>
                    <a:pt x="460424" y="-875"/>
                    <a:pt x="452086" y="-3252"/>
                    <a:pt x="413943" y="18178"/>
                  </a:cubicBezTo>
                  <a:cubicBezTo>
                    <a:pt x="375799" y="39608"/>
                    <a:pt x="31490" y="224288"/>
                    <a:pt x="15984" y="231456"/>
                  </a:cubicBezTo>
                  <a:cubicBezTo>
                    <a:pt x="553" y="238587"/>
                    <a:pt x="-7785" y="248132"/>
                    <a:pt x="10098" y="254094"/>
                  </a:cubicBezTo>
                  <a:close/>
                </a:path>
              </a:pathLst>
            </a:custGeom>
            <a:solidFill>
              <a:srgbClr val="2C3E6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B315D542-0F8C-8B65-0106-95D933CE0299}"/>
                </a:ext>
              </a:extLst>
            </p:cNvPr>
            <p:cNvSpPr/>
            <p:nvPr/>
          </p:nvSpPr>
          <p:spPr>
            <a:xfrm>
              <a:off x="8711343" y="4056024"/>
              <a:ext cx="131068" cy="141995"/>
            </a:xfrm>
            <a:custGeom>
              <a:avLst/>
              <a:gdLst>
                <a:gd name="connsiteX0" fmla="*/ 131068 w 131068"/>
                <a:gd name="connsiteY0" fmla="*/ 23844 h 141995"/>
                <a:gd name="connsiteX1" fmla="*/ 83417 w 131068"/>
                <a:gd name="connsiteY1" fmla="*/ 106054 h 141995"/>
                <a:gd name="connsiteX2" fmla="*/ 41728 w 131068"/>
                <a:gd name="connsiteY2" fmla="*/ 141783 h 141995"/>
                <a:gd name="connsiteX3" fmla="*/ 4791 w 131068"/>
                <a:gd name="connsiteY3" fmla="*/ 103677 h 141995"/>
                <a:gd name="connsiteX4" fmla="*/ 1207 w 131068"/>
                <a:gd name="connsiteY4" fmla="*/ 23844 h 141995"/>
                <a:gd name="connsiteX5" fmla="*/ 0 w 131068"/>
                <a:gd name="connsiteY5" fmla="*/ 0 h 141995"/>
                <a:gd name="connsiteX6" fmla="*/ 65534 w 131068"/>
                <a:gd name="connsiteY6" fmla="*/ 22637 h 141995"/>
                <a:gd name="connsiteX7" fmla="*/ 131068 w 131068"/>
                <a:gd name="connsiteY7" fmla="*/ 23844 h 141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068" h="141995">
                  <a:moveTo>
                    <a:pt x="131068" y="23844"/>
                  </a:moveTo>
                  <a:cubicBezTo>
                    <a:pt x="131068" y="23844"/>
                    <a:pt x="96509" y="89378"/>
                    <a:pt x="83417" y="106054"/>
                  </a:cubicBezTo>
                  <a:cubicBezTo>
                    <a:pt x="70326" y="122730"/>
                    <a:pt x="53612" y="139406"/>
                    <a:pt x="41728" y="141783"/>
                  </a:cubicBezTo>
                  <a:cubicBezTo>
                    <a:pt x="29805" y="144160"/>
                    <a:pt x="8376" y="126315"/>
                    <a:pt x="4791" y="103677"/>
                  </a:cubicBezTo>
                  <a:cubicBezTo>
                    <a:pt x="1207" y="81040"/>
                    <a:pt x="1207" y="34559"/>
                    <a:pt x="1207" y="23844"/>
                  </a:cubicBezTo>
                  <a:cubicBezTo>
                    <a:pt x="1207" y="13129"/>
                    <a:pt x="0" y="0"/>
                    <a:pt x="0" y="0"/>
                  </a:cubicBezTo>
                  <a:cubicBezTo>
                    <a:pt x="0" y="0"/>
                    <a:pt x="39313" y="22637"/>
                    <a:pt x="65534" y="22637"/>
                  </a:cubicBezTo>
                  <a:cubicBezTo>
                    <a:pt x="91755" y="22675"/>
                    <a:pt x="131068" y="23844"/>
                    <a:pt x="131068" y="23844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68DE073B-DC77-0D12-526B-C5E269DBC19A}"/>
                </a:ext>
              </a:extLst>
            </p:cNvPr>
            <p:cNvSpPr/>
            <p:nvPr/>
          </p:nvSpPr>
          <p:spPr>
            <a:xfrm>
              <a:off x="8677783" y="3947930"/>
              <a:ext cx="240943" cy="185843"/>
            </a:xfrm>
            <a:custGeom>
              <a:avLst/>
              <a:gdLst>
                <a:gd name="connsiteX0" fmla="*/ 6169 w 240943"/>
                <a:gd name="connsiteY0" fmla="*/ 97380 h 185843"/>
                <a:gd name="connsiteX1" fmla="*/ 6169 w 240943"/>
                <a:gd name="connsiteY1" fmla="*/ 114056 h 185843"/>
                <a:gd name="connsiteX2" fmla="*/ 34767 w 240943"/>
                <a:gd name="connsiteY2" fmla="*/ 131939 h 185843"/>
                <a:gd name="connsiteX3" fmla="*/ 49066 w 240943"/>
                <a:gd name="connsiteY3" fmla="*/ 167668 h 185843"/>
                <a:gd name="connsiteX4" fmla="*/ 103848 w 240943"/>
                <a:gd name="connsiteY4" fmla="*/ 184344 h 185843"/>
                <a:gd name="connsiteX5" fmla="*/ 157460 w 240943"/>
                <a:gd name="connsiteY5" fmla="*/ 143823 h 185843"/>
                <a:gd name="connsiteX6" fmla="*/ 195603 w 240943"/>
                <a:gd name="connsiteY6" fmla="*/ 114056 h 185843"/>
                <a:gd name="connsiteX7" fmla="*/ 219448 w 240943"/>
                <a:gd name="connsiteY7" fmla="*/ 56860 h 185843"/>
                <a:gd name="connsiteX8" fmla="*/ 240877 w 240943"/>
                <a:gd name="connsiteY8" fmla="*/ 2040 h 185843"/>
                <a:gd name="connsiteX9" fmla="*/ 211072 w 240943"/>
                <a:gd name="connsiteY9" fmla="*/ 12755 h 185843"/>
                <a:gd name="connsiteX10" fmla="*/ 182474 w 240943"/>
                <a:gd name="connsiteY10" fmla="*/ 56822 h 185843"/>
                <a:gd name="connsiteX11" fmla="*/ 163421 w 240943"/>
                <a:gd name="connsiteY11" fmla="*/ 83043 h 185843"/>
                <a:gd name="connsiteX12" fmla="*/ 155083 w 240943"/>
                <a:gd name="connsiteY12" fmla="*/ 44900 h 185843"/>
                <a:gd name="connsiteX13" fmla="*/ 136030 w 240943"/>
                <a:gd name="connsiteY13" fmla="*/ 29393 h 185843"/>
                <a:gd name="connsiteX14" fmla="*/ 124146 w 240943"/>
                <a:gd name="connsiteY14" fmla="*/ 54407 h 185843"/>
                <a:gd name="connsiteX15" fmla="*/ 116977 w 240943"/>
                <a:gd name="connsiteY15" fmla="*/ 108019 h 185843"/>
                <a:gd name="connsiteX16" fmla="*/ 105055 w 240943"/>
                <a:gd name="connsiteY16" fmla="*/ 71083 h 185843"/>
                <a:gd name="connsiteX17" fmla="*/ 83625 w 240943"/>
                <a:gd name="connsiteY17" fmla="*/ 55615 h 185843"/>
                <a:gd name="connsiteX18" fmla="*/ 76495 w 240943"/>
                <a:gd name="connsiteY18" fmla="*/ 88966 h 185843"/>
                <a:gd name="connsiteX19" fmla="*/ 72911 w 240943"/>
                <a:gd name="connsiteY19" fmla="*/ 109226 h 185843"/>
                <a:gd name="connsiteX20" fmla="*/ 52688 w 240943"/>
                <a:gd name="connsiteY20" fmla="*/ 106850 h 185843"/>
                <a:gd name="connsiteX21" fmla="*/ 6169 w 240943"/>
                <a:gd name="connsiteY21" fmla="*/ 97380 h 18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0943" h="185843">
                  <a:moveTo>
                    <a:pt x="6169" y="97380"/>
                  </a:moveTo>
                  <a:cubicBezTo>
                    <a:pt x="-622" y="101568"/>
                    <a:pt x="-3376" y="108095"/>
                    <a:pt x="6169" y="114056"/>
                  </a:cubicBezTo>
                  <a:cubicBezTo>
                    <a:pt x="15714" y="120017"/>
                    <a:pt x="30013" y="120017"/>
                    <a:pt x="34767" y="131939"/>
                  </a:cubicBezTo>
                  <a:cubicBezTo>
                    <a:pt x="39521" y="143861"/>
                    <a:pt x="39521" y="158160"/>
                    <a:pt x="49066" y="167668"/>
                  </a:cubicBezTo>
                  <a:cubicBezTo>
                    <a:pt x="58574" y="177213"/>
                    <a:pt x="89549" y="190305"/>
                    <a:pt x="103848" y="184344"/>
                  </a:cubicBezTo>
                  <a:cubicBezTo>
                    <a:pt x="118147" y="178383"/>
                    <a:pt x="140784" y="152199"/>
                    <a:pt x="157460" y="143823"/>
                  </a:cubicBezTo>
                  <a:cubicBezTo>
                    <a:pt x="174136" y="135485"/>
                    <a:pt x="193189" y="124771"/>
                    <a:pt x="195603" y="114056"/>
                  </a:cubicBezTo>
                  <a:cubicBezTo>
                    <a:pt x="197980" y="103341"/>
                    <a:pt x="212279" y="75950"/>
                    <a:pt x="219448" y="56860"/>
                  </a:cubicBezTo>
                  <a:cubicBezTo>
                    <a:pt x="226578" y="37807"/>
                    <a:pt x="242085" y="6832"/>
                    <a:pt x="240877" y="2040"/>
                  </a:cubicBezTo>
                  <a:cubicBezTo>
                    <a:pt x="239670" y="-2714"/>
                    <a:pt x="217033" y="833"/>
                    <a:pt x="211072" y="12755"/>
                  </a:cubicBezTo>
                  <a:cubicBezTo>
                    <a:pt x="205111" y="24677"/>
                    <a:pt x="188435" y="44937"/>
                    <a:pt x="182474" y="56822"/>
                  </a:cubicBezTo>
                  <a:cubicBezTo>
                    <a:pt x="176513" y="68744"/>
                    <a:pt x="163421" y="83043"/>
                    <a:pt x="163421" y="83043"/>
                  </a:cubicBezTo>
                  <a:cubicBezTo>
                    <a:pt x="163421" y="83043"/>
                    <a:pt x="156253" y="60406"/>
                    <a:pt x="155083" y="44900"/>
                  </a:cubicBezTo>
                  <a:cubicBezTo>
                    <a:pt x="153913" y="29393"/>
                    <a:pt x="141991" y="25847"/>
                    <a:pt x="136030" y="29393"/>
                  </a:cubicBezTo>
                  <a:cubicBezTo>
                    <a:pt x="130069" y="32977"/>
                    <a:pt x="124146" y="42485"/>
                    <a:pt x="124146" y="54407"/>
                  </a:cubicBezTo>
                  <a:cubicBezTo>
                    <a:pt x="124146" y="66329"/>
                    <a:pt x="116977" y="108019"/>
                    <a:pt x="116977" y="108019"/>
                  </a:cubicBezTo>
                  <a:cubicBezTo>
                    <a:pt x="116977" y="108019"/>
                    <a:pt x="107432" y="83005"/>
                    <a:pt x="105055" y="71083"/>
                  </a:cubicBezTo>
                  <a:cubicBezTo>
                    <a:pt x="102678" y="59161"/>
                    <a:pt x="96717" y="49616"/>
                    <a:pt x="83625" y="55615"/>
                  </a:cubicBezTo>
                  <a:cubicBezTo>
                    <a:pt x="70534" y="61576"/>
                    <a:pt x="74080" y="71083"/>
                    <a:pt x="76495" y="88966"/>
                  </a:cubicBezTo>
                  <a:cubicBezTo>
                    <a:pt x="78872" y="106850"/>
                    <a:pt x="72911" y="109226"/>
                    <a:pt x="72911" y="109226"/>
                  </a:cubicBezTo>
                  <a:cubicBezTo>
                    <a:pt x="72911" y="109226"/>
                    <a:pt x="63365" y="112811"/>
                    <a:pt x="52688" y="106850"/>
                  </a:cubicBezTo>
                  <a:cubicBezTo>
                    <a:pt x="41898" y="100964"/>
                    <a:pt x="21675" y="87872"/>
                    <a:pt x="6169" y="97380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690A9C2F-A6B8-5275-6601-005BCC43F49B}"/>
                </a:ext>
              </a:extLst>
            </p:cNvPr>
            <p:cNvSpPr/>
            <p:nvPr/>
          </p:nvSpPr>
          <p:spPr>
            <a:xfrm>
              <a:off x="8307461" y="3272067"/>
              <a:ext cx="240669" cy="227539"/>
            </a:xfrm>
            <a:custGeom>
              <a:avLst/>
              <a:gdLst>
                <a:gd name="connsiteX0" fmla="*/ 35766 w 240669"/>
                <a:gd name="connsiteY0" fmla="*/ 0 h 227539"/>
                <a:gd name="connsiteX1" fmla="*/ 22637 w 240669"/>
                <a:gd name="connsiteY1" fmla="*/ 81003 h 227539"/>
                <a:gd name="connsiteX2" fmla="*/ 0 w 240669"/>
                <a:gd name="connsiteY2" fmla="*/ 129861 h 227539"/>
                <a:gd name="connsiteX3" fmla="*/ 27391 w 240669"/>
                <a:gd name="connsiteY3" fmla="*/ 163213 h 227539"/>
                <a:gd name="connsiteX4" fmla="*/ 115562 w 240669"/>
                <a:gd name="connsiteY4" fmla="*/ 227540 h 227539"/>
                <a:gd name="connsiteX5" fmla="*/ 160836 w 240669"/>
                <a:gd name="connsiteY5" fmla="*/ 204903 h 227539"/>
                <a:gd name="connsiteX6" fmla="*/ 223993 w 240669"/>
                <a:gd name="connsiteY6" fmla="*/ 127484 h 227539"/>
                <a:gd name="connsiteX7" fmla="*/ 240669 w 240669"/>
                <a:gd name="connsiteY7" fmla="*/ 29768 h 227539"/>
                <a:gd name="connsiteX8" fmla="*/ 35766 w 240669"/>
                <a:gd name="connsiteY8" fmla="*/ 0 h 227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669" h="227539">
                  <a:moveTo>
                    <a:pt x="35766" y="0"/>
                  </a:moveTo>
                  <a:cubicBezTo>
                    <a:pt x="35766" y="0"/>
                    <a:pt x="28598" y="63157"/>
                    <a:pt x="22637" y="81003"/>
                  </a:cubicBezTo>
                  <a:cubicBezTo>
                    <a:pt x="16676" y="98886"/>
                    <a:pt x="0" y="129861"/>
                    <a:pt x="0" y="129861"/>
                  </a:cubicBezTo>
                  <a:cubicBezTo>
                    <a:pt x="0" y="129861"/>
                    <a:pt x="9093" y="145707"/>
                    <a:pt x="27391" y="163213"/>
                  </a:cubicBezTo>
                  <a:cubicBezTo>
                    <a:pt x="55989" y="190604"/>
                    <a:pt x="115562" y="227540"/>
                    <a:pt x="115562" y="227540"/>
                  </a:cubicBezTo>
                  <a:cubicBezTo>
                    <a:pt x="115562" y="227540"/>
                    <a:pt x="140236" y="219617"/>
                    <a:pt x="160836" y="204903"/>
                  </a:cubicBezTo>
                  <a:cubicBezTo>
                    <a:pt x="185850" y="187020"/>
                    <a:pt x="223993" y="127484"/>
                    <a:pt x="223993" y="127484"/>
                  </a:cubicBezTo>
                  <a:lnTo>
                    <a:pt x="240669" y="29768"/>
                  </a:lnTo>
                  <a:lnTo>
                    <a:pt x="35766" y="0"/>
                  </a:lnTo>
                  <a:close/>
                </a:path>
              </a:pathLst>
            </a:custGeom>
            <a:solidFill>
              <a:srgbClr val="AF5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D73CF919-941C-D455-B5BB-4040FBA0C940}"/>
                </a:ext>
              </a:extLst>
            </p:cNvPr>
            <p:cNvSpPr/>
            <p:nvPr/>
          </p:nvSpPr>
          <p:spPr>
            <a:xfrm>
              <a:off x="8378123" y="3959968"/>
              <a:ext cx="47691" cy="22297"/>
            </a:xfrm>
            <a:custGeom>
              <a:avLst/>
              <a:gdLst>
                <a:gd name="connsiteX0" fmla="*/ 47691 w 47691"/>
                <a:gd name="connsiteY0" fmla="*/ 15054 h 22297"/>
                <a:gd name="connsiteX1" fmla="*/ 15132 w 47691"/>
                <a:gd name="connsiteY1" fmla="*/ 22222 h 22297"/>
                <a:gd name="connsiteX2" fmla="*/ 40 w 47691"/>
                <a:gd name="connsiteY2" fmla="*/ 0 h 22297"/>
                <a:gd name="connsiteX3" fmla="*/ 47691 w 47691"/>
                <a:gd name="connsiteY3" fmla="*/ 15054 h 2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91" h="22297">
                  <a:moveTo>
                    <a:pt x="47691" y="15054"/>
                  </a:moveTo>
                  <a:cubicBezTo>
                    <a:pt x="47691" y="15054"/>
                    <a:pt x="31808" y="20637"/>
                    <a:pt x="15132" y="22222"/>
                  </a:cubicBezTo>
                  <a:cubicBezTo>
                    <a:pt x="-1544" y="23807"/>
                    <a:pt x="40" y="0"/>
                    <a:pt x="40" y="0"/>
                  </a:cubicBezTo>
                  <a:cubicBezTo>
                    <a:pt x="40" y="0"/>
                    <a:pt x="29431" y="5508"/>
                    <a:pt x="47691" y="15054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B767C823-E8E2-43F4-A1EA-DA2DC8BFE2D4}"/>
                </a:ext>
              </a:extLst>
            </p:cNvPr>
            <p:cNvSpPr/>
            <p:nvPr/>
          </p:nvSpPr>
          <p:spPr>
            <a:xfrm>
              <a:off x="8186012" y="3911491"/>
              <a:ext cx="212479" cy="213651"/>
            </a:xfrm>
            <a:custGeom>
              <a:avLst/>
              <a:gdLst>
                <a:gd name="connsiteX0" fmla="*/ 15809 w 212479"/>
                <a:gd name="connsiteY0" fmla="*/ 213651 h 213651"/>
                <a:gd name="connsiteX1" fmla="*/ 59499 w 212479"/>
                <a:gd name="connsiteY1" fmla="*/ 186638 h 213651"/>
                <a:gd name="connsiteX2" fmla="*/ 85720 w 212479"/>
                <a:gd name="connsiteY2" fmla="*/ 178715 h 213651"/>
                <a:gd name="connsiteX3" fmla="*/ 111149 w 212479"/>
                <a:gd name="connsiteY3" fmla="*/ 192222 h 213651"/>
                <a:gd name="connsiteX4" fmla="*/ 142916 w 212479"/>
                <a:gd name="connsiteY4" fmla="*/ 189053 h 213651"/>
                <a:gd name="connsiteX5" fmla="*/ 185021 w 212479"/>
                <a:gd name="connsiteY5" fmla="*/ 154908 h 213651"/>
                <a:gd name="connsiteX6" fmla="*/ 196943 w 212479"/>
                <a:gd name="connsiteY6" fmla="*/ 120764 h 213651"/>
                <a:gd name="connsiteX7" fmla="*/ 208073 w 212479"/>
                <a:gd name="connsiteY7" fmla="*/ 104881 h 213651"/>
                <a:gd name="connsiteX8" fmla="*/ 206488 w 212479"/>
                <a:gd name="connsiteY8" fmla="*/ 78659 h 213651"/>
                <a:gd name="connsiteX9" fmla="*/ 212034 w 212479"/>
                <a:gd name="connsiteY9" fmla="*/ 57230 h 213651"/>
                <a:gd name="connsiteX10" fmla="*/ 192189 w 212479"/>
                <a:gd name="connsiteY10" fmla="*/ 45307 h 213651"/>
                <a:gd name="connsiteX11" fmla="*/ 177098 w 212479"/>
                <a:gd name="connsiteY11" fmla="*/ 43723 h 213651"/>
                <a:gd name="connsiteX12" fmla="*/ 189020 w 212479"/>
                <a:gd name="connsiteY12" fmla="*/ 30216 h 213651"/>
                <a:gd name="connsiteX13" fmla="*/ 173136 w 212479"/>
                <a:gd name="connsiteY13" fmla="*/ 16709 h 213651"/>
                <a:gd name="connsiteX14" fmla="*/ 151669 w 212479"/>
                <a:gd name="connsiteY14" fmla="*/ 33 h 213651"/>
                <a:gd name="connsiteX15" fmla="*/ 115940 w 212479"/>
                <a:gd name="connsiteY15" fmla="*/ 1618 h 213651"/>
                <a:gd name="connsiteX16" fmla="*/ 96887 w 212479"/>
                <a:gd name="connsiteY16" fmla="*/ 10371 h 213651"/>
                <a:gd name="connsiteX17" fmla="*/ 62743 w 212479"/>
                <a:gd name="connsiteY17" fmla="*/ 38177 h 213651"/>
                <a:gd name="connsiteX18" fmla="*/ 33353 w 212479"/>
                <a:gd name="connsiteY18" fmla="*/ 65190 h 213651"/>
                <a:gd name="connsiteX19" fmla="*/ 12715 w 212479"/>
                <a:gd name="connsiteY19" fmla="*/ 83451 h 213651"/>
                <a:gd name="connsiteX20" fmla="*/ 1 w 212479"/>
                <a:gd name="connsiteY20" fmla="*/ 132686 h 213651"/>
                <a:gd name="connsiteX21" fmla="*/ 15809 w 212479"/>
                <a:gd name="connsiteY21" fmla="*/ 213651 h 21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2479" h="213651">
                  <a:moveTo>
                    <a:pt x="15809" y="213651"/>
                  </a:moveTo>
                  <a:cubicBezTo>
                    <a:pt x="15809" y="213651"/>
                    <a:pt x="52368" y="190599"/>
                    <a:pt x="59499" y="186638"/>
                  </a:cubicBezTo>
                  <a:cubicBezTo>
                    <a:pt x="66667" y="182676"/>
                    <a:pt x="83343" y="176300"/>
                    <a:pt x="85720" y="178715"/>
                  </a:cubicBezTo>
                  <a:cubicBezTo>
                    <a:pt x="88097" y="181092"/>
                    <a:pt x="107187" y="192222"/>
                    <a:pt x="111149" y="192222"/>
                  </a:cubicBezTo>
                  <a:cubicBezTo>
                    <a:pt x="115110" y="192222"/>
                    <a:pt x="135785" y="192222"/>
                    <a:pt x="142916" y="189053"/>
                  </a:cubicBezTo>
                  <a:cubicBezTo>
                    <a:pt x="150084" y="185883"/>
                    <a:pt x="179475" y="160455"/>
                    <a:pt x="185021" y="154908"/>
                  </a:cubicBezTo>
                  <a:cubicBezTo>
                    <a:pt x="190567" y="149362"/>
                    <a:pt x="196943" y="120764"/>
                    <a:pt x="196943" y="120764"/>
                  </a:cubicBezTo>
                  <a:cubicBezTo>
                    <a:pt x="196943" y="120764"/>
                    <a:pt x="208073" y="112011"/>
                    <a:pt x="208073" y="104881"/>
                  </a:cubicBezTo>
                  <a:cubicBezTo>
                    <a:pt x="208073" y="97750"/>
                    <a:pt x="206488" y="78659"/>
                    <a:pt x="206488" y="78659"/>
                  </a:cubicBezTo>
                  <a:cubicBezTo>
                    <a:pt x="206488" y="78659"/>
                    <a:pt x="214411" y="65945"/>
                    <a:pt x="212034" y="57230"/>
                  </a:cubicBezTo>
                  <a:cubicBezTo>
                    <a:pt x="209657" y="48514"/>
                    <a:pt x="201697" y="46892"/>
                    <a:pt x="192189" y="45307"/>
                  </a:cubicBezTo>
                  <a:cubicBezTo>
                    <a:pt x="182644" y="43723"/>
                    <a:pt x="177098" y="43723"/>
                    <a:pt x="177098" y="43723"/>
                  </a:cubicBezTo>
                  <a:cubicBezTo>
                    <a:pt x="177098" y="43723"/>
                    <a:pt x="191397" y="37385"/>
                    <a:pt x="189020" y="30216"/>
                  </a:cubicBezTo>
                  <a:cubicBezTo>
                    <a:pt x="186643" y="23085"/>
                    <a:pt x="177890" y="20671"/>
                    <a:pt x="173136" y="16709"/>
                  </a:cubicBezTo>
                  <a:cubicBezTo>
                    <a:pt x="168383" y="12748"/>
                    <a:pt x="157253" y="-759"/>
                    <a:pt x="151669" y="33"/>
                  </a:cubicBezTo>
                  <a:cubicBezTo>
                    <a:pt x="146123" y="826"/>
                    <a:pt x="121486" y="1618"/>
                    <a:pt x="115940" y="1618"/>
                  </a:cubicBezTo>
                  <a:cubicBezTo>
                    <a:pt x="110394" y="1618"/>
                    <a:pt x="101641" y="3203"/>
                    <a:pt x="96887" y="10371"/>
                  </a:cubicBezTo>
                  <a:cubicBezTo>
                    <a:pt x="92134" y="17502"/>
                    <a:pt x="72251" y="31838"/>
                    <a:pt x="62743" y="38177"/>
                  </a:cubicBezTo>
                  <a:cubicBezTo>
                    <a:pt x="53198" y="44515"/>
                    <a:pt x="34145" y="56437"/>
                    <a:pt x="33353" y="65190"/>
                  </a:cubicBezTo>
                  <a:cubicBezTo>
                    <a:pt x="32560" y="73943"/>
                    <a:pt x="19054" y="79489"/>
                    <a:pt x="12715" y="83451"/>
                  </a:cubicBezTo>
                  <a:cubicBezTo>
                    <a:pt x="6377" y="87412"/>
                    <a:pt x="1" y="104088"/>
                    <a:pt x="1" y="132686"/>
                  </a:cubicBezTo>
                  <a:cubicBezTo>
                    <a:pt x="-75" y="161247"/>
                    <a:pt x="4679" y="197768"/>
                    <a:pt x="15809" y="213651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9A56F9AB-A071-9132-BA7F-DA69E2E770E7}"/>
                </a:ext>
              </a:extLst>
            </p:cNvPr>
            <p:cNvSpPr/>
            <p:nvPr/>
          </p:nvSpPr>
          <p:spPr>
            <a:xfrm>
              <a:off x="8203438" y="3932124"/>
              <a:ext cx="138166" cy="27013"/>
            </a:xfrm>
            <a:custGeom>
              <a:avLst/>
              <a:gdLst>
                <a:gd name="connsiteX0" fmla="*/ 138167 w 138166"/>
                <a:gd name="connsiteY0" fmla="*/ 24637 h 27013"/>
                <a:gd name="connsiteX1" fmla="*/ 104023 w 138166"/>
                <a:gd name="connsiteY1" fmla="*/ 23844 h 27013"/>
                <a:gd name="connsiteX2" fmla="*/ 78594 w 138166"/>
                <a:gd name="connsiteY2" fmla="*/ 23052 h 27013"/>
                <a:gd name="connsiteX3" fmla="*/ 60333 w 138166"/>
                <a:gd name="connsiteY3" fmla="*/ 27013 h 27013"/>
                <a:gd name="connsiteX4" fmla="*/ 1552 w 138166"/>
                <a:gd name="connsiteY4" fmla="*/ 17468 h 27013"/>
                <a:gd name="connsiteX5" fmla="*/ 3929 w 138166"/>
                <a:gd name="connsiteY5" fmla="*/ 0 h 27013"/>
                <a:gd name="connsiteX6" fmla="*/ 61125 w 138166"/>
                <a:gd name="connsiteY6" fmla="*/ 7961 h 27013"/>
                <a:gd name="connsiteX7" fmla="*/ 113530 w 138166"/>
                <a:gd name="connsiteY7" fmla="*/ 15129 h 27013"/>
                <a:gd name="connsiteX8" fmla="*/ 138167 w 138166"/>
                <a:gd name="connsiteY8" fmla="*/ 24637 h 2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166" h="27013">
                  <a:moveTo>
                    <a:pt x="138167" y="24637"/>
                  </a:moveTo>
                  <a:cubicBezTo>
                    <a:pt x="138167" y="24637"/>
                    <a:pt x="115152" y="24637"/>
                    <a:pt x="104023" y="23844"/>
                  </a:cubicBezTo>
                  <a:cubicBezTo>
                    <a:pt x="92893" y="23052"/>
                    <a:pt x="84970" y="23052"/>
                    <a:pt x="78594" y="23052"/>
                  </a:cubicBezTo>
                  <a:cubicBezTo>
                    <a:pt x="72217" y="23052"/>
                    <a:pt x="60333" y="27013"/>
                    <a:pt x="60333" y="27013"/>
                  </a:cubicBezTo>
                  <a:lnTo>
                    <a:pt x="1552" y="17468"/>
                  </a:lnTo>
                  <a:cubicBezTo>
                    <a:pt x="1552" y="17468"/>
                    <a:pt x="-3202" y="7131"/>
                    <a:pt x="3929" y="0"/>
                  </a:cubicBezTo>
                  <a:cubicBezTo>
                    <a:pt x="20605" y="3169"/>
                    <a:pt x="41280" y="5546"/>
                    <a:pt x="61125" y="7961"/>
                  </a:cubicBezTo>
                  <a:cubicBezTo>
                    <a:pt x="80970" y="10338"/>
                    <a:pt x="113530" y="15129"/>
                    <a:pt x="113530" y="15129"/>
                  </a:cubicBezTo>
                  <a:cubicBezTo>
                    <a:pt x="113530" y="15129"/>
                    <a:pt x="127075" y="23052"/>
                    <a:pt x="138167" y="24637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3174E75E-00B2-0AEC-24C2-39AE78584924}"/>
                </a:ext>
              </a:extLst>
            </p:cNvPr>
            <p:cNvSpPr/>
            <p:nvPr/>
          </p:nvSpPr>
          <p:spPr>
            <a:xfrm>
              <a:off x="8279928" y="3106127"/>
              <a:ext cx="312804" cy="332763"/>
            </a:xfrm>
            <a:custGeom>
              <a:avLst/>
              <a:gdLst>
                <a:gd name="connsiteX0" fmla="*/ 303629 w 312804"/>
                <a:gd name="connsiteY0" fmla="*/ 143077 h 332763"/>
                <a:gd name="connsiteX1" fmla="*/ 309439 w 312804"/>
                <a:gd name="connsiteY1" fmla="*/ 115195 h 332763"/>
                <a:gd name="connsiteX2" fmla="*/ 312457 w 312804"/>
                <a:gd name="connsiteY2" fmla="*/ 71053 h 332763"/>
                <a:gd name="connsiteX3" fmla="*/ 298611 w 312804"/>
                <a:gd name="connsiteY3" fmla="*/ 23817 h 332763"/>
                <a:gd name="connsiteX4" fmla="*/ 282953 w 312804"/>
                <a:gd name="connsiteY4" fmla="*/ 162 h 332763"/>
                <a:gd name="connsiteX5" fmla="*/ 260241 w 312804"/>
                <a:gd name="connsiteY5" fmla="*/ 1029 h 332763"/>
                <a:gd name="connsiteX6" fmla="*/ 203460 w 312804"/>
                <a:gd name="connsiteY6" fmla="*/ 6915 h 332763"/>
                <a:gd name="connsiteX7" fmla="*/ 147848 w 312804"/>
                <a:gd name="connsiteY7" fmla="*/ 34909 h 332763"/>
                <a:gd name="connsiteX8" fmla="*/ 116383 w 312804"/>
                <a:gd name="connsiteY8" fmla="*/ 36796 h 332763"/>
                <a:gd name="connsiteX9" fmla="*/ 96575 w 312804"/>
                <a:gd name="connsiteY9" fmla="*/ 58226 h 332763"/>
                <a:gd name="connsiteX10" fmla="*/ 70920 w 312804"/>
                <a:gd name="connsiteY10" fmla="*/ 91200 h 332763"/>
                <a:gd name="connsiteX11" fmla="*/ 64091 w 312804"/>
                <a:gd name="connsiteY11" fmla="*/ 117950 h 332763"/>
                <a:gd name="connsiteX12" fmla="*/ 56055 w 312804"/>
                <a:gd name="connsiteY12" fmla="*/ 164431 h 332763"/>
                <a:gd name="connsiteX13" fmla="*/ 39719 w 312804"/>
                <a:gd name="connsiteY13" fmla="*/ 142737 h 332763"/>
                <a:gd name="connsiteX14" fmla="*/ 37606 w 312804"/>
                <a:gd name="connsiteY14" fmla="*/ 107838 h 332763"/>
                <a:gd name="connsiteX15" fmla="*/ 23382 w 312804"/>
                <a:gd name="connsiteY15" fmla="*/ 90257 h 332763"/>
                <a:gd name="connsiteX16" fmla="*/ 14063 w 312804"/>
                <a:gd name="connsiteY16" fmla="*/ 87654 h 332763"/>
                <a:gd name="connsiteX17" fmla="*/ 3160 w 312804"/>
                <a:gd name="connsiteY17" fmla="*/ 142247 h 332763"/>
                <a:gd name="connsiteX18" fmla="*/ 15648 w 312804"/>
                <a:gd name="connsiteY18" fmla="*/ 178089 h 332763"/>
                <a:gd name="connsiteX19" fmla="*/ 32852 w 312804"/>
                <a:gd name="connsiteY19" fmla="*/ 194274 h 332763"/>
                <a:gd name="connsiteX20" fmla="*/ 42548 w 312804"/>
                <a:gd name="connsiteY20" fmla="*/ 192689 h 332763"/>
                <a:gd name="connsiteX21" fmla="*/ 45265 w 312804"/>
                <a:gd name="connsiteY21" fmla="*/ 227400 h 332763"/>
                <a:gd name="connsiteX22" fmla="*/ 96387 w 312804"/>
                <a:gd name="connsiteY22" fmla="*/ 287501 h 332763"/>
                <a:gd name="connsiteX23" fmla="*/ 154526 w 312804"/>
                <a:gd name="connsiteY23" fmla="*/ 327531 h 332763"/>
                <a:gd name="connsiteX24" fmla="*/ 204969 w 312804"/>
                <a:gd name="connsiteY24" fmla="*/ 332699 h 332763"/>
                <a:gd name="connsiteX25" fmla="*/ 240169 w 312804"/>
                <a:gd name="connsiteY25" fmla="*/ 307685 h 332763"/>
                <a:gd name="connsiteX26" fmla="*/ 281142 w 312804"/>
                <a:gd name="connsiteY26" fmla="*/ 259657 h 332763"/>
                <a:gd name="connsiteX27" fmla="*/ 304723 w 312804"/>
                <a:gd name="connsiteY27" fmla="*/ 173825 h 332763"/>
                <a:gd name="connsiteX28" fmla="*/ 303629 w 312804"/>
                <a:gd name="connsiteY28" fmla="*/ 143077 h 33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2804" h="332763">
                  <a:moveTo>
                    <a:pt x="303629" y="143077"/>
                  </a:moveTo>
                  <a:cubicBezTo>
                    <a:pt x="304345" y="138512"/>
                    <a:pt x="307364" y="125193"/>
                    <a:pt x="309439" y="115195"/>
                  </a:cubicBezTo>
                  <a:cubicBezTo>
                    <a:pt x="311551" y="105197"/>
                    <a:pt x="311929" y="79995"/>
                    <a:pt x="312457" y="71053"/>
                  </a:cubicBezTo>
                  <a:cubicBezTo>
                    <a:pt x="314042" y="45624"/>
                    <a:pt x="310344" y="36456"/>
                    <a:pt x="298611" y="23817"/>
                  </a:cubicBezTo>
                  <a:cubicBezTo>
                    <a:pt x="286877" y="11178"/>
                    <a:pt x="282953" y="162"/>
                    <a:pt x="282953" y="162"/>
                  </a:cubicBezTo>
                  <a:cubicBezTo>
                    <a:pt x="282953" y="162"/>
                    <a:pt x="269409" y="2312"/>
                    <a:pt x="260241" y="1029"/>
                  </a:cubicBezTo>
                  <a:cubicBezTo>
                    <a:pt x="233831" y="-2706"/>
                    <a:pt x="235114" y="4764"/>
                    <a:pt x="203460" y="6915"/>
                  </a:cubicBezTo>
                  <a:cubicBezTo>
                    <a:pt x="189236" y="7896"/>
                    <a:pt x="173843" y="42417"/>
                    <a:pt x="147848" y="34909"/>
                  </a:cubicBezTo>
                  <a:cubicBezTo>
                    <a:pt x="143660" y="41625"/>
                    <a:pt x="122910" y="31778"/>
                    <a:pt x="116383" y="36796"/>
                  </a:cubicBezTo>
                  <a:cubicBezTo>
                    <a:pt x="105970" y="44794"/>
                    <a:pt x="103027" y="54189"/>
                    <a:pt x="96575" y="58226"/>
                  </a:cubicBezTo>
                  <a:cubicBezTo>
                    <a:pt x="91180" y="66073"/>
                    <a:pt x="76919" y="80485"/>
                    <a:pt x="70920" y="91200"/>
                  </a:cubicBezTo>
                  <a:cubicBezTo>
                    <a:pt x="68015" y="96369"/>
                    <a:pt x="64317" y="104782"/>
                    <a:pt x="64091" y="117950"/>
                  </a:cubicBezTo>
                  <a:cubicBezTo>
                    <a:pt x="63827" y="131079"/>
                    <a:pt x="56055" y="164431"/>
                    <a:pt x="56055" y="164431"/>
                  </a:cubicBezTo>
                  <a:cubicBezTo>
                    <a:pt x="55036" y="158809"/>
                    <a:pt x="37379" y="149415"/>
                    <a:pt x="39719" y="142737"/>
                  </a:cubicBezTo>
                  <a:cubicBezTo>
                    <a:pt x="42171" y="136927"/>
                    <a:pt x="37794" y="108065"/>
                    <a:pt x="37606" y="107838"/>
                  </a:cubicBezTo>
                  <a:cubicBezTo>
                    <a:pt x="33682" y="103764"/>
                    <a:pt x="26212" y="92672"/>
                    <a:pt x="23382" y="90257"/>
                  </a:cubicBezTo>
                  <a:cubicBezTo>
                    <a:pt x="19949" y="87352"/>
                    <a:pt x="14856" y="87616"/>
                    <a:pt x="14063" y="87654"/>
                  </a:cubicBezTo>
                  <a:cubicBezTo>
                    <a:pt x="-4009" y="91276"/>
                    <a:pt x="-990" y="130589"/>
                    <a:pt x="3160" y="142247"/>
                  </a:cubicBezTo>
                  <a:cubicBezTo>
                    <a:pt x="7272" y="153867"/>
                    <a:pt x="9385" y="167789"/>
                    <a:pt x="15648" y="178089"/>
                  </a:cubicBezTo>
                  <a:cubicBezTo>
                    <a:pt x="21911" y="188388"/>
                    <a:pt x="28400" y="193331"/>
                    <a:pt x="32852" y="194274"/>
                  </a:cubicBezTo>
                  <a:cubicBezTo>
                    <a:pt x="37342" y="195217"/>
                    <a:pt x="42548" y="192689"/>
                    <a:pt x="42548" y="192689"/>
                  </a:cubicBezTo>
                  <a:cubicBezTo>
                    <a:pt x="42548" y="192689"/>
                    <a:pt x="43982" y="214044"/>
                    <a:pt x="45265" y="227400"/>
                  </a:cubicBezTo>
                  <a:cubicBezTo>
                    <a:pt x="47943" y="254941"/>
                    <a:pt x="81144" y="275352"/>
                    <a:pt x="96387" y="287501"/>
                  </a:cubicBezTo>
                  <a:cubicBezTo>
                    <a:pt x="111629" y="299687"/>
                    <a:pt x="141246" y="323833"/>
                    <a:pt x="154526" y="327531"/>
                  </a:cubicBezTo>
                  <a:cubicBezTo>
                    <a:pt x="167806" y="331190"/>
                    <a:pt x="189349" y="333152"/>
                    <a:pt x="204969" y="332699"/>
                  </a:cubicBezTo>
                  <a:cubicBezTo>
                    <a:pt x="227606" y="332058"/>
                    <a:pt x="234321" y="313458"/>
                    <a:pt x="240169" y="307685"/>
                  </a:cubicBezTo>
                  <a:cubicBezTo>
                    <a:pt x="250771" y="297310"/>
                    <a:pt x="273748" y="281464"/>
                    <a:pt x="281142" y="259657"/>
                  </a:cubicBezTo>
                  <a:cubicBezTo>
                    <a:pt x="288499" y="237813"/>
                    <a:pt x="301818" y="193255"/>
                    <a:pt x="304723" y="173825"/>
                  </a:cubicBezTo>
                  <a:cubicBezTo>
                    <a:pt x="307024" y="158168"/>
                    <a:pt x="302648" y="149113"/>
                    <a:pt x="303629" y="143077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03" name="Graphic 402">
            <a:extLst>
              <a:ext uri="{FF2B5EF4-FFF2-40B4-BE49-F238E27FC236}">
                <a16:creationId xmlns:a16="http://schemas.microsoft.com/office/drawing/2014/main" id="{0A8CFC7F-9FE3-434B-9DD0-4151AE2E9CB3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-13085905" y="792725"/>
            <a:ext cx="979820" cy="3108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4" name="Graphic 403">
            <a:extLst>
              <a:ext uri="{FF2B5EF4-FFF2-40B4-BE49-F238E27FC236}">
                <a16:creationId xmlns:a16="http://schemas.microsoft.com/office/drawing/2014/main" id="{32A69CC7-1E9F-5013-F32B-32445A24369A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-10161945" y="795592"/>
            <a:ext cx="1355185" cy="3502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22D30EE2-F982-F7C5-08AF-4FBC25FA17C1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-8697261" y="629030"/>
            <a:ext cx="1201511" cy="3404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6" name="Graphic 405">
            <a:extLst>
              <a:ext uri="{FF2B5EF4-FFF2-40B4-BE49-F238E27FC236}">
                <a16:creationId xmlns:a16="http://schemas.microsoft.com/office/drawing/2014/main" id="{C6713158-AD99-989F-C6FA-9C0F9DEF1A23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23131463" y="-5299529"/>
            <a:ext cx="864779" cy="2685596"/>
          </a:xfrm>
          <a:prstGeom prst="rect">
            <a:avLst/>
          </a:prstGeom>
        </p:spPr>
      </p:pic>
      <p:pic>
        <p:nvPicPr>
          <p:cNvPr id="407" name="Graphic 406">
            <a:extLst>
              <a:ext uri="{FF2B5EF4-FFF2-40B4-BE49-F238E27FC236}">
                <a16:creationId xmlns:a16="http://schemas.microsoft.com/office/drawing/2014/main" id="{21D0DB83-3CB2-9ECD-518B-ACD19D16ECCB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 flipH="1">
            <a:off x="24456571" y="-5154386"/>
            <a:ext cx="841828" cy="2672779"/>
          </a:xfrm>
          <a:prstGeom prst="rect">
            <a:avLst/>
          </a:prstGeom>
        </p:spPr>
      </p:pic>
      <p:pic>
        <p:nvPicPr>
          <p:cNvPr id="408" name="Graphic 407">
            <a:extLst>
              <a:ext uri="{FF2B5EF4-FFF2-40B4-BE49-F238E27FC236}">
                <a16:creationId xmlns:a16="http://schemas.microsoft.com/office/drawing/2014/main" id="{649FECEF-A6B9-07A1-A8F7-8BA0C6BC23CD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25654976" y="-5168901"/>
            <a:ext cx="877140" cy="27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631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3</cp:revision>
  <dcterms:created xsi:type="dcterms:W3CDTF">2024-01-02T20:58:08Z</dcterms:created>
  <dcterms:modified xsi:type="dcterms:W3CDTF">2024-01-03T14:09:57Z</dcterms:modified>
</cp:coreProperties>
</file>